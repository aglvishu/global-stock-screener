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heme/theme3.xml" ContentType="application/vnd.openxmlformats-officedocument.theme+xml"/>
  <Override PartName="/ppt/ink/ink1.xml" ContentType="application/inkml+xml"/>
  <Override PartName="/ppt/tags/tag3.xml" ContentType="application/vnd.openxmlformats-officedocument.presentationml.tags+xml"/>
  <Override PartName="/ppt/ink/ink2.xml" ContentType="application/inkml+xml"/>
  <Override PartName="/ppt/tags/tag4.xml" ContentType="application/vnd.openxmlformats-officedocument.presentationml.tags+xml"/>
  <Override PartName="/ppt/tags/tag5.xml" ContentType="application/vnd.openxmlformats-officedocument.presentationml.tags+xml"/>
  <Override PartName="/ppt/ink/ink3.xml" ContentType="application/inkml+xml"/>
  <Override PartName="/ppt/notesSlides/notesSlide1.xml" ContentType="application/vnd.openxmlformats-officedocument.presentationml.notesSlide+xml"/>
  <Override PartName="/ppt/ink/ink4.xml" ContentType="application/inkml+xml"/>
  <Override PartName="/ppt/notesSlides/notesSlide2.xml" ContentType="application/vnd.openxmlformats-officedocument.presentationml.notesSlide+xml"/>
  <Override PartName="/ppt/ink/ink5.xml" ContentType="application/inkml+xml"/>
  <Override PartName="/ppt/tags/tag6.xml" ContentType="application/vnd.openxmlformats-officedocument.presentationml.tags+xml"/>
  <Override PartName="/ppt/ink/ink6.xml" ContentType="application/inkml+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ink/ink7.xml" ContentType="application/inkml+xml"/>
  <Override PartName="/ppt/tags/tag10.xml" ContentType="application/vnd.openxmlformats-officedocument.presentationml.tags+xml"/>
  <Override PartName="/ppt/tags/tag11.xml" ContentType="application/vnd.openxmlformats-officedocument.presentationml.tags+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tags/tag12.xml" ContentType="application/vnd.openxmlformats-officedocument.presentationml.tags+xml"/>
  <Override PartName="/ppt/ink/ink21.xml" ContentType="application/inkml+xml"/>
  <Override PartName="/ppt/ink/ink22.xml" ContentType="application/inkml+xml"/>
  <Override PartName="/ppt/notesSlides/notesSlide3.xml" ContentType="application/vnd.openxmlformats-officedocument.presentationml.notesSlide+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notesSlides/notesSlide4.xml" ContentType="application/vnd.openxmlformats-officedocument.presentationml.notesSlide+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notesSlides/notesSlide5.xml" ContentType="application/vnd.openxmlformats-officedocument.presentationml.notesSlide+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notesSlides/notesSlide6.xml" ContentType="application/vnd.openxmlformats-officedocument.presentationml.notesSlide+xml"/>
  <Override PartName="/ppt/ink/ink69.xml" ContentType="application/inkml+xml"/>
  <Override PartName="/ppt/tags/tag13.xml" ContentType="application/vnd.openxmlformats-officedocument.presentationml.tags+xml"/>
  <Override PartName="/ppt/ink/ink70.xml" ContentType="application/inkml+xml"/>
  <Override PartName="/ppt/ink/ink71.xml" ContentType="application/inkml+xml"/>
  <Override PartName="/ppt/notesSlides/notesSlide7.xml" ContentType="application/vnd.openxmlformats-officedocument.presentationml.notesSlide+xml"/>
  <Override PartName="/ppt/ink/ink72.xml" ContentType="application/inkml+xml"/>
  <Override PartName="/ppt/ink/ink73.xml" ContentType="application/inkml+xml"/>
  <Override PartName="/ppt/ink/ink74.xml" ContentType="application/inkml+xml"/>
  <Override PartName="/ppt/ink/ink75.xml" ContentType="application/inkml+xml"/>
  <Override PartName="/ppt/notesSlides/notesSlide8.xml" ContentType="application/vnd.openxmlformats-officedocument.presentationml.notesSlide+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notesSlides/notesSlide9.xml" ContentType="application/vnd.openxmlformats-officedocument.presentationml.notesSlide+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notesSlides/notesSlide10.xml" ContentType="application/vnd.openxmlformats-officedocument.presentationml.notesSlide+xml"/>
  <Override PartName="/ppt/ink/ink115.xml" ContentType="application/inkml+xml"/>
  <Override PartName="/ppt/ink/ink116.xml" ContentType="application/inkml+xml"/>
  <Override PartName="/ppt/tags/tag14.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594"/>
  </p:notesMasterIdLst>
  <p:sldIdLst>
    <p:sldId id="257" r:id="rId3"/>
    <p:sldId id="1724" r:id="rId4"/>
    <p:sldId id="259" r:id="rId5"/>
    <p:sldId id="1727" r:id="rId6"/>
    <p:sldId id="1791" r:id="rId7"/>
    <p:sldId id="264" r:id="rId8"/>
    <p:sldId id="1793" r:id="rId9"/>
    <p:sldId id="1729" r:id="rId10"/>
    <p:sldId id="1794" r:id="rId11"/>
    <p:sldId id="1795" r:id="rId12"/>
    <p:sldId id="1796" r:id="rId13"/>
    <p:sldId id="260" r:id="rId14"/>
    <p:sldId id="1797" r:id="rId15"/>
    <p:sldId id="1731" r:id="rId16"/>
    <p:sldId id="1732" r:id="rId17"/>
    <p:sldId id="1733" r:id="rId18"/>
    <p:sldId id="1737" r:id="rId19"/>
    <p:sldId id="1734" r:id="rId20"/>
    <p:sldId id="1735" r:id="rId21"/>
    <p:sldId id="1736" r:id="rId22"/>
    <p:sldId id="1684" r:id="rId23"/>
    <p:sldId id="2158" r:id="rId24"/>
    <p:sldId id="1665" r:id="rId25"/>
    <p:sldId id="1763" r:id="rId26"/>
    <p:sldId id="2159" r:id="rId27"/>
    <p:sldId id="2160" r:id="rId28"/>
    <p:sldId id="2161" r:id="rId29"/>
    <p:sldId id="1691" r:id="rId30"/>
    <p:sldId id="1693" r:id="rId31"/>
    <p:sldId id="2162" r:id="rId32"/>
    <p:sldId id="1694" r:id="rId33"/>
    <p:sldId id="272" r:id="rId34"/>
    <p:sldId id="1695" r:id="rId35"/>
    <p:sldId id="1697" r:id="rId36"/>
    <p:sldId id="1698" r:id="rId37"/>
    <p:sldId id="1699" r:id="rId38"/>
    <p:sldId id="1696" r:id="rId39"/>
    <p:sldId id="2175" r:id="rId40"/>
    <p:sldId id="273" r:id="rId41"/>
    <p:sldId id="1700" r:id="rId42"/>
    <p:sldId id="1701" r:id="rId43"/>
    <p:sldId id="1702" r:id="rId44"/>
    <p:sldId id="2176" r:id="rId45"/>
    <p:sldId id="1703" r:id="rId46"/>
    <p:sldId id="2032" r:id="rId47"/>
    <p:sldId id="1706" r:id="rId48"/>
    <p:sldId id="1707" r:id="rId49"/>
    <p:sldId id="1708" r:id="rId50"/>
    <p:sldId id="1709" r:id="rId51"/>
    <p:sldId id="2025" r:id="rId52"/>
    <p:sldId id="1710" r:id="rId53"/>
    <p:sldId id="1711" r:id="rId54"/>
    <p:sldId id="276" r:id="rId55"/>
    <p:sldId id="1712" r:id="rId56"/>
    <p:sldId id="2177" r:id="rId57"/>
    <p:sldId id="2178" r:id="rId58"/>
    <p:sldId id="2189" r:id="rId59"/>
    <p:sldId id="1713" r:id="rId60"/>
    <p:sldId id="1714" r:id="rId61"/>
    <p:sldId id="1715" r:id="rId62"/>
    <p:sldId id="1721" r:id="rId63"/>
    <p:sldId id="1974" r:id="rId64"/>
    <p:sldId id="1975" r:id="rId65"/>
    <p:sldId id="1976" r:id="rId66"/>
    <p:sldId id="1716" r:id="rId67"/>
    <p:sldId id="2020" r:id="rId68"/>
    <p:sldId id="1744" r:id="rId69"/>
    <p:sldId id="1754" r:id="rId70"/>
    <p:sldId id="1751" r:id="rId71"/>
    <p:sldId id="1752" r:id="rId72"/>
    <p:sldId id="1753" r:id="rId73"/>
    <p:sldId id="1755" r:id="rId74"/>
    <p:sldId id="1756" r:id="rId75"/>
    <p:sldId id="1757" r:id="rId76"/>
    <p:sldId id="1758" r:id="rId77"/>
    <p:sldId id="1759" r:id="rId78"/>
    <p:sldId id="1760" r:id="rId79"/>
    <p:sldId id="1761" r:id="rId80"/>
    <p:sldId id="1762" r:id="rId81"/>
    <p:sldId id="1977" r:id="rId82"/>
    <p:sldId id="1765" r:id="rId83"/>
    <p:sldId id="1766" r:id="rId84"/>
    <p:sldId id="1764" r:id="rId85"/>
    <p:sldId id="2031" r:id="rId86"/>
    <p:sldId id="1768" r:id="rId87"/>
    <p:sldId id="1770" r:id="rId88"/>
    <p:sldId id="1771" r:id="rId89"/>
    <p:sldId id="1772" r:id="rId90"/>
    <p:sldId id="1773" r:id="rId91"/>
    <p:sldId id="1774" r:id="rId92"/>
    <p:sldId id="1776" r:id="rId93"/>
    <p:sldId id="1979" r:id="rId94"/>
    <p:sldId id="1775" r:id="rId95"/>
    <p:sldId id="2076" r:id="rId96"/>
    <p:sldId id="1981" r:id="rId97"/>
    <p:sldId id="1983" r:id="rId98"/>
    <p:sldId id="1984" r:id="rId99"/>
    <p:sldId id="1985" r:id="rId100"/>
    <p:sldId id="1986" r:id="rId101"/>
    <p:sldId id="1988" r:id="rId102"/>
    <p:sldId id="1989" r:id="rId103"/>
    <p:sldId id="1987" r:id="rId104"/>
    <p:sldId id="2077" r:id="rId105"/>
    <p:sldId id="1991" r:id="rId106"/>
    <p:sldId id="1993" r:id="rId107"/>
    <p:sldId id="1994" r:id="rId108"/>
    <p:sldId id="1995" r:id="rId109"/>
    <p:sldId id="1996" r:id="rId110"/>
    <p:sldId id="1997" r:id="rId111"/>
    <p:sldId id="1998" r:id="rId112"/>
    <p:sldId id="2090" r:id="rId113"/>
    <p:sldId id="1999" r:id="rId114"/>
    <p:sldId id="2000" r:id="rId115"/>
    <p:sldId id="2001" r:id="rId116"/>
    <p:sldId id="2003" r:id="rId117"/>
    <p:sldId id="2004" r:id="rId118"/>
    <p:sldId id="2002" r:id="rId119"/>
    <p:sldId id="2092" r:id="rId120"/>
    <p:sldId id="2006" r:id="rId121"/>
    <p:sldId id="2008" r:id="rId122"/>
    <p:sldId id="2009" r:id="rId123"/>
    <p:sldId id="2010" r:id="rId124"/>
    <p:sldId id="2011" r:id="rId125"/>
    <p:sldId id="2012" r:id="rId126"/>
    <p:sldId id="2013" r:id="rId127"/>
    <p:sldId id="2015" r:id="rId128"/>
    <p:sldId id="2016" r:id="rId129"/>
    <p:sldId id="2014" r:id="rId130"/>
    <p:sldId id="2035" r:id="rId131"/>
    <p:sldId id="2018" r:id="rId132"/>
    <p:sldId id="1818" r:id="rId133"/>
    <p:sldId id="1819" r:id="rId134"/>
    <p:sldId id="1820" r:id="rId135"/>
    <p:sldId id="1821" r:id="rId136"/>
    <p:sldId id="1823" r:id="rId137"/>
    <p:sldId id="1824" r:id="rId138"/>
    <p:sldId id="1822" r:id="rId139"/>
    <p:sldId id="1825" r:id="rId140"/>
    <p:sldId id="1826" r:id="rId141"/>
    <p:sldId id="2138" r:id="rId142"/>
    <p:sldId id="2137" r:id="rId143"/>
    <p:sldId id="2136" r:id="rId144"/>
    <p:sldId id="2135" r:id="rId145"/>
    <p:sldId id="2134" r:id="rId146"/>
    <p:sldId id="2105" r:id="rId147"/>
    <p:sldId id="1832" r:id="rId148"/>
    <p:sldId id="1833" r:id="rId149"/>
    <p:sldId id="2190" r:id="rId150"/>
    <p:sldId id="2209" r:id="rId151"/>
    <p:sldId id="2212" r:id="rId152"/>
    <p:sldId id="2107" r:id="rId153"/>
    <p:sldId id="2108" r:id="rId154"/>
    <p:sldId id="2110" r:id="rId155"/>
    <p:sldId id="2111" r:id="rId156"/>
    <p:sldId id="2113" r:id="rId157"/>
    <p:sldId id="2114" r:id="rId158"/>
    <p:sldId id="2115" r:id="rId159"/>
    <p:sldId id="1778" r:id="rId160"/>
    <p:sldId id="261" r:id="rId161"/>
    <p:sldId id="262" r:id="rId162"/>
    <p:sldId id="1779" r:id="rId163"/>
    <p:sldId id="263" r:id="rId164"/>
    <p:sldId id="2213" r:id="rId165"/>
    <p:sldId id="1780" r:id="rId166"/>
    <p:sldId id="265" r:id="rId167"/>
    <p:sldId id="266" r:id="rId168"/>
    <p:sldId id="267" r:id="rId169"/>
    <p:sldId id="2214" r:id="rId170"/>
    <p:sldId id="2217" r:id="rId171"/>
    <p:sldId id="2220" r:id="rId172"/>
    <p:sldId id="2221" r:id="rId173"/>
    <p:sldId id="2222" r:id="rId174"/>
    <p:sldId id="2048" r:id="rId175"/>
    <p:sldId id="2049" r:id="rId176"/>
    <p:sldId id="2050" r:id="rId177"/>
    <p:sldId id="2051" r:id="rId178"/>
    <p:sldId id="2053" r:id="rId179"/>
    <p:sldId id="2054" r:id="rId180"/>
    <p:sldId id="2055" r:id="rId181"/>
    <p:sldId id="2056" r:id="rId182"/>
    <p:sldId id="2057" r:id="rId183"/>
    <p:sldId id="2070" r:id="rId184"/>
    <p:sldId id="1790" r:id="rId185"/>
    <p:sldId id="1783" r:id="rId186"/>
    <p:sldId id="1785" r:id="rId187"/>
    <p:sldId id="1787" r:id="rId188"/>
    <p:sldId id="1788" r:id="rId189"/>
    <p:sldId id="1789" r:id="rId190"/>
    <p:sldId id="2058" r:id="rId191"/>
    <p:sldId id="2017" r:id="rId192"/>
    <p:sldId id="2059" r:id="rId193"/>
    <p:sldId id="2060" r:id="rId194"/>
    <p:sldId id="2061" r:id="rId195"/>
    <p:sldId id="2021" r:id="rId196"/>
    <p:sldId id="2027" r:id="rId197"/>
    <p:sldId id="2026" r:id="rId198"/>
    <p:sldId id="2224" r:id="rId199"/>
    <p:sldId id="2024" r:id="rId200"/>
    <p:sldId id="2023" r:id="rId201"/>
    <p:sldId id="2022" r:id="rId202"/>
    <p:sldId id="2062" r:id="rId203"/>
    <p:sldId id="2063" r:id="rId204"/>
    <p:sldId id="2064" r:id="rId205"/>
    <p:sldId id="2030" r:id="rId206"/>
    <p:sldId id="2029" r:id="rId207"/>
    <p:sldId id="2028" r:id="rId208"/>
    <p:sldId id="2065" r:id="rId209"/>
    <p:sldId id="2225" r:id="rId210"/>
    <p:sldId id="2226" r:id="rId211"/>
    <p:sldId id="2082" r:id="rId212"/>
    <p:sldId id="2280" r:id="rId213"/>
    <p:sldId id="2281" r:id="rId214"/>
    <p:sldId id="271" r:id="rId215"/>
    <p:sldId id="280" r:id="rId216"/>
    <p:sldId id="2271" r:id="rId217"/>
    <p:sldId id="283" r:id="rId218"/>
    <p:sldId id="2272" r:id="rId219"/>
    <p:sldId id="274" r:id="rId220"/>
    <p:sldId id="275" r:id="rId221"/>
    <p:sldId id="2273" r:id="rId222"/>
    <p:sldId id="277" r:id="rId223"/>
    <p:sldId id="333" r:id="rId224"/>
    <p:sldId id="294" r:id="rId225"/>
    <p:sldId id="295" r:id="rId226"/>
    <p:sldId id="2274" r:id="rId227"/>
    <p:sldId id="2276" r:id="rId228"/>
    <p:sldId id="2277" r:id="rId229"/>
    <p:sldId id="256" r:id="rId230"/>
    <p:sldId id="2230" r:id="rId231"/>
    <p:sldId id="2396" r:id="rId232"/>
    <p:sldId id="2397" r:id="rId233"/>
    <p:sldId id="2039" r:id="rId234"/>
    <p:sldId id="2040" r:id="rId235"/>
    <p:sldId id="2042" r:id="rId236"/>
    <p:sldId id="2043" r:id="rId237"/>
    <p:sldId id="2044" r:id="rId238"/>
    <p:sldId id="2046" r:id="rId239"/>
    <p:sldId id="2047" r:id="rId240"/>
    <p:sldId id="2370" r:id="rId241"/>
    <p:sldId id="2372" r:id="rId242"/>
    <p:sldId id="2052" r:id="rId243"/>
    <p:sldId id="2374" r:id="rId244"/>
    <p:sldId id="2376" r:id="rId245"/>
    <p:sldId id="2378" r:id="rId246"/>
    <p:sldId id="2379" r:id="rId247"/>
    <p:sldId id="2380" r:id="rId248"/>
    <p:sldId id="2382" r:id="rId249"/>
    <p:sldId id="2157" r:id="rId250"/>
    <p:sldId id="2384" r:id="rId251"/>
    <p:sldId id="2385" r:id="rId252"/>
    <p:sldId id="2386" r:id="rId253"/>
    <p:sldId id="2387" r:id="rId254"/>
    <p:sldId id="2388" r:id="rId255"/>
    <p:sldId id="2389" r:id="rId256"/>
    <p:sldId id="2390" r:id="rId257"/>
    <p:sldId id="2391" r:id="rId258"/>
    <p:sldId id="2392" r:id="rId259"/>
    <p:sldId id="2393" r:id="rId260"/>
    <p:sldId id="2394" r:id="rId261"/>
    <p:sldId id="2395" r:id="rId262"/>
    <p:sldId id="2398" r:id="rId263"/>
    <p:sldId id="2403" r:id="rId264"/>
    <p:sldId id="416" r:id="rId265"/>
    <p:sldId id="324" r:id="rId266"/>
    <p:sldId id="325" r:id="rId267"/>
    <p:sldId id="326" r:id="rId268"/>
    <p:sldId id="2227" r:id="rId269"/>
    <p:sldId id="2228" r:id="rId270"/>
    <p:sldId id="329" r:id="rId271"/>
    <p:sldId id="330" r:id="rId272"/>
    <p:sldId id="2322" r:id="rId273"/>
    <p:sldId id="2229" r:id="rId274"/>
    <p:sldId id="2324" r:id="rId275"/>
    <p:sldId id="2325" r:id="rId276"/>
    <p:sldId id="2311" r:id="rId277"/>
    <p:sldId id="331" r:id="rId278"/>
    <p:sldId id="2170" r:id="rId279"/>
    <p:sldId id="2331" r:id="rId280"/>
    <p:sldId id="2332" r:id="rId281"/>
    <p:sldId id="2404" r:id="rId282"/>
    <p:sldId id="2407" r:id="rId283"/>
    <p:sldId id="2408" r:id="rId284"/>
    <p:sldId id="2232" r:id="rId285"/>
    <p:sldId id="2233" r:id="rId286"/>
    <p:sldId id="2287" r:id="rId287"/>
    <p:sldId id="2235" r:id="rId288"/>
    <p:sldId id="2172" r:id="rId289"/>
    <p:sldId id="2173" r:id="rId290"/>
    <p:sldId id="2174" r:id="rId291"/>
    <p:sldId id="2409" r:id="rId292"/>
    <p:sldId id="2236" r:id="rId293"/>
    <p:sldId id="2340" r:id="rId294"/>
    <p:sldId id="2341" r:id="rId295"/>
    <p:sldId id="2342" r:id="rId296"/>
    <p:sldId id="2343" r:id="rId297"/>
    <p:sldId id="2344" r:id="rId298"/>
    <p:sldId id="2345" r:id="rId299"/>
    <p:sldId id="2346" r:id="rId300"/>
    <p:sldId id="2347" r:id="rId301"/>
    <p:sldId id="2348" r:id="rId302"/>
    <p:sldId id="2349" r:id="rId303"/>
    <p:sldId id="2350" r:id="rId304"/>
    <p:sldId id="2351" r:id="rId305"/>
    <p:sldId id="2352" r:id="rId306"/>
    <p:sldId id="2288" r:id="rId307"/>
    <p:sldId id="2238" r:id="rId308"/>
    <p:sldId id="2289" r:id="rId309"/>
    <p:sldId id="2290" r:id="rId310"/>
    <p:sldId id="2291" r:id="rId311"/>
    <p:sldId id="2292" r:id="rId312"/>
    <p:sldId id="2293" r:id="rId313"/>
    <p:sldId id="2244" r:id="rId314"/>
    <p:sldId id="2245" r:id="rId315"/>
    <p:sldId id="2246" r:id="rId316"/>
    <p:sldId id="2247" r:id="rId317"/>
    <p:sldId id="2248" r:id="rId318"/>
    <p:sldId id="2249" r:id="rId319"/>
    <p:sldId id="2410" r:id="rId320"/>
    <p:sldId id="2411" r:id="rId321"/>
    <p:sldId id="2412" r:id="rId322"/>
    <p:sldId id="2179" r:id="rId323"/>
    <p:sldId id="2180" r:id="rId324"/>
    <p:sldId id="2181" r:id="rId325"/>
    <p:sldId id="2182" r:id="rId326"/>
    <p:sldId id="2183" r:id="rId327"/>
    <p:sldId id="2184" r:id="rId328"/>
    <p:sldId id="2185" r:id="rId329"/>
    <p:sldId id="2186" r:id="rId330"/>
    <p:sldId id="2187" r:id="rId331"/>
    <p:sldId id="2188" r:id="rId332"/>
    <p:sldId id="2413" r:id="rId333"/>
    <p:sldId id="2414" r:id="rId334"/>
    <p:sldId id="2415" r:id="rId335"/>
    <p:sldId id="2191" r:id="rId336"/>
    <p:sldId id="2192" r:id="rId337"/>
    <p:sldId id="2193" r:id="rId338"/>
    <p:sldId id="2194" r:id="rId339"/>
    <p:sldId id="2195" r:id="rId340"/>
    <p:sldId id="2196" r:id="rId341"/>
    <p:sldId id="2197" r:id="rId342"/>
    <p:sldId id="2198" r:id="rId343"/>
    <p:sldId id="2199" r:id="rId344"/>
    <p:sldId id="2416" r:id="rId345"/>
    <p:sldId id="2305" r:id="rId346"/>
    <p:sldId id="302" r:id="rId347"/>
    <p:sldId id="305" r:id="rId348"/>
    <p:sldId id="306" r:id="rId349"/>
    <p:sldId id="307" r:id="rId350"/>
    <p:sldId id="318" r:id="rId351"/>
    <p:sldId id="353" r:id="rId352"/>
    <p:sldId id="359" r:id="rId353"/>
    <p:sldId id="308" r:id="rId354"/>
    <p:sldId id="354" r:id="rId355"/>
    <p:sldId id="319" r:id="rId356"/>
    <p:sldId id="355" r:id="rId357"/>
    <p:sldId id="320" r:id="rId358"/>
    <p:sldId id="356" r:id="rId359"/>
    <p:sldId id="321" r:id="rId360"/>
    <p:sldId id="357" r:id="rId361"/>
    <p:sldId id="322" r:id="rId362"/>
    <p:sldId id="309" r:id="rId363"/>
    <p:sldId id="358" r:id="rId364"/>
    <p:sldId id="310" r:id="rId365"/>
    <p:sldId id="311" r:id="rId366"/>
    <p:sldId id="312" r:id="rId367"/>
    <p:sldId id="2239" r:id="rId368"/>
    <p:sldId id="2240" r:id="rId369"/>
    <p:sldId id="2241" r:id="rId370"/>
    <p:sldId id="509" r:id="rId371"/>
    <p:sldId id="510" r:id="rId372"/>
    <p:sldId id="511" r:id="rId373"/>
    <p:sldId id="512" r:id="rId374"/>
    <p:sldId id="513" r:id="rId375"/>
    <p:sldId id="514" r:id="rId376"/>
    <p:sldId id="515" r:id="rId377"/>
    <p:sldId id="516" r:id="rId378"/>
    <p:sldId id="517" r:id="rId379"/>
    <p:sldId id="518" r:id="rId380"/>
    <p:sldId id="519" r:id="rId381"/>
    <p:sldId id="520" r:id="rId382"/>
    <p:sldId id="521" r:id="rId383"/>
    <p:sldId id="522" r:id="rId384"/>
    <p:sldId id="2242" r:id="rId385"/>
    <p:sldId id="2417" r:id="rId386"/>
    <p:sldId id="2458" r:id="rId387"/>
    <p:sldId id="2459" r:id="rId388"/>
    <p:sldId id="2460" r:id="rId389"/>
    <p:sldId id="2461" r:id="rId390"/>
    <p:sldId id="2462" r:id="rId391"/>
    <p:sldId id="2463" r:id="rId392"/>
    <p:sldId id="2464" r:id="rId393"/>
    <p:sldId id="2234" r:id="rId394"/>
    <p:sldId id="2243" r:id="rId395"/>
    <p:sldId id="2423" r:id="rId396"/>
    <p:sldId id="2424" r:id="rId397"/>
    <p:sldId id="2425" r:id="rId398"/>
    <p:sldId id="2426" r:id="rId399"/>
    <p:sldId id="2427" r:id="rId400"/>
    <p:sldId id="2428" r:id="rId401"/>
    <p:sldId id="2429" r:id="rId402"/>
    <p:sldId id="2430" r:id="rId403"/>
    <p:sldId id="2253" r:id="rId404"/>
    <p:sldId id="2254" r:id="rId405"/>
    <p:sldId id="2255" r:id="rId406"/>
    <p:sldId id="2256" r:id="rId407"/>
    <p:sldId id="2257" r:id="rId408"/>
    <p:sldId id="2258" r:id="rId409"/>
    <p:sldId id="2479" r:id="rId410"/>
    <p:sldId id="2482" r:id="rId411"/>
    <p:sldId id="2483" r:id="rId412"/>
    <p:sldId id="2484" r:id="rId413"/>
    <p:sldId id="2485" r:id="rId414"/>
    <p:sldId id="2486" r:id="rId415"/>
    <p:sldId id="2466" r:id="rId416"/>
    <p:sldId id="2467" r:id="rId417"/>
    <p:sldId id="2469" r:id="rId418"/>
    <p:sldId id="2470" r:id="rId419"/>
    <p:sldId id="2472" r:id="rId420"/>
    <p:sldId id="2473" r:id="rId421"/>
    <p:sldId id="2487" r:id="rId422"/>
    <p:sldId id="360" r:id="rId423"/>
    <p:sldId id="361" r:id="rId424"/>
    <p:sldId id="362" r:id="rId425"/>
    <p:sldId id="2142" r:id="rId426"/>
    <p:sldId id="2143" r:id="rId427"/>
    <p:sldId id="2129" r:id="rId428"/>
    <p:sldId id="2127" r:id="rId429"/>
    <p:sldId id="2128" r:id="rId430"/>
    <p:sldId id="2152" r:id="rId431"/>
    <p:sldId id="2145" r:id="rId432"/>
    <p:sldId id="2146" r:id="rId433"/>
    <p:sldId id="2147" r:id="rId434"/>
    <p:sldId id="2153" r:id="rId435"/>
    <p:sldId id="2148" r:id="rId436"/>
    <p:sldId id="2149" r:id="rId437"/>
    <p:sldId id="2150" r:id="rId438"/>
    <p:sldId id="2154" r:id="rId439"/>
    <p:sldId id="2144" r:id="rId440"/>
    <p:sldId id="2130" r:id="rId441"/>
    <p:sldId id="2131" r:id="rId442"/>
    <p:sldId id="2141" r:id="rId443"/>
    <p:sldId id="2489" r:id="rId444"/>
    <p:sldId id="2491" r:id="rId445"/>
    <p:sldId id="2496" r:id="rId446"/>
    <p:sldId id="2500" r:id="rId447"/>
    <p:sldId id="2112" r:id="rId448"/>
    <p:sldId id="2502" r:id="rId449"/>
    <p:sldId id="2117" r:id="rId450"/>
    <p:sldId id="2118" r:id="rId451"/>
    <p:sldId id="458" r:id="rId452"/>
    <p:sldId id="2120" r:id="rId453"/>
    <p:sldId id="2121" r:id="rId454"/>
    <p:sldId id="2531" r:id="rId455"/>
    <p:sldId id="2359" r:id="rId456"/>
    <p:sldId id="2532" r:id="rId457"/>
    <p:sldId id="2533" r:id="rId458"/>
    <p:sldId id="2534" r:id="rId459"/>
    <p:sldId id="2353" r:id="rId460"/>
    <p:sldId id="2354" r:id="rId461"/>
    <p:sldId id="2122" r:id="rId462"/>
    <p:sldId id="2123" r:id="rId463"/>
    <p:sldId id="2124" r:id="rId464"/>
    <p:sldId id="2125" r:id="rId465"/>
    <p:sldId id="2126" r:id="rId466"/>
    <p:sldId id="2315" r:id="rId467"/>
    <p:sldId id="2316" r:id="rId468"/>
    <p:sldId id="2317" r:id="rId469"/>
    <p:sldId id="2318" r:id="rId470"/>
    <p:sldId id="2319" r:id="rId471"/>
    <p:sldId id="2320" r:id="rId472"/>
    <p:sldId id="2321" r:id="rId473"/>
    <p:sldId id="2537" r:id="rId474"/>
    <p:sldId id="2323" r:id="rId475"/>
    <p:sldId id="429" r:id="rId476"/>
    <p:sldId id="2538" r:id="rId477"/>
    <p:sldId id="431" r:id="rId478"/>
    <p:sldId id="432" r:id="rId479"/>
    <p:sldId id="433" r:id="rId480"/>
    <p:sldId id="434" r:id="rId481"/>
    <p:sldId id="435" r:id="rId482"/>
    <p:sldId id="436" r:id="rId483"/>
    <p:sldId id="2556" r:id="rId484"/>
    <p:sldId id="2557" r:id="rId485"/>
    <p:sldId id="437" r:id="rId486"/>
    <p:sldId id="2326" r:id="rId487"/>
    <p:sldId id="2572" r:id="rId488"/>
    <p:sldId id="2575" r:id="rId489"/>
    <p:sldId id="2313" r:id="rId490"/>
    <p:sldId id="2577" r:id="rId491"/>
    <p:sldId id="2578" r:id="rId492"/>
    <p:sldId id="2371" r:id="rId493"/>
    <p:sldId id="2582" r:id="rId494"/>
    <p:sldId id="2494" r:id="rId495"/>
    <p:sldId id="2495" r:id="rId496"/>
    <p:sldId id="2585" r:id="rId497"/>
    <p:sldId id="268" r:id="rId498"/>
    <p:sldId id="2357" r:id="rId499"/>
    <p:sldId id="2589" r:id="rId500"/>
    <p:sldId id="2590" r:id="rId501"/>
    <p:sldId id="2591" r:id="rId502"/>
    <p:sldId id="2592" r:id="rId503"/>
    <p:sldId id="2593" r:id="rId504"/>
    <p:sldId id="2513" r:id="rId505"/>
    <p:sldId id="2514" r:id="rId506"/>
    <p:sldId id="2515" r:id="rId507"/>
    <p:sldId id="2516" r:id="rId508"/>
    <p:sldId id="441" r:id="rId509"/>
    <p:sldId id="2595" r:id="rId510"/>
    <p:sldId id="417" r:id="rId511"/>
    <p:sldId id="2596" r:id="rId512"/>
    <p:sldId id="418" r:id="rId513"/>
    <p:sldId id="419" r:id="rId514"/>
    <p:sldId id="420" r:id="rId515"/>
    <p:sldId id="421" r:id="rId516"/>
    <p:sldId id="422" r:id="rId517"/>
    <p:sldId id="423" r:id="rId518"/>
    <p:sldId id="424" r:id="rId519"/>
    <p:sldId id="425" r:id="rId520"/>
    <p:sldId id="2598" r:id="rId521"/>
    <p:sldId id="2501" r:id="rId522"/>
    <p:sldId id="2599" r:id="rId523"/>
    <p:sldId id="2503" r:id="rId524"/>
    <p:sldId id="2504" r:id="rId525"/>
    <p:sldId id="2505" r:id="rId526"/>
    <p:sldId id="2506" r:id="rId527"/>
    <p:sldId id="2507" r:id="rId528"/>
    <p:sldId id="2508" r:id="rId529"/>
    <p:sldId id="2509" r:id="rId530"/>
    <p:sldId id="2510" r:id="rId531"/>
    <p:sldId id="2600" r:id="rId532"/>
    <p:sldId id="400" r:id="rId533"/>
    <p:sldId id="402" r:id="rId534"/>
    <p:sldId id="403" r:id="rId535"/>
    <p:sldId id="404" r:id="rId536"/>
    <p:sldId id="406" r:id="rId537"/>
    <p:sldId id="407" r:id="rId538"/>
    <p:sldId id="409" r:id="rId539"/>
    <p:sldId id="2334" r:id="rId540"/>
    <p:sldId id="2617" r:id="rId541"/>
    <p:sldId id="2335" r:id="rId542"/>
    <p:sldId id="2336" r:id="rId543"/>
    <p:sldId id="2337" r:id="rId544"/>
    <p:sldId id="2620" r:id="rId545"/>
    <p:sldId id="2621" r:id="rId546"/>
    <p:sldId id="2623" r:id="rId547"/>
    <p:sldId id="2624" r:id="rId548"/>
    <p:sldId id="2627" r:id="rId549"/>
    <p:sldId id="440" r:id="rId550"/>
    <p:sldId id="2375" r:id="rId551"/>
    <p:sldId id="442" r:id="rId552"/>
    <p:sldId id="443" r:id="rId553"/>
    <p:sldId id="444" r:id="rId554"/>
    <p:sldId id="2631" r:id="rId555"/>
    <p:sldId id="445" r:id="rId556"/>
    <p:sldId id="2632" r:id="rId557"/>
    <p:sldId id="446" r:id="rId558"/>
    <p:sldId id="2634" r:id="rId559"/>
    <p:sldId id="2636" r:id="rId560"/>
    <p:sldId id="2421" r:id="rId561"/>
    <p:sldId id="2637" r:id="rId562"/>
    <p:sldId id="270" r:id="rId563"/>
    <p:sldId id="633" r:id="rId564"/>
    <p:sldId id="2200" r:id="rId565"/>
    <p:sldId id="2201" r:id="rId566"/>
    <p:sldId id="2202" r:id="rId567"/>
    <p:sldId id="2203" r:id="rId568"/>
    <p:sldId id="2204" r:id="rId569"/>
    <p:sldId id="2205" r:id="rId570"/>
    <p:sldId id="2206" r:id="rId571"/>
    <p:sldId id="2207" r:id="rId572"/>
    <p:sldId id="2639" r:id="rId573"/>
    <p:sldId id="2640" r:id="rId574"/>
    <p:sldId id="2333" r:id="rId575"/>
    <p:sldId id="2377" r:id="rId576"/>
    <p:sldId id="2642" r:id="rId577"/>
    <p:sldId id="2644" r:id="rId578"/>
    <p:sldId id="2645" r:id="rId579"/>
    <p:sldId id="2646" r:id="rId580"/>
    <p:sldId id="2338" r:id="rId581"/>
    <p:sldId id="2339" r:id="rId582"/>
    <p:sldId id="2647" r:id="rId583"/>
    <p:sldId id="2648" r:id="rId584"/>
    <p:sldId id="2649" r:id="rId585"/>
    <p:sldId id="2650" r:id="rId586"/>
    <p:sldId id="2651" r:id="rId587"/>
    <p:sldId id="2381" r:id="rId588"/>
    <p:sldId id="2652" r:id="rId589"/>
    <p:sldId id="2383" r:id="rId590"/>
    <p:sldId id="2653" r:id="rId591"/>
    <p:sldId id="405" r:id="rId592"/>
    <p:sldId id="2654" r:id="rId59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D27C78-01CF-4D43-8169-857AAB235059}" v="95" dt="2026-02-16T17:22:56.0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934" autoAdjust="0"/>
    <p:restoredTop sz="94660"/>
  </p:normalViewPr>
  <p:slideViewPr>
    <p:cSldViewPr snapToGrid="0">
      <p:cViewPr>
        <p:scale>
          <a:sx n="80" d="100"/>
          <a:sy n="80" d="100"/>
        </p:scale>
        <p:origin x="1061" y="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324" Type="http://schemas.openxmlformats.org/officeDocument/2006/relationships/slide" Target="slides/slide322.xml"/><Relationship Id="rId531" Type="http://schemas.openxmlformats.org/officeDocument/2006/relationships/slide" Target="slides/slide529.xml"/><Relationship Id="rId170" Type="http://schemas.openxmlformats.org/officeDocument/2006/relationships/slide" Target="slides/slide168.xml"/><Relationship Id="rId268" Type="http://schemas.openxmlformats.org/officeDocument/2006/relationships/slide" Target="slides/slide266.xml"/><Relationship Id="rId475" Type="http://schemas.openxmlformats.org/officeDocument/2006/relationships/slide" Target="slides/slide473.xml"/><Relationship Id="rId32" Type="http://schemas.openxmlformats.org/officeDocument/2006/relationships/slide" Target="slides/slide30.xml"/><Relationship Id="rId128" Type="http://schemas.openxmlformats.org/officeDocument/2006/relationships/slide" Target="slides/slide126.xml"/><Relationship Id="rId335" Type="http://schemas.openxmlformats.org/officeDocument/2006/relationships/slide" Target="slides/slide333.xml"/><Relationship Id="rId542" Type="http://schemas.openxmlformats.org/officeDocument/2006/relationships/slide" Target="slides/slide540.xml"/><Relationship Id="rId181" Type="http://schemas.openxmlformats.org/officeDocument/2006/relationships/slide" Target="slides/slide179.xml"/><Relationship Id="rId402" Type="http://schemas.openxmlformats.org/officeDocument/2006/relationships/slide" Target="slides/slide400.xml"/><Relationship Id="rId279" Type="http://schemas.openxmlformats.org/officeDocument/2006/relationships/slide" Target="slides/slide277.xml"/><Relationship Id="rId486" Type="http://schemas.openxmlformats.org/officeDocument/2006/relationships/slide" Target="slides/slide484.xml"/><Relationship Id="rId43" Type="http://schemas.openxmlformats.org/officeDocument/2006/relationships/slide" Target="slides/slide41.xml"/><Relationship Id="rId139" Type="http://schemas.openxmlformats.org/officeDocument/2006/relationships/slide" Target="slides/slide137.xml"/><Relationship Id="rId346" Type="http://schemas.openxmlformats.org/officeDocument/2006/relationships/slide" Target="slides/slide344.xml"/><Relationship Id="rId553" Type="http://schemas.openxmlformats.org/officeDocument/2006/relationships/slide" Target="slides/slide551.xml"/><Relationship Id="rId192" Type="http://schemas.openxmlformats.org/officeDocument/2006/relationships/slide" Target="slides/slide190.xml"/><Relationship Id="rId206" Type="http://schemas.openxmlformats.org/officeDocument/2006/relationships/slide" Target="slides/slide204.xml"/><Relationship Id="rId413" Type="http://schemas.openxmlformats.org/officeDocument/2006/relationships/slide" Target="slides/slide411.xml"/><Relationship Id="rId497" Type="http://schemas.openxmlformats.org/officeDocument/2006/relationships/slide" Target="slides/slide495.xml"/><Relationship Id="rId357" Type="http://schemas.openxmlformats.org/officeDocument/2006/relationships/slide" Target="slides/slide355.xml"/><Relationship Id="rId54" Type="http://schemas.openxmlformats.org/officeDocument/2006/relationships/slide" Target="slides/slide52.xml"/><Relationship Id="rId217" Type="http://schemas.openxmlformats.org/officeDocument/2006/relationships/slide" Target="slides/slide215.xml"/><Relationship Id="rId564" Type="http://schemas.openxmlformats.org/officeDocument/2006/relationships/slide" Target="slides/slide562.xml"/><Relationship Id="rId424" Type="http://schemas.openxmlformats.org/officeDocument/2006/relationships/slide" Target="slides/slide422.xml"/><Relationship Id="rId270" Type="http://schemas.openxmlformats.org/officeDocument/2006/relationships/slide" Target="slides/slide268.xml"/><Relationship Id="rId65" Type="http://schemas.openxmlformats.org/officeDocument/2006/relationships/slide" Target="slides/slide63.xml"/><Relationship Id="rId130" Type="http://schemas.openxmlformats.org/officeDocument/2006/relationships/slide" Target="slides/slide128.xml"/><Relationship Id="rId368" Type="http://schemas.openxmlformats.org/officeDocument/2006/relationships/slide" Target="slides/slide366.xml"/><Relationship Id="rId575" Type="http://schemas.openxmlformats.org/officeDocument/2006/relationships/slide" Target="slides/slide573.xml"/><Relationship Id="rId228" Type="http://schemas.openxmlformats.org/officeDocument/2006/relationships/slide" Target="slides/slide226.xml"/><Relationship Id="rId435" Type="http://schemas.openxmlformats.org/officeDocument/2006/relationships/slide" Target="slides/slide433.xml"/><Relationship Id="rId281" Type="http://schemas.openxmlformats.org/officeDocument/2006/relationships/slide" Target="slides/slide279.xml"/><Relationship Id="rId502" Type="http://schemas.openxmlformats.org/officeDocument/2006/relationships/slide" Target="slides/slide500.xml"/><Relationship Id="rId76" Type="http://schemas.openxmlformats.org/officeDocument/2006/relationships/slide" Target="slides/slide74.xml"/><Relationship Id="rId141" Type="http://schemas.openxmlformats.org/officeDocument/2006/relationships/slide" Target="slides/slide139.xml"/><Relationship Id="rId379" Type="http://schemas.openxmlformats.org/officeDocument/2006/relationships/slide" Target="slides/slide377.xml"/><Relationship Id="rId586" Type="http://schemas.openxmlformats.org/officeDocument/2006/relationships/slide" Target="slides/slide584.xml"/><Relationship Id="rId7" Type="http://schemas.openxmlformats.org/officeDocument/2006/relationships/slide" Target="slides/slide5.xml"/><Relationship Id="rId239" Type="http://schemas.openxmlformats.org/officeDocument/2006/relationships/slide" Target="slides/slide237.xml"/><Relationship Id="rId446" Type="http://schemas.openxmlformats.org/officeDocument/2006/relationships/slide" Target="slides/slide444.xml"/><Relationship Id="rId292" Type="http://schemas.openxmlformats.org/officeDocument/2006/relationships/slide" Target="slides/slide290.xml"/><Relationship Id="rId306" Type="http://schemas.openxmlformats.org/officeDocument/2006/relationships/slide" Target="slides/slide304.xml"/><Relationship Id="rId87" Type="http://schemas.openxmlformats.org/officeDocument/2006/relationships/slide" Target="slides/slide85.xml"/><Relationship Id="rId513" Type="http://schemas.openxmlformats.org/officeDocument/2006/relationships/slide" Target="slides/slide511.xml"/><Relationship Id="rId597" Type="http://schemas.openxmlformats.org/officeDocument/2006/relationships/theme" Target="theme/theme1.xml"/><Relationship Id="rId152" Type="http://schemas.openxmlformats.org/officeDocument/2006/relationships/slide" Target="slides/slide150.xml"/><Relationship Id="rId457" Type="http://schemas.openxmlformats.org/officeDocument/2006/relationships/slide" Target="slides/slide455.xml"/><Relationship Id="rId261" Type="http://schemas.openxmlformats.org/officeDocument/2006/relationships/slide" Target="slides/slide259.xml"/><Relationship Id="rId499" Type="http://schemas.openxmlformats.org/officeDocument/2006/relationships/slide" Target="slides/slide497.xml"/><Relationship Id="rId14" Type="http://schemas.openxmlformats.org/officeDocument/2006/relationships/slide" Target="slides/slide12.xml"/><Relationship Id="rId56" Type="http://schemas.openxmlformats.org/officeDocument/2006/relationships/slide" Target="slides/slide54.xml"/><Relationship Id="rId317" Type="http://schemas.openxmlformats.org/officeDocument/2006/relationships/slide" Target="slides/slide315.xml"/><Relationship Id="rId359" Type="http://schemas.openxmlformats.org/officeDocument/2006/relationships/slide" Target="slides/slide357.xml"/><Relationship Id="rId524" Type="http://schemas.openxmlformats.org/officeDocument/2006/relationships/slide" Target="slides/slide522.xml"/><Relationship Id="rId566" Type="http://schemas.openxmlformats.org/officeDocument/2006/relationships/slide" Target="slides/slide564.xml"/><Relationship Id="rId98" Type="http://schemas.openxmlformats.org/officeDocument/2006/relationships/slide" Target="slides/slide96.xml"/><Relationship Id="rId121" Type="http://schemas.openxmlformats.org/officeDocument/2006/relationships/slide" Target="slides/slide119.xml"/><Relationship Id="rId163" Type="http://schemas.openxmlformats.org/officeDocument/2006/relationships/slide" Target="slides/slide161.xml"/><Relationship Id="rId219" Type="http://schemas.openxmlformats.org/officeDocument/2006/relationships/slide" Target="slides/slide217.xml"/><Relationship Id="rId370" Type="http://schemas.openxmlformats.org/officeDocument/2006/relationships/slide" Target="slides/slide368.xml"/><Relationship Id="rId426" Type="http://schemas.openxmlformats.org/officeDocument/2006/relationships/slide" Target="slides/slide424.xml"/><Relationship Id="rId230" Type="http://schemas.openxmlformats.org/officeDocument/2006/relationships/slide" Target="slides/slide228.xml"/><Relationship Id="rId468" Type="http://schemas.openxmlformats.org/officeDocument/2006/relationships/slide" Target="slides/slide466.xml"/><Relationship Id="rId25" Type="http://schemas.openxmlformats.org/officeDocument/2006/relationships/slide" Target="slides/slide23.xml"/><Relationship Id="rId67" Type="http://schemas.openxmlformats.org/officeDocument/2006/relationships/slide" Target="slides/slide65.xml"/><Relationship Id="rId272" Type="http://schemas.openxmlformats.org/officeDocument/2006/relationships/slide" Target="slides/slide270.xml"/><Relationship Id="rId328" Type="http://schemas.openxmlformats.org/officeDocument/2006/relationships/slide" Target="slides/slide326.xml"/><Relationship Id="rId535" Type="http://schemas.openxmlformats.org/officeDocument/2006/relationships/slide" Target="slides/slide533.xml"/><Relationship Id="rId577" Type="http://schemas.openxmlformats.org/officeDocument/2006/relationships/slide" Target="slides/slide575.xml"/><Relationship Id="rId132" Type="http://schemas.openxmlformats.org/officeDocument/2006/relationships/slide" Target="slides/slide130.xml"/><Relationship Id="rId174" Type="http://schemas.openxmlformats.org/officeDocument/2006/relationships/slide" Target="slides/slide172.xml"/><Relationship Id="rId381" Type="http://schemas.openxmlformats.org/officeDocument/2006/relationships/slide" Target="slides/slide379.xml"/><Relationship Id="rId241" Type="http://schemas.openxmlformats.org/officeDocument/2006/relationships/slide" Target="slides/slide239.xml"/><Relationship Id="rId437" Type="http://schemas.openxmlformats.org/officeDocument/2006/relationships/slide" Target="slides/slide435.xml"/><Relationship Id="rId479" Type="http://schemas.openxmlformats.org/officeDocument/2006/relationships/slide" Target="slides/slide477.xml"/><Relationship Id="rId36" Type="http://schemas.openxmlformats.org/officeDocument/2006/relationships/slide" Target="slides/slide34.xml"/><Relationship Id="rId283" Type="http://schemas.openxmlformats.org/officeDocument/2006/relationships/slide" Target="slides/slide281.xml"/><Relationship Id="rId339" Type="http://schemas.openxmlformats.org/officeDocument/2006/relationships/slide" Target="slides/slide337.xml"/><Relationship Id="rId490" Type="http://schemas.openxmlformats.org/officeDocument/2006/relationships/slide" Target="slides/slide488.xml"/><Relationship Id="rId504" Type="http://schemas.openxmlformats.org/officeDocument/2006/relationships/slide" Target="slides/slide502.xml"/><Relationship Id="rId546" Type="http://schemas.openxmlformats.org/officeDocument/2006/relationships/slide" Target="slides/slide544.xml"/><Relationship Id="rId78" Type="http://schemas.openxmlformats.org/officeDocument/2006/relationships/slide" Target="slides/slide76.xml"/><Relationship Id="rId101" Type="http://schemas.openxmlformats.org/officeDocument/2006/relationships/slide" Target="slides/slide99.xml"/><Relationship Id="rId143" Type="http://schemas.openxmlformats.org/officeDocument/2006/relationships/slide" Target="slides/slide141.xml"/><Relationship Id="rId185" Type="http://schemas.openxmlformats.org/officeDocument/2006/relationships/slide" Target="slides/slide183.xml"/><Relationship Id="rId350" Type="http://schemas.openxmlformats.org/officeDocument/2006/relationships/slide" Target="slides/slide348.xml"/><Relationship Id="rId406" Type="http://schemas.openxmlformats.org/officeDocument/2006/relationships/slide" Target="slides/slide404.xml"/><Relationship Id="rId588" Type="http://schemas.openxmlformats.org/officeDocument/2006/relationships/slide" Target="slides/slide586.xml"/><Relationship Id="rId9" Type="http://schemas.openxmlformats.org/officeDocument/2006/relationships/slide" Target="slides/slide7.xml"/><Relationship Id="rId210" Type="http://schemas.openxmlformats.org/officeDocument/2006/relationships/slide" Target="slides/slide208.xml"/><Relationship Id="rId392" Type="http://schemas.openxmlformats.org/officeDocument/2006/relationships/slide" Target="slides/slide390.xml"/><Relationship Id="rId448" Type="http://schemas.openxmlformats.org/officeDocument/2006/relationships/slide" Target="slides/slide446.xml"/><Relationship Id="rId252" Type="http://schemas.openxmlformats.org/officeDocument/2006/relationships/slide" Target="slides/slide250.xml"/><Relationship Id="rId294" Type="http://schemas.openxmlformats.org/officeDocument/2006/relationships/slide" Target="slides/slide292.xml"/><Relationship Id="rId308" Type="http://schemas.openxmlformats.org/officeDocument/2006/relationships/slide" Target="slides/slide306.xml"/><Relationship Id="rId515" Type="http://schemas.openxmlformats.org/officeDocument/2006/relationships/slide" Target="slides/slide513.xml"/><Relationship Id="rId47" Type="http://schemas.openxmlformats.org/officeDocument/2006/relationships/slide" Target="slides/slide45.xml"/><Relationship Id="rId89" Type="http://schemas.openxmlformats.org/officeDocument/2006/relationships/slide" Target="slides/slide87.xml"/><Relationship Id="rId112" Type="http://schemas.openxmlformats.org/officeDocument/2006/relationships/slide" Target="slides/slide110.xml"/><Relationship Id="rId154" Type="http://schemas.openxmlformats.org/officeDocument/2006/relationships/slide" Target="slides/slide152.xml"/><Relationship Id="rId361" Type="http://schemas.openxmlformats.org/officeDocument/2006/relationships/slide" Target="slides/slide359.xml"/><Relationship Id="rId557" Type="http://schemas.openxmlformats.org/officeDocument/2006/relationships/slide" Target="slides/slide555.xml"/><Relationship Id="rId599" Type="http://schemas.microsoft.com/office/2016/11/relationships/changesInfo" Target="changesInfos/changesInfo1.xml"/><Relationship Id="rId196" Type="http://schemas.openxmlformats.org/officeDocument/2006/relationships/slide" Target="slides/slide194.xml"/><Relationship Id="rId417" Type="http://schemas.openxmlformats.org/officeDocument/2006/relationships/slide" Target="slides/slide415.xml"/><Relationship Id="rId459" Type="http://schemas.openxmlformats.org/officeDocument/2006/relationships/slide" Target="slides/slide457.xml"/><Relationship Id="rId16" Type="http://schemas.openxmlformats.org/officeDocument/2006/relationships/slide" Target="slides/slide14.xml"/><Relationship Id="rId221" Type="http://schemas.openxmlformats.org/officeDocument/2006/relationships/slide" Target="slides/slide219.xml"/><Relationship Id="rId263" Type="http://schemas.openxmlformats.org/officeDocument/2006/relationships/slide" Target="slides/slide261.xml"/><Relationship Id="rId319" Type="http://schemas.openxmlformats.org/officeDocument/2006/relationships/slide" Target="slides/slide317.xml"/><Relationship Id="rId470" Type="http://schemas.openxmlformats.org/officeDocument/2006/relationships/slide" Target="slides/slide468.xml"/><Relationship Id="rId526" Type="http://schemas.openxmlformats.org/officeDocument/2006/relationships/slide" Target="slides/slide524.xml"/><Relationship Id="rId58" Type="http://schemas.openxmlformats.org/officeDocument/2006/relationships/slide" Target="slides/slide56.xml"/><Relationship Id="rId123" Type="http://schemas.openxmlformats.org/officeDocument/2006/relationships/slide" Target="slides/slide121.xml"/><Relationship Id="rId330" Type="http://schemas.openxmlformats.org/officeDocument/2006/relationships/slide" Target="slides/slide328.xml"/><Relationship Id="rId568" Type="http://schemas.openxmlformats.org/officeDocument/2006/relationships/slide" Target="slides/slide566.xml"/><Relationship Id="rId165" Type="http://schemas.openxmlformats.org/officeDocument/2006/relationships/slide" Target="slides/slide163.xml"/><Relationship Id="rId372" Type="http://schemas.openxmlformats.org/officeDocument/2006/relationships/slide" Target="slides/slide370.xml"/><Relationship Id="rId428" Type="http://schemas.openxmlformats.org/officeDocument/2006/relationships/slide" Target="slides/slide426.xml"/><Relationship Id="rId232" Type="http://schemas.openxmlformats.org/officeDocument/2006/relationships/slide" Target="slides/slide230.xml"/><Relationship Id="rId274" Type="http://schemas.openxmlformats.org/officeDocument/2006/relationships/slide" Target="slides/slide272.xml"/><Relationship Id="rId481" Type="http://schemas.openxmlformats.org/officeDocument/2006/relationships/slide" Target="slides/slide479.xml"/><Relationship Id="rId27" Type="http://schemas.openxmlformats.org/officeDocument/2006/relationships/slide" Target="slides/slide25.xml"/><Relationship Id="rId69" Type="http://schemas.openxmlformats.org/officeDocument/2006/relationships/slide" Target="slides/slide67.xml"/><Relationship Id="rId134" Type="http://schemas.openxmlformats.org/officeDocument/2006/relationships/slide" Target="slides/slide132.xml"/><Relationship Id="rId537" Type="http://schemas.openxmlformats.org/officeDocument/2006/relationships/slide" Target="slides/slide535.xml"/><Relationship Id="rId579" Type="http://schemas.openxmlformats.org/officeDocument/2006/relationships/slide" Target="slides/slide577.xml"/><Relationship Id="rId80" Type="http://schemas.openxmlformats.org/officeDocument/2006/relationships/slide" Target="slides/slide78.xml"/><Relationship Id="rId176" Type="http://schemas.openxmlformats.org/officeDocument/2006/relationships/slide" Target="slides/slide174.xml"/><Relationship Id="rId341" Type="http://schemas.openxmlformats.org/officeDocument/2006/relationships/slide" Target="slides/slide339.xml"/><Relationship Id="rId383" Type="http://schemas.openxmlformats.org/officeDocument/2006/relationships/slide" Target="slides/slide381.xml"/><Relationship Id="rId439" Type="http://schemas.openxmlformats.org/officeDocument/2006/relationships/slide" Target="slides/slide437.xml"/><Relationship Id="rId590" Type="http://schemas.openxmlformats.org/officeDocument/2006/relationships/slide" Target="slides/slide588.xml"/><Relationship Id="rId201" Type="http://schemas.openxmlformats.org/officeDocument/2006/relationships/slide" Target="slides/slide199.xml"/><Relationship Id="rId243" Type="http://schemas.openxmlformats.org/officeDocument/2006/relationships/slide" Target="slides/slide241.xml"/><Relationship Id="rId285" Type="http://schemas.openxmlformats.org/officeDocument/2006/relationships/slide" Target="slides/slide283.xml"/><Relationship Id="rId450" Type="http://schemas.openxmlformats.org/officeDocument/2006/relationships/slide" Target="slides/slide448.xml"/><Relationship Id="rId506" Type="http://schemas.openxmlformats.org/officeDocument/2006/relationships/slide" Target="slides/slide504.xml"/><Relationship Id="rId38" Type="http://schemas.openxmlformats.org/officeDocument/2006/relationships/slide" Target="slides/slide36.xml"/><Relationship Id="rId103" Type="http://schemas.openxmlformats.org/officeDocument/2006/relationships/slide" Target="slides/slide101.xml"/><Relationship Id="rId310" Type="http://schemas.openxmlformats.org/officeDocument/2006/relationships/slide" Target="slides/slide308.xml"/><Relationship Id="rId492" Type="http://schemas.openxmlformats.org/officeDocument/2006/relationships/slide" Target="slides/slide490.xml"/><Relationship Id="rId548" Type="http://schemas.openxmlformats.org/officeDocument/2006/relationships/slide" Target="slides/slide546.xml"/><Relationship Id="rId91" Type="http://schemas.openxmlformats.org/officeDocument/2006/relationships/slide" Target="slides/slide89.xml"/><Relationship Id="rId145" Type="http://schemas.openxmlformats.org/officeDocument/2006/relationships/slide" Target="slides/slide143.xml"/><Relationship Id="rId187" Type="http://schemas.openxmlformats.org/officeDocument/2006/relationships/slide" Target="slides/slide185.xml"/><Relationship Id="rId352" Type="http://schemas.openxmlformats.org/officeDocument/2006/relationships/slide" Target="slides/slide350.xml"/><Relationship Id="rId394" Type="http://schemas.openxmlformats.org/officeDocument/2006/relationships/slide" Target="slides/slide392.xml"/><Relationship Id="rId408" Type="http://schemas.openxmlformats.org/officeDocument/2006/relationships/slide" Target="slides/slide406.xml"/><Relationship Id="rId212" Type="http://schemas.openxmlformats.org/officeDocument/2006/relationships/slide" Target="slides/slide210.xml"/><Relationship Id="rId254" Type="http://schemas.openxmlformats.org/officeDocument/2006/relationships/slide" Target="slides/slide252.xml"/><Relationship Id="rId49" Type="http://schemas.openxmlformats.org/officeDocument/2006/relationships/slide" Target="slides/slide47.xml"/><Relationship Id="rId114" Type="http://schemas.openxmlformats.org/officeDocument/2006/relationships/slide" Target="slides/slide112.xml"/><Relationship Id="rId296" Type="http://schemas.openxmlformats.org/officeDocument/2006/relationships/slide" Target="slides/slide294.xml"/><Relationship Id="rId461" Type="http://schemas.openxmlformats.org/officeDocument/2006/relationships/slide" Target="slides/slide459.xml"/><Relationship Id="rId517" Type="http://schemas.openxmlformats.org/officeDocument/2006/relationships/slide" Target="slides/slide515.xml"/><Relationship Id="rId559" Type="http://schemas.openxmlformats.org/officeDocument/2006/relationships/slide" Target="slides/slide557.xml"/><Relationship Id="rId60" Type="http://schemas.openxmlformats.org/officeDocument/2006/relationships/slide" Target="slides/slide58.xml"/><Relationship Id="rId156" Type="http://schemas.openxmlformats.org/officeDocument/2006/relationships/slide" Target="slides/slide154.xml"/><Relationship Id="rId198" Type="http://schemas.openxmlformats.org/officeDocument/2006/relationships/slide" Target="slides/slide196.xml"/><Relationship Id="rId321" Type="http://schemas.openxmlformats.org/officeDocument/2006/relationships/slide" Target="slides/slide319.xml"/><Relationship Id="rId363" Type="http://schemas.openxmlformats.org/officeDocument/2006/relationships/slide" Target="slides/slide361.xml"/><Relationship Id="rId419" Type="http://schemas.openxmlformats.org/officeDocument/2006/relationships/slide" Target="slides/slide417.xml"/><Relationship Id="rId570" Type="http://schemas.openxmlformats.org/officeDocument/2006/relationships/slide" Target="slides/slide568.xml"/><Relationship Id="rId223" Type="http://schemas.openxmlformats.org/officeDocument/2006/relationships/slide" Target="slides/slide221.xml"/><Relationship Id="rId430" Type="http://schemas.openxmlformats.org/officeDocument/2006/relationships/slide" Target="slides/slide428.xml"/><Relationship Id="rId18" Type="http://schemas.openxmlformats.org/officeDocument/2006/relationships/slide" Target="slides/slide16.xml"/><Relationship Id="rId265" Type="http://schemas.openxmlformats.org/officeDocument/2006/relationships/slide" Target="slides/slide263.xml"/><Relationship Id="rId472" Type="http://schemas.openxmlformats.org/officeDocument/2006/relationships/slide" Target="slides/slide470.xml"/><Relationship Id="rId528" Type="http://schemas.openxmlformats.org/officeDocument/2006/relationships/slide" Target="slides/slide526.xml"/><Relationship Id="rId125" Type="http://schemas.openxmlformats.org/officeDocument/2006/relationships/slide" Target="slides/slide123.xml"/><Relationship Id="rId167" Type="http://schemas.openxmlformats.org/officeDocument/2006/relationships/slide" Target="slides/slide165.xml"/><Relationship Id="rId332" Type="http://schemas.openxmlformats.org/officeDocument/2006/relationships/slide" Target="slides/slide330.xml"/><Relationship Id="rId374" Type="http://schemas.openxmlformats.org/officeDocument/2006/relationships/slide" Target="slides/slide372.xml"/><Relationship Id="rId581" Type="http://schemas.openxmlformats.org/officeDocument/2006/relationships/slide" Target="slides/slide579.xml"/><Relationship Id="rId71" Type="http://schemas.openxmlformats.org/officeDocument/2006/relationships/slide" Target="slides/slide69.xml"/><Relationship Id="rId234" Type="http://schemas.openxmlformats.org/officeDocument/2006/relationships/slide" Target="slides/slide232.xml"/><Relationship Id="rId2" Type="http://schemas.openxmlformats.org/officeDocument/2006/relationships/slideMaster" Target="slideMasters/slideMaster2.xml"/><Relationship Id="rId29" Type="http://schemas.openxmlformats.org/officeDocument/2006/relationships/slide" Target="slides/slide27.xml"/><Relationship Id="rId276" Type="http://schemas.openxmlformats.org/officeDocument/2006/relationships/slide" Target="slides/slide274.xml"/><Relationship Id="rId441" Type="http://schemas.openxmlformats.org/officeDocument/2006/relationships/slide" Target="slides/slide439.xml"/><Relationship Id="rId483" Type="http://schemas.openxmlformats.org/officeDocument/2006/relationships/slide" Target="slides/slide481.xml"/><Relationship Id="rId539" Type="http://schemas.openxmlformats.org/officeDocument/2006/relationships/slide" Target="slides/slide537.xml"/><Relationship Id="rId40" Type="http://schemas.openxmlformats.org/officeDocument/2006/relationships/slide" Target="slides/slide38.xml"/><Relationship Id="rId136" Type="http://schemas.openxmlformats.org/officeDocument/2006/relationships/slide" Target="slides/slide134.xml"/><Relationship Id="rId178" Type="http://schemas.openxmlformats.org/officeDocument/2006/relationships/slide" Target="slides/slide176.xml"/><Relationship Id="rId301" Type="http://schemas.openxmlformats.org/officeDocument/2006/relationships/slide" Target="slides/slide299.xml"/><Relationship Id="rId343" Type="http://schemas.openxmlformats.org/officeDocument/2006/relationships/slide" Target="slides/slide341.xml"/><Relationship Id="rId550" Type="http://schemas.openxmlformats.org/officeDocument/2006/relationships/slide" Target="slides/slide548.xml"/><Relationship Id="rId82" Type="http://schemas.openxmlformats.org/officeDocument/2006/relationships/slide" Target="slides/slide80.xml"/><Relationship Id="rId203" Type="http://schemas.openxmlformats.org/officeDocument/2006/relationships/slide" Target="slides/slide201.xml"/><Relationship Id="rId385" Type="http://schemas.openxmlformats.org/officeDocument/2006/relationships/slide" Target="slides/slide383.xml"/><Relationship Id="rId592" Type="http://schemas.openxmlformats.org/officeDocument/2006/relationships/slide" Target="slides/slide590.xml"/><Relationship Id="rId245" Type="http://schemas.openxmlformats.org/officeDocument/2006/relationships/slide" Target="slides/slide243.xml"/><Relationship Id="rId287" Type="http://schemas.openxmlformats.org/officeDocument/2006/relationships/slide" Target="slides/slide285.xml"/><Relationship Id="rId410" Type="http://schemas.openxmlformats.org/officeDocument/2006/relationships/slide" Target="slides/slide408.xml"/><Relationship Id="rId452" Type="http://schemas.openxmlformats.org/officeDocument/2006/relationships/slide" Target="slides/slide450.xml"/><Relationship Id="rId494" Type="http://schemas.openxmlformats.org/officeDocument/2006/relationships/slide" Target="slides/slide492.xml"/><Relationship Id="rId508" Type="http://schemas.openxmlformats.org/officeDocument/2006/relationships/slide" Target="slides/slide506.xml"/><Relationship Id="rId105" Type="http://schemas.openxmlformats.org/officeDocument/2006/relationships/slide" Target="slides/slide103.xml"/><Relationship Id="rId147" Type="http://schemas.openxmlformats.org/officeDocument/2006/relationships/slide" Target="slides/slide145.xml"/><Relationship Id="rId312" Type="http://schemas.openxmlformats.org/officeDocument/2006/relationships/slide" Target="slides/slide310.xml"/><Relationship Id="rId354" Type="http://schemas.openxmlformats.org/officeDocument/2006/relationships/slide" Target="slides/slide352.xml"/><Relationship Id="rId51" Type="http://schemas.openxmlformats.org/officeDocument/2006/relationships/slide" Target="slides/slide49.xml"/><Relationship Id="rId93" Type="http://schemas.openxmlformats.org/officeDocument/2006/relationships/slide" Target="slides/slide91.xml"/><Relationship Id="rId189" Type="http://schemas.openxmlformats.org/officeDocument/2006/relationships/slide" Target="slides/slide187.xml"/><Relationship Id="rId396" Type="http://schemas.openxmlformats.org/officeDocument/2006/relationships/slide" Target="slides/slide394.xml"/><Relationship Id="rId561" Type="http://schemas.openxmlformats.org/officeDocument/2006/relationships/slide" Target="slides/slide559.xml"/><Relationship Id="rId214" Type="http://schemas.openxmlformats.org/officeDocument/2006/relationships/slide" Target="slides/slide212.xml"/><Relationship Id="rId256" Type="http://schemas.openxmlformats.org/officeDocument/2006/relationships/slide" Target="slides/slide254.xml"/><Relationship Id="rId298" Type="http://schemas.openxmlformats.org/officeDocument/2006/relationships/slide" Target="slides/slide296.xml"/><Relationship Id="rId421" Type="http://schemas.openxmlformats.org/officeDocument/2006/relationships/slide" Target="slides/slide419.xml"/><Relationship Id="rId463" Type="http://schemas.openxmlformats.org/officeDocument/2006/relationships/slide" Target="slides/slide461.xml"/><Relationship Id="rId519" Type="http://schemas.openxmlformats.org/officeDocument/2006/relationships/slide" Target="slides/slide517.xml"/><Relationship Id="rId116" Type="http://schemas.openxmlformats.org/officeDocument/2006/relationships/slide" Target="slides/slide114.xml"/><Relationship Id="rId158" Type="http://schemas.openxmlformats.org/officeDocument/2006/relationships/slide" Target="slides/slide156.xml"/><Relationship Id="rId323" Type="http://schemas.openxmlformats.org/officeDocument/2006/relationships/slide" Target="slides/slide321.xml"/><Relationship Id="rId530" Type="http://schemas.openxmlformats.org/officeDocument/2006/relationships/slide" Target="slides/slide528.xml"/><Relationship Id="rId20" Type="http://schemas.openxmlformats.org/officeDocument/2006/relationships/slide" Target="slides/slide18.xml"/><Relationship Id="rId62" Type="http://schemas.openxmlformats.org/officeDocument/2006/relationships/slide" Target="slides/slide60.xml"/><Relationship Id="rId365" Type="http://schemas.openxmlformats.org/officeDocument/2006/relationships/slide" Target="slides/slide363.xml"/><Relationship Id="rId572" Type="http://schemas.openxmlformats.org/officeDocument/2006/relationships/slide" Target="slides/slide570.xml"/><Relationship Id="rId225" Type="http://schemas.openxmlformats.org/officeDocument/2006/relationships/slide" Target="slides/slide223.xml"/><Relationship Id="rId267" Type="http://schemas.openxmlformats.org/officeDocument/2006/relationships/slide" Target="slides/slide265.xml"/><Relationship Id="rId432" Type="http://schemas.openxmlformats.org/officeDocument/2006/relationships/slide" Target="slides/slide430.xml"/><Relationship Id="rId474" Type="http://schemas.openxmlformats.org/officeDocument/2006/relationships/slide" Target="slides/slide472.xml"/><Relationship Id="rId127" Type="http://schemas.openxmlformats.org/officeDocument/2006/relationships/slide" Target="slides/slide125.xml"/><Relationship Id="rId31" Type="http://schemas.openxmlformats.org/officeDocument/2006/relationships/slide" Target="slides/slide29.xml"/><Relationship Id="rId73" Type="http://schemas.openxmlformats.org/officeDocument/2006/relationships/slide" Target="slides/slide71.xml"/><Relationship Id="rId169" Type="http://schemas.openxmlformats.org/officeDocument/2006/relationships/slide" Target="slides/slide167.xml"/><Relationship Id="rId334" Type="http://schemas.openxmlformats.org/officeDocument/2006/relationships/slide" Target="slides/slide332.xml"/><Relationship Id="rId376" Type="http://schemas.openxmlformats.org/officeDocument/2006/relationships/slide" Target="slides/slide374.xml"/><Relationship Id="rId541" Type="http://schemas.openxmlformats.org/officeDocument/2006/relationships/slide" Target="slides/slide539.xml"/><Relationship Id="rId583" Type="http://schemas.openxmlformats.org/officeDocument/2006/relationships/slide" Target="slides/slide581.xml"/><Relationship Id="rId4" Type="http://schemas.openxmlformats.org/officeDocument/2006/relationships/slide" Target="slides/slide2.xml"/><Relationship Id="rId180" Type="http://schemas.openxmlformats.org/officeDocument/2006/relationships/slide" Target="slides/slide178.xml"/><Relationship Id="rId236" Type="http://schemas.openxmlformats.org/officeDocument/2006/relationships/slide" Target="slides/slide234.xml"/><Relationship Id="rId278" Type="http://schemas.openxmlformats.org/officeDocument/2006/relationships/slide" Target="slides/slide276.xml"/><Relationship Id="rId401" Type="http://schemas.openxmlformats.org/officeDocument/2006/relationships/slide" Target="slides/slide399.xml"/><Relationship Id="rId443" Type="http://schemas.openxmlformats.org/officeDocument/2006/relationships/slide" Target="slides/slide441.xml"/><Relationship Id="rId303" Type="http://schemas.openxmlformats.org/officeDocument/2006/relationships/slide" Target="slides/slide301.xml"/><Relationship Id="rId485" Type="http://schemas.openxmlformats.org/officeDocument/2006/relationships/slide" Target="slides/slide483.xml"/><Relationship Id="rId42" Type="http://schemas.openxmlformats.org/officeDocument/2006/relationships/slide" Target="slides/slide40.xml"/><Relationship Id="rId84" Type="http://schemas.openxmlformats.org/officeDocument/2006/relationships/slide" Target="slides/slide82.xml"/><Relationship Id="rId138" Type="http://schemas.openxmlformats.org/officeDocument/2006/relationships/slide" Target="slides/slide136.xml"/><Relationship Id="rId345" Type="http://schemas.openxmlformats.org/officeDocument/2006/relationships/slide" Target="slides/slide343.xml"/><Relationship Id="rId387" Type="http://schemas.openxmlformats.org/officeDocument/2006/relationships/slide" Target="slides/slide385.xml"/><Relationship Id="rId510" Type="http://schemas.openxmlformats.org/officeDocument/2006/relationships/slide" Target="slides/slide508.xml"/><Relationship Id="rId552" Type="http://schemas.openxmlformats.org/officeDocument/2006/relationships/slide" Target="slides/slide550.xml"/><Relationship Id="rId594" Type="http://schemas.openxmlformats.org/officeDocument/2006/relationships/notesMaster" Target="notesMasters/notesMaster1.xml"/><Relationship Id="rId191" Type="http://schemas.openxmlformats.org/officeDocument/2006/relationships/slide" Target="slides/slide189.xml"/><Relationship Id="rId205" Type="http://schemas.openxmlformats.org/officeDocument/2006/relationships/slide" Target="slides/slide203.xml"/><Relationship Id="rId247" Type="http://schemas.openxmlformats.org/officeDocument/2006/relationships/slide" Target="slides/slide245.xml"/><Relationship Id="rId412" Type="http://schemas.openxmlformats.org/officeDocument/2006/relationships/slide" Target="slides/slide410.xml"/><Relationship Id="rId107" Type="http://schemas.openxmlformats.org/officeDocument/2006/relationships/slide" Target="slides/slide105.xml"/><Relationship Id="rId289" Type="http://schemas.openxmlformats.org/officeDocument/2006/relationships/slide" Target="slides/slide287.xml"/><Relationship Id="rId454" Type="http://schemas.openxmlformats.org/officeDocument/2006/relationships/slide" Target="slides/slide452.xml"/><Relationship Id="rId496" Type="http://schemas.openxmlformats.org/officeDocument/2006/relationships/slide" Target="slides/slide494.xml"/><Relationship Id="rId11" Type="http://schemas.openxmlformats.org/officeDocument/2006/relationships/slide" Target="slides/slide9.xml"/><Relationship Id="rId53" Type="http://schemas.openxmlformats.org/officeDocument/2006/relationships/slide" Target="slides/slide51.xml"/><Relationship Id="rId149" Type="http://schemas.openxmlformats.org/officeDocument/2006/relationships/slide" Target="slides/slide147.xml"/><Relationship Id="rId314" Type="http://schemas.openxmlformats.org/officeDocument/2006/relationships/slide" Target="slides/slide312.xml"/><Relationship Id="rId356" Type="http://schemas.openxmlformats.org/officeDocument/2006/relationships/slide" Target="slides/slide354.xml"/><Relationship Id="rId398" Type="http://schemas.openxmlformats.org/officeDocument/2006/relationships/slide" Target="slides/slide396.xml"/><Relationship Id="rId521" Type="http://schemas.openxmlformats.org/officeDocument/2006/relationships/slide" Target="slides/slide519.xml"/><Relationship Id="rId563" Type="http://schemas.openxmlformats.org/officeDocument/2006/relationships/slide" Target="slides/slide561.xml"/><Relationship Id="rId95" Type="http://schemas.openxmlformats.org/officeDocument/2006/relationships/slide" Target="slides/slide93.xml"/><Relationship Id="rId160" Type="http://schemas.openxmlformats.org/officeDocument/2006/relationships/slide" Target="slides/slide158.xml"/><Relationship Id="rId216" Type="http://schemas.openxmlformats.org/officeDocument/2006/relationships/slide" Target="slides/slide214.xml"/><Relationship Id="rId423" Type="http://schemas.openxmlformats.org/officeDocument/2006/relationships/slide" Target="slides/slide421.xml"/><Relationship Id="rId258" Type="http://schemas.openxmlformats.org/officeDocument/2006/relationships/slide" Target="slides/slide256.xml"/><Relationship Id="rId465" Type="http://schemas.openxmlformats.org/officeDocument/2006/relationships/slide" Target="slides/slide463.xml"/><Relationship Id="rId22" Type="http://schemas.openxmlformats.org/officeDocument/2006/relationships/slide" Target="slides/slide20.xml"/><Relationship Id="rId64" Type="http://schemas.openxmlformats.org/officeDocument/2006/relationships/slide" Target="slides/slide62.xml"/><Relationship Id="rId118" Type="http://schemas.openxmlformats.org/officeDocument/2006/relationships/slide" Target="slides/slide116.xml"/><Relationship Id="rId325" Type="http://schemas.openxmlformats.org/officeDocument/2006/relationships/slide" Target="slides/slide323.xml"/><Relationship Id="rId367" Type="http://schemas.openxmlformats.org/officeDocument/2006/relationships/slide" Target="slides/slide365.xml"/><Relationship Id="rId532" Type="http://schemas.openxmlformats.org/officeDocument/2006/relationships/slide" Target="slides/slide530.xml"/><Relationship Id="rId574" Type="http://schemas.openxmlformats.org/officeDocument/2006/relationships/slide" Target="slides/slide572.xml"/><Relationship Id="rId171" Type="http://schemas.openxmlformats.org/officeDocument/2006/relationships/slide" Target="slides/slide169.xml"/><Relationship Id="rId227" Type="http://schemas.openxmlformats.org/officeDocument/2006/relationships/slide" Target="slides/slide225.xml"/><Relationship Id="rId269" Type="http://schemas.openxmlformats.org/officeDocument/2006/relationships/slide" Target="slides/slide267.xml"/><Relationship Id="rId434" Type="http://schemas.openxmlformats.org/officeDocument/2006/relationships/slide" Target="slides/slide432.xml"/><Relationship Id="rId476" Type="http://schemas.openxmlformats.org/officeDocument/2006/relationships/slide" Target="slides/slide474.xml"/><Relationship Id="rId33" Type="http://schemas.openxmlformats.org/officeDocument/2006/relationships/slide" Target="slides/slide31.xml"/><Relationship Id="rId129" Type="http://schemas.openxmlformats.org/officeDocument/2006/relationships/slide" Target="slides/slide127.xml"/><Relationship Id="rId280" Type="http://schemas.openxmlformats.org/officeDocument/2006/relationships/slide" Target="slides/slide278.xml"/><Relationship Id="rId336" Type="http://schemas.openxmlformats.org/officeDocument/2006/relationships/slide" Target="slides/slide334.xml"/><Relationship Id="rId501" Type="http://schemas.openxmlformats.org/officeDocument/2006/relationships/slide" Target="slides/slide499.xml"/><Relationship Id="rId543" Type="http://schemas.openxmlformats.org/officeDocument/2006/relationships/slide" Target="slides/slide541.xml"/><Relationship Id="rId75" Type="http://schemas.openxmlformats.org/officeDocument/2006/relationships/slide" Target="slides/slide73.xml"/><Relationship Id="rId140" Type="http://schemas.openxmlformats.org/officeDocument/2006/relationships/slide" Target="slides/slide138.xml"/><Relationship Id="rId182" Type="http://schemas.openxmlformats.org/officeDocument/2006/relationships/slide" Target="slides/slide180.xml"/><Relationship Id="rId378" Type="http://schemas.openxmlformats.org/officeDocument/2006/relationships/slide" Target="slides/slide376.xml"/><Relationship Id="rId403" Type="http://schemas.openxmlformats.org/officeDocument/2006/relationships/slide" Target="slides/slide401.xml"/><Relationship Id="rId585" Type="http://schemas.openxmlformats.org/officeDocument/2006/relationships/slide" Target="slides/slide583.xml"/><Relationship Id="rId6" Type="http://schemas.openxmlformats.org/officeDocument/2006/relationships/slide" Target="slides/slide4.xml"/><Relationship Id="rId238" Type="http://schemas.openxmlformats.org/officeDocument/2006/relationships/slide" Target="slides/slide236.xml"/><Relationship Id="rId445" Type="http://schemas.openxmlformats.org/officeDocument/2006/relationships/slide" Target="slides/slide443.xml"/><Relationship Id="rId487" Type="http://schemas.openxmlformats.org/officeDocument/2006/relationships/slide" Target="slides/slide485.xml"/><Relationship Id="rId291" Type="http://schemas.openxmlformats.org/officeDocument/2006/relationships/slide" Target="slides/slide289.xml"/><Relationship Id="rId305" Type="http://schemas.openxmlformats.org/officeDocument/2006/relationships/slide" Target="slides/slide303.xml"/><Relationship Id="rId347" Type="http://schemas.openxmlformats.org/officeDocument/2006/relationships/slide" Target="slides/slide345.xml"/><Relationship Id="rId512" Type="http://schemas.openxmlformats.org/officeDocument/2006/relationships/slide" Target="slides/slide510.xml"/><Relationship Id="rId44" Type="http://schemas.openxmlformats.org/officeDocument/2006/relationships/slide" Target="slides/slide42.xml"/><Relationship Id="rId86" Type="http://schemas.openxmlformats.org/officeDocument/2006/relationships/slide" Target="slides/slide84.xml"/><Relationship Id="rId151" Type="http://schemas.openxmlformats.org/officeDocument/2006/relationships/slide" Target="slides/slide149.xml"/><Relationship Id="rId389" Type="http://schemas.openxmlformats.org/officeDocument/2006/relationships/slide" Target="slides/slide387.xml"/><Relationship Id="rId554" Type="http://schemas.openxmlformats.org/officeDocument/2006/relationships/slide" Target="slides/slide552.xml"/><Relationship Id="rId596" Type="http://schemas.openxmlformats.org/officeDocument/2006/relationships/viewProps" Target="viewProps.xml"/><Relationship Id="rId193" Type="http://schemas.openxmlformats.org/officeDocument/2006/relationships/slide" Target="slides/slide191.xml"/><Relationship Id="rId207" Type="http://schemas.openxmlformats.org/officeDocument/2006/relationships/slide" Target="slides/slide205.xml"/><Relationship Id="rId249" Type="http://schemas.openxmlformats.org/officeDocument/2006/relationships/slide" Target="slides/slide247.xml"/><Relationship Id="rId414" Type="http://schemas.openxmlformats.org/officeDocument/2006/relationships/slide" Target="slides/slide412.xml"/><Relationship Id="rId456" Type="http://schemas.openxmlformats.org/officeDocument/2006/relationships/slide" Target="slides/slide454.xml"/><Relationship Id="rId498" Type="http://schemas.openxmlformats.org/officeDocument/2006/relationships/slide" Target="slides/slide496.xml"/><Relationship Id="rId13" Type="http://schemas.openxmlformats.org/officeDocument/2006/relationships/slide" Target="slides/slide11.xml"/><Relationship Id="rId109" Type="http://schemas.openxmlformats.org/officeDocument/2006/relationships/slide" Target="slides/slide107.xml"/><Relationship Id="rId260" Type="http://schemas.openxmlformats.org/officeDocument/2006/relationships/slide" Target="slides/slide258.xml"/><Relationship Id="rId316" Type="http://schemas.openxmlformats.org/officeDocument/2006/relationships/slide" Target="slides/slide314.xml"/><Relationship Id="rId523" Type="http://schemas.openxmlformats.org/officeDocument/2006/relationships/slide" Target="slides/slide521.xml"/><Relationship Id="rId55" Type="http://schemas.openxmlformats.org/officeDocument/2006/relationships/slide" Target="slides/slide53.xml"/><Relationship Id="rId97" Type="http://schemas.openxmlformats.org/officeDocument/2006/relationships/slide" Target="slides/slide95.xml"/><Relationship Id="rId120" Type="http://schemas.openxmlformats.org/officeDocument/2006/relationships/slide" Target="slides/slide118.xml"/><Relationship Id="rId358" Type="http://schemas.openxmlformats.org/officeDocument/2006/relationships/slide" Target="slides/slide356.xml"/><Relationship Id="rId565" Type="http://schemas.openxmlformats.org/officeDocument/2006/relationships/slide" Target="slides/slide563.xml"/><Relationship Id="rId162" Type="http://schemas.openxmlformats.org/officeDocument/2006/relationships/slide" Target="slides/slide160.xml"/><Relationship Id="rId218" Type="http://schemas.openxmlformats.org/officeDocument/2006/relationships/slide" Target="slides/slide216.xml"/><Relationship Id="rId425" Type="http://schemas.openxmlformats.org/officeDocument/2006/relationships/slide" Target="slides/slide423.xml"/><Relationship Id="rId467" Type="http://schemas.openxmlformats.org/officeDocument/2006/relationships/slide" Target="slides/slide465.xml"/><Relationship Id="rId271" Type="http://schemas.openxmlformats.org/officeDocument/2006/relationships/slide" Target="slides/slide269.xml"/><Relationship Id="rId24" Type="http://schemas.openxmlformats.org/officeDocument/2006/relationships/slide" Target="slides/slide22.xml"/><Relationship Id="rId66" Type="http://schemas.openxmlformats.org/officeDocument/2006/relationships/slide" Target="slides/slide64.xml"/><Relationship Id="rId131" Type="http://schemas.openxmlformats.org/officeDocument/2006/relationships/slide" Target="slides/slide129.xml"/><Relationship Id="rId327" Type="http://schemas.openxmlformats.org/officeDocument/2006/relationships/slide" Target="slides/slide325.xml"/><Relationship Id="rId369" Type="http://schemas.openxmlformats.org/officeDocument/2006/relationships/slide" Target="slides/slide367.xml"/><Relationship Id="rId534" Type="http://schemas.openxmlformats.org/officeDocument/2006/relationships/slide" Target="slides/slide532.xml"/><Relationship Id="rId576" Type="http://schemas.openxmlformats.org/officeDocument/2006/relationships/slide" Target="slides/slide574.xml"/><Relationship Id="rId173" Type="http://schemas.openxmlformats.org/officeDocument/2006/relationships/slide" Target="slides/slide171.xml"/><Relationship Id="rId229" Type="http://schemas.openxmlformats.org/officeDocument/2006/relationships/slide" Target="slides/slide227.xml"/><Relationship Id="rId380" Type="http://schemas.openxmlformats.org/officeDocument/2006/relationships/slide" Target="slides/slide378.xml"/><Relationship Id="rId436" Type="http://schemas.openxmlformats.org/officeDocument/2006/relationships/slide" Target="slides/slide434.xml"/><Relationship Id="rId240" Type="http://schemas.openxmlformats.org/officeDocument/2006/relationships/slide" Target="slides/slide238.xml"/><Relationship Id="rId478" Type="http://schemas.openxmlformats.org/officeDocument/2006/relationships/slide" Target="slides/slide476.xml"/><Relationship Id="rId35" Type="http://schemas.openxmlformats.org/officeDocument/2006/relationships/slide" Target="slides/slide33.xml"/><Relationship Id="rId77" Type="http://schemas.openxmlformats.org/officeDocument/2006/relationships/slide" Target="slides/slide75.xml"/><Relationship Id="rId100" Type="http://schemas.openxmlformats.org/officeDocument/2006/relationships/slide" Target="slides/slide98.xml"/><Relationship Id="rId282" Type="http://schemas.openxmlformats.org/officeDocument/2006/relationships/slide" Target="slides/slide280.xml"/><Relationship Id="rId338" Type="http://schemas.openxmlformats.org/officeDocument/2006/relationships/slide" Target="slides/slide336.xml"/><Relationship Id="rId503" Type="http://schemas.openxmlformats.org/officeDocument/2006/relationships/slide" Target="slides/slide501.xml"/><Relationship Id="rId545" Type="http://schemas.openxmlformats.org/officeDocument/2006/relationships/slide" Target="slides/slide543.xml"/><Relationship Id="rId587" Type="http://schemas.openxmlformats.org/officeDocument/2006/relationships/slide" Target="slides/slide585.xml"/><Relationship Id="rId8" Type="http://schemas.openxmlformats.org/officeDocument/2006/relationships/slide" Target="slides/slide6.xml"/><Relationship Id="rId142" Type="http://schemas.openxmlformats.org/officeDocument/2006/relationships/slide" Target="slides/slide140.xml"/><Relationship Id="rId184" Type="http://schemas.openxmlformats.org/officeDocument/2006/relationships/slide" Target="slides/slide182.xml"/><Relationship Id="rId391" Type="http://schemas.openxmlformats.org/officeDocument/2006/relationships/slide" Target="slides/slide389.xml"/><Relationship Id="rId405" Type="http://schemas.openxmlformats.org/officeDocument/2006/relationships/slide" Target="slides/slide403.xml"/><Relationship Id="rId447" Type="http://schemas.openxmlformats.org/officeDocument/2006/relationships/slide" Target="slides/slide445.xml"/><Relationship Id="rId251" Type="http://schemas.openxmlformats.org/officeDocument/2006/relationships/slide" Target="slides/slide249.xml"/><Relationship Id="rId489" Type="http://schemas.openxmlformats.org/officeDocument/2006/relationships/slide" Target="slides/slide487.xml"/><Relationship Id="rId46" Type="http://schemas.openxmlformats.org/officeDocument/2006/relationships/slide" Target="slides/slide44.xml"/><Relationship Id="rId293" Type="http://schemas.openxmlformats.org/officeDocument/2006/relationships/slide" Target="slides/slide291.xml"/><Relationship Id="rId307" Type="http://schemas.openxmlformats.org/officeDocument/2006/relationships/slide" Target="slides/slide305.xml"/><Relationship Id="rId349" Type="http://schemas.openxmlformats.org/officeDocument/2006/relationships/slide" Target="slides/slide347.xml"/><Relationship Id="rId514" Type="http://schemas.openxmlformats.org/officeDocument/2006/relationships/slide" Target="slides/slide512.xml"/><Relationship Id="rId556" Type="http://schemas.openxmlformats.org/officeDocument/2006/relationships/slide" Target="slides/slide554.xml"/><Relationship Id="rId88" Type="http://schemas.openxmlformats.org/officeDocument/2006/relationships/slide" Target="slides/slide86.xml"/><Relationship Id="rId111" Type="http://schemas.openxmlformats.org/officeDocument/2006/relationships/slide" Target="slides/slide109.xml"/><Relationship Id="rId153" Type="http://schemas.openxmlformats.org/officeDocument/2006/relationships/slide" Target="slides/slide151.xml"/><Relationship Id="rId195" Type="http://schemas.openxmlformats.org/officeDocument/2006/relationships/slide" Target="slides/slide193.xml"/><Relationship Id="rId209" Type="http://schemas.openxmlformats.org/officeDocument/2006/relationships/slide" Target="slides/slide207.xml"/><Relationship Id="rId360" Type="http://schemas.openxmlformats.org/officeDocument/2006/relationships/slide" Target="slides/slide358.xml"/><Relationship Id="rId416" Type="http://schemas.openxmlformats.org/officeDocument/2006/relationships/slide" Target="slides/slide414.xml"/><Relationship Id="rId598" Type="http://schemas.openxmlformats.org/officeDocument/2006/relationships/tableStyles" Target="tableStyles.xml"/><Relationship Id="rId220" Type="http://schemas.openxmlformats.org/officeDocument/2006/relationships/slide" Target="slides/slide218.xml"/><Relationship Id="rId458" Type="http://schemas.openxmlformats.org/officeDocument/2006/relationships/slide" Target="slides/slide456.xml"/><Relationship Id="rId15" Type="http://schemas.openxmlformats.org/officeDocument/2006/relationships/slide" Target="slides/slide13.xml"/><Relationship Id="rId57" Type="http://schemas.openxmlformats.org/officeDocument/2006/relationships/slide" Target="slides/slide55.xml"/><Relationship Id="rId262" Type="http://schemas.openxmlformats.org/officeDocument/2006/relationships/slide" Target="slides/slide260.xml"/><Relationship Id="rId318" Type="http://schemas.openxmlformats.org/officeDocument/2006/relationships/slide" Target="slides/slide316.xml"/><Relationship Id="rId525" Type="http://schemas.openxmlformats.org/officeDocument/2006/relationships/slide" Target="slides/slide523.xml"/><Relationship Id="rId567" Type="http://schemas.openxmlformats.org/officeDocument/2006/relationships/slide" Target="slides/slide565.xml"/><Relationship Id="rId99" Type="http://schemas.openxmlformats.org/officeDocument/2006/relationships/slide" Target="slides/slide97.xml"/><Relationship Id="rId122" Type="http://schemas.openxmlformats.org/officeDocument/2006/relationships/slide" Target="slides/slide120.xml"/><Relationship Id="rId164" Type="http://schemas.openxmlformats.org/officeDocument/2006/relationships/slide" Target="slides/slide162.xml"/><Relationship Id="rId371" Type="http://schemas.openxmlformats.org/officeDocument/2006/relationships/slide" Target="slides/slide369.xml"/><Relationship Id="rId427" Type="http://schemas.openxmlformats.org/officeDocument/2006/relationships/slide" Target="slides/slide425.xml"/><Relationship Id="rId469" Type="http://schemas.openxmlformats.org/officeDocument/2006/relationships/slide" Target="slides/slide467.xml"/><Relationship Id="rId26" Type="http://schemas.openxmlformats.org/officeDocument/2006/relationships/slide" Target="slides/slide24.xml"/><Relationship Id="rId231" Type="http://schemas.openxmlformats.org/officeDocument/2006/relationships/slide" Target="slides/slide229.xml"/><Relationship Id="rId273" Type="http://schemas.openxmlformats.org/officeDocument/2006/relationships/slide" Target="slides/slide271.xml"/><Relationship Id="rId329" Type="http://schemas.openxmlformats.org/officeDocument/2006/relationships/slide" Target="slides/slide327.xml"/><Relationship Id="rId480" Type="http://schemas.openxmlformats.org/officeDocument/2006/relationships/slide" Target="slides/slide478.xml"/><Relationship Id="rId536" Type="http://schemas.openxmlformats.org/officeDocument/2006/relationships/slide" Target="slides/slide534.xml"/><Relationship Id="rId68" Type="http://schemas.openxmlformats.org/officeDocument/2006/relationships/slide" Target="slides/slide66.xml"/><Relationship Id="rId133" Type="http://schemas.openxmlformats.org/officeDocument/2006/relationships/slide" Target="slides/slide131.xml"/><Relationship Id="rId175" Type="http://schemas.openxmlformats.org/officeDocument/2006/relationships/slide" Target="slides/slide173.xml"/><Relationship Id="rId340" Type="http://schemas.openxmlformats.org/officeDocument/2006/relationships/slide" Target="slides/slide338.xml"/><Relationship Id="rId578" Type="http://schemas.openxmlformats.org/officeDocument/2006/relationships/slide" Target="slides/slide576.xml"/><Relationship Id="rId200" Type="http://schemas.openxmlformats.org/officeDocument/2006/relationships/slide" Target="slides/slide198.xml"/><Relationship Id="rId382" Type="http://schemas.openxmlformats.org/officeDocument/2006/relationships/slide" Target="slides/slide380.xml"/><Relationship Id="rId438" Type="http://schemas.openxmlformats.org/officeDocument/2006/relationships/slide" Target="slides/slide436.xml"/><Relationship Id="rId242" Type="http://schemas.openxmlformats.org/officeDocument/2006/relationships/slide" Target="slides/slide240.xml"/><Relationship Id="rId284" Type="http://schemas.openxmlformats.org/officeDocument/2006/relationships/slide" Target="slides/slide282.xml"/><Relationship Id="rId491" Type="http://schemas.openxmlformats.org/officeDocument/2006/relationships/slide" Target="slides/slide489.xml"/><Relationship Id="rId505" Type="http://schemas.openxmlformats.org/officeDocument/2006/relationships/slide" Target="slides/slide503.xml"/><Relationship Id="rId37" Type="http://schemas.openxmlformats.org/officeDocument/2006/relationships/slide" Target="slides/slide35.xml"/><Relationship Id="rId79" Type="http://schemas.openxmlformats.org/officeDocument/2006/relationships/slide" Target="slides/slide77.xml"/><Relationship Id="rId102" Type="http://schemas.openxmlformats.org/officeDocument/2006/relationships/slide" Target="slides/slide100.xml"/><Relationship Id="rId144" Type="http://schemas.openxmlformats.org/officeDocument/2006/relationships/slide" Target="slides/slide142.xml"/><Relationship Id="rId547" Type="http://schemas.openxmlformats.org/officeDocument/2006/relationships/slide" Target="slides/slide545.xml"/><Relationship Id="rId589" Type="http://schemas.openxmlformats.org/officeDocument/2006/relationships/slide" Target="slides/slide587.xml"/><Relationship Id="rId90" Type="http://schemas.openxmlformats.org/officeDocument/2006/relationships/slide" Target="slides/slide88.xml"/><Relationship Id="rId186" Type="http://schemas.openxmlformats.org/officeDocument/2006/relationships/slide" Target="slides/slide184.xml"/><Relationship Id="rId351" Type="http://schemas.openxmlformats.org/officeDocument/2006/relationships/slide" Target="slides/slide349.xml"/><Relationship Id="rId393" Type="http://schemas.openxmlformats.org/officeDocument/2006/relationships/slide" Target="slides/slide391.xml"/><Relationship Id="rId407" Type="http://schemas.openxmlformats.org/officeDocument/2006/relationships/slide" Target="slides/slide405.xml"/><Relationship Id="rId449" Type="http://schemas.openxmlformats.org/officeDocument/2006/relationships/slide" Target="slides/slide447.xml"/><Relationship Id="rId211" Type="http://schemas.openxmlformats.org/officeDocument/2006/relationships/slide" Target="slides/slide209.xml"/><Relationship Id="rId253" Type="http://schemas.openxmlformats.org/officeDocument/2006/relationships/slide" Target="slides/slide251.xml"/><Relationship Id="rId295" Type="http://schemas.openxmlformats.org/officeDocument/2006/relationships/slide" Target="slides/slide293.xml"/><Relationship Id="rId309" Type="http://schemas.openxmlformats.org/officeDocument/2006/relationships/slide" Target="slides/slide307.xml"/><Relationship Id="rId460" Type="http://schemas.openxmlformats.org/officeDocument/2006/relationships/slide" Target="slides/slide458.xml"/><Relationship Id="rId516" Type="http://schemas.openxmlformats.org/officeDocument/2006/relationships/slide" Target="slides/slide514.xml"/><Relationship Id="rId48" Type="http://schemas.openxmlformats.org/officeDocument/2006/relationships/slide" Target="slides/slide46.xml"/><Relationship Id="rId113" Type="http://schemas.openxmlformats.org/officeDocument/2006/relationships/slide" Target="slides/slide111.xml"/><Relationship Id="rId320" Type="http://schemas.openxmlformats.org/officeDocument/2006/relationships/slide" Target="slides/slide318.xml"/><Relationship Id="rId558" Type="http://schemas.openxmlformats.org/officeDocument/2006/relationships/slide" Target="slides/slide556.xml"/><Relationship Id="rId155" Type="http://schemas.openxmlformats.org/officeDocument/2006/relationships/slide" Target="slides/slide153.xml"/><Relationship Id="rId197" Type="http://schemas.openxmlformats.org/officeDocument/2006/relationships/slide" Target="slides/slide195.xml"/><Relationship Id="rId362" Type="http://schemas.openxmlformats.org/officeDocument/2006/relationships/slide" Target="slides/slide360.xml"/><Relationship Id="rId418" Type="http://schemas.openxmlformats.org/officeDocument/2006/relationships/slide" Target="slides/slide416.xml"/><Relationship Id="rId222" Type="http://schemas.openxmlformats.org/officeDocument/2006/relationships/slide" Target="slides/slide220.xml"/><Relationship Id="rId264" Type="http://schemas.openxmlformats.org/officeDocument/2006/relationships/slide" Target="slides/slide262.xml"/><Relationship Id="rId471" Type="http://schemas.openxmlformats.org/officeDocument/2006/relationships/slide" Target="slides/slide469.xml"/><Relationship Id="rId17" Type="http://schemas.openxmlformats.org/officeDocument/2006/relationships/slide" Target="slides/slide15.xml"/><Relationship Id="rId59" Type="http://schemas.openxmlformats.org/officeDocument/2006/relationships/slide" Target="slides/slide57.xml"/><Relationship Id="rId124" Type="http://schemas.openxmlformats.org/officeDocument/2006/relationships/slide" Target="slides/slide122.xml"/><Relationship Id="rId527" Type="http://schemas.openxmlformats.org/officeDocument/2006/relationships/slide" Target="slides/slide525.xml"/><Relationship Id="rId569" Type="http://schemas.openxmlformats.org/officeDocument/2006/relationships/slide" Target="slides/slide567.xml"/><Relationship Id="rId70" Type="http://schemas.openxmlformats.org/officeDocument/2006/relationships/slide" Target="slides/slide68.xml"/><Relationship Id="rId166" Type="http://schemas.openxmlformats.org/officeDocument/2006/relationships/slide" Target="slides/slide164.xml"/><Relationship Id="rId331" Type="http://schemas.openxmlformats.org/officeDocument/2006/relationships/slide" Target="slides/slide329.xml"/><Relationship Id="rId373" Type="http://schemas.openxmlformats.org/officeDocument/2006/relationships/slide" Target="slides/slide371.xml"/><Relationship Id="rId429" Type="http://schemas.openxmlformats.org/officeDocument/2006/relationships/slide" Target="slides/slide427.xml"/><Relationship Id="rId580" Type="http://schemas.openxmlformats.org/officeDocument/2006/relationships/slide" Target="slides/slide578.xml"/><Relationship Id="rId1" Type="http://schemas.openxmlformats.org/officeDocument/2006/relationships/slideMaster" Target="slideMasters/slideMaster1.xml"/><Relationship Id="rId233" Type="http://schemas.openxmlformats.org/officeDocument/2006/relationships/slide" Target="slides/slide231.xml"/><Relationship Id="rId440" Type="http://schemas.openxmlformats.org/officeDocument/2006/relationships/slide" Target="slides/slide438.xml"/><Relationship Id="rId28" Type="http://schemas.openxmlformats.org/officeDocument/2006/relationships/slide" Target="slides/slide26.xml"/><Relationship Id="rId275" Type="http://schemas.openxmlformats.org/officeDocument/2006/relationships/slide" Target="slides/slide273.xml"/><Relationship Id="rId300" Type="http://schemas.openxmlformats.org/officeDocument/2006/relationships/slide" Target="slides/slide298.xml"/><Relationship Id="rId482" Type="http://schemas.openxmlformats.org/officeDocument/2006/relationships/slide" Target="slides/slide480.xml"/><Relationship Id="rId538" Type="http://schemas.openxmlformats.org/officeDocument/2006/relationships/slide" Target="slides/slide536.xml"/><Relationship Id="rId81" Type="http://schemas.openxmlformats.org/officeDocument/2006/relationships/slide" Target="slides/slide79.xml"/><Relationship Id="rId135" Type="http://schemas.openxmlformats.org/officeDocument/2006/relationships/slide" Target="slides/slide133.xml"/><Relationship Id="rId177" Type="http://schemas.openxmlformats.org/officeDocument/2006/relationships/slide" Target="slides/slide175.xml"/><Relationship Id="rId342" Type="http://schemas.openxmlformats.org/officeDocument/2006/relationships/slide" Target="slides/slide340.xml"/><Relationship Id="rId384" Type="http://schemas.openxmlformats.org/officeDocument/2006/relationships/slide" Target="slides/slide382.xml"/><Relationship Id="rId591" Type="http://schemas.openxmlformats.org/officeDocument/2006/relationships/slide" Target="slides/slide589.xml"/><Relationship Id="rId202" Type="http://schemas.openxmlformats.org/officeDocument/2006/relationships/slide" Target="slides/slide200.xml"/><Relationship Id="rId244" Type="http://schemas.openxmlformats.org/officeDocument/2006/relationships/slide" Target="slides/slide242.xml"/><Relationship Id="rId39" Type="http://schemas.openxmlformats.org/officeDocument/2006/relationships/slide" Target="slides/slide37.xml"/><Relationship Id="rId286" Type="http://schemas.openxmlformats.org/officeDocument/2006/relationships/slide" Target="slides/slide284.xml"/><Relationship Id="rId451" Type="http://schemas.openxmlformats.org/officeDocument/2006/relationships/slide" Target="slides/slide449.xml"/><Relationship Id="rId493" Type="http://schemas.openxmlformats.org/officeDocument/2006/relationships/slide" Target="slides/slide491.xml"/><Relationship Id="rId507" Type="http://schemas.openxmlformats.org/officeDocument/2006/relationships/slide" Target="slides/slide505.xml"/><Relationship Id="rId549" Type="http://schemas.openxmlformats.org/officeDocument/2006/relationships/slide" Target="slides/slide547.xml"/><Relationship Id="rId50" Type="http://schemas.openxmlformats.org/officeDocument/2006/relationships/slide" Target="slides/slide48.xml"/><Relationship Id="rId104" Type="http://schemas.openxmlformats.org/officeDocument/2006/relationships/slide" Target="slides/slide102.xml"/><Relationship Id="rId146" Type="http://schemas.openxmlformats.org/officeDocument/2006/relationships/slide" Target="slides/slide144.xml"/><Relationship Id="rId188" Type="http://schemas.openxmlformats.org/officeDocument/2006/relationships/slide" Target="slides/slide186.xml"/><Relationship Id="rId311" Type="http://schemas.openxmlformats.org/officeDocument/2006/relationships/slide" Target="slides/slide309.xml"/><Relationship Id="rId353" Type="http://schemas.openxmlformats.org/officeDocument/2006/relationships/slide" Target="slides/slide351.xml"/><Relationship Id="rId395" Type="http://schemas.openxmlformats.org/officeDocument/2006/relationships/slide" Target="slides/slide393.xml"/><Relationship Id="rId409" Type="http://schemas.openxmlformats.org/officeDocument/2006/relationships/slide" Target="slides/slide407.xml"/><Relationship Id="rId560" Type="http://schemas.openxmlformats.org/officeDocument/2006/relationships/slide" Target="slides/slide558.xml"/><Relationship Id="rId92" Type="http://schemas.openxmlformats.org/officeDocument/2006/relationships/slide" Target="slides/slide90.xml"/><Relationship Id="rId213" Type="http://schemas.openxmlformats.org/officeDocument/2006/relationships/slide" Target="slides/slide211.xml"/><Relationship Id="rId420" Type="http://schemas.openxmlformats.org/officeDocument/2006/relationships/slide" Target="slides/slide418.xml"/><Relationship Id="rId255" Type="http://schemas.openxmlformats.org/officeDocument/2006/relationships/slide" Target="slides/slide253.xml"/><Relationship Id="rId297" Type="http://schemas.openxmlformats.org/officeDocument/2006/relationships/slide" Target="slides/slide295.xml"/><Relationship Id="rId462" Type="http://schemas.openxmlformats.org/officeDocument/2006/relationships/slide" Target="slides/slide460.xml"/><Relationship Id="rId518" Type="http://schemas.openxmlformats.org/officeDocument/2006/relationships/slide" Target="slides/slide516.xml"/><Relationship Id="rId115" Type="http://schemas.openxmlformats.org/officeDocument/2006/relationships/slide" Target="slides/slide113.xml"/><Relationship Id="rId157" Type="http://schemas.openxmlformats.org/officeDocument/2006/relationships/slide" Target="slides/slide155.xml"/><Relationship Id="rId322" Type="http://schemas.openxmlformats.org/officeDocument/2006/relationships/slide" Target="slides/slide320.xml"/><Relationship Id="rId364" Type="http://schemas.openxmlformats.org/officeDocument/2006/relationships/slide" Target="slides/slide362.xml"/><Relationship Id="rId61" Type="http://schemas.openxmlformats.org/officeDocument/2006/relationships/slide" Target="slides/slide59.xml"/><Relationship Id="rId199" Type="http://schemas.openxmlformats.org/officeDocument/2006/relationships/slide" Target="slides/slide197.xml"/><Relationship Id="rId571" Type="http://schemas.openxmlformats.org/officeDocument/2006/relationships/slide" Target="slides/slide569.xml"/><Relationship Id="rId19" Type="http://schemas.openxmlformats.org/officeDocument/2006/relationships/slide" Target="slides/slide17.xml"/><Relationship Id="rId224" Type="http://schemas.openxmlformats.org/officeDocument/2006/relationships/slide" Target="slides/slide222.xml"/><Relationship Id="rId266" Type="http://schemas.openxmlformats.org/officeDocument/2006/relationships/slide" Target="slides/slide264.xml"/><Relationship Id="rId431" Type="http://schemas.openxmlformats.org/officeDocument/2006/relationships/slide" Target="slides/slide429.xml"/><Relationship Id="rId473" Type="http://schemas.openxmlformats.org/officeDocument/2006/relationships/slide" Target="slides/slide471.xml"/><Relationship Id="rId529" Type="http://schemas.openxmlformats.org/officeDocument/2006/relationships/slide" Target="slides/slide527.xml"/><Relationship Id="rId30" Type="http://schemas.openxmlformats.org/officeDocument/2006/relationships/slide" Target="slides/slide28.xml"/><Relationship Id="rId126" Type="http://schemas.openxmlformats.org/officeDocument/2006/relationships/slide" Target="slides/slide124.xml"/><Relationship Id="rId168" Type="http://schemas.openxmlformats.org/officeDocument/2006/relationships/slide" Target="slides/slide166.xml"/><Relationship Id="rId333" Type="http://schemas.openxmlformats.org/officeDocument/2006/relationships/slide" Target="slides/slide331.xml"/><Relationship Id="rId540" Type="http://schemas.openxmlformats.org/officeDocument/2006/relationships/slide" Target="slides/slide538.xml"/><Relationship Id="rId72" Type="http://schemas.openxmlformats.org/officeDocument/2006/relationships/slide" Target="slides/slide70.xml"/><Relationship Id="rId375" Type="http://schemas.openxmlformats.org/officeDocument/2006/relationships/slide" Target="slides/slide373.xml"/><Relationship Id="rId582" Type="http://schemas.openxmlformats.org/officeDocument/2006/relationships/slide" Target="slides/slide580.xml"/><Relationship Id="rId3" Type="http://schemas.openxmlformats.org/officeDocument/2006/relationships/slide" Target="slides/slide1.xml"/><Relationship Id="rId235" Type="http://schemas.openxmlformats.org/officeDocument/2006/relationships/slide" Target="slides/slide233.xml"/><Relationship Id="rId277" Type="http://schemas.openxmlformats.org/officeDocument/2006/relationships/slide" Target="slides/slide275.xml"/><Relationship Id="rId400" Type="http://schemas.openxmlformats.org/officeDocument/2006/relationships/slide" Target="slides/slide398.xml"/><Relationship Id="rId442" Type="http://schemas.openxmlformats.org/officeDocument/2006/relationships/slide" Target="slides/slide440.xml"/><Relationship Id="rId484" Type="http://schemas.openxmlformats.org/officeDocument/2006/relationships/slide" Target="slides/slide482.xml"/><Relationship Id="rId137" Type="http://schemas.openxmlformats.org/officeDocument/2006/relationships/slide" Target="slides/slide135.xml"/><Relationship Id="rId302" Type="http://schemas.openxmlformats.org/officeDocument/2006/relationships/slide" Target="slides/slide300.xml"/><Relationship Id="rId344" Type="http://schemas.openxmlformats.org/officeDocument/2006/relationships/slide" Target="slides/slide342.xml"/><Relationship Id="rId41" Type="http://schemas.openxmlformats.org/officeDocument/2006/relationships/slide" Target="slides/slide39.xml"/><Relationship Id="rId83" Type="http://schemas.openxmlformats.org/officeDocument/2006/relationships/slide" Target="slides/slide81.xml"/><Relationship Id="rId179" Type="http://schemas.openxmlformats.org/officeDocument/2006/relationships/slide" Target="slides/slide177.xml"/><Relationship Id="rId386" Type="http://schemas.openxmlformats.org/officeDocument/2006/relationships/slide" Target="slides/slide384.xml"/><Relationship Id="rId551" Type="http://schemas.openxmlformats.org/officeDocument/2006/relationships/slide" Target="slides/slide549.xml"/><Relationship Id="rId593" Type="http://schemas.openxmlformats.org/officeDocument/2006/relationships/slide" Target="slides/slide591.xml"/><Relationship Id="rId190" Type="http://schemas.openxmlformats.org/officeDocument/2006/relationships/slide" Target="slides/slide188.xml"/><Relationship Id="rId204" Type="http://schemas.openxmlformats.org/officeDocument/2006/relationships/slide" Target="slides/slide202.xml"/><Relationship Id="rId246" Type="http://schemas.openxmlformats.org/officeDocument/2006/relationships/slide" Target="slides/slide244.xml"/><Relationship Id="rId288" Type="http://schemas.openxmlformats.org/officeDocument/2006/relationships/slide" Target="slides/slide286.xml"/><Relationship Id="rId411" Type="http://schemas.openxmlformats.org/officeDocument/2006/relationships/slide" Target="slides/slide409.xml"/><Relationship Id="rId453" Type="http://schemas.openxmlformats.org/officeDocument/2006/relationships/slide" Target="slides/slide451.xml"/><Relationship Id="rId509" Type="http://schemas.openxmlformats.org/officeDocument/2006/relationships/slide" Target="slides/slide507.xml"/><Relationship Id="rId106" Type="http://schemas.openxmlformats.org/officeDocument/2006/relationships/slide" Target="slides/slide104.xml"/><Relationship Id="rId313" Type="http://schemas.openxmlformats.org/officeDocument/2006/relationships/slide" Target="slides/slide311.xml"/><Relationship Id="rId495" Type="http://schemas.openxmlformats.org/officeDocument/2006/relationships/slide" Target="slides/slide493.xml"/><Relationship Id="rId10" Type="http://schemas.openxmlformats.org/officeDocument/2006/relationships/slide" Target="slides/slide8.xml"/><Relationship Id="rId52" Type="http://schemas.openxmlformats.org/officeDocument/2006/relationships/slide" Target="slides/slide50.xml"/><Relationship Id="rId94" Type="http://schemas.openxmlformats.org/officeDocument/2006/relationships/slide" Target="slides/slide92.xml"/><Relationship Id="rId148" Type="http://schemas.openxmlformats.org/officeDocument/2006/relationships/slide" Target="slides/slide146.xml"/><Relationship Id="rId355" Type="http://schemas.openxmlformats.org/officeDocument/2006/relationships/slide" Target="slides/slide353.xml"/><Relationship Id="rId397" Type="http://schemas.openxmlformats.org/officeDocument/2006/relationships/slide" Target="slides/slide395.xml"/><Relationship Id="rId520" Type="http://schemas.openxmlformats.org/officeDocument/2006/relationships/slide" Target="slides/slide518.xml"/><Relationship Id="rId562" Type="http://schemas.openxmlformats.org/officeDocument/2006/relationships/slide" Target="slides/slide560.xml"/><Relationship Id="rId215" Type="http://schemas.openxmlformats.org/officeDocument/2006/relationships/slide" Target="slides/slide213.xml"/><Relationship Id="rId257" Type="http://schemas.openxmlformats.org/officeDocument/2006/relationships/slide" Target="slides/slide255.xml"/><Relationship Id="rId422" Type="http://schemas.openxmlformats.org/officeDocument/2006/relationships/slide" Target="slides/slide420.xml"/><Relationship Id="rId464" Type="http://schemas.openxmlformats.org/officeDocument/2006/relationships/slide" Target="slides/slide462.xml"/><Relationship Id="rId299" Type="http://schemas.openxmlformats.org/officeDocument/2006/relationships/slide" Target="slides/slide297.xml"/><Relationship Id="rId63" Type="http://schemas.openxmlformats.org/officeDocument/2006/relationships/slide" Target="slides/slide61.xml"/><Relationship Id="rId159" Type="http://schemas.openxmlformats.org/officeDocument/2006/relationships/slide" Target="slides/slide157.xml"/><Relationship Id="rId366" Type="http://schemas.openxmlformats.org/officeDocument/2006/relationships/slide" Target="slides/slide364.xml"/><Relationship Id="rId573" Type="http://schemas.openxmlformats.org/officeDocument/2006/relationships/slide" Target="slides/slide571.xml"/><Relationship Id="rId226" Type="http://schemas.openxmlformats.org/officeDocument/2006/relationships/slide" Target="slides/slide224.xml"/><Relationship Id="rId433" Type="http://schemas.openxmlformats.org/officeDocument/2006/relationships/slide" Target="slides/slide431.xml"/><Relationship Id="rId74" Type="http://schemas.openxmlformats.org/officeDocument/2006/relationships/slide" Target="slides/slide72.xml"/><Relationship Id="rId377" Type="http://schemas.openxmlformats.org/officeDocument/2006/relationships/slide" Target="slides/slide375.xml"/><Relationship Id="rId500" Type="http://schemas.openxmlformats.org/officeDocument/2006/relationships/slide" Target="slides/slide498.xml"/><Relationship Id="rId584" Type="http://schemas.openxmlformats.org/officeDocument/2006/relationships/slide" Target="slides/slide582.xml"/><Relationship Id="rId5" Type="http://schemas.openxmlformats.org/officeDocument/2006/relationships/slide" Target="slides/slide3.xml"/><Relationship Id="rId237" Type="http://schemas.openxmlformats.org/officeDocument/2006/relationships/slide" Target="slides/slide235.xml"/><Relationship Id="rId444" Type="http://schemas.openxmlformats.org/officeDocument/2006/relationships/slide" Target="slides/slide442.xml"/><Relationship Id="rId290" Type="http://schemas.openxmlformats.org/officeDocument/2006/relationships/slide" Target="slides/slide288.xml"/><Relationship Id="rId304" Type="http://schemas.openxmlformats.org/officeDocument/2006/relationships/slide" Target="slides/slide302.xml"/><Relationship Id="rId388" Type="http://schemas.openxmlformats.org/officeDocument/2006/relationships/slide" Target="slides/slide386.xml"/><Relationship Id="rId511" Type="http://schemas.openxmlformats.org/officeDocument/2006/relationships/slide" Target="slides/slide509.xml"/><Relationship Id="rId85" Type="http://schemas.openxmlformats.org/officeDocument/2006/relationships/slide" Target="slides/slide83.xml"/><Relationship Id="rId150" Type="http://schemas.openxmlformats.org/officeDocument/2006/relationships/slide" Target="slides/slide148.xml"/><Relationship Id="rId595" Type="http://schemas.openxmlformats.org/officeDocument/2006/relationships/presProps" Target="presProps.xml"/><Relationship Id="rId248" Type="http://schemas.openxmlformats.org/officeDocument/2006/relationships/slide" Target="slides/slide246.xml"/><Relationship Id="rId455" Type="http://schemas.openxmlformats.org/officeDocument/2006/relationships/slide" Target="slides/slide453.xml"/><Relationship Id="rId12" Type="http://schemas.openxmlformats.org/officeDocument/2006/relationships/slide" Target="slides/slide10.xml"/><Relationship Id="rId108" Type="http://schemas.openxmlformats.org/officeDocument/2006/relationships/slide" Target="slides/slide106.xml"/><Relationship Id="rId315" Type="http://schemas.openxmlformats.org/officeDocument/2006/relationships/slide" Target="slides/slide313.xml"/><Relationship Id="rId522" Type="http://schemas.openxmlformats.org/officeDocument/2006/relationships/slide" Target="slides/slide520.xml"/><Relationship Id="rId96" Type="http://schemas.openxmlformats.org/officeDocument/2006/relationships/slide" Target="slides/slide94.xml"/><Relationship Id="rId161" Type="http://schemas.openxmlformats.org/officeDocument/2006/relationships/slide" Target="slides/slide159.xml"/><Relationship Id="rId399" Type="http://schemas.openxmlformats.org/officeDocument/2006/relationships/slide" Target="slides/slide397.xml"/><Relationship Id="rId259" Type="http://schemas.openxmlformats.org/officeDocument/2006/relationships/slide" Target="slides/slide257.xml"/><Relationship Id="rId466" Type="http://schemas.openxmlformats.org/officeDocument/2006/relationships/slide" Target="slides/slide464.xml"/><Relationship Id="rId23" Type="http://schemas.openxmlformats.org/officeDocument/2006/relationships/slide" Target="slides/slide21.xml"/><Relationship Id="rId119" Type="http://schemas.openxmlformats.org/officeDocument/2006/relationships/slide" Target="slides/slide117.xml"/><Relationship Id="rId326" Type="http://schemas.openxmlformats.org/officeDocument/2006/relationships/slide" Target="slides/slide324.xml"/><Relationship Id="rId533" Type="http://schemas.openxmlformats.org/officeDocument/2006/relationships/slide" Target="slides/slide531.xml"/><Relationship Id="rId172" Type="http://schemas.openxmlformats.org/officeDocument/2006/relationships/slide" Target="slides/slide170.xml"/><Relationship Id="rId477" Type="http://schemas.openxmlformats.org/officeDocument/2006/relationships/slide" Target="slides/slide475.xml"/><Relationship Id="rId600" Type="http://schemas.microsoft.com/office/2015/10/relationships/revisionInfo" Target="revisionInfo.xml"/><Relationship Id="rId337" Type="http://schemas.openxmlformats.org/officeDocument/2006/relationships/slide" Target="slides/slide335.xml"/><Relationship Id="rId34" Type="http://schemas.openxmlformats.org/officeDocument/2006/relationships/slide" Target="slides/slide32.xml"/><Relationship Id="rId544" Type="http://schemas.openxmlformats.org/officeDocument/2006/relationships/slide" Target="slides/slide542.xml"/><Relationship Id="rId183" Type="http://schemas.openxmlformats.org/officeDocument/2006/relationships/slide" Target="slides/slide181.xml"/><Relationship Id="rId390" Type="http://schemas.openxmlformats.org/officeDocument/2006/relationships/slide" Target="slides/slide388.xml"/><Relationship Id="rId404" Type="http://schemas.openxmlformats.org/officeDocument/2006/relationships/slide" Target="slides/slide402.xml"/><Relationship Id="rId250" Type="http://schemas.openxmlformats.org/officeDocument/2006/relationships/slide" Target="slides/slide248.xml"/><Relationship Id="rId488" Type="http://schemas.openxmlformats.org/officeDocument/2006/relationships/slide" Target="slides/slide486.xml"/><Relationship Id="rId45" Type="http://schemas.openxmlformats.org/officeDocument/2006/relationships/slide" Target="slides/slide43.xml"/><Relationship Id="rId110" Type="http://schemas.openxmlformats.org/officeDocument/2006/relationships/slide" Target="slides/slide108.xml"/><Relationship Id="rId348" Type="http://schemas.openxmlformats.org/officeDocument/2006/relationships/slide" Target="slides/slide346.xml"/><Relationship Id="rId555" Type="http://schemas.openxmlformats.org/officeDocument/2006/relationships/slide" Target="slides/slide553.xml"/><Relationship Id="rId194" Type="http://schemas.openxmlformats.org/officeDocument/2006/relationships/slide" Target="slides/slide192.xml"/><Relationship Id="rId208" Type="http://schemas.openxmlformats.org/officeDocument/2006/relationships/slide" Target="slides/slide206.xml"/><Relationship Id="rId415" Type="http://schemas.openxmlformats.org/officeDocument/2006/relationships/slide" Target="slides/slide4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garwal, Vishal Kumar (Agoda)" userId="cad4ea89-12e8-481e-83f6-60738eda428a" providerId="ADAL" clId="{4823D29D-C186-461B-871D-535A12352CCE}"/>
    <pc:docChg chg="undo redo custSel addSld delSld modSld sldOrd modMainMaster">
      <pc:chgData name="Agarwal, Vishal Kumar (Agoda)" userId="cad4ea89-12e8-481e-83f6-60738eda428a" providerId="ADAL" clId="{4823D29D-C186-461B-871D-535A12352CCE}" dt="2026-02-28T04:18:00.675" v="18069" actId="20577"/>
      <pc:docMkLst>
        <pc:docMk/>
      </pc:docMkLst>
      <pc:sldChg chg="add">
        <pc:chgData name="Agarwal, Vishal Kumar (Agoda)" userId="cad4ea89-12e8-481e-83f6-60738eda428a" providerId="ADAL" clId="{4823D29D-C186-461B-871D-535A12352CCE}" dt="2026-02-13T14:57:32.867" v="15856"/>
        <pc:sldMkLst>
          <pc:docMk/>
          <pc:sldMk cId="2997719589" sldId="268"/>
        </pc:sldMkLst>
      </pc:sldChg>
      <pc:sldChg chg="add">
        <pc:chgData name="Agarwal, Vishal Kumar (Agoda)" userId="cad4ea89-12e8-481e-83f6-60738eda428a" providerId="ADAL" clId="{4823D29D-C186-461B-871D-535A12352CCE}" dt="2026-02-16T16:21:19.088" v="16478"/>
        <pc:sldMkLst>
          <pc:docMk/>
          <pc:sldMk cId="1407458342" sldId="270"/>
        </pc:sldMkLst>
      </pc:sldChg>
      <pc:sldChg chg="delSp modSp add mod">
        <pc:chgData name="Agarwal, Vishal Kumar (Agoda)" userId="cad4ea89-12e8-481e-83f6-60738eda428a" providerId="ADAL" clId="{4823D29D-C186-461B-871D-535A12352CCE}" dt="2026-02-28T03:20:22.300" v="18061" actId="1036"/>
        <pc:sldMkLst>
          <pc:docMk/>
          <pc:sldMk cId="3008315043" sldId="302"/>
        </pc:sldMkLst>
        <pc:spChg chg="mod">
          <ac:chgData name="Agarwal, Vishal Kumar (Agoda)" userId="cad4ea89-12e8-481e-83f6-60738eda428a" providerId="ADAL" clId="{4823D29D-C186-461B-871D-535A12352CCE}" dt="2026-02-28T03:20:22.300" v="18061" actId="1036"/>
          <ac:spMkLst>
            <pc:docMk/>
            <pc:sldMk cId="3008315043" sldId="302"/>
            <ac:spMk id="3" creationId="{ACA2F841-9D7B-486B-A515-61B2839F0F32}"/>
          </ac:spMkLst>
        </pc:spChg>
      </pc:sldChg>
      <pc:sldChg chg="add">
        <pc:chgData name="Agarwal, Vishal Kumar (Agoda)" userId="cad4ea89-12e8-481e-83f6-60738eda428a" providerId="ADAL" clId="{4823D29D-C186-461B-871D-535A12352CCE}" dt="2026-02-07T10:08:00.797" v="13259"/>
        <pc:sldMkLst>
          <pc:docMk/>
          <pc:sldMk cId="4221309134" sldId="305"/>
        </pc:sldMkLst>
      </pc:sldChg>
      <pc:sldChg chg="delSp add mod">
        <pc:chgData name="Agarwal, Vishal Kumar (Agoda)" userId="cad4ea89-12e8-481e-83f6-60738eda428a" providerId="ADAL" clId="{4823D29D-C186-461B-871D-535A12352CCE}" dt="2026-02-07T10:43:14.562" v="13519" actId="478"/>
        <pc:sldMkLst>
          <pc:docMk/>
          <pc:sldMk cId="166412989" sldId="306"/>
        </pc:sldMkLst>
      </pc:sldChg>
      <pc:sldChg chg="add">
        <pc:chgData name="Agarwal, Vishal Kumar (Agoda)" userId="cad4ea89-12e8-481e-83f6-60738eda428a" providerId="ADAL" clId="{4823D29D-C186-461B-871D-535A12352CCE}" dt="2026-02-07T10:08:00.797" v="13259"/>
        <pc:sldMkLst>
          <pc:docMk/>
          <pc:sldMk cId="1679561370" sldId="307"/>
        </pc:sldMkLst>
      </pc:sldChg>
      <pc:sldChg chg="add">
        <pc:chgData name="Agarwal, Vishal Kumar (Agoda)" userId="cad4ea89-12e8-481e-83f6-60738eda428a" providerId="ADAL" clId="{4823D29D-C186-461B-871D-535A12352CCE}" dt="2026-02-07T10:08:00.797" v="13259"/>
        <pc:sldMkLst>
          <pc:docMk/>
          <pc:sldMk cId="3658136611" sldId="308"/>
        </pc:sldMkLst>
      </pc:sldChg>
      <pc:sldChg chg="delSp add mod">
        <pc:chgData name="Agarwal, Vishal Kumar (Agoda)" userId="cad4ea89-12e8-481e-83f6-60738eda428a" providerId="ADAL" clId="{4823D29D-C186-461B-871D-535A12352CCE}" dt="2026-02-07T10:51:21.056" v="13527" actId="478"/>
        <pc:sldMkLst>
          <pc:docMk/>
          <pc:sldMk cId="3713374222" sldId="309"/>
        </pc:sldMkLst>
      </pc:sldChg>
      <pc:sldChg chg="add">
        <pc:chgData name="Agarwal, Vishal Kumar (Agoda)" userId="cad4ea89-12e8-481e-83f6-60738eda428a" providerId="ADAL" clId="{4823D29D-C186-461B-871D-535A12352CCE}" dt="2026-02-07T10:08:00.797" v="13259"/>
        <pc:sldMkLst>
          <pc:docMk/>
          <pc:sldMk cId="1887069598" sldId="310"/>
        </pc:sldMkLst>
      </pc:sldChg>
      <pc:sldChg chg="add">
        <pc:chgData name="Agarwal, Vishal Kumar (Agoda)" userId="cad4ea89-12e8-481e-83f6-60738eda428a" providerId="ADAL" clId="{4823D29D-C186-461B-871D-535A12352CCE}" dt="2026-02-07T10:08:00.797" v="13259"/>
        <pc:sldMkLst>
          <pc:docMk/>
          <pc:sldMk cId="4082177526" sldId="311"/>
        </pc:sldMkLst>
      </pc:sldChg>
      <pc:sldChg chg="add">
        <pc:chgData name="Agarwal, Vishal Kumar (Agoda)" userId="cad4ea89-12e8-481e-83f6-60738eda428a" providerId="ADAL" clId="{4823D29D-C186-461B-871D-535A12352CCE}" dt="2026-02-07T10:08:00.797" v="13259"/>
        <pc:sldMkLst>
          <pc:docMk/>
          <pc:sldMk cId="2554421448" sldId="312"/>
        </pc:sldMkLst>
      </pc:sldChg>
      <pc:sldChg chg="add">
        <pc:chgData name="Agarwal, Vishal Kumar (Agoda)" userId="cad4ea89-12e8-481e-83f6-60738eda428a" providerId="ADAL" clId="{4823D29D-C186-461B-871D-535A12352CCE}" dt="2026-02-07T10:08:00.797" v="13259"/>
        <pc:sldMkLst>
          <pc:docMk/>
          <pc:sldMk cId="980938906" sldId="318"/>
        </pc:sldMkLst>
      </pc:sldChg>
      <pc:sldChg chg="add">
        <pc:chgData name="Agarwal, Vishal Kumar (Agoda)" userId="cad4ea89-12e8-481e-83f6-60738eda428a" providerId="ADAL" clId="{4823D29D-C186-461B-871D-535A12352CCE}" dt="2026-02-07T10:08:00.797" v="13259"/>
        <pc:sldMkLst>
          <pc:docMk/>
          <pc:sldMk cId="3604615262" sldId="319"/>
        </pc:sldMkLst>
      </pc:sldChg>
      <pc:sldChg chg="add">
        <pc:chgData name="Agarwal, Vishal Kumar (Agoda)" userId="cad4ea89-12e8-481e-83f6-60738eda428a" providerId="ADAL" clId="{4823D29D-C186-461B-871D-535A12352CCE}" dt="2026-02-07T10:08:00.797" v="13259"/>
        <pc:sldMkLst>
          <pc:docMk/>
          <pc:sldMk cId="4131180542" sldId="320"/>
        </pc:sldMkLst>
      </pc:sldChg>
      <pc:sldChg chg="add">
        <pc:chgData name="Agarwal, Vishal Kumar (Agoda)" userId="cad4ea89-12e8-481e-83f6-60738eda428a" providerId="ADAL" clId="{4823D29D-C186-461B-871D-535A12352CCE}" dt="2026-02-07T10:08:00.797" v="13259"/>
        <pc:sldMkLst>
          <pc:docMk/>
          <pc:sldMk cId="337530437" sldId="321"/>
        </pc:sldMkLst>
      </pc:sldChg>
      <pc:sldChg chg="add">
        <pc:chgData name="Agarwal, Vishal Kumar (Agoda)" userId="cad4ea89-12e8-481e-83f6-60738eda428a" providerId="ADAL" clId="{4823D29D-C186-461B-871D-535A12352CCE}" dt="2026-02-07T10:08:00.797" v="13259"/>
        <pc:sldMkLst>
          <pc:docMk/>
          <pc:sldMk cId="1561363969" sldId="322"/>
        </pc:sldMkLst>
      </pc:sldChg>
      <pc:sldChg chg="add">
        <pc:chgData name="Agarwal, Vishal Kumar (Agoda)" userId="cad4ea89-12e8-481e-83f6-60738eda428a" providerId="ADAL" clId="{4823D29D-C186-461B-871D-535A12352CCE}" dt="2026-02-07T08:56:53.205" v="11875"/>
        <pc:sldMkLst>
          <pc:docMk/>
          <pc:sldMk cId="787224947" sldId="324"/>
        </pc:sldMkLst>
      </pc:sldChg>
      <pc:sldChg chg="add">
        <pc:chgData name="Agarwal, Vishal Kumar (Agoda)" userId="cad4ea89-12e8-481e-83f6-60738eda428a" providerId="ADAL" clId="{4823D29D-C186-461B-871D-535A12352CCE}" dt="2026-02-07T08:56:53.205" v="11875"/>
        <pc:sldMkLst>
          <pc:docMk/>
          <pc:sldMk cId="3555650902" sldId="325"/>
        </pc:sldMkLst>
      </pc:sldChg>
      <pc:sldChg chg="add">
        <pc:chgData name="Agarwal, Vishal Kumar (Agoda)" userId="cad4ea89-12e8-481e-83f6-60738eda428a" providerId="ADAL" clId="{4823D29D-C186-461B-871D-535A12352CCE}" dt="2026-02-07T08:56:53.205" v="11875"/>
        <pc:sldMkLst>
          <pc:docMk/>
          <pc:sldMk cId="2760511682" sldId="326"/>
        </pc:sldMkLst>
      </pc:sldChg>
      <pc:sldChg chg="add">
        <pc:chgData name="Agarwal, Vishal Kumar (Agoda)" userId="cad4ea89-12e8-481e-83f6-60738eda428a" providerId="ADAL" clId="{4823D29D-C186-461B-871D-535A12352CCE}" dt="2026-02-07T08:56:53.205" v="11875"/>
        <pc:sldMkLst>
          <pc:docMk/>
          <pc:sldMk cId="3813966680" sldId="329"/>
        </pc:sldMkLst>
      </pc:sldChg>
      <pc:sldChg chg="add">
        <pc:chgData name="Agarwal, Vishal Kumar (Agoda)" userId="cad4ea89-12e8-481e-83f6-60738eda428a" providerId="ADAL" clId="{4823D29D-C186-461B-871D-535A12352CCE}" dt="2026-02-07T08:56:53.205" v="11875"/>
        <pc:sldMkLst>
          <pc:docMk/>
          <pc:sldMk cId="2295208642" sldId="330"/>
        </pc:sldMkLst>
      </pc:sldChg>
      <pc:sldChg chg="add">
        <pc:chgData name="Agarwal, Vishal Kumar (Agoda)" userId="cad4ea89-12e8-481e-83f6-60738eda428a" providerId="ADAL" clId="{4823D29D-C186-461B-871D-535A12352CCE}" dt="2026-02-07T08:56:53.205" v="11875"/>
        <pc:sldMkLst>
          <pc:docMk/>
          <pc:sldMk cId="616596094" sldId="331"/>
        </pc:sldMkLst>
      </pc:sldChg>
      <pc:sldChg chg="add">
        <pc:chgData name="Agarwal, Vishal Kumar (Agoda)" userId="cad4ea89-12e8-481e-83f6-60738eda428a" providerId="ADAL" clId="{4823D29D-C186-461B-871D-535A12352CCE}" dt="2026-02-07T10:08:00.797" v="13259"/>
        <pc:sldMkLst>
          <pc:docMk/>
          <pc:sldMk cId="1159656410" sldId="353"/>
        </pc:sldMkLst>
      </pc:sldChg>
      <pc:sldChg chg="delSp add mod">
        <pc:chgData name="Agarwal, Vishal Kumar (Agoda)" userId="cad4ea89-12e8-481e-83f6-60738eda428a" providerId="ADAL" clId="{4823D29D-C186-461B-871D-535A12352CCE}" dt="2026-02-07T10:50:56.122" v="13520" actId="478"/>
        <pc:sldMkLst>
          <pc:docMk/>
          <pc:sldMk cId="3680857423" sldId="354"/>
        </pc:sldMkLst>
      </pc:sldChg>
      <pc:sldChg chg="delSp modSp add mod">
        <pc:chgData name="Agarwal, Vishal Kumar (Agoda)" userId="cad4ea89-12e8-481e-83f6-60738eda428a" providerId="ADAL" clId="{4823D29D-C186-461B-871D-535A12352CCE}" dt="2026-02-07T10:51:09.312" v="13523" actId="478"/>
        <pc:sldMkLst>
          <pc:docMk/>
          <pc:sldMk cId="3274356696" sldId="355"/>
        </pc:sldMkLst>
      </pc:sldChg>
      <pc:sldChg chg="delSp add mod">
        <pc:chgData name="Agarwal, Vishal Kumar (Agoda)" userId="cad4ea89-12e8-481e-83f6-60738eda428a" providerId="ADAL" clId="{4823D29D-C186-461B-871D-535A12352CCE}" dt="2026-02-07T10:51:12.623" v="13524" actId="478"/>
        <pc:sldMkLst>
          <pc:docMk/>
          <pc:sldMk cId="3584502447" sldId="356"/>
        </pc:sldMkLst>
      </pc:sldChg>
      <pc:sldChg chg="delSp modSp add mod">
        <pc:chgData name="Agarwal, Vishal Kumar (Agoda)" userId="cad4ea89-12e8-481e-83f6-60738eda428a" providerId="ADAL" clId="{4823D29D-C186-461B-871D-535A12352CCE}" dt="2026-02-07T10:51:15.659" v="13526" actId="478"/>
        <pc:sldMkLst>
          <pc:docMk/>
          <pc:sldMk cId="1846191029" sldId="357"/>
        </pc:sldMkLst>
      </pc:sldChg>
      <pc:sldChg chg="delSp add mod">
        <pc:chgData name="Agarwal, Vishal Kumar (Agoda)" userId="cad4ea89-12e8-481e-83f6-60738eda428a" providerId="ADAL" clId="{4823D29D-C186-461B-871D-535A12352CCE}" dt="2026-02-07T10:51:26.476" v="13528" actId="478"/>
        <pc:sldMkLst>
          <pc:docMk/>
          <pc:sldMk cId="252731658" sldId="358"/>
        </pc:sldMkLst>
      </pc:sldChg>
      <pc:sldChg chg="delSp add mod">
        <pc:chgData name="Agarwal, Vishal Kumar (Agoda)" userId="cad4ea89-12e8-481e-83f6-60738eda428a" providerId="ADAL" clId="{4823D29D-C186-461B-871D-535A12352CCE}" dt="2026-02-07T10:50:59.029" v="13521" actId="478"/>
        <pc:sldMkLst>
          <pc:docMk/>
          <pc:sldMk cId="2628016315" sldId="359"/>
        </pc:sldMkLst>
      </pc:sldChg>
      <pc:sldChg chg="delSp add del mod">
        <pc:chgData name="Agarwal, Vishal Kumar (Agoda)" userId="cad4ea89-12e8-481e-83f6-60738eda428a" providerId="ADAL" clId="{4823D29D-C186-461B-871D-535A12352CCE}" dt="2026-02-12T15:04:21.461" v="14052" actId="478"/>
        <pc:sldMkLst>
          <pc:docMk/>
          <pc:sldMk cId="3244175626" sldId="360"/>
        </pc:sldMkLst>
      </pc:sldChg>
      <pc:sldChg chg="delSp modSp add del mod">
        <pc:chgData name="Agarwal, Vishal Kumar (Agoda)" userId="cad4ea89-12e8-481e-83f6-60738eda428a" providerId="ADAL" clId="{4823D29D-C186-461B-871D-535A12352CCE}" dt="2026-02-12T15:11:36.589" v="14559" actId="20577"/>
        <pc:sldMkLst>
          <pc:docMk/>
          <pc:sldMk cId="3177620220" sldId="361"/>
        </pc:sldMkLst>
        <pc:spChg chg="mod">
          <ac:chgData name="Agarwal, Vishal Kumar (Agoda)" userId="cad4ea89-12e8-481e-83f6-60738eda428a" providerId="ADAL" clId="{4823D29D-C186-461B-871D-535A12352CCE}" dt="2026-02-12T15:11:36.589" v="14559" actId="20577"/>
          <ac:spMkLst>
            <pc:docMk/>
            <pc:sldMk cId="3177620220" sldId="361"/>
            <ac:spMk id="3" creationId="{14354466-7CA8-4521-A865-14A9E28D75B1}"/>
          </ac:spMkLst>
        </pc:spChg>
      </pc:sldChg>
      <pc:sldChg chg="add del">
        <pc:chgData name="Agarwal, Vishal Kumar (Agoda)" userId="cad4ea89-12e8-481e-83f6-60738eda428a" providerId="ADAL" clId="{4823D29D-C186-461B-871D-535A12352CCE}" dt="2026-02-12T14:12:36.106" v="13565"/>
        <pc:sldMkLst>
          <pc:docMk/>
          <pc:sldMk cId="138974412" sldId="362"/>
        </pc:sldMkLst>
      </pc:sldChg>
      <pc:sldChg chg="delSp modSp add mod">
        <pc:chgData name="Agarwal, Vishal Kumar (Agoda)" userId="cad4ea89-12e8-481e-83f6-60738eda428a" providerId="ADAL" clId="{4823D29D-C186-461B-871D-535A12352CCE}" dt="2026-02-16T16:35:11.751" v="17479" actId="20577"/>
        <pc:sldMkLst>
          <pc:docMk/>
          <pc:sldMk cId="2089033677" sldId="400"/>
        </pc:sldMkLst>
        <pc:spChg chg="mod">
          <ac:chgData name="Agarwal, Vishal Kumar (Agoda)" userId="cad4ea89-12e8-481e-83f6-60738eda428a" providerId="ADAL" clId="{4823D29D-C186-461B-871D-535A12352CCE}" dt="2026-02-16T16:35:11.751" v="17479" actId="20577"/>
          <ac:spMkLst>
            <pc:docMk/>
            <pc:sldMk cId="2089033677" sldId="400"/>
            <ac:spMk id="3" creationId="{8CE3B3CA-149B-4B8D-92A1-0BB0DA10760F}"/>
          </ac:spMkLst>
        </pc:spChg>
      </pc:sldChg>
      <pc:sldChg chg="delSp modSp add mod">
        <pc:chgData name="Agarwal, Vishal Kumar (Agoda)" userId="cad4ea89-12e8-481e-83f6-60738eda428a" providerId="ADAL" clId="{4823D29D-C186-461B-871D-535A12352CCE}" dt="2026-02-16T16:36:10.812" v="17517" actId="20577"/>
        <pc:sldMkLst>
          <pc:docMk/>
          <pc:sldMk cId="1402878705" sldId="402"/>
        </pc:sldMkLst>
        <pc:spChg chg="mod">
          <ac:chgData name="Agarwal, Vishal Kumar (Agoda)" userId="cad4ea89-12e8-481e-83f6-60738eda428a" providerId="ADAL" clId="{4823D29D-C186-461B-871D-535A12352CCE}" dt="2026-02-16T16:36:10.812" v="17517" actId="20577"/>
          <ac:spMkLst>
            <pc:docMk/>
            <pc:sldMk cId="1402878705" sldId="402"/>
            <ac:spMk id="3" creationId="{E96A48C7-A3C8-412C-B8E1-7A073CC64EC8}"/>
          </ac:spMkLst>
        </pc:spChg>
      </pc:sldChg>
      <pc:sldChg chg="modSp add mod">
        <pc:chgData name="Agarwal, Vishal Kumar (Agoda)" userId="cad4ea89-12e8-481e-83f6-60738eda428a" providerId="ADAL" clId="{4823D29D-C186-461B-871D-535A12352CCE}" dt="2026-02-16T16:39:08.451" v="17551" actId="20577"/>
        <pc:sldMkLst>
          <pc:docMk/>
          <pc:sldMk cId="771761919" sldId="403"/>
        </pc:sldMkLst>
        <pc:spChg chg="mod">
          <ac:chgData name="Agarwal, Vishal Kumar (Agoda)" userId="cad4ea89-12e8-481e-83f6-60738eda428a" providerId="ADAL" clId="{4823D29D-C186-461B-871D-535A12352CCE}" dt="2026-02-16T16:39:08.451" v="17551" actId="20577"/>
          <ac:spMkLst>
            <pc:docMk/>
            <pc:sldMk cId="771761919" sldId="403"/>
            <ac:spMk id="3" creationId="{25AA47D7-5FC5-4F2D-B17C-01ABE88BCD25}"/>
          </ac:spMkLst>
        </pc:spChg>
      </pc:sldChg>
      <pc:sldChg chg="modSp add mod">
        <pc:chgData name="Agarwal, Vishal Kumar (Agoda)" userId="cad4ea89-12e8-481e-83f6-60738eda428a" providerId="ADAL" clId="{4823D29D-C186-461B-871D-535A12352CCE}" dt="2026-02-16T16:44:47.114" v="17717" actId="20577"/>
        <pc:sldMkLst>
          <pc:docMk/>
          <pc:sldMk cId="1143272355" sldId="404"/>
        </pc:sldMkLst>
        <pc:spChg chg="mod">
          <ac:chgData name="Agarwal, Vishal Kumar (Agoda)" userId="cad4ea89-12e8-481e-83f6-60738eda428a" providerId="ADAL" clId="{4823D29D-C186-461B-871D-535A12352CCE}" dt="2026-02-16T16:44:47.114" v="17717" actId="20577"/>
          <ac:spMkLst>
            <pc:docMk/>
            <pc:sldMk cId="1143272355" sldId="404"/>
            <ac:spMk id="3" creationId="{88BA0D3F-5CDF-4D97-B56F-A23FE1B235B2}"/>
          </ac:spMkLst>
        </pc:spChg>
      </pc:sldChg>
      <pc:sldChg chg="add">
        <pc:chgData name="Agarwal, Vishal Kumar (Agoda)" userId="cad4ea89-12e8-481e-83f6-60738eda428a" providerId="ADAL" clId="{4823D29D-C186-461B-871D-535A12352CCE}" dt="2026-02-16T16:21:19.088" v="16478"/>
        <pc:sldMkLst>
          <pc:docMk/>
          <pc:sldMk cId="3373189338" sldId="405"/>
        </pc:sldMkLst>
      </pc:sldChg>
      <pc:sldChg chg="add">
        <pc:chgData name="Agarwal, Vishal Kumar (Agoda)" userId="cad4ea89-12e8-481e-83f6-60738eda428a" providerId="ADAL" clId="{4823D29D-C186-461B-871D-535A12352CCE}" dt="2026-02-16T16:21:19.088" v="16478"/>
        <pc:sldMkLst>
          <pc:docMk/>
          <pc:sldMk cId="3105020179" sldId="406"/>
        </pc:sldMkLst>
      </pc:sldChg>
      <pc:sldChg chg="delSp add mod">
        <pc:chgData name="Agarwal, Vishal Kumar (Agoda)" userId="cad4ea89-12e8-481e-83f6-60738eda428a" providerId="ADAL" clId="{4823D29D-C186-461B-871D-535A12352CCE}" dt="2026-02-16T16:46:04.586" v="17718" actId="478"/>
        <pc:sldMkLst>
          <pc:docMk/>
          <pc:sldMk cId="1662508308" sldId="407"/>
        </pc:sldMkLst>
      </pc:sldChg>
      <pc:sldChg chg="add">
        <pc:chgData name="Agarwal, Vishal Kumar (Agoda)" userId="cad4ea89-12e8-481e-83f6-60738eda428a" providerId="ADAL" clId="{4823D29D-C186-461B-871D-535A12352CCE}" dt="2026-02-16T16:21:19.088" v="16478"/>
        <pc:sldMkLst>
          <pc:docMk/>
          <pc:sldMk cId="1467650591" sldId="409"/>
        </pc:sldMkLst>
      </pc:sldChg>
      <pc:sldChg chg="add">
        <pc:chgData name="Agarwal, Vishal Kumar (Agoda)" userId="cad4ea89-12e8-481e-83f6-60738eda428a" providerId="ADAL" clId="{4823D29D-C186-461B-871D-535A12352CCE}" dt="2026-02-07T08:56:53.205" v="11875"/>
        <pc:sldMkLst>
          <pc:docMk/>
          <pc:sldMk cId="963703724" sldId="416"/>
        </pc:sldMkLst>
      </pc:sldChg>
      <pc:sldChg chg="delSp add mod">
        <pc:chgData name="Agarwal, Vishal Kumar (Agoda)" userId="cad4ea89-12e8-481e-83f6-60738eda428a" providerId="ADAL" clId="{4823D29D-C186-461B-871D-535A12352CCE}" dt="2026-02-16T14:18:50.995" v="16359" actId="478"/>
        <pc:sldMkLst>
          <pc:docMk/>
          <pc:sldMk cId="3072143675" sldId="417"/>
        </pc:sldMkLst>
      </pc:sldChg>
      <pc:sldChg chg="add">
        <pc:chgData name="Agarwal, Vishal Kumar (Agoda)" userId="cad4ea89-12e8-481e-83f6-60738eda428a" providerId="ADAL" clId="{4823D29D-C186-461B-871D-535A12352CCE}" dt="2026-02-13T14:57:32.867" v="15856"/>
        <pc:sldMkLst>
          <pc:docMk/>
          <pc:sldMk cId="1585367628" sldId="418"/>
        </pc:sldMkLst>
      </pc:sldChg>
      <pc:sldChg chg="add">
        <pc:chgData name="Agarwal, Vishal Kumar (Agoda)" userId="cad4ea89-12e8-481e-83f6-60738eda428a" providerId="ADAL" clId="{4823D29D-C186-461B-871D-535A12352CCE}" dt="2026-02-13T14:57:32.867" v="15856"/>
        <pc:sldMkLst>
          <pc:docMk/>
          <pc:sldMk cId="3024299625" sldId="419"/>
        </pc:sldMkLst>
      </pc:sldChg>
      <pc:sldChg chg="add">
        <pc:chgData name="Agarwal, Vishal Kumar (Agoda)" userId="cad4ea89-12e8-481e-83f6-60738eda428a" providerId="ADAL" clId="{4823D29D-C186-461B-871D-535A12352CCE}" dt="2026-02-13T14:57:32.867" v="15856"/>
        <pc:sldMkLst>
          <pc:docMk/>
          <pc:sldMk cId="562830909" sldId="420"/>
        </pc:sldMkLst>
      </pc:sldChg>
      <pc:sldChg chg="add">
        <pc:chgData name="Agarwal, Vishal Kumar (Agoda)" userId="cad4ea89-12e8-481e-83f6-60738eda428a" providerId="ADAL" clId="{4823D29D-C186-461B-871D-535A12352CCE}" dt="2026-02-13T14:57:32.867" v="15856"/>
        <pc:sldMkLst>
          <pc:docMk/>
          <pc:sldMk cId="623998145" sldId="421"/>
        </pc:sldMkLst>
      </pc:sldChg>
      <pc:sldChg chg="add">
        <pc:chgData name="Agarwal, Vishal Kumar (Agoda)" userId="cad4ea89-12e8-481e-83f6-60738eda428a" providerId="ADAL" clId="{4823D29D-C186-461B-871D-535A12352CCE}" dt="2026-02-13T14:57:32.867" v="15856"/>
        <pc:sldMkLst>
          <pc:docMk/>
          <pc:sldMk cId="3574072728" sldId="422"/>
        </pc:sldMkLst>
      </pc:sldChg>
      <pc:sldChg chg="add">
        <pc:chgData name="Agarwal, Vishal Kumar (Agoda)" userId="cad4ea89-12e8-481e-83f6-60738eda428a" providerId="ADAL" clId="{4823D29D-C186-461B-871D-535A12352CCE}" dt="2026-02-13T14:57:32.867" v="15856"/>
        <pc:sldMkLst>
          <pc:docMk/>
          <pc:sldMk cId="1566517020" sldId="423"/>
        </pc:sldMkLst>
      </pc:sldChg>
      <pc:sldChg chg="add">
        <pc:chgData name="Agarwal, Vishal Kumar (Agoda)" userId="cad4ea89-12e8-481e-83f6-60738eda428a" providerId="ADAL" clId="{4823D29D-C186-461B-871D-535A12352CCE}" dt="2026-02-13T14:57:32.867" v="15856"/>
        <pc:sldMkLst>
          <pc:docMk/>
          <pc:sldMk cId="3124882174" sldId="424"/>
        </pc:sldMkLst>
      </pc:sldChg>
      <pc:sldChg chg="delSp add mod">
        <pc:chgData name="Agarwal, Vishal Kumar (Agoda)" userId="cad4ea89-12e8-481e-83f6-60738eda428a" providerId="ADAL" clId="{4823D29D-C186-461B-871D-535A12352CCE}" dt="2026-02-16T14:47:31.629" v="16360" actId="478"/>
        <pc:sldMkLst>
          <pc:docMk/>
          <pc:sldMk cId="795066794" sldId="425"/>
        </pc:sldMkLst>
      </pc:sldChg>
      <pc:sldChg chg="add del">
        <pc:chgData name="Agarwal, Vishal Kumar (Agoda)" userId="cad4ea89-12e8-481e-83f6-60738eda428a" providerId="ADAL" clId="{4823D29D-C186-461B-871D-535A12352CCE}" dt="2026-02-13T13:25:03.755" v="14594"/>
        <pc:sldMkLst>
          <pc:docMk/>
          <pc:sldMk cId="2565077793" sldId="429"/>
        </pc:sldMkLst>
      </pc:sldChg>
      <pc:sldChg chg="delSp add mod">
        <pc:chgData name="Agarwal, Vishal Kumar (Agoda)" userId="cad4ea89-12e8-481e-83f6-60738eda428a" providerId="ADAL" clId="{4823D29D-C186-461B-871D-535A12352CCE}" dt="2026-02-14T10:18:29.017" v="15884" actId="478"/>
        <pc:sldMkLst>
          <pc:docMk/>
          <pc:sldMk cId="1759774192" sldId="431"/>
        </pc:sldMkLst>
      </pc:sldChg>
      <pc:sldChg chg="add">
        <pc:chgData name="Agarwal, Vishal Kumar (Agoda)" userId="cad4ea89-12e8-481e-83f6-60738eda428a" providerId="ADAL" clId="{4823D29D-C186-461B-871D-535A12352CCE}" dt="2026-02-13T14:57:32.867" v="15856"/>
        <pc:sldMkLst>
          <pc:docMk/>
          <pc:sldMk cId="185678408" sldId="432"/>
        </pc:sldMkLst>
      </pc:sldChg>
      <pc:sldChg chg="add">
        <pc:chgData name="Agarwal, Vishal Kumar (Agoda)" userId="cad4ea89-12e8-481e-83f6-60738eda428a" providerId="ADAL" clId="{4823D29D-C186-461B-871D-535A12352CCE}" dt="2026-02-13T14:57:32.867" v="15856"/>
        <pc:sldMkLst>
          <pc:docMk/>
          <pc:sldMk cId="3552977775" sldId="433"/>
        </pc:sldMkLst>
      </pc:sldChg>
      <pc:sldChg chg="add">
        <pc:chgData name="Agarwal, Vishal Kumar (Agoda)" userId="cad4ea89-12e8-481e-83f6-60738eda428a" providerId="ADAL" clId="{4823D29D-C186-461B-871D-535A12352CCE}" dt="2026-02-13T14:57:32.867" v="15856"/>
        <pc:sldMkLst>
          <pc:docMk/>
          <pc:sldMk cId="1756313095" sldId="434"/>
        </pc:sldMkLst>
      </pc:sldChg>
      <pc:sldChg chg="add">
        <pc:chgData name="Agarwal, Vishal Kumar (Agoda)" userId="cad4ea89-12e8-481e-83f6-60738eda428a" providerId="ADAL" clId="{4823D29D-C186-461B-871D-535A12352CCE}" dt="2026-02-13T14:57:32.867" v="15856"/>
        <pc:sldMkLst>
          <pc:docMk/>
          <pc:sldMk cId="2353482782" sldId="435"/>
        </pc:sldMkLst>
      </pc:sldChg>
      <pc:sldChg chg="add">
        <pc:chgData name="Agarwal, Vishal Kumar (Agoda)" userId="cad4ea89-12e8-481e-83f6-60738eda428a" providerId="ADAL" clId="{4823D29D-C186-461B-871D-535A12352CCE}" dt="2026-02-13T14:57:32.867" v="15856"/>
        <pc:sldMkLst>
          <pc:docMk/>
          <pc:sldMk cId="3878005614" sldId="436"/>
        </pc:sldMkLst>
      </pc:sldChg>
      <pc:sldChg chg="add">
        <pc:chgData name="Agarwal, Vishal Kumar (Agoda)" userId="cad4ea89-12e8-481e-83f6-60738eda428a" providerId="ADAL" clId="{4823D29D-C186-461B-871D-535A12352CCE}" dt="2026-02-13T14:57:32.867" v="15856"/>
        <pc:sldMkLst>
          <pc:docMk/>
          <pc:sldMk cId="2035361911" sldId="437"/>
        </pc:sldMkLst>
      </pc:sldChg>
      <pc:sldChg chg="add">
        <pc:chgData name="Agarwal, Vishal Kumar (Agoda)" userId="cad4ea89-12e8-481e-83f6-60738eda428a" providerId="ADAL" clId="{4823D29D-C186-461B-871D-535A12352CCE}" dt="2026-02-16T16:21:19.088" v="16478"/>
        <pc:sldMkLst>
          <pc:docMk/>
          <pc:sldMk cId="2049375155" sldId="440"/>
        </pc:sldMkLst>
      </pc:sldChg>
      <pc:sldChg chg="add">
        <pc:chgData name="Agarwal, Vishal Kumar (Agoda)" userId="cad4ea89-12e8-481e-83f6-60738eda428a" providerId="ADAL" clId="{4823D29D-C186-461B-871D-535A12352CCE}" dt="2026-02-13T14:57:32.867" v="15856"/>
        <pc:sldMkLst>
          <pc:docMk/>
          <pc:sldMk cId="3491714655" sldId="441"/>
        </pc:sldMkLst>
      </pc:sldChg>
      <pc:sldChg chg="add">
        <pc:chgData name="Agarwal, Vishal Kumar (Agoda)" userId="cad4ea89-12e8-481e-83f6-60738eda428a" providerId="ADAL" clId="{4823D29D-C186-461B-871D-535A12352CCE}" dt="2026-02-16T16:21:19.088" v="16478"/>
        <pc:sldMkLst>
          <pc:docMk/>
          <pc:sldMk cId="3707857961" sldId="442"/>
        </pc:sldMkLst>
      </pc:sldChg>
      <pc:sldChg chg="add">
        <pc:chgData name="Agarwal, Vishal Kumar (Agoda)" userId="cad4ea89-12e8-481e-83f6-60738eda428a" providerId="ADAL" clId="{4823D29D-C186-461B-871D-535A12352CCE}" dt="2026-02-16T16:21:19.088" v="16478"/>
        <pc:sldMkLst>
          <pc:docMk/>
          <pc:sldMk cId="2703690196" sldId="443"/>
        </pc:sldMkLst>
      </pc:sldChg>
      <pc:sldChg chg="add">
        <pc:chgData name="Agarwal, Vishal Kumar (Agoda)" userId="cad4ea89-12e8-481e-83f6-60738eda428a" providerId="ADAL" clId="{4823D29D-C186-461B-871D-535A12352CCE}" dt="2026-02-16T16:21:19.088" v="16478"/>
        <pc:sldMkLst>
          <pc:docMk/>
          <pc:sldMk cId="3245922920" sldId="444"/>
        </pc:sldMkLst>
      </pc:sldChg>
      <pc:sldChg chg="add">
        <pc:chgData name="Agarwal, Vishal Kumar (Agoda)" userId="cad4ea89-12e8-481e-83f6-60738eda428a" providerId="ADAL" clId="{4823D29D-C186-461B-871D-535A12352CCE}" dt="2026-02-16T16:21:19.088" v="16478"/>
        <pc:sldMkLst>
          <pc:docMk/>
          <pc:sldMk cId="3890533653" sldId="445"/>
        </pc:sldMkLst>
      </pc:sldChg>
      <pc:sldChg chg="add">
        <pc:chgData name="Agarwal, Vishal Kumar (Agoda)" userId="cad4ea89-12e8-481e-83f6-60738eda428a" providerId="ADAL" clId="{4823D29D-C186-461B-871D-535A12352CCE}" dt="2026-02-16T16:21:19.088" v="16478"/>
        <pc:sldMkLst>
          <pc:docMk/>
          <pc:sldMk cId="3808118217" sldId="446"/>
        </pc:sldMkLst>
      </pc:sldChg>
      <pc:sldChg chg="addSp delSp modSp add del mod">
        <pc:chgData name="Agarwal, Vishal Kumar (Agoda)" userId="cad4ea89-12e8-481e-83f6-60738eda428a" providerId="ADAL" clId="{4823D29D-C186-461B-871D-535A12352CCE}" dt="2026-02-28T04:18:00.675" v="18069" actId="20577"/>
        <pc:sldMkLst>
          <pc:docMk/>
          <pc:sldMk cId="3644499573" sldId="458"/>
        </pc:sldMkLst>
        <pc:spChg chg="mod">
          <ac:chgData name="Agarwal, Vishal Kumar (Agoda)" userId="cad4ea89-12e8-481e-83f6-60738eda428a" providerId="ADAL" clId="{4823D29D-C186-461B-871D-535A12352CCE}" dt="2026-02-13T13:42:53.095" v="14997" actId="948"/>
          <ac:spMkLst>
            <pc:docMk/>
            <pc:sldMk cId="3644499573" sldId="458"/>
            <ac:spMk id="2" creationId="{7BC4FE77-23C5-4D06-9CE9-A243234B23C5}"/>
          </ac:spMkLst>
        </pc:spChg>
        <pc:spChg chg="mod">
          <ac:chgData name="Agarwal, Vishal Kumar (Agoda)" userId="cad4ea89-12e8-481e-83f6-60738eda428a" providerId="ADAL" clId="{4823D29D-C186-461B-871D-535A12352CCE}" dt="2026-02-28T04:18:00.675" v="18069" actId="20577"/>
          <ac:spMkLst>
            <pc:docMk/>
            <pc:sldMk cId="3644499573" sldId="458"/>
            <ac:spMk id="3" creationId="{A425A5D0-39D5-4232-8928-4ECC1B987D1E}"/>
          </ac:spMkLst>
        </pc:spChg>
        <pc:graphicFrameChg chg="add mod ord modVis">
          <ac:chgData name="Agarwal, Vishal Kumar (Agoda)" userId="cad4ea89-12e8-481e-83f6-60738eda428a" providerId="ADAL" clId="{4823D29D-C186-461B-871D-535A12352CCE}" dt="2026-02-13T13:42:53.126" v="15028"/>
          <ac:graphicFrameMkLst>
            <pc:docMk/>
            <pc:sldMk cId="3644499573" sldId="458"/>
            <ac:graphicFrameMk id="6" creationId="{27AB162D-C6EE-2234-ADD0-6BD135120FE8}"/>
          </ac:graphicFrameMkLst>
        </pc:graphicFrameChg>
      </pc:sldChg>
      <pc:sldChg chg="add">
        <pc:chgData name="Agarwal, Vishal Kumar (Agoda)" userId="cad4ea89-12e8-481e-83f6-60738eda428a" providerId="ADAL" clId="{4823D29D-C186-461B-871D-535A12352CCE}" dt="2026-02-07T10:08:00.797" v="13259"/>
        <pc:sldMkLst>
          <pc:docMk/>
          <pc:sldMk cId="3682289259" sldId="509"/>
        </pc:sldMkLst>
      </pc:sldChg>
      <pc:sldChg chg="add">
        <pc:chgData name="Agarwal, Vishal Kumar (Agoda)" userId="cad4ea89-12e8-481e-83f6-60738eda428a" providerId="ADAL" clId="{4823D29D-C186-461B-871D-535A12352CCE}" dt="2026-02-07T10:08:00.797" v="13259"/>
        <pc:sldMkLst>
          <pc:docMk/>
          <pc:sldMk cId="2118509972" sldId="510"/>
        </pc:sldMkLst>
      </pc:sldChg>
      <pc:sldChg chg="add">
        <pc:chgData name="Agarwal, Vishal Kumar (Agoda)" userId="cad4ea89-12e8-481e-83f6-60738eda428a" providerId="ADAL" clId="{4823D29D-C186-461B-871D-535A12352CCE}" dt="2026-02-07T10:08:00.797" v="13259"/>
        <pc:sldMkLst>
          <pc:docMk/>
          <pc:sldMk cId="1167954813" sldId="511"/>
        </pc:sldMkLst>
      </pc:sldChg>
      <pc:sldChg chg="add">
        <pc:chgData name="Agarwal, Vishal Kumar (Agoda)" userId="cad4ea89-12e8-481e-83f6-60738eda428a" providerId="ADAL" clId="{4823D29D-C186-461B-871D-535A12352CCE}" dt="2026-02-07T10:08:00.797" v="13259"/>
        <pc:sldMkLst>
          <pc:docMk/>
          <pc:sldMk cId="3308768981" sldId="512"/>
        </pc:sldMkLst>
      </pc:sldChg>
      <pc:sldChg chg="add">
        <pc:chgData name="Agarwal, Vishal Kumar (Agoda)" userId="cad4ea89-12e8-481e-83f6-60738eda428a" providerId="ADAL" clId="{4823D29D-C186-461B-871D-535A12352CCE}" dt="2026-02-07T10:08:00.797" v="13259"/>
        <pc:sldMkLst>
          <pc:docMk/>
          <pc:sldMk cId="821772567" sldId="513"/>
        </pc:sldMkLst>
      </pc:sldChg>
      <pc:sldChg chg="add">
        <pc:chgData name="Agarwal, Vishal Kumar (Agoda)" userId="cad4ea89-12e8-481e-83f6-60738eda428a" providerId="ADAL" clId="{4823D29D-C186-461B-871D-535A12352CCE}" dt="2026-02-07T10:08:00.797" v="13259"/>
        <pc:sldMkLst>
          <pc:docMk/>
          <pc:sldMk cId="2497193735" sldId="514"/>
        </pc:sldMkLst>
      </pc:sldChg>
      <pc:sldChg chg="add">
        <pc:chgData name="Agarwal, Vishal Kumar (Agoda)" userId="cad4ea89-12e8-481e-83f6-60738eda428a" providerId="ADAL" clId="{4823D29D-C186-461B-871D-535A12352CCE}" dt="2026-02-07T10:08:00.797" v="13259"/>
        <pc:sldMkLst>
          <pc:docMk/>
          <pc:sldMk cId="1306760704" sldId="515"/>
        </pc:sldMkLst>
      </pc:sldChg>
      <pc:sldChg chg="add">
        <pc:chgData name="Agarwal, Vishal Kumar (Agoda)" userId="cad4ea89-12e8-481e-83f6-60738eda428a" providerId="ADAL" clId="{4823D29D-C186-461B-871D-535A12352CCE}" dt="2026-02-07T10:08:00.797" v="13259"/>
        <pc:sldMkLst>
          <pc:docMk/>
          <pc:sldMk cId="1660984033" sldId="516"/>
        </pc:sldMkLst>
      </pc:sldChg>
      <pc:sldChg chg="add">
        <pc:chgData name="Agarwal, Vishal Kumar (Agoda)" userId="cad4ea89-12e8-481e-83f6-60738eda428a" providerId="ADAL" clId="{4823D29D-C186-461B-871D-535A12352CCE}" dt="2026-02-07T10:08:00.797" v="13259"/>
        <pc:sldMkLst>
          <pc:docMk/>
          <pc:sldMk cId="3312104993" sldId="517"/>
        </pc:sldMkLst>
      </pc:sldChg>
      <pc:sldChg chg="add">
        <pc:chgData name="Agarwal, Vishal Kumar (Agoda)" userId="cad4ea89-12e8-481e-83f6-60738eda428a" providerId="ADAL" clId="{4823D29D-C186-461B-871D-535A12352CCE}" dt="2026-02-07T10:08:00.797" v="13259"/>
        <pc:sldMkLst>
          <pc:docMk/>
          <pc:sldMk cId="3026819933" sldId="518"/>
        </pc:sldMkLst>
      </pc:sldChg>
      <pc:sldChg chg="add">
        <pc:chgData name="Agarwal, Vishal Kumar (Agoda)" userId="cad4ea89-12e8-481e-83f6-60738eda428a" providerId="ADAL" clId="{4823D29D-C186-461B-871D-535A12352CCE}" dt="2026-02-07T10:08:00.797" v="13259"/>
        <pc:sldMkLst>
          <pc:docMk/>
          <pc:sldMk cId="3814806321" sldId="519"/>
        </pc:sldMkLst>
      </pc:sldChg>
      <pc:sldChg chg="add">
        <pc:chgData name="Agarwal, Vishal Kumar (Agoda)" userId="cad4ea89-12e8-481e-83f6-60738eda428a" providerId="ADAL" clId="{4823D29D-C186-461B-871D-535A12352CCE}" dt="2026-02-07T10:08:00.797" v="13259"/>
        <pc:sldMkLst>
          <pc:docMk/>
          <pc:sldMk cId="2086988451" sldId="520"/>
        </pc:sldMkLst>
      </pc:sldChg>
      <pc:sldChg chg="add">
        <pc:chgData name="Agarwal, Vishal Kumar (Agoda)" userId="cad4ea89-12e8-481e-83f6-60738eda428a" providerId="ADAL" clId="{4823D29D-C186-461B-871D-535A12352CCE}" dt="2026-02-07T10:08:00.797" v="13259"/>
        <pc:sldMkLst>
          <pc:docMk/>
          <pc:sldMk cId="907384509" sldId="521"/>
        </pc:sldMkLst>
      </pc:sldChg>
      <pc:sldChg chg="add">
        <pc:chgData name="Agarwal, Vishal Kumar (Agoda)" userId="cad4ea89-12e8-481e-83f6-60738eda428a" providerId="ADAL" clId="{4823D29D-C186-461B-871D-535A12352CCE}" dt="2026-02-07T10:08:00.797" v="13259"/>
        <pc:sldMkLst>
          <pc:docMk/>
          <pc:sldMk cId="2880789195" sldId="522"/>
        </pc:sldMkLst>
      </pc:sldChg>
      <pc:sldChg chg="add">
        <pc:chgData name="Agarwal, Vishal Kumar (Agoda)" userId="cad4ea89-12e8-481e-83f6-60738eda428a" providerId="ADAL" clId="{4823D29D-C186-461B-871D-535A12352CCE}" dt="2026-02-16T16:21:19.088" v="16478"/>
        <pc:sldMkLst>
          <pc:docMk/>
          <pc:sldMk cId="2574529679" sldId="633"/>
        </pc:sldMkLst>
      </pc:sldChg>
      <pc:sldChg chg="delSp modSp add del mod">
        <pc:chgData name="Agarwal, Vishal Kumar (Agoda)" userId="cad4ea89-12e8-481e-83f6-60738eda428a" providerId="ADAL" clId="{4823D29D-C186-461B-871D-535A12352CCE}" dt="2026-02-28T03:45:12.916" v="18064" actId="1076"/>
        <pc:sldMkLst>
          <pc:docMk/>
          <pc:sldMk cId="3956922083" sldId="2112"/>
        </pc:sldMkLst>
        <pc:graphicFrameChg chg="mod">
          <ac:chgData name="Agarwal, Vishal Kumar (Agoda)" userId="cad4ea89-12e8-481e-83f6-60738eda428a" providerId="ADAL" clId="{4823D29D-C186-461B-871D-535A12352CCE}" dt="2026-02-28T03:45:12.916" v="18064" actId="1076"/>
          <ac:graphicFrameMkLst>
            <pc:docMk/>
            <pc:sldMk cId="3956922083" sldId="2112"/>
            <ac:graphicFrameMk id="4" creationId="{1C43D050-B61B-4B78-8259-FDB8662EC235}"/>
          </ac:graphicFrameMkLst>
        </pc:graphicFrameChg>
      </pc:sldChg>
      <pc:sldChg chg="delSp add del mod">
        <pc:chgData name="Agarwal, Vishal Kumar (Agoda)" userId="cad4ea89-12e8-481e-83f6-60738eda428a" providerId="ADAL" clId="{4823D29D-C186-461B-871D-535A12352CCE}" dt="2026-02-13T13:33:11.273" v="14846" actId="478"/>
        <pc:sldMkLst>
          <pc:docMk/>
          <pc:sldMk cId="3935630651" sldId="2117"/>
        </pc:sldMkLst>
      </pc:sldChg>
      <pc:sldChg chg="add del">
        <pc:chgData name="Agarwal, Vishal Kumar (Agoda)" userId="cad4ea89-12e8-481e-83f6-60738eda428a" providerId="ADAL" clId="{4823D29D-C186-461B-871D-535A12352CCE}" dt="2026-02-13T13:25:03.755" v="14594"/>
        <pc:sldMkLst>
          <pc:docMk/>
          <pc:sldMk cId="609129441" sldId="2118"/>
        </pc:sldMkLst>
      </pc:sldChg>
      <pc:sldChg chg="delSp add del mod">
        <pc:chgData name="Agarwal, Vishal Kumar (Agoda)" userId="cad4ea89-12e8-481e-83f6-60738eda428a" providerId="ADAL" clId="{4823D29D-C186-461B-871D-535A12352CCE}" dt="2026-02-13T13:52:49.639" v="15682" actId="478"/>
        <pc:sldMkLst>
          <pc:docMk/>
          <pc:sldMk cId="3861908090" sldId="2120"/>
        </pc:sldMkLst>
      </pc:sldChg>
      <pc:sldChg chg="delSp add del mod">
        <pc:chgData name="Agarwal, Vishal Kumar (Agoda)" userId="cad4ea89-12e8-481e-83f6-60738eda428a" providerId="ADAL" clId="{4823D29D-C186-461B-871D-535A12352CCE}" dt="2026-02-13T13:59:54.681" v="15692" actId="478"/>
        <pc:sldMkLst>
          <pc:docMk/>
          <pc:sldMk cId="571157855" sldId="2121"/>
        </pc:sldMkLst>
      </pc:sldChg>
      <pc:sldChg chg="addSp delSp modSp add del mod">
        <pc:chgData name="Agarwal, Vishal Kumar (Agoda)" userId="cad4ea89-12e8-481e-83f6-60738eda428a" providerId="ADAL" clId="{4823D29D-C186-461B-871D-535A12352CCE}" dt="2026-02-13T14:34:02.994" v="15849" actId="20577"/>
        <pc:sldMkLst>
          <pc:docMk/>
          <pc:sldMk cId="299519630" sldId="2122"/>
        </pc:sldMkLst>
        <pc:spChg chg="add mod">
          <ac:chgData name="Agarwal, Vishal Kumar (Agoda)" userId="cad4ea89-12e8-481e-83f6-60738eda428a" providerId="ADAL" clId="{4823D29D-C186-461B-871D-535A12352CCE}" dt="2026-02-13T14:34:02.994" v="15849" actId="20577"/>
          <ac:spMkLst>
            <pc:docMk/>
            <pc:sldMk cId="299519630" sldId="2122"/>
            <ac:spMk id="5" creationId="{4D7090A7-137D-D45B-1332-F87106B88CB3}"/>
          </ac:spMkLst>
        </pc:spChg>
        <pc:graphicFrameChg chg="mod">
          <ac:chgData name="Agarwal, Vishal Kumar (Agoda)" userId="cad4ea89-12e8-481e-83f6-60738eda428a" providerId="ADAL" clId="{4823D29D-C186-461B-871D-535A12352CCE}" dt="2026-02-13T14:33:33.358" v="15712" actId="1076"/>
          <ac:graphicFrameMkLst>
            <pc:docMk/>
            <pc:sldMk cId="299519630" sldId="2122"/>
            <ac:graphicFrameMk id="4" creationId="{789ED2BF-FB6C-4545-A64E-65E5E257F26E}"/>
          </ac:graphicFrameMkLst>
        </pc:graphicFrameChg>
      </pc:sldChg>
      <pc:sldChg chg="delSp add del mod">
        <pc:chgData name="Agarwal, Vishal Kumar (Agoda)" userId="cad4ea89-12e8-481e-83f6-60738eda428a" providerId="ADAL" clId="{4823D29D-C186-461B-871D-535A12352CCE}" dt="2026-02-13T14:28:39.831" v="15699" actId="478"/>
        <pc:sldMkLst>
          <pc:docMk/>
          <pc:sldMk cId="668238323" sldId="2123"/>
        </pc:sldMkLst>
      </pc:sldChg>
      <pc:sldChg chg="delSp add del mod">
        <pc:chgData name="Agarwal, Vishal Kumar (Agoda)" userId="cad4ea89-12e8-481e-83f6-60738eda428a" providerId="ADAL" clId="{4823D29D-C186-461B-871D-535A12352CCE}" dt="2026-02-13T14:28:44.406" v="15702" actId="478"/>
        <pc:sldMkLst>
          <pc:docMk/>
          <pc:sldMk cId="1995388270" sldId="2124"/>
        </pc:sldMkLst>
      </pc:sldChg>
      <pc:sldChg chg="add del">
        <pc:chgData name="Agarwal, Vishal Kumar (Agoda)" userId="cad4ea89-12e8-481e-83f6-60738eda428a" providerId="ADAL" clId="{4823D29D-C186-461B-871D-535A12352CCE}" dt="2026-02-13T13:25:03.755" v="14594"/>
        <pc:sldMkLst>
          <pc:docMk/>
          <pc:sldMk cId="3342878170" sldId="2125"/>
        </pc:sldMkLst>
      </pc:sldChg>
      <pc:sldChg chg="add del">
        <pc:chgData name="Agarwal, Vishal Kumar (Agoda)" userId="cad4ea89-12e8-481e-83f6-60738eda428a" providerId="ADAL" clId="{4823D29D-C186-461B-871D-535A12352CCE}" dt="2026-02-13T13:25:03.755" v="14594"/>
        <pc:sldMkLst>
          <pc:docMk/>
          <pc:sldMk cId="2253490294" sldId="2126"/>
        </pc:sldMkLst>
      </pc:sldChg>
      <pc:sldChg chg="add del">
        <pc:chgData name="Agarwal, Vishal Kumar (Agoda)" userId="cad4ea89-12e8-481e-83f6-60738eda428a" providerId="ADAL" clId="{4823D29D-C186-461B-871D-535A12352CCE}" dt="2026-02-12T14:12:36.106" v="13565"/>
        <pc:sldMkLst>
          <pc:docMk/>
          <pc:sldMk cId="710028155" sldId="2127"/>
        </pc:sldMkLst>
      </pc:sldChg>
      <pc:sldChg chg="add del">
        <pc:chgData name="Agarwal, Vishal Kumar (Agoda)" userId="cad4ea89-12e8-481e-83f6-60738eda428a" providerId="ADAL" clId="{4823D29D-C186-461B-871D-535A12352CCE}" dt="2026-02-12T14:12:36.106" v="13565"/>
        <pc:sldMkLst>
          <pc:docMk/>
          <pc:sldMk cId="2247515371" sldId="2128"/>
        </pc:sldMkLst>
      </pc:sldChg>
      <pc:sldChg chg="add del">
        <pc:chgData name="Agarwal, Vishal Kumar (Agoda)" userId="cad4ea89-12e8-481e-83f6-60738eda428a" providerId="ADAL" clId="{4823D29D-C186-461B-871D-535A12352CCE}" dt="2026-02-12T14:12:36.106" v="13565"/>
        <pc:sldMkLst>
          <pc:docMk/>
          <pc:sldMk cId="562259688" sldId="2129"/>
        </pc:sldMkLst>
      </pc:sldChg>
      <pc:sldChg chg="add del">
        <pc:chgData name="Agarwal, Vishal Kumar (Agoda)" userId="cad4ea89-12e8-481e-83f6-60738eda428a" providerId="ADAL" clId="{4823D29D-C186-461B-871D-535A12352CCE}" dt="2026-02-12T14:12:36.106" v="13565"/>
        <pc:sldMkLst>
          <pc:docMk/>
          <pc:sldMk cId="3420850186" sldId="2130"/>
        </pc:sldMkLst>
      </pc:sldChg>
      <pc:sldChg chg="add del">
        <pc:chgData name="Agarwal, Vishal Kumar (Agoda)" userId="cad4ea89-12e8-481e-83f6-60738eda428a" providerId="ADAL" clId="{4823D29D-C186-461B-871D-535A12352CCE}" dt="2026-02-12T14:12:36.106" v="13565"/>
        <pc:sldMkLst>
          <pc:docMk/>
          <pc:sldMk cId="735462842" sldId="2131"/>
        </pc:sldMkLst>
      </pc:sldChg>
      <pc:sldChg chg="add del">
        <pc:chgData name="Agarwal, Vishal Kumar (Agoda)" userId="cad4ea89-12e8-481e-83f6-60738eda428a" providerId="ADAL" clId="{4823D29D-C186-461B-871D-535A12352CCE}" dt="2026-02-12T14:12:36.106" v="13565"/>
        <pc:sldMkLst>
          <pc:docMk/>
          <pc:sldMk cId="42398643" sldId="2141"/>
        </pc:sldMkLst>
      </pc:sldChg>
      <pc:sldChg chg="add del">
        <pc:chgData name="Agarwal, Vishal Kumar (Agoda)" userId="cad4ea89-12e8-481e-83f6-60738eda428a" providerId="ADAL" clId="{4823D29D-C186-461B-871D-535A12352CCE}" dt="2026-02-12T14:12:36.106" v="13565"/>
        <pc:sldMkLst>
          <pc:docMk/>
          <pc:sldMk cId="904943339" sldId="2142"/>
        </pc:sldMkLst>
      </pc:sldChg>
      <pc:sldChg chg="add del">
        <pc:chgData name="Agarwal, Vishal Kumar (Agoda)" userId="cad4ea89-12e8-481e-83f6-60738eda428a" providerId="ADAL" clId="{4823D29D-C186-461B-871D-535A12352CCE}" dt="2026-02-12T14:12:36.106" v="13565"/>
        <pc:sldMkLst>
          <pc:docMk/>
          <pc:sldMk cId="1634439332" sldId="2143"/>
        </pc:sldMkLst>
      </pc:sldChg>
      <pc:sldChg chg="add del">
        <pc:chgData name="Agarwal, Vishal Kumar (Agoda)" userId="cad4ea89-12e8-481e-83f6-60738eda428a" providerId="ADAL" clId="{4823D29D-C186-461B-871D-535A12352CCE}" dt="2026-02-12T14:12:36.106" v="13565"/>
        <pc:sldMkLst>
          <pc:docMk/>
          <pc:sldMk cId="1583024109" sldId="2144"/>
        </pc:sldMkLst>
      </pc:sldChg>
      <pc:sldChg chg="add del">
        <pc:chgData name="Agarwal, Vishal Kumar (Agoda)" userId="cad4ea89-12e8-481e-83f6-60738eda428a" providerId="ADAL" clId="{4823D29D-C186-461B-871D-535A12352CCE}" dt="2026-02-12T14:12:36.106" v="13565"/>
        <pc:sldMkLst>
          <pc:docMk/>
          <pc:sldMk cId="2844349004" sldId="2145"/>
        </pc:sldMkLst>
      </pc:sldChg>
      <pc:sldChg chg="add del">
        <pc:chgData name="Agarwal, Vishal Kumar (Agoda)" userId="cad4ea89-12e8-481e-83f6-60738eda428a" providerId="ADAL" clId="{4823D29D-C186-461B-871D-535A12352CCE}" dt="2026-02-12T14:12:36.106" v="13565"/>
        <pc:sldMkLst>
          <pc:docMk/>
          <pc:sldMk cId="3481177086" sldId="2146"/>
        </pc:sldMkLst>
      </pc:sldChg>
      <pc:sldChg chg="add del">
        <pc:chgData name="Agarwal, Vishal Kumar (Agoda)" userId="cad4ea89-12e8-481e-83f6-60738eda428a" providerId="ADAL" clId="{4823D29D-C186-461B-871D-535A12352CCE}" dt="2026-02-12T14:12:36.106" v="13565"/>
        <pc:sldMkLst>
          <pc:docMk/>
          <pc:sldMk cId="3691157295" sldId="2147"/>
        </pc:sldMkLst>
      </pc:sldChg>
      <pc:sldChg chg="add del">
        <pc:chgData name="Agarwal, Vishal Kumar (Agoda)" userId="cad4ea89-12e8-481e-83f6-60738eda428a" providerId="ADAL" clId="{4823D29D-C186-461B-871D-535A12352CCE}" dt="2026-02-12T14:12:36.106" v="13565"/>
        <pc:sldMkLst>
          <pc:docMk/>
          <pc:sldMk cId="673023357" sldId="2148"/>
        </pc:sldMkLst>
      </pc:sldChg>
      <pc:sldChg chg="add del">
        <pc:chgData name="Agarwal, Vishal Kumar (Agoda)" userId="cad4ea89-12e8-481e-83f6-60738eda428a" providerId="ADAL" clId="{4823D29D-C186-461B-871D-535A12352CCE}" dt="2026-02-12T14:12:36.106" v="13565"/>
        <pc:sldMkLst>
          <pc:docMk/>
          <pc:sldMk cId="176642915" sldId="2149"/>
        </pc:sldMkLst>
      </pc:sldChg>
      <pc:sldChg chg="add del">
        <pc:chgData name="Agarwal, Vishal Kumar (Agoda)" userId="cad4ea89-12e8-481e-83f6-60738eda428a" providerId="ADAL" clId="{4823D29D-C186-461B-871D-535A12352CCE}" dt="2026-02-12T14:12:36.106" v="13565"/>
        <pc:sldMkLst>
          <pc:docMk/>
          <pc:sldMk cId="2794658270" sldId="2150"/>
        </pc:sldMkLst>
      </pc:sldChg>
      <pc:sldChg chg="add del">
        <pc:chgData name="Agarwal, Vishal Kumar (Agoda)" userId="cad4ea89-12e8-481e-83f6-60738eda428a" providerId="ADAL" clId="{4823D29D-C186-461B-871D-535A12352CCE}" dt="2026-02-12T14:12:36.106" v="13565"/>
        <pc:sldMkLst>
          <pc:docMk/>
          <pc:sldMk cId="4097715129" sldId="2152"/>
        </pc:sldMkLst>
      </pc:sldChg>
      <pc:sldChg chg="add del">
        <pc:chgData name="Agarwal, Vishal Kumar (Agoda)" userId="cad4ea89-12e8-481e-83f6-60738eda428a" providerId="ADAL" clId="{4823D29D-C186-461B-871D-535A12352CCE}" dt="2026-02-12T14:12:36.106" v="13565"/>
        <pc:sldMkLst>
          <pc:docMk/>
          <pc:sldMk cId="1256948258" sldId="2153"/>
        </pc:sldMkLst>
      </pc:sldChg>
      <pc:sldChg chg="add del">
        <pc:chgData name="Agarwal, Vishal Kumar (Agoda)" userId="cad4ea89-12e8-481e-83f6-60738eda428a" providerId="ADAL" clId="{4823D29D-C186-461B-871D-535A12352CCE}" dt="2026-02-12T14:12:36.106" v="13565"/>
        <pc:sldMkLst>
          <pc:docMk/>
          <pc:sldMk cId="3031397616" sldId="2154"/>
        </pc:sldMkLst>
      </pc:sldChg>
      <pc:sldChg chg="add">
        <pc:chgData name="Agarwal, Vishal Kumar (Agoda)" userId="cad4ea89-12e8-481e-83f6-60738eda428a" providerId="ADAL" clId="{4823D29D-C186-461B-871D-535A12352CCE}" dt="2026-02-07T08:56:53.205" v="11875"/>
        <pc:sldMkLst>
          <pc:docMk/>
          <pc:sldMk cId="2584556671" sldId="2170"/>
        </pc:sldMkLst>
      </pc:sldChg>
      <pc:sldChg chg="add">
        <pc:chgData name="Agarwal, Vishal Kumar (Agoda)" userId="cad4ea89-12e8-481e-83f6-60738eda428a" providerId="ADAL" clId="{4823D29D-C186-461B-871D-535A12352CCE}" dt="2026-02-07T10:08:00.797" v="13259"/>
        <pc:sldMkLst>
          <pc:docMk/>
          <pc:sldMk cId="4048101785" sldId="2172"/>
        </pc:sldMkLst>
      </pc:sldChg>
      <pc:sldChg chg="add">
        <pc:chgData name="Agarwal, Vishal Kumar (Agoda)" userId="cad4ea89-12e8-481e-83f6-60738eda428a" providerId="ADAL" clId="{4823D29D-C186-461B-871D-535A12352CCE}" dt="2026-02-07T10:08:00.797" v="13259"/>
        <pc:sldMkLst>
          <pc:docMk/>
          <pc:sldMk cId="739401542" sldId="2173"/>
        </pc:sldMkLst>
      </pc:sldChg>
      <pc:sldChg chg="add">
        <pc:chgData name="Agarwal, Vishal Kumar (Agoda)" userId="cad4ea89-12e8-481e-83f6-60738eda428a" providerId="ADAL" clId="{4823D29D-C186-461B-871D-535A12352CCE}" dt="2026-02-07T10:08:00.797" v="13259"/>
        <pc:sldMkLst>
          <pc:docMk/>
          <pc:sldMk cId="4027550908" sldId="2174"/>
        </pc:sldMkLst>
      </pc:sldChg>
      <pc:sldChg chg="add">
        <pc:chgData name="Agarwal, Vishal Kumar (Agoda)" userId="cad4ea89-12e8-481e-83f6-60738eda428a" providerId="ADAL" clId="{4823D29D-C186-461B-871D-535A12352CCE}" dt="2026-02-07T10:08:00.797" v="13259"/>
        <pc:sldMkLst>
          <pc:docMk/>
          <pc:sldMk cId="760793665" sldId="2179"/>
        </pc:sldMkLst>
      </pc:sldChg>
      <pc:sldChg chg="add">
        <pc:chgData name="Agarwal, Vishal Kumar (Agoda)" userId="cad4ea89-12e8-481e-83f6-60738eda428a" providerId="ADAL" clId="{4823D29D-C186-461B-871D-535A12352CCE}" dt="2026-02-07T10:08:00.797" v="13259"/>
        <pc:sldMkLst>
          <pc:docMk/>
          <pc:sldMk cId="3568955201" sldId="2180"/>
        </pc:sldMkLst>
      </pc:sldChg>
      <pc:sldChg chg="add">
        <pc:chgData name="Agarwal, Vishal Kumar (Agoda)" userId="cad4ea89-12e8-481e-83f6-60738eda428a" providerId="ADAL" clId="{4823D29D-C186-461B-871D-535A12352CCE}" dt="2026-02-07T10:08:00.797" v="13259"/>
        <pc:sldMkLst>
          <pc:docMk/>
          <pc:sldMk cId="1005966231" sldId="2181"/>
        </pc:sldMkLst>
      </pc:sldChg>
      <pc:sldChg chg="add">
        <pc:chgData name="Agarwal, Vishal Kumar (Agoda)" userId="cad4ea89-12e8-481e-83f6-60738eda428a" providerId="ADAL" clId="{4823D29D-C186-461B-871D-535A12352CCE}" dt="2026-02-07T10:08:00.797" v="13259"/>
        <pc:sldMkLst>
          <pc:docMk/>
          <pc:sldMk cId="1139463127" sldId="2182"/>
        </pc:sldMkLst>
      </pc:sldChg>
      <pc:sldChg chg="add">
        <pc:chgData name="Agarwal, Vishal Kumar (Agoda)" userId="cad4ea89-12e8-481e-83f6-60738eda428a" providerId="ADAL" clId="{4823D29D-C186-461B-871D-535A12352CCE}" dt="2026-02-07T10:08:00.797" v="13259"/>
        <pc:sldMkLst>
          <pc:docMk/>
          <pc:sldMk cId="2400822955" sldId="2183"/>
        </pc:sldMkLst>
      </pc:sldChg>
      <pc:sldChg chg="add">
        <pc:chgData name="Agarwal, Vishal Kumar (Agoda)" userId="cad4ea89-12e8-481e-83f6-60738eda428a" providerId="ADAL" clId="{4823D29D-C186-461B-871D-535A12352CCE}" dt="2026-02-07T10:08:00.797" v="13259"/>
        <pc:sldMkLst>
          <pc:docMk/>
          <pc:sldMk cId="901163328" sldId="2184"/>
        </pc:sldMkLst>
      </pc:sldChg>
      <pc:sldChg chg="add">
        <pc:chgData name="Agarwal, Vishal Kumar (Agoda)" userId="cad4ea89-12e8-481e-83f6-60738eda428a" providerId="ADAL" clId="{4823D29D-C186-461B-871D-535A12352CCE}" dt="2026-02-07T10:08:00.797" v="13259"/>
        <pc:sldMkLst>
          <pc:docMk/>
          <pc:sldMk cId="103835199" sldId="2185"/>
        </pc:sldMkLst>
      </pc:sldChg>
      <pc:sldChg chg="add">
        <pc:chgData name="Agarwal, Vishal Kumar (Agoda)" userId="cad4ea89-12e8-481e-83f6-60738eda428a" providerId="ADAL" clId="{4823D29D-C186-461B-871D-535A12352CCE}" dt="2026-02-07T10:08:00.797" v="13259"/>
        <pc:sldMkLst>
          <pc:docMk/>
          <pc:sldMk cId="3639601898" sldId="2186"/>
        </pc:sldMkLst>
      </pc:sldChg>
      <pc:sldChg chg="add">
        <pc:chgData name="Agarwal, Vishal Kumar (Agoda)" userId="cad4ea89-12e8-481e-83f6-60738eda428a" providerId="ADAL" clId="{4823D29D-C186-461B-871D-535A12352CCE}" dt="2026-02-07T10:08:00.797" v="13259"/>
        <pc:sldMkLst>
          <pc:docMk/>
          <pc:sldMk cId="845053705" sldId="2187"/>
        </pc:sldMkLst>
      </pc:sldChg>
      <pc:sldChg chg="add">
        <pc:chgData name="Agarwal, Vishal Kumar (Agoda)" userId="cad4ea89-12e8-481e-83f6-60738eda428a" providerId="ADAL" clId="{4823D29D-C186-461B-871D-535A12352CCE}" dt="2026-02-07T10:08:00.797" v="13259"/>
        <pc:sldMkLst>
          <pc:docMk/>
          <pc:sldMk cId="3108407813" sldId="2188"/>
        </pc:sldMkLst>
      </pc:sldChg>
      <pc:sldChg chg="add">
        <pc:chgData name="Agarwal, Vishal Kumar (Agoda)" userId="cad4ea89-12e8-481e-83f6-60738eda428a" providerId="ADAL" clId="{4823D29D-C186-461B-871D-535A12352CCE}" dt="2026-02-07T10:08:00.797" v="13259"/>
        <pc:sldMkLst>
          <pc:docMk/>
          <pc:sldMk cId="1375967385" sldId="2191"/>
        </pc:sldMkLst>
      </pc:sldChg>
      <pc:sldChg chg="add">
        <pc:chgData name="Agarwal, Vishal Kumar (Agoda)" userId="cad4ea89-12e8-481e-83f6-60738eda428a" providerId="ADAL" clId="{4823D29D-C186-461B-871D-535A12352CCE}" dt="2026-02-07T10:08:00.797" v="13259"/>
        <pc:sldMkLst>
          <pc:docMk/>
          <pc:sldMk cId="2877891542" sldId="2192"/>
        </pc:sldMkLst>
      </pc:sldChg>
      <pc:sldChg chg="add">
        <pc:chgData name="Agarwal, Vishal Kumar (Agoda)" userId="cad4ea89-12e8-481e-83f6-60738eda428a" providerId="ADAL" clId="{4823D29D-C186-461B-871D-535A12352CCE}" dt="2026-02-07T10:08:00.797" v="13259"/>
        <pc:sldMkLst>
          <pc:docMk/>
          <pc:sldMk cId="3612146234" sldId="2193"/>
        </pc:sldMkLst>
      </pc:sldChg>
      <pc:sldChg chg="add">
        <pc:chgData name="Agarwal, Vishal Kumar (Agoda)" userId="cad4ea89-12e8-481e-83f6-60738eda428a" providerId="ADAL" clId="{4823D29D-C186-461B-871D-535A12352CCE}" dt="2026-02-07T10:08:00.797" v="13259"/>
        <pc:sldMkLst>
          <pc:docMk/>
          <pc:sldMk cId="1654359025" sldId="2194"/>
        </pc:sldMkLst>
      </pc:sldChg>
      <pc:sldChg chg="add">
        <pc:chgData name="Agarwal, Vishal Kumar (Agoda)" userId="cad4ea89-12e8-481e-83f6-60738eda428a" providerId="ADAL" clId="{4823D29D-C186-461B-871D-535A12352CCE}" dt="2026-02-07T10:08:00.797" v="13259"/>
        <pc:sldMkLst>
          <pc:docMk/>
          <pc:sldMk cId="384570984" sldId="2195"/>
        </pc:sldMkLst>
      </pc:sldChg>
      <pc:sldChg chg="delSp add mod">
        <pc:chgData name="Agarwal, Vishal Kumar (Agoda)" userId="cad4ea89-12e8-481e-83f6-60738eda428a" providerId="ADAL" clId="{4823D29D-C186-461B-871D-535A12352CCE}" dt="2026-02-28T03:19:21.301" v="18056" actId="478"/>
        <pc:sldMkLst>
          <pc:docMk/>
          <pc:sldMk cId="4058455125" sldId="2196"/>
        </pc:sldMkLst>
        <pc:picChg chg="del">
          <ac:chgData name="Agarwal, Vishal Kumar (Agoda)" userId="cad4ea89-12e8-481e-83f6-60738eda428a" providerId="ADAL" clId="{4823D29D-C186-461B-871D-535A12352CCE}" dt="2026-02-28T03:19:21.301" v="18056" actId="478"/>
          <ac:picMkLst>
            <pc:docMk/>
            <pc:sldMk cId="4058455125" sldId="2196"/>
            <ac:picMk id="7" creationId="{79B75411-6F30-4AA2-B885-8357D7CD2524}"/>
          </ac:picMkLst>
        </pc:picChg>
      </pc:sldChg>
      <pc:sldChg chg="add">
        <pc:chgData name="Agarwal, Vishal Kumar (Agoda)" userId="cad4ea89-12e8-481e-83f6-60738eda428a" providerId="ADAL" clId="{4823D29D-C186-461B-871D-535A12352CCE}" dt="2026-02-07T10:08:00.797" v="13259"/>
        <pc:sldMkLst>
          <pc:docMk/>
          <pc:sldMk cId="3899392542" sldId="2197"/>
        </pc:sldMkLst>
      </pc:sldChg>
      <pc:sldChg chg="add">
        <pc:chgData name="Agarwal, Vishal Kumar (Agoda)" userId="cad4ea89-12e8-481e-83f6-60738eda428a" providerId="ADAL" clId="{4823D29D-C186-461B-871D-535A12352CCE}" dt="2026-02-07T10:08:00.797" v="13259"/>
        <pc:sldMkLst>
          <pc:docMk/>
          <pc:sldMk cId="2288659933" sldId="2198"/>
        </pc:sldMkLst>
      </pc:sldChg>
      <pc:sldChg chg="add">
        <pc:chgData name="Agarwal, Vishal Kumar (Agoda)" userId="cad4ea89-12e8-481e-83f6-60738eda428a" providerId="ADAL" clId="{4823D29D-C186-461B-871D-535A12352CCE}" dt="2026-02-07T10:08:00.797" v="13259"/>
        <pc:sldMkLst>
          <pc:docMk/>
          <pc:sldMk cId="2706042869" sldId="2199"/>
        </pc:sldMkLst>
      </pc:sldChg>
      <pc:sldChg chg="add">
        <pc:chgData name="Agarwal, Vishal Kumar (Agoda)" userId="cad4ea89-12e8-481e-83f6-60738eda428a" providerId="ADAL" clId="{4823D29D-C186-461B-871D-535A12352CCE}" dt="2026-02-16T16:21:19.088" v="16478"/>
        <pc:sldMkLst>
          <pc:docMk/>
          <pc:sldMk cId="260142313" sldId="2200"/>
        </pc:sldMkLst>
      </pc:sldChg>
      <pc:sldChg chg="add">
        <pc:chgData name="Agarwal, Vishal Kumar (Agoda)" userId="cad4ea89-12e8-481e-83f6-60738eda428a" providerId="ADAL" clId="{4823D29D-C186-461B-871D-535A12352CCE}" dt="2026-02-16T16:21:19.088" v="16478"/>
        <pc:sldMkLst>
          <pc:docMk/>
          <pc:sldMk cId="3239135357" sldId="2201"/>
        </pc:sldMkLst>
      </pc:sldChg>
      <pc:sldChg chg="add">
        <pc:chgData name="Agarwal, Vishal Kumar (Agoda)" userId="cad4ea89-12e8-481e-83f6-60738eda428a" providerId="ADAL" clId="{4823D29D-C186-461B-871D-535A12352CCE}" dt="2026-02-16T16:21:19.088" v="16478"/>
        <pc:sldMkLst>
          <pc:docMk/>
          <pc:sldMk cId="3639561417" sldId="2202"/>
        </pc:sldMkLst>
      </pc:sldChg>
      <pc:sldChg chg="add">
        <pc:chgData name="Agarwal, Vishal Kumar (Agoda)" userId="cad4ea89-12e8-481e-83f6-60738eda428a" providerId="ADAL" clId="{4823D29D-C186-461B-871D-535A12352CCE}" dt="2026-02-16T16:21:19.088" v="16478"/>
        <pc:sldMkLst>
          <pc:docMk/>
          <pc:sldMk cId="2355814964" sldId="2203"/>
        </pc:sldMkLst>
      </pc:sldChg>
      <pc:sldChg chg="add">
        <pc:chgData name="Agarwal, Vishal Kumar (Agoda)" userId="cad4ea89-12e8-481e-83f6-60738eda428a" providerId="ADAL" clId="{4823D29D-C186-461B-871D-535A12352CCE}" dt="2026-02-16T16:21:19.088" v="16478"/>
        <pc:sldMkLst>
          <pc:docMk/>
          <pc:sldMk cId="924024553" sldId="2204"/>
        </pc:sldMkLst>
      </pc:sldChg>
      <pc:sldChg chg="add">
        <pc:chgData name="Agarwal, Vishal Kumar (Agoda)" userId="cad4ea89-12e8-481e-83f6-60738eda428a" providerId="ADAL" clId="{4823D29D-C186-461B-871D-535A12352CCE}" dt="2026-02-16T16:21:19.088" v="16478"/>
        <pc:sldMkLst>
          <pc:docMk/>
          <pc:sldMk cId="1830218419" sldId="2205"/>
        </pc:sldMkLst>
      </pc:sldChg>
      <pc:sldChg chg="add">
        <pc:chgData name="Agarwal, Vishal Kumar (Agoda)" userId="cad4ea89-12e8-481e-83f6-60738eda428a" providerId="ADAL" clId="{4823D29D-C186-461B-871D-535A12352CCE}" dt="2026-02-16T16:21:19.088" v="16478"/>
        <pc:sldMkLst>
          <pc:docMk/>
          <pc:sldMk cId="682968439" sldId="2206"/>
        </pc:sldMkLst>
      </pc:sldChg>
      <pc:sldChg chg="add">
        <pc:chgData name="Agarwal, Vishal Kumar (Agoda)" userId="cad4ea89-12e8-481e-83f6-60738eda428a" providerId="ADAL" clId="{4823D29D-C186-461B-871D-535A12352CCE}" dt="2026-02-16T16:21:19.088" v="16478"/>
        <pc:sldMkLst>
          <pc:docMk/>
          <pc:sldMk cId="3563960599" sldId="2207"/>
        </pc:sldMkLst>
      </pc:sldChg>
      <pc:sldChg chg="add">
        <pc:chgData name="Agarwal, Vishal Kumar (Agoda)" userId="cad4ea89-12e8-481e-83f6-60738eda428a" providerId="ADAL" clId="{4823D29D-C186-461B-871D-535A12352CCE}" dt="2026-02-07T08:56:53.205" v="11875"/>
        <pc:sldMkLst>
          <pc:docMk/>
          <pc:sldMk cId="4151897692" sldId="2227"/>
        </pc:sldMkLst>
      </pc:sldChg>
      <pc:sldChg chg="add">
        <pc:chgData name="Agarwal, Vishal Kumar (Agoda)" userId="cad4ea89-12e8-481e-83f6-60738eda428a" providerId="ADAL" clId="{4823D29D-C186-461B-871D-535A12352CCE}" dt="2026-02-07T08:56:53.205" v="11875"/>
        <pc:sldMkLst>
          <pc:docMk/>
          <pc:sldMk cId="1648532064" sldId="2228"/>
        </pc:sldMkLst>
      </pc:sldChg>
      <pc:sldChg chg="add">
        <pc:chgData name="Agarwal, Vishal Kumar (Agoda)" userId="cad4ea89-12e8-481e-83f6-60738eda428a" providerId="ADAL" clId="{4823D29D-C186-461B-871D-535A12352CCE}" dt="2026-02-07T08:56:53.205" v="11875"/>
        <pc:sldMkLst>
          <pc:docMk/>
          <pc:sldMk cId="1405358865" sldId="2229"/>
        </pc:sldMkLst>
      </pc:sldChg>
      <pc:sldChg chg="add">
        <pc:chgData name="Agarwal, Vishal Kumar (Agoda)" userId="cad4ea89-12e8-481e-83f6-60738eda428a" providerId="ADAL" clId="{4823D29D-C186-461B-871D-535A12352CCE}" dt="2026-02-07T10:08:00.797" v="13259"/>
        <pc:sldMkLst>
          <pc:docMk/>
          <pc:sldMk cId="2988651799" sldId="2232"/>
        </pc:sldMkLst>
      </pc:sldChg>
      <pc:sldChg chg="add">
        <pc:chgData name="Agarwal, Vishal Kumar (Agoda)" userId="cad4ea89-12e8-481e-83f6-60738eda428a" providerId="ADAL" clId="{4823D29D-C186-461B-871D-535A12352CCE}" dt="2026-02-07T10:08:00.797" v="13259"/>
        <pc:sldMkLst>
          <pc:docMk/>
          <pc:sldMk cId="3491503732" sldId="2233"/>
        </pc:sldMkLst>
      </pc:sldChg>
      <pc:sldChg chg="add del">
        <pc:chgData name="Agarwal, Vishal Kumar (Agoda)" userId="cad4ea89-12e8-481e-83f6-60738eda428a" providerId="ADAL" clId="{4823D29D-C186-461B-871D-535A12352CCE}" dt="2026-02-12T14:12:36.106" v="13565"/>
        <pc:sldMkLst>
          <pc:docMk/>
          <pc:sldMk cId="2939531590" sldId="2234"/>
        </pc:sldMkLst>
      </pc:sldChg>
      <pc:sldChg chg="add">
        <pc:chgData name="Agarwal, Vishal Kumar (Agoda)" userId="cad4ea89-12e8-481e-83f6-60738eda428a" providerId="ADAL" clId="{4823D29D-C186-461B-871D-535A12352CCE}" dt="2026-02-07T10:08:00.797" v="13259"/>
        <pc:sldMkLst>
          <pc:docMk/>
          <pc:sldMk cId="1036754115" sldId="2235"/>
        </pc:sldMkLst>
      </pc:sldChg>
      <pc:sldChg chg="add">
        <pc:chgData name="Agarwal, Vishal Kumar (Agoda)" userId="cad4ea89-12e8-481e-83f6-60738eda428a" providerId="ADAL" clId="{4823D29D-C186-461B-871D-535A12352CCE}" dt="2026-02-07T10:08:00.797" v="13259"/>
        <pc:sldMkLst>
          <pc:docMk/>
          <pc:sldMk cId="1678195394" sldId="2236"/>
        </pc:sldMkLst>
      </pc:sldChg>
      <pc:sldChg chg="add">
        <pc:chgData name="Agarwal, Vishal Kumar (Agoda)" userId="cad4ea89-12e8-481e-83f6-60738eda428a" providerId="ADAL" clId="{4823D29D-C186-461B-871D-535A12352CCE}" dt="2026-02-07T10:08:00.797" v="13259"/>
        <pc:sldMkLst>
          <pc:docMk/>
          <pc:sldMk cId="1584543134" sldId="2238"/>
        </pc:sldMkLst>
      </pc:sldChg>
      <pc:sldChg chg="add">
        <pc:chgData name="Agarwal, Vishal Kumar (Agoda)" userId="cad4ea89-12e8-481e-83f6-60738eda428a" providerId="ADAL" clId="{4823D29D-C186-461B-871D-535A12352CCE}" dt="2026-02-07T10:08:00.797" v="13259"/>
        <pc:sldMkLst>
          <pc:docMk/>
          <pc:sldMk cId="1080448024" sldId="2239"/>
        </pc:sldMkLst>
      </pc:sldChg>
      <pc:sldChg chg="add">
        <pc:chgData name="Agarwal, Vishal Kumar (Agoda)" userId="cad4ea89-12e8-481e-83f6-60738eda428a" providerId="ADAL" clId="{4823D29D-C186-461B-871D-535A12352CCE}" dt="2026-02-07T10:08:00.797" v="13259"/>
        <pc:sldMkLst>
          <pc:docMk/>
          <pc:sldMk cId="2359100025" sldId="2240"/>
        </pc:sldMkLst>
      </pc:sldChg>
      <pc:sldChg chg="add">
        <pc:chgData name="Agarwal, Vishal Kumar (Agoda)" userId="cad4ea89-12e8-481e-83f6-60738eda428a" providerId="ADAL" clId="{4823D29D-C186-461B-871D-535A12352CCE}" dt="2026-02-07T10:08:00.797" v="13259"/>
        <pc:sldMkLst>
          <pc:docMk/>
          <pc:sldMk cId="342363715" sldId="2241"/>
        </pc:sldMkLst>
      </pc:sldChg>
      <pc:sldChg chg="add">
        <pc:chgData name="Agarwal, Vishal Kumar (Agoda)" userId="cad4ea89-12e8-481e-83f6-60738eda428a" providerId="ADAL" clId="{4823D29D-C186-461B-871D-535A12352CCE}" dt="2026-02-07T10:08:00.797" v="13259"/>
        <pc:sldMkLst>
          <pc:docMk/>
          <pc:sldMk cId="3053456129" sldId="2242"/>
        </pc:sldMkLst>
      </pc:sldChg>
      <pc:sldChg chg="add del">
        <pc:chgData name="Agarwal, Vishal Kumar (Agoda)" userId="cad4ea89-12e8-481e-83f6-60738eda428a" providerId="ADAL" clId="{4823D29D-C186-461B-871D-535A12352CCE}" dt="2026-02-12T14:12:36.106" v="13565"/>
        <pc:sldMkLst>
          <pc:docMk/>
          <pc:sldMk cId="2484302117" sldId="2243"/>
        </pc:sldMkLst>
      </pc:sldChg>
      <pc:sldChg chg="add">
        <pc:chgData name="Agarwal, Vishal Kumar (Agoda)" userId="cad4ea89-12e8-481e-83f6-60738eda428a" providerId="ADAL" clId="{4823D29D-C186-461B-871D-535A12352CCE}" dt="2026-02-07T10:08:00.797" v="13259"/>
        <pc:sldMkLst>
          <pc:docMk/>
          <pc:sldMk cId="227829962" sldId="2244"/>
        </pc:sldMkLst>
      </pc:sldChg>
      <pc:sldChg chg="add">
        <pc:chgData name="Agarwal, Vishal Kumar (Agoda)" userId="cad4ea89-12e8-481e-83f6-60738eda428a" providerId="ADAL" clId="{4823D29D-C186-461B-871D-535A12352CCE}" dt="2026-02-07T10:08:00.797" v="13259"/>
        <pc:sldMkLst>
          <pc:docMk/>
          <pc:sldMk cId="1275847341" sldId="2245"/>
        </pc:sldMkLst>
      </pc:sldChg>
      <pc:sldChg chg="add">
        <pc:chgData name="Agarwal, Vishal Kumar (Agoda)" userId="cad4ea89-12e8-481e-83f6-60738eda428a" providerId="ADAL" clId="{4823D29D-C186-461B-871D-535A12352CCE}" dt="2026-02-07T10:08:00.797" v="13259"/>
        <pc:sldMkLst>
          <pc:docMk/>
          <pc:sldMk cId="756737120" sldId="2246"/>
        </pc:sldMkLst>
      </pc:sldChg>
      <pc:sldChg chg="add">
        <pc:chgData name="Agarwal, Vishal Kumar (Agoda)" userId="cad4ea89-12e8-481e-83f6-60738eda428a" providerId="ADAL" clId="{4823D29D-C186-461B-871D-535A12352CCE}" dt="2026-02-07T10:08:00.797" v="13259"/>
        <pc:sldMkLst>
          <pc:docMk/>
          <pc:sldMk cId="1191228420" sldId="2247"/>
        </pc:sldMkLst>
      </pc:sldChg>
      <pc:sldChg chg="add">
        <pc:chgData name="Agarwal, Vishal Kumar (Agoda)" userId="cad4ea89-12e8-481e-83f6-60738eda428a" providerId="ADAL" clId="{4823D29D-C186-461B-871D-535A12352CCE}" dt="2026-02-07T10:08:00.797" v="13259"/>
        <pc:sldMkLst>
          <pc:docMk/>
          <pc:sldMk cId="3856227640" sldId="2248"/>
        </pc:sldMkLst>
      </pc:sldChg>
      <pc:sldChg chg="add">
        <pc:chgData name="Agarwal, Vishal Kumar (Agoda)" userId="cad4ea89-12e8-481e-83f6-60738eda428a" providerId="ADAL" clId="{4823D29D-C186-461B-871D-535A12352CCE}" dt="2026-02-07T10:08:00.797" v="13259"/>
        <pc:sldMkLst>
          <pc:docMk/>
          <pc:sldMk cId="1820198996" sldId="2249"/>
        </pc:sldMkLst>
      </pc:sldChg>
      <pc:sldChg chg="add del">
        <pc:chgData name="Agarwal, Vishal Kumar (Agoda)" userId="cad4ea89-12e8-481e-83f6-60738eda428a" providerId="ADAL" clId="{4823D29D-C186-461B-871D-535A12352CCE}" dt="2026-02-12T14:12:36.106" v="13565"/>
        <pc:sldMkLst>
          <pc:docMk/>
          <pc:sldMk cId="2375932122" sldId="2253"/>
        </pc:sldMkLst>
      </pc:sldChg>
      <pc:sldChg chg="add del">
        <pc:chgData name="Agarwal, Vishal Kumar (Agoda)" userId="cad4ea89-12e8-481e-83f6-60738eda428a" providerId="ADAL" clId="{4823D29D-C186-461B-871D-535A12352CCE}" dt="2026-02-12T14:12:36.106" v="13565"/>
        <pc:sldMkLst>
          <pc:docMk/>
          <pc:sldMk cId="2917040453" sldId="2254"/>
        </pc:sldMkLst>
      </pc:sldChg>
      <pc:sldChg chg="add del">
        <pc:chgData name="Agarwal, Vishal Kumar (Agoda)" userId="cad4ea89-12e8-481e-83f6-60738eda428a" providerId="ADAL" clId="{4823D29D-C186-461B-871D-535A12352CCE}" dt="2026-02-12T14:12:36.106" v="13565"/>
        <pc:sldMkLst>
          <pc:docMk/>
          <pc:sldMk cId="1332486025" sldId="2255"/>
        </pc:sldMkLst>
      </pc:sldChg>
      <pc:sldChg chg="add del">
        <pc:chgData name="Agarwal, Vishal Kumar (Agoda)" userId="cad4ea89-12e8-481e-83f6-60738eda428a" providerId="ADAL" clId="{4823D29D-C186-461B-871D-535A12352CCE}" dt="2026-02-12T14:12:36.106" v="13565"/>
        <pc:sldMkLst>
          <pc:docMk/>
          <pc:sldMk cId="4202675123" sldId="2256"/>
        </pc:sldMkLst>
      </pc:sldChg>
      <pc:sldChg chg="add del">
        <pc:chgData name="Agarwal, Vishal Kumar (Agoda)" userId="cad4ea89-12e8-481e-83f6-60738eda428a" providerId="ADAL" clId="{4823D29D-C186-461B-871D-535A12352CCE}" dt="2026-02-12T14:12:36.106" v="13565"/>
        <pc:sldMkLst>
          <pc:docMk/>
          <pc:sldMk cId="2551649616" sldId="2257"/>
        </pc:sldMkLst>
      </pc:sldChg>
      <pc:sldChg chg="add del">
        <pc:chgData name="Agarwal, Vishal Kumar (Agoda)" userId="cad4ea89-12e8-481e-83f6-60738eda428a" providerId="ADAL" clId="{4823D29D-C186-461B-871D-535A12352CCE}" dt="2026-02-12T14:12:36.106" v="13565"/>
        <pc:sldMkLst>
          <pc:docMk/>
          <pc:sldMk cId="3290944241" sldId="2258"/>
        </pc:sldMkLst>
      </pc:sldChg>
      <pc:sldChg chg="add">
        <pc:chgData name="Agarwal, Vishal Kumar (Agoda)" userId="cad4ea89-12e8-481e-83f6-60738eda428a" providerId="ADAL" clId="{4823D29D-C186-461B-871D-535A12352CCE}" dt="2026-02-07T10:08:00.797" v="13259"/>
        <pc:sldMkLst>
          <pc:docMk/>
          <pc:sldMk cId="715140085" sldId="2287"/>
        </pc:sldMkLst>
      </pc:sldChg>
      <pc:sldChg chg="add">
        <pc:chgData name="Agarwal, Vishal Kumar (Agoda)" userId="cad4ea89-12e8-481e-83f6-60738eda428a" providerId="ADAL" clId="{4823D29D-C186-461B-871D-535A12352CCE}" dt="2026-02-07T10:08:00.797" v="13259"/>
        <pc:sldMkLst>
          <pc:docMk/>
          <pc:sldMk cId="2648761443" sldId="2288"/>
        </pc:sldMkLst>
      </pc:sldChg>
      <pc:sldChg chg="add">
        <pc:chgData name="Agarwal, Vishal Kumar (Agoda)" userId="cad4ea89-12e8-481e-83f6-60738eda428a" providerId="ADAL" clId="{4823D29D-C186-461B-871D-535A12352CCE}" dt="2026-02-07T10:08:00.797" v="13259"/>
        <pc:sldMkLst>
          <pc:docMk/>
          <pc:sldMk cId="3090760549" sldId="2289"/>
        </pc:sldMkLst>
      </pc:sldChg>
      <pc:sldChg chg="add">
        <pc:chgData name="Agarwal, Vishal Kumar (Agoda)" userId="cad4ea89-12e8-481e-83f6-60738eda428a" providerId="ADAL" clId="{4823D29D-C186-461B-871D-535A12352CCE}" dt="2026-02-07T10:08:00.797" v="13259"/>
        <pc:sldMkLst>
          <pc:docMk/>
          <pc:sldMk cId="2723896139" sldId="2290"/>
        </pc:sldMkLst>
      </pc:sldChg>
      <pc:sldChg chg="add">
        <pc:chgData name="Agarwal, Vishal Kumar (Agoda)" userId="cad4ea89-12e8-481e-83f6-60738eda428a" providerId="ADAL" clId="{4823D29D-C186-461B-871D-535A12352CCE}" dt="2026-02-07T10:08:00.797" v="13259"/>
        <pc:sldMkLst>
          <pc:docMk/>
          <pc:sldMk cId="3452650316" sldId="2291"/>
        </pc:sldMkLst>
      </pc:sldChg>
      <pc:sldChg chg="add">
        <pc:chgData name="Agarwal, Vishal Kumar (Agoda)" userId="cad4ea89-12e8-481e-83f6-60738eda428a" providerId="ADAL" clId="{4823D29D-C186-461B-871D-535A12352CCE}" dt="2026-02-07T10:08:00.797" v="13259"/>
        <pc:sldMkLst>
          <pc:docMk/>
          <pc:sldMk cId="647314664" sldId="2292"/>
        </pc:sldMkLst>
      </pc:sldChg>
      <pc:sldChg chg="add">
        <pc:chgData name="Agarwal, Vishal Kumar (Agoda)" userId="cad4ea89-12e8-481e-83f6-60738eda428a" providerId="ADAL" clId="{4823D29D-C186-461B-871D-535A12352CCE}" dt="2026-02-07T10:08:00.797" v="13259"/>
        <pc:sldMkLst>
          <pc:docMk/>
          <pc:sldMk cId="1605699326" sldId="2293"/>
        </pc:sldMkLst>
      </pc:sldChg>
      <pc:sldChg chg="add">
        <pc:chgData name="Agarwal, Vishal Kumar (Agoda)" userId="cad4ea89-12e8-481e-83f6-60738eda428a" providerId="ADAL" clId="{4823D29D-C186-461B-871D-535A12352CCE}" dt="2026-02-07T10:08:00.797" v="13259"/>
        <pc:sldMkLst>
          <pc:docMk/>
          <pc:sldMk cId="4029606422" sldId="2305"/>
        </pc:sldMkLst>
      </pc:sldChg>
      <pc:sldChg chg="add">
        <pc:chgData name="Agarwal, Vishal Kumar (Agoda)" userId="cad4ea89-12e8-481e-83f6-60738eda428a" providerId="ADAL" clId="{4823D29D-C186-461B-871D-535A12352CCE}" dt="2026-02-07T08:56:53.205" v="11875"/>
        <pc:sldMkLst>
          <pc:docMk/>
          <pc:sldMk cId="2829110340" sldId="2311"/>
        </pc:sldMkLst>
      </pc:sldChg>
      <pc:sldChg chg="delSp modSp add mod">
        <pc:chgData name="Agarwal, Vishal Kumar (Agoda)" userId="cad4ea89-12e8-481e-83f6-60738eda428a" providerId="ADAL" clId="{4823D29D-C186-461B-871D-535A12352CCE}" dt="2026-02-16T16:20:49.705" v="16477" actId="20577"/>
        <pc:sldMkLst>
          <pc:docMk/>
          <pc:sldMk cId="1674764651" sldId="2313"/>
        </pc:sldMkLst>
        <pc:spChg chg="mod">
          <ac:chgData name="Agarwal, Vishal Kumar (Agoda)" userId="cad4ea89-12e8-481e-83f6-60738eda428a" providerId="ADAL" clId="{4823D29D-C186-461B-871D-535A12352CCE}" dt="2026-02-16T16:20:49.705" v="16477" actId="20577"/>
          <ac:spMkLst>
            <pc:docMk/>
            <pc:sldMk cId="1674764651" sldId="2313"/>
            <ac:spMk id="3" creationId="{D7188E6F-C159-4A60-B023-061FA47128AF}"/>
          </ac:spMkLst>
        </pc:spChg>
      </pc:sldChg>
      <pc:sldChg chg="delSp add del mod">
        <pc:chgData name="Agarwal, Vishal Kumar (Agoda)" userId="cad4ea89-12e8-481e-83f6-60738eda428a" providerId="ADAL" clId="{4823D29D-C186-461B-871D-535A12352CCE}" dt="2026-02-13T14:34:39.499" v="15850" actId="478"/>
        <pc:sldMkLst>
          <pc:docMk/>
          <pc:sldMk cId="4081697368" sldId="2315"/>
        </pc:sldMkLst>
      </pc:sldChg>
      <pc:sldChg chg="add del">
        <pc:chgData name="Agarwal, Vishal Kumar (Agoda)" userId="cad4ea89-12e8-481e-83f6-60738eda428a" providerId="ADAL" clId="{4823D29D-C186-461B-871D-535A12352CCE}" dt="2026-02-13T13:25:03.755" v="14594"/>
        <pc:sldMkLst>
          <pc:docMk/>
          <pc:sldMk cId="3259716301" sldId="2316"/>
        </pc:sldMkLst>
      </pc:sldChg>
      <pc:sldChg chg="delSp add del mod">
        <pc:chgData name="Agarwal, Vishal Kumar (Agoda)" userId="cad4ea89-12e8-481e-83f6-60738eda428a" providerId="ADAL" clId="{4823D29D-C186-461B-871D-535A12352CCE}" dt="2026-02-13T14:36:30.293" v="15851" actId="478"/>
        <pc:sldMkLst>
          <pc:docMk/>
          <pc:sldMk cId="3646561533" sldId="2317"/>
        </pc:sldMkLst>
      </pc:sldChg>
      <pc:sldChg chg="delSp add del mod">
        <pc:chgData name="Agarwal, Vishal Kumar (Agoda)" userId="cad4ea89-12e8-481e-83f6-60738eda428a" providerId="ADAL" clId="{4823D29D-C186-461B-871D-535A12352CCE}" dt="2026-02-13T14:36:43.053" v="15852" actId="478"/>
        <pc:sldMkLst>
          <pc:docMk/>
          <pc:sldMk cId="2129306668" sldId="2318"/>
        </pc:sldMkLst>
      </pc:sldChg>
      <pc:sldChg chg="delSp add del mod">
        <pc:chgData name="Agarwal, Vishal Kumar (Agoda)" userId="cad4ea89-12e8-481e-83f6-60738eda428a" providerId="ADAL" clId="{4823D29D-C186-461B-871D-535A12352CCE}" dt="2026-02-13T14:36:49.593" v="15853" actId="478"/>
        <pc:sldMkLst>
          <pc:docMk/>
          <pc:sldMk cId="940892294" sldId="2319"/>
        </pc:sldMkLst>
      </pc:sldChg>
      <pc:sldChg chg="add del">
        <pc:chgData name="Agarwal, Vishal Kumar (Agoda)" userId="cad4ea89-12e8-481e-83f6-60738eda428a" providerId="ADAL" clId="{4823D29D-C186-461B-871D-535A12352CCE}" dt="2026-02-13T13:25:03.755" v="14594"/>
        <pc:sldMkLst>
          <pc:docMk/>
          <pc:sldMk cId="3389584561" sldId="2320"/>
        </pc:sldMkLst>
      </pc:sldChg>
      <pc:sldChg chg="add del">
        <pc:chgData name="Agarwal, Vishal Kumar (Agoda)" userId="cad4ea89-12e8-481e-83f6-60738eda428a" providerId="ADAL" clId="{4823D29D-C186-461B-871D-535A12352CCE}" dt="2026-02-13T13:25:03.755" v="14594"/>
        <pc:sldMkLst>
          <pc:docMk/>
          <pc:sldMk cId="945594848" sldId="2321"/>
        </pc:sldMkLst>
      </pc:sldChg>
      <pc:sldChg chg="add">
        <pc:chgData name="Agarwal, Vishal Kumar (Agoda)" userId="cad4ea89-12e8-481e-83f6-60738eda428a" providerId="ADAL" clId="{4823D29D-C186-461B-871D-535A12352CCE}" dt="2026-02-07T08:56:53.205" v="11875"/>
        <pc:sldMkLst>
          <pc:docMk/>
          <pc:sldMk cId="588362793" sldId="2322"/>
        </pc:sldMkLst>
      </pc:sldChg>
      <pc:sldChg chg="add del">
        <pc:chgData name="Agarwal, Vishal Kumar (Agoda)" userId="cad4ea89-12e8-481e-83f6-60738eda428a" providerId="ADAL" clId="{4823D29D-C186-461B-871D-535A12352CCE}" dt="2026-02-13T13:25:03.755" v="14594"/>
        <pc:sldMkLst>
          <pc:docMk/>
          <pc:sldMk cId="2024139287" sldId="2323"/>
        </pc:sldMkLst>
      </pc:sldChg>
      <pc:sldChg chg="add">
        <pc:chgData name="Agarwal, Vishal Kumar (Agoda)" userId="cad4ea89-12e8-481e-83f6-60738eda428a" providerId="ADAL" clId="{4823D29D-C186-461B-871D-535A12352CCE}" dt="2026-02-07T08:56:53.205" v="11875"/>
        <pc:sldMkLst>
          <pc:docMk/>
          <pc:sldMk cId="1680345464" sldId="2324"/>
        </pc:sldMkLst>
      </pc:sldChg>
      <pc:sldChg chg="add">
        <pc:chgData name="Agarwal, Vishal Kumar (Agoda)" userId="cad4ea89-12e8-481e-83f6-60738eda428a" providerId="ADAL" clId="{4823D29D-C186-461B-871D-535A12352CCE}" dt="2026-02-07T08:56:53.205" v="11875"/>
        <pc:sldMkLst>
          <pc:docMk/>
          <pc:sldMk cId="3791775821" sldId="2325"/>
        </pc:sldMkLst>
      </pc:sldChg>
      <pc:sldChg chg="delSp add mod">
        <pc:chgData name="Agarwal, Vishal Kumar (Agoda)" userId="cad4ea89-12e8-481e-83f6-60738eda428a" providerId="ADAL" clId="{4823D29D-C186-461B-871D-535A12352CCE}" dt="2026-02-14T10:18:40.729" v="15887" actId="478"/>
        <pc:sldMkLst>
          <pc:docMk/>
          <pc:sldMk cId="445900860" sldId="2326"/>
        </pc:sldMkLst>
      </pc:sldChg>
      <pc:sldChg chg="add">
        <pc:chgData name="Agarwal, Vishal Kumar (Agoda)" userId="cad4ea89-12e8-481e-83f6-60738eda428a" providerId="ADAL" clId="{4823D29D-C186-461B-871D-535A12352CCE}" dt="2026-02-07T08:56:53.205" v="11875"/>
        <pc:sldMkLst>
          <pc:docMk/>
          <pc:sldMk cId="616587349" sldId="2331"/>
        </pc:sldMkLst>
      </pc:sldChg>
      <pc:sldChg chg="add">
        <pc:chgData name="Agarwal, Vishal Kumar (Agoda)" userId="cad4ea89-12e8-481e-83f6-60738eda428a" providerId="ADAL" clId="{4823D29D-C186-461B-871D-535A12352CCE}" dt="2026-02-07T08:56:53.205" v="11875"/>
        <pc:sldMkLst>
          <pc:docMk/>
          <pc:sldMk cId="2151974066" sldId="2332"/>
        </pc:sldMkLst>
      </pc:sldChg>
      <pc:sldChg chg="add">
        <pc:chgData name="Agarwal, Vishal Kumar (Agoda)" userId="cad4ea89-12e8-481e-83f6-60738eda428a" providerId="ADAL" clId="{4823D29D-C186-461B-871D-535A12352CCE}" dt="2026-02-16T16:21:19.088" v="16478"/>
        <pc:sldMkLst>
          <pc:docMk/>
          <pc:sldMk cId="323286202" sldId="2333"/>
        </pc:sldMkLst>
      </pc:sldChg>
      <pc:sldChg chg="delSp modSp add mod">
        <pc:chgData name="Agarwal, Vishal Kumar (Agoda)" userId="cad4ea89-12e8-481e-83f6-60738eda428a" providerId="ADAL" clId="{4823D29D-C186-461B-871D-535A12352CCE}" dt="2026-02-16T16:53:10.318" v="17724" actId="20577"/>
        <pc:sldMkLst>
          <pc:docMk/>
          <pc:sldMk cId="643730127" sldId="2334"/>
        </pc:sldMkLst>
        <pc:spChg chg="mod">
          <ac:chgData name="Agarwal, Vishal Kumar (Agoda)" userId="cad4ea89-12e8-481e-83f6-60738eda428a" providerId="ADAL" clId="{4823D29D-C186-461B-871D-535A12352CCE}" dt="2026-02-16T16:53:10.318" v="17724" actId="20577"/>
          <ac:spMkLst>
            <pc:docMk/>
            <pc:sldMk cId="643730127" sldId="2334"/>
            <ac:spMk id="3" creationId="{F6F992CE-4720-4555-B2AA-836F03C5A9B3}"/>
          </ac:spMkLst>
        </pc:spChg>
      </pc:sldChg>
      <pc:sldChg chg="delSp add mod">
        <pc:chgData name="Agarwal, Vishal Kumar (Agoda)" userId="cad4ea89-12e8-481e-83f6-60738eda428a" providerId="ADAL" clId="{4823D29D-C186-461B-871D-535A12352CCE}" dt="2026-02-16T16:51:10.287" v="17722" actId="478"/>
        <pc:sldMkLst>
          <pc:docMk/>
          <pc:sldMk cId="1300170900" sldId="2335"/>
        </pc:sldMkLst>
      </pc:sldChg>
      <pc:sldChg chg="delSp add mod">
        <pc:chgData name="Agarwal, Vishal Kumar (Agoda)" userId="cad4ea89-12e8-481e-83f6-60738eda428a" providerId="ADAL" clId="{4823D29D-C186-461B-871D-535A12352CCE}" dt="2026-02-16T16:51:07.734" v="17721" actId="478"/>
        <pc:sldMkLst>
          <pc:docMk/>
          <pc:sldMk cId="1715288234" sldId="2336"/>
        </pc:sldMkLst>
      </pc:sldChg>
      <pc:sldChg chg="delSp add mod">
        <pc:chgData name="Agarwal, Vishal Kumar (Agoda)" userId="cad4ea89-12e8-481e-83f6-60738eda428a" providerId="ADAL" clId="{4823D29D-C186-461B-871D-535A12352CCE}" dt="2026-02-16T17:09:33.770" v="17725" actId="478"/>
        <pc:sldMkLst>
          <pc:docMk/>
          <pc:sldMk cId="3625585387" sldId="2337"/>
        </pc:sldMkLst>
      </pc:sldChg>
      <pc:sldChg chg="add">
        <pc:chgData name="Agarwal, Vishal Kumar (Agoda)" userId="cad4ea89-12e8-481e-83f6-60738eda428a" providerId="ADAL" clId="{4823D29D-C186-461B-871D-535A12352CCE}" dt="2026-02-16T16:21:19.088" v="16478"/>
        <pc:sldMkLst>
          <pc:docMk/>
          <pc:sldMk cId="791232937" sldId="2338"/>
        </pc:sldMkLst>
      </pc:sldChg>
      <pc:sldChg chg="add">
        <pc:chgData name="Agarwal, Vishal Kumar (Agoda)" userId="cad4ea89-12e8-481e-83f6-60738eda428a" providerId="ADAL" clId="{4823D29D-C186-461B-871D-535A12352CCE}" dt="2026-02-16T16:21:19.088" v="16478"/>
        <pc:sldMkLst>
          <pc:docMk/>
          <pc:sldMk cId="2865349151" sldId="2339"/>
        </pc:sldMkLst>
      </pc:sldChg>
      <pc:sldChg chg="add">
        <pc:chgData name="Agarwal, Vishal Kumar (Agoda)" userId="cad4ea89-12e8-481e-83f6-60738eda428a" providerId="ADAL" clId="{4823D29D-C186-461B-871D-535A12352CCE}" dt="2026-02-07T10:08:00.797" v="13259"/>
        <pc:sldMkLst>
          <pc:docMk/>
          <pc:sldMk cId="1079255268" sldId="2340"/>
        </pc:sldMkLst>
      </pc:sldChg>
      <pc:sldChg chg="add">
        <pc:chgData name="Agarwal, Vishal Kumar (Agoda)" userId="cad4ea89-12e8-481e-83f6-60738eda428a" providerId="ADAL" clId="{4823D29D-C186-461B-871D-535A12352CCE}" dt="2026-02-07T10:08:00.797" v="13259"/>
        <pc:sldMkLst>
          <pc:docMk/>
          <pc:sldMk cId="1346013848" sldId="2341"/>
        </pc:sldMkLst>
      </pc:sldChg>
      <pc:sldChg chg="add">
        <pc:chgData name="Agarwal, Vishal Kumar (Agoda)" userId="cad4ea89-12e8-481e-83f6-60738eda428a" providerId="ADAL" clId="{4823D29D-C186-461B-871D-535A12352CCE}" dt="2026-02-07T10:08:00.797" v="13259"/>
        <pc:sldMkLst>
          <pc:docMk/>
          <pc:sldMk cId="1089697281" sldId="2342"/>
        </pc:sldMkLst>
      </pc:sldChg>
      <pc:sldChg chg="add">
        <pc:chgData name="Agarwal, Vishal Kumar (Agoda)" userId="cad4ea89-12e8-481e-83f6-60738eda428a" providerId="ADAL" clId="{4823D29D-C186-461B-871D-535A12352CCE}" dt="2026-02-07T10:08:00.797" v="13259"/>
        <pc:sldMkLst>
          <pc:docMk/>
          <pc:sldMk cId="2126364998" sldId="2343"/>
        </pc:sldMkLst>
      </pc:sldChg>
      <pc:sldChg chg="add">
        <pc:chgData name="Agarwal, Vishal Kumar (Agoda)" userId="cad4ea89-12e8-481e-83f6-60738eda428a" providerId="ADAL" clId="{4823D29D-C186-461B-871D-535A12352CCE}" dt="2026-02-07T10:08:00.797" v="13259"/>
        <pc:sldMkLst>
          <pc:docMk/>
          <pc:sldMk cId="3995561238" sldId="2344"/>
        </pc:sldMkLst>
      </pc:sldChg>
      <pc:sldChg chg="add">
        <pc:chgData name="Agarwal, Vishal Kumar (Agoda)" userId="cad4ea89-12e8-481e-83f6-60738eda428a" providerId="ADAL" clId="{4823D29D-C186-461B-871D-535A12352CCE}" dt="2026-02-07T10:08:00.797" v="13259"/>
        <pc:sldMkLst>
          <pc:docMk/>
          <pc:sldMk cId="24179942" sldId="2345"/>
        </pc:sldMkLst>
      </pc:sldChg>
      <pc:sldChg chg="add">
        <pc:chgData name="Agarwal, Vishal Kumar (Agoda)" userId="cad4ea89-12e8-481e-83f6-60738eda428a" providerId="ADAL" clId="{4823D29D-C186-461B-871D-535A12352CCE}" dt="2026-02-07T10:08:00.797" v="13259"/>
        <pc:sldMkLst>
          <pc:docMk/>
          <pc:sldMk cId="1106347468" sldId="2346"/>
        </pc:sldMkLst>
      </pc:sldChg>
      <pc:sldChg chg="add">
        <pc:chgData name="Agarwal, Vishal Kumar (Agoda)" userId="cad4ea89-12e8-481e-83f6-60738eda428a" providerId="ADAL" clId="{4823D29D-C186-461B-871D-535A12352CCE}" dt="2026-02-07T10:08:00.797" v="13259"/>
        <pc:sldMkLst>
          <pc:docMk/>
          <pc:sldMk cId="741028261" sldId="2347"/>
        </pc:sldMkLst>
      </pc:sldChg>
      <pc:sldChg chg="add">
        <pc:chgData name="Agarwal, Vishal Kumar (Agoda)" userId="cad4ea89-12e8-481e-83f6-60738eda428a" providerId="ADAL" clId="{4823D29D-C186-461B-871D-535A12352CCE}" dt="2026-02-07T10:08:00.797" v="13259"/>
        <pc:sldMkLst>
          <pc:docMk/>
          <pc:sldMk cId="1323190430" sldId="2348"/>
        </pc:sldMkLst>
      </pc:sldChg>
      <pc:sldChg chg="add">
        <pc:chgData name="Agarwal, Vishal Kumar (Agoda)" userId="cad4ea89-12e8-481e-83f6-60738eda428a" providerId="ADAL" clId="{4823D29D-C186-461B-871D-535A12352CCE}" dt="2026-02-07T10:08:00.797" v="13259"/>
        <pc:sldMkLst>
          <pc:docMk/>
          <pc:sldMk cId="4158138752" sldId="2349"/>
        </pc:sldMkLst>
      </pc:sldChg>
      <pc:sldChg chg="add">
        <pc:chgData name="Agarwal, Vishal Kumar (Agoda)" userId="cad4ea89-12e8-481e-83f6-60738eda428a" providerId="ADAL" clId="{4823D29D-C186-461B-871D-535A12352CCE}" dt="2026-02-07T10:08:00.797" v="13259"/>
        <pc:sldMkLst>
          <pc:docMk/>
          <pc:sldMk cId="441253364" sldId="2350"/>
        </pc:sldMkLst>
      </pc:sldChg>
      <pc:sldChg chg="add">
        <pc:chgData name="Agarwal, Vishal Kumar (Agoda)" userId="cad4ea89-12e8-481e-83f6-60738eda428a" providerId="ADAL" clId="{4823D29D-C186-461B-871D-535A12352CCE}" dt="2026-02-07T10:08:00.797" v="13259"/>
        <pc:sldMkLst>
          <pc:docMk/>
          <pc:sldMk cId="4156016301" sldId="2351"/>
        </pc:sldMkLst>
      </pc:sldChg>
      <pc:sldChg chg="add">
        <pc:chgData name="Agarwal, Vishal Kumar (Agoda)" userId="cad4ea89-12e8-481e-83f6-60738eda428a" providerId="ADAL" clId="{4823D29D-C186-461B-871D-535A12352CCE}" dt="2026-02-07T10:08:00.797" v="13259"/>
        <pc:sldMkLst>
          <pc:docMk/>
          <pc:sldMk cId="1828159543" sldId="2352"/>
        </pc:sldMkLst>
      </pc:sldChg>
      <pc:sldChg chg="add del">
        <pc:chgData name="Agarwal, Vishal Kumar (Agoda)" userId="cad4ea89-12e8-481e-83f6-60738eda428a" providerId="ADAL" clId="{4823D29D-C186-461B-871D-535A12352CCE}" dt="2026-02-13T13:25:03.755" v="14594"/>
        <pc:sldMkLst>
          <pc:docMk/>
          <pc:sldMk cId="882595588" sldId="2353"/>
        </pc:sldMkLst>
      </pc:sldChg>
      <pc:sldChg chg="add del">
        <pc:chgData name="Agarwal, Vishal Kumar (Agoda)" userId="cad4ea89-12e8-481e-83f6-60738eda428a" providerId="ADAL" clId="{4823D29D-C186-461B-871D-535A12352CCE}" dt="2026-02-13T13:25:03.755" v="14594"/>
        <pc:sldMkLst>
          <pc:docMk/>
          <pc:sldMk cId="427975372" sldId="2354"/>
        </pc:sldMkLst>
      </pc:sldChg>
      <pc:sldChg chg="add">
        <pc:chgData name="Agarwal, Vishal Kumar (Agoda)" userId="cad4ea89-12e8-481e-83f6-60738eda428a" providerId="ADAL" clId="{4823D29D-C186-461B-871D-535A12352CCE}" dt="2026-02-13T14:57:32.867" v="15856"/>
        <pc:sldMkLst>
          <pc:docMk/>
          <pc:sldMk cId="3179766507" sldId="2357"/>
        </pc:sldMkLst>
      </pc:sldChg>
      <pc:sldChg chg="delSp add del mod">
        <pc:chgData name="Agarwal, Vishal Kumar (Agoda)" userId="cad4ea89-12e8-481e-83f6-60738eda428a" providerId="ADAL" clId="{4823D29D-C186-461B-871D-535A12352CCE}" dt="2026-02-13T14:10:52.479" v="15693" actId="478"/>
        <pc:sldMkLst>
          <pc:docMk/>
          <pc:sldMk cId="2176801697" sldId="2359"/>
        </pc:sldMkLst>
      </pc:sldChg>
      <pc:sldChg chg="add">
        <pc:chgData name="Agarwal, Vishal Kumar (Agoda)" userId="cad4ea89-12e8-481e-83f6-60738eda428a" providerId="ADAL" clId="{4823D29D-C186-461B-871D-535A12352CCE}" dt="2026-02-13T14:57:32.867" v="15856"/>
        <pc:sldMkLst>
          <pc:docMk/>
          <pc:sldMk cId="2038152201" sldId="2371"/>
        </pc:sldMkLst>
      </pc:sldChg>
      <pc:sldChg chg="add">
        <pc:chgData name="Agarwal, Vishal Kumar (Agoda)" userId="cad4ea89-12e8-481e-83f6-60738eda428a" providerId="ADAL" clId="{4823D29D-C186-461B-871D-535A12352CCE}" dt="2026-02-16T16:21:19.088" v="16478"/>
        <pc:sldMkLst>
          <pc:docMk/>
          <pc:sldMk cId="2771858318" sldId="2375"/>
        </pc:sldMkLst>
      </pc:sldChg>
      <pc:sldChg chg="add">
        <pc:chgData name="Agarwal, Vishal Kumar (Agoda)" userId="cad4ea89-12e8-481e-83f6-60738eda428a" providerId="ADAL" clId="{4823D29D-C186-461B-871D-535A12352CCE}" dt="2026-02-16T16:21:19.088" v="16478"/>
        <pc:sldMkLst>
          <pc:docMk/>
          <pc:sldMk cId="2405489227" sldId="2377"/>
        </pc:sldMkLst>
      </pc:sldChg>
      <pc:sldChg chg="add">
        <pc:chgData name="Agarwal, Vishal Kumar (Agoda)" userId="cad4ea89-12e8-481e-83f6-60738eda428a" providerId="ADAL" clId="{4823D29D-C186-461B-871D-535A12352CCE}" dt="2026-02-16T16:21:19.088" v="16478"/>
        <pc:sldMkLst>
          <pc:docMk/>
          <pc:sldMk cId="1602229403" sldId="2381"/>
        </pc:sldMkLst>
      </pc:sldChg>
      <pc:sldChg chg="add">
        <pc:chgData name="Agarwal, Vishal Kumar (Agoda)" userId="cad4ea89-12e8-481e-83f6-60738eda428a" providerId="ADAL" clId="{4823D29D-C186-461B-871D-535A12352CCE}" dt="2026-02-16T16:21:19.088" v="16478"/>
        <pc:sldMkLst>
          <pc:docMk/>
          <pc:sldMk cId="375037593" sldId="2383"/>
        </pc:sldMkLst>
      </pc:sldChg>
      <pc:sldChg chg="modSp add mod">
        <pc:chgData name="Agarwal, Vishal Kumar (Agoda)" userId="cad4ea89-12e8-481e-83f6-60738eda428a" providerId="ADAL" clId="{4823D29D-C186-461B-871D-535A12352CCE}" dt="2026-02-07T08:58:31.983" v="11895" actId="20577"/>
        <pc:sldMkLst>
          <pc:docMk/>
          <pc:sldMk cId="3394304123" sldId="2398"/>
        </pc:sldMkLst>
        <pc:spChg chg="mod">
          <ac:chgData name="Agarwal, Vishal Kumar (Agoda)" userId="cad4ea89-12e8-481e-83f6-60738eda428a" providerId="ADAL" clId="{4823D29D-C186-461B-871D-535A12352CCE}" dt="2026-02-07T08:58:31.983" v="11895" actId="20577"/>
          <ac:spMkLst>
            <pc:docMk/>
            <pc:sldMk cId="3394304123" sldId="2398"/>
            <ac:spMk id="3" creationId="{33B251AC-A94A-5421-6155-4845ACB6C32D}"/>
          </ac:spMkLst>
        </pc:spChg>
      </pc:sldChg>
      <pc:sldChg chg="addSp delSp modSp add mod">
        <pc:chgData name="Agarwal, Vishal Kumar (Agoda)" userId="cad4ea89-12e8-481e-83f6-60738eda428a" providerId="ADAL" clId="{4823D29D-C186-461B-871D-535A12352CCE}" dt="2026-02-07T09:29:24.941" v="13254" actId="20577"/>
        <pc:sldMkLst>
          <pc:docMk/>
          <pc:sldMk cId="439526609" sldId="2403"/>
        </pc:sldMkLst>
        <pc:spChg chg="add mod">
          <ac:chgData name="Agarwal, Vishal Kumar (Agoda)" userId="cad4ea89-12e8-481e-83f6-60738eda428a" providerId="ADAL" clId="{4823D29D-C186-461B-871D-535A12352CCE}" dt="2026-02-07T09:27:57.923" v="13118" actId="20577"/>
          <ac:spMkLst>
            <pc:docMk/>
            <pc:sldMk cId="439526609" sldId="2403"/>
            <ac:spMk id="7" creationId="{E149D984-7060-BAAC-CEEB-F83D5572FDBD}"/>
          </ac:spMkLst>
        </pc:spChg>
        <pc:graphicFrameChg chg="add mod ord modVis">
          <ac:chgData name="Agarwal, Vishal Kumar (Agoda)" userId="cad4ea89-12e8-481e-83f6-60738eda428a" providerId="ADAL" clId="{4823D29D-C186-461B-871D-535A12352CCE}" dt="2026-02-07T08:59:47.268" v="11914"/>
          <ac:graphicFrameMkLst>
            <pc:docMk/>
            <pc:sldMk cId="439526609" sldId="2403"/>
            <ac:graphicFrameMk id="6" creationId="{F3A9E029-B18C-9B0F-9EB2-BF749206DCE1}"/>
          </ac:graphicFrameMkLst>
        </pc:graphicFrameChg>
        <pc:graphicFrameChg chg="add mod modGraphic">
          <ac:chgData name="Agarwal, Vishal Kumar (Agoda)" userId="cad4ea89-12e8-481e-83f6-60738eda428a" providerId="ADAL" clId="{4823D29D-C186-461B-871D-535A12352CCE}" dt="2026-02-07T09:29:24.941" v="13254" actId="20577"/>
          <ac:graphicFrameMkLst>
            <pc:docMk/>
            <pc:sldMk cId="439526609" sldId="2403"/>
            <ac:graphicFrameMk id="8" creationId="{57108FBC-11B6-AEB1-65BD-F1C1D273B25D}"/>
          </ac:graphicFrameMkLst>
        </pc:graphicFrameChg>
      </pc:sldChg>
      <pc:sldChg chg="modSp add mod">
        <pc:chgData name="Agarwal, Vishal Kumar (Agoda)" userId="cad4ea89-12e8-481e-83f6-60738eda428a" providerId="ADAL" clId="{4823D29D-C186-461B-871D-535A12352CCE}" dt="2026-02-07T10:08:16.255" v="13273" actId="20577"/>
        <pc:sldMkLst>
          <pc:docMk/>
          <pc:sldMk cId="1518797175" sldId="2404"/>
        </pc:sldMkLst>
        <pc:spChg chg="mod">
          <ac:chgData name="Agarwal, Vishal Kumar (Agoda)" userId="cad4ea89-12e8-481e-83f6-60738eda428a" providerId="ADAL" clId="{4823D29D-C186-461B-871D-535A12352CCE}" dt="2026-02-07T10:08:16.255" v="13273" actId="20577"/>
          <ac:spMkLst>
            <pc:docMk/>
            <pc:sldMk cId="1518797175" sldId="2404"/>
            <ac:spMk id="3" creationId="{33B251AC-A94A-5421-6155-4845ACB6C32D}"/>
          </ac:spMkLst>
        </pc:spChg>
      </pc:sldChg>
      <pc:sldChg chg="addSp delSp modSp add mod">
        <pc:chgData name="Agarwal, Vishal Kumar (Agoda)" userId="cad4ea89-12e8-481e-83f6-60738eda428a" providerId="ADAL" clId="{4823D29D-C186-461B-871D-535A12352CCE}" dt="2026-02-07T10:17:27.054" v="13299" actId="478"/>
        <pc:sldMkLst>
          <pc:docMk/>
          <pc:sldMk cId="4246170697" sldId="2407"/>
        </pc:sldMkLst>
        <pc:spChg chg="add del">
          <ac:chgData name="Agarwal, Vishal Kumar (Agoda)" userId="cad4ea89-12e8-481e-83f6-60738eda428a" providerId="ADAL" clId="{4823D29D-C186-461B-871D-535A12352CCE}" dt="2026-02-07T10:17:23.429" v="13298" actId="478"/>
          <ac:spMkLst>
            <pc:docMk/>
            <pc:sldMk cId="4246170697" sldId="2407"/>
            <ac:spMk id="2" creationId="{27051766-4789-BD62-B6C2-B97C9F643673}"/>
          </ac:spMkLst>
        </pc:spChg>
        <pc:spChg chg="add del">
          <ac:chgData name="Agarwal, Vishal Kumar (Agoda)" userId="cad4ea89-12e8-481e-83f6-60738eda428a" providerId="ADAL" clId="{4823D29D-C186-461B-871D-535A12352CCE}" dt="2026-02-07T10:17:23.429" v="13298" actId="478"/>
          <ac:spMkLst>
            <pc:docMk/>
            <pc:sldMk cId="4246170697" sldId="2407"/>
            <ac:spMk id="3" creationId="{21BAE07B-B174-F4A5-A843-48A75FA9F38C}"/>
          </ac:spMkLst>
        </pc:spChg>
      </pc:sldChg>
      <pc:sldChg chg="add">
        <pc:chgData name="Agarwal, Vishal Kumar (Agoda)" userId="cad4ea89-12e8-481e-83f6-60738eda428a" providerId="ADAL" clId="{4823D29D-C186-461B-871D-535A12352CCE}" dt="2026-02-07T10:08:00.797" v="13259"/>
        <pc:sldMkLst>
          <pc:docMk/>
          <pc:sldMk cId="169627019" sldId="2408"/>
        </pc:sldMkLst>
      </pc:sldChg>
      <pc:sldChg chg="add">
        <pc:chgData name="Agarwal, Vishal Kumar (Agoda)" userId="cad4ea89-12e8-481e-83f6-60738eda428a" providerId="ADAL" clId="{4823D29D-C186-461B-871D-535A12352CCE}" dt="2026-02-07T10:08:00.797" v="13259"/>
        <pc:sldMkLst>
          <pc:docMk/>
          <pc:sldMk cId="2425158135" sldId="2409"/>
        </pc:sldMkLst>
      </pc:sldChg>
      <pc:sldChg chg="add">
        <pc:chgData name="Agarwal, Vishal Kumar (Agoda)" userId="cad4ea89-12e8-481e-83f6-60738eda428a" providerId="ADAL" clId="{4823D29D-C186-461B-871D-535A12352CCE}" dt="2026-02-07T10:08:00.797" v="13259"/>
        <pc:sldMkLst>
          <pc:docMk/>
          <pc:sldMk cId="2354907770" sldId="2410"/>
        </pc:sldMkLst>
      </pc:sldChg>
      <pc:sldChg chg="add">
        <pc:chgData name="Agarwal, Vishal Kumar (Agoda)" userId="cad4ea89-12e8-481e-83f6-60738eda428a" providerId="ADAL" clId="{4823D29D-C186-461B-871D-535A12352CCE}" dt="2026-02-07T10:08:00.797" v="13259"/>
        <pc:sldMkLst>
          <pc:docMk/>
          <pc:sldMk cId="3436219983" sldId="2411"/>
        </pc:sldMkLst>
      </pc:sldChg>
      <pc:sldChg chg="add">
        <pc:chgData name="Agarwal, Vishal Kumar (Agoda)" userId="cad4ea89-12e8-481e-83f6-60738eda428a" providerId="ADAL" clId="{4823D29D-C186-461B-871D-535A12352CCE}" dt="2026-02-07T10:08:00.797" v="13259"/>
        <pc:sldMkLst>
          <pc:docMk/>
          <pc:sldMk cId="1829764328" sldId="2412"/>
        </pc:sldMkLst>
      </pc:sldChg>
      <pc:sldChg chg="add">
        <pc:chgData name="Agarwal, Vishal Kumar (Agoda)" userId="cad4ea89-12e8-481e-83f6-60738eda428a" providerId="ADAL" clId="{4823D29D-C186-461B-871D-535A12352CCE}" dt="2026-02-07T10:08:00.797" v="13259"/>
        <pc:sldMkLst>
          <pc:docMk/>
          <pc:sldMk cId="4015980371" sldId="2413"/>
        </pc:sldMkLst>
      </pc:sldChg>
      <pc:sldChg chg="add">
        <pc:chgData name="Agarwal, Vishal Kumar (Agoda)" userId="cad4ea89-12e8-481e-83f6-60738eda428a" providerId="ADAL" clId="{4823D29D-C186-461B-871D-535A12352CCE}" dt="2026-02-07T10:08:00.797" v="13259"/>
        <pc:sldMkLst>
          <pc:docMk/>
          <pc:sldMk cId="2556206946" sldId="2414"/>
        </pc:sldMkLst>
      </pc:sldChg>
      <pc:sldChg chg="add">
        <pc:chgData name="Agarwal, Vishal Kumar (Agoda)" userId="cad4ea89-12e8-481e-83f6-60738eda428a" providerId="ADAL" clId="{4823D29D-C186-461B-871D-535A12352CCE}" dt="2026-02-07T10:08:00.797" v="13259"/>
        <pc:sldMkLst>
          <pc:docMk/>
          <pc:sldMk cId="3197370409" sldId="2415"/>
        </pc:sldMkLst>
      </pc:sldChg>
      <pc:sldChg chg="add">
        <pc:chgData name="Agarwal, Vishal Kumar (Agoda)" userId="cad4ea89-12e8-481e-83f6-60738eda428a" providerId="ADAL" clId="{4823D29D-C186-461B-871D-535A12352CCE}" dt="2026-02-07T10:08:00.797" v="13259"/>
        <pc:sldMkLst>
          <pc:docMk/>
          <pc:sldMk cId="1408989874" sldId="2416"/>
        </pc:sldMkLst>
      </pc:sldChg>
      <pc:sldChg chg="modSp add mod">
        <pc:chgData name="Agarwal, Vishal Kumar (Agoda)" userId="cad4ea89-12e8-481e-83f6-60738eda428a" providerId="ADAL" clId="{4823D29D-C186-461B-871D-535A12352CCE}" dt="2026-02-28T03:30:13.106" v="18062" actId="20577"/>
        <pc:sldMkLst>
          <pc:docMk/>
          <pc:sldMk cId="1775915399" sldId="2417"/>
        </pc:sldMkLst>
        <pc:spChg chg="mod">
          <ac:chgData name="Agarwal, Vishal Kumar (Agoda)" userId="cad4ea89-12e8-481e-83f6-60738eda428a" providerId="ADAL" clId="{4823D29D-C186-461B-871D-535A12352CCE}" dt="2026-02-28T03:30:13.106" v="18062" actId="20577"/>
          <ac:spMkLst>
            <pc:docMk/>
            <pc:sldMk cId="1775915399" sldId="2417"/>
            <ac:spMk id="3" creationId="{F550EE19-1BA1-9892-AA06-8168903D50D2}"/>
          </ac:spMkLst>
        </pc:spChg>
      </pc:sldChg>
      <pc:sldChg chg="add">
        <pc:chgData name="Agarwal, Vishal Kumar (Agoda)" userId="cad4ea89-12e8-481e-83f6-60738eda428a" providerId="ADAL" clId="{4823D29D-C186-461B-871D-535A12352CCE}" dt="2026-02-16T16:21:19.088" v="16478"/>
        <pc:sldMkLst>
          <pc:docMk/>
          <pc:sldMk cId="2105436144" sldId="2421"/>
        </pc:sldMkLst>
      </pc:sldChg>
      <pc:sldChg chg="add del">
        <pc:chgData name="Agarwal, Vishal Kumar (Agoda)" userId="cad4ea89-12e8-481e-83f6-60738eda428a" providerId="ADAL" clId="{4823D29D-C186-461B-871D-535A12352CCE}" dt="2026-02-12T14:12:36.106" v="13565"/>
        <pc:sldMkLst>
          <pc:docMk/>
          <pc:sldMk cId="2366640189" sldId="2423"/>
        </pc:sldMkLst>
      </pc:sldChg>
      <pc:sldChg chg="add del">
        <pc:chgData name="Agarwal, Vishal Kumar (Agoda)" userId="cad4ea89-12e8-481e-83f6-60738eda428a" providerId="ADAL" clId="{4823D29D-C186-461B-871D-535A12352CCE}" dt="2026-02-12T14:12:36.106" v="13565"/>
        <pc:sldMkLst>
          <pc:docMk/>
          <pc:sldMk cId="3211148231" sldId="2424"/>
        </pc:sldMkLst>
      </pc:sldChg>
      <pc:sldChg chg="add del">
        <pc:chgData name="Agarwal, Vishal Kumar (Agoda)" userId="cad4ea89-12e8-481e-83f6-60738eda428a" providerId="ADAL" clId="{4823D29D-C186-461B-871D-535A12352CCE}" dt="2026-02-12T14:12:36.106" v="13565"/>
        <pc:sldMkLst>
          <pc:docMk/>
          <pc:sldMk cId="3389443615" sldId="2425"/>
        </pc:sldMkLst>
      </pc:sldChg>
      <pc:sldChg chg="add del">
        <pc:chgData name="Agarwal, Vishal Kumar (Agoda)" userId="cad4ea89-12e8-481e-83f6-60738eda428a" providerId="ADAL" clId="{4823D29D-C186-461B-871D-535A12352CCE}" dt="2026-02-12T14:12:36.106" v="13565"/>
        <pc:sldMkLst>
          <pc:docMk/>
          <pc:sldMk cId="2468111879" sldId="2426"/>
        </pc:sldMkLst>
      </pc:sldChg>
      <pc:sldChg chg="add del">
        <pc:chgData name="Agarwal, Vishal Kumar (Agoda)" userId="cad4ea89-12e8-481e-83f6-60738eda428a" providerId="ADAL" clId="{4823D29D-C186-461B-871D-535A12352CCE}" dt="2026-02-12T14:12:36.106" v="13565"/>
        <pc:sldMkLst>
          <pc:docMk/>
          <pc:sldMk cId="2901071852" sldId="2427"/>
        </pc:sldMkLst>
      </pc:sldChg>
      <pc:sldChg chg="add del">
        <pc:chgData name="Agarwal, Vishal Kumar (Agoda)" userId="cad4ea89-12e8-481e-83f6-60738eda428a" providerId="ADAL" clId="{4823D29D-C186-461B-871D-535A12352CCE}" dt="2026-02-12T14:12:36.106" v="13565"/>
        <pc:sldMkLst>
          <pc:docMk/>
          <pc:sldMk cId="336387826" sldId="2428"/>
        </pc:sldMkLst>
      </pc:sldChg>
      <pc:sldChg chg="add del">
        <pc:chgData name="Agarwal, Vishal Kumar (Agoda)" userId="cad4ea89-12e8-481e-83f6-60738eda428a" providerId="ADAL" clId="{4823D29D-C186-461B-871D-535A12352CCE}" dt="2026-02-12T14:12:36.106" v="13565"/>
        <pc:sldMkLst>
          <pc:docMk/>
          <pc:sldMk cId="3162512971" sldId="2429"/>
        </pc:sldMkLst>
      </pc:sldChg>
      <pc:sldChg chg="add del">
        <pc:chgData name="Agarwal, Vishal Kumar (Agoda)" userId="cad4ea89-12e8-481e-83f6-60738eda428a" providerId="ADAL" clId="{4823D29D-C186-461B-871D-535A12352CCE}" dt="2026-02-12T14:12:36.106" v="13565"/>
        <pc:sldMkLst>
          <pc:docMk/>
          <pc:sldMk cId="73437220" sldId="2430"/>
        </pc:sldMkLst>
      </pc:sldChg>
      <pc:sldChg chg="add del">
        <pc:chgData name="Agarwal, Vishal Kumar (Agoda)" userId="cad4ea89-12e8-481e-83f6-60738eda428a" providerId="ADAL" clId="{4823D29D-C186-461B-871D-535A12352CCE}" dt="2026-02-12T14:12:36.106" v="13565"/>
        <pc:sldMkLst>
          <pc:docMk/>
          <pc:sldMk cId="4264808491" sldId="2458"/>
        </pc:sldMkLst>
      </pc:sldChg>
      <pc:sldChg chg="add">
        <pc:chgData name="Agarwal, Vishal Kumar (Agoda)" userId="cad4ea89-12e8-481e-83f6-60738eda428a" providerId="ADAL" clId="{4823D29D-C186-461B-871D-535A12352CCE}" dt="2026-02-12T14:12:36.106" v="13565"/>
        <pc:sldMkLst>
          <pc:docMk/>
          <pc:sldMk cId="2301977678" sldId="2459"/>
        </pc:sldMkLst>
      </pc:sldChg>
      <pc:sldChg chg="add">
        <pc:chgData name="Agarwal, Vishal Kumar (Agoda)" userId="cad4ea89-12e8-481e-83f6-60738eda428a" providerId="ADAL" clId="{4823D29D-C186-461B-871D-535A12352CCE}" dt="2026-02-12T14:12:36.106" v="13565"/>
        <pc:sldMkLst>
          <pc:docMk/>
          <pc:sldMk cId="4053008354" sldId="2460"/>
        </pc:sldMkLst>
      </pc:sldChg>
      <pc:sldChg chg="delSp add mod">
        <pc:chgData name="Agarwal, Vishal Kumar (Agoda)" userId="cad4ea89-12e8-481e-83f6-60738eda428a" providerId="ADAL" clId="{4823D29D-C186-461B-871D-535A12352CCE}" dt="2026-02-12T14:19:05.811" v="13573" actId="478"/>
        <pc:sldMkLst>
          <pc:docMk/>
          <pc:sldMk cId="924747121" sldId="2461"/>
        </pc:sldMkLst>
      </pc:sldChg>
      <pc:sldChg chg="add">
        <pc:chgData name="Agarwal, Vishal Kumar (Agoda)" userId="cad4ea89-12e8-481e-83f6-60738eda428a" providerId="ADAL" clId="{4823D29D-C186-461B-871D-535A12352CCE}" dt="2026-02-12T14:12:36.106" v="13565"/>
        <pc:sldMkLst>
          <pc:docMk/>
          <pc:sldMk cId="1341854718" sldId="2462"/>
        </pc:sldMkLst>
      </pc:sldChg>
      <pc:sldChg chg="add">
        <pc:chgData name="Agarwal, Vishal Kumar (Agoda)" userId="cad4ea89-12e8-481e-83f6-60738eda428a" providerId="ADAL" clId="{4823D29D-C186-461B-871D-535A12352CCE}" dt="2026-02-12T14:12:36.106" v="13565"/>
        <pc:sldMkLst>
          <pc:docMk/>
          <pc:sldMk cId="3551652287" sldId="2463"/>
        </pc:sldMkLst>
      </pc:sldChg>
      <pc:sldChg chg="add">
        <pc:chgData name="Agarwal, Vishal Kumar (Agoda)" userId="cad4ea89-12e8-481e-83f6-60738eda428a" providerId="ADAL" clId="{4823D29D-C186-461B-871D-535A12352CCE}" dt="2026-02-12T14:12:36.106" v="13565"/>
        <pc:sldMkLst>
          <pc:docMk/>
          <pc:sldMk cId="3239955776" sldId="2464"/>
        </pc:sldMkLst>
      </pc:sldChg>
      <pc:sldChg chg="add del">
        <pc:chgData name="Agarwal, Vishal Kumar (Agoda)" userId="cad4ea89-12e8-481e-83f6-60738eda428a" providerId="ADAL" clId="{4823D29D-C186-461B-871D-535A12352CCE}" dt="2026-02-12T14:12:36.106" v="13565"/>
        <pc:sldMkLst>
          <pc:docMk/>
          <pc:sldMk cId="2558843313" sldId="2466"/>
        </pc:sldMkLst>
      </pc:sldChg>
      <pc:sldChg chg="add del">
        <pc:chgData name="Agarwal, Vishal Kumar (Agoda)" userId="cad4ea89-12e8-481e-83f6-60738eda428a" providerId="ADAL" clId="{4823D29D-C186-461B-871D-535A12352CCE}" dt="2026-02-12T14:12:36.106" v="13565"/>
        <pc:sldMkLst>
          <pc:docMk/>
          <pc:sldMk cId="3263394289" sldId="2467"/>
        </pc:sldMkLst>
      </pc:sldChg>
      <pc:sldChg chg="add del">
        <pc:chgData name="Agarwal, Vishal Kumar (Agoda)" userId="cad4ea89-12e8-481e-83f6-60738eda428a" providerId="ADAL" clId="{4823D29D-C186-461B-871D-535A12352CCE}" dt="2026-02-12T14:12:36.106" v="13565"/>
        <pc:sldMkLst>
          <pc:docMk/>
          <pc:sldMk cId="3248039302" sldId="2469"/>
        </pc:sldMkLst>
      </pc:sldChg>
      <pc:sldChg chg="add del">
        <pc:chgData name="Agarwal, Vishal Kumar (Agoda)" userId="cad4ea89-12e8-481e-83f6-60738eda428a" providerId="ADAL" clId="{4823D29D-C186-461B-871D-535A12352CCE}" dt="2026-02-12T14:12:36.106" v="13565"/>
        <pc:sldMkLst>
          <pc:docMk/>
          <pc:sldMk cId="2042677719" sldId="2470"/>
        </pc:sldMkLst>
      </pc:sldChg>
      <pc:sldChg chg="add del">
        <pc:chgData name="Agarwal, Vishal Kumar (Agoda)" userId="cad4ea89-12e8-481e-83f6-60738eda428a" providerId="ADAL" clId="{4823D29D-C186-461B-871D-535A12352CCE}" dt="2026-02-12T14:12:36.106" v="13565"/>
        <pc:sldMkLst>
          <pc:docMk/>
          <pc:sldMk cId="190006030" sldId="2472"/>
        </pc:sldMkLst>
      </pc:sldChg>
      <pc:sldChg chg="add del">
        <pc:chgData name="Agarwal, Vishal Kumar (Agoda)" userId="cad4ea89-12e8-481e-83f6-60738eda428a" providerId="ADAL" clId="{4823D29D-C186-461B-871D-535A12352CCE}" dt="2026-02-12T14:12:36.106" v="13565"/>
        <pc:sldMkLst>
          <pc:docMk/>
          <pc:sldMk cId="3812905917" sldId="2473"/>
        </pc:sldMkLst>
      </pc:sldChg>
      <pc:sldChg chg="delSp modSp add del mod">
        <pc:chgData name="Agarwal, Vishal Kumar (Agoda)" userId="cad4ea89-12e8-481e-83f6-60738eda428a" providerId="ADAL" clId="{4823D29D-C186-461B-871D-535A12352CCE}" dt="2026-02-12T14:38:21.959" v="14045" actId="14100"/>
        <pc:sldMkLst>
          <pc:docMk/>
          <pc:sldMk cId="3911648147" sldId="2479"/>
        </pc:sldMkLst>
        <pc:spChg chg="mod">
          <ac:chgData name="Agarwal, Vishal Kumar (Agoda)" userId="cad4ea89-12e8-481e-83f6-60738eda428a" providerId="ADAL" clId="{4823D29D-C186-461B-871D-535A12352CCE}" dt="2026-02-12T14:38:21.959" v="14045" actId="14100"/>
          <ac:spMkLst>
            <pc:docMk/>
            <pc:sldMk cId="3911648147" sldId="2479"/>
            <ac:spMk id="3" creationId="{EB53590B-1646-04F5-B844-554D01C48DF7}"/>
          </ac:spMkLst>
        </pc:spChg>
      </pc:sldChg>
      <pc:sldChg chg="add del">
        <pc:chgData name="Agarwal, Vishal Kumar (Agoda)" userId="cad4ea89-12e8-481e-83f6-60738eda428a" providerId="ADAL" clId="{4823D29D-C186-461B-871D-535A12352CCE}" dt="2026-02-12T14:12:36.106" v="13565"/>
        <pc:sldMkLst>
          <pc:docMk/>
          <pc:sldMk cId="3643614599" sldId="2482"/>
        </pc:sldMkLst>
      </pc:sldChg>
      <pc:sldChg chg="add del">
        <pc:chgData name="Agarwal, Vishal Kumar (Agoda)" userId="cad4ea89-12e8-481e-83f6-60738eda428a" providerId="ADAL" clId="{4823D29D-C186-461B-871D-535A12352CCE}" dt="2026-02-12T14:12:36.106" v="13565"/>
        <pc:sldMkLst>
          <pc:docMk/>
          <pc:sldMk cId="1907306145" sldId="2483"/>
        </pc:sldMkLst>
      </pc:sldChg>
      <pc:sldChg chg="add del">
        <pc:chgData name="Agarwal, Vishal Kumar (Agoda)" userId="cad4ea89-12e8-481e-83f6-60738eda428a" providerId="ADAL" clId="{4823D29D-C186-461B-871D-535A12352CCE}" dt="2026-02-12T14:12:36.106" v="13565"/>
        <pc:sldMkLst>
          <pc:docMk/>
          <pc:sldMk cId="3734401031" sldId="2484"/>
        </pc:sldMkLst>
      </pc:sldChg>
      <pc:sldChg chg="add del">
        <pc:chgData name="Agarwal, Vishal Kumar (Agoda)" userId="cad4ea89-12e8-481e-83f6-60738eda428a" providerId="ADAL" clId="{4823D29D-C186-461B-871D-535A12352CCE}" dt="2026-02-12T14:12:36.106" v="13565"/>
        <pc:sldMkLst>
          <pc:docMk/>
          <pc:sldMk cId="2482823761" sldId="2485"/>
        </pc:sldMkLst>
      </pc:sldChg>
      <pc:sldChg chg="delSp add del mod">
        <pc:chgData name="Agarwal, Vishal Kumar (Agoda)" userId="cad4ea89-12e8-481e-83f6-60738eda428a" providerId="ADAL" clId="{4823D29D-C186-461B-871D-535A12352CCE}" dt="2026-02-12T14:47:36.133" v="14047" actId="478"/>
        <pc:sldMkLst>
          <pc:docMk/>
          <pc:sldMk cId="1653068448" sldId="2486"/>
        </pc:sldMkLst>
      </pc:sldChg>
      <pc:sldChg chg="delSp modSp add del mod ord">
        <pc:chgData name="Agarwal, Vishal Kumar (Agoda)" userId="cad4ea89-12e8-481e-83f6-60738eda428a" providerId="ADAL" clId="{4823D29D-C186-461B-871D-535A12352CCE}" dt="2026-02-12T15:08:11.230" v="14441" actId="20577"/>
        <pc:sldMkLst>
          <pc:docMk/>
          <pc:sldMk cId="813476885" sldId="2487"/>
        </pc:sldMkLst>
        <pc:spChg chg="mod">
          <ac:chgData name="Agarwal, Vishal Kumar (Agoda)" userId="cad4ea89-12e8-481e-83f6-60738eda428a" providerId="ADAL" clId="{4823D29D-C186-461B-871D-535A12352CCE}" dt="2026-02-12T15:08:11.230" v="14441" actId="20577"/>
          <ac:spMkLst>
            <pc:docMk/>
            <pc:sldMk cId="813476885" sldId="2487"/>
            <ac:spMk id="3" creationId="{616EDFDC-FB45-19CA-DF21-B47E6973C15E}"/>
          </ac:spMkLst>
        </pc:spChg>
      </pc:sldChg>
      <pc:sldChg chg="add del">
        <pc:chgData name="Agarwal, Vishal Kumar (Agoda)" userId="cad4ea89-12e8-481e-83f6-60738eda428a" providerId="ADAL" clId="{4823D29D-C186-461B-871D-535A12352CCE}" dt="2026-02-12T14:12:36.106" v="13565"/>
        <pc:sldMkLst>
          <pc:docMk/>
          <pc:sldMk cId="4243694052" sldId="2489"/>
        </pc:sldMkLst>
      </pc:sldChg>
      <pc:sldChg chg="modSp add mod">
        <pc:chgData name="Agarwal, Vishal Kumar (Agoda)" userId="cad4ea89-12e8-481e-83f6-60738eda428a" providerId="ADAL" clId="{4823D29D-C186-461B-871D-535A12352CCE}" dt="2026-02-12T15:28:28.668" v="14587" actId="20577"/>
        <pc:sldMkLst>
          <pc:docMk/>
          <pc:sldMk cId="2090747262" sldId="2491"/>
        </pc:sldMkLst>
        <pc:spChg chg="mod">
          <ac:chgData name="Agarwal, Vishal Kumar (Agoda)" userId="cad4ea89-12e8-481e-83f6-60738eda428a" providerId="ADAL" clId="{4823D29D-C186-461B-871D-535A12352CCE}" dt="2026-02-12T15:28:28.668" v="14587" actId="20577"/>
          <ac:spMkLst>
            <pc:docMk/>
            <pc:sldMk cId="2090747262" sldId="2491"/>
            <ac:spMk id="3" creationId="{F550EE19-1BA1-9892-AA06-8168903D50D2}"/>
          </ac:spMkLst>
        </pc:spChg>
      </pc:sldChg>
      <pc:sldChg chg="add">
        <pc:chgData name="Agarwal, Vishal Kumar (Agoda)" userId="cad4ea89-12e8-481e-83f6-60738eda428a" providerId="ADAL" clId="{4823D29D-C186-461B-871D-535A12352CCE}" dt="2026-02-13T14:57:32.867" v="15856"/>
        <pc:sldMkLst>
          <pc:docMk/>
          <pc:sldMk cId="1672283833" sldId="2494"/>
        </pc:sldMkLst>
      </pc:sldChg>
      <pc:sldChg chg="delSp add mod">
        <pc:chgData name="Agarwal, Vishal Kumar (Agoda)" userId="cad4ea89-12e8-481e-83f6-60738eda428a" providerId="ADAL" clId="{4823D29D-C186-461B-871D-535A12352CCE}" dt="2026-02-14T10:47:31.628" v="16335" actId="478"/>
        <pc:sldMkLst>
          <pc:docMk/>
          <pc:sldMk cId="3115771370" sldId="2495"/>
        </pc:sldMkLst>
      </pc:sldChg>
      <pc:sldChg chg="delSp modSp add mod">
        <pc:chgData name="Agarwal, Vishal Kumar (Agoda)" userId="cad4ea89-12e8-481e-83f6-60738eda428a" providerId="ADAL" clId="{4823D29D-C186-461B-871D-535A12352CCE}" dt="2026-02-28T03:44:58.335" v="18063" actId="255"/>
        <pc:sldMkLst>
          <pc:docMk/>
          <pc:sldMk cId="1400834827" sldId="2496"/>
        </pc:sldMkLst>
        <pc:spChg chg="mod">
          <ac:chgData name="Agarwal, Vishal Kumar (Agoda)" userId="cad4ea89-12e8-481e-83f6-60738eda428a" providerId="ADAL" clId="{4823D29D-C186-461B-871D-535A12352CCE}" dt="2026-02-28T03:44:58.335" v="18063" actId="255"/>
          <ac:spMkLst>
            <pc:docMk/>
            <pc:sldMk cId="1400834827" sldId="2496"/>
            <ac:spMk id="3" creationId="{A2D12A4C-5B85-41B1-8520-E49E5AC871B6}"/>
          </ac:spMkLst>
        </pc:spChg>
      </pc:sldChg>
      <pc:sldChg chg="delSp modSp add del mod">
        <pc:chgData name="Agarwal, Vishal Kumar (Agoda)" userId="cad4ea89-12e8-481e-83f6-60738eda428a" providerId="ADAL" clId="{4823D29D-C186-461B-871D-535A12352CCE}" dt="2026-02-13T13:30:25.812" v="14841" actId="20577"/>
        <pc:sldMkLst>
          <pc:docMk/>
          <pc:sldMk cId="2916159273" sldId="2500"/>
        </pc:sldMkLst>
        <pc:spChg chg="mod">
          <ac:chgData name="Agarwal, Vishal Kumar (Agoda)" userId="cad4ea89-12e8-481e-83f6-60738eda428a" providerId="ADAL" clId="{4823D29D-C186-461B-871D-535A12352CCE}" dt="2026-02-13T13:30:25.812" v="14841" actId="20577"/>
          <ac:spMkLst>
            <pc:docMk/>
            <pc:sldMk cId="2916159273" sldId="2500"/>
            <ac:spMk id="3" creationId="{0A81B0B1-9943-4A95-9D00-1FBCA98565F7}"/>
          </ac:spMkLst>
        </pc:spChg>
      </pc:sldChg>
      <pc:sldChg chg="delSp add mod">
        <pc:chgData name="Agarwal, Vishal Kumar (Agoda)" userId="cad4ea89-12e8-481e-83f6-60738eda428a" providerId="ADAL" clId="{4823D29D-C186-461B-871D-535A12352CCE}" dt="2026-02-16T14:47:59.761" v="16361" actId="478"/>
        <pc:sldMkLst>
          <pc:docMk/>
          <pc:sldMk cId="1042127911" sldId="2501"/>
        </pc:sldMkLst>
      </pc:sldChg>
      <pc:sldChg chg="delSp add del mod modNotesTx">
        <pc:chgData name="Agarwal, Vishal Kumar (Agoda)" userId="cad4ea89-12e8-481e-83f6-60738eda428a" providerId="ADAL" clId="{4823D29D-C186-461B-871D-535A12352CCE}" dt="2026-02-13T13:35:08.070" v="14957" actId="20577"/>
        <pc:sldMkLst>
          <pc:docMk/>
          <pc:sldMk cId="3691812865" sldId="2502"/>
        </pc:sldMkLst>
      </pc:sldChg>
      <pc:sldChg chg="add">
        <pc:chgData name="Agarwal, Vishal Kumar (Agoda)" userId="cad4ea89-12e8-481e-83f6-60738eda428a" providerId="ADAL" clId="{4823D29D-C186-461B-871D-535A12352CCE}" dt="2026-02-13T14:57:32.867" v="15856"/>
        <pc:sldMkLst>
          <pc:docMk/>
          <pc:sldMk cId="3088854360" sldId="2503"/>
        </pc:sldMkLst>
      </pc:sldChg>
      <pc:sldChg chg="add">
        <pc:chgData name="Agarwal, Vishal Kumar (Agoda)" userId="cad4ea89-12e8-481e-83f6-60738eda428a" providerId="ADAL" clId="{4823D29D-C186-461B-871D-535A12352CCE}" dt="2026-02-13T14:57:32.867" v="15856"/>
        <pc:sldMkLst>
          <pc:docMk/>
          <pc:sldMk cId="1535039284" sldId="2504"/>
        </pc:sldMkLst>
      </pc:sldChg>
      <pc:sldChg chg="add">
        <pc:chgData name="Agarwal, Vishal Kumar (Agoda)" userId="cad4ea89-12e8-481e-83f6-60738eda428a" providerId="ADAL" clId="{4823D29D-C186-461B-871D-535A12352CCE}" dt="2026-02-13T14:57:32.867" v="15856"/>
        <pc:sldMkLst>
          <pc:docMk/>
          <pc:sldMk cId="3618751400" sldId="2505"/>
        </pc:sldMkLst>
      </pc:sldChg>
      <pc:sldChg chg="add">
        <pc:chgData name="Agarwal, Vishal Kumar (Agoda)" userId="cad4ea89-12e8-481e-83f6-60738eda428a" providerId="ADAL" clId="{4823D29D-C186-461B-871D-535A12352CCE}" dt="2026-02-13T14:57:32.867" v="15856"/>
        <pc:sldMkLst>
          <pc:docMk/>
          <pc:sldMk cId="2834243863" sldId="2506"/>
        </pc:sldMkLst>
      </pc:sldChg>
      <pc:sldChg chg="add">
        <pc:chgData name="Agarwal, Vishal Kumar (Agoda)" userId="cad4ea89-12e8-481e-83f6-60738eda428a" providerId="ADAL" clId="{4823D29D-C186-461B-871D-535A12352CCE}" dt="2026-02-13T14:57:32.867" v="15856"/>
        <pc:sldMkLst>
          <pc:docMk/>
          <pc:sldMk cId="335288861" sldId="2507"/>
        </pc:sldMkLst>
      </pc:sldChg>
      <pc:sldChg chg="add">
        <pc:chgData name="Agarwal, Vishal Kumar (Agoda)" userId="cad4ea89-12e8-481e-83f6-60738eda428a" providerId="ADAL" clId="{4823D29D-C186-461B-871D-535A12352CCE}" dt="2026-02-13T14:57:32.867" v="15856"/>
        <pc:sldMkLst>
          <pc:docMk/>
          <pc:sldMk cId="591182744" sldId="2508"/>
        </pc:sldMkLst>
      </pc:sldChg>
      <pc:sldChg chg="add">
        <pc:chgData name="Agarwal, Vishal Kumar (Agoda)" userId="cad4ea89-12e8-481e-83f6-60738eda428a" providerId="ADAL" clId="{4823D29D-C186-461B-871D-535A12352CCE}" dt="2026-02-13T14:57:32.867" v="15856"/>
        <pc:sldMkLst>
          <pc:docMk/>
          <pc:sldMk cId="4292856096" sldId="2509"/>
        </pc:sldMkLst>
      </pc:sldChg>
      <pc:sldChg chg="add">
        <pc:chgData name="Agarwal, Vishal Kumar (Agoda)" userId="cad4ea89-12e8-481e-83f6-60738eda428a" providerId="ADAL" clId="{4823D29D-C186-461B-871D-535A12352CCE}" dt="2026-02-13T14:57:32.867" v="15856"/>
        <pc:sldMkLst>
          <pc:docMk/>
          <pc:sldMk cId="2767996299" sldId="2510"/>
        </pc:sldMkLst>
      </pc:sldChg>
      <pc:sldChg chg="add">
        <pc:chgData name="Agarwal, Vishal Kumar (Agoda)" userId="cad4ea89-12e8-481e-83f6-60738eda428a" providerId="ADAL" clId="{4823D29D-C186-461B-871D-535A12352CCE}" dt="2026-02-13T14:57:32.867" v="15856"/>
        <pc:sldMkLst>
          <pc:docMk/>
          <pc:sldMk cId="3364556848" sldId="2513"/>
        </pc:sldMkLst>
      </pc:sldChg>
      <pc:sldChg chg="add">
        <pc:chgData name="Agarwal, Vishal Kumar (Agoda)" userId="cad4ea89-12e8-481e-83f6-60738eda428a" providerId="ADAL" clId="{4823D29D-C186-461B-871D-535A12352CCE}" dt="2026-02-13T14:57:32.867" v="15856"/>
        <pc:sldMkLst>
          <pc:docMk/>
          <pc:sldMk cId="750907416" sldId="2514"/>
        </pc:sldMkLst>
      </pc:sldChg>
      <pc:sldChg chg="add">
        <pc:chgData name="Agarwal, Vishal Kumar (Agoda)" userId="cad4ea89-12e8-481e-83f6-60738eda428a" providerId="ADAL" clId="{4823D29D-C186-461B-871D-535A12352CCE}" dt="2026-02-13T14:57:32.867" v="15856"/>
        <pc:sldMkLst>
          <pc:docMk/>
          <pc:sldMk cId="651743699" sldId="2515"/>
        </pc:sldMkLst>
      </pc:sldChg>
      <pc:sldChg chg="add">
        <pc:chgData name="Agarwal, Vishal Kumar (Agoda)" userId="cad4ea89-12e8-481e-83f6-60738eda428a" providerId="ADAL" clId="{4823D29D-C186-461B-871D-535A12352CCE}" dt="2026-02-13T14:57:32.867" v="15856"/>
        <pc:sldMkLst>
          <pc:docMk/>
          <pc:sldMk cId="2165374283" sldId="2516"/>
        </pc:sldMkLst>
      </pc:sldChg>
      <pc:sldChg chg="delSp add del mod">
        <pc:chgData name="Agarwal, Vishal Kumar (Agoda)" userId="cad4ea89-12e8-481e-83f6-60738eda428a" providerId="ADAL" clId="{4823D29D-C186-461B-871D-535A12352CCE}" dt="2026-02-13T13:55:35.068" v="15688" actId="478"/>
        <pc:sldMkLst>
          <pc:docMk/>
          <pc:sldMk cId="2652783155" sldId="2531"/>
        </pc:sldMkLst>
      </pc:sldChg>
      <pc:sldChg chg="delSp add del mod">
        <pc:chgData name="Agarwal, Vishal Kumar (Agoda)" userId="cad4ea89-12e8-481e-83f6-60738eda428a" providerId="ADAL" clId="{4823D29D-C186-461B-871D-535A12352CCE}" dt="2026-02-13T14:13:31.441" v="15694" actId="478"/>
        <pc:sldMkLst>
          <pc:docMk/>
          <pc:sldMk cId="1640153594" sldId="2532"/>
        </pc:sldMkLst>
      </pc:sldChg>
      <pc:sldChg chg="add del">
        <pc:chgData name="Agarwal, Vishal Kumar (Agoda)" userId="cad4ea89-12e8-481e-83f6-60738eda428a" providerId="ADAL" clId="{4823D29D-C186-461B-871D-535A12352CCE}" dt="2026-02-13T13:25:03.755" v="14594"/>
        <pc:sldMkLst>
          <pc:docMk/>
          <pc:sldMk cId="557260902" sldId="2533"/>
        </pc:sldMkLst>
      </pc:sldChg>
      <pc:sldChg chg="delSp add del mod">
        <pc:chgData name="Agarwal, Vishal Kumar (Agoda)" userId="cad4ea89-12e8-481e-83f6-60738eda428a" providerId="ADAL" clId="{4823D29D-C186-461B-871D-535A12352CCE}" dt="2026-02-13T14:26:51.644" v="15695" actId="478"/>
        <pc:sldMkLst>
          <pc:docMk/>
          <pc:sldMk cId="1223355197" sldId="2534"/>
        </pc:sldMkLst>
      </pc:sldChg>
      <pc:sldChg chg="add del">
        <pc:chgData name="Agarwal, Vishal Kumar (Agoda)" userId="cad4ea89-12e8-481e-83f6-60738eda428a" providerId="ADAL" clId="{4823D29D-C186-461B-871D-535A12352CCE}" dt="2026-02-13T13:25:03.755" v="14594"/>
        <pc:sldMkLst>
          <pc:docMk/>
          <pc:sldMk cId="3640226980" sldId="2537"/>
        </pc:sldMkLst>
      </pc:sldChg>
      <pc:sldChg chg="modSp add mod">
        <pc:chgData name="Agarwal, Vishal Kumar (Agoda)" userId="cad4ea89-12e8-481e-83f6-60738eda428a" providerId="ADAL" clId="{4823D29D-C186-461B-871D-535A12352CCE}" dt="2026-02-13T15:00:04.944" v="15880" actId="20577"/>
        <pc:sldMkLst>
          <pc:docMk/>
          <pc:sldMk cId="156737052" sldId="2538"/>
        </pc:sldMkLst>
        <pc:spChg chg="mod">
          <ac:chgData name="Agarwal, Vishal Kumar (Agoda)" userId="cad4ea89-12e8-481e-83f6-60738eda428a" providerId="ADAL" clId="{4823D29D-C186-461B-871D-535A12352CCE}" dt="2026-02-13T15:00:04.944" v="15880" actId="20577"/>
          <ac:spMkLst>
            <pc:docMk/>
            <pc:sldMk cId="156737052" sldId="2538"/>
            <ac:spMk id="3" creationId="{F550EE19-1BA1-9892-AA06-8168903D50D2}"/>
          </ac:spMkLst>
        </pc:spChg>
      </pc:sldChg>
      <pc:sldChg chg="delSp add mod">
        <pc:chgData name="Agarwal, Vishal Kumar (Agoda)" userId="cad4ea89-12e8-481e-83f6-60738eda428a" providerId="ADAL" clId="{4823D29D-C186-461B-871D-535A12352CCE}" dt="2026-02-14T10:18:34.307" v="15885" actId="478"/>
        <pc:sldMkLst>
          <pc:docMk/>
          <pc:sldMk cId="2686426739" sldId="2556"/>
        </pc:sldMkLst>
      </pc:sldChg>
      <pc:sldChg chg="delSp add mod">
        <pc:chgData name="Agarwal, Vishal Kumar (Agoda)" userId="cad4ea89-12e8-481e-83f6-60738eda428a" providerId="ADAL" clId="{4823D29D-C186-461B-871D-535A12352CCE}" dt="2026-02-14T10:18:36.642" v="15886" actId="478"/>
        <pc:sldMkLst>
          <pc:docMk/>
          <pc:sldMk cId="1149071046" sldId="2557"/>
        </pc:sldMkLst>
      </pc:sldChg>
      <pc:sldChg chg="delSp add mod">
        <pc:chgData name="Agarwal, Vishal Kumar (Agoda)" userId="cad4ea89-12e8-481e-83f6-60738eda428a" providerId="ADAL" clId="{4823D29D-C186-461B-871D-535A12352CCE}" dt="2026-02-14T10:18:44.963" v="15888" actId="478"/>
        <pc:sldMkLst>
          <pc:docMk/>
          <pc:sldMk cId="2027654158" sldId="2572"/>
        </pc:sldMkLst>
      </pc:sldChg>
      <pc:sldChg chg="delSp modSp add mod">
        <pc:chgData name="Agarwal, Vishal Kumar (Agoda)" userId="cad4ea89-12e8-481e-83f6-60738eda428a" providerId="ADAL" clId="{4823D29D-C186-461B-871D-535A12352CCE}" dt="2026-02-14T10:25:14.525" v="16052"/>
        <pc:sldMkLst>
          <pc:docMk/>
          <pc:sldMk cId="1511010292" sldId="2575"/>
        </pc:sldMkLst>
        <pc:spChg chg="mod">
          <ac:chgData name="Agarwal, Vishal Kumar (Agoda)" userId="cad4ea89-12e8-481e-83f6-60738eda428a" providerId="ADAL" clId="{4823D29D-C186-461B-871D-535A12352CCE}" dt="2026-02-14T10:25:14.525" v="16052"/>
          <ac:spMkLst>
            <pc:docMk/>
            <pc:sldMk cId="1511010292" sldId="2575"/>
            <ac:spMk id="3" creationId="{5C1C9290-6DF0-4F25-ACB0-F28F46F864C6}"/>
          </ac:spMkLst>
        </pc:spChg>
      </pc:sldChg>
      <pc:sldChg chg="delSp add mod">
        <pc:chgData name="Agarwal, Vishal Kumar (Agoda)" userId="cad4ea89-12e8-481e-83f6-60738eda428a" providerId="ADAL" clId="{4823D29D-C186-461B-871D-535A12352CCE}" dt="2026-02-14T10:26:03.963" v="16059" actId="478"/>
        <pc:sldMkLst>
          <pc:docMk/>
          <pc:sldMk cId="1692991013" sldId="2577"/>
        </pc:sldMkLst>
      </pc:sldChg>
      <pc:sldChg chg="add">
        <pc:chgData name="Agarwal, Vishal Kumar (Agoda)" userId="cad4ea89-12e8-481e-83f6-60738eda428a" providerId="ADAL" clId="{4823D29D-C186-461B-871D-535A12352CCE}" dt="2026-02-13T14:57:32.867" v="15856"/>
        <pc:sldMkLst>
          <pc:docMk/>
          <pc:sldMk cId="3957488688" sldId="2578"/>
        </pc:sldMkLst>
      </pc:sldChg>
      <pc:sldChg chg="delSp add mod">
        <pc:chgData name="Agarwal, Vishal Kumar (Agoda)" userId="cad4ea89-12e8-481e-83f6-60738eda428a" providerId="ADAL" clId="{4823D29D-C186-461B-871D-535A12352CCE}" dt="2026-02-14T10:45:36.094" v="16334" actId="478"/>
        <pc:sldMkLst>
          <pc:docMk/>
          <pc:sldMk cId="2217404470" sldId="2582"/>
        </pc:sldMkLst>
      </pc:sldChg>
      <pc:sldChg chg="add">
        <pc:chgData name="Agarwal, Vishal Kumar (Agoda)" userId="cad4ea89-12e8-481e-83f6-60738eda428a" providerId="ADAL" clId="{4823D29D-C186-461B-871D-535A12352CCE}" dt="2026-02-13T14:57:32.867" v="15856"/>
        <pc:sldMkLst>
          <pc:docMk/>
          <pc:sldMk cId="1653144627" sldId="2585"/>
        </pc:sldMkLst>
      </pc:sldChg>
      <pc:sldChg chg="add">
        <pc:chgData name="Agarwal, Vishal Kumar (Agoda)" userId="cad4ea89-12e8-481e-83f6-60738eda428a" providerId="ADAL" clId="{4823D29D-C186-461B-871D-535A12352CCE}" dt="2026-02-13T14:57:32.867" v="15856"/>
        <pc:sldMkLst>
          <pc:docMk/>
          <pc:sldMk cId="148349074" sldId="2589"/>
        </pc:sldMkLst>
      </pc:sldChg>
      <pc:sldChg chg="add">
        <pc:chgData name="Agarwal, Vishal Kumar (Agoda)" userId="cad4ea89-12e8-481e-83f6-60738eda428a" providerId="ADAL" clId="{4823D29D-C186-461B-871D-535A12352CCE}" dt="2026-02-13T14:57:32.867" v="15856"/>
        <pc:sldMkLst>
          <pc:docMk/>
          <pc:sldMk cId="1022246120" sldId="2590"/>
        </pc:sldMkLst>
      </pc:sldChg>
      <pc:sldChg chg="add">
        <pc:chgData name="Agarwal, Vishal Kumar (Agoda)" userId="cad4ea89-12e8-481e-83f6-60738eda428a" providerId="ADAL" clId="{4823D29D-C186-461B-871D-535A12352CCE}" dt="2026-02-13T14:57:32.867" v="15856"/>
        <pc:sldMkLst>
          <pc:docMk/>
          <pc:sldMk cId="1560660008" sldId="2591"/>
        </pc:sldMkLst>
      </pc:sldChg>
      <pc:sldChg chg="add">
        <pc:chgData name="Agarwal, Vishal Kumar (Agoda)" userId="cad4ea89-12e8-481e-83f6-60738eda428a" providerId="ADAL" clId="{4823D29D-C186-461B-871D-535A12352CCE}" dt="2026-02-13T14:57:32.867" v="15856"/>
        <pc:sldMkLst>
          <pc:docMk/>
          <pc:sldMk cId="1341934168" sldId="2592"/>
        </pc:sldMkLst>
      </pc:sldChg>
      <pc:sldChg chg="add">
        <pc:chgData name="Agarwal, Vishal Kumar (Agoda)" userId="cad4ea89-12e8-481e-83f6-60738eda428a" providerId="ADAL" clId="{4823D29D-C186-461B-871D-535A12352CCE}" dt="2026-02-13T14:57:32.867" v="15856"/>
        <pc:sldMkLst>
          <pc:docMk/>
          <pc:sldMk cId="610683244" sldId="2593"/>
        </pc:sldMkLst>
      </pc:sldChg>
      <pc:sldChg chg="delSp add mod">
        <pc:chgData name="Agarwal, Vishal Kumar (Agoda)" userId="cad4ea89-12e8-481e-83f6-60738eda428a" providerId="ADAL" clId="{4823D29D-C186-461B-871D-535A12352CCE}" dt="2026-02-16T14:15:45.168" v="16358" actId="478"/>
        <pc:sldMkLst>
          <pc:docMk/>
          <pc:sldMk cId="1102750864" sldId="2595"/>
        </pc:sldMkLst>
      </pc:sldChg>
      <pc:sldChg chg="add">
        <pc:chgData name="Agarwal, Vishal Kumar (Agoda)" userId="cad4ea89-12e8-481e-83f6-60738eda428a" providerId="ADAL" clId="{4823D29D-C186-461B-871D-535A12352CCE}" dt="2026-02-13T14:57:32.867" v="15856"/>
        <pc:sldMkLst>
          <pc:docMk/>
          <pc:sldMk cId="2604327165" sldId="2596"/>
        </pc:sldMkLst>
      </pc:sldChg>
      <pc:sldChg chg="add">
        <pc:chgData name="Agarwal, Vishal Kumar (Agoda)" userId="cad4ea89-12e8-481e-83f6-60738eda428a" providerId="ADAL" clId="{4823D29D-C186-461B-871D-535A12352CCE}" dt="2026-02-13T14:57:32.867" v="15856"/>
        <pc:sldMkLst>
          <pc:docMk/>
          <pc:sldMk cId="846416057" sldId="2598"/>
        </pc:sldMkLst>
      </pc:sldChg>
      <pc:sldChg chg="add">
        <pc:chgData name="Agarwal, Vishal Kumar (Agoda)" userId="cad4ea89-12e8-481e-83f6-60738eda428a" providerId="ADAL" clId="{4823D29D-C186-461B-871D-535A12352CCE}" dt="2026-02-13T14:57:32.867" v="15856"/>
        <pc:sldMkLst>
          <pc:docMk/>
          <pc:sldMk cId="1809476814" sldId="2599"/>
        </pc:sldMkLst>
      </pc:sldChg>
      <pc:sldChg chg="delSp modSp add mod">
        <pc:chgData name="Agarwal, Vishal Kumar (Agoda)" userId="cad4ea89-12e8-481e-83f6-60738eda428a" providerId="ADAL" clId="{4823D29D-C186-461B-871D-535A12352CCE}" dt="2026-02-16T16:23:39.864" v="16539" actId="20577"/>
        <pc:sldMkLst>
          <pc:docMk/>
          <pc:sldMk cId="1245329866" sldId="2600"/>
        </pc:sldMkLst>
        <pc:spChg chg="mod">
          <ac:chgData name="Agarwal, Vishal Kumar (Agoda)" userId="cad4ea89-12e8-481e-83f6-60738eda428a" providerId="ADAL" clId="{4823D29D-C186-461B-871D-535A12352CCE}" dt="2026-02-16T16:23:39.864" v="16539" actId="20577"/>
          <ac:spMkLst>
            <pc:docMk/>
            <pc:sldMk cId="1245329866" sldId="2600"/>
            <ac:spMk id="3" creationId="{1C8DCB7D-5243-4ABF-A854-C71230688D68}"/>
          </ac:spMkLst>
        </pc:spChg>
      </pc:sldChg>
      <pc:sldChg chg="delSp add mod">
        <pc:chgData name="Agarwal, Vishal Kumar (Agoda)" userId="cad4ea89-12e8-481e-83f6-60738eda428a" providerId="ADAL" clId="{4823D29D-C186-461B-871D-535A12352CCE}" dt="2026-02-16T16:50:09.552" v="17720" actId="478"/>
        <pc:sldMkLst>
          <pc:docMk/>
          <pc:sldMk cId="1615817814" sldId="2617"/>
        </pc:sldMkLst>
      </pc:sldChg>
      <pc:sldChg chg="delSp add mod">
        <pc:chgData name="Agarwal, Vishal Kumar (Agoda)" userId="cad4ea89-12e8-481e-83f6-60738eda428a" providerId="ADAL" clId="{4823D29D-C186-461B-871D-535A12352CCE}" dt="2026-02-16T17:10:57.811" v="17726" actId="478"/>
        <pc:sldMkLst>
          <pc:docMk/>
          <pc:sldMk cId="2210674472" sldId="2620"/>
        </pc:sldMkLst>
      </pc:sldChg>
      <pc:sldChg chg="addSp delSp add mod">
        <pc:chgData name="Agarwal, Vishal Kumar (Agoda)" userId="cad4ea89-12e8-481e-83f6-60738eda428a" providerId="ADAL" clId="{4823D29D-C186-461B-871D-535A12352CCE}" dt="2026-02-16T17:17:12.898" v="17731" actId="478"/>
        <pc:sldMkLst>
          <pc:docMk/>
          <pc:sldMk cId="3098161078" sldId="2621"/>
        </pc:sldMkLst>
      </pc:sldChg>
      <pc:sldChg chg="addSp delSp add mod">
        <pc:chgData name="Agarwal, Vishal Kumar (Agoda)" userId="cad4ea89-12e8-481e-83f6-60738eda428a" providerId="ADAL" clId="{4823D29D-C186-461B-871D-535A12352CCE}" dt="2026-02-16T17:17:14.103" v="17732" actId="478"/>
        <pc:sldMkLst>
          <pc:docMk/>
          <pc:sldMk cId="4176377568" sldId="2623"/>
        </pc:sldMkLst>
      </pc:sldChg>
      <pc:sldChg chg="delSp add mod">
        <pc:chgData name="Agarwal, Vishal Kumar (Agoda)" userId="cad4ea89-12e8-481e-83f6-60738eda428a" providerId="ADAL" clId="{4823D29D-C186-461B-871D-535A12352CCE}" dt="2026-02-16T17:19:06.419" v="17733" actId="478"/>
        <pc:sldMkLst>
          <pc:docMk/>
          <pc:sldMk cId="1303460348" sldId="2624"/>
        </pc:sldMkLst>
      </pc:sldChg>
      <pc:sldChg chg="add">
        <pc:chgData name="Agarwal, Vishal Kumar (Agoda)" userId="cad4ea89-12e8-481e-83f6-60738eda428a" providerId="ADAL" clId="{4823D29D-C186-461B-871D-535A12352CCE}" dt="2026-02-16T16:21:19.088" v="16478"/>
        <pc:sldMkLst>
          <pc:docMk/>
          <pc:sldMk cId="2410811344" sldId="2627"/>
        </pc:sldMkLst>
      </pc:sldChg>
      <pc:sldChg chg="add">
        <pc:chgData name="Agarwal, Vishal Kumar (Agoda)" userId="cad4ea89-12e8-481e-83f6-60738eda428a" providerId="ADAL" clId="{4823D29D-C186-461B-871D-535A12352CCE}" dt="2026-02-16T16:21:19.088" v="16478"/>
        <pc:sldMkLst>
          <pc:docMk/>
          <pc:sldMk cId="2003371130" sldId="2631"/>
        </pc:sldMkLst>
      </pc:sldChg>
      <pc:sldChg chg="add">
        <pc:chgData name="Agarwal, Vishal Kumar (Agoda)" userId="cad4ea89-12e8-481e-83f6-60738eda428a" providerId="ADAL" clId="{4823D29D-C186-461B-871D-535A12352CCE}" dt="2026-02-16T16:21:19.088" v="16478"/>
        <pc:sldMkLst>
          <pc:docMk/>
          <pc:sldMk cId="305301899" sldId="2632"/>
        </pc:sldMkLst>
      </pc:sldChg>
      <pc:sldChg chg="add">
        <pc:chgData name="Agarwal, Vishal Kumar (Agoda)" userId="cad4ea89-12e8-481e-83f6-60738eda428a" providerId="ADAL" clId="{4823D29D-C186-461B-871D-535A12352CCE}" dt="2026-02-16T16:21:19.088" v="16478"/>
        <pc:sldMkLst>
          <pc:docMk/>
          <pc:sldMk cId="3448137326" sldId="2634"/>
        </pc:sldMkLst>
      </pc:sldChg>
      <pc:sldChg chg="add">
        <pc:chgData name="Agarwal, Vishal Kumar (Agoda)" userId="cad4ea89-12e8-481e-83f6-60738eda428a" providerId="ADAL" clId="{4823D29D-C186-461B-871D-535A12352CCE}" dt="2026-02-16T16:21:19.088" v="16478"/>
        <pc:sldMkLst>
          <pc:docMk/>
          <pc:sldMk cId="1213900152" sldId="2636"/>
        </pc:sldMkLst>
      </pc:sldChg>
      <pc:sldChg chg="add">
        <pc:chgData name="Agarwal, Vishal Kumar (Agoda)" userId="cad4ea89-12e8-481e-83f6-60738eda428a" providerId="ADAL" clId="{4823D29D-C186-461B-871D-535A12352CCE}" dt="2026-02-16T16:21:19.088" v="16478"/>
        <pc:sldMkLst>
          <pc:docMk/>
          <pc:sldMk cId="3428102217" sldId="2637"/>
        </pc:sldMkLst>
      </pc:sldChg>
      <pc:sldChg chg="add">
        <pc:chgData name="Agarwal, Vishal Kumar (Agoda)" userId="cad4ea89-12e8-481e-83f6-60738eda428a" providerId="ADAL" clId="{4823D29D-C186-461B-871D-535A12352CCE}" dt="2026-02-16T16:21:19.088" v="16478"/>
        <pc:sldMkLst>
          <pc:docMk/>
          <pc:sldMk cId="725444929" sldId="2639"/>
        </pc:sldMkLst>
      </pc:sldChg>
      <pc:sldChg chg="add">
        <pc:chgData name="Agarwal, Vishal Kumar (Agoda)" userId="cad4ea89-12e8-481e-83f6-60738eda428a" providerId="ADAL" clId="{4823D29D-C186-461B-871D-535A12352CCE}" dt="2026-02-16T16:21:19.088" v="16478"/>
        <pc:sldMkLst>
          <pc:docMk/>
          <pc:sldMk cId="657776849" sldId="2640"/>
        </pc:sldMkLst>
      </pc:sldChg>
      <pc:sldChg chg="add">
        <pc:chgData name="Agarwal, Vishal Kumar (Agoda)" userId="cad4ea89-12e8-481e-83f6-60738eda428a" providerId="ADAL" clId="{4823D29D-C186-461B-871D-535A12352CCE}" dt="2026-02-16T16:21:19.088" v="16478"/>
        <pc:sldMkLst>
          <pc:docMk/>
          <pc:sldMk cId="532433741" sldId="2642"/>
        </pc:sldMkLst>
      </pc:sldChg>
      <pc:sldChg chg="add">
        <pc:chgData name="Agarwal, Vishal Kumar (Agoda)" userId="cad4ea89-12e8-481e-83f6-60738eda428a" providerId="ADAL" clId="{4823D29D-C186-461B-871D-535A12352CCE}" dt="2026-02-16T16:21:19.088" v="16478"/>
        <pc:sldMkLst>
          <pc:docMk/>
          <pc:sldMk cId="2571658148" sldId="2644"/>
        </pc:sldMkLst>
      </pc:sldChg>
      <pc:sldChg chg="add">
        <pc:chgData name="Agarwal, Vishal Kumar (Agoda)" userId="cad4ea89-12e8-481e-83f6-60738eda428a" providerId="ADAL" clId="{4823D29D-C186-461B-871D-535A12352CCE}" dt="2026-02-16T16:21:19.088" v="16478"/>
        <pc:sldMkLst>
          <pc:docMk/>
          <pc:sldMk cId="2264439760" sldId="2645"/>
        </pc:sldMkLst>
      </pc:sldChg>
      <pc:sldChg chg="add">
        <pc:chgData name="Agarwal, Vishal Kumar (Agoda)" userId="cad4ea89-12e8-481e-83f6-60738eda428a" providerId="ADAL" clId="{4823D29D-C186-461B-871D-535A12352CCE}" dt="2026-02-16T16:21:19.088" v="16478"/>
        <pc:sldMkLst>
          <pc:docMk/>
          <pc:sldMk cId="1459446106" sldId="2646"/>
        </pc:sldMkLst>
      </pc:sldChg>
      <pc:sldChg chg="add">
        <pc:chgData name="Agarwal, Vishal Kumar (Agoda)" userId="cad4ea89-12e8-481e-83f6-60738eda428a" providerId="ADAL" clId="{4823D29D-C186-461B-871D-535A12352CCE}" dt="2026-02-16T16:21:19.088" v="16478"/>
        <pc:sldMkLst>
          <pc:docMk/>
          <pc:sldMk cId="4266316806" sldId="2647"/>
        </pc:sldMkLst>
      </pc:sldChg>
      <pc:sldChg chg="add">
        <pc:chgData name="Agarwal, Vishal Kumar (Agoda)" userId="cad4ea89-12e8-481e-83f6-60738eda428a" providerId="ADAL" clId="{4823D29D-C186-461B-871D-535A12352CCE}" dt="2026-02-16T16:21:19.088" v="16478"/>
        <pc:sldMkLst>
          <pc:docMk/>
          <pc:sldMk cId="403437978" sldId="2648"/>
        </pc:sldMkLst>
      </pc:sldChg>
      <pc:sldChg chg="add">
        <pc:chgData name="Agarwal, Vishal Kumar (Agoda)" userId="cad4ea89-12e8-481e-83f6-60738eda428a" providerId="ADAL" clId="{4823D29D-C186-461B-871D-535A12352CCE}" dt="2026-02-16T16:21:19.088" v="16478"/>
        <pc:sldMkLst>
          <pc:docMk/>
          <pc:sldMk cId="717228090" sldId="2649"/>
        </pc:sldMkLst>
      </pc:sldChg>
      <pc:sldChg chg="add">
        <pc:chgData name="Agarwal, Vishal Kumar (Agoda)" userId="cad4ea89-12e8-481e-83f6-60738eda428a" providerId="ADAL" clId="{4823D29D-C186-461B-871D-535A12352CCE}" dt="2026-02-16T16:21:19.088" v="16478"/>
        <pc:sldMkLst>
          <pc:docMk/>
          <pc:sldMk cId="2314764746" sldId="2650"/>
        </pc:sldMkLst>
      </pc:sldChg>
      <pc:sldChg chg="add">
        <pc:chgData name="Agarwal, Vishal Kumar (Agoda)" userId="cad4ea89-12e8-481e-83f6-60738eda428a" providerId="ADAL" clId="{4823D29D-C186-461B-871D-535A12352CCE}" dt="2026-02-16T16:21:19.088" v="16478"/>
        <pc:sldMkLst>
          <pc:docMk/>
          <pc:sldMk cId="3502172072" sldId="2651"/>
        </pc:sldMkLst>
      </pc:sldChg>
      <pc:sldChg chg="add">
        <pc:chgData name="Agarwal, Vishal Kumar (Agoda)" userId="cad4ea89-12e8-481e-83f6-60738eda428a" providerId="ADAL" clId="{4823D29D-C186-461B-871D-535A12352CCE}" dt="2026-02-16T16:21:19.088" v="16478"/>
        <pc:sldMkLst>
          <pc:docMk/>
          <pc:sldMk cId="1537241391" sldId="2652"/>
        </pc:sldMkLst>
      </pc:sldChg>
      <pc:sldChg chg="add">
        <pc:chgData name="Agarwal, Vishal Kumar (Agoda)" userId="cad4ea89-12e8-481e-83f6-60738eda428a" providerId="ADAL" clId="{4823D29D-C186-461B-871D-535A12352CCE}" dt="2026-02-16T16:21:19.088" v="16478"/>
        <pc:sldMkLst>
          <pc:docMk/>
          <pc:sldMk cId="2626440101" sldId="2653"/>
        </pc:sldMkLst>
      </pc:sldChg>
      <pc:sldChg chg="addSp delSp modSp new mod">
        <pc:chgData name="Agarwal, Vishal Kumar (Agoda)" userId="cad4ea89-12e8-481e-83f6-60738eda428a" providerId="ADAL" clId="{4823D29D-C186-461B-871D-535A12352CCE}" dt="2026-02-16T17:23:30.268" v="18055" actId="20577"/>
        <pc:sldMkLst>
          <pc:docMk/>
          <pc:sldMk cId="745454779" sldId="2654"/>
        </pc:sldMkLst>
        <pc:spChg chg="mod">
          <ac:chgData name="Agarwal, Vishal Kumar (Agoda)" userId="cad4ea89-12e8-481e-83f6-60738eda428a" providerId="ADAL" clId="{4823D29D-C186-461B-871D-535A12352CCE}" dt="2026-02-16T17:22:55.974" v="17971" actId="948"/>
          <ac:spMkLst>
            <pc:docMk/>
            <pc:sldMk cId="745454779" sldId="2654"/>
            <ac:spMk id="2" creationId="{A4AEBA9F-833B-80DB-6834-1A53E6D51145}"/>
          </ac:spMkLst>
        </pc:spChg>
        <pc:spChg chg="mod">
          <ac:chgData name="Agarwal, Vishal Kumar (Agoda)" userId="cad4ea89-12e8-481e-83f6-60738eda428a" providerId="ADAL" clId="{4823D29D-C186-461B-871D-535A12352CCE}" dt="2026-02-16T17:23:30.268" v="18055" actId="20577"/>
          <ac:spMkLst>
            <pc:docMk/>
            <pc:sldMk cId="745454779" sldId="2654"/>
            <ac:spMk id="3" creationId="{D6288785-B777-E886-44F1-A6767DDE0DB7}"/>
          </ac:spMkLst>
        </pc:spChg>
        <pc:graphicFrameChg chg="add mod ord modVis">
          <ac:chgData name="Agarwal, Vishal Kumar (Agoda)" userId="cad4ea89-12e8-481e-83f6-60738eda428a" providerId="ADAL" clId="{4823D29D-C186-461B-871D-535A12352CCE}" dt="2026-02-16T17:22:56.003" v="17994"/>
          <ac:graphicFrameMkLst>
            <pc:docMk/>
            <pc:sldMk cId="745454779" sldId="2654"/>
            <ac:graphicFrameMk id="5" creationId="{7E800EFE-1078-2BAE-8C0A-1CBABDCF3CDF}"/>
          </ac:graphicFrameMkLst>
        </pc:graphicFrameChg>
      </pc:sldChg>
    </pc:docChg>
  </pc:docChgLst>
</pc:chgInfo>
</file>

<file path=ppt/ink/ink1.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1-15T12:49:02.748"/>
    </inkml:context>
    <inkml:brush xml:id="br0">
      <inkml:brushProperty name="width" value="0.05292" units="cm"/>
      <inkml:brushProperty name="height" value="0.05292" units="cm"/>
      <inkml:brushProperty name="color" value="#FF0000"/>
    </inkml:brush>
  </inkml:definitions>
  <inkml:trace contextRef="#ctx0" brushRef="#br0">2311 3291 32 0,'0'0'83'0,"0"0"-20"156,0 0 12-156,0 0-13 0,0 0 3 0,0 0-15 0,0 0-5 0,0 0 3 0,0 0-22 0,0 0 11 0,0 0-1 0,-13 0 14 0,13 0-9 0,0 0 16 0,0 0-4 0,0 0 8 0,0 0 4 0,0 13 5 0,0-13 7 0,0 0 8 0,0 0-13 0,0 0 5 0,0 0 3 0,0 0-2 0,0 0 11 0,0 0-3 0,0 0-3 0,0 0 2 0,0 0 0 0,0 0 19 0,0 0-3 0,0 0-23 0,0 0 25 0,0 0-20 0,0-13-4 0,10-2-26 0,-3 0 39 0,7-3-40 0,0-2 27 16,1 0-3-16,2-1-25 0,1-2 25 16,7-4-5-16,0-1 1 0,8 0 7 0,2-2-17 0,0 0-4 15,0-2 9-15,5 0-19 0,0 1 0 16,-1-3-11-16,1 6 1 0,0-2-1 0,1-2 0 15,-1 2-16-15,-1 2 2 0,-1-2-2 16,0 3-9-16,-2 1 5 0,-3 0-2 0,1 2-1 16,-1-2 10-16,-5 3-18 0,-1 0 13 15,-3 5 9-15,-2-1-4 0,0 0 0 0,-2 0 7 16,-3 1-11-16,2 2-1 0,-1-2-3 16,-1 3-9-16,-2 2-2 0,-3-2 13 0,-1 4-14 15,-2 2-2-15,-1 1 4 0,2 2 4 0,-6 2-8 16,2-1 7-16,-3 1-10 0,0 1 8 15,-1 1 5-15,2 1-12 0,-4-2 1 0,3 2-27 16,0 0-13-16,-2-1-15 0,1 0-10 0,-1 2-23 16,0-2-5-16,0 2-17 0,1-1-28 15,0-1-16-15,-2 2-17 0,1-1-13 0,1 1-10 16,-1-1-11-16,-1 1-422 0,0 0 0 16</inkml:trace>
  <inkml:trace contextRef="#ctx0" brushRef="#br0" timeOffset="1428.21">2754 3756 22 0,'0'0'126'0,"0"0"5"15,-14 13-15-15,14-13-2 0,0 0-4 0,0 0-25 16,0 0-1-16,0 0-3 0,0 0 0 16,0 0-29-16,0 0 10 0,0 0-3 0,0 13 5 15,-21 1 1-15,19-13-14 0,4-1 10 0,-2 0-2 16,0 0-8-16,0 1 14 0,-2-1 5 15,2 0-15-15,0 0 15 0,2-1 5 0,-1-2-9 16,5 1 11-16,8-8-4 0,1-4-5 16,3-2 10-16,1 0-3 0,3-2-28 0,1-2-9 15,4-2 16-15,1-3-23 0,1 2 23 0,4-3-3 16,3-5-5-16,3-1 1 0,3 4-2 0,0-4-3 16,1 1-3-16,0 0-23 0,-1 1 19 15,2 1-13-15,-1-1 8 0,-2 1-3 0,3 3-26 16,-5-1 15-16,0 3 4 0,-2 1 0 15,-4 2-5-15,0 2 9 0,-5-3-22 0,2 2 13 16,0 2-9-16,-5 1 8 0,0 1-6 0,-1 0 20 16,-1-1-32-16,-2 2 9 0,-1 2 4 0,0 0-24 15,-1 0 24-15,-2 3-7 0,-3 1-2 16,-2 0 2-16,-3 3 0 0,-4 0-6 16,3 3 1-16,-5 1-3 0,1 0 2 15,-1 0-31-15,-3 2-31 0,2-2-31 0,0 1-17 16,-2 0-25-16,1-1-40 0,0 1-43 0,1 1-323 15,-1-1 0-15</inkml:trace>
  <inkml:trace contextRef="#ctx0" brushRef="#br0" timeOffset="3199.03">3136 4364 34 0,'0'12'194'15,"0"-12"-20"-15,0 0-21 0,0 0 2 0,0 14-12 16,0-14-20-16,-23 18-7 0,22-16-6 0,0 0-14 16,1 0-6-16,-2 0-22 0,4-2 3 0,-1 2-13 15,-1 0 3-15,1-2-19 0,1 0 7 16,0 0 5-16,2 0-6 0,-1-2 1 0,0 0-5 15,3-1 12-15,13-5-18 0,-1-6 6 0,1-2 12 16,3-1-12 0,3-4 0-16,5-5 23 0,4-2-21 0,7-4 2 15,5-6 6-15,6-2 7 0,4-2-15 0,5-5-1 0,2-1-19 16,2-1 7-16,2 0 6 0,2 1-4 16,-2-1-5-16,1 2-18 0,1 1 11 0,-1 2-3 15,-1 2-6-15,-3 1 1 0,-1 4 7 0,-4-1-10 16,-3 5-23-16,-2-1-10 0,-4 4-2 15,-2 2-34-15,-6 0-29 0,-4 1-19 0,-2 4-48 16,-3-1-80-16,-3 3-311 0,-2-1 1 0</inkml:trace>
</inkml:ink>
</file>

<file path=ppt/ink/ink2.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1-16T09:22:30.233"/>
    </inkml:context>
    <inkml:brush xml:id="br0">
      <inkml:brushProperty name="width" value="0.05292" units="cm"/>
      <inkml:brushProperty name="height" value="0.05292" units="cm"/>
      <inkml:brushProperty name="color" value="#FF0000"/>
    </inkml:brush>
  </inkml:definitions>
  <inkml:trace contextRef="#ctx0" brushRef="#br0">2471 2315 4 0,'0'0'11'0,"0"0"-1"0,0 0 5 15,0 0 5-15,0 0-7 16,0 0-1-16,0 0-7 0,0 0 2 0,0 0 0 0,0 0 7 16,0 0-13-16,0 0 5 0,0 0-11 0,0 0-3 15,0 0 15-15,13 0-14 0,-13 0 11 16,0 0 3-16,0 0-9 0,0 0 7 16,0 0-3-16,0 0 3 0,0 0-2 0,0 0-12 15,0 0 10-15,0 0 6 0,0 0-5 0,0 0-3 16,0 0 3-16,0 14 1 0,0-14-6 0,0 0 4 15,0 0 3-15,0 0 7 0,0 0-23 16,14 0 15-16,-14 0 4 0,0 0-1 0,0 0 5 16,0 0-7-16,0 0-18 0,0 0 15 15,0 0 4-15,0 0-6 0,0 0 8 0,0 0-10 16,0 0-9-16,14 0 15 0,-14 0-6 0,0 0 11 16,0 0-11-16,0 0 0 0,0 0-5 15,0 0-3-15,0 0 10 0,0 0-1 0,28 22-8 16,-27-22 7-16,2 0 5 0,-3 1-1 15,2 0 3-15,-1-1-6 0,1 0 2 0,-1 0 5 16,1 2 7-16,-1-2-7 0,-1 0-1 0,1 1-17 16,-1-1 8-16,2 1 7 0,-1-1 7 15,-1 0-8-15,1 0-3 0,1 0 6 0,-2 2-8 16,0-2 7-16,2 0-2 0,-2 0 0 0,0 1 2 16,0-1-13-16,0-1 11 0,0 1-3 15,0 0 4-15,0 0 6 0,0 1-8 0,0-1-4 16,0-1-5-16,0 1 5 0,0-2-3 0,0 2 1 15,0 0-6-15,1 2 10 0,-1-2-7 0,2 0 0 16,-2 0-4-16,1 1 7 0,-1-2-7 16,0 1-9-16</inkml:trace>
  <inkml:trace contextRef="#ctx0" brushRef="#br0" timeOffset="1334.9">2594 3276 52 0,'-14'12'189'0,"14"-12"-8"16,0 0-15-16,0 0 5 0,0 0-18 15,0 0-21-15,0 13-8 0,0-13-1 0,0 0-23 16,0 0 4-16,0 0 2 0,-22 18-3 0,21-16-19 16,1 0 3-16,0-1 20 0,0-1-4 0,0 1-4 15,-1-1 6-15,1 2 0 0,1-2 0 16,-2 1-9-16,1-2 1 0,0 3-12 16,0-2 3-16,0 0 0 0,0 0-11 0,0 0 6 15,0 0 4-15,0-1 3 0,0 1-9 0,0-1-3 16,0 1 3-16,0 0 2 0,0 0-2 15,1-2-2-15,-1 2-14 0,0-1 5 16,1 0 1-16,1-1-8 0,0-3-6 0,-1 1 2 16,10-14-10-16,0-3-5 0,2 2-12 0,2-4-4 15,4-4 0-15,2 0-7 16,2 2 3-16,-1-5-1 0,0-1-5 0,3 2 13 0,0-1-5 16,-2-1-6-16,1 2 3 0,-1-1 6 0,5-1-8 15,-3 1 0-15,0 0-12 0,-3 2 3 16,3 1-7-16,-2 0 3 0,1-1-6 15,-3 1 2-15,-1-1 5 0,1 4-7 0,-2 1-2 16,0 1 0-16,1-1 8 0,-1 1-13 0,1 0 4 16,-4-1 0-16,3 1-4 0,2 1-8 15,-1 1 6-15,-2-2-3 0,-3 5 0 0,2-1 0 16,-2 1 5-16,-2 4-7 0,-1 0 9 0,-1 2-9 16,-4 3-19-16,-2 1-10 0,0 3-3 15,-1-1-12-15,-1 1-37 0,-2 1-16 0,2 0-26 16,-1 3-19-16,-1-2-19 0,1 0-1 15,0 1-12-15,0-1-7 0,0 1-12 0,-1 1-537 16,2-1 0-16,-3 1 0 0</inkml:trace>
  <inkml:trace contextRef="#ctx0" brushRef="#br0" timeOffset="1934.87">2833 3759 108 0,'-3'3'174'0,"2"-2"-15"0,0 2-1 0,-1-2 4 16,0 0-15-16,2 2-3 0,0-3-4 0,0 0-15 15,0 0-5-15,0 2-9 0,0-4-7 0,0 2-18 16,2-4 10-16,1-1-21 0,7-9-3 0,0-1-8 16,0-5 6-16,5 0-8 0,-1-3 6 15,-2 4 1-15,2 1 13 0,0-2-11 0,2-2 5 16,2 2-12-16,-2-3-13 0,0 1 7 16,3 0-2-16,-3-1-5 0,4 2-2 0,0 2-15 15,-1-1 1-15,0-2 10 0,3-1 9 0,2-4-16 16,1 3-2-16,2 3-15 0,-2-3 8 15,1 2 20-15,-1-1-2 0,-1 2-1 16,-1 1-5-16,-2 1-8 0,-1 3-22 0,-1 1 12 0,1 0 2 16,-4 0 0-16,-1 3-8 0,-1 1 10 15,0 1-11-15,-4 0-2 0,-2 2-7 0,-1 3-3 16,-1 1 5-16,-3 1-36 0,1 0 3 0,0 1-31 16,-1 0-21-16,0 0-14 0,-1 1-18 15,-1-1-10-15,1 2-22 0,-1-2-19 0,1 1-19 16,1 1-23-16,-3-1-395 0,1 1 0 15</inkml:trace>
  <inkml:trace contextRef="#ctx0" brushRef="#br0" timeOffset="2372.34">3135 4202 38 0,'0'8'140'0,"-2"-3"-22"0,2 1-9 0,0-2 4 15,0 0 14-15,0-1 1 0,0 1-2 0,0-2 6 16,0 0 5-16,0 1 2 0,2-2-4 0,-1 0 8 15,0 1 8-15,2-4-1 0,9-5 14 16,3-5-2-16,5-4-19 0,2-3-10 0,6-6-8 16,6-1-4-16,4 2-7 0,0-6-9 15,3 2 4-15,0 0-10 0,1-2 2 16,2 0-16-16,-3 0-12 0,1 3 2 0,-3 0-6 16,-3-1-16-16,5 1 1 0,-7 0-3 0,4 1-1 15,-4 1-5-15,-3 1-11 16,-1 2 5-16,0 0-8 0,-3 3-4 0,-3 0-28 15,-2 1-9-15,-2 3-21 0,0 2-33 0,0-1-3 16,-2 1-38-16,-4 0-1 0,-1 4-33 0,-2-1-24 16,-1 3-34-16,-4 1-44 0,1 1-465 0,-3 1 0 15,-1 2 0-15</inkml:trace>
</inkml:ink>
</file>

<file path=ppt/ink/ink3.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1-19T12:51:12.052"/>
    </inkml:context>
    <inkml:brush xml:id="br0">
      <inkml:brushProperty name="width" value="0.05292" units="cm"/>
      <inkml:brushProperty name="height" value="0.05292" units="cm"/>
      <inkml:brushProperty name="color" value="#FF0000"/>
    </inkml:brush>
  </inkml:definitions>
  <inkml:trace contextRef="#ctx0" brushRef="#br0">3714 3074 76 0,'-14'0'101'0,"14"0"-10"0,0 0-6 0,0 0-10 16,0 13-11 124,0-13-7-140,0 0-5 0,0 0 0 0,0 0-25 16,0 0 6-16,0 0 2 16,0 0 1-16,0 0 3 0,0 0 0 0,-14 0 2 0,14 0 15 0,0 0-9 0,0 0 12 0,0 0-10 15,0 0 10-15,0 12 0 0,0-12-13 0,-14 15 2 0,12-15 3 0,2 0 2 0,0 2-6 0,0-2-1 0,0-2-5 0,0 2-1 0,-2 0-1 0,4 0 4 0,-2 0-3 0,0 0-9 0,0 0 1 0,0 0 10 0,0 0-3 0,2 0-8 0,-2-2 10 0,0 2-2 0,1-1-7 0,2-2-3 0,2-1-2 0,-2 1 4 0,8-7-7 0,1 0 3 0,3-2-2 0,-1 0-9 0,4-2 0 0,-1-1-3 0,2 0 2 0,2-1 6 16,3-2 9-16,5-3 13 0,1 1-14 16,0-1 13-16,4 0-4 0,-1-1 7 0,2 0-19 15,-1 1 10-15,1 0-4 0,0 2 0 0,-2-1-1 16,1-1-3-16,-4 3 3 0,1 0-17 15,-2 1 3-15,-1 1 12 0,2-3-7 0,-2 1-11 16,0-1 7-16,1 3 8 0,-1-2-17 0,-1 3 10 16,1-4-8-16,-1 4 2 0,2-3-5 15,-1 2 2-15,0-1-1 0,2 1 4 0,-3 1-11 16,-1 0 4-16,-5 1 3 0,4-1-2 0,-1 2-7 16,0 0 3-16,0 0 19 0,-4 0-15 0,0 2 0 15,2 3-10-15,-3-1 26 0,-6 3-19 16,1-1 3-16,-6 3-13 0,0 0 17 0,-3 1-2 15,-2 1-17-15,0 2 13 0,2-2-4 0,-1 1 0 16,-4 0 2-16,4 1-22 0,-2-2-9 16,0 2 5-16,-1 0-17 0,0-2-22 0,2 0-12 15,-2 2-20-15,1 0-23 0,-2 0-8 16,2 0-12-16,-2 0-33 0,0 0-17 0,0 0-48 16,0 0-197-16,0 0 0 0</inkml:trace>
  <inkml:trace contextRef="#ctx0" brushRef="#br0" timeOffset="4727.24">3717 3503 50 0,'0'0'94'0,"0"13"-18"0,0-13 1 15,0 0-22-15,0 0-2 0,0 0 3 0,0 0-26 16,0 0 10-16,0 0-18 0,0 0 18 0,0 13-14 15,0-13 5-15,0 0-21 0,-17 17 5 16,17-15 9-16,0-2-11 0,2 1-4 0,-2-1 9 16,0 1-2-16,1 1-6 0,-1-1 6 0,0-1 10 15,0 1-3-15,1 1 9 0,-1-2-17 0,0 0 11 16,0 1 4-16,0-1 0 0,0 1-10 16,2-1 0-16,-2 0 1 0,0 0-7 0,1 0 13 15,-1 0-15-15,1 0 9 0,1 0 10 0,-2 0-6 16,1 0 3-16,0 0-2 0,3 0-5 15,-4 0 12-15,3 0 8 0,0 0-13 0,1-1-2 16,1 0 7-16,2-1 1 0,-3 1 1 0,6 1 2 16,14-10 1-16,-6 2-2 0,2 1 0 0,-2-2 10 15,2 1-1-15,3-5-5 0,2 3 3 16,-5-1-12-16,4-3 4 0,1-1-5 0,4-1 2 16,1-1-9-16,1-2 3 0,2 0-8 15,4-4-3-15,-1 2 4 0,0-3 0 0,2 3-1 16,0 0-8-16,0 0 1 0,1-2 2 15,-2 3-3-15,1 1-2 0,-2-1-4 0,-2 2 7 16,2-1 0-16,-4 2 3 0,-1-1 0 0,-2 3 2 16,1 0-6-16,-5 3 9 0,2-3 9 0,-4 1 5 15,-1 0-14-15,1 3 12 0,-2-2-10 0,-1 1 12 16,0 2-4-16,-1 0 1 0,-1 0 4 16,-1 0-10-16,0 2 1 0,0-2 1 15,-1 1 2-15,-2-1-6 0,-3 2-2 0,5-1 2 16,0 2-9-16,1-4 5 0,-1 0-3 0,4-1-5 15,-1-1 23-15,2 0-6 0,1 0-2 16,0 0-6-16,-3 0 10 0,4 0-5 0,-1 2-2 16,-3 0-14-16,-1 1 0 0,-1 2 14 15,-4 1 0-15,-1 0-7 0,-2 2 1 16,-2 2 1-16,-2-1-7 0,-2 2 6 0,-1 1 9 16,0 0-22-16,0-1-3 0,-2 2 1 0,3-1-14 15,-4 1-19-15,0 0-3 0,0 0-27 0,0 0-7 16,5-3-23-16,-5 3-22 0,1 0-22 15,-1 2-15-15,0-1-26 0,0 2-28 0,-2-2-279 16,0 2 0-16</inkml:trace>
  <inkml:trace contextRef="#ctx0" brushRef="#br0" timeOffset="6032.16">4251 4028 40 0,'0'0'93'0,"0"0"-23"15,-14 0 8-15,14 0-6 0,0 12-25 16,0-12 11-16,0 0-15 0,0 0 9 0,0 0-1 16,0 0-37-16,0 0 20 0,0 0 2 0,0 0-15 15,0 0-10-15,-14 23 13 0,14-21 4 0,-1-2 6 16,2 0-8-16,-1 0 4 0,-1 1 7 16,1-1-4-16,0 0 11 0,1 0 11 15,-1 1 5-15,0-1-1 0,2 0 7 16,-2 0-9-16,0 2 2 0,2-2 0 0,-2 1-6 15,1-1-1-15,1 1 0 0,-1-1-6 0,2-1-1 16,0-2 3-16,-1 2-8 0,2-2 6 16,2 0 3-16,7-5-3 0,2 2-2 0,2-7-12 15,4-2-1-15,1 2 6 0,3-4-10 16,4-1 1-16,3-4 6 0,6-3 3 0,2-3 4 0,4-2 7 16,4 0-17-16,2-2 16 0,3-2-1 15,-1-1 0-15,2 1 8 0,1 0-14 0,2-1 13 16,-2 1-6-16,-3 2-7 0,1 1-2 0,-3 2 3 15,0 2-9-15,-6 1-3 0,0 0-7 16,-3 0 13-16,-1 3-11 0,-2 0-17 0,-5 3 10 16,-2 0 5-16,-2 3-4 0,-3 0 7 0,-1 2-5 15,-3 2 1-15,0-1-4 0,-1 2-19 16,-5 2 21-16,-3 1-5 0,-3 0 3 0,0 4 9 16,-2-2-19-16,-2 5 4 0,-1 0 0 15,-2 1-12-15,0-2-8 0,0 2 18 0,-1-1-3 16,1 1-7-16,-2 1-23 0,1-2 9 0,0 2-11 15,0-1-18-15,-1 1-11 0,-1-1-28 16,0 1-18-16,2 0-21 0,-2-2-29 0,0 2-58 16,0 0-360-16,0 0 0 0</inkml:trace>
</inkml:ink>
</file>

<file path=ppt/ink/ink4.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1-23T09:06:10.028"/>
    </inkml:context>
    <inkml:brush xml:id="br0">
      <inkml:brushProperty name="width" value="0.05292" units="cm"/>
      <inkml:brushProperty name="height" value="0.05292" units="cm"/>
      <inkml:brushProperty name="color" value="#FF0000"/>
    </inkml:brush>
  </inkml:definitions>
  <inkml:trace contextRef="#ctx0" brushRef="#br0">2894 2804 120 0,'0'0'146'32,"0"0"-8"-17,0 13-15-15,0-13 6 0,0 0-27 0,0 0-2 0,0 0-18 0,0 0-7 0,24 27-18 0,-24-27-11 0,0 3-7 0,1-2-2 0,-1 0-12 0,2 1 9 16,-2-1-9-16,0 0 4 15,1 1-6-15,-1-1-2 0,2 2-2 0,-2-3-5 0,1 0 11 0,-1 2 11 16,0-1-3-16,0-1-9 0,2 0 9 16,-2 1-5-16,0-1 5 0,0 0-7 15,1 0 0-15,-1 1-3 0,0-1-6 0,0 0 9 16,0 0-9-16,0 2-5 0,0-2 12 16,2 0-12-16,0 0 7 0,-2 0-9 0,0 0 8 15,0 1-7-15,0-1 3 0,1 0-1 0,-1 0 4 16,0 1 2-16,0-1 1 0,0 0-4 15,1 2 0-15,-2-2 5 0,2-2 5 0,-1 4-4 16,1-2 1-16,-1-2-3 0,0 2-4 0,3-1 2 16,-3 1 2-16,2 0 10 0,-2 0-3 15,1-1 1-15,1 1 5 0,-1-2-3 0,-1 2-3 16,4-2 5-16,-2 1-1 0,2-1 4 0,0-1-1 16,0 2 7-16,0-3 0 0,0 1-10 0,0 1-6 15,9-6 1-15,-2-1 9 0,3-3-8 16,1 1-3-16,3-3 1 0,1-4 12 0,4 2-8 15,1-1 14-15,4-2-2 0,3-3 15 0,0-1-4 16,3 1-11-16,2-1 7 0,-2 1-3 16,4-1-3-16,2 1-11 0,-1-3 4 0,-1 1-5 15,1 3 3-15,1 0 1 0,-1-1-1 16,1 3-8-16,-2-2 6 0,-3 3 1 0,0-1-22 16,-1 0 10-16,-3 3 1 0,-2 1-11 0,1-2 6 15,-5 2-19-15,2 2 21 0,-4 2-6 16,-1-3-3-16,0 3 15 0,0 0-1 0,-3 3 7 15,-1-1 10-15,-3 0 1 0,0 3-6 16,-5 0 7-16,-3 3-1 0,-1-1 6 0,-3 2-1 16,1 0-11-16,2 0 2 0,-3 0-10 15,-2 2 3-15,1-3-4 0,1 2-7 0,0 0 0 16,-1 1-1-16,0-2-3 0,0 1-4 0,2 1-3 16,-4-1-6-16,2 1-9 0,-1-2-14 15,-1 2-34-15,1 0-19 0,-1 0-23 0,2 0-7 16,-2 0-16-16,1 0-26 0,-1 0-14 15,0 0-11-15,0 0-5 0,-1 0-10 0,1 0-19 16,-3 2-452-16,0 0 1 0,-11 7 0 0</inkml:trace>
  <inkml:trace contextRef="#ctx0" brushRef="#br0" timeOffset="1029.51">3039 3445 56 0,'0'0'126'0,"0"0"-12"0,0 0-14 0,0 0-10 0,0 0 2 16,0 0-10-16,0 0-16 0,0 0 4 16,0 0-4-16,0 0-13 0,0 0 1 0,0 0 0 15,0 0 5-15,-16-4-4 0,20 0 7 0,6-9-6 16,1 0 0-16,2 0-2 0,2-1 0 15,1-1 7-15,1-1-2 0,1-1 8 0,0 2-7 16,2-3-5-16,1 1 10 0,1-1-13 16,1-1 6-16,1 1 5 0,1 0 1 15,0-1-10-15,2 0 7 0,1 1-16 0,0-2 8 0,3-1 17 16,-1 1-11-16,1-3-18 0,0 2 14 0,1 0-20 16,3-1 12-16,-1 0 3 0,1-1-6 15,4 1 10-15,-5-3 4 0,1 1-16 0,-2 2-3 16,3-1-16-16,0 1 8 0,-6 0 5 0,5 2-3 15,0 1-6-15,-2-4-10 0,-6 5 3 16,6 1-1-16,-5 2-14 0,-1-2 25 0,2 0-15 16,-5 4-7-16,0 0 1 0,-3 0 5 15,3 0 0-15,-7 2-5 0,2 3 0 0,-4 1-18 16,-2 1 5-16,-4 1 5 0,-1 1-2 0,-3 1-17 16,1 2-14-16,-2-1-16 0,-1 0-9 15,-1 2-27-15,-1-2-17 0,2 1-10 16,-1 1 0-16,-2 0-15 0,0 0-14 0,-2 1-27 15,2 1-7-15,-1 2-17 0,-2-1-59 0,-7 7-132 16,-1 3 0-16</inkml:trace>
  <inkml:trace contextRef="#ctx0" brushRef="#br0" timeOffset="1684.41">3127 3955 140 0,'0'2'174'16,"0"-1"-15"-16,-1 0-6 0,1 2-16 0,-2-2-12 15,4 1-8-15,-2-2-17 0,0 0-5 16,1-2-9-16,1 1-6 0,2-2-1 0,-1 1-12 16,10-5 4-16,-1-3-10 0,0-1 10 15,4-1 1-15,0-2 5 0,1-2-6 0,1 1 4 0,2-1 7 16,2-3 2-16,5-2-5 0,4-5 16 15,4 0-14-15,3 0-12 0,4-5-2 0,2 0-3 16,5-2-10-16,1 0 4 0,3-1-2 16,-1 1 8-16,6-2-8 0,2-2-4 0,3 3-11 15,2-1 9-15,-2 2-7 0,1 0-4 0,1 1-12 16,-1 1 5-16,-3 1-6 0,-2 1 2 0,0 3-22 16,-2 1 5-16,-4 2-6 0,-4-1 27 0,-3 1-24 15,-4 2 3-15,0 3-5 0,-5 0-11 16,0 2-24-16,-4 1-18 0,-3 0-23 15,-4 0-25-15,0 1-41 0,-6 0-8 0,1-1-59 16,-4 0-449-16,-1 0 0 0,-2 4 0 0</inkml:trace>
</inkml:ink>
</file>

<file path=ppt/ink/ink5.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1-26T13:16:27.066"/>
    </inkml:context>
    <inkml:brush xml:id="br0">
      <inkml:brushProperty name="width" value="0.05292" units="cm"/>
      <inkml:brushProperty name="height" value="0.05292" units="cm"/>
      <inkml:brushProperty name="color" value="#FF0000"/>
    </inkml:brush>
  </inkml:definitions>
  <inkml:trace contextRef="#ctx0" brushRef="#br0">5060 4585 143 0,'0'0'211'0,"0"13"-20"16,0-13 5-16,0 0-11 0,0 0-17 0,-12 0-24 16,12 13-2-16,-18 2-15 0,18-14-19 15,0 2 8-15,0-3-21 0,-1 2-4 0,-1-2-3 16,2 2-12-16,0-1 5 0,-1-1-6 16,2 0-11-16,-1 2 4 0,0-2 5 0,0 0-10 0,2-3-5 15,1 1-10-15,0-3-4 0,8-7-14 16,-2-3 4-16,4 0 7 0,3-3-14 0,2-1 7 15,-3 1-3-15,2 0-4 0,1-1 0 0,-1-1-6 16,8-3 14-16,2-4 25 0,3-2-15 16,2 2-6-16,2-2 2 0,4-4-12 0,-2 5 8 15,0-2-1-15,2 0 5 0,-1 2 8 0,0 0-22 16,-3 2 11-16,-1 1-5 0,-2 5 1 16,-2 0-11-16,-6 5 3 0,-1-1 1 0,-3 2-6 15,2 0 5-15,-7 1-8 0,-1 3-2 16,-1 2 9-16,0-1-12 0,-3 1 3 15,-3 2-15-15,4-4 5 0,0-1-12 0,2 0 6 16,-3 3-5-16,2-1-6 0,-2 2-11 0,-5 4-28 16,0 0-17-16,0-1-34 0,-1 1-30 15,-2 1-18-15,2 0-28 0,-2 1-29 0,1 1-485 16,-1-1 0-16,-1 1 0 0</inkml:trace>
  <inkml:trace contextRef="#ctx0" brushRef="#br0" timeOffset="711.62">9305 3798 266 0,'15'0'340'0,"-15"0"1"0,0 0-13 15,0 0-24-15,0 0-24 0,13 13-17 0,-13-13-32 16,0 0-22-16,0 0-23 0,21 20-35 15,-21-20-23-15,0 2-35 0,0-2-25 0,1 2-36 16,-1-2-54-16,0-2-63 0,0 0-37 0,0-1-41 16,-1-1-56-16,1 0-434 0,0-1 1 15,0-1 0-15</inkml:trace>
</inkml:ink>
</file>

<file path=ppt/ink/ink6.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1-26T13:16:27.066"/>
    </inkml:context>
    <inkml:brush xml:id="br0">
      <inkml:brushProperty name="width" value="0.05292" units="cm"/>
      <inkml:brushProperty name="height" value="0.05292" units="cm"/>
      <inkml:brushProperty name="color" value="#FF0000"/>
    </inkml:brush>
  </inkml:definitions>
  <inkml:trace contextRef="#ctx0" brushRef="#br0">5060 4585 143 0,'0'0'211'0,"0"13"-20"16,0-13 5-16,0 0-11 0,0 0-17 0,-12 0-24 16,12 13-2-16,-18 2-15 0,18-14-19 15,0 2 8-15,0-3-21 0,-1 2-4 0,-1-2-3 16,2 2-12-16,0-1 5 0,-1-1-6 16,2 0-11-16,-1 2 4 0,0-2 5 0,0 0-10 0,2-3-5 15,1 1-10-15,0-3-4 0,8-7-14 16,-2-3 4-16,4 0 7 0,3-3-14 0,2-1 7 15,-3 1-3-15,2 0-4 0,1-1 0 0,-1-1-6 16,8-3 14-16,2-4 25 0,3-2-15 16,2 2-6-16,2-2 2 0,4-4-12 0,-2 5 8 15,0-2-1-15,2 0 5 0,-1 2 8 0,0 0-22 16,-3 2 11-16,-1 1-5 0,-2 5 1 16,-2 0-11-16,-6 5 3 0,-1-1 1 0,-3 2-6 15,2 0 5-15,-7 1-8 0,-1 3-2 16,-1 2 9-16,0-1-12 0,-3 1 3 15,-3 2-15-15,4-4 5 0,0-1-12 0,2 0 6 16,-3 3-5-16,2-1-6 0,-2 2-11 0,-5 4-28 16,0 0-17-16,0-1-34 0,-1 1-30 15,-2 1-18-15,2 0-28 0,-2 1-29 0,1 1-485 16,-1-1 0-16,-1 1 0 0</inkml:trace>
  <inkml:trace contextRef="#ctx0" brushRef="#br0" timeOffset="711.62">9305 3798 266 0,'15'0'340'0,"-15"0"1"0,0 0-13 15,0 0-24-15,0 0-24 0,13 13-17 0,-13-13-32 16,0 0-22-16,0 0-23 0,21 20-35 15,-21-20-23-15,0 2-35 0,0-2-25 0,1 2-36 16,-1-2-54-16,0-2-63 0,0 0-37 0,0-1-41 16,-1-1-56-16,1 0-434 0,0-1 1 15,0-1 0-15</inkml:trace>
</inkml:ink>
</file>

<file path=ppt/ink/ink7.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07T09:25:07.410"/>
    </inkml:context>
    <inkml:brush xml:id="br0">
      <inkml:brushProperty name="width" value="0.05292" units="cm"/>
      <inkml:brushProperty name="height" value="0.05292" units="cm"/>
      <inkml:brushProperty name="color" value="#FF0000"/>
    </inkml:brush>
  </inkml:definitions>
  <inkml:trace contextRef="#ctx0" brushRef="#br0">4671 3876 87 0,'0'0'95'47,"0"0"-13"-31,-14 0-16 77,14 0 1-93,0 0-3 0,0 0-7 0,0 0-2 0,-27-22 0 0,24 22-4 0,3 0 6 0,-4 0-7 0,3 2-9 0,-2-2 12 0,2 0 3 0,0 0 1 0,-2 1-4 0,3-1 2 0,-1 0 7 0,-1 0 7 0,2 0-1 0,-2 1 9 0,2-1 0 0,0 0 10 0,0 0 3 0,-1 0 11 0,1 0 1 0,0 0 0 0,0-1-3 0,0 1 5 0,0 1-9 0,0-1 14 0,0 0-16 0,0 0-8 0,1-1-6 0,-1 0-11 0,4-2-14 0,0 0 18 0,6-5-13 0,6-1-24 0,0-1-5 0,-1-2 21 16,3-1-4-16,2 1-23 0,2-1-7 0,0 0 11 16,-2 1-11-16,-4 0 3 0,8-1-3 0,-4 1-13 15,0-3 15-15,2 0-7 0,-2 0 2 0,-1 2-13 16,4-2 17-16,0-2-1 0,0 0-6 16,-1 1 4-16,0-1 8 0,0 0-10 0,-1 1 15 15,0 2 2-15,0-1 3 0,-2 3-2 16,-3 1 11-16,-2-2-2 0,2 3-3 0,-4-1 4 15,2 0 1-15,-1-1-9 0,1 0-4 0,-4-1-7 16,4 2 5-16,-2 1-4 0,1 0-11 16,-4-1 15-16,-1 4-9 0,0 1-11 0,-2 1-3 15,-2 0-4-15,1 0-3 0,-1 0-27 16,-1 3-24-16,1 0-23 0,0 0-42 0,-2 0-13 16,2-2-24-16,0 1-10 0,0 1-26 0,0-1-13 15,1 0-465-15,-2 1 0 0,1 1 1 16</inkml:trace>
  <inkml:trace contextRef="#ctx0" brushRef="#br0" timeOffset="1943.56">4609 4303 65 0,'14'0'79'16,"-14"0"10"-16,0 0-18 0,0 0 10 0,0 0 2 15,0 0-2-15,0 0 5 0,14 0 0 0,-14 0 1 16,0 0-11-16,0 0 5 0,0 0 7 16,20 6-8-16,-19-6-2 0,0 0 9 0,1-1-4 15,0 1 5-15,1-3-10 0,2 1 2 0,8-5-8 16,4-4 9-16,4-4 0 0,1 0 8 16,1-2-15-16,6-3 15 0,4 1-10 0,1-4 18 15,1-2 15-15,2 1-29 0,2-2 15 16,1-2-5-16,0 2 17 0,-2 1-14 0,3 1-13 15,-5-2-2-15,2 2-7 0,-2 3 5 16,-2 0-16-16,-1 1 1 0,-2 1 0 0,-4 2 2 0,3-2-24 16,-5 4 3-16,-1 0-2 0,-1 0 1 15,-2 2-1-15,1-1-9 0,-2 0-5 16,-3 3 1-16,1 0-3 0,-1-1 0 0,-3 1-1 16,2-1-7-16,2 2 1 0,-4 0-8 0,-2 4-5 15,1-2-9-15,-3 3-16 0,-3 2-22 16,-1-3-11-16,0 4-10 0,0-2-32 0,-3 2-3 15,1-1-22-15,0-1-9 0,-1 2-23 16,0 0-14-16,0 0-29 0,0 0-43 0,0 1-403 16,-1-1 0-16</inkml:trace>
  <inkml:trace contextRef="#ctx0" brushRef="#br0" timeOffset="2685.01">5014 4728 132 0,'0'1'158'0,"0"1"3"0,2-1 8 0,0-1-8 15,-1 1-14-15,0 1-5 0,0-2-1 16,-1 0 1-16,0 0-13 0,0 0-11 0,0 0 10 15,0 0-1-15,0 0-13 0,0 0 9 0,0 0-29 16,0 0-5-16,0 0 11 0,0 0-17 0,27-8-7 16,-10-3 8-16,4-3-2 0,4-5-13 15,7-4 2-15,3-3-12 0,0-3 3 0,6-2-7 16,2 0 28-16,1-2-1 0,0-1-6 0,0-2 4 16,1 2-18-16,2 3 4 0,-2-3-18 15,0 1 0-15,-1-1-8 0,-2 1 7 16,3 3-14-16,-3-1-1 0,-2 2-8 0,-4 3-9 15,-4 2-14-15,-3-1-8 0,0 4-34 0,-4 1-6 16,-3 1-18-16,0 1-10 0,-3 1-48 16,-2 1-21-16,1-3-34 0,-3 0-52 15,1 2-481-15,-5 0 0 0,3 2 0 0</inkml:trace>
</inkml:ink>
</file>

<file path=ppt/ink/ink8.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07T10:23:28.629"/>
    </inkml:context>
    <inkml:brush xml:id="br0">
      <inkml:brushProperty name="width" value="0.05292" units="cm"/>
      <inkml:brushProperty name="height" value="0.05292" units="cm"/>
      <inkml:brushProperty name="color" value="#FF0000"/>
    </inkml:brush>
  </inkml:definitions>
  <inkml:trace contextRef="#ctx0" brushRef="#br0">24198 13626 25 0,'0'0'188'0,"-16"0"-2"0,-7-10 3 15,18 5 8-15,1 0 5 0,0 1-10 0,1-2-9 16,1 1-19-16,1-1-6 0,-1-11-13 16,2 7-14-16,0-3-19 0,0-5 26 0,19-22-24 15,-11 16-4-15,3-1-28 0,2-2 16 16,3-5-24-16,0 1-13 0,0-2 23 0,5-1-12 15,-4-7 4-15,1 3-10 0,4-3 4 0,-2-1-4 16,1 1 11-16,1-1 1 0,-3-1-4 16,1 1-3-16,1-1 4 0,-1-1-7 0,2-1-13 15,-3 0-5-15,2 0-11 0,-1 0 8 0,1 0-13 16,1 0-9-16,0 0 0 0,0 3-3 16,3-3-10-16,2 0-6 0,4 2-1 0,7 1-5 15,5-4 6-15,5 3-1 0,3-2-5 16,9 1-8-16,3 2 17 0,9-1-17 0,6 1-3 15,8 0 2-15,12 2-16 0,8 1 6 0,0 0-5 16,4 5 11-16,2 2-20 0,1 2 4 16,5 2 10-16,-4 2 0 0,3 1-4 0,-3 4 11 15,7 1-14-15,-3 3-4 0,3-2 0 16,-1 4 8-16,7 4-5 0,-2 0 11 16,0 3-12-16,2 4 1 0,-3 1-12 0,-58 3 21 15,32 0 5-15,128 13-12 0,-94-2 7 16,-5 2 18-16,-5 4-20 0,3 3 9 0,5 3 1 15,3 4-6-15,0 2 12 0,-6 2 1 0,-4 1-2 16,-2 3-2-16,-4 5 3 0,-2-1 13 16,-4 4-12-16,-1 1 2 0,-6 3 4 0,-5 4 8 15,-4 0-15-15,-5 1 0 0,-2 3 10 16,-7 3-4-16,-3 0-5 0,-6 4 0 0,-5 1-8 16,-4 3 15-16,-4 3-4 0,-4 1-2 0,-5 2 11 15,-4 3-10-15,-5 0 0 16,-6 6-13-16,-4-2 9 0,-5 3 4 0,-4 0 15 0,-8 3-15 15,-5 2 3-15,-3 0-4 0,-6-43 4 16,0 23-5-16,-22 88 4 0,5-68-8 0,-5-1-12 16,-5 1 22-16,-6-1 9 15,-5-3-8-15,-6-1-9 0,-5-3 4 0,-6-2 12 0,-8 0-11 16,-3-6 3-16,-9 0 7 0,-5-3 2 16,-11-2-2-16,-2-4 8 0,-7-6-10 15,-6-2-17-15,-2-2 5 0,-77 28 18 0,35-23-2 16,20-14-3-16,12-9-3 0,-6-1 17 0,-8-6 12 15,-3-2-5-15,-8-5 5 0,-5-5 16 0,-3-2 3 16,-7-5 4-16,-101-1 4 0,155-7-1 0,-38 0 2 16,-154-18 10-16,32-7-1 0,13-3 6 15,3-9-3-15,12-8 8 0,4-4-8 0,3-9 10 16,3-6-6-16,9-6-9 0,-2-4-1 0,8-3 11 16,1-5 3-16,13-6 7 0,6-3-7 0,9-3-8 15,5-1 4-15,10-4 5 0,35 16-18 16,-23-25 6-16,41 18-19 0,22 11 8 0,18 6 6 15,2-5-19-15,3-5 3 0,2-5-3 16,7-2-23-16,4 2 6 0,5-6 11 0,6 1-24 16,5 1-9-16,7 0-7 0,4-2-2 0,8 2-18 15,8-2-14-15,7 2-32 0,6-2-44 0,0 47-39 16,26-94-82-16,4 44-1073 0,18-1 0 16,9 3 1-16,51-52 650 0</inkml:trace>
</inkml:ink>
</file>

<file path=ppt/ink/ink9.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07T10:23:44.026"/>
    </inkml:context>
    <inkml:brush xml:id="br0">
      <inkml:brushProperty name="width" value="0.05292" units="cm"/>
      <inkml:brushProperty name="height" value="0.05292" units="cm"/>
      <inkml:brushProperty name="color" value="#FF0000"/>
    </inkml:brush>
  </inkml:definitions>
  <inkml:trace contextRef="#ctx0" brushRef="#br0">10420 6364 67 0,'0'0'110'0,"0"-14"-14"0,0 14-2 0,-14 0-18 15,14 0-9-15,0 0 0 0,0 0-14 16,0 0 4-16,0 0-13 0,0-13-9 0,0 13-6 15,0 0-5-15,-20-15 2 0,22 15-7 16,0 4 8-16,-2-3-8 0,4 3-3 16,8 9 6-16,3 2-8 0,1 2-2 15,1 1 20-15,5 3-5 0,2-1 5 0,5-1 0 16,5 2 8-16,4-1 9 0,6-1-1 0,7-4-4 16,7 0 4-16,10-4-2 15,5-3-3-15,7-2-2 0,6-4 0 0,-40-2-6 0,26 0 2 16,15 0-10-16,106-16 1 0,-82 9-1 0,5-1 2 15,0-4-10-15,-4 0 9 0,0 2-12 0,-3-2 1 16,-7 1-10-16,-2 1-3 0,-10 1-8 16,-7 1 6-16,-9 2-6 0,-4-1-10 0,-6 5 7 15,-6 0-4-15,-4 2 2 0,-29 0-2 16,10 0 7-16,46 17 1 0,-35-5 2 0,-2 3 0 16,0 0 13-16,0 3-2 15,0 5 3-15,0-3 13 0,5 3-5 0,2-2 10 0,3-1 5 16,3-1 1-16,3-4 0 0,5-1-10 15,-1-4 5-15,1-4 2 0,3-2-2 0,3-2-12 16,-36-2-7-16,23 0 5 0,84-18-3 16,-57 7-2-16,3-4-11 0,0 2 1 0,0-2-1 15,0-2-11-15,-4-1-2 0,-3 2 0 16,-5 0-4-16,-2 1-3 0,-5-2 3 0,-6 8-5 16,-1-1 0-16,-8 1-1 0,-3 3 9 0,0 2-10 15,-2 3 9-15,-1-1 6 0,-26 2-7 16,12 0 5-16,45 14 2 0,-34-6 0 0,-1 2 15 15,2-2-2-15,2 0 11 0,-3-1-2 0,6-3 7 16,2-1-6-16,0-2 6 0,-24-1-9 16,14 0 3-16,64-15-10 0,-41 8 0 0,4-5 0 15,0 1-7-15,3-4-2 0,-1 2 6 0,0-2-8 16,-3 0 0-16,2 0-9 0,-2 2 3 16,-1-2-7-16,-1 0 5 0,0 3-5 0,-1 0-1 15,0 1 5-15,-2 0 0 16,-3 3 4-16,1-1-12 0,-1 1 13 0,-2 3-1 0,-2-1-9 15,2 1 4-15,0 3-4 0,-1-2 8 16,-3 2 11-16,1-1-6 0,-2 2 3 0,2 1-1 16,0-3-2-16,-2-1 8 0,6 1-11 15,-2-1 5-15,-1 0-4 0,3-3 3 0,-1 2-5 16,-2-2 4-16,0 1 3 0,-2 1-13 0,0-1 7 16,-1 0-10-16,0 1 3 0,-2 0-1 15,-1 1-42-15,-1 0-59 0,-6 0-94 0,-5-2-110 16,-2 1 1-16</inkml:trace>
  <inkml:trace contextRef="#ctx0" brushRef="#br0" timeOffset="2529.46">6004 9033 100 0,'0'0'126'0,"0"0"-7"0,-14 13-16 0,14-13-2 0,0 0-3 16,0 12-8-16,-15 8-15 0,20 1-10 15,0 1 12-15,2 1-11 0,3 0 0 0,4-1-13 16,0 0 10-16,4-1 6 0,4 1 11 0,4-1 14 16,4 0 7-16,2-3 4 0,-1-1-15 15,5-1 9-15,2-5-18 0,3-3 0 0,6-3 1 16,3-3 9-16,1-1-14 0,-23-1-8 0,16 0-11 15,66-13 1-15,-44 6 9 0,7-1-17 16,-3-1-2-16,-1 0-13 0,1 1-6 16,-1 0-4-16,-2 3 9 0,2 0 5 0,-2 2-18 15,0 2-4-15,-35 1 3 0,18 0-6 0,67 11 8 16,-49 0 8-16,1-2-19 0,2 4 13 16,1 2-6-16,0 4 17 0,-1 1-15 15,-2 1 4-15,1 3 9 0,-1-2-1 0,5 2-15 0,-1 1 28 16,2-2-3-16,2-2-9 0,4-3 1 0,-1-1 20 15,2-7-12-15,-1-3 8 0,4-3 6 0,3-2 1 16,-42-2 9-16,22 0-9 0,92-17 7 16,-70 9 1-16,1-3-13 0,0-4 4 0,3 2-8 15,-2-1-2-15,-1 0-4 0,0-1-3 0,3-1 1 16,0 1-1-16,-2-2 3 0,1 2 1 16,1-2-4-16,3 2-1 0,-2 2-5 0,5 0-1 15,-1 1-2-15,1 1 5 0,-3 2-11 0,-1 1-2 16,1 1 5-16,-3 0-6 0,-2 2 1 15,-1 2-1-15,-3-1-1 0,-2 1 9 0,0 0-13 16,-2 2 4-16,-1 0-3 16,3 1 6-16,0 0-9 0,0-1 3 0,2-1 3 15,-2-1-4-15,4-1-2 0,3-1 3 0,3-1-8 0,5-3 0 16,3-1-5-16,5-4 8 0,3-2-9 16,5-3 6-16,6 0-17 0,9-4-29 0,-1-3-27 15,2-2-16-15,1 2-4 0,1-2-42 16,-1 2-42-16,-4-1-32 0,-6-1-20 0,-8 0-763 0,-6 3 0 15,-8 1 1 1</inkml:trace>
  <inkml:trace contextRef="#ctx0" brushRef="#br0" timeOffset="6040.2">5125 12592 17 0,'0'0'96'0,"-13"0"-20"0,13 0 7 0,0 0-18 0,0 0-4 16,0 0-8-16,0 0 5 15,0 0-1-15,0 0-7 0,0 0 2 0,0 0-9 16,-9 15-9-16,18 0 7 0,4 2 8 0,0 0-11 16,2 0 5-16,4 2-3 0,0-3-3 0,0 0-4 15,4 1-3-15,1-2 4 0,0-3 1 0,2 1-1 16,0-5-1-16,7-3 3 0,3-3-10 15,-20-2-4-15,35-13 11 0,-15 3-10 0,2-4-2 16,3 0-3-16,-3-2-3 0,-2 0-5 16,3 2-3-16,-6-1-13 0,-1 3 4 0,-4 2-7 15,-4 0 2-15,0 1 0 16,-4 2-7-16,-1 3 13 0,-2 0-3 0,-4 4-9 16,-13 0 24-16,29 11-7 0,-14 0 6 0,1 4 5 15,1 4-4-15,-1-1-7 0,1 2 15 0,2 5 0 16,5 2 7-16,0 2-6 0,2 2 9 15,4 0-9-15,0-2 6 0,5 0 6 0,0-4-1 0,1-3-4 16,0-4-3-16,4-3 1 0,0-4 1 16,4-3-5-16,0-2 4 0,3-4-7 15,0 0 1-15,-25-2-5 0,13 0 1 0,6 0-6 16,3 0-7-16,47-11 0 0,-45 8 4 0,1 0 4 16,-3 1-6-16,0 0 0 0,2 0 4 15,-25 2-4-15,10 0 4 0,7 0 8 0,41 10-11 16,-33-6 8-16,1 3 0 0,0 0 3 0,3-1 1 15,1 0-1-15,-2-1 7 0,3-3-2 16,2 5 11-16,-1-6 0 0,1-1 3 0,-25 0-11 16,13 0 4-16,9 0-8 0,56-13 11 0,-50 3-3 15,3 2-4-15,-2-2 9 0,2-2-11 0,2 0 9 16,6-3-3-16,3-3 7 0,2 3-1 16,2-4-3-16,5-3-4 0,3 0 17 15,0-2 9-15,5-1-3 0,6-2 15 0,5-2-12 16,7-1 1-16,3-4-6 0,6 1-40 15,5-6-45-15,80-27-82 0,-39 9-141 0,-27 9-361 16,-16 3 0-16</inkml:trace>
</inkml:ink>
</file>

<file path=ppt/ink/ink10.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07T10:30:54.115"/>
    </inkml:context>
    <inkml:brush xml:id="br0">
      <inkml:brushProperty name="width" value="0.05292" units="cm"/>
      <inkml:brushProperty name="height" value="0.05292" units="cm"/>
      <inkml:brushProperty name="color" value="#FF0000"/>
    </inkml:brush>
  </inkml:definitions>
  <inkml:trace contextRef="#ctx0" brushRef="#br0">8563 6026 14 0,'0'-15'54'0,"0"15"-7"0,-13 0-5 0,13-14 2 15,-21-2-17-15,14 12-8 0,4 2 8 0,-1 0-5 16,-1-2-3-16,1 1-19 0,1 3 13 15,-1-4-7-15,-1 2-3 0,1 1 9 16,-2 0-6-16,0-2-12 0,2 2 4 0,-2-1-13 16,0 2 11-16,0-1-14 0,2 1 13 0,-2 0 4 15,-1 0-9-15,2-2 3 0,1 2 6 0,-1-2-9 16,2 2-6-16,-1 0 1 0,0 0 4 16,1-2 0-16,0 2 4 0,-1 0-6 0,2 0 2 15,-1-1 8-15,2 1-8 0,-3 0 4 16,2 0-8-16,2 0-4 0,2 3 18 0,2 1 6 15,9 4 3-15,6 0 6 0,6 2 1 0,3-3 2 16,8 1 9-16,7 1 5 0,9-3-11 0,8 1 8 16,1-3 4-16,3 0 2 0,2-2 7 15,7 1-11-15,0 0-1 0,9-2-2 0,-3 2 12 16,0-2-7-16,0 1-1 0,-7-2-16 16,-2 4 17-16,-2 0-9 0,-7-1-3 0,-2 1 6 15,-6 0-6-15,-3-4-1 0,-3 3-16 0,-5 1 7 16,-7-2 10-16,-2 0-15 0,-4 0-3 0,0 0 0 15,-4-2 9-15,-6 1 9 0,-2-1-10 16,-4 0 8-16,-5 3-12 0,1-3 14 16,-1 0-10-16,-3 0 10 0,0 0-4 0,-1 0 4 15,-4 0-8-15,0 0-15 0,0 0-45 0,7 0-101 16,-7 0-101-16</inkml:trace>
  <inkml:trace contextRef="#ctx0" brushRef="#br0" timeOffset="1432.53">11248 6125 60 0,'-15'0'157'0,"15"14"-11"0,0-14-14 15,0 0-8-15,0 0-1 0,-13 0-16 0,13 0-13 16,0 0-11-16,-19 20-6 0,18-20-2 16,1 2-10-16,0-2-11 0,4 0-9 15,1 0 6-15,14 4-8 0,5 0 4 0,7-1-8 16,4-1 4-16,6 0-6 0,8-2 4 0,9 1 4 16,10-1-10-16,-32 0 5 0,24 0-7 15,90-11 0-15,-52 6 2 0,5-2-7 16,1 2-4-16,1-2 3 0,2 0 5 0,0-1 2 0,-1 2-9 15,-5 1 2-15,-3-1-11 0,-7 4 1 16,-3-2 2-16,-5 1-1 0,-7-1 6 0,-6 4-8 16,-5-3-6-16,-8 2-2 0,-32 1 0 0,10 0-4 15,1 0-4-15,0 0 9 0,0 0-7 16,-2 0 9-16,-3 0-10 0,-5 0 14 0,-4 0-5 0,-6 0-4 16,12-11 6-16,-19 11-3 0,-1 0 3 15,-2-2-3-15,2 2-15 0,9-4-9 0,1 0-21 16,-1 1-48-16,4 1-69 0,1-6-123 15,1 1-156-15,-6-3 0 0</inkml:trace>
  <inkml:trace contextRef="#ctx0" brushRef="#br0" timeOffset="3422.16">15988 6608 203 0,'-13'0'183'0,"13"0"-12"15,0 0-1-15,0 15-21 0,-13-15-3 16,-3 15-12-16,13-13-16 0,1 0-16 0,1 0-23 16,4-2-13-16,1 0 3 0,4 0-13 0,19 0 2 15,-9 0-7-15,8 0 1 0,8 0-3 16,46-11-8-16,-27 5 7 0,4-2 1 0,3 4-1 15,0 1-3-15,3-1-3 0,3 0 0 0,2 3-14 16,4-3 2-16,7 1 9 16,2 0 13-16,6-1-11 0,-2 4-7 0,0-1-4 15,1-2 0-15,0 0 27 0,0 1-18 0,-5 0-10 0,-1 0 14 16,-4 0-16-16,-5 2-5 0,-4-7 1 16,-7 6 9-16,-7 0 1 0,-8-1-11 15,-4 2-8-15,-6 0 13 0,-1 0-21 0,-3-4-29 0,-6 4-57 16,-5-3-72-16,-1 1-85 0,-5-6-348 0,-1 1 1 15</inkml:trace>
  <inkml:trace contextRef="#ctx0" brushRef="#br0" timeOffset="4441.58">18918 6465 5 0,'-55'30'236'0,"34"-24"-21"15,2 0-14-15,4 0-16 0,3-3-10 16,5 1-17-16,-1-4-7 0,4 2-28 0,4 1-9 15,3-2-8-15,13 2-15 0,12 1-10 0,7-4-10 16,14 0 6-16,-20 0-11 0,20 0 6 0,12 0-10 16,84-12-5-16,-49 5-8 0,5 2 0 15,12-1 12-15,2-1-6 0,1-1-3 16,4 3-5-16,0-3 7 0,3 1-6 0,0 0-6 16,-2 4 7-16,-6-5-12 0,-6 4-8 15,-3-1 0-15,-5 0 0 0,-10 3-31 0,-8-2-16 0,-5 2-50 16,-12-2-61-16,-8-1-57 0,-8 1-121 15,-5-2-235-15,-7 1 0 0</inkml:trace>
  <inkml:trace contextRef="#ctx0" brushRef="#br0" timeOffset="6877.77">9440 8083 176 0,'0'0'171'0,"0"0"-17"16,-12 13 1-16,12-13-24 0,0 0-10 15,-24 12-20-15,24-12-12 0,2-1-3 0,6 1-14 0,15-5 0 16,8-1-5-16,9-4-4 0,9-3-12 15,10 0-1-15,12-2-2 0,5 0-13 0,8-3 3 16,6-1-1-16,4-1 2 0,0 2-6 16,2-1-7-16,3 0 2 15,1 0 7-15,0 2-6 0,-5 0 5 0,1 2-13 0,-4 0 4 0,-7 2-4 16,-8 0 8-16,-6 3-5 0,-8 2-7 16,-9-2-6-16,-7 4 0 0,-6-1 1 15,-4 3 10-15,-6 0 9 0,-1 0 6 0,-11 1-11 16,-15 3-9-16,-11 0-1 0,-22 5-3 0,-10 3-6 0,-15 1-4 15,-9 3 0-15,-14 2-10 0,-11 5 1 16,-9 0 4-16,-8 3-3 0,-8 1-13 16,-3 4 1-16,-1 0-3 0,-3 1-5 0,1-1-7 15,5 2 8-15,5-3-15 0,7-1-1 0,10-1 5 16,12-2 3-16,8-5 2 0,10-2-7 16,9 2-13-16,12-2 13 0,9-4-6 15,11 1 22-15,21-5-1 0,10-3 14 0,29-8 1 16,18-5 9-16,14-5 0 0,14-1 2 0,14-6 0 15,5 0 4-15,6-2 3 0,1 2-3 16,-3 0-1-16,7-1 2 0,-4 2 2 16,-1 2-3-16,0-2-8 0,-8 3 7 0,-3 0-3 15,-9 2-1-15,-8 1-42 0,-8 0-63 0,-8 2-90 16,-8-3-128-16,-7 0 28 0,-6-3 1 16</inkml:trace>
  <inkml:trace contextRef="#ctx0" brushRef="#br0" timeOffset="15184.4">9003 14919 24 0,'-14'0'112'0,"14"0"-12"0,0 0-3 15,0 0-13-15,-12 0-3 0,-6 11 2 0,16-12-4 16,-1 1 3-16,0 1-5 0,2-2 10 16,-2 1 1-16,1 0 5 0,2-2-6 0,-3 2-10 15,3-3-1-15,0-1-3 0,0 1-5 0,0 0-8 16,1-1 3-16,10-8-16 0,-2-1 5 16,1 0-16-16,2-2 3 0,1 2-4 0,2 0-1 15,-1 1-1-15,2 2-10 0,-1 0 2 16,0 1 1-16,-2 1-8 0,1 3-3 0,-5-1 0 15,0 4-2-15,0 2-6 0,-9 0 13 0,6 0 13 16,15 13-1-16,-7 0-4 16,-1 0 16-16,0 3-3 0,-1 2-7 0,3 1 5 0,0 2-6 15,0-1-2-15,1 5-2 0,2-2-1 0,1 2 11 16,2-3-11-16,3-2-1 0,7-2-12 0,-2-1 3 16,4-4 15-16,3-3 17 15,4-3-2-15,0-4-5 0,-19-3 11 0,14 0-23 0,50-10 3 16,-36 0-3-16,4-1-6 0,-2-4-6 15,2 2-4-15,-2-2-13 0,-2 1 12 0,-4 0-3 16,-1 1-9-16,-4 1-5 0,-2-1 3 16,-3 3-12-16,-4 2 17 0,-1 0-1 0,-2 2 3 15,1 2-11-15,-5 0-7 0,-1 3 12 0,-14 1 0 0,7 0-2 16,17 10 7-16,-13-3-6 0,-4 1 12 16,2 3 2-16,-2 3-14 0,1 3 15 0,2-2-1 15,-1-3-13-15,-3 2 16 0,5-2-10 16,-1-1 26-16,2-4 7 0,-2-2-5 0,1-2-11 15,2 1-7-15,0 0-14 0,-10-4 17 0,7 0-7 16,1 0 7-16,6 0-14 0,32-12-7 16,-25 7 9-16,-3 1-5 0,-1-1 5 15,5 1-6-15,1 2-10 0,4-2-8 0,-1 1 4 16,4 0-2-16,0 3 22 0,-3-3-7 0,1 1 3 16,-21 2-4-16,12 0 2 0,2 0 2 15,3 0 1-15,0 0 15 0,1 0-14 16,-2 0 6-16,0 0-8 0,-1 0 9 0,0 0 6 15,1 0-10-15,0 0-1 0,-3 0 6 0,2 0-10 16,-1 0-1-16,33-7-6 0,-36 3 9 0,4-2-14 16,-1 4 17-16,-2-1-8 0,-2-1 3 0,2-2 2 15,1 2-4-15,0-1 6 0,0-1-12 0,1 0 4 16,2-2-2-16,-1 1-6 0,0-4 11 16,-3 3-5-16,2 1-4 0,-2-2-9 0,0-1-3 15,-2 1 3-15,-1 2 2 0,-2-1-26 16,-2-1-34-16,-7-1-23 0,2-3-38 0,-3 2-79 15,-3 2-467-15,-4-4 0 0,1 1 0 0</inkml:trace>
  <inkml:trace contextRef="#ctx0" brushRef="#br0" timeOffset="19313.34">20588 13915 83 0,'-56'-36'105'0,"28"19"-2"0,3-4-1 16,1 1 1-16,2-1 2 0,1 1 0 0,1-2-15 16,3 0-8-16,2 0-4 0,1-1-8 15,4 0-15-15,1-2-8 0,2 1-5 0,2-5-2 16,2 0-9-16,3-2-4 0,0 16-3 16,0-9-3-16,12-24-1 0,-6 21 2 0,4-3-13 15,4 4 2-15,0-4 0 0,1 0 1 0,4 2-4 16,1-4-8-16,4 2 6 0,-1 2 1 0,7-4-3 15,3 1-1-15,7 1 0 0,0 0-4 16,7-1 1-16,5-1-1 0,0 2 5 0,6-2-2 16,2 4-5-16,4-2 7 0,4 2 0 15,3 0 2-15,7 1 3 0,2 2 2 0,5 0 5 16,2 1-3-16,-4 2 7 0,2-1 2 0,3 1 1 16,-1 2-5-16,3 0 16 0,2 2-10 0,3 0 1 15,0 0-9-15,-3 2 6 0,-2 2 4 0,5 1 1 16,3 0-3-16,3 2-10 0,2-1 0 15,2 5 3-15,0 1 0 0,2 1 3 0,5 3-6 16,0 2-7-16,-53 0 6 0,29 0 2 16,120 11-4-16,-88-4 2 15,-2 3 4-15,-5 1-12 0,-3 3 4 0,-6 1 5 16,1 3-6-16,-6 1 7 0,-1 3-14 0,-5 1 9 0,-5 1-5 16,-2 4 5-16,-3 2-3 0,-4 1-3 0,-2 3 2 15,-4 2 6-15,-4 3-11 16,2 3 8-16,-6 2 5 0,-1 1-6 0,-1 2 5 15,-6 0-1-15,2 1-8 0,-6 1 5 0,4-3 3 16,-5 3-4-16,-3 2 12 0,-1 1-5 0,-3 0-7 16,-1 2 9-16,-4 1-4 0,-2 1 2 15,-4-1-6-15,-4 2-2 0,-2-1 12 16,-3 3-3-16,-4-3-8 0,-2 4 14 0,-4 0-5 16,-3 0-5-16,2 4 5 0,-11 1-11 0,-2 1 8 15,-1-34 3-15,0 16-2 0,-17 68-2 16,2-52 5-16,-5 0 0 0,-2-1 8 0,-5-1-13 15,-2 0 8-15,-6-2-3 0,-2-3-4 0,1 1 12 16,-6-2 2-16,-2-2-4 0,-1 0 5 16,-2-3 4-16,-5-2-8 0,-1-1-2 0,-5-3 1 15,-3-3-7-15,-3-1 11 0,-1-2-10 0,-2-1 14 16,-5-3-7-16,3-3-4 0,-1-3-4 0,-2-2 12 16,-2-2-10-16,-4-2 0 0,-1-1 4 0,-3-3-1 15,-1-4-7-15,-1 1 1 0,-2 1 5 16,-2-5 6-16,-6-3-14 0,1 1 7 15,-4-3 12-15,-2-3-5 0,-3-3 1 0,-3-1 4 16,53 0 0-16,-25 0-3 0,-103-9-19 0,73 2 16 16,-4-3 1-16,0 1-3 0,-2-6-2 0,2 0-7 15,-2 0-2-15,0-3-4 0,-2-4 11 16,-1-1-7-16,-1-2-7 0,-2-3 1 0,6 1 8 16,1-5-4-16,-3 2-3 0,0-3-9 15,1-1 17-15,1-4-17 0,2 0 2 0,2-2 3 16,3-2-8-16,1-3 3 0,-1-3 14 0,-1-6-10 15,0-1 1-15,3-3-14 0,-60-40 3 16,40 23 6-16,26 8-3 0,15 10 3 0,2-3 0 16,3-1-1-16,8-1 3 0,1 0-2 0,6-1-20 15,3-1 15-15,9 1 3 16,-1-5-8-16,9-1 0 0,4 0 6 0,4-1 9 0,7 4-17 16,5-1 2-16,6-1-9 0,8 1 4 0,6-1-9 15,3 33-1-15,21-70 17 0,8 38-42 16,11-3-42-16,13 2-44 0,14 1-34 15,14 2-70-15,7-1-432 0,5 2 0 0,5 2 0 16</inkml:trace>
</inkml:ink>
</file>

<file path=ppt/ink/ink11.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07T10:31:42.748"/>
    </inkml:context>
    <inkml:brush xml:id="br0">
      <inkml:brushProperty name="width" value="0.05292" units="cm"/>
      <inkml:brushProperty name="height" value="0.05292" units="cm"/>
      <inkml:brushProperty name="color" value="#FF0000"/>
    </inkml:brush>
  </inkml:definitions>
  <inkml:trace contextRef="#ctx0" brushRef="#br0">8566 8353 35 0,'0'0'91'0,"-13"-15"2"0,13 15 3 16,-16-24-16-16,14 19 3 0,1 1 10 15,1 1-4-15,-1-1-1 0,-1 1-11 0,2-1-3 16,-2 2-13-16,0 0-2 0,2-1 1 16,-1 1-4-16,1-1-16 0,-2 0 3 15,2 2-3-15,-2-2-7 0,2 0-10 0,0 2 3 16,0 0-5-16,-1-1 8 0,1 1-9 15,-2 1 3-15,2-1-11 0,0-1 5 0,-1 1 1 0,-1 1-11 16,2-1 1-16,0 1-7 0,0 0 10 16,0-2-6-16,-1 2 6 0,1 0-1 15,0 0-2-15,0-4-8 0,0 4 7 0,0 0-2 16,0 0-3-16,0 0 0 0,0 0-5 16,1 0 3-16,-1 0 1 0,-1 0 4 0,1 0-6 15,-2 0-1-15,2 0 2 0,0-1-8 0,0 2 3 16,0-2-2-16,0 1 7 0,0-2 3 15,0 2-8-15,0 2 11 0,2-2-7 0,-2 0 1 16,1 1-3-16,1-1 10 0,-1 4-7 0,2-2 2 16,1 0 3-16,-1 4 2 0,10 3-6 15,2 2 8-15,1 1 0 0,3-1-1 0,3 3 5 16,2-2 1-16,-1 1 3 0,1 0 3 16,2-1-3-16,0 1 0 0,2 0 4 15,4 0 4-15,-4 0-7 0,4 0-2 0,0 0 7 16,-1-2-6-16,-1 0 0 0,2 0 5 15,-4-2 3-15,3 0-3 0,-1-2 1 0,1-2 0 16,1-2-5-16,0-2 9 0,-14-1-12 16,7 0 9-16,41-12-2 0,-28 2-4 0,3-1-9 15,-2-1 1-15,1-3-3 0,1-3 4 16,-3 2-2-16,-4-2-3 0,-1 3-3 0,1 0-1 0,-4 0 3 16,-6 2 3-16,2 2-3 0,-4 0-3 15,-3-1 4-15,-2 2-8 0,-3 3 4 0,-1-1 3 16,-4 3-9-16,-1 2 6 0,-2-1-5 0,-1 1 4 15,-1 0-4-15,0 1-2 0,1 1 3 16,-2 0 4-16,1 1-6 0,1-1 4 0,-5 1-7 16,7 0-4-16,6 0 11 15,18 15 0-15,-11-7 2 0,1 2 3 0,-1 2 4 16,2 1-4-16,2 0 0 0,-2-1 4 0,-2 0 9 16,2 0 0-16,-1-1 4 0,0 0-9 0,2 2 8 15,0-3-6-15,-1-1 9 0,-2-2 2 0,1-1 2 16,1-2-11-16,-2 0 3 0,2-4-2 0,-12 0 4 15,8 0-6-15,3 0-9 0,26-14 0 16,-21 8 2-16,0-3 0 0,3 0-3 0,1 2-4 16,-5-1-2-16,3 0 4 0,-2-3 4 15,0 3 2-15,1-1-8 0,-1 0-2 0,0 1 0 16,1 0 10-16,1 1-5 0,-1 2 1 0,0-1-2 16,-2 1 4-16,-2 2-12 0,0-2 15 0,-4 1-6 15,4 1-8-15,-3 1-2 0,3-2 15 0,1 3 5 16,-1-2-9-16,2 1-11 0,-1 0 12 15,1-2-1-15,2 1-11 16,0 1 12-16,-2-3-13 0,4 0 12 0,-3 0 4 16,3-1-8-16,1 1-8 0,-1-3 12 0,-4 1-12 0,5-3-9 15,-4 1-27-15,0-2-40 0,0 1-43 0,0-1-69 16,-2 0-104-16,-3-3-157 16,0 2 0-16</inkml:trace>
  <inkml:trace contextRef="#ctx0" brushRef="#br0" timeOffset="2911.89">8815 7352 72 0,'-13'0'132'0,"13"-13"4"15,-27-5-12-15,22 13 9 0,-4-4-7 16,1 0-11-16,2 2 1 0,2 2-4 0,-2 0-13 16,4 0-9-16,0-1-12 0,-1 1-1 15,0 0-11-15,1 0-11 0,-2 0-1 0,3-2-15 16,-2 2-1-16,-3-7 4 0,1 1-6 0,1 2-11 15,0-1-1-15,1 3-2 0,1-2 2 16,-4-4-7-16,2-1-7 0,2 2-4 0,-2-1 1 16,4-3-4-16,0 2 4 0,-1 2 2 15,1 1-8-15,0 0-5 0,0-2-7 0,0-5 4 16,13-19-2-16,-7 15 6 16,2 1-1-16,1-3 0 0,4 1-12 0,1 1 5 0,3-1-8 15,1-3 5-15,2 0 1 0,1 1 0 16,-1-1-2-16,4 2 4 0,2-2-6 0,-1 1 5 15,2-3 1-15,2-2-4 0,2-2 0 16,-2 2 10-16,3 4-10 0,-1-1 8 16,1-3-7-16,0 1-1 0,3 2 5 0,0 1 6 15,3-1-10-15,1 1 2 0,-1 3 5 0,1-2-5 16,4 3 6-16,-1 1-4 0,1 1 0 0,-2 0-6 16,1 2 6-16,-2 2 10 15,-1 2 1-15,3 1-4 0,-4 2-6 0,1 0 6 16,-2 1 0-16,5 3 1 0,-3-1-2 15,-3 4 2-15,3 3 1 0,-1-1 2 0,-2 2-2 0,-20 0-8 16,10 0 9-16,4 0-6 0,34 11 9 0,-31-5-2 16,1 1 2-16,-3 1-2 0,0-1-1 15,0 2 11-15,0 1-3 16,-1 1 0-16,2 1 1 0,-2 0 1 0,-1 2 8 0,0 1-6 16,-2-4-2-16,0 6 1 0,-3-2-2 0,0 0 0 15,-2 2-5-15,0-2 7 0,-2 3 0 16,-2-2 0-16,0 3 9 0,3 0-5 0,-7 0-4 0,1-1 6 15,0 5-1-15,-5-2 4 0,3 1-5 16,-1 1 4-16,-2 1-2 0,-1-2-1 0,0 1 1 16,2 3-1-16,-6 1 2 0,2-3-7 0,-1 4 0 15,1-3 2-15,-2-2-3 0,-2 4-1 16,3-2 2-16,-5 1-3 0,3 2 0 0,-3-2-3 16,0 0 3-16,2-3-4 15,-3 1 8-15,0 2-5 0,0-15-6 0,0 7 3 16,0 1 3-16,-12 24-7 0,8-21 6 0,1 1 4 0,-2 1 0 15,0 2-3-15,-1-4-5 0,1 1 1 16,0-3-6-16,-1 2 6 0,0 0 4 0,0 1 3 16,0 0 4-16,0 0-4 0,-4 2 8 15,2-1-9-15,-4-3 5 0,3 1-10 0,-2 0 2 16,0-2 6-16,2 2-1 0,-3 0-8 0,2-3 0 16,-3 3 0-16,0-1 2 0,0 0 1 15,1 2 0-15,-4-1 5 0,3 0 5 0,1-3 1 16,-3 3 6-16,1-1-10 0,-1-2 1 0,-1 1 5 15,0 0 10-15,-1 0-10 0,-2-2 23 0,0 3 2 16,-1 0-11-16,-2-1-10 0,-1 0 25 0,-1 0-13 16,-2 0 6-16,-3 0-1 0,1-1 15 15,0 3-10-15,-4-3-13 0,-1 2 16 16,1-1 7-16,-3-1 0 0,0-1-16 0,0 1 0 0,-2-3-7 16,3 3-6-16,-4-1-6 0,3-3 16 15,-1 2-12-15,-3 0-14 16,-1 0 7-16,-2-2 5 0,-2 2-13 0,-1-4 26 15,-2-2-11-15,3 2-9 0,-2 0-1 0,-1-2-15 0,2-1 8 16,-2-1-3-16,-1-2-4 0,-4-2-24 16,0 2 12-16,-2-7-14 0,-4 2 16 15,29-2-11-15,-16 0 1 0,-8 0-3 16,-57-17-7-16,52 6-5 0,2-1-8 0,3-3 0 16,0-4 11-16,2 1-7 0,2-4-8 0,2-1 5 15,0-3-4-15,4 0 5 0,3-3-2 0,0 0-6 16,4 0 0-16,3-1 12 0,-1-1-9 0,4-3 6 15,3 0-2-15,3 1 7 0,0 1 4 0,4-5 1 16,3 3-11-16,1-7 7 0,4 1 4 0,2-2-9 16,4 0-4-16,3-1 0 0,3 1-7 15,0 22 6-15,0-13 7 0,14-39-2 16,-6 34 5-16,1 1-8 0,4 0 10 0,3-1-2 16,1 1 4-16,0-1 4 0,5 0 3 15,0-2-10-15,6 0 4 0,-2 1 6 0,4-1 0 16,0 3-2-16,3-3 2 0,2 1-3 0,0 3 3 15,5-4-1-15,3 0 1 0,6-1 6 0,5-1 0 16,2-1-13-16,2 1-5 0,2 1 3 0,2 2 4 16,6-2 3-16,4 2 13 15,4-1-10-15,3 3-10 0,2-1-1 0,4 3 2 16,1 0 17-16,2 1-18 0,5 1 13 0,2 2-11 16,4 2 6-16,0 2-6 0,0 4 16 15,0 3-34-15,-5 3-42 0,-5 4-87 0,-3 3-59 16,-3 3 29-16,-6 3 14 0</inkml:trace>
  <inkml:trace contextRef="#ctx0" brushRef="#br0" timeOffset="6263.37">11670 8160 75 0,'-19'0'141'0,"-11"-34"7"0,23 21 4 0,-3 0 8 16,-2-2-11-16,3 0-13 0,-2-2-7 15,2 2-13-15,0 0-5 0,-1 0-16 0,-2 0-7 16,2 2-20-16,0-4 2 0,-1 0-18 0,2 1 0 15,-1-1-11-15,-1-1-7 0,-3-2-4 16,4-4-8-16,-6 3 3 0,3-1-5 0,1 1-13 16,-2-1-1-16,0 1-4 0,0-3 1 15,0-1-1-15,0 0-4 0,-2 0-3 0,-2 1 1 16,4 1-5-16,0-2 2 0,1 1-13 16,-1 0-1-16,-1-1 3 0,3 3 6 0,1 0-4 15,-1-1 1-15,2 2-4 0,-1-3 4 0,2-1-9 16,1 1 9-16,0-2-7 0,1 0 2 15,0-1 6-15,-1 1-2 0,2 3-3 16,2-2-6-16,-2 0 1 0,2 1 1 0,4-1-13 16,-4-1 10-16,4 3 6 0,0 12-4 0,0-7-7 15,0-3 10-15,14-24-1 0,-8 20 6 16,3-1-6-16,-2 2 0 0,5 2 9 0,-3-1-18 16,2 1 12-16,1-1 4 0,1 0-9 0,3 1 6 15,1-2 0-15,1-1 11 0,2 2-17 16,3-2 13-16,-1 0-4 0,3-3-11 15,0 4 12-15,2-1 8 0,-2-1-10 0,5 2-3 16,2-1 7-16,0-1 4 0,6 0-12 0,-2 0 9 16,3 3 3-16,2-1 1 0,3-2-7 0,1 2 6 15,2-1-9-15,1 1 13 16,3 0-6-16,2-1-2 0,4 1 0 0,-1 2 9 16,2-1-11-16,0 1 12 0,0 3-7 0,-3-3 9 15,4 3-7-15,-4 1-7 0,-1 2 7 0,-1 1-1 16,-4 0-3-16,-2 1-17 0,-3 3 15 0,1 0-3 15,-5 2 7-15,0 2-3 0,0 0 2 16,0-1-1-16,1 4-4 0,-1 0 10 16,-2 4 4-16,2-2-2 0,2 2-4 0,-21 0 2 0,13 0 18 15,4 0-13-15,47 15 9 0,-38-8 2 16,4 3 1-16,-1 1 2 0,-2 2-3 0,0 2 0 16,5 2-4-16,-3-2 22 15,1 4-6-15,2 1-3 0,-3 1 16 0,-2 2-1 0,2-1-14 16,-8 2 5-16,2 1-3 0,-4 1 5 0,-2 1-2 15,0 0-2-15,-6 2 6 0,0 2 3 0,-3 1-8 16,1-1 7-16,-5 3 1 16,-2 3 0-16,-2-1 11 0,2 2-7 0,-5-1-7 15,-2 2 1-15,0 1 5 0,-4 1-5 0,1-1-1 16,-4 0 1-16,-1 0-7 0,-5 3-1 16,3-3 0-16,-4 3-3 0,-2-4 0 0,0-18-1 0,0 10-2 15,0 4-3-15,-17 43 3 0,9-39 4 16,-1 1 0-16,0 0-3 0,-3 0 0 0,-2 0 0 15,2-3 5-15,-3 1-10 0,-1 1 9 16,-1-2 1-16,-1-1 6 0,-1 2-7 0,-2 1 6 16,-2-5-1-16,-2 1-1 0,0 2-7 0,-1 0 1 15,-3-2 17-15,-3-1 8 0,1 0-21 16,-1-1 11-16,-1 1 2 0,-2 1-6 0,-3 0 17 16,0 0-4-16,-4-2-5 0,-2 0 5 0,-2 1 3 15,-1 0 1 1,-2 0-5-16,-5-2-10 0,1-2 29 0,-4-2-12 0,-2 4-15 0,-3-4 24 15,1 1 0-15,-2-3-10 0,-1-2 6 0,-2 0-1 16,-2-3-6-16,0-1 3 0,-1-1-14 16,-1 0-4-16,-1-6-11 0,2 1 10 15,-1-3-13-15,1-1-9 0,2-1-1 0,0-3-7 16,2-1-10-16,1-2 6 0,-1-2-12 0,33-1 14 16,-17 0-15-16,-59-12-11 0,49 5-9 0,0-1 2 15,1-4-7-15,2 1-8 0,1-4 3 16,3-4 4-16,0 1-4 0,2-2-2 0,1 1-3 15,1-4 4-15,3 2-9 0,2-3 10 16,4 2 1-16,1-2 2 0,3-1-3 0,2 0 12 16,3-1-6-16,5 0 0 0,-2-2 1 0,3 0-5 0,3-2 6 15,3 4-7-15,4-3-11 0,3 0 7 16,3-1-22-16,8 13-35 0,11-30-37 16,10 17-46-16,7-1-133 0,7-5-23 0,6 0 1 15</inkml:trace>
  <inkml:trace contextRef="#ctx0" brushRef="#br0" timeOffset="10366.59">14979 8349 63 0,'-19'-14'102'16,"-17"-13"-3"-16,16 10 2 0,0 1-8 0,4 0-2 15,-2-1-5-15,1-2-6 0,-1 4 9 0,4-4-7 16,0 0 4-16,0-1 1 16,1 0-11-16,-2-2-8 0,2 0-8 0,1-1-7 15,-2 1-12-15,2-2-3 0,1 2-13 0,1-1 4 16,-3 1-4-16,1-4-7 0,0 2-6 16,-1-3-8-16,0 1-7 0,0 0 3 0,0-2-1 15,0-2 2-15,0 4 0 0,-1-4-1 16,1 0-14-16,-1 3 2 0,2-6 3 0,-2 3-2 15,2 1-8-15,2-1 8 0,-2 2-7 0,3 0 13 16,0 0-21-16,1 2 15 0,0-2-8 16,0 0-1-16,2-2 4 0,0 3-21 0,3 1 14 15,2 0-9-15,1 4-2 0,-2-1 9 16,2 11-3-16,0-6-2 0,0 0 9 0,16-24-20 16,-8 22 29-16,3-3-20 0,2-1 17 15,-1 1-9-15,0 2-8 0,6-2 0 0,-1-3-5 16,2 4 15-16,1-2 1 0,-1 0 16 0,3-1-13 15,2-1-6-15,0 1 4 0,2-3-11 0,7-5 19 16,-2 1-11-16,5-1-3 0,-2 2 8 16,-2 1-12-16,0-2 1 0,2 2 18 15,0-2-15-15,1 2-4 0,0 2 7 0,-1-2 8 16,-1 6-11-16,-2-1-1 0,3 2 19 0,-4 0-14 16,3-3 9-16,2 1 7 0,4 1-10 0,1 0 3 15,2 0-4-15,2 1 4 0,0-2-2 16,3 3 2-16,0-1-2 0,1 3-2 0,0 1 2 15,-2 0-4-15,5 1 10 0,1-1 8 16,0 4-5-16,2 0-13 0,-2 2 11 16,2 1 3-16,0 4 0 0,2 0 7 0,4 0-5 0,1 1-1 15,2 3 1-15,6 1 13 0,0-2 5 16,2 3-10-16,3 1 2 0,-4 1 0 16,5-2 5-16,-39 2-4 0,20 0 11 0,76 10-10 15,-56-3 4-15,-2 1-8 0,-4 0 2 16,6 4 7-16,-4-1 7 0,3 3 11 0,-2 1-4 15,3 3 1-15,-1-1 6 0,1 1 3 0,0 4-10 16,3 0-2-16,2 1 14 0,-4 0-2 16,-3 4 16-16,0-2-12 0,-2 4 2 0,-5-3-14 15,-2 1 7-15,-2 3 8 0,-3 4-4 0,-4 0 9 16,-1 0-5-16,-4 3 3 0,-4-1 2 16,-4 0 1-16,-4 1-4 0,-2 5 2 15,-2 1 4-15,-1 0-2 0,-8 2 11 0,-1-1-5 16,-3 3-1-16,-4-1 0 0,-2-1-1 0,-2 5-5 15,-4-1 5-15,-1 1-13 0,-3 0 6 0,-2 0 1 16,-4 0 1-16,0-25-14 0,0 12 10 0,-14 48-2 16,8-38-3-16,-3-2-13 0,-1 0 7 15,-2-1-3-15,-1-2-5 0,0-4 6 16,-5 3-2-16,-1 0-5 0,2-6 3 0,-7 2-3 16,2-2 0-16,-1-2 0 0,-1 1 1 0,-1 2 1 15,-5 2-5-15,-4-2 13 0,-2 2 0 16,-3-3 2-16,-2 2 5 0,-3-1-5 0,-4 0-5 15,0 0 5-15,-6 1-8 0,-1-3 10 0,-2-1-13 16,-3 0-1-16,-4-2 19 0,-5 1-3 0,-1-2-4 16,-8 0 14-16,-4-1-2 0,-1-3 6 15,-5 0-28-15,0-3 5 0,-1-1 2 0,-2-1 2 16,-4-3-10-16,-2-1-3 0,-2 1 2 0,0-3 2 16,0 0-28-16,3-3-2 0,-1 1-9 15,-1-2-8-15,0-3 11 0,0 3 0 0,0-6-2 16,0 1-11-16,1-4 13 0,-1 0-5 0,50-2-15 15,-21 0 1-15,-12 0 11 0,-92-11-3 16,84 1-17-16,3 1 10 0,-1-4 4 0,7-2-16 16,0-2-3-16,2-5-11 0,3-2 2 15,5-3 0-15,1-3 3 0,3 0-8 16,3-4 10-16,7 0 0 0,2 0-6 0,0-1-1 0,5-1 6 16,3 1-10-16,2-2 11 0,4-1-3 15,1 2-1-15,4 1 0 0,1-1 3 16,0 2-3-16,3 1 3 0,1 0-2 0,1 2 11 15,5-1-6-15,1 2 4 0,0 2-13 0,4-1 2 16,0-1 5-16,0 1 0 0,3-1 2 16,2 0-1-16,5 0 5 0,2-1 3 0,7 16 4 15,15-38-6-15,8 16-54 0,14-1-38 0,13-1-116 16,14 1-29-16,6-1 0 0</inkml:trace>
  <inkml:trace contextRef="#ctx0" brushRef="#br0" timeOffset="13197.57">18884 7040 193 0,'0'-14'184'0,"0"14"1"0,0 0-7 16,0 0 0-16,0 0-19 16,0 0-7-16,0 0-19 0,0 0-4 0,0 0-2 15,0 0 0-15,-16-3-23 0,-3 13-22 0,-3 2 13 0,-2 3-16 16,-2 3 6-16,-6 4-27 0,2 1 8 15,-5 4 4-15,0 3 5 0,-3 3-21 0,-3 7 6 16,-1-1 5-16,-2 5-2 0,-2 2-14 16,-2 1 22-16,1-1-7 0,-2 2-5 15,3 1-1-15,1-4-6 0,2 0 3 0,2-6-21 16,6-2 11-16,-1-1-2 0,8-4-11 0,-3-4-3 16,6-2 0-16,5-3-14 0,3-3-1 15,2-3 16-15,0 1-11 0,1-4 2 0,4 0-26 16,0-4 18-16,4-3-14 0,2-1-31 0,-1 1-27 15,4-3-5-15,-3-2-43 0,4-2-41 16,0 0-66-16,4-10-487 0,3-9 0 0,2-4 0 16</inkml:trace>
  <inkml:trace contextRef="#ctx0" brushRef="#br0" timeOffset="13455.51">17920 7205 130 0,'-2'-12'239'0,"0"-5"9"0,0 4-18 15,2 13-10-15,0-11-22 0,0 1-18 16,0 1-29-16,0 0 7 0,0 3-29 0,0-1-10 16,0 7-25-16,0-10-2 0,0 5-18 0,0-1-2 15,0 6-15-15,0-9-15 0,9-10-7 0,2 10-22 16,3 3-38-16,-4 0-29 0,5 3-33 15,-2 2-44-15,-3 1-56 0,4 0-119 16,12 15-117-16,-10-7 0 0</inkml:trace>
  <inkml:trace contextRef="#ctx0" brushRef="#br0" timeOffset="13691.39">18601 7775 330 0,'14'14'362'0,"-4"-5"-12"0,-4-2-30 16,0-4-24-16,-1-1-33 0,0 0-35 0,-1-4-19 15,-2 0-19-15,-2 2-16 0,0 0-23 0,0 0-15 16,0 0-23-16,0 0-12 0,16-8-16 0,-15 6-13 16,-1 1-14-16,3 1-1 0,-1-2-20 15,-1 0-18-15,2 2-13 0,-2 0-23 0,-1 0-46 16,-1 2-16-16,-2 1-22 0,-9 9-30 15,-4-1-31-15,-3 4-27 0,2 0-42 0,1-4-415 16,1-1 0-16</inkml:trace>
</inkml:ink>
</file>

<file path=ppt/ink/ink12.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07T10:52:33.560"/>
    </inkml:context>
    <inkml:brush xml:id="br0">
      <inkml:brushProperty name="width" value="0.05292" units="cm"/>
      <inkml:brushProperty name="height" value="0.05292" units="cm"/>
      <inkml:brushProperty name="color" value="#FF0000"/>
    </inkml:brush>
  </inkml:definitions>
  <inkml:trace contextRef="#ctx0" brushRef="#br0">12205 8877 26 0,'0'0'36'0,"0"-14"3"15,-16 14-9-15,-8-34 4 0,18 26-8 0,1 1-7 16,-3 3-20-16,-2-6-13 0,-1 5-45 0,-4-2-50 15</inkml:trace>
  <inkml:trace contextRef="#ctx0" brushRef="#br0" timeOffset="1243.08">14076 9456 87 0,'0'0'175'16,"-16"0"-16"-16,-7-12-5 0,17 9-9 0,2 0-18 15,1 3-10-15,0-1-7 0,0 0-19 0,1-1-13 16,-2 2-7-16,3-1-4 0,-1 0-11 0,1 1 0 15,4 0-3-15,0 0-11 16,16-3 6-16,7 3-4 0,7-4-5 0,4 0 1 16,9-1-3-16,6 1-9 0,10-2 7 0,4-1-8 0,6-3-3 15,4 3-2-15,-1-1-7 16,1 3 4-16,2-3 3 0,-2 1 0 0,2 0-6 16,-4 1 0-16,-5 1 3 0,-2-2-2 0,-6 2-3 15,-3 1-3-15,-7-2 2 0,-4 3-5 16,-5 1 3-16,-8-1-4 0,-3 0-3 0,1 1 0 15,-7 0 6-15,-3 0 2 0,-2 1 6 0,-8-1-4 16,-10 2 1-16,-7 2 1 0,-12 0-1 0,-13 1-13 16,14-3-4-16,-45 6 5 0,8-2-2 15,-13-1-3-15,-6 1-4 0,-7 0-4 0,-1 1-3 16,-1 0 2-16,1-1 0 0,2-1-5 16,3 2 6-16,4-1 3 0,3 2-8 0,8-3 3 15,4 3-5-15,10-3 1 0,3 0-2 16,8 0-2-16,5 1 0 0,4 2 0 15,2 0 5-15,16-1 10 0,8-5-1 0,0 0 3 0,32 17 1 16,-2-13 10-16,10-1 2 16,9-2-10-16,8 0 6 0,6-1-8 0,-29 0 1 0,16 0 6 15,10 0-6-15,4 0 9 16,74-9-6-16,-69 6-1 0,-3-1 2 0,-2 0-4 0,-5 1 6 16,-4 0-2-16,-11-1 8 0,-1 2-11 15,-7-1 7-15,-1 3-3 0,-4-3 5 0,-7 0 7 16,-10 1-4-16,-9 0-1 0,-7 0-4 0,-15-1-3 15,-14 1-3-15,-7-2 3 0,-14 3-9 0,-10-2-6 16,-10 2 7-16,-11-1-2 0,-1 0-3 0,0 2-5 16,-2-2 2-16,2 2 3 0,2-1 0 0,42 1 5 15,-17 0-11-15,-4 0 3 0,1 0-9 16,5 0 10-16,7 0-17 0,6 0 12 0,-32 12 1 16,55-6 6-16,13 1 3 0,11-2 5 15,18 1-1-15,8-2 10 0,15-2-4 0,11 1 1 16,9-3 0-16,5 0-3 0,3 1 1 0,-1 1 3 15,1-2 1-15,-3 0-3 0,-3 0 4 16,-10 0-3-16,-3 0-5 0,-10 0 5 0,-4 0 5 16,-6 0-1-16,0 0 15 0,-10 0-8 15,-18 0 3-15,-7 0 0 0,5 0-4 0,-27 0-5 16,3 0-1-16,-12 0-14 0,-11 0-1 16,-8 0-3-16,-6 0 4 0,-1 0-8 0,-2 0-1 15,2 0-8-15,2 0 6 0,-48 9 4 0,60-3-1 16,7 2-19-16,3 1-19 0,13 2-25 15,5 4-56-15,15-2-88 0,15 2-150 0,12-7 0 16</inkml:trace>
  <inkml:trace contextRef="#ctx0" brushRef="#br0" timeOffset="3171.79">16974 9451 80 0,'0'0'134'0,"-14"0"-6"0,14 0-9 16,0 0-7-16,0 0-8 0,-30 6-9 15,26-6-5-15,4 0-20 0,2-1-6 0,0 0-3 16,4-1 2-16,12-2-18 0,-3 3 7 0,8 1-10 16,6-1-3-16,5-2 0 0,0 3-3 15,4-2 1-15,-15 2 0 0,12 0-5 0,11 0-9 16,7 0 1-16,6 0-3 0,7 0 1 0,6 0 6 16,6 0-10-16,1 0 1 0,2 0-3 15,2 0 9-15,3 0-4 0,-4 0-2 0,2 0-4 16,-1 0 7-16,-1 0-5 0,0 0-1 15,-1 0 1-15,-2 0 7 0,0 0-8 0,-4 0-3 16,-2 0-2-16,60-8 1 0,-79 8 2 0,-6-1-1 16,-6 0-1-16,-4 0 2 0,-2 1 4 15,-7-2-9-15,-2 2 8 0,-8-3 2 16,-9 0-7-16,-10 1 2 0,-8-1 1 0,-18-1-5 16,-6-2-3-16,-12 1-8 0,-7 1 3 15,-9-3-9-15,-10 1 0 0,-4-2-6 0,-9 3-3 0,-3 1 1 16,-5-3-3-16,-3 2-2 0,-3 2 6 15,-1-3-7-15,-4 4 3 0,0 2-5 16,5 0 3-16,5-2 1 0,49 2 3 0,-18 0-3 16,-7 0-3-16,4 0 1 0,2 0 4 0,-46 12-8 15,65-9 6-15,8 1-9 0,6 4 9 16,8 1 10-16,13-2-2 0,15-1 12 0,17 4 2 16,8-3-1-16,20-1-3 0,9-1 8 15,14 0 1-15,8 0 7 0,7 1-9 0,9-2 11 16,7-1 1-16,4-1-2 0,4 0 6 0,7-1-9 15,-2-1 6-15,0 2 6 0,-59-2-1 16,27 0-2-16,9 0 2 0,7 0-6 16,-1 0-8-16,-4 0 3 0,-4 0-21 0,-7 0-34 15,74-11-41-15,-93 8-92 0,-10-2-137 0,-8-2-13 16,-9-1 0-16</inkml:trace>
  <inkml:trace contextRef="#ctx0" brushRef="#br0" timeOffset="8141.83">20013 8354 14 0,'0'-15'136'0,"-30"-12"9"0,21 15-11 0,3-1 5 16,-1 0 7-16,1-2-8 0,2-2-18 0,1 2-8 16,-1-5-15-16,1 3-8 0,1 0-18 0,2 0 1 15,-1-2-5-15,-1 5-12 0,-2-4 4 16,4 0-12-16,0 8-2 0,0-4-8 0,0-4 6 16,0 0-15-16,0-1 0 0,0 0-3 15,0 0 0-15,15-21-3 0,-11 17-11 0,4-1 4 16,-2-2-3-16,2 1-3 0,2-1-7 15,-2 2 3-15,0-1-1 0,6 1-7 0,0-1-6 16,1-1 8-16,2-1-4 0,2 2 0 0,3-3-9 16,2 2 5-16,2-4 2 0,5 1 6 15,2 2-7-15,0 0 0 0,2 0-1 0,1 1 3 16,2 1 2-16,2-2-5 0,2 5-3 16,2 1 6-16,0 1-1 0,0-2-5 0,2 2 0 15,5 2 3-15,0 0 8 0,3 1-11 0,3 0 1 16,3 1 0-16,0 2 4 0,2 2 0 15,4 1 1-15,0-3-5 0,5 6 8 0,0 0 7 16,1 1-5-16,4 2-2 0,-1 2 4 0,-1-1-1 16,1 2 1-16,1 2-6 0,-38 0 12 0,20 0-7 15,82 11 3-15,-59-4-3 0,3 1 3 16,-3 0-8-16,1 3 7 0,-3 0 1 0,-1 4-7 16,3-2 11-16,-2 4 3 0,-1 1-8 15,0 1 3-15,-1 2 1 0,-6 2 1 0,2 1-2 16,-4 0 5-16,-3 0-6 0,-1 3 3 15,-3-2 1-15,-4 2-2 0,-1 2-2 0,2 0 5 16,-4 2-2-16,-3 0 9 0,-3 1 0 0,-2 0 0 16,-1 0-4-16,0-2 0 0,-5 4 2 0,-1-4 4 15,-3 3-6-15,1-1 2 0,-4 1-7 16,0 0 3-16,-3 1 5 0,1 1 4 16,-4 2-3-16,1 1 5 0,-2-1-9 0,-4 2 4 15,-1 1-4-15,-1 1 0 0,-4 2 10 16,0-2-9-16,-2 1 3 0,-3 1-5 0,-2-2 4 0,-1 2 0 15,-1-1-4-15,0-3-2 0,-4 0 3 16,2 2-5-16,-5 0 12 0,1 3-6 0,-2-23 8 16,0 12-2-16,0 7-18 0,-12 45 10 0,6-42 2 15,-1 3 1-15,-3-3-11 0,1 0 1 16,-1 1 7-16,-3-3 5 0,-1 0-5 0,2 0-7 16,-4-3 7-16,-2 1-6 15,2-2 9-15,-4 1-5 0,1-2-3 0,0-1-4 0,-1 0 0 16,-2 0-1-16,0 2 13 0,1-2-11 0,0-1-8 15,-3-3 16-15,-1 3-7 0,-1-1 8 0,-1 0-6 16,-1-2 1-16,0-2 4 0,0 1-7 16,-1-4 14-16,-1 0-9 0,3-1 1 15,-4-3 1-15,-1 1-4 16,0-1 6-16,-2-4-9 0,0 1 4 0,-2-1-3 0,-2-3 2 16,1 0 4-16,-1 0-5 0,-2-4 10 0,-1 1-23 15,-2-2 14-15,3 0-4 0,-1 0-2 0,-2-3-1 16,1-2 5-16,0-1-3 0,0 0 6 0,0-1-14 15,-2 1 9-15,0-4 7 0,-3 2-11 0,23-2-3 16,-10 0 2-16,-7 0 2 0,-3 0 8 16,-2 0-16-16,-46-11 10 0,45 5-8 0,0 2 3 15,2-3 3-15,-1 1 1 0,-2-4 1 0,3 0 7 16,-4-2-4-16,3 1-5 0,-6-4 0 0,1 2 2 16,1-4-7-16,0 2-7 0,-1-2-2 15,1-1 10-15,1-1 1 0,1-2-1 0,1 1-12 16,5-3 5-16,-2 1 1 0,3-1-1 15,1-2 2-15,1-1 4 0,1 0-7 0,2 0 10 16,0 2-17-16,1-5 2 0,2 3 0 16,-3-2-1-16,4-1 11 0,1 3-10 15,2-1 2-15,-2-1 0 0,3 0 2 0,0 0-9 16,1 2 9-16,-1-3-1 0,1 2 4 16,1-2-4-16,0 1 2 0,1-2 1 0,-2-2-3 15,2 1 6-15,0 0-2 0,1-2-5 16,-1-1-1-16,1 2 12 0,2 1-11 0,-1-2-4 15,1 5 7-15,0-2-4 0,-3 1 0 0,5 0 5 16,0 1-4-16,0 1 0 0,2 1 2 16,0 0-4-16,0 0 2 0,2 0-5 0,-2 1 12 15,4-1-9-15,2 2 8 0,-2 1 0 0,2-1-5 16,1 3 1-16,0-5 7 0,0 4-8 0,4-3 0 16,1 2 4-16,2-1 4 15,-1 3-4-15,4 1 2 0,-1-1 6 0,0 2-1 0,0-3-6 16,2 11-1-16,0-5 1 0,0-2-3 15,0 0 4-15,0-2-2 0,10-17 4 16,-6 20 5-16,-2 4-9 0,1-2 2 0,2-2 8 16,-1 2-6-16,-3 2 0 0,2-4-3 0,0 6 7 0,2-4 0 15,-1 4 0-15,-3 1-1 0,2 0-5 16,0 2-1-16,0-2 5 0,-3 3-11 16,6-6 8-16,-2-2-9 0,-1 3 8 15,2-1-1-15,1-2-3 0,-2 4 2 0,0 3-2 16,-2 0-10-16,2 1 8 0,-1 2 2 0,0-1-1 15,3-7-7-15,3 1 4 0,0 0-11 0,1 0 0 16,1 0-2-16,4-1-34 0,6 4-49 0,1-2-134 16,4 3-28-16,0 0 0 0</inkml:trace>
  <inkml:trace contextRef="#ctx0" brushRef="#br0" timeOffset="12487.9">14874 12433 118 0,'0'0'129'0,"0"0"-1"16,-16 0 4-16,16 0-2 0,-22-23-10 0,16 23 0 16,4-2-3-16,-2 1-11 0,1 0-12 0,0-1 1 15,0 2-12-15,2-1-14 0,-1 1-8 16,-1 0 2-16,2-1-9 0,-2 0-5 15,2 1-8-15,-1-2 6 0,1 2-9 0,0 0 1 16,1 0-4-16,-2 0-1 0,0-2 2 0,2 1-1 16,0 1-11-16,0 0-4 0,0 0 10 15,0-3 0-15,0 3 2 0,2 0-7 0,1-1 2 16,2 0-12-16,11-6 7 0,2 4-10 0,4-1 0 16,2 0 6-16,6 0-2 0,-2-3 4 0,6 3-4 15,0-2-3-15,2 0-5 0,7-1-1 16,3-1-4-16,4 1 9 0,10-1 2 0,6-2-5 15,4 2 5-15,1-2 6 0,-1 1-3 0,2 1-8 16,3-1 2-16,1 0 7 0,0 0-12 0,3 1 5 16,1 1 2-16,1-1 0 15,0 1 0-15,2-1 3 0,0 0-11 16,1 1-3-16,1-1 6 0,1-1-2 0,-2 3-6 0,1-1 10 16,-1-1-15-16,1 1 12 0,2 1-14 0,-3 0 11 15,-2-1-9-15,0 0-2 0,-1 1 13 0,-1 0-12 16,-4-1 12-16,-2 1-10 0,-4 1 2 15,-7-1 8-15,-3 0-15 0,-1 0 5 16,-10 1 12-16,-1-1-13 0,-5 2 2 0,-4 1-4 16,-3-2 14-16,-6 0-12 0,1 0-3 0,-4 1 12 15,-3 0 0-15,-6 2-8 0,0-1-3 16,-7 3 10-16,-2-1-6 0,-2 0 10 0,-1-1 0 16,-1 2-10-16,1 0 14 0,-4 0 3 15,1-2-5-15,-2 1 3 0,1 1 3 0,-2 0-16 16,0 0 1-16,-14-3 4 0,-7 2 0 0,-8-2-4 15,-6 2-4-15,0 0 4 0,-6 0-10 0,-6-1-10 16,-6 0 9-16,-4 1-14 0,-6 0 4 0,-4-2-2 16,-5 2 5-16,-3-2-1 0,35 3-6 0,-20 0 6 15,-17 0 6-15,-10 0-3 0,-6 0 0 16,-7 0 4-16,-4 0-4 0,-4 0 4 16,-104 11-3-16,103-7 1 0,-4-1 0 0,-2 1 1 15,1 0 6-15,2 3-2 16,3-3 6-16,1 4-11 0,1 3 6 0,6-3-2 15,7 3-1-15,8 0 8 0,9-6-1 16,7 5-5-16,10-2-2 0,9-1-3 0,6-2-5 16,9 3 8-16,4-1 1 0,10 3 14 0,13 1-6 15,9-11 8-15,27 16 2 0,6-9-3 0,19-7 5 16,15 1 4-16,13 2-5 0,10 0 2 0,12-3 0 16,14 1-3-16,-53-1-3 0,34 0-10 15,18 0-3-15,11 0-13 0,5 0-24 0,0 0-15 16,-2 0-36-16,-1 0-59 0,-8 0-90 15,-9 0-147-15,-6 0 0 0</inkml:trace>
  <inkml:trace contextRef="#ctx0" brushRef="#br0" timeOffset="16672.84">11862 15164 4 0,'-15'0'116'0,"15"0"-7"0,0 12-4 16,-14-12-17-16,-6 15 15 0,19-14-6 0,-3 2-2 16,2-3-9-16,-1 1 9 0,2 1-10 0,-1-2 4 15,0 1-1-15,0 0-5 0,0-1 3 16,2 2 0-16,-2-2-7 0,2 2-3 0,2 0-3 15,-2-1-1-15,4 1 0 0,1 2 1 16,-1-2-8-16,2 0 1 0,10 5 0 0,2-3-10 16,-4 3 11-16,7-3-10 0,0-2-1 0,1 2 3 15,4-2-11-15,-14-2-6 0,8 0 2 0,8 0 5 16,0 0-9-16,3 0 3 0,4 0 12 16,-1 0-17-16,3 0-2 0,1 0 8 0,0 0-7 15,3 0 1-15,4 0-13 0,49-7-18 0,-43 4 19 16,2 0-2-16,3 1-8 0,4-2-3 15,4 1 2-15,2 0-16 0,3-2 14 16,-2 3-1-16,3-2 9 0,1 0-13 0,1 2 14 0,2-1-22 16,4-1 11-16,-2 1-27 0,2 0 10 15,1 1 3-15,0-1-9 0,-43 3-2 0,23 0 22 16,8 0-11-16,6 0-13 0,5 0 13 16,0 0 0-16,4 0-12 0,1 0 14 15,2 0-9-15,-1 0 9 0,1 0-5 0,88 13 7 16,-90-9-3-16,2 1 1 0,3 1-6 0,3-2 13 15,0 1-3-15,1 1 6 0,-1 0 2 16,0 1 3-16,-2 1-4 0,-1 0-4 0,3 0 14 16,-2 2-18-16,2-5 14 0,-1 3-14 0,0 1 15 15,2-1-4-15,-2-1 3 0,2 1-12 0,-2 0 12 16,1 1-13-16,-3 0 15 0,-1-3 6 0,-2 3-17 16,0-1 1-16,-2-1-1 0,2 1-2 15,-2-3-4-15,-1 3-10 0,0-1 20 0,-3 3-6 16,1-5 5-16,1 1 5 0,-1 2-16 15,-2-1 6-15,2-2 10 0,-2 2-12 0,4 0-1 16,-1-3-13-16,-4 3 11 0,-1-5 12 0,-1 3-11 16,0 1 9-16,-1-2 5 0,1 1-11 15,1 0-10-15,1-2 8 0,3 1-7 16,-1 0 3-16,0-1 2 0,-1 1 5 0,-1-2-14 0,-2 0 10 16,0 1-16-16,1-2 19 0,-6 2 3 15,4-2-11-15,-1 0 10 0,0 3-6 0,-4-2-11 16,4-2 11-16,-4 1 18 0,-1 1-12 15,1-1-5-15,-4 0 7 0,-4 1 5 0,0-1-13 16,-3 0-3-16,-2 1 1 0,-4 0 5 0,-3 0 8 16,-3-2-14-16,-4 0 8 0,-2 1 0 15,-2 1 3-15,-5-1 3 0,0-1 1 0,-1 1-12 16,-8 1-2-16,-1-2 16 0,-4 0-16 0,-5 1 15 16,-3-1-5-16,-2 0 2 0,-2 0 16 15,0 1-17-15,-2-1 0 0,0 0-3 0,-2 0 11 16,2 2-7-16,-5-2 3 0,0 0 4 0,0 0-9 15,0 0 0-15,6 0 0 0,-6 0 2 16,0 0 0-16,0 0-7 0,0 0-34 0,6 0-42 16,-6 0-36-16,7-2-43 15,-7 0-54-15,-2-1-540 0,2-1 0 0,2 0 0 0</inkml:trace>
</inkml:ink>
</file>

<file path=ppt/ink/ink13.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07T10:53:14.068"/>
    </inkml:context>
    <inkml:brush xml:id="br0">
      <inkml:brushProperty name="width" value="0.05292" units="cm"/>
      <inkml:brushProperty name="height" value="0.05292" units="cm"/>
      <inkml:brushProperty name="color" value="#FF0000"/>
    </inkml:brush>
  </inkml:definitions>
  <inkml:trace contextRef="#ctx0" brushRef="#br0">16246 9294 65 0,'0'0'148'0,"-15"0"-11"0,15 0-19 0,0-12-2 15,0 12-11-15,0 0-13 0,0 0-9 0,0 0 7 16,0 0-11-16,0 0 3 0,-17 17-10 16,17-5-5-16,8 20-1 0,1-8-1 0,3 0-5 15,2-3 21-15,1 0 12 0,6-1 13 0,1-1 11 16,1-2-13-16,6-2 6 15,1-2 12-15,2-4-16 0,4-2-8 0,4-3-5 16,-16-4-12-16,12 0 7 0,58-11-20 16,-36 4-11-16,-2-4-5 0,1 3-22 0,0-3 12 15,2 0-2-15,-3 0-5 0,-2 0-14 0,0 1 2 16,-4 1-9-16,-2 1 2 0,-2 1-10 16,-3 1 6-16,-2 4 0 0,-3 0-5 15,-21 2 3-15,10 0-17 0,31 14 1 0,-27-4 16 0,-2 2 2 16,-1 4-4-16,-3 6 6 0,3 3 0 15,3 0-5-15,-1 2 13 0,0-1-16 0,-1 0 41 16,3-3 13-16,0-2 1 0,3-6 6 16,2-3 10-16,1-2-17 0,3-2-7 0,3-4-2 15,-20-4 1-15,14 0-13 0,54-14-13 0,-35 3 10 16,3 0-18-16,1-1 3 0,1-3-16 16,-2 0-4-16,-3 1-6 0,-1-2-8 0,-4 2-5 15,0 2 6-15,-1 1 10 0,-3-1-15 0,-1 5-4 16,-1-1 12-16,0 1 1 0,-2 4-10 15,-3 2 13-15,-17 1-3 0,10 0 2 16,6 0 6-16,42 15 8 0,-34-11-2 0,3 4 15 16,0-1-2-16,1-1-10 0,2 2 5 0,0-5 7 15,3-3-2-15,-1 2 4 0,-27-2-13 16,17 0 16-16,6 0-15 0,5 0 6 0,61-15-16 16,-58 10 4-16,4-2-4 0,-1 0-12 15,-3 0 7-15,-1-1-10 0,-1 0-11 0,1-1 10 16,1 1-5-16,-2-2-1 0,0 2-9 15,0 1-17-15,-1-1-37 0,-1 0-63 0,-5 1-79 0,0-3-592 16,-5 1 0-16,-4-2 1 0</inkml:trace>
  <inkml:trace contextRef="#ctx0" brushRef="#br0" timeOffset="10251.44">15754 8385 90 0,'-13'0'137'16,"-8"-34"-2"-16,17 23-3 0,2 1 14 0,-1 1-12 15,3 1-11-15,-1-3-8 0,1 3-12 0,0-1-5 16,0-1 7-16,0-5-9 0,0-3-5 15,16-20-6-15,-10 16-8 0,3 0-5 0,1 0-8 16,2 1 0-16,1-2-4 0,-3 4-5 0,5-3 6 16,-1 1-2-16,1 0 7 0,0 1-11 15,2-3-7-15,1 2 17 0,-2-1-22 0,3-1-6 16,-2 0 3-16,1 1-6 0,3-1-3 0,2-3-3 16,-3 4-3-16,1-3 3 0,2 2-17 15,-1-1 9-15,2 0-18 0,4-1 11 16,2-1-2-16,3 0-6 0,5 0-13 0,-2 1 20 15,1 1-7-15,4-1-15 0,3-1 7 16,3 6 0-16,1-2-9 0,3 2 8 16,-4-2-2-16,6 4 8 0,-3 0-17 0,2 1-2 15,0 2 9-15,-1 0 1 0,-3 1 2 0,2 0-5 16,0 2 5-16,0 2-4 0,4 1-1 16,2 1-1-16,4 1 8 0,0 1 0 0,2 1-10 0,-1 2 4 15,5 2 4-15,0 1 0 0,-34 0 0 16,17 0-9-16,8 0 17 0,63 15-18 0,-57-6 16 15,1 1-5-15,-1 2-1 0,2 1 3 0,-3 0-8 16,-2 6 8-16,-2 2 2 0,3 1 0 16,1 3 3-16,-1 1 0 0,1 0 5 15,-2 3-7-15,0 1 3 0,1 3 10 0,1-2-10 16,-2 2-6-16,1 1 17 0,-4 3-12 16,1 1 5-16,-3-3 4 0,4 1 0 0,-5 5-1 15,-3-3 2-15,5 3-7 0,-6 3-1 0,0-1 10 16,-3 2 3-16,-3 2-14 0,-1 2 2 15,-5 2 6-15,0-1-5 0,-5-1 4 16,-3 2-9-16,-4-1 7 0,0-2 6 16,-7 2-12-16,-1 0 15 0,-3 0-3 0,-5 4-10 0,-3 1 8 15,-2 0 2-15,-5 1-7 0,0-28 2 16,0 13-4-16,-12 57-3 0,3-44 19 0,-1-1-16 0,-3 1 7 16,-3 0 27-16,-2-3-15 0,-4 0 14 15,-2 2 18-15,-2-1-7 0,-2-2-2 16,2 2-1-16,-6-3-15 0,0 2 15 0,-5 1 5 0,-1-4 2 15,-2 1 2-15,-6 0-13 0,1-4 4 16,-2 4-1-16,-4-2 0 0,-1-1-7 0,1 2 12 16,-3-2-16-16,1 0 10 0,-2-5-3 15,-2-2-11-15,2 0 0 0,-2-3 6 0,1-1-3 16,-6-3-17-16,0-1 11 0,-1-2 2 0,-7-4-12 16,1 0 4-16,-4-3 8 0,-5-4 1 15,0-3 4-15,-6-3-8 0,-4-3 6 16,-3-3 5-16,-4-6-2 0,44 0 1 0,-106-14-15 15,45 2-2-15,-3-7 4 0,-4-8-14 16,-2-5-5-16,-2-5-9 0,-78-32-9 0,42 10-18 16,26 7 11-16,-60-30-15 0,13-1 2 0,38 15-9 15,26 7-5-15,12 5 0 0,-67-38-12 0,41 20 12 16,14 7 0-16,19 7-1 0,0-1-19 16,4-1 16-16,2-2 10 0,4 1 2 0,7 1-2 15,6 2-2-15,6 2 11 0,6 3-11 16,4 3 24-16,9-1-8 0,3 1 12 0,8-3-1 15,7-1-52-15,6 0-59 0,7 0-59 0,10 2-90 16,7-2-419-16,1 26 0 0,23-57 1 0</inkml:trace>
  <inkml:trace contextRef="#ctx0" brushRef="#br0" timeOffset="11971.76">22366 9446 60 0,'0'0'103'0,"0"0"5"0,0 0 3 16,-14 0-4-16,14 0 13 0,0 0 5 0,-24 5-3 15,23-5-2-15,-1 0 6 0,-1 0-6 0,2 0-11 16,-1 0-12-16,1 0-3 0,0 0 0 16,0 0-11-16,-1 0 4 0,4-2-3 0,1 1 5 15,15-3 0-15,3 0-14 0,9-3-15 0,2 3 7 16,-1-2-6-16,7 1 2 16,2 1-19-16,7 0 6 0,-2-2-11 0,8 4 3 0,5-1-4 15,7-1-4-15,5 2-11 0,3 1 6 0,9 0 8 16,5 1 11-16,-1 0-4 0,-40 0-1 15,24 0 7-15,13 0 0 0,5 0-27 16,4 0 7-16,2 0 11 0,6 0-14 0,-2 0-2 16,1 0 4-16,97 10-14 0,-98-9 2 0,3-1-4 15,0 0-11-15,0 0-1 0,0 1 11 16,2 2-1-16,-1-3-6 0,-50 0-3 0,28 0 1 16,15 0-15-16,9 0 18 0,7 0-20 15,2 0 16-15,2 0-12 0,0 0 10 0,2 0-1 16,3 0-3-16,3 0-8 0,126 8 10 0,-120-6 2 15,0 3-10-15,4 3 0 0,1-4-10 16,7 4 17-16,-5-1 3 0,5 2-20 0,-4 0 8 16,-2 2 3-16,-2 1 8 0,-4-1-4 0,-4 0 1 15,-3 1-2-15,-3 1-1 0,-6-1-5 16,-4-1 6-16,-6 1-2 0,-4 1-1 0,-4-2-10 16,-5 0 14-16,-3 1 6 0,-4-4-12 0,-4 2 5 15,-1-1-8-15,-4-1 2 0,-5 0 1 16,-6-1 4-16,-2 1-5 0,-2-1-3 15,-4-4-2-15,-6 4 10 0,-3-4 6 16,-6 1-20-16,-2 0 1 0,-4-2 11 16,2 1 8-16,-5-3-13 0,0 2 13 0,-7 0 2 0,-2-2-11 15,-4 2-3-15,-3-1-5 0,-4-1 5 16,-3 0-3-16,-8 0 4 0,0 0 1 0,9 0-5 16,-2 0-3-16,-7 0 6 0,6 0-13 0,-6 0-3 15,6 0-6-15,-6 0-37 0,0 0-40 16,0 0-46-16,7 0-30 0,-1 4-71 0,-7-1-189 15,-2-2 0-15</inkml:trace>
</inkml:ink>
</file>

<file path=ppt/ink/ink14.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07T10:53:36.319"/>
    </inkml:context>
    <inkml:brush xml:id="br0">
      <inkml:brushProperty name="width" value="0.05292" units="cm"/>
      <inkml:brushProperty name="height" value="0.05292" units="cm"/>
      <inkml:brushProperty name="color" value="#FF0000"/>
    </inkml:brush>
  </inkml:definitions>
  <inkml:trace contextRef="#ctx0" brushRef="#br0">6306 9260 149 0,'-13'0'140'0,"13"0"-6"0,0 0-13 15,0 0-14-15,0 0-6 0,-15 0-4 16,15 0 13-16,-16 12-11 0,14-5-4 0,-4 8 3 16,6 0-5-16,0-6-11 0,0 8-4 15,0 2-3-15,12 26 1 0,-4-19 22 0,2-3 12 0,2 1 18 16,1-2 1-16,0 0 11 0,4-2 1 16,1-2-21-16,1-5-8 0,1 2-10 0,4-4 5 15,-1-7-11-15,4-4-2 0,-11 0-22 0,9 0-3 16,39-15 5-16,-19 6-10 0,4-3-18 15,1-1-8-15,4-2 0 0,0 1-12 0,-1 1 18 16,-2 1-17-16,-3 0-5 0,-2 4 0 0,-4 1 3 16,-3 2-6-16,-3 2-9 0,-19 3 2 15,7 0 2-15,36 12-8 0,-27-2 12 16,-1 3-2-16,2 5 2 0,4 5 14 0,3 5-17 16,1 0 5-16,7 2 7 0,2-2 15 0,5-1 21 15,8-5 20-15,3-4 5 0,4-6 10 16,9-5-12-16,-38-7-2 0,23 0-5 0,92-16 3 15,-62 2-12-15,4-1 5 0,1-3-14 16,-3-1-5-16,-2-4 3 0,-1 1-14 16,0-4-1-16,-2 3-1 0,1 0-5 0,1-4-10 15,-5 3-2-15,-2-2-9 0,-1 1-6 0,-4 2 2 16,0-1-6-16,-3 3-5 0,3-1-3 16,-8 2-6-16,2 1 1 0,-2 0-3 0,-1 0 4 0,0 1 3 15,-1-1-13-15,-3 0 5 0,-1 0-9 16,-2 3-5-16,2-1 4 0,0-1-26 0,-2-2-41 15,-1 1-59-15,2 1-69 0,-4-1-909 0,5-2 0 16,-6 3 1-16</inkml:trace>
  <inkml:trace contextRef="#ctx0" brushRef="#br0" timeOffset="1687.16">6300 8795 50 0,'-15'-15'180'16,"-4"-15"-20"-16,16 12-10 0,2-1-9 0,1-2-10 15,-2-1-7-15,2 10 12 0,0-7-5 16,0-3-14-16,0-4-6 0,10-27-1 0,-4 24-5 16,2-2-17-16,0-3 4 0,2 0-8 0,2-1-21 15,6-2 3-15,1-1-13 0,3-3-6 16,2 1 2-16,6-2-8 0,5-2 1 0,8-1-5 15,3 2-12-15,6-2-9 0,10-3-4 0,11 1 6 16,6-1-1-16,3-1-4 0,9 2-2 16,13 0 7-16,5 0-6 0,9 4 2 0,77-28 6 15,-40 26 2-15,-25 5-4 0,-14 9 1 0,4 5-4 16,5 1-5-16,-1 2 13 0,1 3 1 16,-1 5-11-16,6 2-4 0,-1 3 20 0,0 3-10 15,-3 4-17-15,-61 3 20 0,123 10-15 16,-66 1 13-16,-5 4-9 0,-3 6 4 0,-4 4 9 0,-8 5 3 15,-4 5-8-15,-8 4-8 0,-4 5 7 16,-7 4-7-16,-7 4 0 0,-8 5 0 0,-4 6-4 16,-6 2 8-16,-7 5-6 0,-6 1-8 15,-3 8 0-15,-5-1 12 0,-6 0 2 0,-7-1 5 16,0-4-14-16,-7 0 16 0,-4 0 9 16,-3 0-14-16,-6 1 6 0,0-38 0 0,0 17-6 15,-22 69 12-15,6-56-8 0,-2-5-6 16,-7-1 10-16,-1-3 4 0,-7-4 9 0,-5-1 12 0,-4 0-6 15,-6-3 11-15,-6 0 7 0,-6-4-7 0,-9-2 20 16,-5 0 1-16,-6-5-3 0,-8-2 5 16,-3-7 12-16,-2-2 10 0,-6-4-4 0,-6-10-11 15,-8-1-5-15,-2-9-16 0,-4-1-12 0,54-2-13 16,-136-17-11 0,65 4-8-16,-8-6-13 0,-90-12-1 0,50 1-14 0,31 3-3 0,14 0-9 15,-92-18-15-15,49 7-2 0,-29-14 0 16,44 12 2-16,26 5-3 0,21-3-3 0,1 1 7 15,3-3-6-15,7 1 14 0,5-4-6 16,7 0 9-16,11 2 6 0,2-4 13 0,11 0-5 16,3-4-1-16,10-3 16 0,9-3-12 15,7-5-13-15,7-4 2 0,12-7 0 0,10-4 0 16,15 34-34-16,20-80-54 0,20 35-76 16,18-7-48-16,60-56-625 0,14 8 1 0,10 13 0 15</inkml:trace>
  <inkml:trace contextRef="#ctx0" brushRef="#br0" timeOffset="2776.31">4353 13933 164 0,'-15'0'165'0,"-10"32"-28"16,13-24 6-16,7-4-2 0,-1-1-14 15,3 1-2-15,2-2-4 0,-2 0-7 0,3 0 1 16,4 2-12-16,14 3 26 0,6 0 34 0,8-1 13 15,10-2 8-15,13-2 2 0,-24-2-4 16,23 0-13-16,17 0-1 16,97-15 2-16,-62 2-11 0,8-1 0 0,8-3 2 0,11-1-3 15,11-5 2-15,97-11 7 0,-7-1-10 16,-37 12 7-16,46-5 8 0,-48 9-16 0,58-3 10 16,-1 5-8-16,-44 6-18 0,-30 0 0 0,99 4-9 15,-8 2-4-15,-57 0-24 0,-124 5-10 16,37 0-3-16,267 13-21 0,-130-8 6 0,-58 1-17 15,-33-2-16-15,-17 1-23 0,7 2-41 0,100 0-21 16,-47 1-47-16,-32-5-35 0,94 1-43 0,-60 3-83 16,-37-3-1076-16,-21-4 0 0,3 0 0 15,-81 0 664-15</inkml:trace>
  <inkml:trace contextRef="#ctx0" brushRef="#br0" timeOffset="12205.75">19318 5568 85 0,'0'17'144'0,"-39"22"-5"0,25-16-14 15,-4 7 2-15,-1 7-10 16,-3 5-5-16,-3 7-7 0,-1 7 7 0,-2 2 15 0,0 2-13 16,1 3 2-16,3 0 3 0,3-6-14 0,2 2-17 15,5-6-8-15,1-5 10 0,0-4-3 0,4-4-8 16,1-3-8-16,1-5-13 0,0-4 5 15,1 2-4-15,2-5 16 0,0-5 13 16,0-5 34-16,4-2-8 0,0-4 5 0,-3-1 1 16,3-6-11-16,0-2-23 0,2-10-20 0,4-16 0 15,1 0-45-15,-1-4-8 0,4-7 3 0,0-3-12 16,2 0-14-16,-2-5 0 0,2 0-13 16,3-4-14-16,-1 2 6 0,4-3 9 0,2 1-17 15,5 0 12-15,3-2-11 0,7 1 5 0,6 1-16 16,7-2 16-16,11 2-10 0,5 3 5 15,10 2 17-15,3 2 2 16,5 6-1-16,-2 4-2 0,1 2-2 0,-5 9 2 0,-4 4-3 16,-5 3 12-16,-8 6 5 0,-7 6-16 15,-30 2 11-15,34 10 6 0,-33 6-4 0,-10 8 17 16,-13-7-1-16,-14 38 9 0,-14-13-6 0,-10 4-5 16,-7 3 14-16,-9-2 12 15,-4 3 5-15,-2-1 15 0,2-5 6 16,2-3-3-16,6-4-5 0,3-2-5 0,6-2-30 0,6-2 4 0,7-1-16 15,5-1 5-15,5 0 19 0,6 1-6 16,7-2-2-16,5-13 21 0,14 22-5 0,7-18-7 16,7 0 3-16,10-5 0 0,9-2-1 0,4-6-1 15,8-1-1-15,5-1 0 0,5-4 4 0,-34 0-7 16,18 0-14-16,11 0-25 0,75-15-41 16,-63 7-48-16,-1-3-61 0,1 0-64 0,3-4-485 15,0-4 0-15,-3-1 0 0</inkml:trace>
  <inkml:trace contextRef="#ctx0" brushRef="#br0" timeOffset="12588.65">21456 5656 90 0,'-25'-24'247'0,"0"3"-18"0,-2 1-5 0,-3 6-17 15,-1-1-28-15,1 8-23 0,-2 0-1 0,-2 5-34 16,18 2-3-16,-38 11 3 0,19 4-32 0,-1 12-12 15,0 6 4-15,0 8-5 16,0 10-11-16,2 7 10 0,2 6-25 0,1 0 22 0,5 5-27 16,3 1 2-16,5-3 15 0,3-2-9 15,1-2 2-15,5-3-4 0,5-5-1 16,0-1-18-16,3-6 2 0,0-3 4 0,1-3-11 0,0-5-9 16,0-4 7-16,-2 0-19 0,2-18 3 15,0 4-8-15,0 2-11 0,-16 18 3 0,1-26-17 16,-2-2 10-16,-8-7-4 0,9-4 7 0,-5 0 5 15,-34-17 11-15,21 2 16 0,2-2 30 16,-2-5 20-16,2-2-6 0,1-1-3 0,3-1-16 16,6-4 1-16,5 3-19 0,3 0-2 15,7-2-13-15,7 13-13 0,11-28-8 0,6 18-1 16,11 0-14-16,9 3-10 0,11 0 20 0,8 1-5 16,8 2-3-16,8 0-10 0,-1 3-34 0,4 0-44 15,1 1-37-15,0 0-57 0,-1 2-460 16,-3 0 0-16,-5-1 0 0</inkml:trace>
  <inkml:trace contextRef="#ctx0" brushRef="#br0" timeOffset="13088.89">22374 6079 46 0,'0'-3'310'0,"2"-1"-16"0,-2 1-25 16,1-2-23-16,-1-2-24 0,1 2-23 0,2-12-27 15,-3 9-30-15,7-16-7 0,-1 6-31 0,4-3-18 16,4 4-5-16,8-2-4 0,7-3-32 16,6 5 10-16,2-2-13 0,7 3-2 15,2 1-1-15,11 3-7 0,1 2-4 0,0 3-9 16,-2 2 2-16,-4 4-11 0,-3 1-18 0,-29 0-10 15,38 12-20-15,-28 1-2 16,-9 4 6-16,-11 5-3 0,-10-6 12 0,-16 32-3 0,-9-10 12 16,-10 3 4-16,-5 4-2 0,-8 3-2 15,-5-1 8-15,-2 4 2 0,0-2 3 16,3 1 5-16,5 0 5 0,2 0-12 0,6-1 16 0,4-1-15 16,7-3 11-16,5-3-3 0,7-2 7 15,4-4 18-15,3-3-6 0,9-16 9 0,0 7 9 16,23 18 13-16,-2-25 10 0,4-6 20 0,3-3 8 15,2-5 9-15,0-1 14 0,-14-2 20 16,22-14-13-16,-14 2-11 0,-2-5-11 0,-2-4-19 16,-4-3-6-16,-4-2-17 0,-5-4-20 15,-1-4-8-15,-6 17-7 0,0-10-11 16,-22-33-18-16,7 27-4 0,-3 3-6 0,-2 0-6 0,2 4-2 16,-2 3 8-16,2 4-1 0,3 0-56 0,0 7-66 15,-1 7-27-15,16 5-37 16,-12 0-590-16,-4 21 0 0,16-3 0 0</inkml:trace>
  <inkml:trace contextRef="#ctx0" brushRef="#br0" timeOffset="13323.32">23331 6348 239 0,'-10'-21'246'0,"-6"5"41"0,-6 1-6 15,0 0-12-15,-4 5-8 0,-1 1-20 0,-2 3-33 16,-2 6-14-16,14 0-32 0,-27 11-6 15,10 6-32-15,0 6 7 0,-4 7-28 0,2 7 5 16,2 5 0-16,2 4-15 0,5 2-14 0,7-2-5 16,4 1-6-16,6-5-12 0,4-1-1 15,6 1-7-15,0-23 1 0,17 37-4 0,2-26-12 16,9-2-21-16,13-5-8 0,9-3-28 16,10-5-56-16,9-6-60 0,6-4-71 0,-33-5-609 0,24 0 0 15,97-27 0-15</inkml:trace>
  <inkml:trace contextRef="#ctx0" brushRef="#br0" timeOffset="13821.15">24890 6288 143 0,'27'-9'330'0,"-1"1"-37"0,-5 6-35 16,-11 2-34-16,2 0 6 15,14 19-42-15,-19 0-22 0,-7-7 11 0,-12 30-24 16,-5-1-15-16,-7 8-4 0,-4 5-21 0,-4 6-5 15,2 2-16-15,-2 1-5 0,1-4 8 0,0-3-10 16,1 0-8-16,4-4-4 0,0-2-1 0,5-2-5 16,-1-6-3-16,5-5 2 0,1-1-10 15,0-2-7-15,4-8-10 0,0-1 7 0,0 0-14 16,2-4 17-16,1-5 15 0,0-3 25 16,7-8-2-16,-4-4-7 0,6-1-4 15,-5-13-16-15,2-9 3 0,2-7-17 16,1 12-7-16,0-12-1 0,0-8-6 0,0-7-20 0,15-55-16 15,-7 40 4-15,3-2-16 0,0-1-5 16,8-2-16-16,0 1-1 0,3 0-5 16,3 2 1-16,5-1-11 0,3 5 16 0,3 1 2 15,6 1-5-15,4 1 11 0,4 5-17 16,0 0 16-16,0 8-7 0,3 1 0 0,-8 9 2 16,1 2 8-16,-2 7-1 0,0 5-8 0,-5 6-5 15,-2 4 2-15,-2 7-22 0,-22 0 7 16,24 23 4-16,-21 0-7 0,-10 6 28 0,-6-11-9 0,-16 39 1 15,-1-17 7-15,-4 2 2 0,-4-1 2 16,0-3 13-16,-3-1 9 0,-3-4-14 0,-1-2 0 16,-1-2-4-16,1-5 15 0,0-1 0 15,6-4 8-15,-2-1-6 0,6-3 8 0,0-3-3 16,2-1-22-16,3-2-22 0,-1-4-62 0,7-5-55 16,11 0-76-16,-5-12-406 0,16-7 1 15</inkml:trace>
  <inkml:trace contextRef="#ctx0" brushRef="#br0" timeOffset="14731.17">25214 6441 14 0,'0'0'209'0,"0"0"-23"0,0 0-9 15,0 0-19-15,0 0-11 0,0 0-10 0,-21 8-9 16,21 3-25-16,10 28 0 0,-2-14-14 0,2 3-5 16,2 2-15-16,0 0-8 0,1 0-1 15,1-1 2-15,1-2-14 0,0-1 2 0,-1 0 8 16,1-3-9-16,-1-2 0 0,0 1 0 16,1-4 3-16,-2 1-8 0,1-1 2 0,-1-5-3 15,1 0-10-15,-3-2-11 0,3-2-21 0,-1-2-21 16,0-4-31-16,-6-3-42 0,5 0-44 15,23-11-75-15,-11-1-243 0,-3-1 0 16</inkml:trace>
  <inkml:trace contextRef="#ctx0" brushRef="#br0" timeOffset="15164.47">25896 6473 191 0,'8'-13'314'0,"-3"3"-14"0,0 3-50 0,-2-1-40 0,-2 4-30 16,4 1-27-16,-4 3-4 0,-1 3-19 15,0 1-12-15,0 4-15 0,-3 14-12 16,3-10 2-16,-9 31-20 0,3-15-1 0,2 5-9 0,0 2-3 16,2-2 2-16,2-18-19 0,0 10-9 15,0 1 22-15,12 28 5 0,-5-31 3 0,2-1 21 16,7-5 7-16,5-2 4 0,6-7-12 16,6-4 0-16,-16-4-24 0,11 0 4 15,45-17-11-15,-29 2-6 0,4-4 3 0,1-8-16 16,2-7-21-16,2-1-2 0,-2-2-11 0,-5-3-31 15,-3 1-16-15,-6-1 5 16,-5-1-9-16,-5 2 21 0,-4 2 25 0,-7 1 19 0,-5 5 11 0,1 2-7 16,-3 3 12-16,-2 2-12 0,-1 3-5 0,-3 8-24 15,-3 13 0-15,-9-2-4 0,-7 17 9 16,-3 6 0-16,-3 9-5 0,-2 8 18 16,-4 8-17-16,2 9 3 0,1 2-6 0,0 1 11 15,3-1 4-15,1-1-1 0,4-2-2 16,-1-2 7-16,2-4 6 0,1-3 8 0,2-2-9 15,-1-5 8-15,3 0-8 0,2-4 0 0,3-2 9 16,-2-4-9-16,0-3 4 0,-2 0-4 16,-1-5-33-16,-3-4-22 0,-5-3-32 0,-5-8-38 15,10-5-50-15,-6 0-17 0,-30-19-31 16,18 0-490-16,3-6 0 0,-1-9 1 0</inkml:trace>
  <inkml:trace contextRef="#ctx0" brushRef="#br0" timeOffset="15322.07">25980 6533 95 0,'14'-60'150'0,"5"0"-12"15,5 6-11-15,4 0-1 0,4 4-5 0,3 5-9 16,5 3-16-16,1 5 3 0,1 5-13 0,-1 4-7 16,-1 5-14-16,-1 4-3 0,-1 5-14 15,-2 4-9-15,0 5-8 0,-1 2-7 0,-19 3-12 16,8 0-26-16,33 12-22 0,-27-5-36 16,-2 3-49-16,-2-1-70 0,-1 0-93 0,1 1 86 15</inkml:trace>
  <inkml:trace contextRef="#ctx0" brushRef="#br0" timeOffset="15553.94">27004 6069 117 0,'6'3'151'0,"3"7"-11"15,-3 5 4-15,-3 4 2 16,-1 4-6-16,-2-9 2 0,0 9-12 0,-17 37-1 16,1-15-12-16,0 4-3 0,-3 4-21 0,1 0-8 0,2-1 1 15,3-3 14-15,2-2-17 0,3-5 20 16,2-4-4-16,0-6 8 15,2-4 12-15,0-1-9 0,0-2 33 0,4-5 15 0,0-11 10 0,13 10-1 16,6-16-22-16,-8-3-10 0,31-13-11 16,-5-2-14-16,3-1-35 0,11-9-31 0,2-2-34 15,5-3-46-15,5-1-64 0,1-3-62 0,-1 1-47 16,2 0-598-16,-10-1 0 0,-2 1 0 16</inkml:trace>
  <inkml:trace contextRef="#ctx0" brushRef="#br0" timeOffset="15728.84">27317 6379 83 0,'-11'19'159'0,"2"6"-5"15,7-1-1-15,-2 4 9 0,2 2 8 0,2-15 3 16,0 8-10-16,0 3-23 0,14 32 3 0,-8-22-14 16,2-1-20-16,-2 2 1 15,6 1-9-15,-2 2-4 0,2-1-23 0,3 0-2 0,-4-1-18 16,1 1-55-16,-3-3-56 0,-2 1-68 15,-7-5-124-15,0-13-205 0,0 5 0 0</inkml:trace>
  <inkml:trace contextRef="#ctx0" brushRef="#br0" timeOffset="16196.57">24600 7632 137 0,'-45'11'233'0,"4"2"-17"0,6 2-12 15,4 2-28-15,2 3-6 16,2 5-16-16,2 2-21 0,2 3-12 0,-2 5-3 0,3 4-15 0,0 4-4 16,2 5-5-16,0 0-15 15,-3 5-15-15,2 0 13 0,0 5-10 0,2-6-23 16,3-2 9-16,0-2-16 0,3-7-2 0,3-7 1 15,0-2-3-15,2-6 31 0,1 2 42 0,-1-7 28 16,2 2 21-16,-4-8 16 0,8-7-25 16,-1-8-9-16,4-7-24 0,6-19-27 0,0-4-5 15,7-15-12-15,-4-5-20 0,10-8-9 16,0-3-12-16,2-6-32 0,5-6-11 0,3 0-13 16,0-1 4-16,3 3-22 0,1 1 19 15,1 6-11-15,-2 6 15 0,-1 2 7 0,-1 5-1 16,4 6-8-16,-3 4 31 0,1 6-1 0,1 6 0 15,-2 5 1-15,0 8-15 0,-1 3-11 16,0 11-3-16,-15 2-17 0,22 16 12 16,-20 4 1-16,-6 10-5 0,-6 4-15 15,-5 2 19-15,-1-17 11 0,0 10-7 0,-15 36 8 16,6-27-4-16,-2-4-24 0,-3-4-32 0,-1 0-37 16,-4-5-26-16,3-2-37 0,1-5-41 15,-4-1-415-15,5-8 1 0</inkml:trace>
  <inkml:trace contextRef="#ctx0" brushRef="#br0" timeOffset="16712.32">25265 7542 98 0,'-14'33'157'15,"-7"3"-2"-15,-6 3-9 0,-2 3 0 0,-2 1 6 16,2 0-12-16,1-4-5 0,3 1-16 0,5-3 1 15,0-1 4-15,5-7 11 0,1-3 19 16,2-3 5-16,1-1 15 0,2-4 5 16,8-6 12-16,1-12-5 0,10 12 4 0,11-13-17 15,4-8-27-15,7-8-14 0,6-3-26 0,3-3-27 16,0-5-11-16,1 0-26 0,4-1-9 16,-1 0-16-16,0-1-11 0,-1 2-24 0,-4 3-40 15,0 0-3-15,-2 4-16 0,-4 0-2 16,-4 5 5-16,-1 1-18 0,-7 4 2 0,2 0 0 15,-2 3 1-15,-5 8 10 0,-8 0 3 0,3 0 10 16,16 15 2-16,-14-6 10 0,0 2 11 16,2 0-5-16,-2 3 6 0,5-3 18 0,3-3 17 15,3 1 16-15,6-6 9 0,1 0 21 0,3-3 3 16,-17 0 17-16,8 0-12 0,37-11 6 0,-28 6 18 16,-2-2 23-16,-4 1 35 0,-2-1 16 15,-5-2-12-15,0-1-14 0,-5-1-16 0,-4-2-13 16,-12-2-9-1,1 1-13-15,-2 7-23 0,-16-19 4 0,-5 11-26 0,-1 2 4 16,-4 3-20-16,-6 4-5 0,-2 3 8 0,15 3 6 0,-38 15-13 16,13 2 1-16,-1 9 3 0,-1 3-2 15,1 4-12-15,4 1-26 0,3 3-22 16,10-3-15-16,3 1 0 0,6 1-25 0,9-4 16 16,4-3-6-16,6-14 1 0,17 25 1 15,5-20-14-15,7-5-21 0,7 0-26 0,6-7-27 16,4-4-72-16,-24-4-381 0,14 0 0 15</inkml:trace>
  <inkml:trace contextRef="#ctx0" brushRef="#br0" timeOffset="17314.08">26369 7846 32 0,'6'-14'327'0,"-6"5"-4"16,4-1-8-16,-2 5-31 0,-2-1-35 0,3 1-23 16,-2 1-22-16,1 4-21 0,-2 0-17 0,-6 4-12 15,-3 7-10-15,-3 4-22 0,-4 4-10 0,2-3-16 16,0 9-2-16,1-6-3 0,-1 3-16 15,5-4-10-15,0-2-12 16,3-2 1-16,0-3-3 0,0-3-3 0,2-2 0 0,2 0 9 16,-2-1 13-16,4-1 2 0,-2-3 1 0,4-3-7 15,8-6-5-15,2-7-25 0,4-1-9 0,2-3-4 16,-2 3-3-16,0-1-11 0,0-1-4 0,2-3-20 16,2 1 10-16,-1 1-6 15,0 0 3-15,-1 2-1 0,1 1 7 0,-1 1-7 16,-4 1 2-16,-1 3-1 0,-2 1 9 15,-3 3-5-15,-3 1-4 0,1 1-5 0,-2 1-6 16,1 4 0-16,-1 0-2 0,-4 0 2 0,0 0 14 16,0 0 0-16,7 0-4 0,3 11 8 15,-6-9-1-15,0 2-10 0,-1-1 3 0,1 1-4 16,-1 0 8-16,1 0 1 0,-2-1-13 0,1 1 16 16,0 0-1-16,1 0-8 0,-2-2 12 15,1 2-7-15,-2-1-7 0,1-1 7 0,0 0-2 16,0 2 1-16,-1-4 10 0,2 3 7 0,-3-2-6 15,2 0 5-15,-2 1 13 0,1-2-1 16,-1 1 17-16,2 2-14 0,-1-3 12 0,-1 0 2 16,2 0-7-16,0 0-1 15,-2 0-11-15,0 0-11 0,18-11-16 0,-2 5 3 0,-2-2 6 16,5 1-4-16,-3 1-5 0,2-1 5 0,-2 0-5 16,-6 4 2-16,2 2 8 0,-2-1-1 15,-2 0 1-15,-8 2 4 0,8 0 1 16,-2 0-8-16,-6 0 3 0,28 13-3 0,-16-2 10 15,-4 0-3-15,0 4-1 0,-4 6 3 0,1-2-1 16,-1 3 3-16,-4-10-6 0,0 4 2 16,0 7-1-16,0-2-3 0,0 2-6 0,0-1-19 15,-10 18-21-15,8-27-15 0,2-2-38 0,0-11-25 0,0 8-31 16,0 0-9-16,0-8-1 0,0 7-31 16,0-7-58-16,0 0-460 0,8 8 0 15,-4-12 1-15</inkml:trace>
  <inkml:trace contextRef="#ctx0" brushRef="#br0" timeOffset="17535.96">27225 7778 110 0,'3'0'206'0,"1"4"-21"16,-1-3 9-16,-1 3 0 0,-1 2 1 15,-1 1-8-15,0 1-25 0,0 1 2 0,0 6-11 16,0 6-15-16,-10 21-14 0,1-16-9 15,1-1-15-15,-1 1-3 0,0 0-10 0,0-1-33 16,-1 1-24-16,0 0-38 0,0-5-30 16,2-1-42-16,0-3-37 0,3-2-41 0,4-6-59 15,-3-3-253-15,0-4 1 0</inkml:trace>
  <inkml:trace contextRef="#ctx0" brushRef="#br0" timeOffset="17696.4">27165 7617 3 0,'3'-32'334'0,"-3"15"-5"0,0-5-28 16,0-1-30-16,0 1-16 0,0 2-41 0,0 4-20 16,0 2-23-16,0 4-36 0,16-5-3 15,-8 14-45-15,12 2-25 0,-7-1-49 16,27 10-50-16,-8-1-54 0,-1 1-70 0,5 1-96 16,1-1-232-16,1 0 0 0</inkml:trace>
  <inkml:trace contextRef="#ctx0" brushRef="#br0" timeOffset="17913.3">27713 7685 22 0,'-12'15'226'15,"-5"5"-24"-15,-2-2-13 0,-2 5 2 16,-4 1-23-16,2 3-17 0,-1 1-14 0,1 0-18 16,2 4-6-16,1 0-10 0,2-3-6 0,5-1-11 15,3-2 15-15,0 0 11 0,4 0 4 0,3-1 0 16,3-6 23-16,0-13-2 0,16 14-1 15,-1-10 1-15,9-5-28 0,-10-5-4 0,9 0-9 16,33-13-10-16,-21 1-5 0,3-6-14 16,2 2-39-16,0-6-51 0,4-4-72 0,-1-4-91 15,1 2-66-15,0-4-452 0,-2-1 0 16,-1-2 1-16</inkml:trace>
  <inkml:trace contextRef="#ctx0" brushRef="#br0" timeOffset="18418.25">28347 7750 50 0,'1'7'224'0,"-1"-1"-11"0,2-1-7 0,-2 2-8 16,-2-2 3-16,2 2-22 0,0 1-7 16,-10 20-12-16,1-9-3 0,-1 3-27 0,-2-1-9 15,-3 0-5-15,1 1-7 0,0 0-8 0,0-2-18 16,3 1-12-16,0-5-2 0,1-1-9 0,4-3 1 15,0-3-13-15,2-3 22 0,1-2 12 16,2 0 5-16,1-4-18 0,6 0-2 0,13-8-2 16,4-1-17-16,-1-4-23 0,4-2-6 15,4 1-14-15,3-2-27 16,4 1 4-16,0 0 8 0,-1 0-2 0,-1 2 7 0,-3 0-9 16,-2 2 8-16,-3-1 0 0,0 3-6 0,-6 0 14 15,-1 1-8-15,-5 3 11 0,-4 3-3 0,-11 2-12 16,8 0-12-16,-8 0 20 0,11 13 6 15,-12-5-13-15,-5 10 12 0,-2-2-5 16,1 2-1-16,0-3-13 0,3-3 24 0,1-4 30 16,0-1 33-16,0-3 15 0,1 2 18 0,2-3 5 15,0-3-11-15,22 2-15 0,3-7-4 16,3-3-9-16,4-1-10 0,4-2-25 0,6-3 0 16,2-2-13-16,5 0-16 0,5 0 3 0,4-2-5 15,2 4 3-15,-4-2-6 0,-3 4 2 0,-2-1-7 16,-2 4 14-16,-5-2 11 15,-6 4-11-15,-3 0 0 0,-5 2-8 0,-2 3-4 0,-1 1-1 16,-17 1-5-16,20 16 10 0,-21 1 0 16,-8 7-4-16,-15 6-4 0,-9 6-4 0,-10 6-38 15,-7 7-60-15,-7 2-63 0,-1 2-25 16,0 2-23-16,0-2-610 0,2-1 0 16,1-3 0-16</inkml:trace>
  <inkml:trace contextRef="#ctx0" brushRef="#br0" timeOffset="19134.75">22700 8877 269 0,'-7'1'257'0,"2"0"2"0,-9 9-46 0,-2 2-9 16,-2 6-7-16,2 2-29 0,-4 5-29 16,-2 5-1-16,0 3-26 0,-2 2 3 0,4 2-2 15,-2 1-2-15,4-1-23 0,3-3 6 16,4-1-2-16,1-3 1 0,2-3-10 0,1 1 2 16,2-4 5-16,3-3-2 0,2-14-1 15,0 4-1-15,19 10 3 0,1-21-24 0,-5 0 3 0,30-13 1 16,-8 0-19-16,-2-2-4 0,0-2-1 15,0 0-8-15,3-2-6 0,-3 0-1 0,2 1-9 16,-2 3-15-16,-4-2 7 0,-3 4 3 16,-3 3-5-16,0 1-15 0,-3 2-7 0,0 3-10 15,-3 2-12-15,-9 2 3 0,13 10 14 16,-5 0-20-16,-8 2 18 0,-2 6-16 0,-1 1 1 16,-4 1 19-16,-2 2 1 0,0 0-10 0,1-3 12 15,-1 0-6-15,-1-5 22 0,0-4-17 16,1-1 19-16,-1-3 10 0,4-1 11 0,-3-1 20 15,7-3-6-15,2-1-2 0,27-12 2 16,-9 3-13-16,8-6-3 0,2 0-1 16,0-4-5-16,0 0-6 0,2-1-7 0,-1 3 5 15,-2 0-3-15,-4 0-5 0,1 4 2 0,-6 2-2 16,-3 1-5-16,1 3 9 0,-2 2-14 0,-5 2 0 16,-8 3-7-16,3 0-4 0,13 14 5 15,-16-2 3-15,-4 5-10 0,-6 3 7 0,-1-6-5 16,-15 24-18-16,0-8-44 0,-4 0-46 15,-1-2-28-15,-3-3-9 0,0-2-5 16,2 0-40-16,-1-4-495 0,5 0 1 0,-5-5 0 16</inkml:trace>
  <inkml:trace contextRef="#ctx0" brushRef="#br0" timeOffset="19314.66">22839 8936 204 0,'-42'-55'276'0,"2"3"10"0,1 5-28 15,9 0-13-15,1 6-21 0,4 5-11 16,5 3-30-16,2 5-26 0,10 1-24 0,8 14-39 0,0-5-30 16,26-13-17-16,4 22-4 0,-16 9-22 15,11 0-14-15,36 15-35 0,-17 0-53 0,3 4-67 16,6 1-70-16,2 3-277 0,2 3 0 0</inkml:trace>
  <inkml:trace contextRef="#ctx0" brushRef="#br0" timeOffset="19712.43">25478 9050 14 0,'-27'-6'217'0,"11"6"-8"0,-9 0 6 15,-6 0-2-15,-38 10 11 0,24-2-5 0,1 6-13 16,-4 3-13-16,1 4-24 0,0 2-2 16,5 6-16-16,-1 1-24 0,4 2-1 0,4 2-6 15,5 0-18-15,5-2-9 0,4 1-4 0,7-3-17 16,2-5-4-16,5 3 16 0,6-5-14 16,1-14 2-16,24 13-7 0,6-14-6 0,2-5-8 15,-13-3-9-15,12 0 0 0,45-13-7 0,-28 2 0 16,1-4-9-16,2-2 14 0,2-3-8 0,-1 1-20 15,-2-3 13-15,-2 1-4 0,-4 2-7 16,-7 2 0-16,-3 0 8 0,-4 5-1 0,-5 0 2 16,-1 1-3-16,-3 1-1 0,-4 1-14 15,0 5-2-15,-5 1-3 0,-12 3-3 0,0 0 4 16,12 15-5-16,-12 5-2 0,0-9-18 0,-18 27-39 16,9-14-60-16,-1 2-27 0,-1-1-22 0,2 0-23 15,1 1-61-15,4 0-457 16,0-3 0-16,4-13 0 0</inkml:trace>
  <inkml:trace contextRef="#ctx0" brushRef="#br0" timeOffset="20032">27313 9016 27 0,'-2'-19'292'0,"-5"1"-21"15,-6 5-2-15,-7 3-32 0,-7 5-15 0,-5 5-16 16,14 0-20-16,-39 15-26 0,10 1 11 0,-4 7-25 16,-3 4 0-16,-2 6-11 15,-1 4-4-15,2 5-14 0,5 3 1 0,3 2-19 0,5 1-3 16,5 5-13-16,5 1-14 0,8-1 0 15,6-1-29-15,8-4-12 0,8-3 0 0,2-26-22 16,25 36 9-16,2-25-48 0,14-7-19 16,9-4-41-16,4-5-49 0,5-5-42 0,7-6-72 15,-34-3-396-15,18 0 0 0,63-20 0 0</inkml:trace>
  <inkml:trace contextRef="#ctx0" brushRef="#br0" timeOffset="20279.39">27436 9491 173 0,'-3'-28'321'0,"3"16"44"0,0-8-31 0,-7-25-36 0,5 22-20 0,1 3-38 16,1 1-21-16,0 13-28 0,0-5-23 16,22-15-13-16,1 12-18 0,2 5-14 0,9 2-2 15,2 2-9-15,4 4-18 0,0 1-15 0,-20 0-8 16,8 0-10-16,33 15-8 0,-31-8-12 16,-4 2-14-16,-2 2-13 0,-4 3 7 0,-8 3 1 15,-10 1-20-15,-2-7 9 0,-27 20 4 16,2-8-19-16,-10-3 8 0,0 0-4 15,0-4 5-15,1-2 5 0,-1-3-6 0,4-1-5 16,1-4 1-16,0 0-33 0,2-2-11 16,6-3-33-16,12-1-52 0,-14-11-35 0,16-1-51 15,6 0-561-15,2 1 0 0,15-18 1 0</inkml:trace>
  <inkml:trace contextRef="#ctx0" brushRef="#br0" timeOffset="20678.7">28164 9114 146 0,'3'-3'186'0,"0"2"-20"0,0-1 5 16,-2 2-2-16,-1 3-11 0,0 2-7 16,-6 11-10-16,-2 5-9 0,-4 0-2 0,-2 3-17 15,-4 4-13-15,-3 0-4 0,-2 5-17 16,2 2-2-16,0-3-12 0,0 1-2 0,3-1-11 16,1 1-10-16,5-4 10 0,-3-3-6 0,8 0-11 15,-2-1 14-15,8-5 15 0,-2-3-2 16,3-9 6-16,25 7 4 0,-1-14-11 0,-9-1-1 0,9 0-25 15,36-11 15 1,-24 2-4-16,2-5-4 0,3-4-19 0,-3-1 17 0,2-4 0 16,4-5-16-16,-2-3-24 0,1-3-22 0,2-3-14 15,-5-2-24-15,1-3-33 0,-2 3 3 0,-4 1-16 16,-2 3-19-16,-4 4-20 0,-1 2-28 0,-4 4-46 16,-4 3-291-16,-1 4 1 0</inkml:trace>
  <inkml:trace contextRef="#ctx0" brushRef="#br0" timeOffset="21076.86">29036 9196 309 0,'4'-2'300'0,"-1"1"-10"0,0 0-51 0,1 1-24 15,-2 0-13-15,-2 1-10 0,-1 3-20 0,-2 1-19 16,-5 10-9-16,-7 2-16 0,0 2-25 0,-2-1-18 15,-2 3-3-15,-2 0 3 0,0-2-1 0,1 0-20 16,4-3 0-16,0 1-5 0,1-2 2 16,4-4 11-16,0 0 5 0,3-3 26 0,3-3 6 15,2-1-2-15,2-2 5 0,4-2-19 16,1-4-7-16,14-6-20 0,4-4-7 0,1-1-14 16,3-2-15-16,2-1-9 0,3-1 4 15,1-2-25-15,1 0 4 0,2 1-4 0,-1 3 6 16,-2-1-6-16,-3 3 3 0,-2 1 4 15,-2 4 1-15,-2-1-12 0,-2 1 1 0,-2 2 3 16,-5 4-4-16,1 4 8 0,-15 0-1 0,20 18-4 16,-16-3-12-16,-4-6 11 0,0 7-7 15,-20 27-21-15,3-16-25 0,2 2-43 16,-2-1-36-16,1 0-24 0,2-4-24 0,3-2-17 16,0 0 2-16,4-5 30 0,7-7-19 0,0-10-16 15,15 7-405-15,-6-7 0 0</inkml:trace>
  <inkml:trace contextRef="#ctx0" brushRef="#br0" timeOffset="21273.74">29601 8971 202 0,'16'-22'325'0,"-6"3"-6"0,-2 1-41 16,2 7-37-16,-3 4-29 0,2 6-30 0,-9 1-15 16,16 16-7-16,-7 2-23 0,-5 9-9 15,-4 9-8-15,0-19-22 0,-11 43-9 0,-3-13 2 16,-2 1-18-16,-4 3-11 0,-3 0-30 15,2-2-19-15,2 0-24 0,0-4-33 0,3-1-26 16,3-4-22-16,1-5-33 0,2-3-35 0,2-6-13 16,3-4-65-16,5-3-266 0,0-19 0 15</inkml:trace>
  <inkml:trace contextRef="#ctx0" brushRef="#br0" timeOffset="21422.66">29658 9374 77 0,'13'-26'221'0,"-1"2"-13"16,0-1 13-16,-2 5-24 0,2 1-15 0,-2 0-19 15,2 4-24-15,2 0-18 0,3 4-1 16,3 2-21-16,-1 4-1 0,7 2-14 0,2 3-23 16,-13 0-24-16,6 0-35 0,34 10-39 0,-26-6-53 15,0 1-33-15,5-1-95 0,-2-3-173 0,-1 3 0 16</inkml:trace>
  <inkml:trace contextRef="#ctx0" brushRef="#br0" timeOffset="21696.06">30294 9112 92 0,'0'2'220'0,"-2"-2"-11"0,-1 5-2 0,0 1-13 0,-2 9-19 15,-6 4-13-15,1 0-13 0,0 4-16 16,-2-2-10-16,-1 3-9 0,1-3-21 0,-1 2 5 16,1-2-20-16,2-1-3 0,3-4 11 0,0-2-1 15,-1-1 3-15,4-3 9 0,1-3 17 16,0-3-1-16,3-4 1 0,0 0-9 15,25-3-13-15,-6-5-15 0,4-5-23 0,-1-1-12 0,0-2-9 16,5-3-28-16,-1-2-14 0,-2-1-9 16,2-3 7-16,-1 2-12 0,0-1 1 0,-1 2-7 15,3-1-15-15,0 3-11 0,-1 0-19 0,0 4-25 16,1 1-10-16,-2 1-28 0,2 3-38 16,1 3-41-16,-3 1-336 0,-1 2 0 0</inkml:trace>
  <inkml:trace contextRef="#ctx0" brushRef="#br0" timeOffset="22113.3">30975 9016 113 0,'-2'0'209'15,"-1"1"-20"-15,0 3 4 0,-7 4-13 16,-3 9-11-16,-3 4-5 0,0 0-18 15,-2 3-10-15,-1 4-15 0,-3 0-17 0,2 2-14 16,2 0 1-16,-1 0-18 0,6-2 7 0,1-3-7 16,2-3 19-16,0 2-6 0,4-5 6 0,2-2 3 15,2-6 0-15,12-1-8 0,9-5-6 16,6-2-8-16,-7-3-5 0,6 0-1 0,41-15-42 16,-24 4-23-16,3-3-13 0,2-1-13 15,-1-1 5-15,1-2 8 16,0 1-12-16,1-2 1 0,-3 4-3 0,-2 0 9 15,-3 2 3-15,-4 2-8 0,-6 2 14 0,-3 1-6 0,0 3-3 16,-4 3 2-16,-13 2 11 0,7 11 4 0,-11 4 19 16,-12 6 5-16,-9 1-5 0,-11 8-1 15,-13 4-2-15,-11 5-8 16,-10 7 26-16,-9 2 7 0,-2 0 33 0,0 3-8 0,-3-4 18 16,-1 1-6-16,-2-3 0 0,-2-4 4 0,-1-3-9 15,-1-2-2-15,-5-5-11 0,-4-4-6 16,1-5-36-16,-3 1-58 0,-5-8-69 0,-5-4-81 15,-1-5-97-15,-3-4-482 0,54-2 0 0,-111-12 0 16</inkml:trace>
  <inkml:trace contextRef="#ctx0" brushRef="#br0" timeOffset="23308.25">21656 11065 256 0,'-48'-28'257'0,"34"28"-13"16,-10 0-8-16,-2 0-31 0,-32 11-11 0,22 2-16 15,0 2-32-15,-5 6-7 0,-2-1-14 16,1 9-12-16,-4 5-25 0,2 4 18 0,1 5-35 15,3 0 2-15,6 5-6 0,2-3-9 0,4 0-2 16,6-5-13-16,6-4-5 0,4-3-3 16,6-2 5-16,4-3 6 0,2-17-11 0,19 13 10 15,4-20 0-15,-9-4-5 0,34-11-17 0,-13-1 18 16,2-6-23-16,3-1 14 0,-1-7-18 16,0 0 20-16,0-1-5 0,0-1-9 0,-4 0 8 15,-4 2-12-15,-2 3-3 0,-3 4 33 16,-4 1 19-16,-1 2 3 0,-4 0 3 0,-1 3-1 15,0 1-14-15,-4 1-7 0,-4 6-5 0,-2 2-18 16,-6 3-5-16,0 0-4 0,5 12 0 16,-8 7-4-16,-4 6-9 0,2 2-6 15,-5 3-28-15,0 4-61 0,1 2-28 0,2-1-47 16,1-3-18-16,3-2-11 0,3-17-37 16,0 6-467-16,18 15 0 0,-3-27 0 0</inkml:trace>
  <inkml:trace contextRef="#ctx0" brushRef="#br0" timeOffset="23606.08">22050 11086 118 0,'0'-1'236'16,"-4"3"-8"-16,-5 9-14 0,-4 4-32 16,-4 4-1-16,-1 2-22 0,-6 8-19 0,-2 6-19 15,-2 3-3-15,-1 5-11 0,2 0-4 16,2-1-26-16,2-3 21 0,3 0 4 0,4-6-14 15,2-5 0-15,4-3 16 0,0 0-12 0,6-6 10 16,4-19 8-16,19 16 0 0,4-19-6 0,3-5-20 16,-1-6 0-16,3-5-8 0,1-4-16 15,2-3-2-15,4-2-10 0,-1-2 0 0,-1 1-17 16,1 0 7-16,-5 3-8 0,-1-1 2 0,0 3-11 16,-2 0-5-16,-2 3-6 0,-2 2-27 0,-2 2-15 15,2 4-25-15,0-1-33 16,5 6-16-16,-1-2-29 0,-3 6-12 0,2-1-39 15,-11 5-13-15,4 0-45 0,1 0-358 0,24 16 1 16</inkml:trace>
  <inkml:trace contextRef="#ctx0" brushRef="#br0" timeOffset="23870.47">22705 11266 143 0,'16'-11'177'0,"-2"-4"-23"16,1 0 17-16,0 0 13 0,-2-4 6 0,-1 1-1 15,-2 2 2-15,-6-2-1 0,1-1 16 16,-1 3-23-16,-4-3-5 0,0 9-17 0,0-4-3 15,-19-14-9-15,3 15-19 0,0 3-6 16,-8 3-15-16,-1 7-16 0,10 0-5 0,-27 15-5 16,9 0-13-16,-1 11-18 0,-1 5 1 15,-3 5-9-15,2 7 7 0,0 5-1 16,4 2-12-16,1 1-8 0,4-1-6 0,6-1 0 0,4-4 9 16,4 0-16-16,6-4 4 0,5-4 0 15,2-20 11-15,20 28-8 0,4-21-8 16,10-6 10-16,12-7-7 0,5-2-46 0,2-6-7 15,-23-3-53-15,68-11-40 0,-24-1-79 16,2-7-648-16,4-4 0 0,2-3 0 0</inkml:trace>
  <inkml:trace contextRef="#ctx0" brushRef="#br0" timeOffset="24791.26">25251 10984 42 0,'0'0'310'16,"0"-14"12"-16,0 14-2 0,14-31-27 0,-28 24-17 16,-4 3-17-16,3 4-26 0,-10 0-23 15,-43 17-23-15,18-6-24 0,-1 6-9 0,-1 5-19 16,-3 1-14-16,2 4-16 0,2 6-6 15,4 2-25-15,7 6-14 0,12 6-7 16,8-2-20-16,10 2-17 0,8 0-3 0,2-27-16 16,24 40 11-16,1-23 11 0,5-2-20 0,8-2 11 15,5-1-23-15,2-2 15 0,-2 0 7 16,-5-2-10-16,0-1 6 0,-4 1-8 0,-5-4 5 0,-4 2 13 16,-5-3 12-16,-8 1 15 0,-3 3-3 15,-9-16-4-15,-14 23 4 0,-8-12 7 0,-11 1-21 16,-7-3 11-16,-11 2-3 0,-6-1 7 15,-7-2-5-15,-5-3 9 0,-4 2 21 0,-1-4-5 16,4-1 7-16,-3-1-2 0,5-1-6 0,6-2 1 16,7-1-24-16,10-4-19 15,2 1-38-15,10-2-60 0,9-3-47 0,24 0-72 16,-3-12-792-16,26-1 0 0,16-7 0 0</inkml:trace>
  <inkml:trace contextRef="#ctx0" brushRef="#br0" timeOffset="25151.84">26349 11460 110 0,'12'-6'224'15,"-12"6"1"-15,-9-4-5 0,-16 10 12 0,-9 0 14 16,-8 3 3-16,-8 2-8 0,-4 4-27 0,-5 5-13 16,-2 2-20-16,-1 2-12 0,5 5-20 0,3 2-11 15,4 1-11-15,4 0-16 0,8 1-9 0,4 1-8 16,6-6-17-16,8 0-13 0,7-5 1 0,7 3-9 15,6-15-4-15,27 12-4 0,-1-16-4 16,11-3-3-16,-15-4-1 0,16 0-1 16,57-20-8-16,-36 6-7 0,-1-4-6 0,1-1-1 15,-1 0-4-15,-1-1 2 0,-7-1-2 0,-4 5 2 16,-5 1-6-16,-6 3 16 0,-6 2 14 16,-2-1 1-16,-3 3-5 0,0 1-5 0,-6-1-13 15,-6 5-4-15,-12 3 3 0,0 0-11 0,8 11 8 16,-14 2-2-16,-4 6-2 0,-4 2-9 15,0 1-33-15,-2 0-54 0,-2 5-25 0,2 2-19 16,1 0-26-16,4-1-24 0,-1-3-6 16,6 1 1-16,0-4 2 0,6-13-13 0,11 12-11 15,2-14-418-15,1-5 0 0</inkml:trace>
  <inkml:trace contextRef="#ctx0" brushRef="#br0" timeOffset="25869.76">26781 11592 180 0,'12'-20'259'0,"-3"3"-11"0,-5 9-22 16,-1 3-19-16,-3 5-11 0,-7 2-6 0,-3 9-33 16,-5 6-7-16,-2 0-12 0,-1 5-34 15,-2 3 4-15,-3 3-10 0,1 2-19 0,1 0 0 16,-2-2-14-16,2-1 0 0,5-4 6 16,2-1-2-16,-1 0 10 0,1-3-8 0,4-6 20 15,3 0 4-15,1-4-10 0,6-9 14 0,0 0-11 16,18 6 0-16,2-10-16 0,5-6-7 15,2-5-24-15,4-5-11 0,1-2-23 16,3-6 10-16,1-2-9 0,0 2-12 16,-1-1 4-16,0-1 4 0,-5 2-22 0,-2 2 15 15,-2 5 0-15,-4 1 19 0,1 1-21 0,-2 4 13 16,-5 1-9-16,-3 3 0 0,0 7 6 16,-4 4-9-16,-9 0-3 0,9 12 12 0,-9 7 6 15,0-8-16-15,0 8 2 0,-13 25-2 16,5-19 6-16,-2 0-1 0,1 1-5 0,-1-4 6 15,3-1-9-15,0-5 10 16,4-2 14-16,-2-1-2 0,4-6 13 0,-1-3 1 0,2-4 8 16,13 4-6-16,5-8-1 0,5-5-4 15,2-1-13-15,5-1 2 0,-2-4-15 0,1 2 10 16,-1 0-12-16,-1 0-1 0,1-1 4 0,-3 0 10 16,-3 3-23-16,-1-1 17 0,-2 3 4 15,-3 0 5-15,-2 3-12 0,-3 0 2 0,-11 6 0 16,8 0 1-16,-8 0 3 0,15 11 0 0,-11-5 8 15,-2 14-15-15,2-2 7 16,-2 4-3-16,-1-1 11 0,-1 3-20 0,3-3 3 0,-3 0-2 16,4-1 13-16,-2-3-12 0,4-4 24 15,3 4 18-15,5-8 8 0,10-3 2 16,6-4 1-16,6-2-7 0,-17 0-11 0,42-12 1 16,-14 1-2-16,1-4-5 0,4-4-1 15,-1 0-4-15,-1-3 0 0,-4-2-4 0,0-2 2 16,-8 0-1-16,-2-3 0 0,-6 3-2 0,-6-1-2 15,-6 0-5-15,-7 1-8 0,-5-4 4 16,-6 16-7-16,-15-21-5 0,-1 16 5 0,-3 8 5 16,-10 5-12-16,-1 4 6 0,-4 12-6 0,-2 7-1 15,-5 7 9-15,-2 6 12 0,4 6-10 16,1 5-10-16,2 2 7 0,6 2-7 0,5 2-4 16,6-1 8-16,10-1-4 0,9-24 4 15,0 11 6-15,31 37-14 0,0-35 10 16,8-1-3-16,7-2-19 0,6-5-25 0,7-3-50 15,-2-3-82-15,0-6-70 0,-1-6-690 16,-5-5 0-16,-30-3 1 0</inkml:trace>
  <inkml:trace contextRef="#ctx0" brushRef="#br0" timeOffset="26796.72">15559 6588 98 0,'78'-192'404'0,"1"7"11"16,7 13-52-16,9 5-42 0,14 6-33 16,17 9-44-16,13 2-27 0,11 9-28 0,10 7-18 15,9 8-22-15,11 6-23 0,8 5-8 0,10 11-5 16,23 3-21-16,4 7-13 0,15 10-6 0,15 9-3 15,7 7-11-15,4 12-2 0,7 8-14 16,5 6 5-16,12 14-17 0,11 6-6 0,4 10 1 16,19 5 0-16,-162 7-10 0,343 15-2 0,-158 7-3 15,30 10-10-15,1 7 0 16,-3 12-3-16,0 6-18 0,-6 8-3 0,-6 6-1 0,-9 6-14 16,13 14 1-16,4 17 11 0,-14 7 7 15,-8 3-18-15,-14 4 14 0,-8 6-4 0,-9 1 8 16,-6 3 13-16,-13 10-11 15,-6 1-1-15,-11-1 3 0,5 13 5 0,-6-1-5 16,-9 2 1-16,-15 2 3 0,0 0-2 16,-12 3 9-16,-9 6 10 0,-13 6-22 0,-7 1 19 0,-4 2-5 15,-8 4 15-15,-5 4-25 0,-15-1 9 16,-9-3 8-16,-10 7-4 0,-2 14-7 0,-16-10 13 16,-5 4-25-16,-17 0 29 0,-16-3-4 15,-5 1-4-15,-14 2-1 0,-7-8 1 0,-10 8 16 16,-21-35-3-16,-14-20-7 0,6 73 2 15,-18-39-9-15,-10-26-3 0,-10-14 12 0,-6-67 1 0,0 37-3 16,-44 239 6-16,-10-114-7 16,-11-12 3-16,-15-11 21 0,-14-13-15 0,-16 0 4 15,-14-16 1-15,-14-12-5 0,-11-12 0 0,-12-11-2 16,-1-9 9-16,-16-11 1 0,-12-11-4 0,-8-10 11 16,-11-11 0-16,-12-11 2 0,-8-6 3 15,-19-11-4-15,-6-8 1 0,-4-9-4 16,-10-9 3-16,-15-6 3 0,-5-3-12 0,-5-12 7 15,-18-12 10-15,159-3-7 0,-333-17 3 16,150-3-1-16,-1-9-3 0,-26-7 0 0,-4-10 9 16,-1-4 2-16,-1-7-7 0,-6-7 0 15,5-9 7-15,-7-6 7 0,-11-9-3 0,-6-7 21 16,7-7-9-16,-7-10 26 0,8-3-11 16,2-8 20-16,-1-1 13 0,7-5-1 0,1-6 7 15,2-5-2-15,14-5-13 0,-9-15 8 0,15-8 5 16,14-1-16-16,18-1-3 0,12 1 5 15,17-4-13-15,15-2-18 0,24 2-5 0,25 3-7 16,18 0-15-16,24 5-18 0,20 0-20 0,12-6-8 16,23 8-38-16,18 4-46 0,35 29-60 15,23 8-48-15,19 12-79 0,7-4-1143 0,9-8 0 16,14-3 0-16,2-3 710 0</inkml:trace>
  <inkml:trace contextRef="#ctx0" brushRef="#br0" timeOffset="28163.59">15446 15481 175 0,'-17'0'222'0,"-27"-2"-19"0,22 15-11 15,-7 6-6-15,-4 6-14 0,-2 3-16 0,0 8-9 16,-4 3-5-16,-2 4-27 0,-2 0-9 0,-2 8 5 16,-1-1 12-16,2 5-18 0,3 0-8 15,2 0-17-15,2-1-2 0,11-3-3 0,2-3-8 16,5 1-16-16,3-8 9 0,10-4 2 16,5-4-5-16,1-18-9 0,18 22 11 0,2-25-3 15,8-11-21-15,3-11-5 0,10-6-12 0,1-10-10 16,6-6 17-16,2-7-2 0,6-8-12 15,2-6 10-15,1-9-6 0,5-6-2 0,-2-6-6 16,-2-2-15-16,-1-3 1 0,0 0-21 0,-6-3 2 16,-2 3 4-16,-7 1 2 0,-3 3 7 0,-5 0 12 15,-4 7 2-15,-7 1 7 0,-5 7 10 16,-1 3 29-16,-5 7 1 0,-4 5 11 0,0 5-3 16,-3 6 5-16,1 6-7 0,-3 2-7 15,-5 7-24-15,0 19 10 0,-5-5-2 16,-6 18-1-16,-3 8-14 0,-4 16-8 0,-2 11 12 0,-5 9-2 15,-6 14 4-15,-1 8-26 0,2 4-6 16,0-1-9-16,5 1-16 0,1-5-10 0,7-1-22 16,5-8 0-16,5-5-28 0,5-6-9 15,2-32-12-15,12 47-61 0,4-34-4 0,9-9-50 16,2-8-388-16,5-11 0 0</inkml:trace>
  <inkml:trace contextRef="#ctx0" brushRef="#br0" timeOffset="28367.52">16410 15405 214 0,'17'-15'193'16,"0"1"-16"-16,-6 5 6 0,-3 5 2 15,-4 4-11-15,-4 0-15 0,3 11-13 0,-6 9-7 16,3-8-17-16,-16 28-4 0,7-7-21 0,-3 7 9 16,-2 3-12-16,-2 2-19 0,1 2-19 0,-3 3 1 15,1 3-13-15,7-4-40 0,1-4-30 0,1 0-26 16,3-3-27-16,2-6-33 0,3-5-23 15,0-15-39-15,0 2-42 0,16 12-172 16,-10-28 1-16</inkml:trace>
  <inkml:trace contextRef="#ctx0" brushRef="#br0" timeOffset="28541.55">16417 15491 31 0,'0'-25'135'0,"-10"-46"0"15,6 26-4-15,1 6 6 0,0 2-1 16,1 4-15-16,2 1-17 0,0 17-14 0,15-24-13 15,0 22-7-15,5 0-11 0,8 8-1 0,4-1-16 16,11 5-16-16,2 3-9 0,5 2-30 0,-20 0-3 16,15 0-43-16,67 11-9 0,-42-7-26 15,1 1-17-15,0-1-50 0,-37-4-32 0,20 0-27 16,7 0 8-16,2 0 35 0</inkml:trace>
  <inkml:trace contextRef="#ctx0" brushRef="#br0" timeOffset="28866.55">17611 15017 105 0,'-5'-15'158'0,"-7"2"-1"0,-7-1-3 15,-5 7 9-15,-5 1-14 0,-4 4-13 16,16 2-4-16,-9 0-15 0,-35 19-6 0,22-4-6 16,1 3-15-16,2 5-2 0,2 7-11 15,2 6-5-15,0 5-9 0,4 11-15 0,1 6-1 16,3 9 0-16,4 3-3 0,0 5 4 0,0 4-6 16,3 0 6-16,1 0 4 0,0 1-10 15,7-3 5-15,-1-5 3 0,3-2-6 0,-3-5 1 16,2-8-3-16,-3-3-3 0,2-9-10 0,-1-2 8 15,-2-9-9-15,-4-3 8 0,-3-7 8 16,-4-8-9-16,-3-6-7 0,-4-7-9 0,16-3-7 16,-25-18 5-16,15-2-25 0,0-3 3 15,4-2-7-15,2-1-2 0,8-6 1 0,3 2-11 0,7 11-4 16,14-31-1-16,8 16 11 16,9 2-14-16,7-2-13 0,9 4 4 0,5 0-10 15,9 2-3-15,5 3-11 0,7 0-12 0,1 4-14 16,3 0-2-16,1 2-11 0,2 1-37 0,0 3-30 15,0-1-44-15,-5 1-164 0,-2-2 0 16</inkml:trace>
  <inkml:trace contextRef="#ctx0" brushRef="#br0" timeOffset="29375.81">18027 15417 163 0,'-16'-16'181'0,"-4"2"-12"0,-5 2 12 15,1 4-2-15,-1 5-10 0,12 3-7 0,-24 10-33 16,16 5 3-16,2 4-22 0,1 8-2 0,2 7-10 15,1 7-17-15,0 5-7 0,1 10-4 16,0 1-12-16,2 5 7 0,0-2-26 0,0 7 8 16,2 0-5-16,-2 2-12 0,-2-2 3 15,4-2-9-15,-2-2-8 0,0-3 5 0,-2-5 5 16,0-3-4-16,-2-7-10 0,-3-7 15 0,0-3-1 16,-3-5-7-16,-4-9-1 0,-2-4-2 15,-1-9-5-15,-2-7-11 0,13-1 1 0,-30-19 14 16,13 0-2-16,6-3-11 0,2-4 5 0,5 0 0 15,5 0-3-15,4-1-7 0,5 0 10 16,8 11-1-16,0-6-4 0,28-23-4 0,-3 22-8 16,10 1 8-16,7 5 8 0,7-1-2 15,5 7-4-15,5-1 2 0,6-2 12 0,3 7-3 16,2-1-3-16,4 5-3 0,0-2 7 16,-1 0 10-16,-1 2-3 0,-2-3-10 0,-4-2-9 15,-6 3 8-15,-4-3-4 0,-8 1 3 16,-4-3 0-16,-4-1 2 0,-8-4 12 15,-4 2-2-15,-7 0 12 0,-7-2 5 0,-10 2-5 0,-4 13 2 16,-13-21-12-16,-5 14 16 0,-8 3-6 0,12 4 0 16,-8 0-3-16,-34 15 0 0,19-1 1 15,1 4-9-15,-2 4 4 0,1 5-11 0,2 4 5 16,3 3-5-16,2 7-15 0,5 1-23 16,5 1 1-16,4 0-9 0,7 2 0 0,4-6-8 15,5-20-17-15,15 34 13 0,9-27-2 0,7-8-9 16,9-6-9-16,7-6-9 0,-20-6-19 15,59-12-27-15,-18-3-41 0,5-5-50 16,0-7-321-16,4-7 0 0</inkml:trace>
  <inkml:trace contextRef="#ctx0" brushRef="#br0" timeOffset="29598.68">19199 15968 60 0,'-5'-4'193'0,"-6"4"-11"0,-13 10-7 15,-3 3 4-15,-3 5-14 0,-8 5-9 0,0 3 1 16,-2 6 1-16,0 3 0 0,1 5-7 0,3 0-13 15,2 1-1-15,4 0-12 0,2-1 8 16,4-4 0-16,7-5-14 0,3-2 15 0,5-6 2 16,4-1-2-16,5-15 2 0,0-7-7 0,29 12-24 15,-13-12 2-15,32-22-13 0,-9 4-13 0,4-7-17 16,9-7-28-16,0-6-15 0,3-4-48 16,3 0-32-16,4-3-32 0,4-1-19 0,0 1-37 15,2 0-37-15,0 1-27 0,0 3-506 0,1 3 0 16,-2 4 0-16</inkml:trace>
  <inkml:trace contextRef="#ctx0" brushRef="#br0" timeOffset="30418.89">19872 16221 63 0,'-15'0'103'0,"15"0"-3"0,0 0-11 15,0 0-1-15,-14 0 7 0,14 0 6 0,0 0-4 16,-18 20 0-16,16-19-9 0,0-1-2 0,1 0-7 16,0 2-6-16,0-2-15 0,-1-2-1 0,2 4-6 15,-1-2-3-15,1-2 3 0,1 2-12 16,-1 0 0-16,2 0-11 0,-1 0 3 15,-1 0-5-15,1 0-6 0,0-1 2 0,1 1-4 16,-2 1-5-16,2-2 2 0,-1 1-10 0,1-1-8 16,-2-1-20-16,3 2-26 0,-2-4-41 15,1 4-15-15,1-3-40 0,-1 1-73 0,-2-2-44 16,0 2 0-16</inkml:trace>
  <inkml:trace contextRef="#ctx0" brushRef="#br0" timeOffset="30812.67">19589 16326 141 0,'12'8'142'0,"7"-3"-4"0,-6-5-7 16,10 0 5-16,37-13-19 16,-16 0 2-16,6-2 2 0,5-2-2 15,3-3 0-15,1-3-18 0,-2-3-5 0,0-1 0 0,-5-3-2 16,-4-1 5-16,-3 1-9 0,-9-3 9 0,-2 0-5 0,-10 3 8 16,-5 0 6-16,-8 0 0 15,-3 0 3-15,-8 0-16 0,0 18 5 0,-28-17-23 16,3 20 0-16,-5 2-16 0,12 7-19 0,-34 11 8 15,14 1-9-15,2 4-2 0,-6 9-9 16,3 5 2-16,1 8-23 0,-1 7-20 0,3 7-26 16,6 4-30-16,5 4-17 0,11-7-23 0,9-1-9 15,5-29 15-15,23 43-6 0,5-32 3 16,7-9-23-16,10-6-10 0,7-8-24 0,11-3-25 16,-30-8-51-16,18 0-151 0,71-24 0 0</inkml:trace>
  <inkml:trace contextRef="#ctx0" brushRef="#br0" timeOffset="31125.91">20969 16069 75 0,'16'-20'178'0,"-4"-1"-3"16,-7 6-3-16,-5 6 15 0,0 9-5 0,-13-11-15 15,3 9-12-15,-10 5-4 16,0 4-25-16,0 1 5 0,-2 7-19 0,3-1-6 0,0 2-10 16,-2 5-5-16,2 3-15 0,-1 2-7 0,4 1-5 15,0 1-9-15,4 0 1 0,0-5 10 16,3 1 0-16,0-5 17 0,2-3 6 0,3-6 0 15,4-6 1-15,4-6-24 0,9-6-14 16,5-3-11-16,4-8-10 0,4-1-13 0,2-5-16 16,4-1-13-1,2-4-8-15,3 0-10 0,2-2-2 0,3 4-5 0,-2-2 7 0,0 6 7 16,-4-1-1-16,-2 3 5 0,-5 5 14 0,-3 2-9 16,-2 2 5-16,0 1 1 0,-3 5 16 15,0 5 5-15,-15 2 7 0,5 0-3 0,10 19-3 16,-15-6-8-16,-2 8 4 0,-2 3-9 0,-2-9-31 15,-13 28-41-15,7-15-46 0,-2 2-44 16,5 0-45-16,0 0-391 0,3-19 0 0</inkml:trace>
  <inkml:trace contextRef="#ctx0" brushRef="#br0" timeOffset="31513.33">21946 15710 51 0,'16'-20'231'0,"-3"1"-15"15,-3 5 6-15,-9 9-6 0,-6 5-35 0,-6 8 0 16,-6 8-19-16,-5 1-30 0,-3 6-5 0,-4 5-12 16,-5 5-5-16,1 7-7 0,-2 3-6 15,0 3-22-15,2 1 12 0,4 4-20 16,4-1 21-16,4-3 0 0,6 0-13 0,6-6 10 16,5-7-6-16,4-19 16 0,22 23-10 0,6-23-2 15,9-8-18-15,-18-7 2 0,16 0-19 16,51-19 7-16,-27 1-22 0,0-5-5 0,-2-4-6 15,-4-2-9-15,-6-2 3 0,-3 4 1 0,-6-5 11 16,-7 5-16-16,-5-2 9 0,-6 2-9 16,-8 3 9-16,-5-1-21 0,-7 3 9 15,0 15-7-15,-23-10 1 0,1 14-13 0,9 3 20 16,-8 0-8-16,-30 23 7 0,20-4 3 0,-3 4-9 0,-5 7-4 16,-2 5-3-16,2 3-8 0,2 3 15 15,-1 4-9-15,6 1 2 16,4 3-11-16,6-1 8 0,6 0-22 0,8-3 1 0,8-24-5 15,18 35-14-15,8-26-6 0,15-7-27 16,11-4-16-16,12-8-17 0,15-2-26 0,11-6-23 16,-41-3-53-16,108-14-412 0,-41-2 0 15</inkml:trace>
  <inkml:trace contextRef="#ctx0" brushRef="#br0" timeOffset="31948.08">24464 15789 173 0,'15'-13'262'0,"-6"9"-8"0,-5 4-25 0,-4 4-14 16,-4 3-25-16,-5 12-18 0,-4 4-9 0,-6 6-14 15,0 6-24-15,-4 2-18 0,-3 8 0 0,0 3-15 16,1 2-5-16,0-1-18 0,3-4-1 16,6 0-19-16,0-4 14 0,6-3-15 0,4-4 18 15,6 1 10-15,0-22-8 0,22 19 14 16,3-21-8-16,10-9-15 0,-15-2-5 15,17 0-14-15,54-18 21 0,-31 0-35 0,5-4 13 16,3-8-12-16,2-2 11 0,3-7-34 0,-2-2 8 16,-1-3-14-16,-2 2-5 0,-3-3-23 0,-5 0-5 15,-4-2 7-15,-8 4 15 0,-4-4-2 0,-3 5 27 16,-12 0 31-16,1 5 17 0,-7 6-6 16,-2 1-12-16,-4 6-5 0,-4 4-16 0,-5 8-7 15,-8 12 10-15,-16 9-4 0,-2 10-1 0,-4 9-8 16,-10 10-2-16,0 7-12 0,-6 7-8 15,-5 4 10-15,1 2 1 0,1 2 1 0,3 0 8 16,2-4-21-16,1 3 22 16,4-6-9-16,4-1 8 0,1-2 3 0,0-7 4 0,6-1-14 15,-2-5 9-15,4-5-6 0,0-4-21 16,0-2-32-16,-2-5-49 0,-3-8-43 0,-3-5-47 16,-5-5-53-16,17-3-487 0,-32-24 1 15,10-4 0-15</inkml:trace>
  <inkml:trace contextRef="#ctx0" brushRef="#br0" timeOffset="32082.04">24360 15545 189 0,'12'-50'230'0,"7"9"-30"0,4 1-35 0,6 8-31 0,1 4-21 16,9 5-17-16,4 6-15 0,4 4-17 16,2 4-32-16,6 9-63 0,-27 0-75 15,13 0-108-15,54 13-25 0</inkml:trace>
  <inkml:trace contextRef="#ctx0" brushRef="#br0" timeOffset="32445.01">27875 15624 143 0,'-23'-10'184'0,"-11"1"-10"0,-4 1 18 0,-9 3-14 16,-5 2 2-16,-5 2-18 0,26 1-1 0,-70 11 9 15,29 2-7-15,-6 6 2 0,-1 7-5 16,0 7-11-16,0 6-7 0,2 6-17 0,-1 9 1 15,8 4-6-15,4 5-9 0,6 1-7 0,8 3-23 16,7-3 2-16,9 2-14 0,7-5-13 16,10-3-9-16,5-4-17 0,10-2 9 15,4-29-8-15,18 44 4 0,8-33-23 0,8-4-10 0,10 0-6 16,8-4-26-16,5-5-51 0,3-3-27 16,4-7-53-16,2-5-52 0,0-6-487 0,-34 0 1 15,66-13 0-15</inkml:trace>
  <inkml:trace contextRef="#ctx0" brushRef="#br0" timeOffset="32591.93">27401 16478 25 0,'-24'-20'173'0,"0"-1"-11"16,-4 0 1-16,-2 3-6 0,0 2 1 0,2 2-6 15,3 2-2-15,2-1-22 0,2-1-19 0,7 6-18 16,6 6-11-16,8 2-26 0,0 0-21 16,31-4-42-16,3 2-36 0,4 2-27 0,13-2-48 15,7-1-64-15,7 0-119 0,2 0 77 0</inkml:trace>
  <inkml:trace contextRef="#ctx0" brushRef="#br0" timeOffset="32978.21">28274 16139 50 0,'-18'-10'222'0,"-10"2"-6"16,-1 3 18-16,-10 3-21 0,18 2-12 16,-13 0 2-16,-49 15-10 0,29-5-10 0,-3 9-14 15,-2 1-14-15,-1 6 1 0,-1 8-21 16,0 3-5-16,7 1-9 0,3 1-30 0,3-2 1 15,7 0-14-15,6-2-12 0,7-7-12 16,7-1 7-16,6-3-6 0,5-3-5 0,10-16 10 16,18 10-21-16,10-11 8 0,-12-4-13 15,12 0-9-15,48-26-6 0,-24 9-4 0,6-4-19 16,-1-2-2-16,-2 1-6 0,-2 0-5 0,-5 3 1 16,-4 0 25-16,-4 4-7 0,-8 2 3 0,-3 2 0 15,-4 3 11-15,-3 1 0 0,-9 5 1 16,-13 2 5-16,2 11-18 0,-11 8 11 0,-5 2 1 15,0 3-7-15,-6 6-16 0,-6 3 15 16,-2 2-6-16,-2 2 1 0,-2 4 2 0,1 1 8 16,0 1-11-16,1-1 8 0,5-2 20 0,3-3-2 15,4-5 8-15,2-2 5 0,4-4 1 16,7-1 6-16,5-6-15 0,0-12-7 0,28 8 5 16,-4-15-5-16,-9 0-15 0,33-17-4 15,-10 4 3-15,6-9-29 0,5-1-2 0,5-6-15 16,4-5-37-16,5-2-65 0,3-3-43 15,2 1-43-15,4 0-567 0,2-4 1 0,-1 0 0 16</inkml:trace>
  <inkml:trace contextRef="#ctx0" brushRef="#br0" timeOffset="33695.67">30392 15911 135 0,'18'-16'239'0,"-4"6"-29"15,-1 6-17-15,-13 4-14 0,0 0-24 16,11 12-6-16,-17 6-14 0,-10 4-10 0,-2 4-3 16,-10 4-21-16,-6 5-13 0,-6 3-10 15,0 3-12-15,-4 2 0 0,3 0-18 0,2-3 1 16,5-5-3-16,3-3-13 0,6-4 10 0,2-3 39 15,2-5 38-15,4-1 5 0,4-10-18 0,8-8 5 16,5-1-24-16,2-12-5 0,14-5-9 16,1-1-6-16,8-9-26 0,6-3-18 0,5 0-17 15,4-5-1-15,2-1-9 0,5-2 7 16,0-1-22-16,1 0 8 0,-2 1-14 0,1 4 23 16,-2 1-17-16,-4 3 10 0,-1 2 10 0,-7 3-1 15,-2 6-11-15,-6 1 5 0,-4 3-10 16,2 6-2-16,-4 6-14 0,-13 3 18 0,12 16-9 15,-13 2 6-15,-2 3-3 0,-1 7 1 0,-2-10 5 16,0 5-5-16,0 6 1 0,12 32-5 16,-2-27 4-16,0-1 10 0,5 1 0 0,1-3 10 15,6 1 5-15,-1-5-7 0,2 2 17 0,-2-5-5 16,3-1-14-16,-3-1 6 0,-1-2 2 16,-2-2 6-16,-1-2-7 0,-1-4 13 0,-4 2 16 15,-2-4 14-15,-4-2 18 16,-4-1 6-16,-2-7 5 0,-14 13-12 0,-4-6-9 15,-3 1 3-15,-7 0-16 0,2-1-7 0,1 1 6 0,-3 1-4 16,3-1-2-16,0 0-10 0,0 4 0 0,5 0-1 16,2-3-4-16,2 0-11 15,4 2 9-15,3 0-6 0,2-3 8 0,-2 6 2 0,7-5-8 16,1 0 3-16,1 3-3 0,0-12 6 16,0 8-12-16,0 4-2 0,0 3 11 15,14 17-15-15,-13-19 13 0,1 0-16 0,-2-4 2 0,0 0-1 16,0 3 17-16,-12 18 0 0,4-15 7 15,-4 2 8-15,-2-1-16 0,-3-1 6 0,-4-5-3 16,-1 4-3-16,-3-4 0 0,-1 1-4 0,-5-5 1 16,2-2 2-16,-6 0-4 0,-3-2 8 0,14-2-20 15,-11 0-8-15,-47-14-15 0,34 5 1 16,-1-2-20-16,2-2-22 0,4-2-45 0,0 0-28 16,3-4-30-16,1-2-41 0,1-1-642 15,6-1 0-15,4-3 1 0</inkml:trace>
  <inkml:trace contextRef="#ctx0" brushRef="#br0" timeOffset="34159.57">30541 14294 155 0,'-3'29'184'0,"-4"3"-10"0,-6 12-7 16,-9 11-16-16,-6 10 0 16,-8 11 5-16,-8 9 2 0,-10 13-5 0,-35 75 3 15,-6 5-7-15,5-6 9 0,-3 3 13 16,8-6 8-16,20-29 6 0,13-19 3 0,12-14-8 0,4 2 4 16,2 2-11-16,5 4-6 0,4 2-16 0,2 1-2 15,1 0-9-15,3-2 5 0,4 3-3 16,-6 76-4-16,2-18-15 0,3-13-18 0,3-10 2 15,-3-10-6-15,1-14-20 0,-1-8 7 0,-2-5-10 16,4-11-7-16,-5-4-18 0,-1-8-1 0,-1-3-4 16,-1-2-13-16,2-8-48 0,1-7-40 15,2-7-80-15,7-3-71 0,-2-10-982 16,4-8 0-16,8-27 0 0</inkml:trace>
</inkml:ink>
</file>

<file path=ppt/ink/ink15.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07T10:54:15.959"/>
    </inkml:context>
    <inkml:brush xml:id="br0">
      <inkml:brushProperty name="width" value="0.05292" units="cm"/>
      <inkml:brushProperty name="height" value="0.05292" units="cm"/>
      <inkml:brushProperty name="color" value="#FF0000"/>
    </inkml:brush>
  </inkml:definitions>
  <inkml:trace contextRef="#ctx0" brushRef="#br0">5437 6469 54 0,'-16'-15'119'15,"-12"-16"-5"-15,16 13 1 0,2 3-10 16,0-3 9-16,3 5 14 0,-1-1 8 0,3 0-10 16,1 5-1-16,0 1-8 0,2 1 4 0,0 4-11 15,0-2-7-15,0 2-4 0,0-1-22 16,1 2 0-16,0 0-7 0,1 0-9 16,-2 0-11-16,0 0-4 0,2 1-10 0,0-1-4 15,-1 0-12-15,1 2-5 0,1 4-1 0,3 0 6 16,5 7 2-16,4 8-2 0,2 0-10 0,1 4 0 15,5 5-2-15,2 4 2 16,5 2 7-16,1-1-12 0,1 1 3 0,3-1 7 16,3-3 16-16,-1-1 18 0,1-5-9 0,2-3 11 15,0-5 16-15,3-1 7 0,-1-7 3 0,4-4-17 16,-24-4 16-16,14 0-11 0,47-17 3 0,-35 4-8 16,-2 0-5-16,-1-2-8 0,-5 1-1 15,-6 3-2-15,0 0-14 0,-7 2 7 16,0 0-10-16,-3 3-13 0,-2 0 13 0,-5-1-22 0,3 3-11 15,-6 2-7-15,-12 2 6 0,14 0 12 16,18 17-6-16,-13-4 4 0,3 4 16 16,2 5-24-16,3 3 11 0,4 6-4 0,6 2 3 15,5 1-4-15,5-4 0 0,5 0 24 0,5-4 32 0,4-4 20 16,1-4 16-16,2-6-5 16,0-4-7-16,4-5 4 0,-34-3-21 15,20 0-4-15,78-16 4 0,-55 2-13 0,4-4-1 0,1-2-10 0,5-5-11 16,-1-1-11-16,2-3-4 0,4-1-7 15,3 0-3-15,5-3-16 0,-2 1-44 16,2 0-64-16,-6 4-67 0,-2-1-78 0,-9 3-649 16,-4 3 0-16,-10 0 0 0</inkml:trace>
</inkml:ink>
</file>

<file path=ppt/ink/ink16.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07T10:56:40.502"/>
    </inkml:context>
    <inkml:brush xml:id="br0">
      <inkml:brushProperty name="width" value="0.05292" units="cm"/>
      <inkml:brushProperty name="height" value="0.05292" units="cm"/>
      <inkml:brushProperty name="color" value="#FF0000"/>
    </inkml:brush>
  </inkml:definitions>
  <inkml:trace contextRef="#ctx0" brushRef="#br0">11583 4527 126 0,'0'13'126'0,"-25"17"-6"0,19-12-8 0,1 3 3 0,-2 4-1 16,1 1 3-16,-2 4-13 0,2 7-9 0,-4 5-5 15,0 13-9-15,-2 5 1 0,0 6-2 16,1 4 7-16,-2 0-2 0,2 4 2 0,1 0-1 15,1-3 3-15,2-3-14 0,-2-5-1 0,3-4 2 16,-2-4-20-16,4-7-11 16,-2-3 8-16,2-8-3 0,0-3-1 0,1-6 7 0,0 1 23 15,-1-5 31-15,1-3-5 0,1-5-2 0,1-5-9 16,-1-7-12-16,2-4-9 0,-3-13-23 0,5-13-30 16,-2 9 14-16,0-13-25 0,0-9-36 15,0-10-1-15,0-8-17 0,0-6-11 16,11-72 8-16,-9 63-9 0,2-2 4 0,-1 2 0 15,2-4-5-15,2 1-1 0,2 1 0 16,5-1 10-16,0 4 6 0,6 0 17 0,4 3 7 16,4 4 10-16,2 2-1 0,0 4 3 0,4 5-2 15,2 5 1-15,-6 3 4 0,4 7-11 16,0 6 4-16,-2 4 5 0,-1 9 8 0,3 6 1 16,-4 5 13-16,-14 8 1 0,25 12 2 0,-19 6-3 15,-9 7 2-15,-2 12 3 0,-8 3-3 0,-3-20 4 16,0 11 2-16,-20 43 1 0,5-32-2 15,-4-3 2-15,-5 0 5 0,-1-1 7 0,-3-2 25 16,-4-1 0-16,1-3-14 0,-5-3-9 16,-3 0 15-16,0-5-7 0,3 0-15 15,-1-4-1-15,1-2-27 0,3-3-24 0,4-2-22 16,3-4-26-16,2 1-46 0,4-3-56 0,11-7-60 0,9 0-366 16,3-9 1-16</inkml:trace>
  <inkml:trace contextRef="#ctx0" brushRef="#br0" timeOffset="232.86">12518 4474 238 0,'24'6'225'0,"-7"5"5"0,-8 4-24 16,-7 6-13-16,-2-8-11 0,-14 32-22 0,-2-8-5 16,-4 8-5-16,-7 10-7 0,-3 8-14 0,-1 10-12 15,-9 4-7-15,4 5-4 0,-1 0-25 0,1 3 32 16,-2 1 2-16,4-3-13 0,-1 1 8 15,0-3-4-15,2-1 1 0,0-3 5 0,3 0-16 16,-1-5 0-16,3-5-12 0,2-2-11 0,-1-5-16 16,4-4-24-16,0-3-30 0,3-2-24 15,3-6-63-15,2-4-40 0,2-6-61 16,3-1-68-16,1-5-489 0,5-6 1 0,4-23 0 0</inkml:trace>
  <inkml:trace contextRef="#ctx0" brushRef="#br0" timeOffset="531.17">13403 5079 28 0,'30'-36'243'16,"-9"5"-18"-16,-3 2 5 0,-8 3-17 16,-4 0-23-16,-6 15-23 0,-15-16-16 0,-1 19-13 0,-12 5-13 15,11 3-13-15,-42 13-9 0,11 11-10 16,-9 14 2-16,-6 10 2 0,-5 15-7 0,-4 13-3 15,-50 65 4-15,9 6 0 16,27-24 17-16,18-16-12 0,15-13-13 0,4-1-9 0,7-1 5 16,7-4-13-16,8-1-11 0,4-7-1 0,7-3-5 15,7-9-11-15,5-5-4 0,4-35-5 16,18 51-14-16,2-35 5 0,7-10 0 0,8-8-31 16,9-7-3-16,10-9-11 0,5-10-35 15,-26 0-39-15,68-21-59 0,-32 1-65 0,6-9-477 16,-6-4 0-16,-4-2 0 15</inkml:trace>
  <inkml:trace contextRef="#ctx0" brushRef="#br0" timeOffset="667.65">13205 6164 130 0,'-18'-29'305'15,"-2"4"-20"-15,4 1-23 0,-4 1-43 0,5 2-9 16,0 1-40-16,0 2-12 0,4 3-9 0,3 3-31 16,2 1-42-16,4-1-1 0,2 3-16 0,22-14-20 15,0 11 7-15,10-2-16 0,10-5 0 16,7-1-43-16,6-1-63 0,8-1-43 0,3-2-81 15,2-1-289-15,0-1 1 0</inkml:trace>
  <inkml:trace contextRef="#ctx0" brushRef="#br0" timeOffset="896.51">14902 4948 152 0,'8'-10'210'0,"8"-1"-25"16,4-2 0-16,3-1-28 0,9 3-9 15,5-1-22-15,8-2-15 0,8 3-12 16,6 0 1-16,9-1-25 0,4 1 0 0,3 0-13 0,-1-1-35 16,-2 1-59-16,3 0-69 0,-4 3-151 15,-9 1-80-15,-6 1 0 0</inkml:trace>
  <inkml:trace contextRef="#ctx0" brushRef="#br0" timeOffset="1062.56">15143 5328 98 0,'-33'29'269'0,"6"-1"-24"0,10-8-3 0,5 0-18 16,12-8-32-16,10-3-18 0,15-5-18 15,-7-4-16-15,11 0-16 0,57-16-1 0,-24 4-45 16,7-3-41-16,7-4-82 0,-1-1-77 15,5-3-118-15,5-1-184 0,4-2 0 0</inkml:trace>
  <inkml:trace contextRef="#ctx0" brushRef="#br0" timeOffset="2347.73">17342 5021 168 0,'-16'0'214'0,"16"0"-13"16,0 0 14-16,-15 0-6 0,15 0-8 0,-20 17 27 15,17-21-4-15,-1 2-14 0,-1-2-20 16,2-1-26-16,-1 1-20 0,0-10-4 15,-1-4-22-15,1 3-6 0,4 7-25 16,0-7-18-16,0-4-19 0,17-23-16 0,-5 19-9 16,4-2-2-16,2 3-20 0,2-4-7 0,5 0-1 15,1 0 12-15,3 0-8 0,4-2-6 16,5-2 15-16,4 4-5 0,7-1 5 0,2 3-2 16,5 2 0-16,2 2 6 0,2 4-16 0,0 3-17 15,-3 4 13-15,0 5-6 0,-4 4-5 0,-27 0-6 16,49 15 5-16,-32 0-9 0,-7 4-8 15,-3 7 4-15,-8 2-6 0,-5 4 14 0,-8 6 7 16,-5 3 5-16,-7-17-3 0,0 12 13 0,-25 53-21 16,5-39 13-16,-5 1-1 0,0-4 3 0,-5-3 2 15,-2-4 4-15,-6-2-5 0,4-3 23 16,2-5 7-16,-6-3 13 0,1-5 7 16,-3-1 34-16,0-8 8 0,1-2 4 0,-1-7 3 0,0-2 6 15,20-2 6-15,-34-13-6 0,19 1-9 16,1-2-28-16,5-2 19 0,-1-4-26 0,8-1-16 15,3-2-31-15,3-3-15 0,8 0-36 16,4-2 13-16,4 13-24 0,11-26-12 0,3 13-15 16,4 1-46-16,3 1-32 0,9 3-17 15,4 1-19-15,5 3-46 0,4 1-391 0,-1 3 0 16</inkml:trace>
  <inkml:trace contextRef="#ctx0" brushRef="#br0" timeOffset="2544.62">18692 4873 319 0,'25'-6'356'0,"-3"2"-19"0,-4 0-20 0,-2 0-33 16,-2-3-33-16,-5 4-23 0,-2 2-18 16,1-2-31-16,-4 2-32 0,0-2-24 0,0 3-39 15,0 0-52-15,-3-2-32 16,-1 2-81-16,0 0-75 0,8 0-83 0,8 0-359 15,5 0 0-15</inkml:trace>
  <inkml:trace contextRef="#ctx0" brushRef="#br0" timeOffset="2995.24">19714 4523 189 0,'3'-16'238'0,"1"0"33"0,-4 5-10 0,0 11-18 15,0-11-21-15,-10-4-33 0,-5 11-27 16,-5 4-1-16,6 0-21 0,-27 22-13 0,3-2-24 16,0 7-8-16,-6 5-19 0,-4 4 8 0,-3 10-23 15,2 4 21-15,2-1-9 0,4-2-6 0,5-1-8 16,9-2-20-16,1-5-8 0,6-5 4 16,4-4-6-16,1 0-2 0,8-5-23 0,9-3 21 15,0-13-5 1,30 6 10-16,5-11-17 0,-18-4-1 0,42-12 0 0,-14 1 6 15,2-7-2-15,2-1-2 0,1-5-4 0,3-1-14 16,1-1 10-16,0-1-4 0,-2 2-2 16,-3 2 8-16,-5 0-3 0,-4 4-6 0,-7 1 2 15,-2 3 7-15,-6 2-6 0,1 2 8 16,-2 0-3-16,-7 2-7 0,0 5-20 0,-7 4 7 0,-10 0 21 16,-6 35 1-16,-7-4-8 0,-8 14 2 15,-5 5 1-15,-1 2-2 0,4 3 1 0,-1-1-4 16,2-1 18-16,2-1-15 0,4 0 21 15,0-3-20-15,0-1 2 0,4-3 1 0,2-1-12 16,2-3-12-16,1-3 11 0,2-2-17 0,1-5-44 16,1-2-28-16,0 0-34 0,3-17-19 15,0 6-20-15,0-1-50 0,12 8-393 16,-5-18 0-16</inkml:trace>
  <inkml:trace contextRef="#ctx0" brushRef="#br0" timeOffset="3396.65">20234 4839 29 0,'5'-19'212'0,"3"-1"-19"15,3 1-6-15,5-1-18 0,0 2 0 16,8-1-18-16,7 2-20 0,4-3-1 0,9 0-17 15,6 1-7-15,5-1-18 0,5 1-4 0,8 0 2 16,0-1 1-16,1 3-16 0,-2 2-9 0,0 0 5 16,-6 0-12-16,-4 2 4 0,-6 3-15 0,-5 1-15 15,-5-2 1-15,-7 3 9 0,-4 3-10 16,2-1 13-16,-10 0-12 0,2 4-19 0,-10 0 8 16,-14 2 5-16,24 12-18 0,-18 3 24 15,-6 6-14-15,0-6 1 0,-16 34 7 0,0-8-3 16,-2 4-6-16,-4 4 7 0,0 3 8 15,-1 1-12-15,2-1-10 0,-2 1 10 0,2-1-7 16,4 0 16-16,-4-2-12 16,4-1 4-16,2-1-17 0,-1 1 23 0,1 0 1 0,2-7 6 15,1 2-9-15,-1-2 0 0,4-5-8 16,-1 1-1-16,3-8-14 0,1 0-8 0,0-3-24 16,0 2-23-16,5-5-25 0,-2-3-15 0,1-1-25 15,1-9-25-15,0-4-26 0,1-7-85 0,0 0-255 16,14-1 1-16</inkml:trace>
  <inkml:trace contextRef="#ctx0" brushRef="#br0" timeOffset="4008.72">23646 3496 33 0,'-36'24'145'0,"-4"6"-17"0,-5 3-12 0,-7 5 0 16,-3 5 8-16,-6 4 3 0,2 9-7 15,-4 5 5-15,-3 6-14 0,0 3 9 0,-4 6-6 16,1 4 5-16,1 1-3 0,4 2-3 16,4-1 2-16,6 4-10 0,1 1 3 0,5 1-10 15,4 1-9-15,6-1-1 0,3 0-6 0,4-2 1 16,6-1 9-16,2-1-11 0,6-2 7 15,3-2-27-15,4-3 9 0,2 0-8 0,5-6 0 16,3-37-18-16,0 14-1 0,0 8-35 0,19 57-8 16,-6-60 1-16,2-5-15 0,5-3-18 15,2-3-17-15,6-5-6 0,5-7-32 0,2-4-45 16,3-9-41-16,3-4-86 0,7-9-318 0,-21-4 0 16</inkml:trace>
  <inkml:trace contextRef="#ctx0" brushRef="#br0" timeOffset="4422.01">24373 3920 73 0,'-3'0'134'0,"0"1"1"0,-1 3-8 0,-6 17 1 16,0 1 3-16,-4 10 4 15,-3 8-14-15,-4 10-4 0,-5 6-12 0,-4 8-6 0,-4 5-16 16,-2 4 1-16,-2 4-7 0,5 2 2 0,-4 3-6 16,2 1 11-16,3-1 17 0,1-4-16 15,4-3 18-15,3-3-19 0,4-5 5 0,2-3 5 16,1-4-19-16,2-4-9 0,5-4-4 0,-2-2-11 16,6-6-22-16,-1-4-18 15,0-3-26-15,4-7-34 0,-2 2-43 0,1-4-22 16,2-3-24-16,2-16-58 0,0 1-106 0,12 4-131 15,-4-16 1-15</inkml:trace>
  <inkml:trace contextRef="#ctx0" brushRef="#br0" timeOffset="4574.92">24277 5179 15 0,'8'-17'283'0,"0"2"-63"0,-1 0-8 16,2 3-29-16,-3-1-33 0,0 2-44 15,4-1-30-15,0 0-29 0,3 0-45 0,2-1-57 16,4 2-26-16,0 2-75 0,5-1-102 0</inkml:trace>
  <inkml:trace contextRef="#ctx0" brushRef="#br0" timeOffset="4937.85">25160 5164 76 0,'3'-5'351'15,"1"-2"-20"-15,5-5-13 0,-4-2-6 0,0 1-10 16,-2 0-1-16,3 0-26 0,-6 1-31 16,4 2-31-16,-1 0-28 0,2-3-31 0,-1 1-27 15,6-3-23-15,3 2-8 0,6 0-19 16,3 4-14-16,6 1-1 0,2 3-16 0,5 3-34 15,-18 2-16-15,9 0-8 0,36 18-33 16,-28-6-14-16,-6 3-7 0,-4 2-18 0,-2-1 13 16,-6 3 7-16,-5 3 0 0,-10 4 21 0,-1-12-1 15,-16 24 17-15,0-16-5 0,-7-1 22 0,-2-2 2 16,-2-1 20-16,-2-3 29 0,3-4 23 16,1-3 2-16,-3 0 11 0,2-2-3 15,1-5-6-15,1 1-2 0,12-2-1 0,-2 0-10 16,-21-13-20-16,19 3-41 0,4-3-42 15,3-2-69-15,5 0-35 0,-1-3-34 0,5 8-56 16,0-5-480-16,22-22 0 0,-6 18 0 0</inkml:trace>
  <inkml:trace contextRef="#ctx0" brushRef="#br0" timeOffset="5269.84">25972 4780 284 0,'8'-15'291'0,"0"0"3"0,2 0-42 0,0 0 4 16,4 0-26-16,5 0-23 0,0 2-34 15,3 1-14-15,2 4-13 0,3-1-18 0,3 2-5 0,2 3-14 16,0 2-32-16,-14 2-1 0,8 0 13 16,31 10-27-16,-29-3-14 0,-3 1-16 15,-1 4 3-15,-3 3-22 0,-6 3 20 0,-8 5-27 16,-6 4 10-16,-1-10 0 0,-12 31-1 15,-2-12-13-15,-2 5 16 0,0-3-4 0,4 1-2 16,-2-3-8-16,4-1 7 0,-1-3 13 0,3-2-19 16,2-3-16-16,1 2 18 0,1-4 6 0,4-1-6 15,0-13-4-15,0 3 9 0,16 17 6 16,-1-17-22-16,2-3 5 0,11-2-7 0,1-2-19 0,8-3-14 16,4-3-37-16,4-1-44 0,-20 0-40 15,13 0-75-15,7 0-427 0,52-16 1 0,-45 9 0 16</inkml:trace>
  <inkml:trace contextRef="#ctx0" brushRef="#br0" timeOffset="5719.11">27197 4764 208 0,'-8'-14'272'0,"0"2"4"16,0-1 13-16,3 5 6 0,1 0-21 0,1 1-28 16,0-1-28-16,3 2-29 0,0 6-18 15,0 0-20-15,16-25-44 0,3 12 7 0,6 5-24 16,4 0-11-16,5 4-8 0,5 1-10 15,4 2-7-15,-21 1 0 0,10 0-2 0,44 9-16 16,-38-1-35-16,-3 1-1 0,-2 1-7 0,-8 1-6 16,-5 6-8-16,-4 0-2 0,-7 4 4 0,-9-7-2 15,-13 24 2-15,-6-8 19 0,-5 3-5 16,-2 1-3-16,-3 1 0 0,-2 2 3 0,3-1-17 16,0-4 24-16,6 1-3 0,0-2-4 0,6-3 20 15,2-2-5-15,2-2 4 0,4 3 14 16,3-4 6-16,4 1 9 0,1-15-17 15,14 19 10-15,2-13-9 0,7-2 12 0,4-5-18 16,9 0-18-16,4-2-16 0,4 1-18 0,1-5-40 16,2-1-40-16,3 1-29 0,-24-2-37 0,13 0-45 15,6 0-444-15,51-15 0 0,-47 7 0 0</inkml:trace>
  <inkml:trace contextRef="#ctx0" brushRef="#br0" timeOffset="6151.85">28745 3601 82 0,'2'2'148'0,"4"11"-19"16,4 7-9-16,0 8 2 0,3 7-6 0,-2 9-13 16,-5 10-2-16,1 9-1 0,-4 6-2 0,-3-26-13 15,-14 90-3-15,0-42-2 0,-8 9-3 16,-4 2 2-16,-1 4 11 0,1 1 19 0,1-4 8 15,1-3 16-15,2-2-8 0,0-4-16 0,2-4 16 16,0-2-11-16,2-7-20 0,-3-3-3 0,0-4-13 16,1-4-16-16,-5-6 12 0,-4-4 1 15,-3-2-25-15,-11-5 9 0,-5-3-5 0,-12-6-8 16,-14-6 0-16,-16-5-5 16,-14-5-14-16,-10-3-52 0,-6-6-58 0,-5-4-22 0,-3-4-45 15,0-4-43-15,1-3-79 0,5-3-332 16,61-1 1-16</inkml:trace>
  <inkml:trace contextRef="#ctx0" brushRef="#br0" timeOffset="6954.26">16895 5962 15 0,'-2'2'102'0,"-1"0"-6"15,3-1 2-15,-1 2-5 0,1-2 1 0,0 2 9 16,0 0-7-16,1-1 2 15,5 0 0-15,9 3 10 0,4-1-8 0,11 0-1 0,0-2 8 16,-12-2-2-16,13 0-17 0,13 0 7 16,63-19-13-16,-38 12-6 0,14-1-10 0,8-3-8 0,10-1-3 15,9 1 7-15,7-3-19 0,10 2 15 16,14-1 1-16,13 3 1 0,106-5 8 0,-6 2 14 16,2 4 20-16,-42 1-27 0,54 5 17 15,2 3-11-15,-134 0 13 0,78 0-16 0,38 0 15 16,292 15 9-16,-254-7-5 0,0 6-15 0,1 1-5 15,3 4-8-15,8-2 9 16,3 3-11-16,4 3-11 0,8-1-1 0,0 1-5 0,6 5 2 16,0 1-15-16,-1 4 6 0,8 1-4 0,-12-1 2 15,3 5 3-15,-4-1 6 0,-4 1-1 0,-6 5-4 16,-5 3-5-16,-8-3 3 0,-10 6-1 16,-11-4 8-16,-10 0-6 0,-12-4-4 0,-8 4 1 15,-10-1-9-15,-6-5 6 0,-49-5-9 16,-30-6-1-16,-14-3-6 0,93 19 1 0,-58-13-12 15,-36-4-12-15,-20-5-18 0,-9-2-21 16,-6-2-20-16,-8 0-51 0,-13-2-38 0,-8-3-38 16,-11-4-33-16,-12-3-732 0,-12-4 0 0,-11 2 0 15</inkml:trace>
  <inkml:trace contextRef="#ctx0" brushRef="#br0" timeOffset="8552.01">18543 7421 77 0,'-22'0'178'0,"-18"0"5"0,23-5 16 16,5 3 0-16,-3-7-5 0,5-1-7 15,0 3-19-15,1-5-25 0,0-2-13 0,2-5 4 16,3 0-4-16,1-4-22 0,3 10-11 0,0-7-16 15,13-29-10-15,-3 21-3 0,3-2-17 0,5-3 0 16,0 2-5-16,8-3-17 0,3 1-3 16,5-1 17-16,4 4-14 0,6-2-1 0,3 2-7 15,2 2 4-15,3 4 4 0,0 1-12 0,-2 6-6 16,-1 1-11-16,-3 6-2 0,-3 4-11 16,-23 6 1-16,8 0-1 0,34 16 2 15,-34 2 8-15,-6 6-5 0,-6 7 16 0,-9 6-2 16,-6 8-1-16,-1-20-3 0,-22 48 6 0,2-21-13 15,-2-2 16-15,-3-4-8 0,-3-1 24 16,2-4 8-16,-1-3 11 0,0-5 6 0,2-3 7 0,0-4 26 16,0-3-10-16,2-4 16 0,2-1 10 15,1-3-3-15,-2-3-13 0,3-3-1 16,-5-7-55-16,4 0-22 0,12-2 5 0,-18-13-40 16,10 3-17-16,2-5 6 0,0-1-17 15,7-3-33-15,1-2-30 0,3-4-29 0,3 12-30 16,14-24-41-16,-2 11-455 0,7-1 0 0,-1 3 1 15</inkml:trace>
  <inkml:trace contextRef="#ctx0" brushRef="#br0" timeOffset="8770.84">19780 7221 282 0,'29'-5'293'0,"-7"0"-3"0,-4-1-15 0,-3-2-27 16,-3 0-22-16,-5 1-28 0,-2-1-16 16,-2 1-10-16,-2 3-24 0,2-3-22 0,-3 2-10 15,0 0-25-15,2 0-31 0,0 1-20 16,-1 0-58-16,0 1-50 0,3-3-47 0,8-3-42 16,1-1-24-16,5 3-46 0,3 2-269 0,-5 2 1 15</inkml:trace>
  <inkml:trace contextRef="#ctx0" brushRef="#br0" timeOffset="9075.21">20300 7345 349 0,'2'-2'346'16,"-4"-2"-21"-16,1-3-29 0,-3-12-21 0,0 4-43 15,1-4-17-15,1 0-30 0,2 0-20 16,0 8-40-16,0-7-7 0,22-22-23 15,-7 19-8-15,4 0-18 0,3-1-5 0,6 2-12 0,5-1 0 16,4 2 4-16,1 3-3 0,4 1-1 16,0 4-11-16,1 1-3 0,-3 6-15 15,-1 1-11-15,-22 3-24 0,7 0-4 0,26 15-2 16,-29-1-4-16,-8 9 6 0,-9 2-7 0,-4-12 5 16,-19 30 1-16,0-13 4 0,-7-1 11 15,-2 0 6-15,-4-4-10 0,-2-2 3 0,-1-2 26 0,0-5 12 16,0-2 6-16,0-3-8 15,2-1 0-15,6-5-9 0,-6-1-19 0,3-3-2 0,6-1-29 16,14 0-68-16,-16-15-77 0,18 0-58 0,13-3-481 16,11 1 0-16,7-3 0 0</inkml:trace>
  <inkml:trace contextRef="#ctx0" brushRef="#br0" timeOffset="9487.29">21686 6849 194 0,'-23'-6'199'0,"8"6"-9"0,-33-4-11 0,32 4-15 0,-8 0 0 15,-32 13-20-15,24-4-25 0,0 4-10 16,1 4-3-16,-1 8-1 0,1 3-19 0,1 5-17 16,2 1 3-16,4 3-6 0,5 0-7 15,3-4-15-15,4 0 10 0,4-4 0 0,-1-3 8 16,7 0 2-16,2-15-10 0,0 3 2 15,19 12 19-15,4-21-24 0,-9-5 13 0,10 0-18 16,34-15 4-16,-24 3 11 0,2-3-16 0,3-1-24 16,0-3 18-16,-1 1-21 0,-3-1 14 15,-4 4 1-15,-3 0 28 0,-6 1 18 0,3 0-15 16,-6 3 9-16,-2 3-2 0,-2-1-13 16,-2 3-14-16,-3-1-15 0,-2 7-11 0,-8 0-9 15,0 0 7-15,4 26 0 0,-4-12-4 16,-18 32-1-16,-1-2 12 0,-2 4-9 0,-2 8-7 15,0 0-3-15,1 1 1 0,2-1 8 0,2-2-11 16,1-3 8-16,2-1-8 0,5-5-2 0,-1-1 2 16,1-6-28-16,4-1-3 0,0-7-18 15,2 0-49-15,-2-2-16 0,5-4-26 0,-2-7-14 16,3-17-33-16,0 9-56 0,0-9-401 16,14 9 1-16</inkml:trace>
  <inkml:trace contextRef="#ctx0" brushRef="#br0" timeOffset="9902.24">22753 6801 189 0,'10'-28'234'15,"-3"2"0"-15,-3 2-7 16,-4 12-1-16,0-1-26 0,-21-9-8 0,2 17-8 0,4 5-29 15,-27 16-21-15,5 3-5 0,-7 11-19 0,-2 9-15 0,-6 8-8 16,0 7 1-16,2 6-7 0,0 6-9 16,4 2 6-16,0 6-4 0,6-3-17 0,4-3-6 15,5-3-1-15,4-3 0 0,8-7-9 16,3-1 8-16,6-5 1 0,4-4-11 16,6-6 7-16,0-21 4 0,21 30-1 0,-1-22-17 15,8-7 8-15,4-4-6 0,5-7 0 0,1-3 6 16,1-5-7-16,-21 0-17 0,36-9 3 15,-24-3 9-15,-1-5-10 0,-7 1-16 0,-6-6-2 16,-5-1-2-16,-9-3 2 0,-2 12 7 0,-15-22 12 16,-4 14-4-16,-1-1-4 0,-4 2 4 15,-2 5 3-15,-2 2-4 16,6 2-11-16,-6 5-2 0,2 6 5 0,11 1-32 0,-21 21-6 16,15-4-50-16,4 3-19 0,2 5-34 15,4-1-30-15,5 2-17 0,6-3-18 0,0-13-501 16,26 16 1-16,-6-15 0 0</inkml:trace>
  <inkml:trace contextRef="#ctx0" brushRef="#br0" timeOffset="10140.11">23283 7427 91 0,'5'0'395'0,"0"2"-14"0,0-2-42 0,0 0-54 16,-1-2-24-16,0 2-21 0,0 2-21 16,1-2-19-16,3 1-21 0,3-1-18 0,6 0-19 15,5 0-9-15,35 10-14 0,-22-8-7 0,2 1-13 16,6 0-14-16,2 0-30 0,3-1-27 0,-4 0-33 16,3 0-86-16,-23-2-71 0,11 0-74 15,6 0-522-15,47-12 0 0,-43 4 1 16</inkml:trace>
  <inkml:trace contextRef="#ctx0" brushRef="#br0" timeOffset="11682.83">24626 7457 110 0,'-15'0'214'0,"15"0"13"0,0 0 23 0,0 0 15 16,-15 0-7-16,15 0-10 0,-20 21-19 15,18-24 11-15,0 2-10 0,1-3-28 0,1-1-31 16,0-1-20-16,1 0-17 0,2-14-19 0,-3 12-22 15,12-20-6-15,-3 9-13 0,1 1-4 16,5-1-16-16,-2-2-8 0,3 1-3 0,0 0-20 16,9-3 11-16,3 1-20 0,4 4-3 15,3-2-1-15,9 3 8 16,0 0-7-16,0 6-16 0,6 1-8 0,-5 3-16 0,4 3 15 0,-28 4-10 16,12 0-4-16,36 15-22 15,-36-2 26-15,-4 4-6 0,-4 5-2 16,-8 6-2-16,-9 4 20 0,-6 5-7 0,-2-16 2 0,-16 47-7 15,-2-21 8-15,-4-2 9 0,-7-4-14 0,-4-1 20 16,-3-1 5-16,-1-7 16 0,-1-2 13 16,2-3 24-16,-4-4 29 0,6-2 6 0,-2-6 8 15,-1-6 12-15,-2-1-3 0,1-2-3 0,0-6 10 16,21 0-18-16,-34-14-19 0,17 2-25 16,-1-4-25-16,6-1-11 0,-1-3-18 15,6-1 0-15,3 1-13 0,4-3-11 0,5-1-38 16,9-1-36-16,2-1-46 0,1 13-27 0,20-21-41 15,-1 14-675-15,10 3 0 0,2-2 0 16</inkml:trace>
  <inkml:trace contextRef="#ctx0" brushRef="#br0" timeOffset="11901.81">25580 7561 148 0,'10'-6'387'0,"-2"1"3"16,-1 0-42-16,-1 0-26 0,-3 3-32 16,1-1-29-16,-1-2-28 0,0 3-21 0,0 0-34 0,-2-1-19 15,1 3-25-15,1-3-39 0,0 2-42 16,1-2-61-16,2 2-64 0,14-6-54 16,2 1-44-16,-1 1-44 0,4 1-441 0,-3 0 0 15,-3 1 0-15</inkml:trace>
  <inkml:trace contextRef="#ctx0" brushRef="#br0" timeOffset="12395.09">26129 7620 118 0,'-7'-4'285'0,"-6"-2"30"16,2-2 5-16,1 0 3 0,1-1-15 0,6 3-32 15,-1-3-22-15,0 3-32 0,1-3-30 16,1 1-10-16,1-8-36 0,1 10-17 0,0-4-18 16,0-3-15-16,14-17-13 0,-3 13-22 15,6 0-4-15,2 1-14 0,3 4 4 0,0 1-13 16,6 0-2-16,-2 4-9 0,5 2 8 16,1 2-12-16,-16 3-2 0,6 0 1 0,31 12-11 15,-27-2-11-15,-4 1 5 0,-1 5-16 16,-5 2-15-16,-3 5-6 0,-5 3 16 0,-5 5-12 15,-3-15 12-15,-11 31 6 0,-3-17-6 0,-4 0 5 16,-3-3 14-16,-2-4 3 0,1-1 2 16,2-4 11-16,-4-3 5 0,-1-3 6 0,2-4 12 15,-1-1-7-15,-3-4 1 16,13-3 2-16,-3 0-20 0,-23-11-9 0,18 1 0 16,5-1-51-16,1-2-34 0,0-4-44 0,5-2-45 0,8-1-48 15,3 8-567-15,12-23 1 0,2 14 0 0</inkml:trace>
  <inkml:trace contextRef="#ctx0" brushRef="#br0" timeOffset="12792.87">26698 7358 13 0,'3'-7'244'0,"3"-7"-15"16,0-3 17-16,3-2 13 0,1 1-8 16,3 3-28-16,4 0-16 0,2-2-26 0,5 4-13 15,5 0-13-15,8 1-26 0,8 1-5 16,5 4-11-16,0 2-18 0,-2 1-7 0,-2 4-11 16,-24 0-14-16,7 0 1 15,35 14-32-15,-36-4 3 0,-2 3-10 0,-8 4-3 0,-3 4 1 16,-8 4 0-16,-7-10 0 0,-12 29 7 0,-2-13-8 15,-6 3-6-15,0 0-2 0,-2 0 1 16,0-2-7-16,3-2 4 0,3-2-3 0,1-1-20 16,4-4 20-16,1 0 2 0,1-1 19 0,3 0-3 15,4-2 14-15,2-11 5 0,0 4 6 0,24 16 1 16,-2-17 0-16,3-2-13 0,5-3-1 16,8-1-15-16,8-2-15 15,-1-2-33-15,6 1-22 0,-26-3-69 0,15 0-65 16,7 0-89-16,52-15-488 0,-49 6 0 0,1 0 0 15</inkml:trace>
  <inkml:trace contextRef="#ctx0" brushRef="#br0" timeOffset="13193.98">28026 7292 67 0,'-7'-15'293'15,"-2"0"17"-15,8 3 9 0,-1 0-23 16,-1-3-24-16,3 7-33 0,0-2-26 0,16-17-27 16,-1 12-31-16,6 0-15 0,7 2-19 0,6 5-15 15,2-1-1-15,4 4-16 0,5 4-14 16,2 0-4-16,-25 1-14 0,15 0 0 15,44 15-15-15,-40-8-5 0,-3 5-5 0,-6 0-23 0,-4 1 0 16,-4 3-4-16,-7 4 11 0,-7 5 0 16,-8 5-17-16,-2-15 11 0,-23 30 3 15,3-11 14-15,-5-1-14 0,0 2-6 0,-1-3 6 16,4-2-2-16,3-3 7 0,2-1-1 0,3 0 1 16,3 0 17-16,2 0 6 0,4-1 8 0,5-11 19 15,12 24-7-15,5-16 3 0,10 0-5 0,6-2-8 16,10 1-1-16,6-2-11 0,9-4-15 0,8 1-32 15,7-2-54-15,10-3-58 0,6 0-110 16,5-3-671-16,-4 0 0 0,0-1 0 16</inkml:trace>
  <inkml:trace contextRef="#ctx0" brushRef="#br0" timeOffset="14149.22">16451 9784 263 0,'-13'12'280'0,"13"-12"11"0,0 0-42 16,0 0-12-16,0 0-20 0,0 0-33 15,13 7 0-15,15-15-33 0,10 1-23 0,10-5-11 16,6 1-7-16,8-3-9 0,10-2-16 0,7 0-8 16,3-1-20-16,4 2-15 0,3-1-54 0,-6-2-46 15,-5 1-56-15,-5 2-57 0,-6 2-83 0,-11 1-287 16,-9 1 0-16</inkml:trace>
  <inkml:trace contextRef="#ctx0" brushRef="#br0" timeOffset="14310.64">16673 10163 121 0,'-48'33'405'0,"9"-3"-36"0,8-5-62 0,10-4-26 0,8 1-25 15,13-15-23-15,19 12-22 0,10-11-31 16,11-8-17-16,-16 0-10 0,61-12-27 0,-12-2-56 15,8-3-105-15,5-3-80 0,4-1-100 16,2-5-413-16,0-2 0 0</inkml:trace>
  <inkml:trace contextRef="#ctx0" brushRef="#br0" timeOffset="44184.94">18297 9287 29 0,'0'0'121'15,"0"-12"-10"-15,-13 12 8 0,13 0-17 0,-20-26 2 16,18 22-10-16,-1 0 0 0,0-1-12 16,1 1-10-16,1 0-2 0,0 0-2 0,-1 1-9 15,0-1 6-15,0 0-7 16,2 2-10-16,-2-1 1 0,2 1 5 0,-1 0-4 0,-1-1-1 15,1 0-10-15,-1 2 2 0,2-2-3 16,-1 2-1-16,1 0-2 0,-2 0 3 0,1-1 3 16,1 2-7-16,0-2-7 0,0 1-7 15,0 1 6-15,-2 1-1 0,0 1-3 0,2 1 6 16,-2 3 0-16,-4 11 8 0,2 2-6 0,-4 7 7 16,2 1-7-16,-2 0 0 0,-4 5 9 15,2 3-7-15,-3 2 0 0,1 6-1 0,0 3 6 16,-3 6 2-16,1 1 14 0,-2 3-25 0,-3 2 16 15,3 2-7-15,-1 5 20 0,3-1 7 16,-4 0 3-16,2-4 2 16,0-4 10-16,2-3-7 0,4-4-9 0,-1-2-7 0,6-5 4 15,-3-2-7-15,2-2-16 0,0-5 2 0,-2-3-3 16,0 0-5-16,4-3 4 0,1-1-22 16,0-6 15-16,-2 1 2 0,2-6-8 0,2-3-1 15,-1-4 5-15,2 2-8 0,0-6-10 0,0-4-27 16,0 0-21-16,0 8-2 0,0-8-32 15,0 7-37-15,0-7-48 0,-1 4-67 16,2-5-481-16,1-2 1 0,5-11 0 0</inkml:trace>
  <inkml:trace contextRef="#ctx0" brushRef="#br0" timeOffset="44966.63">18707 9506 170 0,'-12'-2'224'0,"2"0"38"0,1 0-10 15,3-1-30-15,1 0-12 16,1 0-21-16,-1 1-19 0,2-2-18 0,1 0-3 0,2-1-18 16,4-1-21-16,8-12-15 0,6 3-11 0,5 0-14 15,4 0-12-15,7 3 1 0,8-1-14 16,3 0 2-16,4 3-7 0,3 3 12 0,-1 2-21 15,-1 0 14-15,-25 5 6 0,12 0-11 16,1 0-6-16,38 12-21 0,-44-4 12 0,-2 3-17 16,-8 3 9-16,-6 6-18 0,-6 5 18 15,-10-8-20-15,0 8 16 0,-25 30 0 0,2-21-18 16,-1 0 22-16,-2-2-1 0,-2-4-8 0,2-2-1 16,4-3 8-16,2-3-2 15,2-3 0-15,1 0-5 16,3-1-6-16,1-2-12 0,2-1 0 0,8-3 2 0,3-3-3 0,0-7-3 0,19 13 10 15,2-5-1-15,2-3-11 0,6 1 9 0,1 1-3 16,-1 0 10-16,0 1-13 0,-3-1 17 16,-3 1 5-16,-3 0 0 0,4 3 7 15,-7 0 1-15,-3 1 5 0,-3 2-5 16,-3 2-3-16,-8 2 9 0,0-8 10 0,-13 21-9 0,-1-10 3 16,-9 3-1-16,-6 1 10 0,-4-1-7 15,0-5-2-15,-3 2 21 0,0-1 16 16,-2-4-2-16,-2-2-1 0,4 0 7 0,2-5-1 15,-1 2-3-15,0-4-11 0,2-1-8 0,4-1-9 16,-2 0-36-16,4-3-46 0,2-1-64 0,15-1-70 16,-2 0-54-16,-7-11-619 0,20 4 0 15,5-6 0-15</inkml:trace>
  <inkml:trace contextRef="#ctx0" brushRef="#br0" timeOffset="45152.09">19621 9931 42 0,'18'-8'326'0,"-5"-3"6"0,-1 3-28 0,-3-1-14 16,-1 2-40-16,-2 0-4 0,-1 2-32 15,-1 2-14-15,-1 0-22 0,-1 0-16 16,2 1-25-16,0 0-11 0,2-2-24 16,9 0-26-16,4 1-40 0,-2-1-47 0,5 2-44 15,-1 0-61-15,-2 1-24 0,0 1-64 0,1 0-420 16,-11 0 0-16</inkml:trace>
  <inkml:trace contextRef="#ctx0" brushRef="#br0" timeOffset="45736.71">20807 9376 122 0,'-2'-4'198'0,"0"1"0"16,1-1 4-16,1 0-6 16,-1 1-4-16,1-1-17 0,-2 2-9 0,0 0-19 15,2-1-3-15,0 2-30 0,-1-2-17 0,-1 1 1 16,2 0 3-16,0 0-19 0,-1 1-5 0,1 0-2 16,-3-1-22-16,3 1 6 0,0 0-20 0,0 1 4 15,-1 0-1-15,-1 1-14 0,0 3 4 16,-2-1 18-16,-6 12-9 0,-4 2-8 0,-1 1 17 15,1 1-10-15,-2 5-6 0,-3 1 17 0,3 5-3 16,-3 4-6-16,0 4 4 0,0 0-8 16,1 1 1-16,2 0-2 0,2-1-11 0,2-1-1 15,2-3-2-15,0 0 4 16,2-6-18-16,4 0 9 0,2 2 25 0,0-4 23 16,2-15 3-16,0 4 9 0,14 19 8 0,-1-19 0 15,4 0-10-15,3-7-4 0,6 0 2 0,3-5-15 16,4 1-1-16,2-4-9 0,-19 0-5 15,10 0-8-15,4 0 0 0,42-15-1 0,-32 11-7 16,0-3-3-16,-2 1-12 0,-1-3-14 16,-1 1-9-16,-3-1-26 0,-3-1-37 0,4-1-52 15,-8 0-56-15,-2-2-28 0,-1-2-730 16,-3 0 0-16,-6-2 0 0</inkml:trace>
  <inkml:trace contextRef="#ctx0" brushRef="#br0" timeOffset="45978.13">21200 9616 99 0,'-8'-15'220'0,"3"2"-14"0,-1 3-3 0,3 2-12 16,-1 1 0-16,3 3-7 0,-1 0-16 0,0 0-10 16,0 1-22-16,1-1-2 0,0 4-3 0,1 0 3 15,0 2-4-15,0 0 1 16,-2 5-18-16,2 12-3 0,-2 4 3 0,-1 10 2 0,-2 1-18 16,-2 3-5-16,-3 5-9 0,-3 1 0 15,-1 2-18-15,0 2-5 0,2 2-12 0,-2-2 5 16,2-1-7-16,-2 0 2 0,3-3-13 15,0 0-8-15,1-2-7 0,1-1 14 0,1-5-17 16,2-3-11-16,-2-2-28 0,1-2-30 16,0-2-24-16,-1-1-38 0,0-3-27 15,2-2-11-15,-3-6-36 0,2 1-72 0,-2-6-409 0,0-5 0 16,0-4 0-16</inkml:trace>
  <inkml:trace contextRef="#ctx0" brushRef="#br0" timeOffset="46140.56">20862 10371 848 0,'-3'-32'176'0,"3"16"4"0,0-7 10 16,0-2-3-16,0-2 10 0,0 2-29 0,0 1-23 15,14-24-6-15,-2 26-9 0,3 4-15 16,4 1-21-16,7-1 9 0,3 4-18 0,6 1-4 16,2 0-3-16,4 1-2 15,2 1-9-15,2 2-30 0,2-1-11 0,-3 2-31 0,1 1-10 16,-2-1-18-16,-1 1-28 0,1 0-39 16,-4 1-38-16,-3 0-54 0,0 1-98 0,-4-1-282 15,0 3 0-15</inkml:trace>
  <inkml:trace contextRef="#ctx0" brushRef="#br0" timeOffset="46508.02">22451 9540 142 0,'2'-5'196'0,"-1"3"-18"0,1-2 2 0,-1 3-17 16,-1 1 1-16,-1 1-10 0,-4 1-9 0,-2 13-21 15,-5 4-7-15,2 4-9 0,-6 5-1 16,-2 9-8-16,-1 1-3 0,-1 5-15 0,-2 3-7 16,0 2-5-16,1 2 0 0,4 2-2 15,-1-1-8-15,2 0 21 0,4-4-16 0,-1-1 10 16,4-5 0-16,1-1 6 0,2-4-3 15,3-2-12-15,3 1-18 0,0-20 6 0,0 8-20 0,17 22 19 16,-5-23-27-16,7-5-15 0,2 0-19 16,5-6-11-16,2-7-48 0,3-1-31 0,-15-3-38 15,6 0-49-15,30-15-49 0,-22 1-358 16,-4-1 0-16</inkml:trace>
  <inkml:trace contextRef="#ctx0" brushRef="#br0" timeOffset="46638.18">22561 10231 776 0,'-1'-23'146'0,"-1"0"0"16,2 12 1-16,0-4 12 0,-8-15-2 0,6 17 2 15,2 6 0-15,-2-3-16 0,2 10-18 0,0 0-7 16,0-7-20-16,24-5-6 0,-4 9-19 16,4 2-2-16,1 0-8 0,-12 1-1 0,9 0-11 15,4 0 5-15,4 0-23 0,2 0-24 16,0 0-22-16,37 11-51 0,-49-11-51 0,8 0-46 16,4 0-82-16,2 0-319 0,3 0 0 15</inkml:trace>
  <inkml:trace contextRef="#ctx0" brushRef="#br0" timeOffset="46830.07">23185 9983 219 0,'-1'0'251'15,"0"-4"5"-15,-1 3-22 0,0-1-29 0,2 1-31 16,0 2 4-16,0 2-2 0,-1 1-23 0,1 3-6 0,0 12-6 16,0-9-8-16,0 6-16 0,0 7-6 15,0 2-10-15,0 3-7 0,-14 32 1 16,9-32-15-16,-1-1-14 0,-3-2-20 0,4 0-29 15,-3 1-43-15,0-2-29 0,1-2-32 0,-2-3-43 16,2-4-19-16,0-3-27 0,2-5-51 0,1-3-309 16,4-4 0-16</inkml:trace>
  <inkml:trace contextRef="#ctx0" brushRef="#br0" timeOffset="46987.98">23017 9945 83 0,'-1'-41'226'0,"1"19"-23"0,0-9 13 0,0 0-16 16,0-1-28-16,0 4-5 0,12-31-26 15,-4 34-20-15,5 5-7 0,3 2-11 0,3 6-32 16,4 1-9-16,-1 4-18 0,2 5-20 16,2 2-28-16,-13 0-43 0,25 10-39 0,-13 3-29 0,-4-2-80 15,-1 4-109-15,1 1 5 16,-5 0 0-16</inkml:trace>
  <inkml:trace contextRef="#ctx0" brushRef="#br0" timeOffset="47499.42">23531 9840 178 0,'5'0'253'0,"0"0"-21"16,0-3-23-16,-1 6-23 0,0-2-9 15,0 2-19-15,7 8 1 0,-4 1-29 0,0 3 10 16,-2 3-16-16,1 1 2 0,-6 4-23 16,0-10 11-16,-11 26-1 0,4-16-33 0,-3 3-5 15,-1-1 1-15,2-1-4 0,-1-2-12 0,4-3 8 16,-1-4-5-16,3-5 12 0,-1-1 18 0,2-2 14 15,3-3 12-15,-1-1-1 0,2-4-14 16,4-3-14-16,9-9-22 0,3-6-12 16,0 3-7-16,4-7-16 0,4 1-17 0,0-1-1 15,2 1-2-15,0-1 8 0,0-1-1 16,0 1-11-16,-2 4-4 0,1 1 7 0,-4 3-7 16,-1 2-1-16,1-1 0 0,-5 1 7 0,-2 3-4 15,-4 5-16-15,-3 3 1 0,-8 2 0 16,6 0 3-16,4 12 1 0,-9 6-13 0,-1-7 9 15,-11 25-3-15,1-12 13 0,1 1-19 0,0-4 8 16,-1-3 2-16,5-3 2 0,0-4 21 16,3-3 19-16,-2-1 20 0,2-1-5 0,1-2 1 15,1-4 2-15,0 0-19 0,11 1 3 0,5-8-17 16,5-6-3-16,-1 0-13 0,2 0-6 0,2 0 2 16,2-4-5-16,0 2-8 15,2-2 5-15,-1 2-1 0,2 2-3 0,-4 0 6 16,0 2 7-16,-2 1 0 0,0 0 3 0,-4 2-4 15,1 1 4-15,-5 4-1 0,-15 3-1 0,13 0-6 16,11 13 7-16,-15 2 3 0,-5 5-2 16,-4 7-2-16,0-12-7 0,-15 30-13 15,4-11-32-15,-3 3-46 0,4 1-36 0,-2-2-25 0,2-4-8 16,0-2-30-16,4-2-39 0,2 0-550 16,2-3 0-16,1-7 0 0</inkml:trace>
  <inkml:trace contextRef="#ctx0" brushRef="#br0" timeOffset="48082.55">24341 10135 234 0,'3'-6'249'0,"-2"3"6"0,1 1-21 16,0-1-27-16,3 2-12 0,1-1-5 0,3 2-2 16,13 0-12-16,-9 0-3 0,8 0-5 15,9 0-22-15,1 0-7 0,3 0-8 16,2 0-20-16,4 0 0 0,4 0-19 0,2 0-5 15,2 0-23-15,50-8 14 0,-48 1-22 0,-4-2-14 16,-2-2-27-16,-4-3-8 0,-5 1 5 0,-4 0-27 16,-7-2-12-16,-5 0-2 0,-7-4 8 15,-8 0-4-15,-4 12-1 0,-18-15 12 0,-6 12 0 16,-4 5-2-16,-4 4 7 0,16 1-1 16,-35 16 10-16,10 1-11 0,-2 3 9 0,-3 5-11 0,-1 5 12 15,3 1 17 1,3 3-8-16,3-1-9 0,5 1 8 0,4-1 4 0,1-1 15 0,11-2-6 15,3-1 14-15,4-4 12 0,10 2 19 16,0-15 0-16,22 14 3 0,-1-15-17 0,9-1 12 0,6-6-13 16,8-3-8-16,-18-1 5 0,57-9-11 15,-23-4-2-15,3-6-9 0,-1-4-1 0,2-4 0 16,4-5-12-16,-1-2-2 0,-1-4-25 16,-2-1-22-16,-3-2-11 0,-4-2 11 0,-3 0 27 15,-6-2 35-15,-5 4 6 0,-7 3 1 16,-6 2-2-16,-1 5-10 0,-6 2 3 0,-2 7-7 15,-7 3-13-15,-11 11 4 0,-3 8-8 16,-17 12-3-16,-1 9 2 0,-8 10 0 0,-8 3 0 16,-1 11-24-16,-6 7 1 0,1 3 4 15,1 3 12-15,2 2 2 0,5 0 9 0,1-3 9 16,2 0-10-16,1-3 10 0,5-2 8 16,-2-2 1-16,1-3-2 0,-2-2-3 15,0-2 1-15,-2-3-3 0,-4-3-4 0,-6-4 5 0,-4-2 7 16,-7-4-1-16,-5-4-3 0,-14-4-23 15,-9-4-47-15,-11-5-35 0,-15-5-28 16,-1-1-33-16,52-4-19 0,-31 0-24 0,-107-13-52 0,82 5-517 16,0-5 0-16,3 3 1 0</inkml:trace>
  <inkml:trace contextRef="#ctx0" brushRef="#br0" timeOffset="48571.91">18279 11600 149 0,'-7'-1'249'16,"1"1"10"-16,0-2-22 0,6 1-17 0,2-4-23 16,17-9-17-16,4 0-26 0,11-1-10 15,10 0-14-15,11 0-13 0,11-1-8 0,13 1 4 16,8 1-27-16,-1 1-4 0,6 0-5 15,2 1-13-15,3 4-11 0,-4 1-18 0,-4-1-36 0,-6 1-52 16,-8 3-47-16,-10-1-52 0,-11 1-77 16,-12 2-301-16,-24 2 0 0</inkml:trace>
  <inkml:trace contextRef="#ctx0" brushRef="#br0" timeOffset="48753.81">18516 11866 32 0,'-64'25'356'0,"8"-1"-19"0,7-4-26 15,6-1-33-15,11-6-21 16,4 0-29-16,21-9-12 0,7-4-30 0,31-3-6 16,5-5-22-16,17-3-7 0,17-2-10 0,18-4-7 15,10 0-13-15,10-3-11 0,10-3-33 0,8 2-73 16,5-3-68-16,1-1-93 16,4-1-118-16,-7-1-421 15,-5-2 1-15,-6-1 0 0</inkml:trace>
  <inkml:trace contextRef="#ctx0" brushRef="#br0" timeOffset="50069.48">10009 12665 248 0,'13'0'253'0,"-13"13"4"15,19 17-29-15,-17-14-10 16,-2-4-12-16,0 6-35 0,0 6 10 0,0 5-25 0,0-1-8 16,0 5-11-16,0 3-19 0,0 3-22 0,0 5 8 15,12 47-11-15,-5-41-13 0,0 1-17 0,5 2 8 16,-3 0-10-16,2 0-2 16,1 1-8-16,3 0-1 0,-2-2 5 0,0 0-9 15,2-1-4-15,-1 1-3 0,1-4-7 16,-3-1-14-16,0-4-8 0,2-2-37 0,-4-5-26 15,1-4-43-15,0-2-44 0,-2-6-55 0,3-1-69 16,1-6-365-16,2-6 0 0</inkml:trace>
  <inkml:trace contextRef="#ctx0" brushRef="#br0" timeOffset="50529.78">10885 13202 77 0,'-2'-30'265'0,"2"15"2"0,0-9-1 16,0-4-18-16,-8-29-11 0,8 41-31 16,0-7-33-16,13-31-2 0,-2 23-8 0,6 2-33 15,7-1-4-15,6 2-11 0,6-1-2 16,8 4-16-16,7 2 2 0,2 4-16 0,4 4-14 16,-4 6-4-16,-5 6-14 0,1 3-5 15,-28 0-11-15,38 14 2 0,-28 3-5 16,-8 7-1-16,-8 8-8 0,-6 9-8 0,-9-19-7 15,0 17 3-15,-27 54-5 0,9-41-5 16,-4-2-2-16,2-4 7 0,1-4 2 0,2-7 9 0,1-3-12 16,4-6 22-16,0-3 0 0,3 1-9 0,1-3 8 15,5-2-11-15,3-14-3 0,0 6-3 16,16 8 7-16,0-7 4 0,3-3-12 0,0-1 2 16,9 0-7-16,0-1 6 0,0 1-3 0,-1 0 7 15,3 4-3-15,-2-1-6 0,-1 1-3 0,3 0 4 16,-2 0 7-16,-4 6-4 0,-2 0 16 15,-3 2-9-15,-4 4 5 16,-3 0-4-16,-8 4 4 0,-4 3 3 0,0-17-3 0,-14 27-3 16,2-14 13-16,-7-1 15 0,-4-2 11 0,0-1 2 15,-2-2-4-15,-1-1 7 0,-2-3-3 16,2-4 6-16,-2 0-13 0,0-2-2 16,2-3-7-16,-1 0-11 0,-2-3-38 15,3-3-49-15,0 2-41 0,3-4-57 0,12 0-51 0,-3 0-744 16,-16-22 0-16,22 8 0 0</inkml:trace>
  <inkml:trace contextRef="#ctx0" brushRef="#br0" timeOffset="50733.66">12021 13439 147 0,'28'-16'300'0,"-6"0"3"0,0 1-15 16,-4-2-12-16,0 0-8 0,-2 0-21 15,0 5-31-15,-4 1-26 0,-6 2-14 0,0 3-20 16,1 2-53-16,-1 1-69 0,-3 0-60 16,0 2-41-16,1 0-32 15,0 1-25-15,-4 0-48 0,0 0-53 0,0 0-273 16,7 0 0-16</inkml:trace>
  <inkml:trace contextRef="#ctx0" brushRef="#br0" timeOffset="51004.36">12502 12987 170 0,'13'-26'268'0,"-2"1"30"0,-3 2 3 0,3 3-16 15,-4 1-18-15,-1 6-38 0,2 0-19 16,-6 8-27-16,0 5-19 0,-2 0-24 0,1 10 6 16,-4 9-27-16,3-4-8 0,-12 36-6 0,2-8-8 15,0 5-29-15,1 4 2 0,-3 0-7 0,3-1-2 16,2-2-4-16,4-3 9 0,3-3-7 15,0-24 6-15,0 11 5 0,19 30-11 16,-4-31-8-16,3-6 8 0,8-5-11 16,2-6-8-16,5-6-2 0,7-5-27 0,-17-1-11 15,45-14-43-15,-20 1-24 0,4-4-63 0,-3-1-44 16,-1-5-34-16,-2-1-631 0,-4-1 0 0,-2-5 0 16</inkml:trace>
  <inkml:trace contextRef="#ctx0" brushRef="#br0" timeOffset="51182.25">13157 13099 699 0,'-12'-13'119'0,"6"6"-2"16,2 2-17-16,-2 4-10 0,0 2 6 0,2 3-6 0,-4 11 9 16,3 4-9-16,0 8-1 15,4 3 1-15,1 5-2 0,-2-1 6 0,2 4-5 0,-1 3 5 16,-1 2-4-16,1 6 1 0,-2 5-14 16,1 3-8-16,-1 2-25 0,-1 1 14 0,0 0-8 15,1-1-10-15,-2-2-7 0,0-2-25 0,2-3-28 16,-2-5-35-1,1-4-37-15,-2-5-42 0,0-6-50 0,-1-2-35 0,0-10-256 16,2-8 0-16</inkml:trace>
  <inkml:trace contextRef="#ctx0" brushRef="#br0" timeOffset="51311.75">12993 14092 771 0,'-6'-27'97'0,"-2"-1"12"15,4-4-1-15,0 2-6 16,2 0-4-16,-1-4-2 0,3 19-8 0,0-7-13 0,0-3-3 16,21-24-7-16,-6 29-14 0,5 3 2 0,5 0-3 15,7 4-17-15,6 3 4 0,3-1-26 0,5 0-11 16,1 0-11-16,8 1-18 0,2 1-32 15,8-2-37-15,-1 3-59 0,5-3-92 16,0 0-79-16,1-3 0 0</inkml:trace>
  <inkml:trace contextRef="#ctx0" brushRef="#br0" timeOffset="51514.68">14544 13368 35 0,'11'-10'359'0,"-4"4"-12"16,-3 1-25-16,-1 3-27 0,-3 2-16 0,-3 3-31 15,-6 9-6-15,-5 3-31 0,-2 2-20 0,-2 7-30 16,-2 5 0-16,-6 8-22 0,-3 4-11 16,-2 6-24-16,-4 5-3 0,0-1-10 0,-2 3-12 15,0 2-6-15,-1-3-9 0,2 1-29 16,2-1-13-16,-1-6-28 0,3 0-52 0,1-6-10 16,0-5-39-16,2-5-52 0,1-4-53 15,3-7-558-15,-1-9 1 0,1-6 0 0</inkml:trace>
  <inkml:trace contextRef="#ctx0" brushRef="#br0" timeOffset="51714.74">13662 13603 165 0,'0'-31'318'0,"0"17"-27"0,19-21-29 16,-3 18-22-16,7 2-21 0,5 10-17 0,4 2-11 16,-14 3-14-16,41 14-7 0,-18 2-15 0,1 6-15 15,-2 7-11-15,1 5-1 0,-2 5-13 0,-2 3-25 16,-1 4-7-16,-2 2-4 0,-2 2-4 0,-2 0-14 15,0 0-6-15,-2-2-2 0,0-1-34 16,0 0-25-16,1-2-57 0,-1-6-13 0,4-1-36 16,3-7-49-16,1-6-74 15,0-6-456-15,3-4 0 0,1-5 0 0</inkml:trace>
  <inkml:trace contextRef="#ctx0" brushRef="#br0" timeOffset="52298.4">16751 12669 207 0,'-42'-4'228'0,"18"4"8"0,-14 0-1 0,-54 13-24 15,35 1-28-15,-2 2-8 0,1 6-25 0,0 4 14 16,4 4-15-16,0 6-11 0,5 3-14 16,2 3-7-16,7 6-3 0,0 3-4 0,7-1-2 15,6-1-12-15,4 2-2 0,7-1 1 0,6-3 5 16,5-3-4-16,5-3 7 0,0-20-19 0,13 35 5 16,3-24 1-16,5-4-17 0,8-3 1 15,9-5-11-15,3-5-14 0,6-5-18 0,5-2-58 16,3-6-58-16,-26-2-45 0,14 0-62 15,59-17-61-15,-46 3-522 0,-2-5 0 0,-5-4 0 16</inkml:trace>
  <inkml:trace contextRef="#ctx0" brushRef="#br0" timeOffset="52494.28">16805 13036 158 0,'2'-8'199'0,"-2"1"-14"0,1-1 15 0,-1 3-19 15,8-9-9-15,0 3-15 0,1 1 0 0,0 3-25 16,1-2-11-16,5 3-17 0,-4 2-19 0,-3 1-20 16,2 1-16-16,-4-1-36 0,1 2-44 0,-4 1-49 15,2 0-48-15,-5 0-48 0,0 0-118 16,3 1-24-16,-6 0 1 0</inkml:trace>
  <inkml:trace contextRef="#ctx0" brushRef="#br0" timeOffset="53341.85">17094 12709 54 0,'5'-5'177'0,"-2"3"-7"15,1 2-2-15,-2 0 2 0,1 2-6 16,-2 3 4-16,5 10 0 0,-6 4-13 0,0-8-12 16,0 10-11-16,0 5-9 0,-16 34-25 15,8-23-2-15,3 1-23 0,-4 2 12 0,5-1-10 16,3-2-20-16,1-5 1 0,0-15-8 0,0 6 13 16,0 1 4-16,12 19 24 0,-5-28 6 0,7-5 13 15,-2-10-27-15,7 0-3 0,26-18-2 16,-13 3 1-16,0-9-16 0,3-1-3 0,1-4-13 15,2-5-8-15,0 0-6 0,-2-1 12 16,-2 1-15-16,-5 2 1 0,-2 4 17 0,-5 2 0 16,-2 1-4-16,-2 5-5 0,-2 2 0 0,-2 0-24 15,0 5-2-15,-4 7-8 16,-7 5 9-16,-3 1-3 0,-2 23 8 0,-6 4-6 0,-6 6-6 16,-6 9 3-16,-4 7-18 0,-5 10 7 0,-2 1 10 15,-1 0-5-15,1 0 7 0,1 0-12 16,0-3 7-16,2 0-4 0,-1-5 8 0,1-3-7 15,-2-2 0-15,0-1-14 0,-2-3 7 16,-1-3-20-16,-1-7-39 0,1-3-16 16,-2-5-13-16,2-5 2 0,2-7-22 0,2-3-7 15,-3-6-8-15,16-4-8 0,-18-11 4 0,18-1 13 16,8-6 8-16,6-1 7 0,2 5 6 0,22-21 16 16,-4 12 10-16,5-2 4 0,6 0 12 15,4-1 21-15,3 4 19 0,4-2 28 0,4 0 11 16,3 2 22-16,1 2 6 0,1-2 5 15,6 2 3-15,-2 0 18 0,4 0 23 0,5 0-7 16,-3 0-1-16,2 0-6 0,-1 0-11 0,-4 0 17 16,-3 0-12-16,-5 2 2 0,-4 1-7 0,-5 0 14 15,-5-1 0-15,-6-1 5 0,-4 2-5 16,-6 0 7-16,-6 0-19 0,-8 4-5 16,-4 13-14-16,-19-17 6 0,0 13-23 0,5 4 3 15,-8 0 0-15,-30 17-14 0,19-4-4 0,0 6-6 16,1 5-24-16,0 2-2 0,1 4-18 0,3 1-31 15,4 2-25-15,3 1-26 0,8 0-37 16,1-2-20-16,12 0 9 0,0-18-1 0,22 19-11 16,4-22-23-16,13-3-39 0,7-8-393 15,-19 0 1-15</inkml:trace>
  <inkml:trace contextRef="#ctx0" brushRef="#br0" timeOffset="53646.77">18596 12958 21 0,'-19'-7'250'0,"-3"5"-26"16,8 2-4-16,-27 13-22 0,12 2-30 0,-2 2-1 16,-1 4-14-16,-2 8 6 0,1 5-11 15,2 2-12-15,2 0 0 0,0 1-5 0,6-3-8 16,4-1-7-16,3-3 4 0,6-3-10 16,3 0 12-16,5-5-3 0,2-15 6 0,15 12-9 15,7-15-6-15,-9-4-14 0,8 0-5 16,30-19-12-16,-23 4-18 0,3-3 4 0,-1-2-8 15,2-4-3-15,-1-1-9 0,-3-1-8 16,-2 4 2-16,-2 0-2 0,-5 3-8 0,0 3 9 16,-3 0-5-16,-2 3-2 15,-2 2-5-15,0 3-6 0,-6 4-9 0,-6 4-3 0,4 4 0 16,-8 11-12-16,-5 6 8 0,-4 3-20 0,1 1-24 16,2 3-47-16,-2 0-50 0,2 0-21 0,2 0-28 15,1 0-20-15,6-5-596 0,1-12 0 0,18 12 0 16</inkml:trace>
  <inkml:trace contextRef="#ctx0" brushRef="#br0" timeOffset="53885.16">19068 12949 231 0,'0'-13'259'0,"-1"9"-22"16,-4 0-14-16,-3 5-14 0,-8 9-23 0,-5 2-17 15,-1 9-14-15,-5 3 0 0,-1 8-30 16,0 2-18-16,0 0-2 0,2 1 14 0,2-2-13 15,5-3 21-15,3-1 0 0,4-4 15 0,2-3 9 16,6-1 14-16,4-16-4 16,26 12-14-16,6-17-11 0,-14 0-19 0,48-17-10 15,-16-3-8-15,7-8-26 0,0-2-18 16,0-4-25-16,3-2-28 0,2-5-52 16,2 1-107-16,0-1-44 0,-6 4-704 0,-6 5 1 15,-7 0 0-15</inkml:trace>
  <inkml:trace contextRef="#ctx0" brushRef="#br0" timeOffset="54214.97">18412 13613 185 0,'-42'-5'203'0,"19"5"4"16,-18 0-3-16,-60 11-12 0,35 3-15 15,-9 5-8-15,-4 5-7 0,-4 9-8 0,-2 4 0 16,0 8-3-16,2 0 7 0,1 8-14 0,8 3-6 16,4 0-9-16,10 1-5 0,5 0 5 15,7-2-13-15,10-2-5 0,6-3 1 0,10 0-5 16,6-4-1-16,8-5-10 0,8-22-1 15,15 32-19-15,5-23-8 0,9-5 1 0,13-4-33 16,6-4-6-16,5-5-42 0,7-2-49 0,3-6-46 16,1 0-40-16,-32-2-61 0,17 0-609 15,61-15 0-15,-53 6 0 0</inkml:trace>
  <inkml:trace contextRef="#ctx0" brushRef="#br0" timeOffset="54376.87">17639 14283 112 0,'-28'-16'258'0,"4"1"-40"16,3 1-8-16,4-1-22 0,8 4-23 0,9 11-21 16,0-9-16-16,26-6-12 0,1 10-13 15,3 3-19-15,10-2-26 0,2 4-38 0,8 0-30 16,-22 0-30-16,12 0-38 0,10 0-48 0,3 0-41 16,3 0-86-16,-5 0-30 0,0 0 0 15</inkml:trace>
  <inkml:trace contextRef="#ctx0" brushRef="#br0" timeOffset="54735.04">18328 14178 12 0,'-3'3'186'0,"0"-1"-6"16,-1 0 6-16,0 2 0 0,-6 9-6 15,-2 2 5-15,-1 1-15 0,0 3 0 0,1 1-4 16,-2 3-8-16,-2 5-20 0,-2 0 19 16,0 2-31-16,-1 2-22 0,-1 0 7 0,1 1-24 0,-2-1 5 15,5 0-24-15,-3-2 4 0,6-5-22 16,0-3 11-16,1 1-19 0,2-7 48 0,0-1 30 15,5-7 19-15,2-5-3 0,3-3-3 16,-2-7-13-16,7-15-23 0,4-4-17 0,1-5-18 16,4-8-23-16,0-6-10 0,4-6-36 15,1-3-18-15,1-4-16 0,5-4-14 0,3 1 0 16,0 1-12-16,1 5 17 0,2 1 5 0,-5 4 3 16,1 6 13-16,-2 3 1 0,2 6 19 0,-5 2 7 15,2 7-5-15,-4 6 5 0,0 1 13 16,1 6 12-16,2 5-6 0,-7 8-3 15,-10 0 9-15,12 25 3 0,-12 1 3 0,-6-11-1 16,-16 37-12-16,0-14-7 0,-3 7-8 0,-2-2-40 16,3-3-23-16,0 1-11 0,5-9-23 15,1-2-26-15,4-6-27 0,3 0-12 0,5-14-61 16,11 10-464-16,8-17 1 0,-6-3 0 0</inkml:trace>
  <inkml:trace contextRef="#ctx0" brushRef="#br0" timeOffset="55030.44">19270 13772 109 0,'6'-24'255'0,"-8"1"16"0,-10 6-20 0,-9 4-13 15,-5 6-28-15,-9 5-12 0,17 2-16 16,-36 12-21-16,14 4-24 0,-1 9-5 0,0 6-16 16,1 7-4-16,3 1-10 0,8 4-22 15,7 1 16-15,6 0 0 0,7 0-11 0,9-1 3 0,0-21-10 16,20 44 12-16,-1-22-1 15,3-4-20-15,3 0-6 0,3-4-19 0,1 1 17 16,-2-3-18-16,-2-4-1 0,-3-3 7 0,-4-5-3 16,-1 0 21-16,-4-3 21 0,-7 2 7 15,-6-12-15-15,-18 16-9 0,-4-14-3 0,-10-1-8 16,-8-3-6-16,-6-1-6 0,-6-6 3 0,25 0-20 16,-16 0-12-16,-60-14-32 0,41 2-49 15,3-2-54-15,0-5-83 0,2-3-67 0,4-4-652 16,5-5 1-16,7-4 0 0</inkml:trace>
  <inkml:trace contextRef="#ctx0" brushRef="#br0" timeOffset="65907.92">21222 12951 143 0,'0'-13'163'0,"0"-12"-12"16,-5 15-1-16,1 2-13 0,-3-3-6 0,1-1-21 15,-2 3-7-15,-3 0-11 0,-1 1-7 16,-4 3-1-16,-1 1-15 0,-10 1-5 0,15 3-1 16,-11 0-6-16,-28 12-12 0,17-5 1 15,-2 7-5-15,-3 2-1 0,-2 5-3 0,-3 4 0 0,-4 5-4 16,3 4-3-16,-5 3-2 0,3 4 10 15,3 2-7-15,3 1 8 0,2 1-1 0,8 0-3 16,2-2 0-16,8-4 0 0,3 2 13 16,10-4-12-16,2-2 7 0,6-17 3 0,14 29-8 15,1-17-6-15,10-6 0 0,10-1-11 0,5-3 10 16,7 1-6-16,-1-4-11 0,3 0 12 16,-5-1-2-16,-2-1-10 0,-4 2-8 15,-4-2 3-15,-4 0-2 0,-6 0 3 16,0-2-9-16,-4 5 12 0,-8 0-8 0,-8 1 3 15,-4-10-9-15,-10 23 11 0,-6-15-9 0,-6 4 10 16,-5-5-4-16,-3 3 13 0,-5-2-8 16,-4-1 10-16,-2-1-6 0,-1-1 11 0,-3-1-2 0,-1-1 5 15,1-1-12-15,0 0 1 0,-2-2 2 16,6 0-8-16,1-2-3 0,0 1-12 0,4-3 10 16,1 0-19-16,4 0-4 0,1 0 2 0,3-2-42 15,3-1-61-15,4-1-58 0,10 0-62 16,10-1-346-16,0 0 0 0</inkml:trace>
  <inkml:trace contextRef="#ctx0" brushRef="#br0" timeOffset="66332.2">21269 13450 100 0,'-15'-9'197'15,"1"-1"-23"-15,2 2 5 0,0 1-20 16,2 0-10-16,5 1-17 0,-2 3-15 0,5-1 1 16,-2-2-15-16,4 6-14 0,14-15-8 15,4 4-2-15,7 2-10 0,3-1-7 0,7 2-4 16,3 3-15-16,5 1-1 0,4 2 0 0,-25 2-9 15,13 0 11-15,44 14-6 0,-37-7-8 0,-3 4 10 16,-6 2-3-16,-6 2-3 0,-7 0 3 0,-6 7-4 16,-8 8 4-16,-6-15 1 0,-16 34-10 15,-1-10 10-15,-5 0-5 0,0 0-3 0,-2-2-1 16,1 0-5-16,0-2 0 0,4-4 8 0,0 1-14 16,3-4 13-16,2-3-22 0,5-3 15 0,1 6-4 15,1-7-5-15,7-10 18 0,0 4-8 16,23 16-4-16,-1-19 4 0,6-2 5 15,7-2-9-15,4-1-9 0,4 0 6 0,1-3-24 16,0-4-28-16,2 0-46 0,-23 0-55 0,11 0-47 16,6 0-71-16,46-15-308 0,-45 7 0 15</inkml:trace>
  <inkml:trace contextRef="#ctx0" brushRef="#br0" timeOffset="66560.07">22289 13623 231 0,'-7'-20'207'0,"1"3"1"0,3 6-21 0,0 0-20 15,1 3 2-15,1 1-20 0,1 1-24 0,0 6-14 16,0 0-4-16,11-12 0 0,4 6-4 0,4 2-26 16,1 2-8-16,0 0 0 0,-10 2-13 15,4 0-12-15,2 0 1 0,14 13-19 16,-20-7-29-16,-5 3-13 0,-4-1-19 0,-1 1-42 15,0 5-46-15,-20 21-65 0,3-13-135 16,0-1-50-16,-1 1 0 0</inkml:trace>
  <inkml:trace contextRef="#ctx0" brushRef="#br0" timeOffset="67088">22768 13420 172 0,'-2'-28'192'0,"2"14"-3"0,0-8-16 0,0-2-13 15,0-4-4-15,0 1-18 0,0-1-23 0,0 2-1 16,13-26-19-16,-4 27-9 0,1 2-12 16,4-1-3-16,5 0-6 0,5 2-5 15,6-1-4-15,9 4-9 0,8 1 3 0,4 1-4 16,7 2-6-16,3 1 4 0,2 3-8 0,-3 2-2 15,0 1-4-15,-9 5-11 0,-4 0-3 0,-7 3 1 16,-23 0 0-16,30 11-4 0,-26 1 12 16,-16 11-5-16,-5-10-15 0,-27 29 7 15,-6-9 12-15,-12 4 10 0,-10 2 3 0,-3 1 1 16,-2 3 5-16,-1 0-10 0,1 1 0 0,-2 1-4 16,6 3 7-16,1-1-6 0,4 4-10 15,7 1 2-15,3 0 13 0,9 1-22 0,8-4 4 16,8-1 6-16,7-1 3 0,8-4-10 0,1-23 8 15,16 37-2-15,0-21-3 0,7-8-4 16,7 2 8-16,0-7-12 0,6-3 6 0,2-7 10 16,-2 1 3-16,-1-6-1 0,0-5-18 0,-18-3 22 15,27-12-9-15,-18-2-2 0,-3-3-16 16,-6-6-6-16,-6-4-15 0,-7-6-7 0,-4 16-8 16,-16-42 8-16,-3 15-1 0,-5-1 4 0,-3-1-14 15,-2-3-13-15,-2 1 17 0,0 0-2 16,1-3-5-16,2 5 0 0,3 1 2 15,3 5 0-15,2 5 4 0,3 3 6 0,3 6-5 16,6 1 1-16,8 16-7 0,14-14-20 0,3 16-20 16,9 5-45-16,-14 2-49 0,12 0-101 15,34 19-221-15,-16-10 0 0</inkml:trace>
  <inkml:trace contextRef="#ctx0" brushRef="#br0" timeOffset="67607.36">23990 13066 125 0,'3'-19'203'0,"-1"1"-15"15,-2 10-2-15,10-20-24 0,-1 8-13 0,-2 5-13 16,3 3-7-16,6-3-21 16,3 2-1-16,4 1-15 0,3 3-10 0,2 0-6 0,10 1-14 15,1 4-6-15,0 4 9 0,-17 0-19 16,9 0 19-16,40 10-6 0,-34-5 1 0,-4 6-24 16,-6 4 1-16,-5 2 6 0,-6 6-6 0,-11 4-6 15,-5-12 5-15,-21 37-1 0,-5-15 6 0,-3 2-16 16,-4-2 3-16,3 0 10 0,-1-5-1 15,5-2 9-15,2 0-14 0,4-2-9 16,3-1 11-16,9 0-14 0,3 3 4 0,5-17 2 16,22 25 0-16,4-14 1 0,10-2-2 15,6 1-11-15,4 1 1 0,0-1-4 0,1-1 5 0,-3-1 8 16,0 1-5-16,-4-3 2 0,-4 0 10 0,-3-3-2 16,-4 1-14-16,-6-2 8 0,0-2 1 15,-9 2-7-15,-7 0 11 0,-7-5-13 16,-17 14 11-16,-5-9-6 0,-14 0 18 0,-8 2 11 15,-12-2 11-15,-2-2-7 0,-6 1 6 0,1-2-1 16,1-2-11-16,-2 1-12 0,0 0 8 0,1-1-9 16,-3-1-32-16,1-1-37 0,1 0-66 15,0 1-55-15,1-2-67 0,3-3-571 0,3 1 0 16,1-3 1-16</inkml:trace>
  <inkml:trace contextRef="#ctx0" brushRef="#br0" timeOffset="69220.53">19641 13458 82 0,'0'0'149'0,"0"0"-7"16,0-13-7-16,2-8 13 0,-2 13-16 15,2 1-5-15,-2-1-3 0,0-7-16 0,0 0-8 16,0-3 1-16,0-1-10 0,0 0-4 0,0-2-1 16,0 0-10-16,0-1-8 0,0-2 3 0,12-29-6 15,-5 25-3-15,-1 1-10 16,2-2 5-16,5-2-7 0,1-2-10 0,3 1 2 15,5-4-2-15,3 1-5 0,2 0 1 0,2-1 3 16,6 0-4-16,4-1 1 0,1 1-16 0,3 0 10 16,3-2-3-16,1 2-1 0,4 0 4 15,4-1-16-15,0-1 8 0,7 1-7 16,0-1 10-16,3 2-6 0,4-1-17 0,3 2 19 16,1 1-10-16,2 0 1 0,1-1 1 0,0 5 13 15,2-2-11-15,1 2-6 0,0 0 0 16,7 2-13-16,1 1 12 0,0 3-4 0,-1-1 4 15,1 3-2-15,1 1 3 0,3 3-7 0,2 1-2 16,6 0-6-16,2 4-3 0,-1 0 5 0,0 4-1 16,-4 1 5-16,7 2-1 0,1 2 2 15,0 3 6-15,-50 1-13 0,27 0 4 16,106 9 1-16,-86-1-10 0,1 1-5 0,-2 4 12 16,0 1 0-16,-2 1-1 0,-3 3 1 0,-1 0-1 15,-4 2 1-15,0 2-11 0,-4 2 19 16,-1 1-9-16,-4 1 2 0,-2 0-8 15,-2 4 5-15,-3-3 7 0,0 6-1 0,-5-1-2 16,1 2 0-16,1 1-6 0,-2 1 9 16,-1 0-6-16,-3 0 13 0,-5-1-2 0,-4 1-3 0,0-1-10 15,-6 1 4-15,-4 3 0 0,-2 0 6 16,-3 0-2-16,-3-1 7 0,-4 2-3 0,-2 2-13 16,-2 0 2-16,-5-1 2 0,0 4 0 15,-1 0 10-15,-5 0-10 0,-2 0 14 0,-3 2-14 16,0-1 12-16,-4 1-4 0,0 0-5 0,-1 0-3 15,-4 0 15-15,-3 2-13 0,1 2 4 16,-3-1 20-16,0 2-11 0,0-27-8 0,0 13 7 16,0 6-10-16,-16 50 14 0,9-46-13 0,-2 0 2 15,0 1 7-15,-3-3 6 0,-4 3-7 0,1 1 14 16,-4-1-9-16,0-2 1 0,-2 1-3 0,-2 0-2 16,0-1 3-16,-5-1-2 15,2 1-14-15,-3-2 28 0,-2 0-19 0,-3 0 0 16,0 2-7-16,0-2 22 0,-5-3-24 0,4 2-4 15,-2-3 13-15,-2-1 4 0,-1 0-7 0,1-2 4 16,-7 0 7-16,2-1-9 0,-4-1 1 16,0 0-7-16,0-5 19 0,-2 3-12 0,3-2 14 15,-6-2-13 1,2-2 9-16,-2 0-15 0,-2-1-5 0,2-4 9 0,-2 2 1 0,-2-3-1 16,-2-3 5-16,-1 0 12 0,-3-2 6 15,-1-2-4-15,-2-2-9 0,-6-1 12 0,3-2 1 16,-5-2-2-16,0-3-9 0,1 1 17 0,0-4-13 15,-2 0 9-15,39-2 3 0,-23 0 2 0,-11 0 6 16,-86-13-21-16,70 5 12 0,0-1-7 16,-1-2 10-16,-1-4-16 0,-2 1 11 0,-8-2-13 15,-4-1 14-15,0-3-14 0,1-3 6 0,1 2-11 16,-1-2 8-16,2-3-2 0,-6-1-4 16,0 0 0-16,2-3-9 0,-1-2 10 0,4-1-17 15,0-1 2-15,1 0 0 0,-1-1 9 0,0-1 3 16,0 0-13-16,1-2-2 0,1 1 6 15,1 0 2-15,2-3-15 0,2 0 2 16,4-2 4-16,1 1 1 0,7-1-5 0,0 2 17 16,5-1-15-16,4 0 1 0,4 0-1 0,3-1-3 15,5 2-2-15,4-1-6 0,2 2 13 0,7-1-12 16,3 2-2-16,4 0-4 16,2 1 15-16,6-2-9 0,2 2 7 0,2 3-2 0,3 1 4 15,8-1-28-15,-1 4 28 0,2 1-10 16,4 1 11-16,5-1-17 0,2 2 0 0,5 1 12 15,0 15-5-15,17-23-29 0,-1 15-13 16,4 0-29-16,1 1-41 0,7 1-31 0,0 2-58 16,2 0-484-16,0 3 0 0,4-1 1 15</inkml:trace>
  <inkml:trace contextRef="#ctx0" brushRef="#br0" timeOffset="70809.36">17457 16069 76 0,'0'0'266'0,"0"0"-14"0,0 14 2 15,0-14-34-15,0 0-26 0,0 0-13 0,0 0-8 16,15-2-30-16,14-6-6 0,4 0-18 16,2-4-14-16,6 0-9 0,8 1-18 0,10-2 11 0,2-2-20 15,7 2 4-15,3 0-14 0,0 1-19 16,-4 1-21-16,-1-1-22 0,-4 2-37 15,-8 2-46-15,-4-1-42 0,-6 3-39 0,-10-1-83 0,-2 1-243 16,-14 6 1-16</inkml:trace>
  <inkml:trace contextRef="#ctx0" brushRef="#br0" timeOffset="70986.77">17565 16452 47 0,'-16'24'286'0,"8"-5"-9"0,8-19-12 15,12 22-33-15,6-16-4 0,9-4-3 16,-10-2-25-16,13 0-9 0,8 0-11 16,56-9-22-16,-35 6-11 0,-1-2-14 0,4 0-39 0,-5 1-47 15,0-1-54-15,-2-1-61 0,-2-4-53 16,-2 0-65-16,-6-1-61 0,-1-2-274 0,-8 2 1 16</inkml:trace>
  <inkml:trace contextRef="#ctx0" brushRef="#br0" timeOffset="80411.69">19595 15886 69 0,'0'0'149'16,"0"0"13"-16,-15-13 9 0,15 13 6 0,0 0 18 16,-19-24 14-16,19 20-10 0,-1 2-17 0,1-2-20 15,-3 1-6-15,3 1-9 0,0 0-17 0,-2-1-13 16,-1 2 5-16,2-1-30 0,-1 0 1 16,1 0-10-16,1 1 9 0,-3 1-23 0,2 0-17 15,-2 1 12-15,1 3 1 0,-1 0-19 0,0 2 6 16,-2 9 7-16,-1 3-34 0,-3-1 6 15,4 1 1-15,-1 1-1 0,2 3 9 0,-1-1-5 16,4-1-12-16,-6 0-2 0,3-2 0 16,1 1 4-16,-1-2-21 0,-1-4 7 0,1 2 0 15,2-2-4-15,1-1-3 0,1-5 3 16,-2 2 7-16,2-5-23 0,0 3-6 0,-3-3 10 16,3-2-39-16,-1 2-1 0,1-2-32 0,0 1-55 15,-2-3-40-15,2 0-32 0,0 0-485 16,-4-11 1-16,-2-2 0 0</inkml:trace>
  <inkml:trace contextRef="#ctx0" brushRef="#br0" timeOffset="80631.57">18941 15955 83 0,'-18'-2'181'0,"4"-2"13"0,4 4 26 15,2-1-10-15,1-2-22 0,3 2-34 0,1 1-3 16,3-3-12-16,0 0-17 0,3-1-19 15,19-3-2-15,4 1 4 0,8-1-11 0,7-3-6 16,7 2-6-16,7 0-5 0,7-3 8 0,10 0 8 16,7 4-20-16,10-1 7 15,5-2-11-15,5 1-6 0,-1 3-14 0,2-3-18 0,-7 2-7 16,-2 3-23-16,-6-3-26 0,-9 0-42 16,-8 2-36-16,-9 2-33 0,-10-1-65 0,-9 0-381 15,-6 4 0-15</inkml:trace>
  <inkml:trace contextRef="#ctx0" brushRef="#br0" timeOffset="80875.2">19003 16520 107 0,'-35'22'217'15,"4"-3"-6"-15,3-2-7 0,3 0-15 16,4-2-26-16,7-4-13 0,10-2-14 0,4-9-5 15,20 10-21-15,9-9-6 0,-12-1 0 16,12 0-9-16,10 0-1 0,54-9-18 0,-37 3-8 16,6-2-17-16,3 1-9 0,0 0 6 15,-1-1-3-15,2 1-20 0,-3-1-19 0,-2-1-23 16,-3-1-27-16,-6-1-36 0,-5 2-46 0,-1-2-49 16,-3 1-51-16,-6-3-201 0,-2 0 0 15</inkml:trace>
  <inkml:trace contextRef="#ctx0" brushRef="#br0" timeOffset="81337.32">20090 16215 88 0,'0'-4'188'0,"0"-1"-21"0,-2 3 7 16,1 1 1-16,0 2-5 0,-3 3-10 0,-5 11-15 16,-3 4-15-16,-4 3 6 0,0 5-10 15,-1 5 0-15,-3 4-17 0,-3 2-11 0,-1 3-2 16,2-1-18-16,0-1-9 15,5-5-15-15,0-2 18 0,3-4 14 0,1-7-4 0,-1-1-2 16,6 1-4-16,-1-6-3 0,4-7-12 0,5-4-13 16,1-5-10-16,10-8-20 0,4-8 2 0,-1-3-12 15,6-3-20-15,3-5-7 0,2-4-14 16,1 2 11 0,2-4-9-16,-2 2-7 0,-1-1 7 0,0 3-7 0,1 1 11 0,-4 1 8 15,-1 6-7-15,-5-1 3 0,0 3 11 16,-3 3 3-16,0 5 3 0,-1 1-8 0,-3 8 14 0,0 3 8 15,-9 0-1-15,12 18-2 0,-8 3 13 16,-1 7 3-16,-3-13 18 0,0 10-30 0,0 3 11 16,0 2 0-16,0 1 0 0,0 0 2 0,0-2 35 15,0-3 6-15,0-4-4 0,1 15-15 0,7-29-1 16,10-3 0-16,3-5-10 0,-8 0 9 16,30-22-15-16,-10 6-7 0,1-6-11 0,1-2-6 15,0-6-10-15,3-3-17 0,1-1-4 16,-1-3 4-16,1 2-14 0,1-3 6 15,-1 4-7-15,-5-1 6 0,2 1-10 0,-2 2 6 16,0 2 4-16,1 4-2 0,-4 0-16 0,0 3-36 16,-1 3-52-16,0 5-70 0,-4-2-382 15,0 5 0-15</inkml:trace>
  <inkml:trace contextRef="#ctx0" brushRef="#br0" timeOffset="81871.42">21365 15956 1 0,'-1'0'218'0,"-2"1"-16"0,0 2-1 0,-9 9 4 16,1 5-6-16,-6 3 0 0,-1 3-22 0,-4 5-9 16,-2 6-19-16,-2 5-15 0,-1 4-19 15,-1 0-5-15,-1 2-12 0,4-3-3 0,3-1-31 16,0-6 14-16,5-1-1 0,1-7 0 15,3-3 1-15,-1 0 11 0,4-5 7 0,-2-1 24 16,4-4-4-16,5-5-12 0,0-3-1 16,1-6-16-16,4-2-19 0,1-5-3 0,4-9-22 0,3-7-11 15,1 0-1-15,-3-4-24 16,6-3-12-16,-1 0-6 0,1-3-2 0,2-4-17 16,1 2 3-16,0-3-10 0,7 0-1 0,0 0-8 15,3 1 6-15,-1-1-7 0,6 1 15 16,6 1-4-16,4 2 23 0,6 4 8 0,6 0-4 15,0 3 25-15,0 5 2 0,-2 3 10 0,-4 4-10 16,-4 1 5-16,-4 7 6 0,-5 2-6 0,-18 5 10 16,26 11-1-16,-24 5-14 0,-11 5-4 15,-8-5 12-15,-16 29-9 0,-5-13 2 0,-5 0-3 16,-4 4-5-16,1-3-1 0,2-1 6 0,1 0 6 16,1-4-11-16,5-2-16 0,3-3 10 15,1 1 15-15,4-4 31 0,1 3 6 0,6-2 15 16,2-1 4-16,3-10 3 0,12 16-5 0,3-11-8 15,7 0 1-15,1-5-8 0,5 1-6 0,6-4 0 16,0 2-10-16,3-1 2 16,-2-2-8-16,0 0 0 0,1-1-6 0,-2 0-6 15,1 0-12-15,-4 1-12 0,3-2-34 0,-4-3-28 16,-2 3-58-16,-3-3-60 0,-16-1-68 0,4 0-738 16,0 0 1-16,-2 0 0 0</inkml:trace>
  <inkml:trace contextRef="#ctx0" brushRef="#br0" timeOffset="83042.36">22784 15900 19 0,'0'0'172'0,"0"0"-8"16,0 0 3-16,-14 0 2 0,14 0-4 0,0 0-20 16,0 0-6-16,0 0-16 0,0 0 7 15,0 0 5-15,0 0-7 0,0 0 12 0,0 0-14 16,0 0 14-16,0 0-14 0,14-26-2 0,10 18-19 15,3 2-3-15,5-3-21 0,10-5 4 0,6 1-6 16,3-1-13-16,4-1 6 16,2 0-32-16,2-1 15 0,1-1 4 0,-3 2-2 15,-1 0 11-15,-6 0 0 0,-5 3 8 0,-2 1 1 0,-7-1-6 16,-2 4 8-16,-8-1-14 0,3 1-6 16,-5 3 5-16,-5 1-7 0,-7 4-14 15,-12 0 1-15,13 9 0 0,-12 10 0 0,-1-6-2 16,-17 27-10-16,4-8-2 0,-5 1 4 15,-3 7-8-15,-2 5-12 0,0 1 10 0,-2 1 0 16,0 4-11-16,1-1 2 0,-1 3-2 16,1-3-3-16,0 4 11 0,2-5-4 0,0 2 8 15,3-2-4-15,3-2 6 0,0-2 1 0,1-3 7 16,1 0-9-16,3-5 1 0,-2-3-3 0,4 3-7 16,1-5 5-16,0-2-20 15,0-3-33-15,3 2-13 0,-2-6-32 0,7-4-46 0,-2 0-48 16,0-5-38-16,1-6-765 0,1-8 0 15,9 1 1-15</inkml:trace>
  <inkml:trace contextRef="#ctx0" brushRef="#br0" timeOffset="83403">23953 16386 151 0,'0'-7'242'0,"2"-9"1"15,1-3 28-15,-3 11-28 0,7-20-11 0,-1 10-16 16,2 0-19-16,6-1-23 0,0 2-8 0,6 2-17 16,2 0-19-16,3 2-2 0,3 1-22 15,4 5-21-15,1 0-16 0,3 3-1 0,0 4 5 16,-17 0-19-16,7 0 3 0,34 13-26 15,-32-1-1-15,-3 3-3 0,-6 0-4 0,-8 7-4 16,-9 4-16-16,-2-13 21 0,-26 32-13 0,2-13 3 16,-6-5 11-16,-3 2-5 0,-2-4-2 15,-2-3-13-15,-2-1 8 0,0-3 19 16,2-4 10-16,-2-1-2 0,4-3 13 16,5-5-10-16,0 1-25 0,-2-4-18 0,6 1-34 15,13-3-46-15,-4 0-45 0,-17-16-41 0,21 4-44 16,4-2-523-16,5-1 0 0,4 0 1 15</inkml:trace>
  <inkml:trace contextRef="#ctx0" brushRef="#br0" timeOffset="85154.7">24439 15693 35 0,'0'0'101'16,"0"0"-9"-16,0 0-17 0,0 0 4 0,0 0-5 16,0 0-10-16,-12 0 8 0,12 0-8 15,0 0 10-15,0 0-12 0,0 0 6 0,0 0 5 16,0 0-10-16,0 0-8 0,0 0-1 0,0 0-6 15,0 0-3-15,0 0 3 0,0 0-14 16,0 0-3-16,0 0-2 0,0 0 2 0,0 0-10 16,0 0-7-16,0 0 10 0,0 0 3 15,0 0-6-15,0 0-5 0,0 0-3 0,0 0-2 16,0 0 6-16,0 0-6 0,0 0 2 0,0 0-7 16,0 0 1-16,0 0-8 0,0 0 18 15,0 0-15-15,0 0 9 0,0 0-3 0,0 0-3 16,0 0 4-16,0 0-4 0,0 0 1 15,0 0-9-15,0 0 8 0,0 0 11 0,0 0-4 16,0 0 1-16,0 0-2 0,0 0 5 16,0 0 2-16,8-11-1 0,12 15 1 15,4-4-6-15,-1 3 7 0,7-1-3 0,0-2 6 16,0 0 2-16,2 2 6 0,3-2-1 0,2 1 7 16,-21-1-8-16,11 0 9 0,4 0 1 15,41-12-10-15,-31 9 2 0,-1-2-3 0,-4 2 3 16,-3-1-1-16,-1 0 0 0,-2-2 15 15,-1 5 10-15,-4-1-1 0,-3 0-11 0,-3 2 2 16,-7-3 5-16,0 3-11 0,-12 0 19 16,8 0-16-16,-2 0 28 0,12 15-21 0,-12 0 20 15,-3 1-9-15,0 1-11 0,-3-5 11 16,0 6-25-16,0 6 18 0,-18 25-13 0,10-20-8 16,0 1 2-16,-4 0 12 0,1 4-15 15,-6-1-8-15,-1 4 8 0,0-2 14 0,-3 6-11 16,2-1 4-16,0 1-4 0,-2 2-6 15,-2 2 1-15,2-4 7 0,0 3-19 0,2-3 2 16,-1-1-6-16,1-2 7 0,2-4 1 0,1 2-4 16,3-5 1-16,1 0-5 0,2-2 5 15,1-2-5-15,1-2 11 0,2 1-5 0,0-1 1 16,3-6-14-16,-2-2-15 0,2-4-13 0,1-2-29 16,2-11-13-16,0 6-36 15,0 0-30-15,0-6-46 0,0 8-75 0,2-11-488 16,2 0 0-16,1 1 0 0</inkml:trace>
  <inkml:trace contextRef="#ctx0" brushRef="#br0" timeOffset="85475.6">25656 16388 185 0,'-2'-6'252'0,"2"-1"6"0,-1 0-30 15,1 1 3-15,0 0-4 0,0-2-29 16,0 1-16-16,0 7-20 0,0-5-13 16,0 5-25-16,16-23-10 0,-5 10-10 0,1 4-4 0,2 3-30 15,-2 0 7-15,-1 5-11 0,0-2-17 0,-6 2 4 16,0 1-23-16,1 0-19 0,-6 0 6 15,1 4-8-15,-4-1 4 0,-6 7-1 0,-8 1-26 16,-4 3-11-16,0-2-40 0,-2 1-18 16,-2-1-16-16,4-1-20 0,0-2-33 15,2 0-42-15,1-3-38 0,6-4-253 0,3 1 0 0</inkml:trace>
  <inkml:trace contextRef="#ctx0" brushRef="#br0" timeOffset="86120.79">26199 15597 87 0,'-4'-1'167'0,"1"1"14"15,0-2 10-15,1 0 13 0,-2 2-2 0,4 0-9 16,-3-2-5-16,0 1-2 0,0 0-12 0,5-1-17 16,-1 0-20-16,4-1 5 0,5-7-1 0,6 1-23 15,3-1-23-15,6 2 11 0,3 0-22 16,3 0-11-16,10 1-23 0,6-1 16 16,7-1 2-16,6 1-16 0,-2-1 0 0,4 3-8 15,1 1 5-15,1 1-1 0,-4-2-3 0,-4 4-3 16,-4-1-8-16,-7-1 5 0,-5 4 3 15,-5-3-11-15,-3 0-1 0,0 1 14 0,-7 0-16 16,-14 2 16-16,3 0-6 0,-2 0 3 16,12 19-4-16,-19-9 3 0,-3-1-7 0,-2 0 2 15,0 6 4-15,-19 25-14 0,7-19-14 16,-3 5 10-16,-1 0-1 0,-1 4-11 0,-4 2 8 16,0 0-1-16,-2 2 1 0,0 3-6 0,-4 1-4 15,4-1 2-15,-3 4 1 0,1 1-9 16,0-1-8-16,-1 1 5 0,1 3 11 0,1-4-11 15,1 3 3-15,2-5-1 0,0 5 4 0,1-6 7 16,4-1-10-16,-2 0-6 0,4-4 16 0,-2-1-15 16,3-4 6-16,1 0-6 15,0-3-15-15,2 1-37 0,2 0-38 0,4-5-51 16,-4-5-45-16,4-6-41 0,2 0-607 0,0-7 0 16,2-3 0-16</inkml:trace>
  <inkml:trace contextRef="#ctx0" brushRef="#br0" timeOffset="87469.43">22845 17367 159 0,'-13'0'211'0,"13"0"-8"0,0 0-4 16,0 0-8-16,0 0-13 0,0 0-2 15,13-4-8-15,11-4-14 0,6-3-35 0,8-2 7 0,9 0-9 16,10-2-5-16,9 0-13 0,10-2-1 16,9 0-6-16,11-2 1 0,10 1-18 0,3-3 10 15,8 2 7-15,3-1 2 0,3 1-5 16,1 0-29-16,6 1-11 0,1 0 12 15,-6 2 1-15,-3 2-15 0,-5 3-24 0,-10 0-32 16,-2 2-27-16,-13 2-43 0,-12 0-43 0,-11 0-40 16,-15 2-56-16,-12 2-434 0,-14-2 0 0,-16 3 1 15</inkml:trace>
  <inkml:trace contextRef="#ctx0" brushRef="#br0" timeOffset="87668.33">23714 17463 313 0,'-56'20'330'0,"5"-1"-7"0,10-4-50 16,1-1-13-16,10-2-12 0,6-2-24 0,6 0-27 15,11-5-4-15,7-5-24 0,23 2-23 0,-7-2-9 16,49-13-7-16,-2 4-22 0,12-4-13 16,13 0-3-16,14-4-11 0,5-2-16 15,12-2-34-15,7 2-24 0,3 0-68 16,-3 2-65-16,-4 0-69 0,-4 2-81 0,-9-2-415 0,-13 0 0 15,-15 0 0-15</inkml:trace>
  <inkml:trace contextRef="#ctx0" brushRef="#br0" timeOffset="88681.77">9313 17217 155 0,'-24'0'237'15,"-23"-19"-23"-15,33 6 0 0,-2-4-25 0,2-4 8 16,4 0-24-16,7-5-30 0,3 9-7 16,0-5 8-16,27-34-34 0,-2 20-1 0,10-3-10 15,7-1-5-15,9 1 1 0,2-1 13 16,6 3-28-16,-1 1 16 0,1 6-15 0,-1 4-5 15,-1 6 6-15,-3 5-7 0,-4 4-12 16,-5 5-28-16,-7 6 24 0,-21 0-6 0,25 22-2 0,-24-1 9 16,-8 7-13-16,-7 7-5 0,-3-14-1 15,-16 43-9-15,1-20-3 0,-7 0 12 0,-4-3-7 16,-2-1-1-16,-2-3 19 0,-3-3 4 16,-2-4-19-16,1-2 9 0,0-6 7 0,-2-2-14 15,3-6-6-15,2-4-16 0,-1-5-30 0,0-5-24 16,16 0-57-16,-25-13-31 15,15 1-31-15,6-4-32 0,2-6-23 0,7-1-548 0,4-7 0 16,6-2 0-16</inkml:trace>
  <inkml:trace contextRef="#ctx0" brushRef="#br0" timeOffset="89055.93">10161 16562 180 0,'12'4'195'0,"0"3"18"15,-5 0 5-15,-1 1 4 0,-6 2 0 16,0 0-7-16,0 1-33 0,0 6-8 16,-12 25-27-16,4-17-14 0,-1 5 11 0,-1 0-31 15,-2 2-2-15,3-2-28 0,2-2-11 0,-2-4 14 16,0 0-7-16,2-4-5 0,4-5 20 0,-3-3 25 16,2-4 8-16,1-3-9 0,3-5-17 0,0 0-9 15,-2-26-16-15,12 2 6 0,-4-1-23 16,3-4-11-16,3-3-8 0,4-6 3 15,6-1-12-15,0 1-7 0,3-3-9 0,2 4 9 16,1 1-19-16,3 3 9 0,1 3-14 0,0 3 4 16,-2 3 1-16,0 3 22 0,-2 6-11 0,0 3 7 15,-1 6-5-15,2 2-9 0,-16 4 9 16,22 11-3-16,-17 4-9 0,-2 7 3 16,-4 8-12-16,-4 1 8 0,0 6-9 0,-7 3 0 15,1-1-14-15,-1 0-28 0,-1-2-11 0,0-20-4 16,0 7-22-16,0 3-1 0,0-1-47 0,0-2-35 15,0-2-27-15,0-6-34 0,12 5-537 0,-6-20 1 16,-2-4 0-16</inkml:trace>
  <inkml:trace contextRef="#ctx0" brushRef="#br0" timeOffset="89506.12">11197 16233 232 0,'7'-30'251'0,"2"1"0"0,-2 3-9 16,4-1-23-16,1 1-4 0,5 0-19 0,3 0-21 0,2 2-13 15,7-1 8-15,6 2-16 0,5 1-14 0,2 2 5 16,5 1-8-16,3 2-24 0,1 4-6 0,1 4-1 16,-5 4-17-16,-2-1-17 0,-25 6-3 15,8 0-17-15,34 13-16 16,-37-1-5-16,-8 6 1 0,-4 6 7 0,-8 4-11 0,-5-13 10 15,0 9-8-15,-19 33-8 0,9-27-6 16,-2-1 12-16,0-6-19 0,2 0 4 0,2-3 5 16,-2-1 13-16,5-4-20 0,0-2 1 0,4-2 1 15,1-11-8-15,0 7-6 0,23 8 8 16,-3-8-7-16,1-2 9 0,8 2 4 16,-1-1-27-16,1 0 21 0,2 1-4 0,0 0 8 15,-6 1-19-15,1 2 10 0,0 3 2 0,-4-1-5 16,-6 2 1-16,-1 2 19 0,-7 4 4 15,-7 2 6-15,-1-7-16 0,-15 26 12 0,-4-12-4 16,-5-2 1-16,-1 2-7 0,-5-1-2 16,-1-5 2-16,-4 1 1 0,-1-3-5 0,-2-1-8 15,0-3 6-15,1 0 5 0,2-4-2 16,1-4-23-16,4-2-18 0,3 1-37 0,-1-4-59 0,15-4-48 16,-5 0-39-16,-18-21-635 15,27 5 1-15,2-5 0 0</inkml:trace>
  <inkml:trace contextRef="#ctx0" brushRef="#br0" timeOffset="89728.99">12205 16148 7 0,'24'-13'195'0,"-4"0"3"0,2 1-5 16,-5 1 6-16,-2 3-11 0,-2 5-7 0,-4 3-11 16,-9 0 1-16,16 11-21 0,-8 4 11 15,-1 6-26-15,0 3-17 0,-5 5-3 0,-2 2-9 16,2 7-10-16,-2 1-9 0,0-19-8 0,0 13-15 15,0 4-1-15,0 4-7 0,0-1 5 16,12 37-24-16,-7-38 13 0,2-5-19 16,2-4-29-16,1-4-32 0,-1-3-29 15,4 1-42-15,2-6-44 0,0-5-49 0,-1-9-90 16,2-3-241-16,-7-1 0 0</inkml:trace>
  <inkml:trace contextRef="#ctx0" brushRef="#br0" timeOffset="89909.89">12706 16502 125 0,'1'-3'268'0,"1"1"-25"0,-1-1-19 0,3 0-25 15,0 3-10-15,0-2-27 0,2 1-10 16,0 1-12-16,2 0-27 0,4 0-3 0,8 0-3 16,4 0-40-16,5 0-37 0,1 0-52 0,0 0-37 15,1 0-37-15,36-12-71 0,-33 3-83 16,0 1-134-16,0 1 0 0</inkml:trace>
  <inkml:trace contextRef="#ctx0" brushRef="#br0" timeOffset="90166.87">13299 16456 97 0,'-2'0'295'16,"-2"0"-7"-16,0-2-1 0,-2 0-13 0,2-2-17 15,2-1-13-15,-1 0-22 0,-2-9-25 16,5-1-14-16,0 7-25 0,21-19-12 0,-3 9-21 15,3 3-15-15,3-2-1 0,8 4-15 0,0 0-8 16,4 2-1-16,2 3-23 0,-2 0-6 16,4 5-11-16,-5-1-22 0,-4 3-11 15,-15 1-8-15,28 11-10 0,-24-4 11 0,-8 10-6 0,-12 5-1 16,0-8-3-16,-25 25 1 16,3-8-12-16,-3-1 3 0,-4 0-10 0,-5 0 0 0,5-6 2 15,-2 0 6-15,6-4-41 0,-2-4 4 16,5-1-40-16,-1-4-39 0,3-2-55 0,8-5-53 15,12-4-406-15,0 0 0 0</inkml:trace>
  <inkml:trace contextRef="#ctx0" brushRef="#br0" timeOffset="90583.43">13880 16166 276 0,'0'-25'310'0,"0"2"25"0,0 14-16 16,0-6-7-16,0-3-36 0,0 2-10 0,0-1-30 15,14-18-30-15,0 20-27 0,4 0-5 16,5 1-17-16,1 6-26 0,6 1-16 0,8 2-4 16,-4 1-15-16,4 2-6 0,-19 2-16 15,10 0-17-15,37 13-22 0,-34-3-22 0,-4 1-6 16,-7 6 4-16,-6 3 6 0,-7 7-19 0,-6 5 6 16,-2-19-8-16,-18 32 0 0,6-16 12 15,-2-3-16-15,-2-1 8 0,4-4-9 0,-1 1 17 16,1-5-12-16,5 0-5 0,1-4 13 0,2-1-18 15,4-3 17-15,0-9-11 0,14 20 18 16,-1-10-21-16,6-1 24 0,3 1-11 0,2-2-12 16,1 2 11-16,0 2 8 0,-1-4-14 15,-2 4 14-15,0-1-1 0,-2 0-5 0,0 3 3 16,-5-2 16-16,-2 0 4 0,-2 3 12 0,-5 3 3 16,-1 1-1-16,-5-7 0 0,-16 20-6 15,5-8 4-15,-5-1-10 0,-3 3-5 0,-4-2 4 16,-6 0 0-16,-1-1 0 0,2 1-13 15,-4-1-12-15,1-4-26 0,1 0-45 0,-1-3-51 16,-1-2-65-16,-2-4-83 0,0-1-623 16,4-4 0-16,-1-3 0 0</inkml:trace>
  <inkml:trace contextRef="#ctx0" brushRef="#br0" timeOffset="90877.6">12608 17681 141 0,'-21'15'213'16,"1"2"-10"-16,3-2 1 0,3-2-5 15,6 0-2-15,4-4-23 0,4-9-7 0,12 14-17 16,6-9-2-16,8-5-27 0,-10 0-10 16,12 0-12-16,46-15-5 0,-22 4-15 0,11-1-16 15,4-2-28-15,2-2-48 0,-1 0-22 0,2-1-56 16,-6-1-41-16,0 4-51 0,-6 1-60 16,-4 0-183-16,-6 1 1 0</inkml:trace>
  <inkml:trace contextRef="#ctx0" brushRef="#br0" timeOffset="91230.12">13475 17668 135 0,'-12'-10'291'0,"2"-1"-1"0,2-2-23 16,2 1-9-16,4-2-43 0,2 4 0 0,0 10-36 15,10-25-19-15,0 7-15 0,11 3-13 16,2 2-10-16,3 2-13 0,1-3-5 0,3 3-30 15,3 3 10-15,0 0-5 0,1 0-13 16,-5 3-10-16,3 0-6 0,-2 3-10 0,-20 2 3 16,6 0-18-16,15 16 12 0,-22-5-8 15,-6 8-9-15,-3-7 1 0,0 8-12 0,-18 25 9 0,8-17 9 16,-2 3-3-16,2-2 7 0,-2-1-25 16,0 11 13-16,2-2-6 0,6-8 4 0,4-18-1 15,0 6-7-15,13 16-4 0,0-21 16 0,13 0-15 16,4-9-2-16,-16-3-23 0,8 0 13 15,33-12 6-15,-20 5-22 0,4-4-31 0,2 2 9 16,3-4-30-16,-4 3-12 0,-1-3-27 16,1 1-14-16,-7 0-4 0,-2-1-30 0,1 3 1 15,-5 0-51-15,-7-1-355 0,2 0 0 16</inkml:trace>
  <inkml:trace contextRef="#ctx0" brushRef="#br0" timeOffset="91681.93">14705 17562 126 0,'-16'-11'217'0,"5"-2"-19"0,0-3 14 0,6 0-35 15,0-2-6-15,5 7-16 0,10-20-26 0,3 12-10 16,3-4-13-16,6 2-15 0,5-2-3 0,2 1-1 15,5 4-13-15,-2 1 2 0,2 2-21 0,1 2 7 16,-1 3-4-16,1 5-14 0,-3 3 13 16,-17 2-9-16,23 11-6 0,-19 4-12 15,-9 2-1-15,-1 7 8 0,-9-11-17 16,-12 31 0-16,1-16 16 0,-3 2-16 0,-8-1-8 16,0-1 12-16,-1-4 1 0,-2-3-5 0,-1-5-6 15,1-2 0-15,0-1-3 0,1-2 8 0,0-3-21 16,0-2-18-16,5-6-31 0,10 0-34 0,-8-14-47 15,12 5-54-15,5-5-60 0,0 6-255 16,12-24 1-16</inkml:trace>
  <inkml:trace contextRef="#ctx0" brushRef="#br0" timeOffset="92026.79">15213 17286 135 0,'-5'-15'240'0,"5"-2"-3"0,0 6 13 0,13-21-26 16,-1 12-17-16,2-3-42 0,2 2 0 15,5 1-27-15,2 1 0 0,5 1-13 0,0-1-14 16,4 0-8-16,2 5-2 0,-2 3-18 16,0 2-6-16,0-1 5 0,-2 5-2 0,-1 2-9 15,-2 3-24-15,-17 0 16 0,18 10-5 0,-15 2-3 16,-10 7-7-16,-3-7-5 0,-12 26 10 15,-3-6-18-15,-4 5 1 0,2 1-5 16,-5 0 3-16,5-1-20 0,-1-3 8 0,4-3-3 0,2-1 11 16,2-1 0-16,2-3-4 0,5-2 4 15,0-3 5-15,3-21-7 0,19 23 5 0,0-19-21 16,12-2-14-16,-15-2-5 16,9 0-21-16,38-19-10 0,-24 8-43 0,2-3-24 0,4-8-19 15,5-1-43-15,-1-3-26 0,2 0-29 0,-1-1-415 16,-5-5 0-16</inkml:trace>
  <inkml:trace contextRef="#ctx0" brushRef="#br0" timeOffset="92396.11">16176 16849 108 0,'-8'-15'188'0,"6"4"12"0,-1 0 6 15,2 4-1-15,-1 2-19 0,0 0-20 0,1-1-11 16,1 3-11-16,0 0-3 0,0 5-2 0,0-2-5 15,0 2-4-15,1 2-19 0,-1 1 17 16,0 12-9-16,-1 1-9 0,1-6-17 16,-11 28-11-16,4-10-7 0,-2 0-1 0,2 4-13 15,-2 0-22-15,2-4 7 0,4-1 0 0,-1 2-21 16,4-5 12-16,0-15-4 0,11 19-8 0,-2-15 0 16,9-3 10-16,-2-5-9 0,6-2 7 15,4-1 0-15,3-2-7 0,-2-2-8 16,2 4-7-16,-1-4-3 0,-2 0 12 0,-5 3-15 15,2-1 10-15,-3 2-2 0,-2 0-5 0,-2 2-1 16,-1 1 25-16,-2 0 2 0,-1 1 10 0,-8 3-10 16,-1-2 2-16,-3-9 2 0,0 17 1 15,-15 23-21-15,-1-20 5 0,-1 3 5 0,-4 3-14 16,-2-3-60-16,-5 3-11 0,-1-4-57 0,-2-2-41 16,-4-1-30-16,0-4-69 0,1 0-501 15,0-4 0-15,-1-4 1 0</inkml:trace>
  <inkml:trace contextRef="#ctx0" brushRef="#br0" timeOffset="92545.02">16249 16858 81 0,'64'-24'152'0,"4"1"-14"16,2 2-5-16,0 1-12 0,-2 2-15 15,-5 2-9-15,-5 2-45 0,-5 0-14 0,-8 3-53 16,-5 2-45-16,-12 2-48 0,-6-1-99 15</inkml:trace>
  <inkml:trace contextRef="#ctx0" brushRef="#br0" timeOffset="93246.93">8314 16535 44 0,'-53'-34'141'0,"9"-2"-9"0,11-1-17 0,8-3-3 16,9 0-8-16,13-4 11 15,3 19-10-15,20-44 3 0,2 18-18 0,16-2 4 0,11-3 9 16,11 0-2-16,13-4-5 0,13-1 10 0,5-1-8 16,71-40 18-16,7 8-10 0,17 3 7 15,0 2 33-15,9 6-29 0,4 5 8 0,12 8-4 16,20-3 8 0,13 11 4-16,11 2-11 0,5 9-1 0,6 5-10 0,4 10-4 0,5 12-6 15,-2 6-11-15,3 6-6 0,-140 12-5 0,274 16 0 16,-140 3-4-16,6 13-17 0,-9 6-6 15,-3 9-9-15,-1 9-4 0,-14 5-13 0,-12 5-3 16,-7 6-18-16,-12 4-5 0,-15 3-2 16,-8 3-5-16,-9 4-8 0,-39-16 3 0,27 20 2 15,-44-13-3-15,-20-7 4 0,-15-4-4 0,53 47-16 16,-40-16 3-16,-27-13 11 0,-18-5 4 0,-6 6 0 16,-9 3 2-16,-8 3-13 0,-10 5 18 0,-7 5-5 15,-7-2 5-15,-15 1-3 16,-1-50 1-16,-20 103 8 0,-18 9-17 0,-14-13 8 15,-9-13 1-15,-7-12 11 0,-8-12-15 0,-10-7 28 16,0-10-7-16,-10-6-8 0,-6-10 9 0,-12-1 13 16,-11-7-8-16,-4-5-4 0,-4-4 11 0,-6-6 7 15,-10-9-12-15,-8-3-10 0,-7-6 3 16,-9-5 13-16,-19-6-7 0,-11-4 8 16,-9-8 1-16,-2-5 12 0,-15-7-2 0,111-3 16 15,-243-14-3-15,109-4-4 0,-2-6 6 0,-3-6 5 16,-4-10 11-16,-10-1-9 0,2-10 24 0,4-4-3 15,1-10 8-15,0-9-10 0,1-5 15 0,-4-7-1 16,7-10-5-16,1 3-6 0,4-6 7 16,3-5-32-16,16-3 1 0,7-9 0 15,14 3-8-15,15-4-26 0,16 2-11 0,16-1-28 16,19 2-49-16,36 16-46 0,24 13-55 0,18 7-74 0,4-2-985 16,7-4 1-16,6-8 0 0</inkml:trace>
</inkml:ink>
</file>

<file path=ppt/ink/ink17.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07T10:58:16.786"/>
    </inkml:context>
    <inkml:brush xml:id="br0">
      <inkml:brushProperty name="width" value="0.05292" units="cm"/>
      <inkml:brushProperty name="height" value="0.05292" units="cm"/>
      <inkml:brushProperty name="color" value="#FF0000"/>
    </inkml:brush>
  </inkml:definitions>
  <inkml:trace contextRef="#ctx0" brushRef="#br0">1404 3539 186 0,'-16'0'237'15,"-11"-28"-4"-15,16 13-36 0,2-3-8 16,-1-1-20-16,4-2-20 0,-1-6-14 0,4 1-14 16,1 0-9-16,2 13-21 0,0-10-5 0,10-26-26 15,-2 21-4-15,4 0-1 0,6-2-22 16,6-2 9-16,7-1-15 0,5-1-4 0,4 2 2 16,9 1-14-16,3 3-4 0,3 6-8 15,-1 2-4-15,3 7-10 0,-4 7 7 0,-29 6-9 16,10 0-2-16,43 19 7 0,-46 2 0 0,-6 9 5 0,-7 13 2 15,-9 6 11-15,-9-22 0 16,-18 63 3-16,-5-23 8 0,-5-2 15 0,-6-2 12 16,-2-5 5-16,-5-3 16 0,1-7 22 0,-5-4-5 15,1-5 2-15,-3-6-16 0,-1-4 10 0,-2-8-5 16,1-3-26-16,-28 4-12 0,9-10-24 0,8-8-7 16,33-4-31-16,-9 0-26 0,-35-20-21 15,42 5-37-15,12 0-34 0,10-5-34 0,7 7-51 16,28-22-301-16,-2 7 1 0</inkml:trace>
  <inkml:trace contextRef="#ctx0" brushRef="#br0" timeOffset="386.78">2367 3194 181 0,'14'9'281'0,"-2"0"-8"0,-6-1-39 16,-2 10 7-16,2-6-48 15,-4 11-11-15,-2-9-9 0,-11 26-27 0,2-8-15 0,-2 5-5 16,0 0-19-16,1 1-18 0,-2 0 12 0,1 1-22 16,3-5-9-16,0-6-19 0,0-2 14 0,0-1-6 15,2-5-13-15,-2-2 17 0,3-2 12 0,-1-2 4 16,1-5-3-16,0-3 9 0,5-6-5 0,0 0-23 16,-5-12-16-16,5-11-16 0,0 10-15 15,0-10 12-15,10-32-20 0,-1 17-12 0,4-7 1 16,10 0 1-16,3-1-9 0,4 0-10 15,3 1 11-15,4 1 11 0,2 0-12 0,1 2 11 16,-1 3-10-16,0 4 5 16,-4 4-5-16,-3 5-10 0,-4 5 3 0,0 4 8 0,-4 4-19 15,3 7-5-15,-14 6 13 0,19 15 0 0,-14 7 6 16,-8 10-5-16,-1 8 9 0,-6 6-1 16,-3 6 2-16,0-25-10 0,0 12-9 0,0 4-14 15,-11 49-2-15,10-49-11 0,1-5-29 16,0-20-27-16,0 7-35 0,0 2-9 0,10 27-41 15,0-32-314-15,4-4 0 0</inkml:trace>
  <inkml:trace contextRef="#ctx0" brushRef="#br0" timeOffset="736.12">3565 3272 174 0,'-1'-5'316'0,"0"-1"-13"0,-3-9-11 16,1-2-37-16,-1 0-10 0,0 6-28 0,3-7-24 16,-1-1-37-16,2 7-6 0,14-24-24 0,-2 12-25 15,7 1-8-15,4 0-21 0,7 1-11 16,8-3-13-16,-3 3-9 0,5 3 4 0,2 3 2 16,0 2-5-16,-1 5-20 0,-2 3-1 15,-4 6-5-15,-21 0-3 0,29 11-23 0,-26 4 12 16,0 7-6-16,-13 5-1 0,-4-9-4 0,-13 41 10 15,-1-20 15-15,-5 6-18 0,0 3 0 16,3-6-8-16,2-3 17 0,-1-4-5 0,5-4 4 16,-1-2 11-16,3-4-2 0,3 0 7 15,1-1-5-15,4-5-11 0,0-11 23 0,0 4-2 16,18 7-6-16,1-12-2 0,8-7-19 0,-11 0 2 16,9 0-17-16,38-19-37 0,-23 9-34 0,1-2-45 15,1-3-40-15,4 0-66 0,-5-2-373 0,-3 1 0 16</inkml:trace>
  <inkml:trace contextRef="#ctx0" brushRef="#br0" timeOffset="1105.5">4259 3112 6 0,'-2'-6'191'0,"2"-1"-16"0,-2 1-5 16,8-7 3-16,0-2-12 0,7 0-16 0,3 0-12 15,3-2-12-15,7 0-8 0,3-1-8 16,7-1 0-16,2 0-6 0,3 0-1 16,0 0-6-16,0 1-1 0,0 1-17 0,-3 2 11 15,0 2-24-15,-5 1 1 0,-3 2-7 0,-5 0-5 16,1 1-4-16,-4 1-7 0,-2 2-14 0,-3 3 14 16,-4 1-17-16,-13 2 5 0,9 0-3 0,-1 0-11 15,15 17 17-15,-16-2-7 0,-1 3 1 16,-3 5 3-16,-3-9 4 0,0 8 1 0,0 7-6 15,-16 37-4-15,10-25-8 0,-2 3 5 0,-1 4 4 16,0 3-3-16,-1 1 6 0,2 0 0 16,0-1-7-16,2-1-7 0,-2 1-5 0,6-1 4 15,-2-2-15-15,-2-1 5 0,2-1-1 16,0-2-36-16,4-3-36 0,-1 0-39 0,1-3-32 16,0-20-53-16,0 5-68 15,18 29-278-15,-6-29 0 0</inkml:trace>
  <inkml:trace contextRef="#ctx0" brushRef="#br0" timeOffset="1559.47">5742 3453 135 0,'26'-16'379'0,"-2"0"-27"0,-4 3-50 16,1 1-38-16,-4 1-34 0,-2 3-35 15,-4 4-22-15,-11 4-13 0,0 0-31 0,9 18-14 16,-14 6 9-16,-1 5-18 0,-6 6 0 15,-4 8-14-15,-3-1-22 0,-2 2 1 0,1-3-18 16,1-3-7-16,1-2 12 0,2-6-5 0,4-5-11 16,-1-2 2-16,3-1 1 0,0-3 9 15,1-1 22-15,2-6 11 0,-1-6-10 0,8-6-24 16,-15-13-38-16,8-6-8 0,3-9-6 0,1-4-7 16,2-2-14-16,1 14-10 0,0-12-11 15,17-45 15-15,-4 30-11 16,5 4 14-16,-1-1 1 0,5 2 3 0,-1 2-14 0,-2 3 17 15,2 6-8-15,-1 4 14 0,-5 2-1 16,-2 3-3-16,1 3-15 0,0 4-3 0,-1 4 29 16,-3 11-17-16,-10 0-4 0,19 21 7 15,-13 3 2-15,-3 6-4 0,1 6 15 0,-2 2 5 0,-1 2-7 16,3-2-1-16,-1-2 3 0,2-3 4 0,-1-3-13 16,2-2 32-16,0-4 5 0,-4-3 16 15,5-4 30-15,0-5-7 0,3-7 1 0,1-5-1 16,19-17-7-16,-1-1-1 0,1-5-13 15,1-5-25-15,-1-4-30 0,5-4-52 0,1-3-52 16,3 0-15-16,-2-1-19 0,-1-1-44 0,2 3-41 16,-2 0-463-16,-1 2 0 15,-1 4 1-15</inkml:trace>
  <inkml:trace contextRef="#ctx0" brushRef="#br0" timeOffset="1839.31">6541 3565 236 0,'0'11'263'0,"2"-4"17"0,-1-6-33 0,2-3-22 16,3-4-9-16,4-9-32 0,7-3-24 15,-1-2-18-15,7 1-15 0,-1-2-12 0,6 1-21 16,0-2 3-16,4 2-20 0,3-1 10 16,0 5-18-16,-1 1-2 0,-6 1-32 0,-1 5-3 15,-2-1-15-15,-6 5-7 0,0 2 8 0,-19 3-19 16,15 12 13-16,-18 7-4 0,-8 6 12 15,-9 8-6-15,-8 4-14 0,-4 3 15 0,-3 1-5 16,-3 0-1-16,4-5 8 0,1-1-12 0,2-8-1 16,6-3-5-16,4-1 6 0,1-5 1 0,4-1-13 15,0-2-5-15,3-4-49 0,4-10-66 16,9-1-68-16,6-19-117 16,7-4-240-16,3-3 0 0</inkml:trace>
  <inkml:trace contextRef="#ctx0" brushRef="#br0" timeOffset="2088.16">7154 3095 74 0,'2'-3'220'0,"-3"7"-29"0,-3 11-2 15,-9 5-12-15,-4 5-19 0,0 9-9 0,-1 5-14 16,-2 0-13-16,2 7-12 0,4 2-21 16,0-3 1-16,4-1-6 0,4-2 24 0,2-4-11 15,4-6 4-15,0-17 30 0,0 6 7 16,17 22 6-16,-2-23 0 0,7-8 2 0,7-7-20 15,-13-5-7-15,40-11-11 0,-13-4-9 0,1-7-16 16,2-6-6-16,-1-6-23 0,0-4-36 0,2-9-14 16,0 1-19-16,1-3-16 0,-1-1-5 0,-1-1-24 15,0-2-21-15,-2 1-8 0,-3 1-3 16,-1 1-25-16,-5 0-32 0,0 5-32 0,-1 5-63 16,-6 2-354-16,-3 5 0 0</inkml:trace>
  <inkml:trace contextRef="#ctx0" brushRef="#br0" timeOffset="2540.48">3990 5433 37 0,'-32'21'287'16,"4"-8"-9"-16,2-1-3 0,3-5-18 0,10-7-30 15,13 0-16-15,-4-9-27 0,15-3-5 0,6-4-28 16,13-4-6-16,4-2-16 0,8 2-15 0,6-2-36 15,4-1 9-15,1 1-3 0,3 6-13 16,-1 2 11-16,-4 3-14 0,-5 2-15 16,-5 6-3-16,-5 1-28 0,-19 2 9 0,28 13-18 15,-25 2 16-15,-11 9-9 0,-7 9-13 16,-14 6 22-16,-6 4-14 0,-1 2 11 0,0-5-5 16,0-2-19-16,3-4 6 0,1-4 12 15,1-4-9-15,4-2 0 0,1-1 7 0,6-1 7 0,3-14 15 16,0 5 8-16,23 11-8 0,4-22-1 15,-10-2-14-15,38-9-14 0,-7-2-20 0,6-6-44 16,6-2-50-16,9-5-65 0,3 2-119 0,-1-2-448 16,-4-1 0-16,-3-1 1 0</inkml:trace>
  <inkml:trace contextRef="#ctx0" brushRef="#br0" timeOffset="2807.86">5102 5464 242 0,'-15'-10'294'0,"4"1"22"0,8-2-8 16,-5-3-23-16,7-2-20 0,1 6-38 16,12-20-18-16,2 9-18 0,4 2-15 15,5-3-35-15,6 4-3 0,5-2-17 16,5 4-5-16,1 1-34 0,-2 4-6 0,2 1-15 16,-2 2-30-16,-6 5-28 0,0-1-4 0,-2 4-17 0,-18 0-4 15,3 0-8-15,12 23-3 0,-26-4 9 16,-1-8 10-16,-23 24 12 0,-2-6-13 15,-6 0 14-15,-3 2-13 0,-4-5 1 0,2-1-2 16,2 0-18-16,0-6-1 0,5 2-13 0,1-8-24 16,2-2-20-16,1-1-32 0,2-7-61 15,7-1-61-15,16-2-318 0,-13-11 0 0</inkml:trace>
  <inkml:trace contextRef="#ctx0" brushRef="#br0" timeOffset="3119.2">5653 5178 127 0,'5'-15'293'0,"-2"-4"6"15,2 0-11-15,1 1-13 16,1-2-22-16,3-1-16 0,2 0-23 0,2-1-23 0,9 1-26 16,0 2-1-16,2 0-28 0,5 1-14 0,0 5-2 15,2 0-6-15,0 3-20 0,-4 3-2 0,7 3-19 16,-6 2-9-16,-17 2-7 0,7 0-27 15,18 15-1-15,-25 0-7 0,-2 0 4 0,-9 11 7 16,-1-11-21-16,-13 32 1 0,4-11 1 0,-1 0 2 16,1 1-7-16,2-3-4 0,2-2 0 15,0-4 11-15,2 2-18 0,3-3 8 16,0-15 7-16,0 5-4 0,22 21 14 0,-3-23-19 16,9-7-1-16,1-4-36 0,-10-4-32 0,10 0-45 15,47-18-49-15,-26 6-61 0,4-7-550 0,5-1 1 16,-5-4 0-16</inkml:trace>
  <inkml:trace contextRef="#ctx0" brushRef="#br0" timeOffset="3481.85">6934 4874 243 0,'-7'-7'310'0,"2"2"1"15,1-1-48-15,1 5-23 0,0-2-24 0,1-2-20 16,0 2-20-16,0 2-32 0,2-1-20 0,-2 4-4 15,0 0-15-15,0 5 1 0,0 11-3 0,-5 7-26 16,3 3-3-16,-1 2 1 0,1 0-7 16,-1 2-16-16,3 0-5 0,0 0-7 0,2-2-8 15,0-17-9-15,0 5-19 0,0 1-1 0,11 19-1 16,-3-23-7-16,3-2 23 0,8-4-7 0,7-5-16 16,5 0 21-1,2-4-22-15,-15 0 20 0,8 0-8 0,4 0 0 0,0 0-8 0,3 0-4 16,-3 0 14-16,-1 0-3 0,0 0 6 0,-4 0 13 15,19 13-5-15,-25-9 14 0,-4 1 2 16,-5 0-4-16,0 5 2 0,-4-2 6 0,-3 4 12 16,-3-2 2-16,-12 25-1 15,-1-11-13-15,-10 6-6 0,-6 1-3 0,-9 4 2 0,-1 0-16 16,-7 1-1-16,1-5-26 0,-6 2-40 16,2-4-43-16,-3-3-60 0,-1-3-93 0,-1-4-554 15,0-5 0-15,-1-12 0 0</inkml:trace>
  <inkml:trace contextRef="#ctx0" brushRef="#br0" timeOffset="3635.76">6552 5107 176 0,'39'-30'220'0,"10"0"-17"0,10 2-10 0,7-1-8 16,5 3-17-16,-1 0-16 0,-1 3-19 0,-2 1-8 15,2 2-31-15,1 1-31 0,-1-2-48 16,2 2-76-16,-6 0-66 0,0 1-139 15,-5 0-53-15,-4-2 1 0</inkml:trace>
  <inkml:trace contextRef="#ctx0" brushRef="#br0" timeOffset="4238.67">7957 2042 47 0,'22'45'94'15,"1"7"1"-15,2 8 7 0,0 10-15 0,1 6-7 16,-2 10 7-16,0 6-8 0,-2 2-3 0,0 9 0 15,0 3-2-15,2 2 12 0,2 0-16 0,-1-1 3 16,2 1 2-16,2-1-7 0,-1 2 3 16,1 1-5-16,0 0 1 0,-2 0 4 0,1 0-6 15,0-1 3-15,-4 0 5 0,3 0 2 16,-4 0-3-16,2 1-3 0,-8 1 13 0,2 1 3 16,-3 0-6-16,-4 2-12 0,-2 5-2 0,-5 2 27 15,-4-1 2-15,-1-59-26 0,0 29 17 0,-17 123-5 16,4-95 5-16,-1 2-20 0,-6 2 16 0,-2-2-10 15,-6 0 8-15,-2-3-6 16,-9-2-10-16,-1-3 9 0,-4-5 6 0,-2-4-3 16,-7-3-9-16,-5-3-5 0,-7-1 1 0,-4-4-5 15,-48 47-16-15,19-38 0 0,13-22-3 0,8-16 5 16,-7-5-21-16,-5-3-41 0,-3-5-71 16,-3-3-34-16,-1-13-81 0,5-3-670 0,4-9 0 15,5-10 1-15</inkml:trace>
  <inkml:trace contextRef="#ctx0" brushRef="#br0" timeOffset="4830.42">10552 5047 113 0,'-4'3'304'0,"1"0"-21"0,-1-2-22 15,2 2-38-15,4-2-7 0,2-1-30 0,11-4-33 16,9-3-7-16,4 0-16 0,6-1-19 0,9-3-5 0,6 2-13 16,10-1-14-16,4-2-32 0,3 5-30 15,1 0-38-15,-1 3-69 0,-6 0-70 16,-6 4-112-16,-30 0-210 0,4 0 1 0</inkml:trace>
  <inkml:trace contextRef="#ctx0" brushRef="#br0" timeOffset="4997.34">10554 5555 337 0,'-30'24'323'0,"4"-5"-27"0,8-4-31 0,7-2-41 15,10-7-25-15,1-6-1 16,32 5-32-16,-16-5-11 0,38-13-14 0,-6 4-29 16,12-4-9-16,9 0-13 0,7 0-46 0,3-2-51 0,4 1-58 15,-2-1-58-15,-2 1-42 0,-2-1-141 16,-3-2-191-16,-4 0 0 0</inkml:trace>
  <inkml:trace contextRef="#ctx0" brushRef="#br0" timeOffset="8595.79">12001 4176 9 0,'-20'17'245'0,"-18"11"-13"16,25-16-5-16,0-2-19 0,3-2-18 15,1-1-15-15,3-2-20 0,3-4-10 0,-1 3-7 0,2-2-18 16,2-2-8-16,11-2-12 0,12-4-25 16,7-3 10-16,2 1-3 0,10-1-22 0,2-2-22 15,11-3 6-15,5-2 0 0,5 1-10 16,5-2-5-16,-1 0 11 0,1 2-12 0,7-2-16 15,-2 1 20-15,-1 1-3 0,-3 1-20 16,-8 1 1-16,-3 2 9 0,-7 1-5 0,-9 1-3 16,-6 1 2-16,-4 5-2 0,-4-3-11 0,0 0 16 15,-4 1-17-15,-4 3 6 0,-3 0-2 0,-19 2 0 16,10 0 1-16,5 9-10 0,-15 1 13 16,-5 9-1-16,-3 5 9 15,-3-2-5-15,1 5 3 0,0 3 6 0,-2 1-5 0,0 5-8 16,1 2-14-16,-2 3 13 0,2 4 5 0,0-2-11 15,0 4 8-15,0-1 12 0,2 2-6 0,-1 2-6 16,1 2-15-16,0 0 9 16,0 4 7-16,2 3 19 0,0-3-5 0,1-1 6 15,0-1-15-15,1-1 5 0,2-3-8 0,2-2-32 16,1-2-24-16,0-24-39 0,0 9-47 0,10 36-50 16,-1-31-50-16,0-8-359 0,4-6 1 0</inkml:trace>
  <inkml:trace contextRef="#ctx0" brushRef="#br0" timeOffset="8910.61">13529 4923 36 0,'5'-28'248'0,"-5"13"-10"0,9-28-5 0,0 13-8 15,1 0 2-15,1 0-11 16,3 0-34-16,5-3-6 0,3 2-29 0,3 0-12 0,6 2-13 15,3 3-14-15,5 1-13 0,1 4 0 0,2 3-22 16,-1 4-16-16,3 5-2 0,-6 2-24 16,-2 4-18-16,-20 3-8 0,7 0 5 0,25 17-21 15,-29-4 7-15,-6 8 6 0,-7 3-8 0,-6-10 6 16,-16 29-6-16,-4-15 19 0,-4 2-8 16,-4 0 6-16,-2-4-15 0,-3-3 6 0,3-1 18 15,-4-3 10-15,5-3 14 0,-2-1-11 0,2-4 0 16,2-1-11-16,-3-3 0 0,3-1-14 0,2-4-50 15,14-2-36-15,-23-14-38 0,15 6-79 16,3-4-81-16,6-5-283 0,6 0 0 0</inkml:trace>
  <inkml:trace contextRef="#ctx0" brushRef="#br0" timeOffset="9345.34">14271 4285 188 0,'0'-7'227'0,"2"0"14"16,2-8 13-16,0-1-35 0,0 1-43 0,7 0-4 0,5 0-19 15,3 0-15-15,8-2-17 0,3 0-8 0,3 4-21 16,9 0-5-16,2-2-4 0,6 1-12 0,3 1-8 15,-1 2-4-15,2 2-4 0,0-3-13 0,-3 5-5 16,0-1-4-16,-2 2-21 0,-5-1 8 16,-3 4 1-16,-5 3-2 0,-2-4 6 0,-3 2-15 15,-2 2 3-15,-17 0-12 0,5 0-12 16,2 0-4-16,-1 0 6 0,11 17 8 0,-20-4 5 16,-3 0-5-16,-5 8-4 0,-1-11 7 15,0 8-1-15,-16 27-8 0,4-17 5 0,0 4 4 16,0 5 17-16,-5 3-12 0,0 1 3 0,-1 6-9 15,1 2-1-15,-2-4 5 0,1 3 12 0,2-1-23 16,0 2 13-16,0-2-1 0,3 2 1 16,-1-4-3-16,1 4 2 0,0-1-1 0,3-2 7 15,0-1-29-15,-1 0-12 0,3 0-29 16,2-3-36-16,0-3-43 0,4-1-51 0,2-5-128 16,0-19-175-16,0 7 0 0</inkml:trace>
  <inkml:trace contextRef="#ctx0" brushRef="#br0" timeOffset="9511.26">15436 4957 165 0,'5'-17'324'16,"-1"0"7"-16,-3 6-27 0,2 4-20 16,0-1-30-16,0 1-23 0,-3 2-41 0,4 0-70 15,1 2-30-15,8-9-37 0,5 3-56 0,4 0-57 16,1-1-52-16,2 2-79 0,3-1-153 15,-2-1-65-15,-2 2 0 0</inkml:trace>
  <inkml:trace contextRef="#ctx0" brushRef="#br0" timeOffset="10042.57">16234 4410 239 0,'-4'-1'263'16,"1"-2"32"-16,-1 2-9 0,1-1-31 0,1 0-24 15,-1 2-26-15,2-2-9 16,-2 1-23-16,1 0-12 0,1-2-6 0,1 0-19 16,1 0-24-16,10-7-17 0,6-1-14 0,7 0-16 0,2-2-14 15,5 3 1-15,5-1-18 0,2 0-7 16,6 1 0-16,2-1-1 0,1 2-3 16,-2 1-2-16,3 1-3 0,-2 0-14 0,-10 1 1 15,2 0 3-15,-3 2 3 0,-2 1-17 16,-1-1 7-16,-7 2 2 0,-3 0 8 0,-2 0-21 15,-5 2 0-15,-15 0-3 0,10 0-12 16,0 0 5-16,-2 0 6 0,16 17-10 0,-15-4-2 16,-2 2 12-16,0 6 4 0,-2 2-8 0,-5 6 22 15,0-14-6-15,0 10-11 0,-14 37 15 0,3-21-6 16,-1 2-7-16,-1 2 15 16,-3 3 0-16,0 2-8 0,-1 0-2 0,1-2 14 0,0 1-10 15,1-3 5-15,0-1-14 0,4-3 28 0,-1-1-7 16,0-3-5-16,3-1-4 0,1-3 5 15,-1-2 2-15,0-4-1 0,0-1-28 0,2 1-23 16,0-8-29-16,0-1-50 0,3-2-46 0,0-2-47 16,2-6-399-16,0-2 0 0</inkml:trace>
  <inkml:trace contextRef="#ctx0" brushRef="#br0" timeOffset="10777.21">18443 4135 152 0,'0'0'186'0,"0"0"-18"0,0 0 5 0,0 0-14 15,-4 28-10-15,-8-8-14 0,-5 1-7 16,-1 4-10-16,-6 6-15 0,-8 5-13 0,-4 3-11 16,-4 2-2-16,-2 3-2 0,1 3-10 0,-3-1-10 15,0 0-8-15,-1 3 7 0,1-5 1 0,4-2 6 16,-2 2-6-16,2-2-7 0,5-4-7 16,3-2-3-16,4-4 14 0,-1 0-11 15,4-5 2-15,1 0-28 0,2-4-10 0,2-3-16 16,2-3-27-16,3 0-33 0,-5-2-26 0,3-2-51 15,2-5-63-15,-1-5-262 0,9-3 0 0</inkml:trace>
  <inkml:trace contextRef="#ctx0" brushRef="#br0" timeOffset="11007.08">17882 4243 167 0,'20'6'165'0,"3"4"-9"0,-1 4 8 0,-3 2-20 16,-2 4-12-16,4 4-7 0,1 3-11 15,-3 6-11-15,2 2-13 0,0 2-6 0,1 1-15 0,0 4 1 16,2 0-9-16,-2 3 1 0,1-2-13 16,1 2 7-16,0-4-4 0,0 0-1 0,-1-4-12 15,-1-2-10-15,-1-4-28 0,-5-2-23 16,0-3-54-16,-3-3-64 0,0 0-99 0,-8-4-138 15,-4-5 0-15</inkml:trace>
  <inkml:trace contextRef="#ctx0" brushRef="#br0" timeOffset="11837.7">20320 2654 120 0,'-35'-5'139'0,"14"5"-8"16,-7 0-10-16,-43 17 12 16,25-2-23-16,-2 7 0 0,-3 7-5 0,-2 5-19 15,-1 4-3-15,-4 7-2 0,-4 4-5 16,-1 4-12-16,-3 5-1 0,1 7-5 0,-2 9 19 15,-3 4 8-15,0 4-12 0,0 6 4 0,-38 62-3 16,26-30 18-16,20-15-2 0,9-9-8 0,1 5 7 16,6 1 0-16,0 8-1 0,6 3-12 0,3 3 7 15,2-2-8-15,6 2 8 0,7 0-17 0,0-2 11 16,6 6-26-16,5-2 12 0,1 0-1 16,7 1 3-16,3-60 0 0,0 30-22 15,21 122 6-15,-5-93 5 0,2-3 3 0,3 1-11 16,3-4 3-16,4-3-11 0,1-3 9 0,8 5-15 15,1-2-1-15,1-3 4 0,4-2 1 16,1-1-4-16,-2-5-22 0,5-7-5 0,-3-3-9 16,1-9-25-16,2-4-21 0,2-4-8 15,3-9-31-15,4-7-16 16,0-7-4-16,4-9-26 0,2-6-41 0,3-9-68 0,7-14-438 16,0-9 0-16,-37-1 0 0</inkml:trace>
  <inkml:trace contextRef="#ctx0" brushRef="#br0" timeOffset="12723.74">20314 3662 24 0,'0'0'163'0,"0"0"-6"16,0 0-11-16,0 0 14 0,4 11-14 15,-4 0-1-15,0 9-12 0,0 5 0 0,-14 34-11 16,6-20-2-16,0 6-8 0,0 1-18 0,-1 6 0 16,-2 4-16-16,2 2-6 0,-1 4 6 15,-3 0-9-15,2 0-6 0,-2-2-4 0,3 0 0 16,-3-2-17-16,2-3 11 0,-2 0-5 15,4-1-8-15,-1-3-1 0,2-2 13 16,-1-6-1-16,1 0 8 0,1-4-2 0,1-5-15 16,2-2-12-16,-1-4-8 0,0-2-17 15,1-1-9-15,0-5-15 0,1-3-19 0,1-4-2 0,1-3-16 16,-2-5-22-16,1-2-60 0,2-3-68 0,1-5-341 16,4-8 0-16</inkml:trace>
  <inkml:trace contextRef="#ctx0" brushRef="#br0" timeOffset="13133.51">21525 3460 62 0,'3'2'156'0,"-1"3"-13"0,0 2 0 0,-4 13 0 16,2-6-2-16,0 6-3 0,-16 32-20 0,6-13-11 15,-3 5 1-15,-3 2-21 0,2 4-3 16,-1 4-5-16,0 1-14 0,2 2 0 0,-1-2-12 15,2-2-1-15,-1 4-9 0,0-5 0 0,-1 1 2 16,3-1 10-16,0-3-4 16,1-4 15-16,0 0-11 0,1-4-6 0,-1-1 3 0,1-7-11 15,2 1 14-15,-1-1-6 0,3-7 8 0,-1 3-13 16,2-6-14-16,0 0 5 0,3-4-26 16,-1-3 3-16,-2-3-27 0,3-5-13 0,-1-1-21 15,1-1-4-15,0-3-27 0,-1 1-11 16,0-2-80-16,2-2-86 0,0 0-191 15,0 0 0-15</inkml:trace>
  <inkml:trace contextRef="#ctx0" brushRef="#br0" timeOffset="13376.91">20686 4307 126 0,'-10'-4'264'0,"4"1"-24"0,4 3-8 0,7-4-28 16,3 4-18-16,12-4-12 0,7 1-19 0,4 0-8 16,7 2-4-16,8 1-8 0,1 0-17 0,7 0-6 15,0-2-9-15,5 2 0 0,-29 0-25 16,16 0 11-16,9 0-8 0,4 0-29 0,0 0 23 16,3 0-14-16,0 0-16 0,-2 0-14 15,-2 0-13-15,-2 0-46 0,-4 0-48 0,-4 0-50 16,-3 0-64-16,44-5-111 0,-48-2-262 0,-2-1 0 15</inkml:trace>
  <inkml:trace contextRef="#ctx0" brushRef="#br0" timeOffset="15348.7">22837 4361 81 0,'0'0'199'0,"0"0"5"16,0 0 40-16,0 0-6 0,-31-28-3 16,29 17-23-16,-2-3-24 0,0 2-14 0,1 1-20 15,2 0-20-15,-1 1-22 0,0 1-9 0,2 9-7 16,0-14-14-16,0-2-17 0,0-1 3 16,12-19-2-16,-8 15-9 0,4 3-18 0,2-1-8 15,0 2 0-15,3-4-8 0,0 1-12 0,5 1 3 16,2 0-12-16,2 2-9 0,3-1 3 0,3 1-9 15,4 2 6-15,1 2-6 0,6 2 13 16,4 1-11-16,0 1 3 0,3 6 7 16,-2 1-7-16,-24 2 1 0,12 0 11 15,38 20-1-15,-33-7-14 0,-5 2 8 0,-4 9 8 0,-8 4 3 16,-10 6-1-16,-10 6 3 0,0-16-2 0,-27 47-2 16,4-20-1-16,-12 0-10 0,-2-3 16 15,1-5-6-15,1-3-3 0,1-7 9 16,0-3 19-16,6-3 24 0,-2-5 12 0,2-3 18 15,1-4 15-15,2-2-5 0,-1-4 6 0,0-3-22 16,-1-4 5-16,16-2-19 0,-7 0-13 0,-19-17-13 16,18 5-10-16,2-3-11 0,2-3-17 15,2-1 12-15,4 1-4 0,3-5-7 0,2 0-38 16,2 3-20-16,2 9-27 0,17-23-40 16,-8 12-23-16,5 3-59 0,4 2-570 0,2 0 0 15,2-1 1-15</inkml:trace>
  <inkml:trace contextRef="#ctx0" brushRef="#br0" timeOffset="15689.07">23793 4395 233 0,'1'0'320'16,"-1"0"-11"-16,0 0-35 0,2-1-13 0,0 0-30 15,0-2-33-15,2 1-9 0,0 0-38 16,2-2-8-16,8-2-32 0,1 1-8 0,1-1-11 16,-3 4-26-16,-3-1 6 0,-3 3-21 15,1 0-29-15,-3-4-12 0,-1 4-13 16,0 0-17-16,-2 0-22 0,-2 0-7 0,0 0 15 0,0 5 1 15,-4-1-9-15,-6 6 4 0,-2-3-25 16,-2-1-16-16,1 0-8 0,2-1-21 0,1-1-38 16,3-2-38-16,0 2-60 0,3-3-172 15,0-1 0-15</inkml:trace>
  <inkml:trace contextRef="#ctx0" brushRef="#br0" timeOffset="16701.32">24471 4322 196 0,'-14'0'276'0,"14"0"24"0,0 0-16 0,0 0-33 16,-19-13-18-16,19 7-15 0,1-1-40 16,-1-1-7-16,9-18-26 0,-2 7-14 0,2-1-17 15,5 3-6-15,0-2-30 0,2 0-27 16,3 2 7-16,1 2-17 0,4-1-7 0,1 2-1 15,1 2-22-15,6 2 0 0,1 1 7 0,6 0-2 16,5 5 7-16,2 4-8 0,-24 0-16 16,40 11 7-16,-24-6-16 0,-5 10 4 0,-4 0-2 15,-3 2-6-15,-7 4-6 0,-7 5 8 16,-12 4 13-16,0-14-17 0,-22 36 9 0,-1-15 7 16,-1-3 1-16,-2-2-4 0,-2-4 6 0,2 0-8 15,1-4 22-15,0-1 5 0,-1-6-2 0,1-4 25 16,1-2-7-16,-4-5 25 0,-1-2 4 0,4-3 9 15,12-1-8-15,-24-10-6 0,12-1-17 16,2-3-19-16,4-1-39 0,1-2-9 16,2 0-32-16,2-2-40 0,2 0-36 15,2-1-46-15,4-1-68 0,6 2-436 0,0 10 0 16,0-6 0-16</inkml:trace>
  <inkml:trace contextRef="#ctx0" brushRef="#br0" timeOffset="17369.43">26054 4026 173 0,'2'-9'191'15,"-4"2"5"-15,1 0 0 16,-4-8-15-16,-3 2-19 0,-4-3-7 0,-3 4-8 15,-4 1-19-15,-3 0-17 0,-2 3-18 0,-3 4 1 16,-1 1-10-16,14 3 0 0,-10 0-18 0,-27 11 3 0,23-1-15 16,-3 1-6-16,1 5-15 0,-3 3 2 15,1 4 1-15,3 2-8 0,0 2 1 16,2-1 7-16,3 4-18 0,2-3 12 0,4 1-19 16,2-2 1-16,3-4-3 0,0 3 10 0,7-1-10 15,2-5 8-15,2 0 11 0,2-19 5 0,12 21 9 16,2-14 13-16,8-7-10 0,-9 0 8 15,9 0-13-15,28-15 13 16,-21 4-12-16,0 0 9 0,4-5-14 0,-3 1 5 0,3-3-15 16,-1-1-4-16,-2 1-14 0,-1-1-1 0,-4 3-9 15,1-2 4-15,-6 4-3 0,2 1 3 16,-3 2-5-16,-3 0-11 0,-3 3 13 0,-1 1-3 16,-4-1-12-16,-2 3 5 0,0 1-6 15,-6 4-14-15,0 0 13 0,2 21 4 16,-12 3 18-16,-2 4 0 0,-4 6-10 0,-4 4 0 0,1 3 9 15,-2-2-11-15,1 4 1 0,2-4-4 0,-2-1 13 16,2 1-2-16,0-4-6 0,0 0 8 16,3 0-4-16,0-3 4 0,0 0 0 0,2-4-13 15,-1 0 17-15,3-3-12 0,1-1 4 16,1-1-13-16,-2-4-15 0,3-3-13 0,2-1-9 16,0-1-17-16,2-6-19 0,0-1-24 15,1-3-19-15,3 0-22 0,-2 0-41 0,-1-2-120 16,3-2-128-16,1-6 1 0</inkml:trace>
  <inkml:trace contextRef="#ctx0" brushRef="#br0" timeOffset="17920.96">27070 3737 155 0,'0'-5'195'0,"3"2"-4"0,-3 0-10 0,1-1-17 16,1 1-26-16,-2 3-6 0,-3-1-14 15,-1 2-8-15,-11 6-12 0,-6 0-8 0,-6 4-19 16,-1 1-4-16,-6 3-5 0,-4 3-1 16,-6 5 4-16,0 2 19 0,-2 3-3 0,0 5-4 15,0 2-12-15,1 7-18 0,1 1 1 16,0 5 4-16,1 2-7 0,4 2-9 0,0 1-9 16,6 3 8-16,5-2-9 0,7-1-10 15,4-2 18-15,5-4-9 0,3-2 4 0,8-2 6 16,1-25-5-16,16 39 3 0,-4-24 6 0,7-3-15 15,4-3 11-15,3-8-22 0,5 0 18 16,2-4 21-16,-3-3 16 0,4-3 8 0,-3-4 31 16,-14-5-4-16,7 0-9 0,4 0-5 0,25-19-22 15,-31 7-11-15,-4-5-16 0,-3-3-9 0,-9-3 1 16,-6 10-24-16,0-5-11 0,-17-26 5 0,4 22-7 16,-2 1-13-16,-3 5 7 0,-3 2-12 15,-1 2-3-15,-4 6 6 0,2 4 12 0,10 2-11 16,-27 13 13-16,16 1-11 0,-1 4 3 15,2 5-18-15,2 1-26 0,5-2-16 16,2 4-43-16,2-3-30 0,2 2-23 16,3 0-51-16,2-1-455 0,6 1 1 0,0-25 0 15</inkml:trace>
  <inkml:trace contextRef="#ctx0" brushRef="#br0" timeOffset="18743.64">22785 4895 94 0,'0'-2'154'0,"0"2"-4"0,-3 0 9 0,3-3-2 15,2 1-1-15,-4 0 0 0,2 2-7 16,-1-1 5-16,1 0 2 0,-2 1-9 16,2 0-3-16,-1-2-21 0,1 2 8 15,0 0-4-15,0-2-32 0,0 2 8 0,0-2-16 0,0 2-5 16,0 0-10-16,0 0-9 0,0 0-21 0,0 0 4 15,0 0-13-15,0 0-3 0,0 0 5 16,0 0-6-16,0 0-1 0,26 7 16 16,1-2-7-16,6 0-21 0,12 0 12 0,8 0 1 15,13-2-9-15,5 3 15 0,5-4 8 0,6 4-8 16,4-1-4-16,8 2-4 0,3-3 0 0,7 2 0 16,8-1-5-16,5-1 4 0,6 3 5 0,9 0 4 15,9-2-6-15,0 3-1 0,5 1 1 16,4 0-9-16,-2 2 4 0,6 1-8 0,-4 1-8 15,-3 0 1-15,-3-2-14 16,1 4 14-16,-5 0-2 0,-6-1 1 0,-3 1-11 16,-11-2-3-16,-6 0 0 0,-10-2 13 0,-10-1 0 15,-6-1-9-15,-12 0 6 0,-8-2-21 0,-7-1 22 16,-11-2-8-16,-2 2 10 0,-8-1-11 16,-3 0-29-16,-5 0-49 0,3-1-35 15,-10-1-63-15,-2 1-48 0,-5 0-509 0,-6-2 0 16,-5-1 1-16</inkml:trace>
  <inkml:trace contextRef="#ctx0" brushRef="#br0" timeOffset="19839.4">23496 5667 166 0,'-14'0'288'16,"14"0"15"-16,0 0-24 0,-15 0-6 16,-2 17-30-16,14-20-26 0,3-1-22 0,-1 1-13 15,2-4-37-15,11-6-25 0,5-2-26 16,5 1 2-16,6 4-25 0,6-1-24 0,6-2 7 15,6 3 6-15,3 1-15 0,3 3-10 0,3 4-13 16,1-1 13-16,-31 3 3 0,11 0-14 16,4 0-5-16,38 13 6 0,-44-7-11 15,-6 1 4-15,-3 2-2 0,-4 5-7 0,-7 4 20 0,-11 1-4 16,-3-8-10-16,-17 25 2 0,-3-11 1 16,-6-2-19-16,-6 6 18 0,2-3 4 0,2-3-11 15,1-1 0-15,6-3-1 16,1-1-19-16,1-3 17 0,3 1-14 0,2-1 16 0,8 0 2 15,6-8-19-15,14 15 17 0,8-12-1 0,3-1-16 16,7 0 16-16,6 1-9 0,0-1 4 16,1 1 4-16,-1 1 0 0,3 1-6 0,-6-2 12 15,-3 2 2-15,-3-1-4 0,-2 0-7 16,-2 1-3-16,-2 0 10 0,-2 2-7 0,-2 2 11 16,-6-1 6-16,-5 7-4 0,-8-4-9 0,0-6 7 15,-20 18 0-15,2-8 0 0,-10 2-6 0,-4-2-4 16,-7 3 4-16,1-3 7 15,-7-2-6-15,1 1 7 0,0-2 4 16,-3-4 5-16,3-4 11 0,-1 2 0 0,0-5-8 0,-1-1 19 16,2-1-12-16,2-2-8 0,4-3-25 0,19-1-16 15,-6 0-39-15,-7 0-34 0,0 0-39 16,1 0-29-16,-24-11-46 0,39 3-602 0,5-1 1 16,8-2 0-16</inkml:trace>
  <inkml:trace contextRef="#ctx0" brushRef="#br0" timeOffset="20567.14">25737 5587 133 0,'0'-3'188'16,"1"-1"-11"-16,-1 0 9 0,0 0-12 0,-1 1-17 15,-2 0-26-15,1-1 1 0,-14-1-17 0,-3 3-14 16,6 2-17-16,-9 0-7 0,-8 0 0 15,-35 15-7-15,19-4-1 0,-3 2 0 0,-4 4 9 16,-7 6-12-16,-2 3 1 0,-2 3 5 16,1 4 4-16,1 1-1 0,2 5-18 15,2 2-2-15,2 0 9 0,2 4-21 0,3-1-1 0,2 1-6 16,8-2-2-16,3 2-9 0,7-2-4 16,1-4 8-16,6-1-7 0,5 3-3 0,6-7-1 15,3 1 2-15,7-3 9 0,3-15-6 0,0 5 7 16,20 28-16-16,-3-27 16 0,6-1-3 0,5-3-14 15,4-2 21-15,5-2-16 0,2-2-2 0,-1-5 14 16,1-1 1-16,-1-1 13 16,-5-4 3-16,0 0 15 0,-17-2-12 0,6 0 9 15,21-19 0-15,-24 6-9 0,-6-2-1 0,-5-6-1 16,-8 10-9-16,-12-25 0 0,-3 12-12 0,-5 2 1 16,-2-3 0-16,-4 2-12 0,-1 3 2 0,-5 0 1 15,5 5-10-15,3 2-6 0,-1 2 9 0,2-1-5 16,-1 7-1-16,1 1-7 0,9 4-8 15,-5 0-8-15,-17 21-4 0,18-10-21 16,4 4-12-16,3 2-38 0,4 0-5 0,4 1 1 16,3-9-6-16,0 6 0 0,10 17-33 15,1-13-31-15,3-4-67 0,4-3-444 0,1 0 0 0,2-2 1 16</inkml:trace>
  <inkml:trace contextRef="#ctx0" brushRef="#br0" timeOffset="20993.96">25640 6292 164 0,'-2'-15'261'0,"2"4"-1"0,0 1 2 0,0 1-20 15,0-2-15-15,16-16-14 0,-4 12-28 0,4-3-15 16,6 4-20-16,5 2-12 0,6 0-11 16,7 1-12-16,5 1-26 0,6 5-13 0,-2 1-2 15,2 4-12-15,-27 0 4 0,12 0-18 16,4 0-30-16,39 17 1 0,-43-10 4 0,-6 5-12 15,-7 5-10-15,-2-2 14 0,-5 5 8 0,-10 5 3 16,-6-12-7-16,-24 28 9 0,-6-17-12 0,-7 3 6 16,-10 0-19-16,-1-5 17 0,-1-1 27 0,-2-4 19 15,0-2 8-15,1-4 10 0,6-1 5 16,0-3 4-16,2-3-10 0,2-2 2 16,22-2-1-16,-9 0-11 0,-2 0-18 0,-30-9-30 15,34-1-60-15,2 1-101 0,4-2-64 0,3-3-715 16,11-1 0-16,5 6 0 0</inkml:trace>
  <inkml:trace contextRef="#ctx0" brushRef="#br0" timeOffset="23402.17">28143 4465 128 0,'15'0'252'0,"-15"0"-2"16,0 0-1-16,0 0-26 0,13 0-23 16,-13 0-28-16,0 0-4 0,21-22-23 0,-21 23-29 15,2 1-9-15,-6-1-15 0,0 4-13 0,-9 8-7 16,-9 0-17-16,1 4 4 0,-5 1-1 15,-6 3-3-15,-1 0-7 0,-5 5 3 0,0-2 1 16,-3 3-17-16,1-1 4 0,-2 2-12 16,1 0-1-16,0 1-1 0,3-3 1 0,1 4-1 15,2-4 2-15,3-1-11 0,1-1 1 0,4-1-6 16,0-2-1-16,4-2-1 0,4-1 0 16,-2-1 4-16,1-2-13 0,1 0 6 0,3 0-17 15,2-5 7-15,1 2-8 0,3-4-6 0,1 0-15 16,3-3-22-16,2 1-26 0,0-2-24 15,1-1-35-15,1-1-13 0,1 0-37 0,1-2-79 16,0 0-202-16,-2-4 1 0</inkml:trace>
  <inkml:trace contextRef="#ctx0" brushRef="#br0" timeOffset="23692.23">27619 4301 137 0,'0'0'164'0,"2"4"-20"15,2 2-7-15,2 9-2 0,-2 2-6 0,2 5-4 16,0 3-11-16,0 5 5 0,0-2 3 16,-2 2-3-16,2 0-15 0,0 0 3 15,0 0-18-15,0 0-16 0,-1 0 1 0,1-1 4 16,3 0-22-16,-2-1-1 0,4 1 0 15,-1 0 0-15,0-5-3 0,0 2 9 0,1-1-7 16,-1-2-6-16,1 0 0 0,0 2-12 0,0-5-9 16,0 2-29-16,-1-4-31 15,-4-2-40-15,-2 0-52 0,-1-5-55 0,-3-11-104 0,0 7-171 16,0 0 0-16</inkml:trace>
  <inkml:trace contextRef="#ctx0" brushRef="#br0" timeOffset="25513.16">23296 2010 61 0,'-16'0'148'16,"-16"-6"-13"-16,13 17-11 0,-2 4-8 15,-3 2-3-15,0 3-9 0,-5 3-3 0,-2 6-16 16,-4 2-8-16,-6 6-10 0,-5 5 1 15,-5 3 7-15,-5 7-9 0,-5 6 4 0,-3 7 2 16,-2 5 7-16,-2 2 5 0,0 7-3 0,-1 5-5 16,-2 3 14-16,3 6 4 15,-45 61 0-15,28-28-1 16,16-19-1-16,10-13-2 0,4 7 13 0,2 0-3 0,-30 75-4 0,25-38-8 16,13-23 0-16,11-13-13 0,5 3 9 0,1 2-4 15,4 3-10-15,2 3 2 0,5-2-20 0,3-2-4 16,0 0 8-16,4 0-9 0,4 2 9 15,-2 2-14-15,4-4-3 0,4-56 1 16,0 28 6-16,0 12-20 0,18 104 7 0,-4-92 2 16,2-3 2-16,8-1 2 0,1 0-9 15,2-6-3-15,6-1-1 0,0-1 11 0,4-4-23 16,-1-5 3-16,2-2 6 0,2-3-6 0,-2-4-22 16,3-4-20-16,2-2-13 0,3-4-39 0,1-4-8 15,1-5-28-15,5-6-26 0,7-8-44 0,1-4-49 16,4-7-544-1,2-8 1-15,6-7 0 0</inkml:trace>
  <inkml:trace contextRef="#ctx0" brushRef="#br0" timeOffset="26853.31">31557 3462 1 0,'15'50'42'0,"7"57"-13"15,-15-48 7-15,-1 4 9 0,-3 3-5 16,0 3 19-16,-2 3-17 0,-1 4 17 0,0-38 8 16,0 20-16-16,0 10 18 0,0 6-4 15,-10 82 6-15,7-72-9 0,-2 2 6 0,-2 3 1 16,-2-2 6-16,1 3-7 0,-4 1 6 0,-1 2 4 15,-4 4 1-15,-1 1-6 0,-2 1-2 16,0 1-8-16,-3 0-1 0,-2 0 8 16,1-3-11-16,-4 1-2 0,0-1 8 0,-6 1-11 15,2-3 0-15,-5 2-7 0,-2-2-6 16,-1-2 2-16,-2 0-1 0,0-3-16 0,-4-3 14 0,2 2-4 16,0 0 0-16,1-3-10 0,-2-3-4 15,0 3 1-15,-1-4 2 0,1-1-7 0,-2-3 12 16,1-2-1-16,0-5-5 0,-4 1-5 0,0-5 7 15,-1 0 18-15,1-6 7 0,-2-2 2 16,-1-5 0-16,0-1-18 0,2-6 14 0,-2-2 0 16,3-5-1-16,-4-4-4 0,-3-4 3 0,1-4-2 15,-2-4-6-15,-2-1-1 0,-2-5-14 0,1-4-34 16,-2-5-43-16,0-5-64 0,0-2-85 16,29-2-465-16,-57-11 0 0,33-8 0 15</inkml:trace>
  <inkml:trace contextRef="#ctx0" brushRef="#br0" timeOffset="47994.73">28292 4585 153 0,'0'0'167'0,"0"0"0"0,0 0 15 0,0 0-2 16,0 0-2-16,0 0-9 0,0 0-8 15,0 0-12-15,-14 0-5 0,14 0-9 0,0 0-11 16,0 0-20-16,0 0-1 0,0 0-9 0,29 9-18 16,-3-18-6-16,4-1-7 0,6 1-20 15,6-2-4-15,0 3 7 0,4 1-13 16,2-1 8-16,0 3-25 0,0-1-3 0,-1 3 5 15,-1 0-5-15,-24 3-9 0,9 0 1 0,4 0 0 16,36 14-9-16,-38-7 3 0,-5 1-12 0,-1 3 6 16,-4 2 11-16,-4 4 1 0,-10 5 0 15,-6 5 1-15,-3-12-1 0,-17 37 10 0,-5-15-4 16,-5 0-1-16,-2 1-2 0,-2-1 12 16,-1-2-2-16,0-1-15 0,2-1 5 0,2-3 6 15,3-3 9-15,3-2 0 0,3-4-5 0,1-3 17 16,2 1-1-16,3-1-1 0,1-2-2 0,3-2 1 15,3-2 16-15,3-4-11 0,3-8-4 16,15 18 11-16,4-8-9 0,6-3 4 0,6-1-20 16,5-2 8-16,9 1 0 0,6-1 1 15,4-2-4-15,1 1-21 0,-1-2 12 0,-1 1 5 16,-2-1-15-16,-2-1 6 0,-3 0 0 0,-3 0-4 16,-23 0-10-16,9 0-47 15,1 0-17-15,3 0-33 0,-2 0-49 0,-3 0-55 16,26-11-519-16,-33 3 0 0,-4-1 0 0</inkml:trace>
  <inkml:trace contextRef="#ctx0" brushRef="#br0" timeOffset="48562.41">29592 4709 130 0,'-11'-7'239'0,"1"-1"7"15,4 4-8-15,0-2-32 0,4 1-4 0,1 1-32 16,2-2 1-16,-1 6-29 0,24-22-24 16,-4 9-13-16,4 3-9 0,3 1-16 0,6-1-15 15,0 5-6-15,7-2-17 0,2 4 0 16,2 1-14-16,-20 2-6 0,9 0 7 0,4 0-10 15,38 12-1-15,-39-4 2 16,-4 2-2-16,-2 2-4 0,-8 3-7 0,-5 3-8 0,-3 3 10 16,-13 7 1-16,-1-16-1 0,-27 30 5 15,3-12-5-15,-4-1-9 0,-2 0 11 0,1-3-7 0,3-3-4 16,2-3 6-16,4-1-12 0,1-2 19 16,2-4-4-16,0 2 7 0,1-4-15 0,6 1 6 15,6-3 12-15,1 0 0 0,3-9-5 16,16 19 7-16,3-8-7 0,6 0 0 0,1-3-3 15,6 3-12-15,-1-1 8 0,1 1 11 0,0 2-6 16,0-2 14-16,-1 3-8 0,2-1-2 0,-4 1-9 16,-4-2-9-16,-3 2 9 0,-2 0-16 15,-4 2 15-15,-2 0 3 0,-4 1 0 0,-7 2-3 16,-3-10 9-16,-19 23-17 0,4-11 9 0,-5-3 4 16,-5 0 12-16,-2-2-5 0,-2-1-7 15,-2 0-2-15,-2-2 6 0,-1 0-6 16,-1 0 12-16,0-5 12 0,-3-1 1 0,1 1 8 15,-1-2-7-15,4-1-18 0,2-1-27 0,-2-1-7 16,0 0-24-16,0-2-16 0,4-1-38 0,18 0-43 16,-7 0-57-16,-17-11-27 0,20 4-379 15,11-1 1-15</inkml:trace>
  <inkml:trace contextRef="#ctx0" brushRef="#br0" timeOffset="49308.25">30563 4683 125 0,'-4'-4'119'16,"1"2"0"-16,0-2-4 0,1 2 11 0,-2-2-1 16,4 1 2-16,-3 1-5 0,2 0-4 15,-1 0-2-15,-1 0 6 0,2 0-7 0,1 1 1 16,-2 0-19-16,0-1-4 0,1 1-4 0,0 0-6 15,-1 0-21-15,2-1-3 0,-1 2 2 16,0-2-3-16,1 1-9 0,-2 1-9 0,1-1 4 16,1 1-4-16,0-2-8 0,-2 1 3 0,2 1-11 15,0 0-1-15,-1-1-5 0,1 1-5 16,0 0 6-16,0-2 3 0,0 2-12 0,0 0 5 16,0-1-12-16,0 1 3 0,0 0 3 0,0 0 6 15,0 0-8-15,0 0 6 0,0 0 8 16,0 0-16-16,0 0 10 0,23-6-10 15,2 1-5-15,6 0 3 0,1 2 8 0,7-3-5 16,1 1-7-16,4 1 5 16,6 0-11-16,-3 0 3 0,0-1 3 0,-2 0 1 0,-2 1 7 15,-5-1-1-15,0 0-6 0,-6 1 5 16,1 3 1-16,-3-3-8 0,-4 2 2 0,-5 0 6 16,-4-2-7-16,-4 2-2 0,-2 2-5 0,-1-1 3 15,-3 0-10-15,0 1 7 0,-3-2 8 16,0 2-5-16,-4 0-2 0,0 0-2 0,2 7-2 0,-3-1 12 15,-7 8 6-15,-3 1 0 0,-2 2 0 0,0 1 9 16,-3 3-11-16,1-2 1 0,0 1-3 16,-3 3 11-16,1 3 2 0,0 1 9 0,-4 3-2 15,1 4-1-15,-1 2 4 0,0-1-3 0,-1 5 2 16,-1-1 6-16,0 2-6 16,1 0 5-16,0-1 0 0,0 0-12 0,3 0 16 0,3-2-14 15,-3-1 14-15,4-2-23 0,0-2 5 16,1-3 3-16,1-4-7 0,2 1 2 0,3-5 10 15,-1 3-3-15,0-7 4 0,2-1 6 16,2-4-18-16,0 2-3 0,2-4-20 16,0-3-36-16,1-1-28 0,1-3-58 0,1-4-79 15,3 2-486-15,4-4 0 0,8-9 0 16</inkml:trace>
  <inkml:trace contextRef="#ctx0" brushRef="#br0" timeOffset="54136.51">11388 9396 106 0,'0'15'135'0,"-17"-15"-19"0,-4 26-7 16,15-22-11-16,2-1-10 0,3-3-9 16,1 0-4-16,4-2-12 0,17-6 0 0,6-4-8 15,12-4-1-15,10-3-5 0,3-3-16 16,13-4-5-16,6-2 3 0,6-2-2 16,5-2-10-16,3 2 13 0,0 0-15 0,0 0 18 15,-1 4-2-15,-4 1-4 0,-7 4-6 0,-9 3-30 16,-5 3-33-16,-10 4-23 0,-8 7-47 0,-6 2-73 15,-23 2-91-15</inkml:trace>
  <inkml:trace contextRef="#ctx0" brushRef="#br0" timeOffset="54321.4">11551 9966 74 0,'-17'17'124'16,"6"0"-10"-16,10-8-7 0,9-5-3 15,10-1-11-15,-2-3 2 0,34-10 0 0,-8 2-13 16,11-3 10-16,6-2-4 0,2-2-2 0,7 0-3 16,0-3-11-16,1 0-5 0,1-1-27 0,-1-1-33 15,-3-1-47-15,0-1-58 0,-3-1-87 16,-3-3-84-16,-2 2 61 0</inkml:trace>
  <inkml:trace contextRef="#ctx0" brushRef="#br0" timeOffset="54842.88">12754 9347 37 0,'-3'0'153'15,"-1"0"-21"-15,-1-1-12 0,2 1-5 16,0 0 0-16,3-2-13 16,0 0-12-16,2-1-3 0,8-7-7 0,5-1-23 0,5-4 4 15,2 0-10-15,9-1 2 0,6-4-5 0,4-2-13 16,7-1-2-16,5-3 4 0,3 0-13 0,2 2 7 15,2-3-8-15,0 3-2 0,2-2 5 16,-2 5-7-16,-2 1 1 0,-1 3 0 16,-5 0-3-16,-4 5-1 0,-4-1-1 0,-6 2-1 15,-4 4 3-15,-2 1-3 0,-1-1 4 0,-2 6 9 16,-19 1-2-16,6 0 7 0,16 23 0 16,-18-4-1-16,-3 4-3 0,-4 3-5 15,-5 5 10-15,-2 3 7 0,0-13-15 0,0 7 2 16,0 8 6-16,-14 43-1 0,8-34-7 0,0-3 4 0,1 3 0 15,2 3 0-15,-3 0 6 0,2 1-4 16,3-2-4-16,-1-2-15 0,1 0 10 0,1 0-7 16,-2-3-6-16,2-23 9 0,0 13-5 15,0 2-6-15,0 1-8 0,0 1-12 0,12 29-17 16,-11-35-18-16,2 0-30 0,2-1-52 0,1-7-27 16,1-6-70-16,3-8-200 15,0-6 0-15</inkml:trace>
  <inkml:trace contextRef="#ctx0" brushRef="#br0" timeOffset="55166.68">14177 9629 104 0,'-8'-17'176'0,"3"1"-23"16,-1-2-3-16,5 1-8 0,-3 0-10 15,2 6-16-15,2 6-13 0,0-8-9 0,16-16-18 16,-3 10-8-16,6 0-13 0,-1 5-6 0,5-1 2 15,5 2-3-15,4 2-2 0,1 0 10 0,2 3 1 16,1 1 2-16,0 4-1 0,-1 3-4 16,-19 0-7-16,7 0 8 0,30 12-9 0,-28 1 5 15,-8 2 2-15,-8 8-4 0,-9 0-6 0,0-11 2 16,-26 28-10 0,5-11-2-16,-4-1 17 0,-7 0-14 0,1-2 3 15,-3-3 0-15,3 0-7 0,-3-3-10 0,2-3-3 0,1-2-23 0,3-2-14 16,0-1 5-16,3-3-8 0,0 0-12 0,1-3-4 15,4-2 3-15,6-4-19 0,14 0-44 16,-10 0-53-16,-4-15-83 0,16 7-229 16,5-12 0-16</inkml:trace>
  <inkml:trace contextRef="#ctx0" brushRef="#br0" timeOffset="55565.46">14732 9114 20 0,'0'-8'167'0,"1"-1"-17"0,6-7-18 16,4-3-3-16,3 1-12 0,5 0-12 0,6 1-7 15,3-1-17-15,4 0-12 0,4 1 3 16,3-2-10-16,5 3 0 0,2-1-6 0,0 2-5 15,-4 1 1-15,1 3-1 0,-3 0-11 16,-2 2 2-16,-5 3-4 0,-2 2 3 0,3 0-11 16,-5 3 10-16,-16 1-4 0,5 0-3 0,20 18 8 15,-20-5 1-15,-4 5 4 0,-4 6 0 0,-4 1-9 16,-3 4 9-16,-3 3 0 0,0-13-4 16,0 9 10-16,-13 40-8 0,3-27-6 15,-2 2 12-15,2 0-7 0,-5 0-7 0,4 1 3 16,-4 1-1-16,2 0-1 0,-2 4-4 15,2-1 0-15,1 0-13 0,0 0 1 0,1-4-4 16,3-1 6-16,0 1-9 0,-1-4-13 0,3-1-7 16,4-1-24-16,-2-5-30 0,4 2-28 0,0-21-58 15,0 5-45-15,10 23-105 0,0-29-165 0,-1-8 0 16</inkml:trace>
  <inkml:trace contextRef="#ctx0" brushRef="#br0" timeOffset="55733.91">15774 9604 30 0,'6'-24'219'0,"2"5"-12"16,-3 2 1-16,-2 6-22 0,0 0-14 0,0 2-11 15,-3 3-19-15,4 0-11 0,-4 2-17 0,1-1-24 16,2 2-6-16,-1 0-30 0,2 0-24 0,12-2-32 16,-2 1-39-16,2-3-69 0,2-1-91 15,4 0-168-15,0-1 0 0</inkml:trace>
  <inkml:trace contextRef="#ctx0" brushRef="#br0" timeOffset="56253.64">16461 9192 122 0,'-3'-3'193'15,"-1"3"-17"-15,1-3 2 0,-3 2-26 16,5-2-6-16,-2 2-16 0,-2-1-10 0,4 0-19 0,-3 1-14 16,2-1-19-16,-1 0 0 0,2 1-8 15,-1-2-1-15,4-1-11 0,6-5-2 0,6-4-7 16,5 0-12-16,6-4 3 0,7-3-8 0,3 4-8 15,6-2 2-15,-2-1-8 0,8-2 0 0,2 2-1 16,3 2-5-16,-4 1 8 0,2-1-10 16,-3-1 8-16,-1 4 0 0,-3 1-12 15,-5 1 7-15,-6-1-3 0,-3 6-5 16,-1-1 10-16,-1 4 10 0,-5 4-4 0,-12 0 2 16,18 10 12-16,-16 5 5 0,-4 8 2 0,-4 6-1 15,-4-12 11-15,0 8-1 0,-14 40 4 16,2-23 7-16,0 1-3 0,-1 2 7 0,0 0-4 0,-1 0-10 15,0 0-1-15,-2 2 6 0,2-1 1 16,2 0-4-16,0-1-9 0,-1 1 7 0,1-3-10 16,-1-2-9-16,4 0-4 0,-4-3 6 15,6-1 2-15,-3-5-11 0,2 2-6 16,-1-6 2-16,3 0-16 0,0 0-4 0,2-3-16 16,-2-5-6-16,2-5-17 0,4-3-19 0,-2-5-35 15,0-3-48-15,2-4-94 0,3-2-317 0,8-9 1 16</inkml:trace>
  <inkml:trace contextRef="#ctx0" brushRef="#br0" timeOffset="56946.74">19636 7976 7 0,'-24'-6'163'0,"0"1"-6"0,-3 2-14 15,-1 3 7-15,15 0-10 0,-10 0-21 16,-28 12-7-16,21-1-8 0,-6 4-9 0,-4 8-15 15,-4 3-6-15,-3 6-2 0,-6 7 5 16,0 10-4-16,-4 4-2 0,3 5 1 0,-2 5 3 0,-1 3-9 16,5 9 9-16,0 9 6 0,1 5-6 15,2 4-10-15,3 2 21 0,2 3-10 0,3 5-3 16,4-2 1-16,3 4-2 0,5-1 1 16,4-3-20-16,2 3 15 0,5-5-2 0,7-3-12 15,-2-4 3-15,10-6-9 0,0-1 9 0,3-46-14 16,0 17 0-16,14 79-10 0,-2-61 6 0,3-4-2 15,4-4-19-15,2-2-3 0,6-2 25 16,5-8-33-16,3-2 10 0,6-1-10 16,6-6 9-16,5-4-20 0,5-6-10 0,4-3-46 15,2-5-21-15,4-6-43 0,5-6-66 16,4-7-107-16,0-3-340 0,-37-5 0 16</inkml:trace>
  <inkml:trace contextRef="#ctx0" brushRef="#br0" timeOffset="57730.88">20600 8983 15 0,'0'0'156'0,"0"0"-12"0,0 0-12 15,0 0 9-15,0 0-12 0,0 0-7 0,-5 37-7 16,-4-16-16-16,2 3-7 0,0 2 2 0,-1 2-2 16,3 5-12-16,0 1 8 0,-1 4-4 0,1 2-11 15,0 5 6-15,1 2-7 0,-2 4 9 16,0 3 2-16,-1 4-5 0,-1-1 0 0,0 1-3 15,-1 2 14-15,1-1-12 0,-3-1 2 0,0 0-6 16,1-2-2-16,2-2-17 0,0-3-3 16,2-4 13-16,0-2-11 0,0-4-10 0,4-5 11 15,-2-2-12-15,-2-3-14 16,2-1-11-16,3-5-8 0,0 1-11 0,-1-7-23 0,1 0-7 16,1-7-23-16,0-2-14 15,0-7-45-15,0-3-89 0,3 1-424 0,2-5 0 0</inkml:trace>
  <inkml:trace contextRef="#ctx0" brushRef="#br0" timeOffset="58291.94">21356 9818 62 0,'-5'0'242'0,"0"-5"-32"16,1 2 13-16,2 2-36 0,-2-3-11 15,3 2-23-15,-1 0-15 0,1-3-4 0,1 0-24 16,3 0-6-16,7-5-24 0,2 0-7 16,2 0-2-16,2 4-12 0,2-1 7 15,-3 2-15-15,-2 3 15 0,-2 0-18 0,-3-1-12 0,-2 2 4 16,0 1-12-16,-6 0 4 0,0 0 11 0,5 4-13 16,-9 1 3-16,-9 5-10 0,-6 1 3 15,0 2 1-15,-3-3 1 16,1-2 0-16,6 0 0 0,-5-1-7 0,1 1-4 15,3-4-15-15,3 2 5 0,3-2-19 0,4-3-24 16,0 3-33-16,1-4-32 0,5 0-61 0,-1-4-141 16,7 1-202-16,8-7 0 0</inkml:trace>
  <inkml:trace contextRef="#ctx0" brushRef="#br0" timeOffset="59825.49">23307 1865 3 0,'0'0'115'16,"0"0"-5"-16,13 0-3 0,-13 0-12 0,0 0-3 16,0-12-6-16,0 12-1 0,0 0 1 15,-7-6-5-15,-8 11-5 0,-4 3-3 16,-1 0-5-16,-3 2-1 0,-4 0-7 0,5 0-5 15,-4 2 2-15,0 3-11 0,0 0-1 16,-2 0 0-16,-2 2-8 0,-4 2-6 0,1 1-1 0,-3-1 4 16,-3 3-2-16,-1 1-8 0,-4 2 0 15,1-1 6-15,-2 2-12 0,0 1 6 0,-2 2-8 16,-2 4 10-16,3 0-5 0,1 5 6 16,2-1-5-16,2 2 2 0,0 2-2 0,2 3-4 15,3 1 6-15,-1 3-2 0,6 1-3 0,-4 0 4 16,3 4 2-16,1-2 4 0,2-3-8 0,0 2 2 15,-1 2 1-15,4 0 4 0,-2 0-1 16,2 1-4-16,2 0 11 0,2-1-14 0,0-1 8 16,1 2-3-16,2-2-1 0,1 0-5 15,2 1-2-15,0-2-2 0,1 1 13 0,0-2 2 16,1-1-11-16,1 3-5 0,2-2-3 0,-1 0 13 16,0-1-11-16,1 3 3 0,2-1 11 15,-1-1-8-15,1 1 4 0,0-3-2 0,0 6 0 16,1-4-12-16,0 1 11 0,-1-1-5 15,2-2 0-15,-2 2 3 0,4-3-4 0,-1 1-6 16,0-2-2-16,3 2 13 0,-2 1 3 0,1-3-12 16,2 5 1-16,-2-1 5 15,3 1 10-15,-2 0-4 0,1-1-10 16,1 3 13-16,-2-3-15 0,3 3 15 0,0-1 1 0,0-23 3 16,0 10-6-16,0 9 11 0,0 2 9 0,0 1-21 15,10 58 2-15,-4-51 11 0,0-2 5 0,2-1 2 16,1 0-16-16,2-3 15 0,-1 1-14 0,4-3 13 15,0-2-10-15,2 0 4 0,-4-4-4 16,2 4-1-16,2-6 6 0,0-2-18 0,-1 1 7 16,-1-1-9-16,3-2 16 0,-2 1-22 0,1-2 8 15,-3-1 11-15,-2-1-9 0,0-3 2 16,3 1-8-16,-3 0 2 0,2-1-3 0,-2-1-7 16,0 0 2-16,2 0 5 0,-1-3-3 0,2 5-1 15,0-4 12-15,2 2-5 0,2-2 0 16,-2 0 7-16,2-2-5 0,0 0-4 0,6-1 2 15,-2 1 6-15,1-5-6 0,-1-1-5 16,0-1-20-16,2-3 0 0,-5-2-28 16,4 1-29-16,-2-3-17 0,-1-1-28 0,-1-3-10 15,3-5-23-15,-12-3-29 0,6 0-32 16,27-11-549-16,-17 5 0 0,-1-4 1 0</inkml:trace>
  <inkml:trace contextRef="#ctx0" brushRef="#br0" timeOffset="80801.14">21814 9970 110 0,'0'-17'217'0,"-22"-17"17"0,22 23 23 0,0-4-15 0,0-2 3 16,0 0-33-16,0-1 11 0,0 3-31 15,0-2-17-15,0 0-6 0,0 1-23 0,0-2 8 16,11-17-24-16,-3 16-5 0,-2-2-11 0,8 4-27 16,2-1 0-16,-2 0-19 0,6 0-6 15,-3 1-3-15,3 2-5 0,-1 0-2 0,6 0 3 16,2 0-10-16,2-1-7 0,6 1-12 16,3 0 0-16,2 0 7 0,4 0-13 0,5 3-2 15,4-1-4-15,-2 4 1 0,2 0 8 16,-5 1-17-16,-4 6-8 0,-3 0 5 15,-22 2-19-15,6 0 0 0,26 21 0 0,-26-4-3 16,-9 9 14-16,-8 10-7 0,-8-12 6 0,-22 52 5 16,-8-14 3-16,-6 3-13 0,-8 5 0 15,-1-4 26-15,0-2 1 0,-1-5 15 0,2-6 13 16,4-6 10-16,1-6 6 0,-1-2 12 16,2-6 9-16,0-5 9 0,-2-3 10 15,0-6-3-15,2-7-1 0,-2-1 7 0,0-8-17 16,21-3-12-16,-38-10-20 0,25-2-7 0,-2-6-24 15,8-3-27-15,2-5-28 0,6-4-36 16,6-6-41-16,10-1-16 0,2 17-19 0,13-40-37 0,2 16-31 16,9-1-761-1,6 3 0-15,5 1 0 0</inkml:trace>
  <inkml:trace contextRef="#ctx0" brushRef="#br0" timeOffset="82214.13">23794 8949 32 0,'0'0'151'0,"0"0"-5"15,0 0-10-15,0 0-6 0,0 0 0 0,0 0-10 16,0 0-9-16,0 0-15 0,0 0-13 16,0 0-6-16,0 0-12 0,-25-3 4 0,20 4 1 15,-1 1-14-15,-2-2 4 0,-3 0 6 0,-20 9-11 16,13 0 9-16,-5-3-2 0,1 3 5 15,-3 0 1-15,1 3 8 0,-2 2 15 0,-5 2-4 16,-5 2-6-16,-4 2 18 0,-2 2-13 16,-6 4 15-16,-2 2 5 0,0 2 2 15,-1 1 0-15,1 0 3 0,3 2-19 0,3 1-2 16,2 1-4-16,2 1-6 0,0 6-1 0,4 2-2 16,1 8-12-16,4-2 1 0,2 3-4 15,5 0-15-15,4 0 0 0,5 3 1 0,4-1-5 16,5-4-1-16,3 1-6 0,3-27-8 0,0 10-4 15,16 43 5-15,-5-38-15 0,5-6 9 0,1-2-1 16,6-3 2-16,2-5-7 0,6-3-8 16,1-6 5-16,4-3-7 0,1-4-5 0,1-1 0 0,-18-7 12 15,8 0-10-15,37-12 1 0,-30 2 7 16,-1-2-7-16,-4-3 6 0,-4-1 3 0,-3-3-8 16,-3-2-9-16,-4-2 6 0,-5 1 5 15,-7-4 7-15,-4 2-8 0,0 12-5 0,-19-21 0 16,2 15 6-16,-7 3-4 0,-4 3-1 0,-3 0-2 15,-4 3 3-15,2 3-5 0,-2 3-4 0,-1 0 11 16,19 3-4-16,-7 0-4 0,-31 16 3 16,28-6-2-16,1 4-8 0,3 3-19 15,3 0-5-15,6 2-28 0,-1 1-10 0,8 2-7 0,3 1-21 16,4-13-31-16,0 5-47 16,18 13-47-16,-2-17-616 0,2 0 0 0,6-4 1 0</inkml:trace>
  <inkml:trace contextRef="#ctx0" brushRef="#br0" timeOffset="85827.01">23955 8093 40 0,'0'0'116'0,"0"0"3"16,-13 0 3-16,13 0-3 0,0 0 1 15,0-12-3-15,0 12-1 0,0 0-14 0,0 0-9 16,0 0 4-16,0 0-2 0,0 0 1 0,0 0-14 15,0 0 10-15,0 0-12 0,0 0-16 16,0 0 6-16,0 0-3 0,0 0-15 0,0 0-3 16,0 0-14-16,0 0 0 0,0 0 3 15,-13 0-5-15,13 0-5 0,0 0-1 0,0 0-2 16,0 0-6-16,0 0-10 0,0 0 2 16,0 0 8-16,-13 21-5 0,13-11 3 0,0 6 1 15,0 8-4-15,0 2-6 0,10 33 1 0,-6-26 9 16,3 6 0-16,-3 2-8 0,1 3 4 15,0 5 18-15,-2 1-9 0,0 3 11 0,-1 11 2 16,1 3 6-16,-3 6-4 0,0 2 8 0,0 1-2 16,0-39 6-16,0 19 5 0,0 11 17 0,0 6 1 15,0 6-5-15,0 2-5 16,-11 78 7-16,2-81 5 0,0-3-8 0,3 2 2 0,-5 0-8 16,-2 2 8-16,-1-7-13 0,-3 0 14 0,-2-6 11 15,-3-5-8-15,-1-1-3 0,-3-4 11 16,-4-2-7-16,0-4 2 0,-5 0 3 15,-2-1-4-15,-5-2-4 0,0-4 1 0,-4 0-6 16,-2-1-9-16,-2-3-5 0,-3-2-2 16,1-1 4-16,3-2-17 0,1-4-15 0,1 0-30 15,3-2-44-15,5-3-49 0,2-5-90 16,5 0-65-16,6-3-750 0,6-5 0 0,2-4 1 16</inkml:trace>
  <inkml:trace contextRef="#ctx0" brushRef="#br0" timeOffset="88027.8">13121 12606 139 0,'0'0'266'16,"0"0"-25"-16,-4 14-5 0,28-21-19 0,2 0-20 16,6-5-7-16,9 0-26 0,10-3-21 15,7-3 0-15,8 0-18 0,8-2-2 0,5 0-17 16,2-1 2-16,2 3-40 0,-5 2-11 15,-2 1-52-15,-1 2-33 0,-9 2-48 0,-11 2-56 0,-10 2-84 16,-6 4-303-16,-26 3 0 0</inkml:trace>
  <inkml:trace contextRef="#ctx0" brushRef="#br0" timeOffset="88207.87">13409 13191 133 0,'-12'28'403'15,"6"-5"-62"-15,6-16-43 0,28 6-30 16,-13-13-13-16,7 0-32 0,40-18-33 0,-16 6-8 16,7-2-25-16,6 0-10 0,2-3-13 0,5-1-15 0,1-3-14 15,3 2-57-15,1 1-46 0,-1-4-59 16,0 2-45-16,-1-2-63 0,1 3-52 0,-2-5-399 16,2-1 0-16</inkml:trace>
  <inkml:trace contextRef="#ctx0" brushRef="#br0" timeOffset="96896.31">15421 12566 143 0,'0'0'227'0,"0"0"24"0,0 13-2 16,0-13-34-16,0 0-10 0,0 0-37 0,0 0-2 15,0 0-24-15,0 0-4 0,0 0-18 0,0 0-10 16,6-8-21-16,13-3-19 0,3-2-1 0,5 0-2 15,2 0-6-15,6-2 1 0,3 0-3 16,2-2-12-16,4 0-1 0,1-2 10 0,1 0 3 16,6-1-15-16,0 3 4 0,-1-2 16 15,-2 2 2-15,-2 0-8 0,-3 1-7 0,-6 4-1 16,0-1-2-16,-7 4-1 0,-3-1 1 16,-2 5 4-16,-2 1-19 0,-5 2 9 15,-9 2 5-15,14 11 13 0,-12 4-2 0,-6 3 0 16,0 7 1-16,-6 6-11 0,0-16 1 0,0 11-17 15,-17 34 6-15,7-22-3 0,-2 3-8 0,1 2 8 16,-1 0-20-16,2-1 6 0,-3-1 6 16,2 1-7-16,1-2-2 0,1 0-9 15,1-2-1-15,0-1 3 0,0-1 0 0,0-2-12 0,2 1 8 16,-2-3 4-16,2 1-4 0,1-3-3 16,0 0-3-16,1 0 5 0,0-3 3 0,4-12-7 15,0 2-20-15,0 4-45 0,0-2-51 16,0-1-17-16,0-6-36 0,0-2-23 0,0-4-55 0,14-1-574 15,6-15 0-15,1-5 1 16</inkml:trace>
  <inkml:trace contextRef="#ctx0" brushRef="#br0" timeOffset="97293.15">17431 12256 115 0,'12'-22'250'0,"-8"5"-1"0,-4 9 13 15,-16-10-24-15,-8 11-9 0,-7 6-22 16,13 1-20-16,-42 17-23 0,16 0-3 0,-7 5-13 16,0 3 1-16,1 5-13 0,0-2-11 0,4 4-7 15,4 3-2-15,8 1-25 0,6-2-3 16,7 3-13-16,8-3 8 0,12-2-10 15,1-15-11-15,22 30 0 0,1-19-4 0,7-1-8 16,5-2-8-16,6-2-1 0,3 1-8 16,2 1-4-16,-4-4-1 0,1 0 1 0,-4 0 15 15,-5-1 13-15,-5 1 4 0,-4 0 3 0,-4 4 3 16,-5-2-3-16,-10 3 2 0,-6-11-6 16,0 7-10-16,-21 28 2 0,2-22-7 0,-6-2-4 15,-6 2-9-15,-5-1 0 0,-5 1-1 0,-3-4-4 16,-3 0-5-16,-4-1 3 0,-3-3-6 15,2-1 1-15,5-2-18 0,1-4-15 16,5-1-42-16,6-2-46 0,9-2-79 0,-2-4-60 16,19-4-758-16,-7-11 0 0,19 0 1 0</inkml:trace>
  <inkml:trace contextRef="#ctx0" brushRef="#br0" timeOffset="97649.46">17815 12516 115 0,'7'-27'313'0,"2"1"-23"0,4 3-25 0,5-3-13 16,4 3-31-16,6-2-10 0,7 3-15 0,6 4-24 15,6 1 8-15,2 2-7 0,3 5-3 0,-2 3-7 16,2 3-9-16,-30 4-11 15,13 0-9-15,36 18-7 0,-39-2-15 0,-9 3-2 16,-7 6-16-16,-8 8-9 0,-8-16-11 0,-12 43-6 16,-13-10-6-16,-7 3-4 0,-2 3-4 15,2-5-2-15,1-1-14 0,6-7 10 0,3 0 6 16,2-6 14-16,5-1-4 0,4-2 5 0,9-2 0 16,2-17 4-16,16 26-4 0,6-20-10 15,9-5 0-15,8-3-4 0,7-5-14 0,8 0-22 16,10-5-31-16,10-3-15 0,-39 0-48 0,23 0-54 15,79-13-66-15,-60 4-64 0,-2-3-775 0,-5-2 0 16,-1 2 0-16</inkml:trace>
  <inkml:trace contextRef="#ctx0" brushRef="#br0" timeOffset="98098.73">15864 14525 78 0,'-14'12'227'0,"1"-3"-29"16,6-2 1-16,3-3-2 0,6-1 2 15,6-2-24-15,12-2-14 0,-5 1-2 0,42-11-21 16,-1 2-15-16,13-2-13 0,11-2-7 0,15-2-17 16,8 0-3-16,8-1-4 0,3 1-7 15,9 0-19-15,2-1 11 0,-4 2-25 16,0 0-24-16,-7 2-37 0,-6 1-53 0,-9 0-51 16,-13 4-63-16,-15 3-105 0,-16 2-169 0,-14 2 0 15</inkml:trace>
  <inkml:trace contextRef="#ctx0" brushRef="#br0" timeOffset="98274.63">16458 15034 148 0,'-45'27'371'0,"10"-6"-46"16,13-6-39-16,13-3-20 0,9-12-13 0,28 3-31 16,-11-3-19-16,52-15-18 0,-3 3-24 15,10-6-17-15,12-2-14 0,9-3-22 0,10-3-35 16,8 0-34-16,3 1-42 15,12-5-52-15,4 2-63 0,-2-1-77 0,-5 0-96 16,-3 1-272-16,-3-1 0 0</inkml:trace>
  <inkml:trace contextRef="#ctx0" brushRef="#br0" timeOffset="98798.64">20230 13321 43 0,'-2'-6'337'0,"0"0"-2"15,2 1-22-15,-1 0-12 0,-1-1-23 0,2 1-16 16,-1 1-26-16,1 1-22 0,0-2-24 0,0 1-27 16,0 4-15-16,0 0-22 0,0 0-5 15,0-9-23-15,0 9-16 0,0-8-35 0,0 8-16 16,0 0-35-16,10-13-22 0,-7 10-36 15,-2 2-8-15,-1 1-13 0,-1 1-20 0,0 3-18 16,-2 0-29-16,-5 7-36 0,1 0-48 16,-2 1-338-16,2-5 0 0</inkml:trace>
  <inkml:trace contextRef="#ctx0" brushRef="#br0" timeOffset="99075">21026 12609 191 0,'11'-22'227'0,"-2"6"-16"16,-4 1-10-16,-1 8-15 0,0 3-28 15,-4 4-5-15,-5 2-3 0,0 5-33 0,-4 11 1 16,-2 4-17-16,-4 5 4 0,-1 4 1 0,-2 4-7 16,1 4 1-16,-1 3-1 0,2 2-9 0,1 0 22 15,4-2 4-15,3-1 7 0,3-2 23 16,5-3-4-16,0-18-1 0,15 31-5 0,0-19-5 15,10-4-10-15,9-2-8 0,2-2-4 16,8-3-16-16,6-4-3 0,4-4-15 16,8 0-12-16,2-7-2 0,3-3-30 15,-31-1-35-15,17 0-49 0,70-19-72 0,-55 7-65 0,0-6-59 16,-3 1-650-16,-7-4 0 0,-4-3 1 16</inkml:trace>
  <inkml:trace contextRef="#ctx0" brushRef="#br0" timeOffset="99289.93">21829 12756 193 0,'-15'-5'370'16,"2"-3"-27"-16,7 4-38 0,2 4-32 0,-2 2-24 15,1 0-22-15,2 2-14 0,1 3-13 0,0 10-13 16,-2 8-10-16,0 5-8 0,1 0-21 16,-2 7-12-16,-1 3-16 0,-2 8-7 15,-2 5-18-15,-1 3-3 0,-1 3-9 0,0 4-11 16,0 4 1-16,2 2-15 0,-2 1-11 15,5-2-28-15,-2-1-18 0,5-2-41 0,1-4-31 16,0-5-59-16,3-30-41 0,0 11-49 0,0 1-613 16,0 0 0-16,0-3 0 0</inkml:trace>
  <inkml:trace contextRef="#ctx0" brushRef="#br0" timeOffset="99826.73">23747 12354 126 0,'-36'-22'265'0,"-8"7"-15"0,-7 5 0 16,-7 4-8-16,-4 3 0 0,29 3-18 15,-69 14-31-15,28 7-10 0,-5 11-9 0,-3 6-2 16,-1 8-16-16,-3 14 11 0,3 10 6 15,7 3-21-15,8 4-21 0,12 2-1 0,6-1-17 16,15-3-4-16,10-4-12 0,11-4-4 0,14-37-14 16,12 55-4-16,15-33-7 0,7-5-6 0,9-11-11 15,12-4-1-15,12-5-7 0,3-5-3 16,4-6-13-16,-1-4 3 0,-3-1 9 0,-10-5-4 16,-6-5 18-16,-30-1 8 0,6 0-3 15,26-16 1-15,-38 1 5 0,-12-6 0 0,-6 10-15 16,-30-17 2-16,-6 7-6 0,-7 2-3 0,-4 2-5 15,-8 4 1-15,-6 4-3 0,-6 2-13 0,0 6 1 16,33 1-3-16,-65 16-29 0,37 0-41 16,5 7-54-16,6 5-61 0,7 4-42 0,7 5-900 15,12 0 0-15,13 2 0 0</inkml:trace>
  <inkml:trace contextRef="#ctx0" brushRef="#br0" timeOffset="100906.8">13694 10917 160 0,'0'0'249'0,"0"0"-1"0,0 0-23 16,0 0-4-16,0 0-13 0,0 0-2 0,-13 0-28 15,-3 8-30-15,16 14-9 0,-1 1-10 0,-1 3-24 16,2-11 0-16,0 9-7 0,0 2-11 16,0 3-3-16,14 31-16 0,-8-28-7 0,2-1-11 15,-1 0-33-15,2-5-6 0,-2 1-13 16,2-1-20-16,-2-2-25 0,-1-7-36 0,-1-2-29 15,-3-4-49-15,-2-5-94 0,0-6-274 0,0 0 0 16</inkml:trace>
  <inkml:trace contextRef="#ctx0" brushRef="#br0" timeOffset="101080.7">13009 11297 99 0,'-34'-6'286'0,"5"0"-10"0,1-5-25 0,8 0-22 16,8-1-9-16,12-1-31 0,0 4-11 15,28-14-31-15,1 5-20 0,13-1-1 16,8 0-5-16,10 1-11 0,6-2-18 0,8-2 6 0,5 3-26 16,4 0-14-16,0 0-21 0,-3 0-27 0,-4 1-53 15,-6 3-42-15,-7 0-42 0,-8 3-39 16,-10 1-83-16,-10 4-265 0,-10 3 0 16</inkml:trace>
  <inkml:trace contextRef="#ctx0" brushRef="#br0" timeOffset="101242.61">13063 11501 115 0,'-37'30'352'0,"1"-2"-20"0,8-3-30 0,9-3-26 15,4-2-29-15,14-2-12 0,1-18-32 0,28 18-20 16,7-18-9-16,-12 0-20 0,56-13-11 0,-13 4-25 16,9-5-10-16,1-2-46 0,6 1-62 15,-1-3-49-15,-4-2-75 0,-1 0-37 16,-2 0-66-16,-9-2-384 0,-3-1 0 0</inkml:trace>
  <inkml:trace contextRef="#ctx0" brushRef="#br0" timeOffset="101678.55">13904 11318 228 0,'-11'0'301'0,"3"4"-16"0,-4 4-31 0,3 2-29 15,2 3-30-15,-1 2 4 0,1 7-26 0,-1 3-12 16,2 1-20-16,-2 5-22 0,-2 2-24 15,1 2 6-15,-2 1-15 0,2 0-6 16,0-3-2-16,2-4-14 0,-1-1 5 0,1-3 4 16,2-5 43-16,1-2 24 0,1-10 2 0,2-6-12 15,1-2-18-15,1-11-11 0,6-11-1 0,2-4-19 16,1-7-6-16,2-1-13 0,1-3-8 16,2-1 3-16,3-3-14 0,2 3-2 0,-1 0-5 15,0 3 1-15,0 3-6 0,-1 0-3 16,1 6-5-16,-2 2-6 0,0 1 2 0,1 8-5 15,0 0-1-15,3 6-4 16,-4 5 7-16,-10 4-10 0,5 0 7 0,14 24 0 0,-15-3-2 16,-2 3-10-16,-2 5 0 0,0-2 4 15,-1 3-1-15,1-5-8 0,-2 2 10 0,-1-7-5 0,2-5 20 16,0 0 8-16,0-5-2 0,4-7 2 16,-2-3-9-16,24-15 11 0,-10 2-10 0,4-4-2 15,0-3-4-15,-1-3-2 0,3-3-2 16,-2-4-13-16,2 0-14 0,2-1-3 0,-1 0-10 15,-1-1-6-15,-1 4-1 0,1-1-3 0,-5 0-7 16,-1 3-13-16,-1 2-46 0,-1 3-11 0,-4 2-36 16,0 3-53-16,2 1-760 15,-1 1 0-15,-2 5 1 0</inkml:trace>
  <inkml:trace contextRef="#ctx0" brushRef="#br0" timeOffset="102102.85">14883 11115 37 0,'0'-3'381'0,"0"-1"-29"0,0 2-23 15,0 0-42-15,0 0-21 0,-3 4-15 16,1 2-21-16,-6 10-12 0,-1 6-27 0,-2 1-14 0,-5 7-20 16,0 4-12-16,-4 6-25 0,-1 3-9 0,0-1-5 15,0 0-12-15,2-4-12 0,0-4-7 16,4-5-4-16,3-2 32 0,0-3 42 0,1-2 50 15,1-5 13-15,4-5-15 0,1-9-26 16,5-1-34-16,-1-15-11 0,7-11-20 0,1-4-27 16,3-7-26-16,8-5-10 0,4 0-22 15,4-4-11-15,8-5-15 0,4-5 0 0,7-1-1 16,4 1 1-16,6 1-4 0,4 3 8 0,-3 5 16 16,-5 6-6-16,-5 5 11 0,-6 4-12 0,-6 8 1 15,-6 1-13-15,-4 5 1 0,-6 10-7 16,-18 8 11-16,9 15-8 0,-18 11 6 0,-10 10-1 15,-7 7-5-15,-4 0 5 0,1 4 1 0,4 0 1 16,0-2 8-16,6 0 10 0,6-1 5 0,4-1 7 16,5-5 4-16,4-19-1 15,16 33 11-15,3-20-9 0,6-5-7 0,9-3-13 16,5-4-9-16,5-3-21 0,3-2-25 0,4-5-42 16,-1-2-47-16,0-1-67 0,-2-2-1022 0,-10-1 0 15,-20-4 0-15</inkml:trace>
  <inkml:trace contextRef="#ctx0" brushRef="#br0" timeOffset="104543.48">677 11213 199 0,'0'0'239'0,"-15"19"-10"0,-3 10-16 0,12-12-3 16,1 7-26-16,-6 7-15 0,0 11-22 0,-1 9-3 16,-6 7-21-16,2 8 3 0,1 3-24 0,1 6-12 15,-1 0 6-15,2 3-12 0,1 5-3 0,1-1-9 16,2 3 16-16,0-6-25 0,2-4 15 16,5-9-41-16,-1-9 8 0,-1-10 5 15,3-5-12-15,1-5 1 0,0-21-21 0,0 2 29 16,0 4-33-16,0-3 19 0,0-3 2 0,0-2-7 15,0-1-3-15,0-4 18 0,0-1-4 0,0-8 31 16,0 6 21-16,0-6 8 0,0 0-5 0,0 0-5 16,4 10-13-16,-7-17-4 0,-2-10-25 15,-2-5-33-15,0-11-25 0,-2-8-4 0,0-12-16 16,2-2-17-16,0-6 9 0,5-10-39 16,2 34 5-16,0-19-2 0,22-81 11 0,-4 53 14 15,4-1 9-15,6-1 20 0,5 0-7 0,10 2 1 16,7 3-10-16,0 5 1 0,14 2 4 15,3 6-9-15,5 9 19 0,-16 16-12 0,-7 10 17 16,-5 9 2-16,1 4 7 0,-6 5-10 0,0 7-9 16,-1 4 12-16,-21 4 12 0,29 16-2 15,-19 5 11-15,-8 8 0 0,-12 11 18 16,-1 6-23-16,-6-19 7 0,-13 53 21 0,-14 10-6 0,-9-9 35 16,-2-10-3-16,0-11 3 0,1-7 3 15,2-11 6-15,0-4-8 0,0-4-9 0,5-8 1 16,2-7-5-16,4-1-24 0,4-5-22 0,4-1-35 15,5-4-49-15,2-1-38 0,3-7-51 16,12-8-74-16,6-7-486 0,11-11 0 0,12-10 0 16</inkml:trace>
  <inkml:trace contextRef="#ctx0" brushRef="#br0" timeOffset="104805.63">1612 11557 107 0,'9'12'208'0,"-2"1"-12"15,1 1-9-15,-4 4-9 0,-4 2-2 16,0-7-4-16,0 8-1 0,0 5-21 0,-15 34-13 16,7-20-11-16,-3 1-20 0,1 2-2 15,1-1-11-15,3-2-14 0,1-5 5 0,-1-3-10 16,1-4-16-16,0-1 33 0,2-7 13 16,0 1-3-16,1-8-23 0,2-3-4 0,-1-6-8 15,2-8-22-15,8-15-40 0,0-6-8 0,2-5-1 16,1-7-21-16,3-3-6 15,2-6-4-15,4-3-8 0,2-3-16 0,2-1 4 16,6-3-10-16,3 6-12 0,1 1-21 0,-1 5-26 0,-1 3-7 16,4 7-36-16,-4 4-27 0,-2 4-46 15,-4 8-160-15,-3 6 1 0</inkml:trace>
  <inkml:trace contextRef="#ctx0" brushRef="#br0" timeOffset="105088.47">2047 11743 14 0,'0'18'170'0,"0"-4"-11"15,2-5-13-15,-2-9 1 0,11 13 16 0,-2-11-3 16,13-6 25-16,3-4-9 0,7-7 25 0,5-5-5 16,8-5-10-16,4-2-27 0,0-2 1 15,0 2-16-15,-7-2-24 0,-4 6-15 16,-5 1-12-16,-5 2-25 0,-4-1-10 16,-4 2-7-16,-5 3-25 0,-4-2 15 0,-7 3-21 0,-4 15-24 15,-14-11 4-15,-7 15-11 0,-3 4-4 16,-6 9 13-16,-3 6-3 0,-4 7 10 15,-2 8-20-15,1 6 7 0,-1 4-9 0,3 3-8 0,6 5 12 16,4-1-15-16,8 1-13 0,10-4-5 0,4-2-5 16,4-28-1-16,21 35-1 15,-1-31-12-15,11-8-7 0,10-11-16 0,-16-7 0 0,60-15-38 16,-17-7 0-16,3-4-26 0,3-9-45 0,-1-4-37 16,-1-4-121-16,-3-4 0 0</inkml:trace>
  <inkml:trace contextRef="#ctx0" brushRef="#br0" timeOffset="105435.84">3137 11612 792 0,'-6'-15'165'0,"-8"5"10"0,-11 8-4 0,9 2-9 16,-33 12 2-16,12 5-14 0,-1 3-20 0,-4 2 7 16,1 7-19-16,-2 5-7 0,3 1-1 15,2 6-25-15,4 0 12 0,2 0-11 0,6 1-1 16,4-3-10-16,4-3-10 0,6-5 16 0,1-1-17 16,3-3-1-16,1-1-1 0,5-7 10 0,2-19-13 15,0 0-2-15,25-2-3 0,-1-22-11 16,9-14 12-16,3-10-9 0,2-11-28 0,1-10-14 15,0-4-7-15,0-9-21 0,-2-3 11 16,1-3-28-16,-4 1 6 0,0-4 8 0,-4 3-1 16,0 5-16-16,-9 8-9 0,-3 7 18 0,-5 6-9 15,0 8 14-15,-6 8 0 0,2 5 9 16,-2 5 1-16,-2 6 3 0,3 1-16 0,-5 14 1 16,-3 15 24-16,5 12-10 0,-7 20 12 0,2-12 7 15,0 15 0-15,0 14 6 16,0 7 12-16,0 11-7 0,0 5 1 0,0 3-2 15,12 75-8-15,-5-79-12 0,2-6-3 0,3-5-35 16,4-6-9-16,0-5-28 0,4-8-33 0,1-7-47 16,3-10-93-16,5-7-322 0,2-9 0 15</inkml:trace>
  <inkml:trace contextRef="#ctx0" brushRef="#br0" timeOffset="105615.03">3590 11531 123 0,'2'-6'285'0,"0"3"-11"0,0 2-46 0,0 2-11 15,-1 2-34-15,0 1-10 0,3 14-16 0,-1 5-4 16,-3-8-22-16,0 8-8 0,0 6-4 16,0 4-16-16,0 6-17 0,0 4 3 0,0 4-22 15,-9 50-4-15,7-46-15 0,0-1-31 0,2-1-4 16,0-26-42-16,0 9-15 0,0 2-16 16,16 31-17-16,-7-40-11 0,3-9-43 15,1-10-60-15,-6-6-63 0,17-22-191 0,-13-3 0 0</inkml:trace>
  <inkml:trace contextRef="#ctx0" brushRef="#br0" timeOffset="105766.95">3612 11747 737 0,'-21'-55'135'0,"-1"4"-5"16,4 2-7-16,1 5 1 0,0 6 2 0,4 0-12 15,2 8-18-15,1 4-4 0,1 0 0 0,3 4-19 16,6 14-20-16,0-3-10 0,19-12-5 0,1 14-8 16,6 4-9-16,5 4-10 0,-13 1-17 15,8 0-18-15,41 14-44 0,-22-5-28 0,4 0-33 16,2 1-35-16,4-1-79 0,4-3-84 0,3 1 0 15</inkml:trace>
  <inkml:trace contextRef="#ctx0" brushRef="#br0" timeOffset="105936.03">4267 11383 219 0,'-30'0'264'16,"14"0"-21"-16,-12 0-10 0,-33 15-21 0,24-6-16 16,2 2-24-16,3 5-20 0,-2 2-18 0,6 6-19 15,1 3-1-15,2 7-6 0,3 6-4 16,1 5-10-16,6 3 0 0,-1 2 12 0,6 2-22 15,3 1-2-15,4-2-6 0,3-27-4 0,0 10-24 16,10 39-6-16,0-38-39 0,4-6 5 16,3-7-24-16,4-9-33 0,11-10-48 15,-17-3-63-15,40-23-73 0,-14-4-372 0,2-8 0 16</inkml:trace>
  <inkml:trace contextRef="#ctx0" brushRef="#br0" timeOffset="106133.92">4401 11368 99 0,'5'-31'251'0,"-5"17"-22"15,0-3-4-15,0-4-38 0,0 6-20 16,0 4-4-16,0 5-16 0,5 4-5 0,-7 19-7 16,0 10-10-16,2-11-15 0,-7 45 11 0,0-10-10 15,-1 6-8-15,-2 7 17 0,1 2-9 16,0 3 7-16,-2 2-26 0,3 1-1 0,1-2-31 0,2-4-30 16,3-2-31-16,0-6-15 0,2-32-40 15,0 10-31-15,0 2-26 0,0-1-28 0,12 32 5 16,-5-42-67-16,-2-7-343 0,0-14 0 15</inkml:trace>
  <inkml:trace contextRef="#ctx0" brushRef="#br0" timeOffset="106399.76">4361 12206 1236 0,'-2'-27'104'0,"2"12"13"0,0-5 3 0,0-3-11 15,0 3-10-15,0 1-12 0,0 1-7 0,16-15-9 16,-2 22-2-16,6 1 10 0,7 1 15 0,3 3-15 16,5-1-10-16,3 0 22 0,4 0-17 15,0 2 0-15,1-2-19 0,1-3 13 0,-1 2-9 16,-4 3-6-16,-2-5 3 0,-3 0-4 0,-3-2-11 15,-8 2-17-15,0 0 12 0,-3 1-14 16,-6 0-10-16,-9 1 12 0,-4 2-10 0,-1 6-2 16,-16-4-2-16,-4 8-19 0,-9 3 18 15,1 5 0-15,-2 3-15 0,2 0-8 0,0 5 20 16,3 3-3-16,1 1 9 0,3 5 12 16,3 0-21-16,5 3-1 0,5 1-24 0,4-2 9 15,4-16-22-15,12 28-16 0,5-20-7 0,7-8-22 16,11-4-10-16,7-11-19 0,-16 0-8 0,14 0-9 15,62-22-17-15,-40 6-47 0,1-10-67 16,-2-3-228-16,-2-4 0 0</inkml:trace>
  <inkml:trace contextRef="#ctx0" brushRef="#br0" timeOffset="106733.13">5503 11887 76 0,'13'-21'169'16,"-8"-1"18"-16,-5 13-2 0,-15-14 16 0,-2 17-8 0,-10 5-11 16,12 1-6-16,-29 12-8 0,9 4-8 15,0 6-9-15,0 4-25 0,1 6-5 0,-1 4 18 16,4 4-20-16,1 1-14 0,4 1-2 0,2 2 1 15,4-3-5-15,2 1 3 0,5-5-9 0,5 2-7 16,3-9 4-16,3 1-13 0,2-20-2 16,0 4 10-16,19 9 0 0,2-28-13 0,5-9 0 15,8-10-17-15,4-9-9 0,6-7-9 0,5-11-15 16,1-7-39-16,3-9-27 0,0-9-48 16,1-5-7-16,-1-4 16 0,0 1 1 0,-2 0 30 15,-4 0-11-15,-5 1 14 0,-4 4 30 0,-4 7 7 16,-7 3 0-16,-3 8 12 0,-5 7 3 0,0 8 10 15,-3 5 6-15,-4 10-16 16,-4 8 4-16,-6 16-6 0,-8 12-5 0,-4 16 8 16,-6 13 7-16,-8 19-10 0,-5 13 18 0,-3 13-8 15,-5 10-23-15,-2 4-32 0,-4 9-3 16,0 0-17-16,3 0-8 0,3 0 0 0,2-8-14 0,7-5-2 16,4-3-22-16,1-2-19 0,6-7-42 15,3-3-83-15,-6-3-265 0,6-6 0 0</inkml:trace>
  <inkml:trace contextRef="#ctx0" brushRef="#br0" timeOffset="107180.3">3438 14038 117 0,'-30'19'204'0,"7"0"-20"0,7-3 2 0,-2 2-24 15,6-3-1 1,1 2-13-16,4-1-14 0,4 4-13 0,0 0-2 0,1 4-14 16,2-1 0-16,0-10-20 0,0 7 12 0,0 4-2 0,0 2-15 15,0 3-10-15,0-1 5 0,-8 32-17 16,2-31-15-16,-2-3 22 0,-1-1-8 16,2-1 13-16,1-5 18 0,-2 0 19 0,-1-6-24 0,1-4-17 15,1-5-44-15,7-4-19 0,-18-11-6 16,7-6 0-16,2-9-3 0,-1-4-12 15,2-13-17-15,4-8 11 0,3-7-8 0,1-10-11 16,0 31-10-16,17-80-25 0,2 34-5 0,2 1 8 16,9-5-3-16,0 3 23 0,3 3 21 15,5 3 18-15,1 3 11 0,2 6 2 0,0 3 19 0,2 6-4 16,-2 7 3 0,-3 7 9-16,-3 6-8 0,-5 3 1 0,-2 10 6 0,-3 5-9 0,0 11 16 15,-3 9-3-15,-6 14 10 0,-5 13-11 0,-10 7 7 16,-1-11-18-16,-12 50-6 0,-4-14 12 15,-1-1 4-15,-2 0-24 0,0 0 14 0,0-7-2 16,0-1-13-16,-1-3-3 16,3-4-23-16,1-3-26 0,-2-6-48 0,6-5-39 0,2-4-61 15,-3-4-334-15,5-11 0 0</inkml:trace>
  <inkml:trace contextRef="#ctx0" brushRef="#br0" timeOffset="107438.36">4088 13491 5 0,'10'15'201'0,"-10"10"-22"0,0-10-8 16,-12 35-7-16,-2-9-4 0,1 2-11 0,-2 1-3 15,-1 2-7-15,3-2 4 0,0-3-23 16,4-6-4-16,0-2 4 0,0-7 9 0,2 2-21 16,1-6-5-16,0-3-13 0,2-6-18 0,4-9-2 15,4-8-23-15,11-13-19 0,4-7-9 16,5-8-14-16,4-7-9 0,5-5-11 0,6-3-8 15,2-1-7-15,5-1 10 0,-1 1-12 0,3-2-37 16,-2 0-34-16,-4 1-39 0,2 3-51 16,-4 1-103-16,-1 3-94 0,-2 5 1 15</inkml:trace>
  <inkml:trace contextRef="#ctx0" brushRef="#br0" timeOffset="107604.27">4704 13356 88 0,'0'7'195'15,"2"-2"-12"-15,-2 2 1 0,0-1-14 0,4 7 8 16,-4-6-20-16,4 20-12 0,-1-5-6 0,-2-3-19 16,1 2 2-16,0 5-27 0,-2 3 0 0,1 2-5 15,2 2-21-15,-1-3-7 0,1 0-23 16,0 0-28-16,0 2-42 0,1 0-38 0,-1-4-45 16,0-5-47-16,-3-14-88 0,0 1-136 15,0-2 0-15</inkml:trace>
  <inkml:trace contextRef="#ctx0" brushRef="#br0" timeOffset="107767.76">4470 13236 166 0,'-12'-33'185'0,"3"1"-9"0,2 4 0 16,6-1-17-16,1 16-6 0,18-22-19 0,-2 17-16 16,7 4-21-16,3 4-12 0,7 4-25 15,0 3-12-15,-14 3-20 0,10 0-42 0,43 17-42 16,-24-4-55-16,4 1-100 0,0 2-88 15,1-3 1-15</inkml:trace>
  <inkml:trace contextRef="#ctx0" brushRef="#br0" timeOffset="108129.18">5456 13033 64 0,'-23'-9'232'0,"-5"6"-11"0,-7 3-8 0,17 0-24 15,-8 0-4-15,-34 15-15 0,25 0-14 0,2 5-10 16,-3 10-18-16,1 7-15 0,0 7 10 0,2 5 2 15,4 7-5-15,3 6 1 0,5 4 9 16,5-1-12-16,4 1-4 0,5-3-4 16,6-5-1-16,1-32-10 0,19 47 1 0,-1-33-9 0,8-6-1 15,7-8-9-15,11-11-5 0,7-8-12 16,-21-7-8-16,64-18-1 0,-25-3-2 16,1-7-22-16,-6-5-4 0,-4-5-14 0,-4-3-18 0,-6 0-22 15,-8-1-8-15,-7-1-13 16,-5 1 10-16,-7 2-3 0,-10 2-15 0,-6 5 5 15,-7-3 14-15,0 24 3 0,-20-22-8 0,2 18 11 16,-6 5-3-16,-1 7 12 0,11 4-2 0,-27 21 11 16,13 1-7-16,-1 11 29 0,2 7 15 15,1 5 5-15,4 8 0 0,4 1 2 0,3 0-17 16,5 1-9-16,5-1 12 0,5-29-24 0,0 12-8 16,22 43-19-16,0-42-22 0,4-6-9 15,7-8-32-15,11-7-39 0,8-6-57 0,7-7-83 16,-29-4-335-16,21 0 0 0</inkml:trace>
  <inkml:trace contextRef="#ctx0" brushRef="#br0" timeOffset="108394.79">6676 13769 81 0,'-7'-15'268'0,"-2"-4"-8"0,2 0-16 15,-2 1-16-15,0 0-24 0,8-1-24 0,1-1-27 16,0 9-13-16,19-21-14 0,1 11-4 0,8 0 19 15,9 0-12-15,12-2-18 0,3 2-5 16,5-1-20-16,-2 6 3 0,-2 4-23 0,-2 1 4 16,-6 3-16-16,-3 2-11 0,-6 2 0 15,-2 4-14-15,-21 0 1 0,23 14 8 0,-25-2-21 16,-11 7 20-16,0-7-16 0,-30 29 5 0,0-11-7 16,-6 1-4-16,-5-4 8 0,0 5 3 0,-2-6 1 15,2-2 2-15,3-3-13 16,3-1-10-16,4-2-23 0,3-4-18 0,5-2-86 0,1-4-63 15,6-8-109-15,16 0-371 0,-8-16 1 16,20-6 0-16</inkml:trace>
  <inkml:trace contextRef="#ctx0" brushRef="#br0" timeOffset="108734.83">7772 13420 179 0,'-16'26'191'0,"-7"6"-5"0,-5 6 28 15,-6 3-8-15,-1 0-3 0,1 2-1 0,1-2-11 16,5 0-30-16,0-3-19 0,4-4-21 0,4-4 10 16,4-4-16-16,0-3 19 0,1-3-22 15,4 1-8-15,2-8-7 0,7-6-11 0,7-8-13 16,14-17-23-16,6-4-13 0,7-9-17 0,7-7-2 16,8-7-32-16,3 0-8 0,4-7-1 15,3-1-6-15,2-1-9 0,1-1 6 0,1-1 5 16,-2 2 14-16,0 3 5 0,-7 5 8 0,-6 8-4 15,-5 4 9-15,-6 5 4 0,-5 3 9 16,-2 6-14-16,-4 3 24 0,1 8 2 0,-18 9 9 16,14 15 2-16,-16 13 17 15,-5-11-28-15,-16 40 13 0,-3-4-3 0,-6 9-11 0,-3 7-20 16,-2 1-33-16,-2 1-7 0,-1 0-28 0,2-1-20 16,2-5-30-16,2-5-30 0,0-4-19 15,2-3-78-15,0-6-342 0,-4-2 0 0</inkml:trace>
  <inkml:trace contextRef="#ctx0" brushRef="#br0" timeOffset="109453">4350 15269 197 0,'3'1'270'0,"-2"3"-30"0,-2 3-13 0,-2 0-23 0,-2 16-19 15,-2 3-13-15,0 0-12 0,-3 5-24 16,-1 4-19-16,-2 4-9 0,2-1 9 0,-1 1-25 16,1 0-16-16,1-3-14 0,0-4 7 15,1-4 10-15,3 1-22 0,0-7 38 16,-1-2 25-16,3-3-4 0,-1-6-3 0,2-7-28 15,3-4-23-15,0 0 0 0,-2-30-37 0,2 15-18 16,13-37-28-16,-5 8-9 0,7-4-9 0,3-2-5 16,4-3 1-16,2 1 3 0,4 0 5 15,-2 6-3-15,0 2 22 0,-2 6-20 0,-1 4 13 16,-4 4 0-16,0 5 14 0,-2 5-2 16,2 5 10-16,0 5 3 0,0 9 19 0,-10 1 9 15,16 18-5-15,-13 8 10 0,-5 5 20 0,-7-11-15 16,0 16 3-16,-20 63 0 0,1-32-17 0,-5 3 13 15,-4 1-9-15,-3-2 3 0,-1-3-7 16,-4-2 9-16,2-4-14 0,-4-3 8 0,-4-1 5 16,-2-4 5-16,-6-2-18 0,1-5-40 0,-2-5-31 15,0-6-44-15,0-7-59 0,0-5-38 16,3-10-59-16,0-9-429 0,28-3 0 16,-37-26 1-16</inkml:trace>
  <inkml:trace contextRef="#ctx0" brushRef="#br0" timeOffset="109597.92">3654 15661 106 0,'2'-31'231'16,"-2"16"-39"-16,0-4 3 0,0-3-25 0,0 2-24 0,0 2-26 16,0 4-28-16,0 3-18 0,10-4-16 15,-1 14-18-15,12-2-26 0,-7 3-37 0,8 0-30 16,7 0-49-16,8 0-108 0,5 0-53 16,8 0 0-16</inkml:trace>
  <inkml:trace contextRef="#ctx0" brushRef="#br0" timeOffset="109917.73">5169 15237 11 0,'-17'7'233'0,"-7"3"-20"0,-5 3 1 16,-6 4-2-16,-5 4-16 0,-1 4-11 0,-2 2-8 16,-1 5-17-16,2 2-25 0,1 4 2 15,4 3-16-15,2 2-10 0,4 2-14 0,6-1-6 16,5 0-14-16,7-3 0 0,4-1 16 15,7-4-5-15,2-20 5 0,0 5-6 0,17 24-5 16,3-29 3-16,11-10-19 0,-15-6-3 16,36-17 5-16,-17-1-10 0,4-6 4 0,0-3-22 15,-3-2 2-15,-1 2-19 0,-1-1-11 0,-5 1 6 16,-4 4-10-16,-1 3-14 0,-7 2 7 16,1 3-7-16,1 0-7 0,-6 0-8 0,0 5 2 0,-3 1 14 15,-2 5-7-15,-7 4-9 16,-1 0-9-16,5 9 22 0,-8 9-7 0,-2 4-9 0,2 1 16 15,-3 4-34-15,1 2-5 0,0-1-50 16,2-2-41-16,2-2-21 0,1-14-21 0,0 1-29 16,0-4-385-16,18-3 0 0</inkml:trace>
  <inkml:trace contextRef="#ctx0" brushRef="#br0" timeOffset="110389.13">5377 15260 117 0,'4'-35'200'0,"-4"20"1"0,8-27 5 16,-6 18-13-16,2 3-34 0,-3 3-3 15,2 10-14-15,-1 4-10 0,-2 6 2 0,0 7-32 16,0 12 11-16,0-6-10 0,0 7-20 16,0 10 7-16,0 8 4 0,-11 55-30 15,7-34-1-15,-1 3-19 0,0 3 7 0,2 0-10 16,1 1-15-16,2-4-7 0,0-34-9 0,0 15-23 16,0 4-22-16,12 47-29 0,-6-55-15 0,-2-5-34 15,-2-6 19-15,2-2-11 0,-1-12-1 16,0-9-24-16,-1-7-3 0,2-8 11 0,-4-9 25 0,1-6 21 15,1-3 7-15,1-7 11 0,0 3-2 16,0-1 20-16,4-2 30 0,0 2-4 16,5 1 12-16,-3 1 0 0,5 2-2 15,3 2 21-15,3 1 20 0,1 5 11 0,8-2 18 16,-1 2 4-16,4 3 7 0,3 1-6 0,2 0 9 16,4 3 1-16,-2 1 7 0,2-2 9 0,-1 0 5 15,-2 2-20-15,-3-1-14 0,-4 1 8 0,-5 0 2 16,-3 0 8-16,-3-4-9 0,-3 0-5 15,-7 1-13-15,-8 5-11 0,-2 9-13 16,-13-11-7-16,2 11-1 0,-17 4-15 0,1 7 5 16,-8 2-1-16,-1 4 5 0,-2 6-7 0,0 3 5 15,3 4-14-15,-1 3 5 0,3 2 15 0,4 2-13 16,4 2-4-16,6 1-2 0,5 2-22 16,5 0-22-16,4-2-24 0,5-21-8 0,11 34-14 15,6-21 3-15,7-6-11 0,8-7-11 0,7-8-37 16,9-6-40-16,5-3-43 0,-23-2-218 15,63-17 0-15</inkml:trace>
  <inkml:trace contextRef="#ctx0" brushRef="#br0" timeOffset="111011.31">6785 15626 192 0,'-17'-17'278'16,"2"0"-2"-16,1 4-37 0,4-2-20 15,3 0-22-15,5 0-8 0,2 6-26 0,23-20-26 16,-5 10-3-16,14 1-5 0,11 1-15 0,9-1 2 16,4 2-17-16,4 1-10 0,0 2-1 0,3 4-12 15,-1 1-8-15,-4 4-9 16,-3 4-12-16,-31 0-25 0,9 0 4 0,37 15 0 16,-37-3 12-16,-11 1-19 0,-8 7 1 0,-8 7 0 15,-6-12-3-15,-19 30-14 0,-3-15 12 0,-8-2 1 16,-9-3 21-16,-6 0-9 0,-2-8 30 15,0-3 16-15,-2-3 0 0,2-4-8 0,3-6-12 16,24-1-18-16,-34-12-3 0,23-3-33 0,7-4-4 16,8-9-25-16,6-4-10 0,10 13-10 15,18-43-10-15,8 14 24 0,12-3-14 0,6-5 12 16,9-4-15-16,8 0 8 0,7-4 5 0,6-2-14 16,2 3 19-16,3 1-11 0,-5 2 14 15,-6 4 16-15,-10 10 17 0,-6 2 7 0,-8 3 2 16,-8 3-11-16,-8 6 8 0,-7 2 12 0,-11 8-15 15,-9 1-1-15,-1 21 11 0,-29-11-26 16,17 11 16-16,-29 19-4 0,9 1 2 0,-2 9-5 16,-1 6 0-16,2 10 4 0,1 5-7 0,2 7-4 15,4 6 3-15,2 3 4 0,7 2-8 16,1 1 16-16,7 2-19 0,3-2 10 0,5-1-13 16,1-36 5-16,0 17-1 0,20 61 15 0,-8-52-8 15,4-1 7-15,-3-8 5 0,2-1-7 0,-2-5 11 16,-1-3-10-16,-4-2 9 0,-2-5-7 15,-6-18-6-15,0 7 3 0,-19 19 9 0,-3-26 1 16,-6-4-1-16,-5-7 20 0,15-4-7 0,-46-11 30 16,14-6 7-16,-1-4 5 15,1-4-23-15,2-9-20 0,7 2-24 0,6-3 2 0,7-1-17 16,9-2-14-16,14-1-14 0,5 21 8 0,34-41-18 16,-1 20-15-16,14 1-20 0,15 1 1 15,8 3-10-15,12 1-17 0,7 8-8 16,4 4-21-16,0 6-12 0,1 8-29 0,-3 7-34 15,-48 0-232-15,81 16 0 0</inkml:trace>
  <inkml:trace contextRef="#ctx0" brushRef="#br0" timeOffset="111389.09">5872 16795 178 0,'-26'17'170'15,"1"3"-17"-15,6 1-2 0,5 5-12 0,2 1 0 16,3 4-20-16,4 7 3 0,2 3-15 16,3-19-12-16,0 15 5 0,11 52-12 0,-3-35-11 0,4 3 3 15,0 1-16-15,0-1 0 0,2-2-10 16,4-5-3-16,-2-1-3 0,12 25-3 0,3-15-8 15,-2-11 24-15,2-10 7 0,-2-11 17 16,-1-17 7-16,-4-7 38 0,-7-3-4 0,25-19-7 16,-11-3-22-16,1-8 11 0,3-6-10 15,4-8-31-15,-4-5 8 0,-5-4-15 16,4-5 1-16,-8-2-21 0,-2-5-33 0,0 1-11 16,-3 2-15-16,-2 2-5 0,1 5-13 0,-3 3-1 15,-1 4-9-15,0 4-19 0,5 5-23 0,2 3-25 16,3 6-17-16,5 6-56 0,0 3-16 0,4 8-401 15,7 2 0-15</inkml:trace>
  <inkml:trace contextRef="#ctx0" brushRef="#br0" timeOffset="111940.09">7333 16775 199 0,'-16'-10'235'0,"-8"5"-2"0,-5 4-12 16,12 1-23-16,-8 0-19 0,-33 9-7 0,28 1-9 15,-2 7-24-15,1 3-2 0,2 3-23 16,1 5-10-16,2 4-3 0,6 2-11 0,0 7-21 16,6-2-6-16,4 1-4 0,4 1-4 15,3-2 12-15,3-21-12 0,0 5 17 0,16 30-19 16,-5-31 16-16,10-5 0 0,3-9-18 16,-9-8 12-16,27-11-9 0,-12-4 1 0,0-6-4 15,0-3-9-15,-2-1-1 0,-3 1-4 0,-1-1 9 16,-2 3 0-16,-5 1-14 0,1 3-6 0,0 2 3 15,-5 2-14-15,-2 4-1 0,0 1-4 16,-4 3 7-16,-1 5-15 0,-6 1 2 0,0 0 4 16,12 19-7-16,-9-1 0 0,0 4 7 0,-2 1-22 15,2 7 9-15,-1 0 3 0,1 0-29 0,-2 2-27 16,2-2-34-16,0 0-10 0,3 0-10 0,3-5-23 16,-4-3-2-16,-1-7 13 0,0-7-3 15,-3-5-21-15,-1-3-10 16,0 0-9-16,6-15-8 0,-3-6 19 0,0-3 34 15,0-10 21-15,-3 1 14 0,2-5 35 0,2-3 46 0,-1-6 36 16,4-4 23-16,0-3 15 0,4 1 10 16,2 2-19-16,0 1 4 0,3 1-6 15,3 6 8-15,3 0-12 0,0 5 18 0,3 5-7 16,0 3 2-16,3 3-13 0,-2 5 21 16,3 7 11-16,1 4 4 0,-3 6-16 0,4 2 30 15,-18 3 2-15,26 14-19 0,-20 1 0 0,-6 5-6 16,-4 5-4-16,-5 5-11 0,-4-10-12 15,0 12 1-15,-20 51-25 0,6-28-24 0,-2 2-17 16,-2-3-21-16,-3 1-25 0,0-3-14 0,-2-5-10 16,-1-2-20-16,-1-5-8 0,-1-5-71 15,-2-3-27-15,0-8-403 0,2-5 0 0</inkml:trace>
  <inkml:trace contextRef="#ctx0" brushRef="#br0" timeOffset="112076.68">7412 17230 1405 0,'-7'-20'30'0,"2"-3"4"0,3 2-3 0,2 12-5 0,0-5 2 16,20-14-4-16,-6 15 9 0,7 1 9 15,5 2-7-15,2 4 6 0,6 3-5 16,-2 0-9-16,5 2-12 0,-20 1-30 0,8 0-33 16,6 0-21-16,31 16-67 0,-30-13-77 0,3 0-119 15,-3-2 0-15</inkml:trace>
  <inkml:trace contextRef="#ctx0" brushRef="#br0" timeOffset="112424.49">8008 16693 137 0,'-4'4'215'0,"-5"9"-24"0,2 3-2 15,1 6-6-15,-2 2-23 0,5 6-20 0,-2 0-9 16,-1 3-12-16,3 2-18 0,1 4 0 0,-1-1-23 16,3-20-11-16,0 9 8 0,0 3-12 0,11 28-5 15,-5-32-7-15,5-2 19 0,2-7 20 16,5-11 0-16,-6-6-15 0,24-21 4 0,-7 1 2 15,5-6-28-15,4-9 4 0,3-5 1 16,-2-1-8-16,1-1 2 0,0 1 2 16,-2 4-7-16,-6 2-14 0,-4 2-1 0,0 6-9 0,-6 3 14 15,-2 3-20-15,-2 2 4 16,-2 3-10-16,-4 6-4 0,-1 6 8 0,-11 4 14 16,0 0-15-16,14 14-9 0,-14 6-14 0,0 5 22 15,0-10-6-15,0 9-34 0,0 2-3 16,0 2-34-16,0 4-15 0,0 0-13 0,0 0-11 0,7 30-14 15,6-38-2-15,10-5-6 0,4-8 1 16,10-6 12-16,-17-5-3 0,45-12-27 0,-16-1-8 16,0-4-25-16,-3-6-36 0,-3-6-136 15,-1-2 1-15</inkml:trace>
  <inkml:trace contextRef="#ctx0" brushRef="#br0" timeOffset="112724.83">9174 16658 696 0,'-3'-22'142'0,"-8"3"13"15,-5 6 11-15,-10 5-22 0,0 7-20 16,11 1-10-16,-7 0-5 0,-26 18 2 0,19-3-9 15,1 4 6-15,1 5-29 0,1 4 9 0,-2 4-3 16,4 4 5-16,0 3-20 0,2 1-13 16,4 2 2-16,-1-2-14 0,3 2-9 0,4-5 15 15,4 0-4-15,3-3-7 0,2-2 11 16,3-7 17-16,0-15-8 0,17 17-11 0,3-22 9 16,-6-5-17-16,32-11-8 0,-12-4 0 15,4-2-1-15,4-7-18 0,-1-1-9 0,0-4 1 16,1 0-14-16,-3-1 5 0,-3 2-6 15,-2-1 0-15,-4 4-4 0,-4 2-2 0,-4 3 17 0,-2 3 4 16,-4 2-13-16,4 0-25 0,-6 5 1 16,-4 3-1-16,-5 5-3 0,-5 2-14 0,0 0-11 15,4 11-14-15,-6-5-23 0,-1 9-14 0,-2 0-29 16,2 2-5-16,0-2-37 0,3-5-40 16,0-10-254-16,0 0 0 0</inkml:trace>
  <inkml:trace contextRef="#ctx0" brushRef="#br0" timeOffset="112921.72">9701 16268 92 0,'12'-34'201'0,"1"8"-19"0,-2 0 14 15,-1 3-22-15,-1 8-11 0,-3 7-9 16,-6 8-4-16,0 0 5 0,11 15-17 0,-9 8-17 16,1 9-3-16,-3 3-19 0,0-15-3 15,0 13-21-15,0 10-4 0,-13 51 0 0,7-36-10 16,0 3-10-16,0-1-1 0,0 3 1 0,0-1 1 15,3-2-23-15,2-4-16 0,1-5-21 0,0-27-13 16,0 8-25-16,14 35-17 0,-3-39-32 16,0-6-35-16,5-8-70 0,2-10-300 0,-8-4 0 15</inkml:trace>
  <inkml:trace contextRef="#ctx0" brushRef="#br0" timeOffset="113088.66">9905 16729 143 0,'0'-34'172'0,"0"19"-6"16,0-9-4-16,0 2-13 0,-10-20-16 0,10 35-23 15,0-4-10-15,0 0-10 0,19-12-6 16,-6 14-9-16,8 1-15 0,2 1-5 0,5 1-23 16,0 2-35-16,4-3-18 0,-1-1-46 0,5 0-84 15,-1-3-75-15,2 0-40 0</inkml:trace>
  <inkml:trace contextRef="#ctx0" brushRef="#br0" timeOffset="113254.08">10397 16381 61 0,'-4'3'196'0,"-7"11"-19"0,1 4 3 16,-1 0-11-16,-3 4 0 0,4-2-13 0,-1 5-11 16,1 1-10-16,-1 2-8 0,1 4-17 0,-1 0-6 15,-1 1-17-15,4 1 4 0,-2 1-24 0,-2 0-6 16,6 2 0-16,0-3 6 0,2 1-18 16,-1-5-24-16,2 3-22 0,1-7-34 0,0-4-33 15,2-10-55-15,0-12-47 0,4 5-111 16,0-13-119-16,7-9 0 0</inkml:trace>
  <inkml:trace contextRef="#ctx0" brushRef="#br0" timeOffset="113372.01">10242 16208 102 0,'-4'-30'150'0,"6"11"-36"16,-2 10-14-16,20-10-1 0,1 12-22 15,4 3-34-15,-10 4-26 0,10 0-58 0,1 0-94 16,40 9-91-16,-29 1 21 0</inkml:trace>
  <inkml:trace contextRef="#ctx0" brushRef="#br0" timeOffset="113959.68">10792 16450 186 0,'0'-7'201'0,"0"-1"-4"0,3-11-9 15,-3 11-11-15,12-19-19 0,-3 9-28 0,6 0 1 16,5 2-17-16,2 4 5 0,6 3-10 15,4 1-14-15,6 2 0 0,2 1-20 16,-1 2 7-16,-18 3-17 0,7 0-6 16,2 0-11-16,30 15 1 0,-35-7-10 0,-1 7 3 0,-7 2-9 15,-12 4 11-15,-5-10-27 0,-19 27 12 16,-6-11-14-16,-7-1-4 0,-5 4 0 0,-3-1 14 16,-1-2-16-16,2-5 18 0,1-3 11 15,3-2 21-15,1-7 19 0,3-2-29 0,3-6-26 16,15-2 12-16,-3 0-30 0,-13-20-21 0,24 0-2 15,4-5 2-15,1 12-11 0,16-27-11 0,-1 16-4 16,8-3-9-16,3-1 16 0,7 5-2 16,3-3 7-16,7 2 7 0,-2 3 10 0,4 3-4 15,1 1 14-15,0 4 1 0,-4 3 9 16,0 2 10-16,-5 5-9 0,-2 3 14 0,-18 0-11 0,7 0 3 16,25 13 2-16,-27-1-3 0,-5 1-11 15,-6 5 10-15,-6 5-12 0,-2-3 15 0,-2-1-7 16,-1-12-10-16,0 5 29 0,0-1 21 15,0-1-19-15,0-5-9 0,0-5-4 0,-1 7-28 16,4-12-7-16,5-9 0 0,6-7-11 0,4 1 0 16,2-2-3-16,2-1-1 0,8-1-15 15,3 0 5-15,3 0 7 0,4 3 1 16,1 0 13-16,1 5 4 0,-5 1 19 0,-2 1 2 16,0 5-4-16,-4 3 13 0,4 3 6 15,-5 3 14-15,-16 0 0 0,22 17 21 0,-14-1-5 16,-6 3-11-16,-5 7 20 0,-6 4-13 0,-5 0 3 15,0-11-10-15,-14 36 1 0,2-16-16 0,-2-2 14 16,0-1-18-16,3-2 5 0,-2-4-9 0,4-6-18 16,0 1 3-16,-1-3-3 0,2-3 6 15,2-2-12-15,2-6-32 0,1-2-18 0,2-5-47 16,-1-4-45-16,1 0-58 0,1 0-377 0,0 0 0 16</inkml:trace>
  <inkml:trace contextRef="#ctx0" brushRef="#br0" timeOffset="115041.08">9202 8825 9 0,'16'15'162'0,"19"20"-18"0,-21-16-19 16,4 4-5-16,-1 3-8 0,1 2-11 0,3 6-15 15,3 0-2-15,3 3-5 0,2 3-11 16,4 3-4-16,3 2-11 0,2 0-1 16,2 7-6-16,4 1 3 0,1 4 2 0,4 4-5 15,1 0-6-15,3 5-1 0,3 3-6 0,2 4-4 16,3 4 5 0,1 1-11-16,2 2-1 0,1-2 4 0,0 5-11 0,1 5 10 15,44 62 1-15,-23-29-9 0,-13-17-6 0,-8-14 4 16,51 62-3-16,-27-29 3 0,-14-20 1 15,-10-10-4-15,43 58 0 0,-25-32-1 0,-12-18 9 16,-9-7-13-16,45 64 3 0,-24-29-2 16,-13-22 2-16,-10-11-3 0,37 64 7 15,-24-33 0-15,-9-14 2 0,-9-9 0 0,37 62 2 16,-20-35-7-16,-15-20-10 0,-5-8 11 0,-3 2-4 0,33 72 3 16,-16-39-3-16,-19-20 2 0,-4-13-1 15,2 4 2-15,-2 5-8 0,28 72 4 0,-18-41-4 16,-13-21 6-16,-6-13 4 0,-1 0 3 15,-2 3-2-15,-1 0 2 0,-3 6-5 0,-1-2 7 16,-3 1-6-16,-2 0 8 0,-3 1 11 16,-2 0 2-16,-2-2-12 0,-3 2 21 0,-2 0 4 0,-4 0-15 15,0 5 0-15,-4-1-5 0,-2 2 5 16,2-1 2-16,-2-63-14 0,0 30 12 0,0 11-4 16,-12 187 5-16,4-118-6 0,-3-18 1 15,-2-11 2-15,3-12 0 0,-6-7-11 0,-2-7 16 16,2-9-15-16,-4-1 4 0,0-9 4 15,-4-4 7-15,-1-3-2 0,-1-6 10 0,-1-1-10 16,-4-4-7-16,1-5 34 0,-6-2-10 0,-2-1-17 16,-1-9-9-16</inkml:trace>
</inkml:ink>
</file>

<file path=ppt/ink/ink18.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07T11:01:16.760"/>
    </inkml:context>
    <inkml:brush xml:id="br0">
      <inkml:brushProperty name="width" value="0.05292" units="cm"/>
      <inkml:brushProperty name="height" value="0.05292" units="cm"/>
      <inkml:brushProperty name="color" value="#FF0000"/>
    </inkml:brush>
  </inkml:definitions>
  <inkml:trace contextRef="#ctx0" brushRef="#br0">18244 15780 103 0,'-15'12'92'0,"15"-12"-12"0,0 0 4 0,0 0-7 16,-15 0-21-16,15 0 3 0,-20 25-6 0,17-21-2 15,2-4 1-15,-3 3-6 0,2-2 4 16,-1 0 14-16,2 1-1 0,-2-1 2 0,1 0 2 16,1-1 2-16,1 2-3 0,-2-2 8 0,-1 0-5 15,3 0 9-15,-1 2-7 0,-1-2-9 16,2 2-6-16,-1-2 3 0,0 0-4 0,1 0-8 15,0 0-5-15,0 0 4 0,0 0-7 16,0 0-2-16,0 0 0 0,0 0-5 0,-4-2-3 16,2 2-2-16,2 0-10 0,0 0 0 15,0 0 13-15,-2 0-16 0,2 0 3 0,0 0 7 16,0 0-3-16,0 0-6 0,0 0-2 0,0 0 1 16,0 0 7-16,0 0-1 0,0 0-3 0,0 0 4 15,0 2-5-15,0-2-1 0,0 0 3 16,2 0-6-16,1 0-2 0,0 0-9 0,-1 0 10 15,4-2-1-15,-3 0-2 0,3 2 4 16,1-2-9-16,9-2 5 0,-2 2-2 0,3-1 3 16,4 1-5-16,-1 0 9 0,2 2-6 15,3 0 10-15,5-2-10 0,2 2 5 0,-16 0-8 16,12 0 12-16,4 0-6 0,3 0-9 16,7 0-4-16,5 0 5 0,5 0 6 15,6 0 6-15,6 0-10 0,2 0 1 0,6 0 3 16,4 0-1-16,5 0 3 0,4 0 3 0,6 0-2 15,5 0 1-15,2 0-10 0,1 0 14 16,4 0 1-16,-2 0 7 0,0 0-6 0,104 11 0 16,-107-8 9-16,3 0-4 0,-3 1 8 0,-1 0-12 15,-4 0 1-15,-3 1 2 0,-7-2-9 0,-4 1-13 16,-6-1 16-16,-7 2-1 0,-6-2-5 16,-7 0 8-16,-4 1 4 0,-9-2-2 0,-3-1 14 15,-6 2-9-15,1-2 25 0,-5-1-1 0,-5 0 17 16,-8 0 4-16,-8 0-15 0,1 0-5 0,-7 0-24 15,8-11 8-15,-19 3-6 0,-9-2-7 16,-10-1-14-16,-10 0 20 0,-13-2-17 16,-9 0 4-16,-12-4 4 0,-13-2-5 0,-7 0-12 15,-14-1 4-15,-8-3 8 0,-6 1-1 0,1-1-3 16,-7 1 1-16,0 2-7 0,1 0 2 16,4 2-8-16,0 1 4 0,2 0 10 15,4 2-10-15,8-2 12 0,5 4-7 0,5 3-4 16,5 1-4-16,8-2 13 0,7 3-18 15,10 3 11-15,6 1-2 0,6-1 4 0,8 2-20 16,8 0 1-16,3 1-2 0,6 0-1 16,1 0-30-16,18 2 11 0,-4 0 13 0,1 0 0 15,4 0 11-15,6 0-9 0,2 13 21 0,22-5-15 16,8 2 14-16,10 0 3 0,14 0 6 16,14 1-5-16,12-1 1 0,9 1 9 0,16 2-17 15,11 0 4-15,6-1-21 0,7 3 27 0,5-1-17 16,4 3 14-16,-2 0 5 0,0 0 4 15,-3 1-7-15,-6-1 15 0,-5 2 2 0,-10-3-9 16,-11-1 3-16,-12-1-3 0,-10-1 1 0,-10-2 16 16,-9-1-1-16,-13-1-2 0,-13-1 4 0,-24-1 3 15,-6-7-13-15,-36 10-4 0,-8-7 4 16,-17-2 3-16,-19-1-17 0,26 0-2 16,-31 0 3-16,-132-11 9 0,73 3-11 0,-10-2 3 15,-106-6-9-15,61-2-6 0,36 3-5 0,31 3 15 16,3 1-4-16,12-1-1 0,12 1 4 15,13 3 20-15,13 1-7 0,11 0-14 0,11 0-37 16,13 2 9-16,15 1 1 0,23-2 10 0,6 6-6 16,41-7 13-16,7 3-18 0,30-1-1 15,18 3-40-15,12-2-22 0,14 2-28 16,15-1-13-16,9 3-16 0,-70 0-19 0,42 0-13 16,261 11-28-16,-175-2-467 0,-42 0 1 0,-21-1 0 15</inkml:trace>
  <inkml:trace contextRef="#ctx0" brushRef="#br0" timeOffset="7951.23">7315 16103 19 0,'0'0'111'0,"0"-13"-19"0,0 13 9 0,0 0-20 15,0 0-16-15,0 0 9 0,0 0 6 16,0 0-1-16,0 0-3 0,0 0-9 0,0 0-4 15,0-13-12-15,0 13-2 0,0 0 1 16,0 0-14-16,0 0 4 0,25-16-8 0,-25 15-8 16,0 1 1-16,2 0 1 0,-2-2-8 0,0 2-6 15,0 0-8-15,0 0 13 0,0 0-2 16,0-2-3-16,1 2-3 0,-1-2 3 16,2 2 5-16,-2 0-12 0,0 0-4 0,1 0 6 0,-1 0-2 15,0 0 6-15,2 0-13 0,-1 0 4 16,0 0-4-16,2 0 11 0,0 0-3 0,-1 0-4 15,1 0-8-15,1 0 14 0,-1 0-4 16,2 0 2-16,-1 0-2 0,2 0 4 0,-1 2 3 16,-5-2-4-16,0 0-6 0,9 0 4 0,6 0 15 15,20 10-11-15,-17-7 6 0,2-3 3 16,-1 4-5-16,2-2 0 0,2-1 9 0,0 2-4 16,-1-2 11-16,5 0-6 0,1 2-5 15,0-3-6-15,1 0 15 0,3 0-8 0,3 2-6 16,0-2 8-16,2 2-1 0,-19-2 6 15,8 0-5-15,6 0 12 0,5 0-6 0,2 0 5 16,1 0-9-16,2 0-1 0,48-11 3 0,-42 7 4 16,2 4-12-16,-2-4 0 0,5 4 5 15,-2-3 6-15,3 1-9 0,1-1-3 0,3 0 10 16,-4 3-1-16,3-2-6 16,0 0-11-16,-3 1 10 0,-2-5 3 15,2 5 2-15,-3 0-19 0,2-3 12 0,-2-1-5 0,0 3-4 0,2 0-6 16,-2 2 4-16,1 0 11 0,-1-2-9 0,0 0-2 15,-4 0-3-15,4 2-4 16,-2 0 0-16,-25 0-1 0,12 0 0 0,5 0 22 16,5 0-15-16,2 0-8 0,0 0 5 0,2 0 11 15,-1 0-4-15,0 0-11 0,1 0 20 0,53-9-14 16,-54 7 7-16,0-2-5 0,1 2 2 0,-1-1-3 16,-25 3 2-16,12 0 0 0,4 0 4 15,2 0-4-15,2 0-8 0,-1 0 9 0,1 0-2 16,-5 0 0-16,2 0 4 0,-1 0-5 0,-2 0 1 15,1 0-5-15,-1 0 9 0,0 0-3 16,1 0-3-16,-1 0 6 0,1 0-4 0,40 3 3 16,-38 1-7-16,-1-2-3 0,0-1 9 15,0 2-6-15,0 1 16 0,0-1-11 0,0 1 11 16,-1-2-7-16,1 2-4 0,0 1 1 0,1 0 4 16,-4-1-16-16,4 2 13 0,-6 0 4 15,4 0-9-15,0-1 5 0,-3 1 1 0,2-1-6 16,0 1 15-16,-1-2-18 0,0 1 17 15,2 1-1-15,0-2-12 0,1 1-11 16,0 1 4-16,-1-2 9 0,1 1-14 16,2-1 13-16,0 2-2 0,-4-2-5 0,0 1 9 15,0-1 6-15,3 2-14 0,-4-3-5 0,-3 2 13 16,-2 0-7-16,3-2-2 0,-7 3 9 0,1-1-9 16,-1-1-1-16,3 3 16 0,1-2-5 15,0 0-18-15,-3-1 3 0,0 2 6 0,-1-1 11 16,-3-1-1-16,2 0-10 0,-3-2 7 15,0 1 3-15,-2-1-2 0,0 0 6 0,-2 1-19 16,2 0 18-16,-4-1-5 0,4 0 15 0,-3-2-15 16,3 1-11-16,-5-1 7 0,2 2-1 15,1 0 17-15,-4-2-22 0,-2 2 13 0,4-1-8 16,-2-1 10-16,-2 0-4 0,4 1 0 0,-3 1-1 16,-2-2-7-16,-1 0 9 0,0 0 1 0,8 2 11 15,-6 0-28-15,-2-2 16 0,7 1 0 16,0-1 10-16,-1 4-1 0,-5-4-23 15,0 0 14-15,-2 0-5 0,-3 2-3 0,1-2 12 16,1 1-7-16,-5 0 1 0,2-1 4 0,-1 0-13 0,-2 2 8 16,2-2-5-16,2 1 3 0,-2-1 11 15,2 1-13-15,0-1 0 0,15 3-10 16,-4-1 10-16,-9-2 7 0,5 0 10 0,2 0-10 16,-1 0 21-16,1 0-21 0,-4 0-19 15,0 0 17-15,-3 0 16 0,6 9-18 0,-10-8 1 16,0 1-8-16,0-1 19 0,-3-1 5 0,1 0-6 15,-1 0-5-15,1 0-18 0,-2 0 16 0,1 2 15 16,1 0-17-16,-1-2-17 0,-1 0 20 16,1 0 11-16,-2 2-10 0,2-2-21 0,0 0 15 15,-2 0 0-15,0 1 4 0,3 0-16 0,-4-1 5 16,1 0 16-16,1 0 0 0,-1 2 7 16,-1-2 6-16,0 0-13 0,0 0-1 15,0 0 4-15,0 0 10 0,0 0-18 0,0 0 8 0,0 0-3 16,0 0 5-16,0 0 0 0,0 0-7 15,0 0 8-15,0 0-21 0,0 0 8 0,0 0-2 16,0 0 13-16,0 0-8 0,0 0-7 16,0 0 3-16,0 0 1 0,0 0-2 0,0 0-2 15,0 0-11-15,0 0 5 0,12 11 5 16,-12-10 6-16,0 0-7 0,0 2-3 0,0 0 0 16,0-2 3-16,0 3 9 0,1-2-25 0,-1 0 6 15,0 0 7-15,2 1 2 0,-4-1-21 16,4 0 13-16,-2 0-7 0,1 0-14 0,-2 0 21 15,1-1-3-15,0 2 8 0,0-2 2 0,0 0-13 16,0 0 10-16,1 1-5 0,-1-2-9 0,0 0 14 16,0 0-3-16,0 0 2 0,0 0 6 15,0 3-8-15,0-2 1 0,0-1 20 0,0 2-24 16,-1-1 8-16,2-1 11 0,-1 1-17 0,0 1 6 16,0-2 3-16,0 1-23 0,0 1 6 15,2 0 19-15,-2-2 15 0,0 3-21 0,0-2-4 16,1 2 12-16,-1 0-8 0,2-1-6 0,-2 1 0 15,0 0 4-15,1 1 14 0,-1 0-11 16,0 0 3-16,0 2-3 0,0-6-2 16,0 0 6-16,4 15-6 0,-3-9 3 0,-1-1 0 0,1 0-19 15,1 0 13-15,-2 0 12 16,1 0 1-16,-1 0-9 0,1-2 1 0,-1 3-6 0,2-2-19 16,-2-1-7-16,1-1-7 0,1 2-11 15,-2-1-11-15,0 1-11 0,0-2 2 16,1 0-9-16,-1 0-1 0,0-1-7 0,0-1-17 0,0 0-12 15,0 0 1-15,0 0-7 0,0 0-21 16,0 0 6-16,-6 3 2 0,4-3-31 0,-1-2 7 16,-2 2-25-16,1 0-14 0,-4-1-72 15,-14 2 1-15</inkml:trace>
  <inkml:trace contextRef="#ctx0" brushRef="#br0" timeOffset="9113.26">10011 17138 55 0,'-16'-13'131'0,"0"-1"8"0,1 0-11 0,0-2 9 16,3-2-7 0,-2-4-17-16,2 1-11 0,3 0-7 0,2-3 0 0,1-1-14 15,0 0-1-15,2 1-6 0,4-2 0 0,0 11-6 16,0-5-4-16,0-4-2 0,11-29 0 0,-5 27-9 15,5-1-3-15,2-3 1 0,1 1-4 16,3-1-3-16,6-3-6 0,3 0 0 0,1 1-9 16,5-2 11-16,-3 3-13 0,5 0 3 15,1-2 10-15,2 2-4 0,1-2-7 0,2 1 8 16,-1 0 8-16,2 0-17 0,1 1 22 16,-1-1-8-16,2 2-9 0,3-2 7 0,0-1-12 15,1 3 5-15,1-3 0 0,5 1 0 0,1 0 2 16,2 2 6-16,1 0-10 15,3 0 6-15,-2 1-17 0,4 1 10 0,-3 2-13 16,-2 3 3-16,1-1 5 0,2 0-4 0,-3 5-3 16,2-3 7-16,-2 2 19 0,2 2-29 15,0 1 11-15,-1 2 0 0,2 0-10 0,0 2 6 16,5 1 4-16,-3-1 5 0,3 6 5 0,-2 1-5 16,3 0-15-16,-1 5 21 0,-2-3-8 0,-31 4-22 15,13 0 1-15,8 0 12 0,58 17 3 16,-54-10 8-16,-5 6-4 0,1-1-7 0,-3 3-6 15,-1 1-17-15,-1 2 22 0,-2 1-5 0,-2-1-10 16,-2 4 2-16,0-2 4 0,-1 2 3 16,-1 1-11-16,-1-1 2 0,-3 2 11 0,0 4-8 15,-3-5-18-15,-1 1 7 0,1 2 21 0,-5 2 0 16,-1-4-8-16,-4 2 7 0,1 3-27 16,-4-2 13-16,-2 2 4 0,1-2 9 15,-3 2 0-15,1-1 1 0,-3-2-13 0,-4 3 4 16,0-2 6-16,-3 0-20 0,2 1 9 0,-4 0 7 15,-1 2 0-15,-1-2-9 0,0 2 10 16,-3-17 6-16,0 7 3 0,0 4 8 0,-13 24 2 16,10-21-10-16,-8-5 4 0,1 4 2 15,-3 0-3-15,-4-3-6 0,-1 0-1 0,-3 1 2 16,-4-2-1-16,-3 4-3 0,-4-1 0 16,-1 0 0-16,-5 1 8 0,-3-2-12 0,-2 1 14 15,-5-3-16-15,-1 1 1 0,-5-1 1 0,0 1 8 16,-7-5-5-16,-2 2 1 0,-5 1 0 15,-1-2-8-15,-2-2 4 0,-7 0 3 0,2-2 4 0,-4-1 11 16,0-2 3-16,-3 1 9 0,-4-4-5 16,0 1 0-16,-1-3-1 0,-1-1 8 0,-5-2-9 15,1-1 7-15,-2-3-5 16,0 0 4-16,49 0-4 0,-24 0 0 0,-91-15 2 0,70 6-11 16,-2-1 6-16,0 1-12 0,2 0 12 15,-7-2-9-15,4 0 6 0,3 1-8 0,-1-1 4 16,6-4-15-16,1 1 8 0,4-4-4 0,4 3-2 15,3-3 15-15,0 2-7 0,9-2-16 0,4 3 9 16,5-5-17-16,6 2-4 0,5 1-15 16,6-2-6-16,4 2-9 0,4-1-9 0,6 4-12 15,2 1-22-15,5-6-6 0,10 1-41 16,3 1-34-16,5 8-40 0,15-17-814 16,1 8 1-16,3 3 0 0</inkml:trace>
  <inkml:trace contextRef="#ctx0" brushRef="#br0" timeOffset="10396.34">14352 16801 122 0,'-15'-8'121'0,"2"2"1"0,1-3-2 0,1 2 11 16,5 1-6-16,1 0 9 0,0-1-13 16,1 3-1-16,0-2-14 0,2 2-11 0,-2 1 2 15,1-2-12-15,2 1-6 0,-2-1-12 16,0-1 9-16,3-1 3 0,-2 2-12 16,0-2-3-16,-1-8-4 0,-2-2 8 0,2 1-7 15,-3-2-4-15,5-2 5 0,-1-3-17 0,2-1 4 16,0 12-3-16,0-8 6 0,0-5-11 0,0-3 7 15,12-30-23-15,-6 32 6 16,0-4-7-16,3 0 1 0,2-3-11 0,3 4 17 16,0-2-13-16,2-4-2 0,3 2-4 0,3-3 2 15,5 2-4-15,-1 2 1 0,8 0 7 0,1-1-1 0,4 3-9 16,5-1-3-16,2 4 6 0,4-2-8 16,3 2-2-16,1 2 2 0,3 1 2 15,3 2 7-15,5 5 2 0,1-2-15 0,4 2 8 16,6 2-13-16,2 0 7 0,-1 4-9 0,0-2-6 15,-1 3 12-15,3 1-10 0,-2 1 10 16,1 3-5-16,-2 2 11 0,0 2 3 0,2-1-4 16,-42 2-2-16,20 0-3 0,78 10 11 0,-57-2-6 15,-1 2 3-15,2 0-4 0,-1 3 7 16,-2 4 8-16,0 1-19 0,0 3 23 0,-4-2-13 16,2 5-6-16,2 2-3 0,-3 3 12 0,-2 0-2 15,-2-1-2-15,-2 6-7 0,-1 2 9 16,-1-1-1-16,-4 3-8 0,-4 1-4 0,-2 0 13 15,-2 1-4-15,-4 1 6 0,-3 2 0 16,-3 0-19-16,1-1 11 0,-5-1-21 0,-4 0 33 16,-1 2-11-16,-2-3 1 0,-2 1 2 15,-3 2 6-15,0-2-8 0,-6 0 14 0,-3 0-2 16,-2-1 17-16,-3 3-2 0,-3-2-18 0,-4 0 23 16,-5-3-4-16,0-19 8 0,0 11-9 15,-16 41 10-15,2-33-9 0,-4-1-6 0,-7-2 11 16,-3 2-10-16,-4-4 10 0,-3 2-5 15,-6-3-6-15,1 0-10 0,-6-3 1 0,-8-3 11 16,-2 0-7-16,-3-2-7 0,-4-1 3 0,-5-2 18 16,-2-2-18-16,-11-2 31 0,-7-4-16 15,-1 2-1-15,-2-5-16 0,-4-3 18 0,-2-1-15 16,-2-4 4-16,51-2 16 0,-27 0 3 0,-101-14-15 16,71 3 10-16,-2-1-6 0,-1-3 4 0,2-3 8 15,-2-5 6-15,-4-6 10 16,6-2 2-16,-3-3-5 0,2-3 4 0,2-3-5 0,-3-3 3 15,8 0 3-15,0 0-4 0,4-6 8 16,3 1-2-16,6 0-7 0,3-1 8 0,5-1-5 16,7-1-3-16,6 2-4 0,6-1-5 15,5 2-12-15,7 2-11 0,7-1-12 16,4 2-17-16,7 3-10 0,5-4-21 0,7 3-15 0,9-2-14 16,9 23-27-16,0-10-22 0,27-47-52 15,-1 36-25-15,12 0-37 0,9 0-832 16,10 0 1-16,9 1 0 0</inkml:trace>
</inkml:ink>
</file>

<file path=ppt/ink/ink19.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07T11:01:43.568"/>
    </inkml:context>
    <inkml:brush xml:id="br0">
      <inkml:brushProperty name="width" value="0.05292" units="cm"/>
      <inkml:brushProperty name="height" value="0.05292" units="cm"/>
      <inkml:brushProperty name="color" value="#FF0000"/>
    </inkml:brush>
  </inkml:definitions>
  <inkml:trace contextRef="#ctx0" brushRef="#br0">3253 8107 54 0,'0'-15'107'0,"0"15"-10"0,-13 0 1 16,13 0-1-16,0-13-8 0,0 13 8 0,-25-19-27 15,22 17 4-15,2 1-6 0,-1-1-11 0,-1 0-4 16,3 0-3-16,-1 0-13 0,1 1-6 15,-2 0 11-15,0-1-18 0,2 2 6 0,-1-2 1 16,1 1-9-16,-1 0 11 0,-1 0-13 16,1-1 2-16,1 2 10 0,-1-1-11 0,1 0 1 15,-2 1 1-15,2-2 2 0,0 1-10 0,0 2 0 16,0-2-3-16,0 1 4 0,2 0-16 16,2 0 14-16,2 0-8 0,2 0 1 15,16 3-6-15,-12-3 4 0,10 0-2 0,3 0 9 16,34 7-12-16,-23-5 7 0,2 2 2 0,1 0 5 15,2 1-2-15,1 0 4 0,-2 3-3 0,-1-2 0 16,1 2 5-16,1 1 3 16,-2 0-2-16,-1 0 0 0,4 2 9 0,2-1-8 15,1-2-3-15,-1-2-3 0,1 0 12 0,1-1 7 16,3-3-1-16,-1-2-1 0,-25 0-6 0,14 0 3 16,43-17-3-16,-34 9-4 0,-4-4 3 0,-1 2 2 15,-3 2-1-15,-3-3 5 0,-5 3-3 0,-2 1 21 16,0 0-10-16,-4-1 11 0,-2 4-10 15,-4-1-8-15,-3-1 6 0,-2 4-5 16,-3 0 1-16,-1-1 0 0,1 1-19 0,-2 2 4 16,1 0-15-16,0 0 5 0,5 0-8 15,2 0 15-15,20 13-17 0,-15-4 21 0,1 0-5 16,-1 1-3-16,5 1-5 0,2-2 12 0,-4 2 6 16,2-3 17-16,-3-1 9 0,4-4-1 0,1-1 0 15,2-1 9-15,2 1-5 0,-15-2-11 0,5 0 19 16,37-15-25-16,-23 11 1 0,0-3 2 15,1-1-2-15,-2 1-6 0,-1 1-9 0,-3 1-10 16,-1 1 2-16,2 0-12 0,-2-1 16 0,-5 1 8 16,0 1-19-16,-14 3-7 0,8 0 14 15,3 0-16-15,0 0 25 0,28 14 6 16,-24-8-8-16,1 3 7 0,0 1-8 0,-2-3 2 0,2 2-13 16,2-1 4-16,0-2-5 0,2 1 17 15,0-3 9-15,4-1-17 0,2 1 24 0,2-4 1 16,-20 0-5-16,15 0 2 0,5 0-10 15,5 0-13-15,46-12 7 0,-42 7 0 0,2 0 5 16,-1 1-19-16,1 0 12 0,0-1-7 16,2-1 5-16,3 2 5 0,2 1-16 15,3-1 2-15,0-1 8 0,3 2 1 0,-1 3-12 16,1-2 7-16,-5 1-3 0,-1 0 3 0,-2 0 4 16,-28 1-11-16,13 0 4 0,6 0-1 0,0 0 0 15,0 0 7-15,-4 0-12 0,41-10 5 16,-45 10-2-16,-21 0-16 0,10 0 6 0,5 0-24 15,0 0-39-15,2 0-87 0,1 0-83 0,0 0-673 16,0 0 0-16,0 0 0 0</inkml:trace>
  <inkml:trace contextRef="#ctx0" brushRef="#br0" timeOffset="4568.14">8846 8763 37 0,'0'0'131'0,"-13"0"-13"0,13 0 5 0,0 0-1 16,0 0 1-16,0 0-18 0,0 0-2 0,0 0-11 15,0 0-6-15,0 0-3 0,0 0-5 0,0 0-3 16,0 0 6-16,0 0-4 0,0 0-7 16,0 0-6-16,0 0 7 0,0 0-4 0,0 0-9 15,0-13-7-15,0 13 5 0,0 0-14 0,0 0 3 16,0 0-8-16,0 0 2 0,0 0-3 15,0 0-4-15,0 0-5 0,0 0-10 0,0 0-1 16,0 0 7-16,0 0-16 0,0 0 6 16,0 0-1-16,0 0 3 0,0 0-14 0,0 0 11 15,0 0-2-15,0 0 1 0,0 0-1 0,8 19 2 16,10-3 11-16,1 2 2 0,2 4 7 16,5 2 5-16,2 2 13 0,1 3 4 0,4 1-3 15,3 0-2-15,3-2-2 0,-1-3 11 0,5-3 4 16,1-3 1-16,-1-1-20 0,3-5-4 94,0-3 11-94,0-5-15 0,4-1 1 0,-24-4-5 0,12 0-4 0,54-13-8 0,-37 0 3 0,1 2-6 0,-7-2-6 0,2 1-11 0,-6 2 11 15,-2-2-14-15,-5 4 13 0,-6-1-9 0,-4 3-24 0,0-1 5 0,-2 3 12 0,4 0-8 0,0 2 3 0,-15 2 5 16,7 0 0-16,29 12-12 0,-20-5 18 0,5 7-8 0,1 2 7 0,4 2 8 0,3 0 35 0,0 0-10 0,0 1 4 15,6-4 2-15,-1-2 2 0,4 0 3 16,3-3-1-16,7-3-1 0,4 0-5 0,-2-4 2 16,2 0 4-16,4-3-6 0,-38 0-5 15,18 0-4-15,65-11-4 0,-55 2-3 0,1 1-10 16,-2-3-4-16,1-1-2 0,-1-4-37 0,-1-3-91 16,-2-1-77-16,-1-1-616 0,1-1 0 15,-5-3 0-15</inkml:trace>
</inkml:ink>
</file>

<file path=ppt/ink/ink20.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07T11:02:01.212"/>
    </inkml:context>
    <inkml:brush xml:id="br0">
      <inkml:brushProperty name="width" value="0.05292" units="cm"/>
      <inkml:brushProperty name="height" value="0.05292" units="cm"/>
      <inkml:brushProperty name="color" value="#FF0000"/>
    </inkml:brush>
  </inkml:definitions>
  <inkml:trace contextRef="#ctx0" brushRef="#br0">2496 12418 61 0,'-25'0'144'0,"-17"-19"-7"16,22 8-3-16,5-1 8 0,4-5-18 16,1-1-7-16,4-2-7 0,-2-3-13 0,7-2-19 15,-2 1 1-15,1-3-14 0,2 15-3 0,0-6-10 16,15-25-5-16,-6 18-7 0,-2 0 2 0,3-3-7 16,1 3-6-16,2-2-9 0,1 0 3 15,0-3-2-15,2 2-1 0,2-2 1 16,-1 0-13-16,3 0 5 0,3-4 3 15,2 1-6-15,4-2-3 0,6-2 0 0,5 0-1 16,5-4 2-16,3 1-4 0,4-1 0 0,6-2-4 16,4 2 10-16,12-1 4 0,3 0 10 0,6 2 9 15,6 2 3-15,7-3 5 0,-2 4 2 16,7 1 4-16,7 2 1 0,2 0-6 0,2 5 5 16,3 0 3-16,-2 2 8 0,2 2-8 0,1 5-13 15,0 2 13-15,4 0-13 0,0 3 10 0,0 3-12 16,1 0 19-16,3 5-8 0,-4 3 1 15,5 4 6-15,-62 0-9 0,32 0 18 16,122 13-17-16,-92-3 8 0,1 4-6 0,-1-2-7 16,-2 3-9-16,1 1 13 0,-1 3-9 0,-4 0 12 15,-6-1-2-15,-1 5-6 0,-3-1-4 0,-4 3 3 16,-2-1-18-16,-7 5 4 0,0-2-1 16,-6 3-1-16,-6-1-5 0,-4 2 9 15,-7-1-17-15,-2 3 8 0,-6-2-5 0,-4 2-9 16,-5 1 17-16,-4-4-14 0,-4 4 5 0,-6 2-11 15,-5-3 16-15,-3 2-21 0,-5 2 18 16,-4-2 2-16,-3 2 6 0,-5-1-8 0,-4 4 6 16,-7 3 5-16,0 0 2 0,-6 0-8 0,0-20 1 15,-17 47-8-15,3-23 12 0,-3 0-17 16,-5-1 6-16,-4 0 7 0,-4 3-4 0,-2-6-3 16,-6 2 2-16,-2-1-9 0,-4 0 5 0,-1-3 6 15,-6 0-10-15,-2-1 10 0,-1-1 1 16,0-3 7-16,-5 1-2 0,-5 0 5 0,-4-5-5 15,-3 2 15-15,3 0-2 0,-4-6-7 16,-3 0 10-16,1-1-16 0,-3 0-5 16,-2-2 7-16,-1-1-9 0,-1 0 7 0,-5-3-13 0,1 1-3 15,-6-5-4-15,-4 0-5 0,2 0-5 16,-3-4 7-16,1 0-5 0,-2 0 0 0,-4-2-17 16,-2-3 7-16,1 2-1 0,0-5 2 15,-5 2-9-15,0-2 2 0,-5 0-4 0,-5-4-5 16,-3 0 4-16,60-1 9 0,-28 0-10 0,-16 0 13 15,-5 0 1-15,-118-12-4 0,111 3-7 16,1 2-4-16,-3-3 14 0,4-3-6 0,-1 0-9 16,1 1 9-16,6-2-12 0,-1-3 7 15,-3 3-18-15,6-2 2 0,0-1 29 0,2-2-18 16,4 1-6-16,1 1 6 0,7-1 5 0,2 0 3 16,2-2-4-16,6-1 7 0,2 0-9 15,5 0 24-15,3-1-14 0,6-1-8 0,6 3 13 0,4-5-12 16,6-1 4-16,4-1 4 0,8-2-6 15,4-4 9-15,10-4-10 0,8-5-10 0,12-1-3 16,4 19-26-16,10-46-38 16,10 22-58-16,4 0-98 0,2-4-384 0,2 0 1 0</inkml:trace>
  <inkml:trace contextRef="#ctx0" brushRef="#br0" timeOffset="6029.76">16946 13862 20 0,'0'0'54'0,"0"0"-11"0,0 0 6 0,0 0 8 16,0 0-13-16,0 12 16 0,0-12-22 0,0 0 9 16,0 0 12-16,0 0-5 0,0 0-13 15,-15 0 12-15,15 0-12 0,0 0 6 0,0 0-17 16,0 0 5-16,0 0-13 0,0 0 9 16,-19 26-8-16,19-26 2 0,0 0-7 0,-1 1 8 15,-1 1-6-15,2-1-1 0,-1 0-3 16,-1 1-10-16,2-1 7 0,0 2 7 0,0-3-6 15,2 4 3-15,-2-1-1 0,1 1-6 0,2 0 12 16,6 9 3-16,1 0-1 0,6 3 7 0,0-1-1 16,3 1 2-16,3-1 6 0,-2 0-4 15,8 0 2-15,6 0-3 0,4 0 8 0,6 0-8 16,7-1 4-16,8 0-6 0,4-1-1 0,5 0-6 16,6 1 5-1,5-1-5-15,4 0 1 0,2 1 2 0,3-2-2 0,-2 2-2 0,1-2 7 16,-4 1-8-16,3-1 3 0,-2-5-6 0,0 3 3 15,-4 0-3-15,1-2-1 0,-2-1-6 0,-2 0 5 16,-1 1-5-16,-7-2-4 0,-1-1-2 16,-3 1 4-16,-6-1-5 0,0-1 2 15,-5-2-7-15,-4 0-3 0,-3 1 5 0,-3-2 5 16,-1 2-2-16,-24-3-8 0,9 0 5 0,0 0-6 16,6 0 3-16,-4 0-4 0,-2 0 3 0,24 8-6 15,-30-6 3-15,-3-1 1 16,-5 0-2-16,-3 1 1 0,-2-2-1 0,-2 0 0 0,-2 2-3 15,-5-2 2-15,0 0-3 0,0 0 2 16,8 0 5-16,-8 0-7 0,8 0 0 16,-8 0-4-16,0 0-8 0,7 0-1 0,-7 0-1 15,0 0-18-15,0 0-46 0,0 0-72 0,9 5-156 0,-9-5 24 16,0 2 0-16</inkml:trace>
  <inkml:trace contextRef="#ctx0" brushRef="#br0" timeOffset="8990.14">21456 14110 81 0,'0'0'115'0,"0"0"-7"0,-12 0-4 16,12 0-17-16,0-15 7 0,0 15-6 15,-27-15-8-15,25 15-2 0,1-2-6 0,-3 1-7 16,3 0-10-16,-2-1-1 0,2 1 1 0,0 1-8 15,-2-1-13-15,2-1 8 0,-1 1-7 16,0 0-4-16,2 1-2 0,0-1-2 0,-1-1 5 16,1 2-4-16,-2 0 0 0,2 0 5 0,0 0-7 15,-1-2 1-15,1 4 0 0,0-4 1 16,0 1 0-16,0 0-7 0,1 1 3 16,2-3-3-16,2 2-3 0,0-1-3 0,11-1 0 15,1-2 0-15,4 0-4 0,-1 1-4 0,4-1-2 16,4 4-2-16,4-4 7 0,-2 1-6 0,4 1 1 15,1 0-2-15,1 2-4 16,-1 1 6-16,3-2-10 0,-2 2 6 0,1 0-1 16,-19 0 2-16,9 0-4 0,4 0-2 0,4 0 2 15,0 0 1-15,1 0-3 0,36 11 7 16,-33-5 1-16,-2-4-11 0,1 0 1 0,-2 0 5 16,3 0 4-16,1 2-7 0,-2-1-5 0,2 1 1 15,-2-1 7-15,-1-1 0 0,-1 2 3 0,-1 2-5 16,1-3-2-16,-4 1-3 0,2 1 10 15,-2 0-4-15,1 0 1 0,0 1 0 0,-1-2-2 16,1 1 7-16,-3 0-3 0,0-2-1 0,5 2-4 16,-2 1 6-16,2-2 6 0,-1 3-1 0,1-2-9 15,-3-2 11-15,2 1-6 0,0 0-5 16,0 0-1-16,-3-1-2 0,2 1 14 16,-1 1-7-16,1-1 4 0,-2-2-10 15,3 3 11-15,-3-1-7 0,3-1 8 0,-3 0-4 16,3 1-8-16,0-1 7 0,1 5 4 0,0-4-2 15,0 0-2-15,0 1-3 0,-1-1 0 16,0-2 2-16,1 2-2 0,-3 0-2 0,3-1 4 16,-2-1 0-16,1 1 8 0,-1 0-6 0,-2 0-5 15,1-1 4-15,-1 0-2 0,5 1 1 16,-2-2 0-16,1 2-1 0,0-2 8 0,0 0-8 16,0 2 3-16,-2-3-8 0,4 1 8 15,-5 1 0-15,2-2 4 0,-2 0-10 0,-17 0 5 16,7 0-8-16,5 0 4 0,1 0 0 15,-1 0 7-15,1 0-1 0,1 0-5 0,-1 0-1 16,1 0 1-16,-3 0 1 0,2 0 1 0,-2 0 0 16,1 0 0-16,1 0 3 0,0 8-9 0,1-8 7 15,29 11-4-15,-30-8 3 0,4-1-6 16,-4 1 10-16,0-1-10 0,1 0 3 16,1 2-2-16,-3-1 1 0,2 1 0 15,-1-1 7-15,2 2-4 0,-2-2-4 0,4 1 3 16,-4-2 3-16,0-2-5 15,2 4-2-15,-2-2 4 0,1 1-8 0,-1-3 7 16,-1 4-2-16,-1-2 9 0,2-1-10 0,-2 3 2 16,2-3-7-16,1 2 7 0,-2-1-3 0,2 0 10 15,1 1-5-15,0 0-8 0,0-1 7 16,0 1 2-16,0-1 2 0,-4-2-2 0,4 2-1 16,0 0-2-16,-4-1 2 0,2 0 2 15,0-1-2-15,1 2-3 0,-4-2 6 0,0 0-3 0,0 1 0 16,-15-1-6-16,8 0 5 0,0 0 1 15,3 0-4-15,-1 0 2 0,1 0 1 16,-2 0 4-16,1 0-5 0,0 0-1 0,1 0-8 16,-1 0 15-16,-1 0-9 0,0 0 4 0,0 0 3 15,1 0-6-15,-2 0 2 0,1 0-5 16,0 0 0-16,0 0 11 0,1 0-1 16,1 0-6-16,-3 0 5 0,2 0-2 15,2 0-5-15,-3 0 0 0,2 0 1 0,-1 0 1 16,2 0-5-16,0 0 6 0,-2 0-4 0,0 0 5 15,3 0-1-15,-2 0 1 0,0 0 0 16,1 0 0-16,-1 0-1 0,0 0 2 16,1 0 2-16,0 0-2 0,0 0 0 0,0 0-1 0,0 0 3 15,0 0-1-15,-2 6 0 0,-1-6 1 16,0 0-3-16,-1 0-1 0,-2 0 1 0,2 0 4 16,-4 0 2-16,1 0-6 0,1 0-2 15,3 6 5-15,-1-6-3 0,-2 0-5 0,0 0 6 16,-2 0-1-16,-2 0 7 0,0 0-11 0,4 0 1 15,0 0 4-15,0 0 2 0,2 0-2 16,-1 0-5-16,-3 0 4 0,0 0-7 0,-2 0 5 16,-2 0 7-16,2 0-4 0,0 0-2 15,2 0 0-15,-1 0-2 16,-1 0-1-16,-2 0 1 0,-1 0 2 0,0 0 4 0,-2 0-3 16,2 0-2-16,-2 0-4 0,1 0 3 0,2 0 6 15,2 0-1-15,5 0-4 0,2 0 1 16,0 0 1-16,2 0 8 0,-2 0-7 15,1 0 0-15,-1 0 0 0,-3 0 7 0,-4 0-5 16,1 0 2-16,-1 0 2 0,-3 0-3 16,1 0-1-16,4 0 4 0,0 0 0 0,-1 0-7 0,-1 0 0 15,0 0 2-15,-1 0-6 0,0 0 6 16,-3 0 5-16,8 0-9 0,1 0 4 0,0 0-1 16,1 0-5-16,-1 0 11 0,2 0-5 0,-1 0-1 15,-2 0 2-15,4 0 4 0,2 0-4 16,-1 0 3-16,0 0-1 0,-1 0 4 15,2 0 0-15,-2 0-1 0,0 0-3 0,1 0-2 16,0 0 1-16,-1 0-3 0,4 0 7 0,2 0-10 16,2 0 2-16,1 0 3 15,1 0-2-15,-3 0 0 0,33-2-1 0,-30 0 1 0,-1-2 4 16,-1 1-4-16,2-2 0 0,-2 0-3 16,0 2 3-16,4 1-3 0,-2-2 9 0,1 2-6 15,-1-4 7-15,-1 3-6 0,1-3 6 16,-2 4-7-16,2 2-1 0,-2-5 0 0,-1 1 2 15,0 0-3-15,-2 0 3 0,2 1-1 16,-2-1 1-16,-1 0-4 0,0 2 7 0,-1-2-9 16,1 0 3-16,-1 1-3 0,1-1 5 15,-2 1-4-15,0 1-1 0,-3-1 3 0,3 2-1 16,-1-2 8-16,-1 3-2 0,0-2-2 0,0 1-5 16,0 1-1-16,0-3 3 0,1 2-1 15,-12 1-1-15,7 0 2 0,0 0 0 0,1 0 0 16,0 0 2-16,-2 0-4 0,-2 0 3 0,-3 0-1 15,0 0 6-15,-1 0-4 0,0 0-1 16,-2 0 0-16,-1 0-5 0,-6 0 8 0,8 0-2 16,-1 0-2-16,-7 0 0 0,9 0-2 0,-2 0 2 15,-7 0 4-15,7 0-9 16,-7 0 7-16,8 0-5 0,-8 0 1 0,0 0-2 16,7 0 4-16,-7 0 2 0,6 0 3 15,-6 0-5-15,0 0 0 0,0 0-4 0,7 0 1 16,-7 0-2-16,0 0-7 0,0 0 11 15,6 0-9-15,-6 0 1 0,0 0 6 16,12 7-33-16,-10 0-56 0,0-2-121 0,-2 1-122 16,0-1 0-16</inkml:trace>
  <inkml:trace contextRef="#ctx0" brushRef="#br0" timeOffset="14389.06">7551 14869 1 0,'0'0'100'0,"-15"0"12"0,15 0-17 16,0 0 4-16,-29-17-8 0,25 18-4 0,-2 0 9 15,1 0-5-15,0 1-7 0,-1-2-4 0,2 2-11 16,0-1-6-16,2 0 1 0,-1-1-6 15,-2 2-10-15,4-2 1 0,-4 1 4 0,2-1-6 16,2 0-7-16,-1 1-5 0,0-1-8 16,0 2 1-16,2-2 3 0,0 0-11 0,0-2 4 15,2 4-13-15,2-2 2 0,3-2-3 0,14 0-4 16,7-4 6-16,0-1 1 0,8-1 0 16,8-4 0-16,9-2-1 0,4-1-1 0,9-2-2 0,4-2-3 15,5 1 8-15,1-3 2 0,2 2 0 16,5 2 0-16,2 0 2 0,-2-1 0 15,-1 3-4-15,1 2 3 0,-5-1 1 16,-7 3 3-16,-5-1 4 0,-8 4-4 0,-4 0-2 16,-7 2 5-16,-4-2-3 0,-7 3-8 0,-4 3 6 15,-1-3 6-15,-2-1-7 0,-4 6 12 16,-3-5-1-16,-10 3 4 0,1 0 1 0,-5 0 8 16,-3 1-6-16,-2 0-3 0,-3 1-16 0,0 0 6 15,-27-2 0-15,-3 2-8 0,13 0-2 16,-13 0-19-16,-12 0 1 0,-8 0 2 0,-62 11-14 15,44-5 7-15,-2-2-5 0,-6 3-1 16,-2 1-6-16,-1-1 3 0,1 1 0 0,1 3-3 16,5-2 4-16,5-2 0 0,5 1-8 0,9-2 9 15,8-1 3-15,3 0-7 0,7-2-2 16,4 1-5-16,1 2-5 0,9-4 4 16,11 1 4-16,6-1 4 0,4-2 4 0,0 0 2 15,28 1-3-15,-16-1 9 0,10 0 2 0,6 0-5 16,42-12 14-16,-26 6-5 0,4 1 8 0,5-2-3 15,3 1-2-15,6 1 3 0,1-2-8 0,3 3 13 16,3-3-5-16,-1-1 3 0,0 4 5 16,0-1-8-16,-3 3-1 0,-7-2 11 15,-3 3 2-15,-8-1-4 0,-6 0-2 0,-4 0 5 16,-5 0 5-16,-3 2-1 0,0-2 23 16,-5 2-3-16,-9 0 3 0,-5 0-13 0,-9 0 6 15,-1 0-6-15,-9 0 4 0,-14 3-12 0,7-3 14 16,-41 8-17-16,8-6-5 0,-11 4-7 15,-5 1 1-15,-10 1-3 0,-4-1-1 0,0 4-3 0,-5-1-16 16,2-1 3-16,3 1 8 0,3-1-8 16,7 2 3-16,8-3-5 0,8-1 7 0,3-1-1 15,11-1-20-15,7 1 5 0,5 0 4 16,17 0-4-16,10-6 11 0,10 5 0 16,18-3 9-16,7-1 1 0,-11-1 1 0,12 0 13 15,15 0 0-15,8 0 6 0,74-12-3 16,-55 9 6-16,-1 0 4 0,0 0-1 0,-6 2-3 0,-2 1-2 15,-4-1-3-15,-8 1 5 0,-31 0-8 16,8 0 6-16,4 0 3 0,-2 0-2 0,0 0 1 16,-4 0-9-16,-4 0-19 0,-8 0-26 15,-7 0-59-15,2 13-52 0,-19-9-66 0,-11 5-267 16,-4-2 0-16</inkml:trace>
  <inkml:trace contextRef="#ctx0" brushRef="#br0" timeOffset="18480.22">4409 15054 161 0,'0'0'213'0,"0"0"31"0,0 0-6 16,0 0-4-16,0 0-8 0,0 0-42 0,0 0-13 16,0 0-13-16,0 0-13 0,0 0-9 0,0 0-17 15,0 0-1-15,0 0-25 0,0 0 6 16,0 0-33-16,0 0 1 0,0 0-4 0,0 0-1 16,0 0-7-16,0 0-16 0,0 0-10 15,0 0 13-15,0 0-4 0,0 0-13 0,0 0-1 16,0 0-2-16,0 0-4 0,0 0-2 0,0 0-6 15,0 0 8-15,0 0-4 0,0 0-4 16,0 0-2-16,0 0-15 0,0 0 24 16,0 0-8-16,0 0 1 0,22-12 11 0,0 7-1 15,0 2-15-15,5-1-2 0,0-2 19 16,1 2 2-16,-2-3-2 0,4 1 4 0,1 1-13 16,3 0 19-16,4 2-28 0,-4-4 14 0,2 2 4 15,4-2 1-15,-1 3 5 0,2-5-19 16,1 5 20-16,1-3-8 0,2 1 3 0,1 0-9 0,3-1 14 15,-2 2-3-15,2-2-5 0,-3 0 3 16,2-1-1-16,-3 3-6 0,0-1 10 0,0 1-16 16,1-2 11-16,-1 0-3 0,-1 1-3 15,-1 0 3-15,-4 0-17 0,2 2 3 0,-6-1 4 16,0-1 0-16,-2 3-5 0,-1-1 9 0,0 0-9 16,-3 2 2-16,-5 0 4 0,-2-2 1 15,-5 1 4-15,-4 3 8 0,-2-1 18 0,-3 1 8 16,-2 0 5-16,-1 0 18 0,-1-1-4 0,-4 1-4 15,0-2-9-15,0 2-13 0,0 0-15 16,-14-4-4-16,-4 2-8 0,-10 1-11 0,-6 0 0 16,-2-3 2-16,-4 3-5 0,-8-1 7 15,23 2-9-15,-19 0 2 0,-10 0 1 0,-6 0 4 16,-6 0-5-16,-6 0 7 0,-2 0-2 0,-79 11-4 16,70-7-8-16,2-2 0 15,-1 2-7-15,2-2 3 0,2 1-8 0,4 1 11 16,0-1-5-16,5 1 3 0,3-2-2 0,4 2-5 15,4-2 8-15,5 1 5 0,8-2-2 16,3 2-5-16,6-1 6 0,-2 0-2 0,8 0 6 16,4-1-5-16,4 0-10 0,2 1-14 0,8-1 1 15,3 0-11-15,-1-1 1 0,6 2-11 0,2 0 14 16,2 1-14-16,0-3 22 0,20 8-6 16,0-1 0-16,5-3 11 0,10-2 0 15,4-1 0-15,-15-1 7 0,14 0-1 0,10 0 9 16,64-18 8-16,-44 12-10 0,3-1-2 0,2-2-4 15,4 1 22-15,1 0-16 0,0 1 12 16,0 1-8-16,-8 1-7 0,1-1 10 0,-6 2-4 16,-5-1 0-16,-3 3 8 0,-8-1 0 15,-7 0-11-15,-3 3 13 0,-5 0 7 0,-1-2-10 16,-20 2 25-16,5 0 11 0,-5 0-8 0,-4 0-4 16,-1 15-23-16,-22-1-2 0,-10 0 1 15,-2-2-19-15,-8 2-8 0,-10 0-15 16,0 2 9-16,-4 0-39 0,1 1-23 0,0-4-16 15,3 2-35-15,3-2-16 0,6-2-16 0,4-4-33 16,3 1-503-16,11-6 0 0,17-2 0 0</inkml:trace>
  <inkml:trace contextRef="#ctx0" brushRef="#br0" timeOffset="28463.24">21483 16467 70 0,'0'0'92'0,"0"0"8"0,0 0-7 15,-15 0 5-15,15 0 15 0,0 0-11 16,0 0-5-16,-24-18-2 0,20 18-7 0,3 1-7 16,-1-1-3-1,-2 0-5-15,1 0-2 0,3 2-6 0,-4-1-2 0,3-1-8 16,0 1 6-16,-2-1 5 0,2 0 6 0,-1 0 4 0,1 2 15 15,-1-2-5-15,1 0-8 0,1 1-7 16,0-1-11-16,0 1-13 0,-2 2 6 0,0 0 16 16,0 4-2-16,-2 10 0 0,-4 3 9 15,4 5 1-15,-2 3-14 0,-1 0 0 16,-2 0-21-16,3 3 14 0,0 2-3 0,4-2-4 16,0 7-4-16,2-20 23 0,0 11 19 0,14 34 5 15,-2-28 2-15,3-5 0 0,5 0 6 0,5-5-6 16,5 0-1-16,12-8 6 0,6-1-21 15,10-6-1-15,4-2-12 0,3-3-5 16,7-5-13-16,-35 0-1 0,20 0 8 0,81-13-18 16,-58 7-4-16,-2-1 6 0,-1 2-12 0,-7-3 7 15,-4 1-10-15,-6 3-4 0,-8 1-3 16,-5 1 0-16,-6 1-5 0,-22 1 3 0,8 0-2 16,1 0 0-16,30 13-7 0,-32-2 8 0,-2 2-12 15,-3 5 4-15,1 3-1 0,-1 4 1 0,-2 0-3 16,0 2-2-16,3-2 7 0,5 2 2 15,1-4 0-15,6-2 10 0,2-4 13 16,4 0-7-16,8-8 8 0,4-1-11 0,4-3-2 16,4-4-2-16,-28-1 8 0,19 0-10 15,69-12 3-15,-50 5-8 0,2-4 8 16,0 1-7-16,-2 1-6 0,-5 3 1 0,-4-3-2 0,-4-2 9 16,-3 3-6-16,-4 2 5 0,-2 1-5 15,-6-2 4-15,1 3-8 16,-8 0-1-16,-1 2-2 0,-18 2-2 0,8 0 6 0,32 11-1 0,-27-5-3 15,-1 1 1-15,2 1 6 0,-4 1-4 0,5 2 1 16,-1-1-3-16,1 1 7 0,4-2-4 16,3-1 3-16,8-3-7 0,3-4 9 0,-22-1 1 15,14 0 4-15,7 0 1 0,6 0 8 0,58-14 10 16,-55 9 6-16,3-3-14 0,0 1 0 16,-1 1 8-16,1 1-7 0,-3-1 1 0,1 1 1 15,2 1-6-15,2 0-3 0,4 0-3 0,3 0-8 16,-1-2 16-16,3 3-5 0,2-3-15 15,1 0 1-15,3 1 15 0,7-2 3 16,4-1 9-16,3 0 10 0,2 1 7 0,5-1 6 16,1 1-1-16,3-1 12 0,-2 1 8 15,0-3-3-15,0 5-5 0,6-3-8 0,-3-1 0 16,-3 1 0-16,-2 1-3 0,2-1-17 0,-4 3-2 16,-2-2-5-16,-2-1-4 0,2 1-3 0,-2-1-28 15,-1 1-56-15,-3-1-46 0,-2-2-29 16,-3 1-39-16,1-2-43 0,-2-4-1193 0,-4-2 0 15,-2-6 0-15,-5 1 704 0</inkml:trace>
</inkml:ink>
</file>

<file path=ppt/ink/ink21.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1T09:12:12.093"/>
    </inkml:context>
    <inkml:brush xml:id="br0">
      <inkml:brushProperty name="width" value="0.05292" units="cm"/>
      <inkml:brushProperty name="height" value="0.05292" units="cm"/>
      <inkml:brushProperty name="color" value="#FF0000"/>
    </inkml:brush>
  </inkml:definitions>
  <inkml:trace contextRef="#ctx0" brushRef="#br0">3762 4161 16 0,'0'0'81'16,"-13"15"-13"-16,13-15 8 0,0 0-8 0,0 0-23 15,-28 25 6-15,24-23-5 0,0 3-7 0,1-2 6 16,-1-1-14-16,3 1 4 0,-3 0 6 16,3 0 16-16,-2-1-19 0,2-1 15 0,-2 3-10 15,2-1 0-15,-2-2 4 0,2 1 8 0,-1 1-9 16,2-3 8-16,-1 3-4 0,0-1 11 16,1-2 2-16,-2 1-8 0,1 0 0 0,1-1-5 15,0 0 7-15,0 0-6 0,0 0-1 0,0 0 0 16,0 0-6-16,1 5-3 0,1-3-8 0,-2-2 2 15,0 0-1-15,0 0-2 0,1 0-8 16,-1 0 5-16,3 0 1 0,-1-2 2 0,4 2-3 16,-1-4-1-16,10-1 0 0,3-3 5 15,0-2-2-15,2-4 1 0,0-2-7 0,4 0 5 16,1 0-10-16,7-5 7 0,-3 1-12 0,5-5-2 16,0-1 10-16,4-3 0 0,0 0 3 0,4-2 1 15,2 1 0-15,0-2-12 0,4 1-10 0,0-1 9 16,-1 0 7-16,1 3 3 0,0-4-12 15,-2 3 11-15,1 1-3 0,-1 1-4 0,-4-1-1 16,1 4-10-16,-3 0 2 0,-4 3-6 16,-1 3 15-16,-3-2-10 0,-4 6-3 0,-4-1-3 15,-3 4 9-15,1-3 6 0,-4 4 0 16,0 0-15-16,-10 3 16 0,1 3-15 0,-2 1-3 16,-1-1 9-16,0 2-2 0,-2 2-5 0,0-3-6 15,0 3 17-15,-2-2-8 0,1 1-5 0,1 2 3 16,-1 0-2-16,-2-2 8 0,2 0-18 15,-1 2 10-15,0-2-4 0,-1 2-7 16,2-1-21-16,-2-1-17 0,0 1-19 0,1 0-22 16,-1-3-26-16,0 4-15 0,-1 0-16 0,-1 0-30 15,-2 2-66-15,-1 0-152 0,-1 0 0 16</inkml:trace>
  <inkml:trace contextRef="#ctx0" brushRef="#br0" timeOffset="774.71">4038 4657 75 0,'-2'0'105'0,"-2"2"-5"0,2 0-13 16,0-2-7-16,0 2-8 0,0-2 6 0,0 2-13 16,0-2-14-16,2 1 4 0,-2-1 0 0,0 0-9 15,2 1 4-15,0 1-4 0,-2-2 4 16,0 0-1-16,2 0-8 0,0 0 4 0,0 2 2 15,0-2 8-15,-2 0-7 0,2 0-2 0,0 1 3 16,0-1-3-16,0 0 12 0,0 0-11 0,2 0 3 16,-2-1-4-16,4-1-5 0,0-2 3 15,6-4-7-15,2-3-1 0,2-1-3 0,4 0-4 16,-2 0-3-16,2-1 0 0,2 0-2 16,0-2-5-16,2 0-7 0,0 1 1 0,-2-1-2 15,2-1-4-15,1 4 9 0,0-3-3 0,2 0 1 16,1-1 2-16,0-1-1 0,2 1-4 15,0 0 12-15,2 1-1 0,-1-5-8 0,3-1 4 16,0 2 6-16,3 1-1 0,-3-3-2 0,1 2-2 16,2-4-1-16,-4 4 3 0,3 0-1 0,0-1 8 15,-4 2-9-15,2 0-2 0,1-1-2 16,-4 2-9-16,-1-2 2 0,-1 4 6 0,-1-1 0 16,-6 2-5-16,3 0 11 0,-2 0 0 15,-1 2-19-15,-1 2 1 0,-4 3 14 16,-3-1-3-16,0 1-13 0,-4 2 16 0,-2 0-4 15,-2 2-12-15,0 1-3 0,0 0 7 0,-2 0-2 16,2 0 8-16,-2 1 3 0,0-1-29 0,2 0-2 16,-2 0-9-16,0-2-21 0,0 1-4 15,0 1-8-15,2-2-27 0,-2 2 3 0,0-2-24 16,-2 0-11-16,4 4-15 0,-2-3-21 16,0 0-50-16,-2 0-158 0,0 3 0 0</inkml:trace>
  <inkml:trace contextRef="#ctx0" brushRef="#br0" timeOffset="1484.14">4086 5385 44 0,'-4'3'96'0,"2"-2"-20"0,2 2-16 0,-4-1 7 0,4-2-13 16,-4 2 12-16,4 0 4 0,-2-1 1 15,0 0-19-15,2 1 4 0,-2-1-1 0,0-1 5 16,2 2-9-16,0-2 9 0,-2 0-4 0,2 2 5 15,0-2-5-15,-2 0 9 0,2 2-6 0,0-4 11 16,0 2-4-16,0-2 1 0,4 2-3 16,-2-2 8-16,2-1-6 0,2 1 2 15,10-8-12-15,2-1 0 0,2-4-7 0,6 0 6 16,-4 2-7-16,4-1-2 0,2-3-10 0,3 2 2 16,2-2-5-16,2-1 0 0,3-1 5 15,4 0 4-15,0 0 3 0,5 0 7 0,1-2 5 16,0-3-7-16,2 3-1 0,2-2-10 0,2-1 4 15,2 3 21-15,-1-2-10 0,0 2-5 16,-2-2 19-16,2 4-6 0,-2-2-22 0,-3 3 10 16,-2 1-2-16,-2 0-16 0,0 1-5 15,-6 3-7-15,-4-1 12 0,0 0 6 0,-4 3-28 16,-4 2 11-16,0-1 7 0,-2 1-7 0,-4 3-1 16,-2 0 10-16,-4-1-11 0,0 3-4 15,-4 0 9-15,-2 0-6 0,-2 4-2 0,-4-2-15 16,2 1-12-16,-2 1 5 0,-2-2-18 15,0 2-1-15,2-1-30 0,-2 1-6 0,0-1-24 16,-2 1-39-16,2-4-32 0,-2 4-57 16,0 0-442-16,0 0 0 0,0 0 0 0</inkml:trace>
</inkml:ink>
</file>

<file path=ppt/ink/ink22.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1T09:46:34.401"/>
    </inkml:context>
    <inkml:brush xml:id="br0">
      <inkml:brushProperty name="width" value="0.05292" units="cm"/>
      <inkml:brushProperty name="height" value="0.05292" units="cm"/>
      <inkml:brushProperty name="color" value="#FF0000"/>
    </inkml:brush>
  </inkml:definitions>
  <inkml:trace contextRef="#ctx0" brushRef="#br0">29557 11881 4 0,'0'0'131'0,"-15"0"-7"0,15 0-3 16,-24 15-6-16,17-17 13 0,3 0-3 15,-1-1-5-15,0 1-6 0,-7-6 2 0,2 0 1 0,4 3-14 16,-1-1 2-16,0 1-13 0,2-1-1 16,0 0-2-16,1 1 1 0,-6-5-23 15,2 0 4-15,0-1 1 0,2 2-11 0,-2-4-13 16,1 3 4-16,0 3-5 0,2-1-9 0,0-1 15 16,-2-4-6-16,-1-4-6 0,0 0 2 0,1-1 3 15,-1-2 17-15,0-1-10 0,2-4-7 16,-2-2 13-16,1 0 4 0,0-3-5 0,1-2 12 15,-1 0-9-15,0-1 2 0,2-2-4 16,-2-1-1-16,1-2 5 0,0-5-11 0,1 1-1 16,-3-3 11-16,4-4-12 0,-3 1 9 15,3-1-13-15,2 0-4 0,0 0 0 0,1 1-14 16,0-4 6-16,1 27-2 0,0-15 5 16,0-6-8-16,0-4-16 0,14-55 2 0,-8 48-12 15,0 3-5-15,4-3 1 0,-1 0-6 0,2 1 5 16,2-4 8-16,2 2-12 0,-1-3-6 0,2 0-2 15,2-1-18-15,0 4 18 0,1-1-8 0,2 0-6 16,1 0 7-16,2-1-8 16,1 2-10-16,-1 0 1 0,4-1 12 0,0 1-7 0,3 0-8 15,-2 4 11-15,5-8-3 0,-1 3 8 16,3 2-5-16,1 4-2 0,2 4-17 0,2 1 16 16,2 2 1-16,0 1-9 0,2 2 5 15,1 1 9-15,4 4-13 0,0 2 13 0,2 0 11 16,0 2-10-16,2 2-6 0,-2 2 5 0,2 1 13 15,1 0 0-15,4 5 0 0,0-1-10 16,1 4 18-16,2 1-13 0,1 4 11 0,4-1-8 16,1 2 10-16,-3 0 0 0,-4 3 4 0,3 3-9 15,-4-2 11-15,3 6-12 0,0-2-5 16,-6-2 15-16,3 4-16 0,-3 0 2 0,1 0 0 16,-2 3 1-16,2 1-6 0,-5 1 4 15,-27 0-5-15,11 0 13 0,8 0-10 16,49 13 7-16,-45-5-1 0,-5 0-5 0,1 2 8 0,1 1-10 15,-4 3 9-15,0 1-4 0,0-1 2 16,-2 5 11-16,0 1-12 0,23 14 9 16,-10 0 5-16,-6-2-7 0,-6 2-1 0,-5-3 12 15,-4 2 1-15,-4 3-6 0,-2 3-4 0,-8 6 14 16,-2-1-2-16,-2 2-2 16,-5 4-2-16,-2 1 1 0,-6 0 5 0,-1-26 0 0,-12 54 8 15,3-29-8-15,-6 3 3 0,-1-8-11 16,-4-2 12-16,1-4-4 0,-3 2 0 0,-4 2-11 15,1 4 15-15,-5 0 5 0,0 2-14 0,-1 0 12 16,-2 1-15-16,-1 0 6 0,-2 1 1 16,-1 1-7-16,1 1 6 0,-2-2 10 15,-1 2-12-15,-1 2-4 0,-1 0 2 16,-1 2 1-16,0-3 9 0,2 0-18 0,-2-1 10 16,2 2-6-16,0 5 9 0,-1 1-6 0,0 0 6 15,-2 2-10-15,-1-2 2 0,-2 1 7 16,1 0-3-16,-2-1-6 0,1-3 9 0,-6-1 2 15,2 2 6-15,-5-2-17 0,3-2 16 0,-4-2-10 16,1-1 3-16,1-1-4 0,-1-1 5 0,0-3-12 16,-2 1 0-16,2-3 12 0,2-2 17 15,-3-1-10-15,0-3-10 0,-1-3 19 0,-2-1-2 16,-1-1 8-16,-3-4 25 0,2-2-17 16,-3-2 8-16,1-5-11 0,-1-5 19 0,1 0 4 0,-1-4-3 15,-2-3 13-15,-4-5-1 0,3-3 6 16,31-1 5-16,-72-11 3 0,32-1-1 15,-1-7-14-15,1-1-4 0,-1-4-3 0,1-2-8 16,-3-4 2-16,2-2-6 0,1 1-6 0,1-5-7 16,4-1-5-16,-1-2-1 0,4-2 3 0,4 2-11 15,5-1 0-15,2-1-4 0,5-1 3 16,1 1-6-16,7-4-10 0,4-1-14 0,4-1-15 16,4-3-38-16,8-2-35 0,3 1-20 15,6-1-35-15,5 0-36 0,6 0-24 0,4 1-627 16,0 23 1-16,0-12 0 0</inkml:trace>
  <inkml:trace contextRef="#ctx0" brushRef="#br0" timeOffset="1490.91">16089 11313 75 0,'-46'-17'131'0,"20"16"7"0,11 1-5 0,-6 0-5 16,-6 0 5-16,-2 0-4 0,-33 11-14 0,28-6-16 15,-1 3-7-15,-2 1-4 0,1 1-3 0,0 1-17 16,1 4-5-16,-2-2-7 0,3 3-8 16,1 0-2-16,1-1-9 0,-2 1-2 0,4 1-8 15,-1 1-1-15,2 1 5 0,-2 2-11 16,3 2 1-16,0-1 1 0,1 3-7 16,1 3 4-16,-1 2 5 0,1 4-6 0,0 2 3 0,2 2-1 15,-1 3 3-15,2 3-3 0,1 1-1 16,-1 2 6-16,4 0-3 0,1 3 2 0,2 0 4 15,4 1-4-15,2 4-2 0,4 1 7 16,2-1 1-16,2-1-3 0,2-27 10 16,0 13-4-16,14 50 4 0,-4-40-13 0,2-6 6 15,4-1 5-15,2-4-4 0,0-3 5 0,4-1-13 16,3-5 6-16,2-2-13 16,2-4 17-16,2-5 4 0,3-6 1 0,6 2-14 0,4-9 6 15,-19-6-5-15,14 0-2 0,57-13-10 0,-39 0 11 16,2-4-5-16,0-6 7 0,1-2 5 0,-3-2-12 15,-1-2 3-15,-2-1-12 0,-5-4-10 16,-1 2 3-16,-7-2-13 0,-3 2 2 0,-4-1-15 16,-6 3 0-16,-2 2 9 0,-5 5-9 0,-2-2 10 15,-6 1 3-15,0-1-11 0,-5-1 12 16,-2 8-6-16,-4 2 4 0,-2 3-14 0,0 13 6 16,0-8 11-16,-10-3-7 0,3 9-2 15,-1 2-5-15,-9 4 7 0,-1 3-6 0,0 2 9 16,-4 5-12-16,4 3 16 0,0 4 3 0,5 1-1 15,0 1-8-15,2 5 5 0,3 2 12 0,3 3-3 16,2 4-1-16,3 2 6 0,0-20 11 16,0 9 1-16,20 32-1 0,-5-27 14 0,2-3 2 15,2-2-13-15,1-3 1 0,2-5-3 16,4-1 7-16,0-6-11 0,5-2 7 0,2-3-21 16,2-6-21-16,-18-2-39 0,38-12-35 15,-18-3-42-15,1-6-41 0,2-7-71 0,0-6-262 16,0-1 0-16</inkml:trace>
  <inkml:trace contextRef="#ctx0" brushRef="#br0" timeOffset="2121.71">17067 12220 70 0,'12'-9'172'0,"-4"7"-6"0,-3 0 10 0,-2 2 8 16,-2 2 1-16,-2 3-12 0,-1 1-11 15,-2-1-8-15,-2 14-16 0,-5 3-5 0,0 0-20 16,-1 3-5-16,-1-1-8 0,-2 3-6 0,2 3-12 15,0 4-9-15,2 0-1 0,-1 0-20 0,3 1 13 16,-1-3-8-16,4-1 6 0,-1 1-11 0,3-5-14 16,-1-6-4-16,5-1-12 0,-2-4 3 15,2-5 4-15,0-11-4 0,0 6-2 0,0-6-11 16,7 11 6-16,-2-14-6 0,13-13-11 16,2-8-6-16,5-6-3 0,6-6-12 0,2-4-11 15,2 2 5-15,-1-3-6 0,2 2 1 16,-1 3 11-16,-2 4-16 0,-7 2 17 0,-2 6-3 15,-4 3 0-15,-3 2 5 0,0 0-6 0,-1 4 7 16,-4 2 0-16,-1 1 2 0,-2 6-1 0,-2-1 4 16,-2 4 1-16,1 1 6 0,-1 1 12 15,-1 1-8-15,-4 0 9 0,0 0-5 0,0 0 0 16,12 14 7-16,-9-7 11 0,2 12-7 0,-4-5 5 16,2-1-18-16,-2-4 8 0,1 0-11 15,-1-1 1-15,0-2 18 0,1-1 1 0,-2-1-10 16,1 1 9-16,0-3 3 0,2-1 2 15,0-1-4-15,-3 0-11 0,9 0 17 0,15-17-17 16,-8 1-11-16,2 2 9 0,1-1-12 0,-3 1 3 16,1-1 3-16,-1 3-6 0,-1-1 11 0,-3 3-13 15,-1 0-3-15,-3 4-6 0,-2 3 9 16,1-1 1-16,-2 0 1 0,1 4-6 0,-2-2 10 16,1 2-4-16,-1 0 5 0,-4 0-2 15,0 0-5-15,7 0 15 0,-7 0-14 0,22 17 14 16,-12-5 4-16,-2 1-1 0,-6 0-11 15,4 8 7-15,-2 0 4 0,0 1-1 0,-3 2-1 16,0-1 1-16,-1 0 13 0,2 1-12 0,-2-3 7 16,1 0-10-16,-1-13-13 0,0 3 15 15,0 1-10-15,0-1-5 0,0 0 18 0,0-1-14 16,0-1 3-16,0 4-12 0,0 1-5 0,-11 13-18 16,7-17-24-16,-1 5-25 0,0-3-35 15,-1-3-53-15,2-1-26 0,-1 0-128 0,1-4-120 16,0-1 0-16</inkml:trace>
  <inkml:trace contextRef="#ctx0" brushRef="#br0" timeOffset="2549.56">18041 12437 68 0,'1'-3'178'0,"3"-3"-16"0,11-7 14 15,4-2 0-15,1 0-23 0,7-2 4 0,3-2-8 16,4 0 1-16,4-4-19 0,2 0-10 16,2-3-8-16,1 2-12 0,-1-3 2 0,-2 3-20 15,-2 1-9-15,-4-1-12 0,-6-1-2 0,-2 6-8 16,-6 0 6-16,-2 2-4 0,-4-3-10 15,-2 2 2-15,-6 4-7 0,-4 3-3 0,-2 11-17 16,0 0 9-16,-14-16-7 0,6 16 7 0,-12 2-15 16,10-2-2-16,-24 15 4 0,10 0-7 15,4 0-3-15,-4 2 11 0,0 8-1 0,0 1-15 16,-4 5 15-16,2 2 3 0,0 2-11 16,2 4 10-16,1-1 7 0,3 1-2 0,6 0-12 15,3-1-18-15,2-1 4 0,3-1-2 0,5-1-8 16,1-18-9-16,13 31-1 0,1-22 3 0,2-4 3 15,2-6-6-15,8-5-11 0,5-3-18 16,1-6-23-16,-14-2-21 0,6 0-27 0,42-23-29 16,-28 8-44-16,4-6-86 0,0-1-137 15,2-7 0-15</inkml:trace>
  <inkml:trace contextRef="#ctx0" brushRef="#br0" timeOffset="2947.36">19083 12278 120 0,'8'-1'146'0,"-4"-3"-12"0,-4 4 7 0,0 0 26 15,-3 4-4-15,2-2 1 0,-4 3 1 0,-5 5-20 16,-4 1 5-16,-2 4-1 0,1 0-16 16,-5 3-11-16,3-1-8 0,-2 2-13 0,2 1-3 15,1 2-16-15,0-1-12 0,1 3 4 16,3-4 3-16,1-1-6 0,2-8 2 0,4 0-14 16,-1-2 11-16,4-2-14 0,2-3-4 0,0-4 1 15,8 2 8-15,6-8-26 0,6-8 0 16,3 1-17-16,5-8-1 0,5-3-9 0,3-4-3 15,3-2-14-15,1-3 14 0,1 0 0 16,-2 1-8-16,1 3-6 0,-3 0 12 0,-5 6 1 16,-2 0-2-16,-5 4-4 0,-2 1 3 15,0 2-2-15,-4 3-3 0,-2-1 10 0,-1 5-8 0,-4 2-3 16,-3 2-6-16,-2 2 7 0,-2 3 4 16,-5 0-4-16,2 8-1 0,-8 8 6 0,-4 1 8 15,-2 7-6-15,-4-1-3 0,-3 6-7 0,-4-1 9 16,-1 4-3-16,-3 4 8 0,-1-4-5 15,1 0-7-15,3-3-8 0,0-3-9 0,7-4-9 16,0 1-19-16,1-4-8 0,2-4-4 0,4-2-11 16,6-9-24-16,4-4-28 0,6-4-31 0,9-9-34 15,1-8-105-15,1 1-189 0,3-11 0 16</inkml:trace>
  <inkml:trace contextRef="#ctx0" brushRef="#br0" timeOffset="3132.09">19777 11802 21 0,'8'-4'207'16,"-5"6"-24"-16,1 2 3 0,-4 3-9 16,-3 12-9-16,-1 2-13 0,-3 7-14 0,-2 2-13 15,-3 6-5-15,-1 2-16 0,-3 9-7 16,1 2-7-16,-2 6-15 0,2 5-5 0,0 2 0 16,2 3-11-16,5 1-19 0,-1-1-10 0,7-3-21 15,1-2-23-15,1-30-15 0,16 49-26 16,-4-30-22-16,4-9-27 0,4-2-52 0,0-8-119 15,3-6-97-15,-1-5 0 0</inkml:trace>
  <inkml:trace contextRef="#ctx0" brushRef="#br0" timeOffset="3311.65">20000 12595 85 0,'2'-26'192'0,"2"0"-20"15,2 3-2-15,3 2-15 0,0 1-23 0,6-2-12 16,2 6-10-16,5 3-19 0,0-4-6 0,1 5-11 15,6 1-17-15,2 2-16 0,5 0-24 16,0 1-31-16,-3-1-28 0,1 5-17 0,-1 0-42 16,-4-5-87-16,-7 7-90 0,-9 0 73 15</inkml:trace>
  <inkml:trace contextRef="#ctx0" brushRef="#br0" timeOffset="4004.47">14445 12543 70 0,'-124'-20'164'0,"9"-3"-29"0,7-4-19 16,12 1 9-16,11-7-13 0,12-4-11 15,13-5-9-15,13-4-9 0,15-6-9 0,13-4-3 0,18-8 1 16,17-4 1-16,17-8 10 0,19-1-2 16,14-4 9-16,12 0-7 0,80-55 11 15,11 8-2-15,12 1-1 0,9 11 2 0,11 8-8 16,9 11 14-16,5 10-7 0,-1 8-9 0,7 9 11 16,4 6-6-16,3 1 0 0,5 9 7 0,5 3-8 15,0 13-13-15,3 3 5 0,4 12-9 16,-45 7-5-16,-20 10-21 0,-44 6-6 0,271 12-4 15,-145 5-7-15,-4 4 11 0,-2 11-8 0,-6 6-1 16,-12 9-3-16,-2 9-11 0,-8 12 10 0,-7 6-8 16,-17 2-6-16,-8 8 7 0,-47-10-8 15,-29-3 10-15,48 39-19 0,-42-17 10 0,-25-2 0 16,-19-6-16-16,-6 4-4 0,-8 4 16 0,-5 2-9 16,-7 7-10-16,-7 2 3 0,-6 3-8 15,-7 0-1-15,-7 3 3 16,-6 1-9-16,-6 0 18 0,-9 2-14 0,-5 2 12 0,-3-59 19 15,-23 115-14-15,1-57-12 0,-9-6 5 0,-8 0-2 16,-5-5 8-16,-9 3 16 0,-9-3-17 0,-54 58 9 16,12-43 16-16,8-22-16 0,4-19 15 15,-72 44-1-15,-4-17 9 0,22-27 3 0,-40 8-21 16,28-23 21-16,14-15-3 0,-74 12 8 0,-5-1 6 16,-4-14 7-16,43-9 5 0,18-13 0 0,16-9 4 15,-108 0-3-15,-8-11 16 0,48 0 7 16,-42-16 4-16,-2 1 7 0,5-8-7 0,0-6 7 15,8-6 1-15,1-3-3 0,2-7-5 16,10-5 6-16,6-8-12 0,-3-5-2 0,5-6-1 16,8-3-2-16,8 1-14 0,12-7 14 15,44 9-10-15,-28-22-11 0,40 12-13 0,27 7-20 16,20 1-8-16,2 0-28 0,7-8-15 0,7 1-8 16,9-10-31-16,10-3-31 0,12-4-35 15,11-1-23-15,15-2-36 0,15-4-37 0,9 53-830 16,26-101 0-16,16 47 1 0</inkml:trace>
  <inkml:trace contextRef="#ctx0" brushRef="#br0" timeOffset="5340.61">23081 12471 17 0,'0'0'171'0,"-14"0"-13"0,-16-8 0 15,14 14 3-15,-2 6-17 0,-2 3-11 16,2 2-7-16,0 5-20 0,-2 2-13 0,0 0-6 15,0 3-10-15,2 0-7 0,0 3-2 0,0 0-17 16,0 2-6-16,4-2-4 0,0 0-4 16,4-1 5-16,0-3-8 0,2 1 3 15,2-3 1-15,0-4 5 0,2-5 15 0,2-1-1 16,0-3 10-16,2-11 12 0,0 7-12 0,0-7-4 16,14 8 1-16,2-14-23 0,8-3 14 0,-2-4-20 15,0-4 9-15,8-5-22 16,0-1 22-16,0 0-8 0,-2-2-6 0,0 3-4 0,-2-1-4 15,-2 0 2-15,-4 6 10 0,-2 0-24 16,2 2 6-16,-4 1 7 0,0 5-16 0,-4-4 5 16,0 8-5-16,-6 0-11 0,2 1-5 0,-2 4 9 15,-6 0-8-15,0 0 12 0,8 0-15 0,11 19 11 16,-12-5 9-16,-1 3-5 0,-3 3-1 16,0 2 6-16,-3-10-11 0,0 6 9 0,0 3-2 15,0 3-5-15,0-3-11 0,0 0 13 16,0-4 0-16,0-2 0 0,0-4 3 0,0-1 20 15,0-2 11-15,0-8 2 0,0 0 0 0,0 0 7 16,5 12 2-16,15-21-16 16,-1 0-13-16,2-1-3 0,3-4-5 0,-3 2 2 15,-1-1 15-15,0 2-20 0,-2 1-8 0,-4 2-1 0,-2-1 2 16,-2 3-3-16,-4 2-1 0,-2 1-14 0,2 0 11 16,-2 2-5-16,0 0 0 0,-4 1-1 15,0 0 11-15,0 0-8 0,14 12 4 0,-8 5 0 16,-1 4-15-16,-2 0 16 0,-2 5 0 15,-1-14-2-15,0 8 2 0,0 7 1 0,-13 35 0 16,3-24-1-16,1-1-19 0,-2 4-14 0,1-4-26 16,-1 1-7-16,0-4-1 0,2-4-15 0,-3-2-5 15,3-5-9-15,-5 3-12 0,2-10-10 16,-1-4 2-16,-3-6-31 0,1-4-22 0,6-2-63 16,-20-25-167-16,11 7 0 0</inkml:trace>
  <inkml:trace contextRef="#ctx0" brushRef="#br0" timeOffset="5517.51">22807 12572 116 0,'-24'-56'201'0,"0"6"1"0,4 3 17 0,6 1-14 15,2 4-10-15,2 5-24 0,6 0-7 0,4 19-19 16,0-7-15-16,16-27-14 0,0 26-1 0,4 7-31 16,4 2-29-16,4 4-14 0,4 3-24 15,4 3-36-15,2 5-27 0,-18 2-33 0,42 13-56 16,-18-3-64-16,2 4-115 0,0 4-32 15,0 4 0-15</inkml:trace>
  <inkml:trace contextRef="#ctx0" brushRef="#br0" timeOffset="5994.57">25794 12405 184 0,'-12'-11'207'0,"-4"4"12"0,-7 5-11 15,-4 1 0-15,11 1-18 0,-10 0-7 16,-40 19-23-16,22-3-16 0,-2 2 1 0,-1 7-9 15,-1 2-4-15,-1 4-1 0,1 6 3 16,1 1-16-16,3 4-10 0,3 3 3 0,3 3-10 16,6 0-12-16,6-2-7 0,4 1 6 0,6-1-10 15,6 1-12-15,4 0-1 0,6-25-11 0,0 9-2 16,24 40-7-16,-5-37-20 0,8-4 4 16,6-4-13-16,8-5-36 0,6-6-29 0,6-7-35 15,3-7-51-15,-24-1-43 0,70-23-106 16,-30-1-406-16,-2-8 0 0,1-2 1 15</inkml:trace>
  <inkml:trace contextRef="#ctx0" brushRef="#br0" timeOffset="6413.74">26247 12594 133 0,'-4'-1'184'0,"0"1"-3"0,-1 2 9 15,-7 7 4-15,-4 2-23 0,-1 4-2 0,-1 5-7 16,2-1-5-16,0 4-21 0,-1 1-9 0,2 2-17 15,-3 4-16-15,3 1-13 0,4 1-6 16,2 0-2-16,4 2-1 0,3-2-15 0,2-17 35 16,15 26-9-16,0-22 2 0,3-6 1 0,8 2-28 15,0-9 8-15,6-4-1 0,-16-2-7 16,36-12 8-16,-9-4-18 0,5-1-13 0,3-3 14 16,2-4-15-16,-2 1-5 0,-2 1-13 15,-5-1 10-15,-4 4-6 0,-6 1-10 0,-4 4-10 16,-2 2 3-16,-6 0 6 0,2 3-18 0,-4 1-4 15,-8 8 2-15,-12 0-5 0,0 0 5 16,8 21 12-16,-14 0 0 0,-8 5-19 0,-2 0 17 16,-4 6-3-16,-6 6 1 0,-6 4-9 15,-2 8 13-15,-2 0 0 0,-6 2 5 0,2 5-15 16,0-3 21-16,0 1-16 0,-1-2 25 0,3-3-8 16,4-4-16-16,-2-3 25 0,1-5-1 15,2-4 2-15,2-5-14 0,2-3 11 0,-3-5-5 16,0-1-7-16,2-6-16 0,1-5-44 15,-3-3-24-15,1-6-53 0,17 0-48 0,-24-23-77 16,23 5-413-16,7-11 0 0,8 12 0 0</inkml:trace>
  <inkml:trace contextRef="#ctx0" brushRef="#br0" timeOffset="6675.14">27639 12689 71 0,'12'-11'220'16,"-11"2"-21"-16,-5 5 20 0,-6 2-10 0,-12 6-15 15,9-4-5-15,-30 17-11 0,10-3-24 0,-6 6-10 16,-2 4-14-16,-4 6-9 0,-2 6-14 0,2 3-3 16,2 3-6-16,2 5 7 0,5 2-13 15,4 1-4-15,6 2-9 0,6 3-11 16,6-2-14-16,4 0 13 0,7-1-5 0,3-29-29 15,14 47 1-15,2-28-4 0,4-3-24 16,9-7-6-16,9 0-21 0,6-7-34 0,5-7-35 16,6-2-43-16,2-5-62 0,3-4-84 15,1-5-292-15,-30-2 0 0</inkml:trace>
  <inkml:trace contextRef="#ctx0" brushRef="#br0" timeOffset="7143.45">28192 13208 12 0,'-9'-34'239'0,"-1"0"-10"15,2-2 23-15,2-1-12 0,0-3-30 0,6-2-3 16,0 1-25-16,0 22-31 0,0-12-1 0,15-37-17 16,-4 31-14-16,2 3-15 0,7 2 17 15,0 3-28-15,4 3 5 0,3 2-9 0,2 6 9 16,-1 4-17-16,-1 3-2 0,3 4-11 0,0 7-2 15,-18 0-8-15,20 12-17 0,-16 5 13 16,-7 6-7-16,-5 7-16 0,-4-13 15 0,-16 41-19 16,-4-12-11-16,-9 10-1 0,-7 5-4 15,-7 3 1-15,-5 4-29 0,0-2-10 16,0 0-16-16,-1-4 13 0,3-5-14 0,5-5 21 16,1-2-11-16,5-9 1 0,2-5 1 0,5-2-2 15,4-8 10-15,3-4-29 0,1-5-14 0,1-7-8 16,6-5 2-16,13-5-5 0,0 0 10 15,-2-25 7-15,12 9-3 0,4-8 12 0,2 5 6 16,2-2 15-16,2 4 4 0,1 0 1 0,-1 2-3 16,3 1 8-16,-2 2 8 0,0 2 11 15,-1 3 1-15,0 4 19 0,0 1-2 0,0 2 4 16,-10 0-4-16,4 0-1 0,20 12 10 16,-14-4-7-16,-3 1-7 0,0 2 10 0,1 1-9 15,0 1-9-15,0 1-4 0,0-2-10 0,1 0-36 16,2-1-27-16,1-1-46 0,0-1-49 0,2-5-123 15,0-4-136-15,-10 0 0 0</inkml:trace>
  <inkml:trace contextRef="#ctx0" brushRef="#br0" timeOffset="7369.19">28926 13129 108 0,'4'-2'235'0,"0"2"-7"0,-2 0-12 0,-1 4-14 15,-1 1-5-15,-7 7-2 0,2 5-35 0,-3 3-11 16,-5 5-2-16,1 1-20 0,-3 2-8 0,-1 5-5 16,0 2-18-16,0 2-8 0,0 5-16 15,0 2-1-15,3 1-15 0,1-1-38 16,3 0-42-16,1-6-20 0,6 1-18 0,-2-5-34 16,4-1-38-16,0-19-32 0,0 3-95 15,0-4-192-15,0-2 0 0</inkml:trace>
  <inkml:trace contextRef="#ctx0" brushRef="#br0" timeOffset="7536">28953 13027 96 0,'1'-32'200'16,"-1"19"-3"-16,0-6 2 0,0 2-9 0,0 1-18 15,0 1-21-15,16-15-36 0,-2 21-39 0,4 2-25 16,9 2-39-16,2 3-28 0,-13 2-73 15,11 0-120-15,7 0-78 0,9 0 1 0</inkml:trace>
  <inkml:trace contextRef="#ctx0" brushRef="#br0" timeOffset="7764.69">30125 12937 26 0,'2'-2'209'15,"-4"-1"-10"-15,-5 0 19 0,-12 0 2 0,-3 2-4 16,-6 1 10-16,12 0-30 0,-8 0 5 0,-31 13-13 15,19-5-10-15,0 1-14 0,-2 5-16 16,-1 2-20-16,3 2-21 0,-1 3-9 0,2 5-1 16,-1 2-11-16,2 5-2 0,2 3-28 0,6 4 11 15,-2 4-11-15,6 1 1 0,5 1-9 16,5 1-11-16,7 1-26 0,5-27-11 0,13 45-21 16,7-28-22-16,9-5-21 0,9-4-27 15,6-7-6-15,7-4-28 0,7-8-17 0,5-7-37 16,-31-3-63-16,67-21-338 0,-33 0 1 0</inkml:trace>
  <inkml:trace contextRef="#ctx0" brushRef="#br0" timeOffset="8419.99">30609 13308 80 0,'11'-17'140'0,"-9"5"5"0,-3 3-8 16,-6 3 11-16,-7-1 4 0,-5 1 5 0,-2 3 9 16,-5 2-4-16,13 1 6 0,-10 0-10 0,-28 12-1 15,22-2-18-15,-4 0-22 0,1 4 10 0,-2 4-8 16,1 2-34-16,0 0 9 0,1 3-13 15,2 4-1-15,2-2-21 0,4 0 21 0,2 0-15 16,6-1-1-16,2 1-18 0,4-1-6 16,3-4 17-16,4-4-9 0,3-16 9 0,18 15 2 0,3-15-8 15,-6 0-12-15,7 0-16 0,36-21 12 16,-20 7-14-16,6-4 5 0,3-2-1 0,0 1-12 16,1 1 3-16,-4 0-19 0,-1 1 16 15,-3 4-6-15,-7-1-12 0,-2 5 3 0,-3 0 14 16,-2-1-7-16,-3 1-5 0,-4 3 4 0,-5 6-6 15,-3 0 3-15,-11 0-6 0,0 0-4 16,0 0 13-16,9 17 4 0,-10-9-13 0,-6 9 16 16,-2 2-6-16,-2-2 3 0,-1 3-17 0,2-1-6 15,-2 1-9-15,4-4-13 0,0-3-3 0,0-1-23 16,2-5 4-16,2 2 13 0,3-5-8 16,2-6 4-16,3 0 13 0,10-8-4 0,0-6 1 15,2-3 20-15,4-3-4 0,3-5-7 16,4-9 0-16,2 1 1 0,3-7 9 15,3-2-5-15,2-2 0 0,6-3 3 0,-1 1 6 16,2 1 1-16,-2 2 6 0,-1 2 29 0,-4 4 11 16,-1 2 7-16,-1 5 27 0,-6 4-1 15,1 3 4-15,-5 3-4 0,-1 2 4 0,-4 5-19 16,3 4 4-16,-2 2-3 0,-4 5-2 16,-17 4-3-16,11 0 8 0,8 19-5 0,-17-4-6 15,-3 6 1-15,-8 5-12 0,-7 1 4 0,-7 7-6 16,-6 1-17-16,-10 6 5 0,-6 5-39 15,-3 3-22-15,-2-2-18 0,2 2-6 0,2-4 9 0,4-1 7 16,5-4 10-16,6-4 8 16,3-3 14-16,4-2 14 0,4-3 7 0,7-3 1 15,5 1 4-15,7-2 9 0,1-14-6 16,24 20 1-16,1-15-2 0,6 0 6 0,5-1-7 16,1 2 4-16,4-1 2 0,3 0-11 0,0 1-2 15,0-3 18-15,0 2-14 0,-4 2-8 0,-2-2-3 16,-2 0-10-16,-6-2 12 0,-2-1-12 15,-4 0-19-15,1-2-29 0,-4-1-10 0,-7-1-17 16,-5-4-14-16,-4 2-20 0,-5-4-24 16,0-2-44-16,-12-2-77 0,-5-2-266 0,-6-3 0 15</inkml:trace>
  <inkml:trace contextRef="#ctx0" brushRef="#br0" timeOffset="9809.03">24423 8116 39 0,'4'-21'29'0,"-1"4"13"0,1 0 0 0,-2 2 2 16,-2-4-1-16,2 3 10 0,-2 3 3 16,0 0-17-16,0 13 9 0,0-15 11 0,0-1 13 15,0 2 4-15,0 1-11 0,0 0 5 16,0-3 1-16,0 0-2 0,-12-18-2 0,12 16-4 15,0 11-5-15,0-7 4 0,0 1-7 0,0-4-1 16,0-2 1-16,0-1-7 0,0-1-2 0,13-21-3 16,-9 21 2-16,0-1 2 0,1 1-6 15,-1-1-2-15,3-3 1 0,1 2-9 0,1-2 1 16,-1 0-3-16,3-2-3 0,0-1 7 0,1 0-5 16,-2 2-6-16,5-3-7 0,1-1 3 15,-1-2 5-15,5 0-6 0,0 0 1 0,1-1-5 16,3 0-2-16,1-2 10 0,3-1 1 15,3 1-1-15,0-1 1 0,5 1-2 0,0 3 2 16,1-5-3-16,0 5-1 0,2-2-2 16,1 3-9-16,0 0 3 0,-1 0 8 0,1 1-3 0,-2 1-10 15,2 0 15-15,0-1-12 16,6 1 6-16,-1 1-6 0,2 0 4 0,1 1 5 0,1 0-5 16,2 1-2-16,-1 0 1 0,1 1 8 15,1-1-4-15,3 2-10 0,-2-1-3 0,-1 2 15 16,4-2-1-16,1-1-12 0,2 2 12 15,5 3-2-15,8 2 9 0,2 0-16 0,8 4 7 16,2 4 2-16,3-1-15 0,3 0 14 16,-2 3-5-16,0 2 4 0,2 1-12 15,-1 1 5-15,-3 2 7 0,-43 3-10 0,21 0 10 16,84 15-5-16,-66-5 2 0,-2 1 1 0,-6 3-8 16,2 2 10-16,-2 4 5 0,-5 1-9 15,0-1-10-15,-1 5-4 0,-3 1 6 0,-2 1 5 16,-2 4-9-16,1 2 1 0,-5 3 8 0,0 1 8 15,-2 4-22-15,0 2 20 0,-3-2-18 16,-2 5 2-16,-2 1 8 0,-1 2-8 0,0 0 0 16,-3 6 2-16,-2-1 3 0,-2 5 9 0,-2-1-5 15,-5 3-8-15,0 4-6 0,-2-2 8 0,-3 1 6 16,-3 2-1-16,-4 0-10 0,-1 0-1 16,-2 3 14-16,-2 0-11 0,-4 3 14 0,-4-1-5 15,-2 4-7-15,1-1 12 0,-3 3-14 16,-3 0 14-16,-1-39-9 0,0 18-14 0,0 10 8 15,-12 77 4-15,4-67 5 0,0 3 0 0,-2 3-11 16,-2-1 15-16,-2 0-5 0,-2 1-6 0,-2-3-2 16,-4-1 2-16,1-2-6 0,-3 2 9 15,-1 0 8-15,-3 0 4 0,-1 1-6 0,-7 0-3 16,0 0-4-16,-6 0 18 0,1-2-10 16,-4 1 1-16,-3-1 0 0,-2-1 4 0,-2 1 5 15,-2-4-9-15,-4 1-10 0,0-3 11 16,-5-1 11-16,-1 0-12 0,-3-2-6 0,1 2 11 15,-4-4-11-15,2 1 8 0,-2 0-5 0,-1-3 6 16,-2-4-4-16,1 0 10 0,-1-1 10 16,-2-2-2-16,0-7-6 0,-1 2 12 0,-1-3-6 15,-1 0 8-15,0-3 14 0,-1-3-1 16,2-2-11-16,-2-1 6 0,-3-4 1 0,0-2 7 16,-1 1-1-16,-3-4-5 0,1-3 5 15,-2-5-4-15,-2-2 2 0,2-4-8 0,-1-3 4 16,-3-6 15-16,-1-2 1 0,-2-5 5 0,46-1-2 15,-26 0 5-15,-95-20 7 0,72 5-1 0,-1-6 9 16,0-3-1-16,-1-6 6 16,-1-3-11-16,-1-9 13 0,-2-5-2 0,4-5-12 15,1-7 1-15,3-4 5 0,2-4-4 0,3 0-14 16,3-8-11-16,6-2 3 0,1-8-19 0,6-4-12 16,3-3-8-16,5-6-10 0,4-5-13 15,8-5-9-15,4-1 8 0,8-1-18 0,6-2-6 16,9-5-4-16,10-6-7 0,6-1 7 15,8 0-15-15,3 64 4 0,24-123 10 0,0 57-12 16,10-1-4-16,40-76-2 0,-6 50-15 0,0 29-6 16,0 22-32-16,65-57-35 0,-28 42-68 15,-10 21-820-15,-11 18 0 0,4 3 0 0</inkml:trace>
</inkml:ink>
</file>

<file path=ppt/ink/ink23.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1T09:51:40.024"/>
    </inkml:context>
    <inkml:brush xml:id="br0">
      <inkml:brushProperty name="width" value="0.05292" units="cm"/>
      <inkml:brushProperty name="height" value="0.05292" units="cm"/>
      <inkml:brushProperty name="color" value="#FF0000"/>
    </inkml:brush>
  </inkml:definitions>
  <inkml:trace contextRef="#ctx0" brushRef="#br0">25784 9773 65 0,'0'-20'170'0,"2"-11"-8"0,-4 21-1 0,1 1-9 15,1 0-17-15,-8-16-5 0,5 9 2 16,1 5-17-16,0 1 6 0,0 0-9 0,0 5-13 16,1-1-12-16,0 0-5 0,-1 2-2 0,2-1-15 15,-1 1-12-15,0 0 14 0,-1 0-14 0,2 0-9 16,-1 2-15-16,0-1-1 0,1 1 2 15,-2 0-7-15,-2 2-13 0,0 2 15 0,-1 2-8 16,-14 7-6-16,-2 4-4 0,-3 3 9 16,-4 4-1-16,-4 6-3 0,-5 2 1 0,-5 6 5 15,-4 2 4-15,-5 4 9 0,-6 4-14 0,-7 4 31 16,-2 6 4-16,1-1 6 0,-4 5 22 16,-2-2-5-16,0 1-5 0,-1-2 6 15,2 1-8-15,0-5 6 0,2 1 5 0,3-3-11 16,1 1 12-16,3-2-1 0,1-3-3 0,4 0-12 15,2-3 0-15,2-2-9 0,0-1 0 16,1-3-6-16,3 0 16 0,1-5-9 0,1-1-12 16,-1-1-6-16,3-3-7 0,1 1 0 15,0-5-16-15,5-2-4 0,0-3-11 0,2-2-13 16,3-1-24-16,2-2-14 0,5-2-20 0,0-1-16 16,0 0-18-16,2-4-28 0,5-4-28 15,2 1-18-15,5-4-30 0,12 0-522 0,0 0 0 16,-15-14 0-16</inkml:trace>
  <inkml:trace contextRef="#ctx0" brushRef="#br0" timeOffset="486.21">24138 9319 216 0,'7'-15'200'0,"-2"4"-13"16,1 3-14-16,-2 2-10 0,0 1-12 0,-2 5-13 15,1 2-25-15,-2 2-5 0,1 1-16 16,2 13-10-16,0 0-1 0,-2 5-9 0,0 7-18 15,0-3 5-15,0 7-1 0,-1 1-6 0,2 1-1 16,-3 7-12-16,0 3-8 0,2 4 10 16,0 4-6-16,2 5 3 0,4-1-2 0,-2 6 5 15,4 3 3-15,4 4-1 0,2 1 15 0,2 0 4 16,4-3 13-16,2 1-7 0,2 0-3 16,2 1-4-16,2 2 6 0,0-2-6 0,0-2 1 15,2-1-14-15,-2-3 1 0,0-1 1 16,0-3-11-16,-2-1 4 0,-2 1-5 0,2-3 0 15,-2-5-15-15,2 0-3 0,-2-1 15 16,-2-6 2-16,-3-2-18 0,0-1-4 0,-2-3 8 16,-2-4-6-16,1-3 9 0,-6-2-21 15,0-5 7-15,0-3-2 0,-2-1-9 0,1 1 0 16,-4-2 4-16,1-6-1 0,-2-1-10 0,0-4 14 16,-2-1-32-16,0-3-54 0,-3-5-79 15,-1-1-116-15,0 0-479 0,-1-7 1 0,1-13 0 16</inkml:trace>
</inkml:ink>
</file>

<file path=ppt/ink/ink24.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1T09:52:45.481"/>
    </inkml:context>
    <inkml:brush xml:id="br0">
      <inkml:brushProperty name="width" value="0.05292" units="cm"/>
      <inkml:brushProperty name="height" value="0.05292" units="cm"/>
      <inkml:brushProperty name="color" value="#FF0000"/>
    </inkml:brush>
  </inkml:definitions>
  <inkml:trace contextRef="#ctx0" brushRef="#br0">16791 5170 5 0,'14'-20'147'16,"-14"5"-4"-16,24-7 2 0,-20 14 10 0,0 2-4 15,0-1-12-15,-2 2-4 0,0-1-5 0,0 2 2 16,0-2-16-16,-2 1 1 0,2-1 8 16,-2 1-22-16,2 0-8 0,-2 1-12 0,2-1-1 15,0 2-2-15,-2-1-19 0,0 0-3 0,0-1-4 16,0 3-7-16,0 2 10 0,0 0-17 15,0 0-11-15,-16-9 6 0,-4 9-5 0,6 0-12 16,-32 14-10-16,10-1 11 0,-8 4-13 16,-4 3 9-16,-2 2-4 0,2 1 3 0,2 0-14 15,0-1 7-15,4 2 3 0,2 1-5 16,1-3 4-16,3 1-10 0,1 3 6 0,5-3 0 16,2 3 5-16,4 1-14 0,1 3 28 0,7-1-8 15,-1 0 0-15,3 3 4 0,4 0 0 16,3-2-7-16,4 6 7 0,3-19 7 0,0 6-13 15,19 28 15-15,-4-26-20 0,5-4 32 0,6-3-16 16,6-3-13-16,4-3 8 0,6-2 7 16,2 0-43-16,4-4-17 0,0 0-47 0,2-1-30 15,-2-1-26-15,-2 0-26 0,0 1-29 0,-4-3-67 16,0-1-237-16,-4-1 0 0</inkml:trace>
  <inkml:trace contextRef="#ctx0" brushRef="#br0" timeOffset="383.85">16955 5769 60 0,'-6'-5'202'0,"-7"-4"6"0,2-3 7 0,-1 1 5 15,2 0 17-15,0-1-11 16,2 1-28-16,2 1-25 0,-2-5-8 0,4 5-32 0,0-1-6 16,2 1-31-16,2 0-12 0,0 10 5 0,0-13-29 15,14-18-8-15,-4 12 7 0,2 5-6 0,0-2-14 16,4 3-7-16,2 1-2 0,2 1 8 15,-3 2-17-15,2 3-1 0,1 0 11 0,1 2-14 16,0 3 9-16,-13 1-3 0,6 0-7 16,2 0 2-16,18 13 6 0,-16-3 1 0,-4-1-5 15,0 2-10-15,-4 0 12 0,0 4 0 0,-5 1-6 16,-1 1-4-16,-3 0-1 0,-1-8 9 0,0 8-12 16,-21 21-10-16,9-15 13 0,-4-3-15 15,-1-1 20-15,-2-4 14 0,0 4 0 0,-2-6 9 16,-7-1 21-16,3-3 4 0,-3 1-20 15,0-2 10-15,2-2-17 0,2-3 0 0,0-3-14 16,12 0 0-16,-4 0-15 0,-16-14-15 16,16 6-13-16,2-2 5 0,2-1 6 0,4-1-18 15,2-4-7-15,6 1-16 0,0 5-31 0,0-6-22 16,14-18-27-16,-4 14-24 0,6 0-51 0,0 0-494 16,2 3 1-16,0 1 0 0</inkml:trace>
  <inkml:trace contextRef="#ctx0" brushRef="#br0" timeOffset="1161.33">17521 5217 66 0,'4'-3'181'0,"-1"2"-19"16,-1-2 6-16,0 2 2 0,-1 1-11 0,2 1-12 15,-2 2-17-15,0 1 3 0,1 0-19 0,-2 1-3 16,1 4 0-16,-2 0-7 0,1 0-9 16,0 6 2-16,0 4-19 0,0-1-4 0,-12 24-10 15,6-22-12-15,2-2-4 0,-1-1 1 16,2-5-10-16,1-2 7 0,1-2-3 0,-1-3-10 15,1 1 38-15,0-2 19 0,-1-2-18 16,2 0 18-16,0-2-22 0,0-2-4 0,2-2-10 16,-1-4-6-16,7-6-17 0,1-4-8 0,-2 0-6 15,6-5-13-15,2 0 15 0,-2 2-9 0,0 0 15 16,2 1-12-16,-2 3-12 0,2 1 12 16,-3 2-11-16,-7 3-6 0,2 3-17 0,0 0 16 15,-2 3-6-15,-1 3 20 0,1-2-18 16,1 4 0-16,-1 0-8 0,-5 0 18 0,0 0-7 0,8 0-6 15,-1 0 12-15,13 21-2 0,-10-10 3 16,1 4 2-16,-3 0 4 0,0 0 12 0,0 2-13 16,-3-2-12-16,3 1 8 0,2-1 8 0,-2 0 14 15,0-6-19-15,-3 0-3 0,6 1 5 16,-5-6 11-16,2-1 2 0,-8-3 0 0,11 0 25 16,16-22-14-16,-6 11-10 0,2-5 10 15,-2-4-7-15,0 3-7 0,-1-6-5 0,3-2 7 16,-2-4-24-16,2-1-9 0,0-1-2 0,-2-1-4 15,-1 2-17-15,-2-4 13 0,-4 4-18 0,0 0 11 16,0 2-6-16,-4 2 7 0,-1-1-2 16,-2 3-2-16,-2 3-5 0,0 5 14 0,-2 2-9 15,1 6-13-15,-1 1-11 0,-3 3 0 16,0 2 10-16,0 2 2 0,-2 4 11 0,1 4 5 16,0 10-2-16,1-4 10 0,-7 27 0 15,2-11 11-15,-1 6-15 0,1 3 13 0,-4 4 5 16,1 2-5-16,-4 3 4 0,4-1-6 15,0-1 12-15,-2-2 0 0,2 0 1 0,-1-2 5 16,1-5-3-16,0-4-11 0,0-1 11 0,-1-5 7 16,-1 3-1-16,1-3 10 0,-2-5 11 0,0-3 1 15,2-1-4-15,-4-2 10 0,-1-2-15 16,0-2-3-16,-5-6 2 0,4 3 1 0,-1-4-4 16,3-4-42-16,13-1-13 0,-12 0-32 0,-13-15-52 15,11 2-64-15,4-9-83 0,0-2-234 16,8-4 0-16</inkml:trace>
  <inkml:trace contextRef="#ctx0" brushRef="#br0" timeOffset="1366.31">18269 4798 57 0,'12'-10'181'0,"-1"0"-17"15,-2 8-13-15,-1 3 7 0,-4 6-6 16,4 7-8-16,-2 6-8 0,-2 6-17 0,-3 3-13 15,0 7-6-15,-1-17-7 0,0 10-15 0,0 10 1 16,-10 48-11-16,4-34 7 0,0 0-20 0,-1 3-9 16,-1-1-27-16,3-2-29 0,-2-4-22 15,2-2-30-15,1-4-35 0,2-4-21 0,1-6-49 16,1 1-35-16,-1-10-122 0,1-14 1 0</inkml:trace>
  <inkml:trace contextRef="#ctx0" brushRef="#br0" timeOffset="1571.79">18484 5213 55 0,'8'-17'118'15,"4"3"-1"-15,2 2-14 0,0 0-4 0,6 3 4 16,0-1-10-16,4 5-2 0,0-4-11 0,0 5-12 16,4 4 3-16,2-1-12 0,-16 1-8 0,9 0-8 15,5 0-12-15,0 0-9 0,1 0-21 16,-1 0-17-16,0 0-46 0,-1 0-27 0,-2 0-27 15,-3 0-53-15,-4 0-79 0</inkml:trace>
  <inkml:trace contextRef="#ctx0" brushRef="#br0" timeOffset="1879.44">19016 5073 46 0,'-5'0'140'0,"-2"-2"-4"16,-1 2-4-16,-9 2 10 0,8-2-5 0,-23 11-8 15,10-1-3-15,-2 1-15 0,0 3 4 16,3 1-7-16,1 3-1 0,-1 0 5 0,1 6-5 15,4-3-9-15,-3 1-8 0,3 1-16 0,3-1-3 16,-1 1 9-16,2-3 1 0,2 0 7 16,0-3 12-16,5-10 6 0,0 2 3 15,1-3 22-15,2-1 2 0,2-5-19 0,0 0 1 0,12 0-10 16,8-8-15-16,3-6 1 0,1 0-15 16,4 0-15-16,4-1-10 0,0-4 6 0,3 2-18 15,-3-4-8-15,-2 0-14 0,0 3 6 0,-4 3-8 16,-2 1-4-16,2-2-9 0,-6 4-9 15,0 1-1-15,-4 0-12 0,-3 3-7 0,-2 3-16 16,-3 1-1-16,-2 4-5 0,0 0 12 16,-6 0-5-16,0 0-7 0,0 0-9 0,13 15-22 15,-12-7-6-15,1 10-26 0,-1 3-6 16,-1-10-32-16,0 5-20 0,0 4-80 0,-12 18-340 16,12-23 1-16</inkml:trace>
  <inkml:trace contextRef="#ctx0" brushRef="#br0" timeOffset="2258.67">19254 5203 18 0,'12'-16'128'0,"-2"0"7"0,0 5 10 0,-5 1-1 0,0 4 10 0,-2-1-16 16,1 4-17-16,-1 0-14 0,-1 2 0 0,1-1-14 0,-3 2 6 16,0 0-16-16,0 0 1 0,0 0 0 15,0 0-11-15,12 11-8 0,-9-6 3 0,-2 0-17 16,-1 2 6-16,1-1-14 0,-1 3-1 15,0-2-2-15,2-1-8 0,-1 1-3 0,-1-2 28 16,0 1 8-16,0-3 24 0,0 3 16 0,1-2 15 16,1 0 24-16,-2-3-16 0,4 0-3 0,1-1-6 15,-5 0-17-15,11 0-21 0,21-21-13 16,-12 5 2-16,0 0-20 0,3 3-5 0,1-3-9 16,0 1-8-16,1-2-5 0,1 4-24 0,-1 0 13 15,2 0-12-15,-6 2 6 0,0 4-30 16,-2 2 18-16,-3-1-2 0,-4 5-4 0,-3 1-9 15,-9 0-10-15,7 0 19 0,-7 0-6 16,15 14 0-16,-13-8 14 0,-2 2-10 0,0 13-21 16,0-10 20-16,-12 21-32 0,3-7-13 0,-2-1-25 15,-1-1-36-15,-1 1-14 0,-2-3-31 16,2 3-19-16,2-5-41 0,2-2-367 16,4-9 1-16</inkml:trace>
  <inkml:trace contextRef="#ctx0" brushRef="#br0" timeOffset="2496.79">20041 4709 152 0,'8'-1'177'16,"-1"1"-13"-16,-1 4 10 0,0 2 6 0,3 10-7 15,-4 4-11-15,-1 2 6 0,-2 4-13 0,-2-9-18 16,0 6-6-16,-12 39-13 0,2-18-24 15,-3 2 11-15,0 5-22 0,-2-2 5 0,-1 4-17 16,1-2-29-16,3-2-26 0,0-2-40 0,2-4-29 16,2-2-28-16,1-5-27 15,3-1-22-15,3-3-46 0,1-23-33 0,0 3-194 0,0-3 1 16</inkml:trace>
  <inkml:trace contextRef="#ctx0" brushRef="#br0" timeOffset="2645.37">20114 5257 100 0,'14'-32'152'15,"-2"3"-1"-15,1 0 13 0,-1 3 22 0,-1-1-2 16,1 2-7-16,0 2-18 0,-2-2-12 0,2 7-17 16,4 0-23-16,2 2 1 0,2-1-1 0,1 4-19 15,3 0-15-15,3 3-20 0,-2 2-12 16,2-1-33-16,1 0-32 0,4 3-48 0,4-1-46 16,4-2-85-16,5 1-227 0,4 0 0 15</inkml:trace>
  <inkml:trace contextRef="#ctx0" brushRef="#br0" timeOffset="3763.58">21885 4877 105 0,'0'0'158'16,"0"0"-14"-16,0 0 0 0,0 0 2 16,0 0-14-16,-14 0-5 0,14 21 6 0,-25 18-15 15,16-19-3-15,-5 5-11 0,2-3-3 16,-2 4-9-16,-1 0-12 0,-4 5-8 0,3-3-6 15,-3 3 2-15,2 0-10 0,-2-3 3 16,5 1-4-16,-2-3-9 0,1-4 0 0,0-2-13 16,3 1 3-16,2-5 15 0,0-2 3 0,2-5 25 15,4-3 40-15,-1-1-3 0,0-2 1 16,5-3 3-16,0 0 8 0,0 0-1 0,-15-27-13 16,12 6-7-16,3-4-23 0,0 10-27 0,0-9-4 15,18-33-23-15,-4 21-5 0,4-3-25 0,3 1 3 16,4-1-1-16,5-1-8 0,0 3-5 15,4-1-8-15,1 3 14 0,-1 2-12 0,1 2-7 16,1 4-9-16,-3 4 28 0,1 3-5 16,-2 1-1-16,-2 7-15 0,0-1 2 0,-2 4 1 15,0 3 3-15,-4 3 2 0,-14 3-1 0,2 0 4 16,14 13-2-16,-18 0-18 0,-6 6 19 16,-2-7 1-16,-18 27 8 0,2-8-1 0,-4 1-15 15,-4 4 13-15,2 0 1 0,-2-3 1 0,0 3 13 16,4-4-13-16,2-3 2 0,0 0-13 15,4 3 13-15,0-5 12 0,5-2 0 0,-2 3 24 16,3-3-4-16,6 1-10 0,2-15 7 16,0 5-9-16,10 19 1 0,1-20 0 15,4-1 7-15,3-3-4 0,5-2-2 0,1 0-14 0,3-3-32 16,1 0-16-16,0-6-39 0,-12 0-48 16,6 0-42-16,4 0-60 0,26-13-471 0,-24 5 1 15,0-3 0-15</inkml:trace>
  <inkml:trace contextRef="#ctx0" brushRef="#br0" timeOffset="4068.78">22543 4983 179 0,'-2'-1'230'0,"-2"-1"4"0,2 2-35 15,-4 3 4-15,-4 8-22 0,-4 4-19 16,2 2-22-16,-4 6-6 0,0 1-12 0,2 6-18 15,0 1-21-15,-2 3-5 0,4 1 4 0,0 1-14 16,4-2-9-16,2 0 3 0,2-2-5 16,4 2-5-16,0-19 3 0,0 4 10 0,0 2 6 15,16 17 25-15,-4-25 1 0,4-7 10 16,6-4-5-16,-10-2-9 0,28-16 5 0,-16 5 3 16,4-4-9-16,0-4 5 0,2-5-21 15,-2-5-5-15,2-3-21 0,0-2-24 0,4 0-30 16,0-3-50-16,-2 1-17 0,0 2-28 0,0 0-30 15,-2 1-29-15,0 1-47 0,-2 3-547 16,4 0 0-16,-4 3 1 0</inkml:trace>
  <inkml:trace contextRef="#ctx0" brushRef="#br0" timeOffset="4501.81">23337 4939 142 0,'-12'22'164'0,"-4"0"-2"0,1 4 2 16,-4 1 0-16,-1 3-1 0,-1 6-18 0,0-1-14 15,-2 3-15-15,0 0 1 0,1 1-27 16,2-1-8-16,2 0 4 0,0-2-10 0,2-2-6 16,4-2-20-16,0-6-5 0,2-3 11 0,-4 1-20 15,6-3 18-15,0-4 24 0,2-3 35 16,0-3 25-16,4-6 10 0,0-3-1 0,2-4-13 15,6-3-5-15,4-10-3 0,4-8-22 0,0 0-4 16,4-4-15-16,0-5-12 0,4-4-12 16,2-5-15-16,2 0-3 0,2-2-3 0,0-5-16 15,1 2-3-15,2-1 0 0,1-1-19 0,0 2 1 16,0 1-1-16,1 1-3 0,-2 3 1 0,-1 5-10 16,0 2 5-16,-2 2-8 0,0 3 13 15,-3 5-5-15,-1 2-7 0,1 1 14 0,1 6-2 16,-4 1-16-16,2 5 5 0,0 5-4 0,-4 2 11 15,-13 2-7-15,10 18 8 0,-13 0-9 16,-4-5 11-16,-16 25-9 0,-1-5-10 16,-8 6-11-16,-5 0-17 0,-2-1-24 0,-1-2-3 15,1 1-19-15,-1-3-29 0,-1 0-14 0,2-6-25 16,2 3-21-16,0-4-17 0,4-1-420 16,3-2 0-16</inkml:trace>
  <inkml:trace contextRef="#ctx0" brushRef="#br0" timeOffset="5053.84">23897 5064 132 0,'24'-2'212'0,"-4"-2"12"16,-10 4 14-16,21-6-3 0,-11 1-13 0,2 3-22 15,-1-2 14-15,4-2-28 0,-1 1 5 16,2 0-31-16,2 0-16 0,0-6-7 0,0 7-14 15,-4-3-5-15,2 0-24 0,-4-2-5 0,-4 0-25 16,-4 1 4-16,0 0-6 0,-2-1-18 16,-4 1-5-16,-6 1-8 0,0 3-20 15,-2 4-12-15,0 0 5 0,-16-10 19 0,-3 9-17 16,8 1 1-16,-7 0 5 0,-28 11-18 0,18-1 14 16,0 1 5-16,-2 2-30 0,0 2 16 15,-1 5 17-15,-1 0-6 0,5 3 4 0,2-2 3 0,-1 5-23 16,4 1 12-16,3-3 12 15,3 3-17-15,1-5 19 0,5 4-3 0,-4-4 4 0,13-1 1 16,1-14 20-16,0 4-17 0,27 10 0 16,-6-12-6-16,10-5-8 0,3-4 15 15,-12 0-12-15,11 0-1 0,51-20 6 0,-26 4-9 16,-2-4-18-16,2-2-46 0,0-4 8 0,-3 0 12 16,-6 2-20-16,-1 0 10 0,-5-2-5 15,-4 4 15-15,-6 1 14 0,-5 4 1 0,-4-2 22 16,-4 2 22-16,-3 0-4 0,-3 0 6 15,-5 5 0-15,-6 6-8 0,-3 1-1 0,0 5-4 16,-7 2-9-16,-4 9 14 0,-5 2-4 16,0 7-6-16,-4-1 3 0,-1 9-4 0,-6-2 14 15,5 6-3-15,-2 0 10 0,0 4-14 16,2 0 5-16,5-2 1 0,2 2 10 0,6-6-25 16,1 0-4-16,4 6-4 0,4-22-15 0,13 25-27 15,5-19-26-15,0-3-42 0,6-2-51 16,6-5-51-16,7-6-549 0,7-2 1 0,-19-2 0 15</inkml:trace>
  <inkml:trace contextRef="#ctx0" brushRef="#br0" timeOffset="6026.91">26907 4345 26 0,'-40'-32'207'0,"24"32"-13"0,-7 0 4 0,-9 0-7 15,-34 12-12-15,24 3-7 0,-6 4 18 16,0 4-10-16,-1 7 9 0,-3 3 0 0,-1 6-15 16,0 2-13-16,2 6-2 0,2 0-10 15,3 1-13-15,5 4-13 0,4 0-11 0,5-3-9 16,4 2-3-16,6-8-9 0,5-2-6 0,4-2-17 16,6-3-3-16,3-4-6 0,4-17-5 0,0 4 3 15,16 19-4-15,4-27-10 0,4-9 6 16,-8-2-17-16,29-16 7 0,-7-4-8 0,2-8-4 15,6-8-5-15,8-11 4 0,4-11-1 16,5-7-16-16,2-8-7 0,3-6-1 0,-1 0-19 16,-3-6-8-16,-4 2 0 0,1 0-28 0,-5 0 15 15,-8 5-17-15,-6 5 14 0,-2 3-16 16,-5 5 35-16,-4 0-15 0,-7 9 18 0,-1 1-10 0,-6 6 6 16,-1 4 11-16,-1 7-3 15,-3 6 11-15,-4 2-9 0,1 3-6 0,-2 1-4 16,-5 13-16-16,0 7 17 0,-4 8 1 0,-6 9 6 15,-2 14 24-15,-5 7-9 0,-5 13 2 16,-3 10 24-16,-1 3 19 0,-1 9 0 0,1 2-9 16,0 1 4-16,2 5-17 0,1-1 9 15,2-1-18-15,3-4-13 0,6-2-29 0,0-4-17 16,2-7-26-16,4-3-44 0,2-6-16 16,2-28-49-16,0 8-57 0,14 31-455 0,0-35 0 15,2-9 1-15</inkml:trace>
  <inkml:trace contextRef="#ctx0" brushRef="#br0" timeOffset="6223.75">27490 4346 61 0,'8'-6'218'0,"-2"1"-23"0,-3 3 5 16,1 0-12-16,-3 4-13 0,1 0-9 15,-4 6-4-15,-2 10-12 0,-2 8 1 0,-5-2-10 16,-1 6-28-16,-3 1-7 0,-2 6-4 0,0 0-15 15,-2 5-20-15,0-1-10 0,1-3-5 16,-1 2-14-16,3-4-45 0,0-4-44 0,3-6-40 16,1-2-52-16,1 1-32 0,2-9-112 0,3-7-132 15,4-6 0-15</inkml:trace>
  <inkml:trace contextRef="#ctx0" brushRef="#br0" timeOffset="6411.01">27455 3987 88 0,'3'-26'196'0,"-1"3"-24"16,-2 14-6-16,6-15-9 0,-4 16-23 15,1-2-4-15,0 4-12 0,1 2-16 0,1 2-14 0,0 3-1 16,2 0-8-16,12 10-6 0,-1 4-21 16,-2 4-17-16,0-2-35 0,0 7-18 0,0 1-34 15,-1 5-57-15,0-4-56 0,-2 0-77 16,2-3-31-16,-2-2 0 0</inkml:trace>
  <inkml:trace contextRef="#ctx0" brushRef="#br0" timeOffset="6640.73">27828 4263 135 0,'4'3'147'0,"0"1"-12"0,-1-1 1 16,-1 0 5-16,1 3-6 0,-2-1-9 0,3 11 6 16,0 5 2-16,-1-2-13 0,1-1 10 15,-1 3-19-15,-2 0 11 0,0-2 2 0,1 5-17 16,2-3-11-16,0-2-14 0,-2 0-2 15,4 1 2-15,0-4-18 0,1-1 6 0,2-4 33 16,5-1 17-16,3-3 8 0,6-4-6 0,5-3-9 16,-14 0-15-16,9 0-10 0,32-18-10 15,-21 6 0-15,1-1-22 0,0-6-22 0,1-1-13 0,1-3-37 16,0-3-47-16,-1-1-48 0,-1-3-45 16,0 4-33-16,-2-2-55 0,-1 2-432 15,-3-2 0-15,-1 3 0 0</inkml:trace>
  <inkml:trace contextRef="#ctx0" brushRef="#br0" timeOffset="6836.71">28801 4114 162 0,'3'4'164'16,"-2"2"5"-16,4 11 12 0,-3-3-6 0,-1 7 5 16,-1-11-5-16,0 6-12 0,0 5-6 0,0 4-14 15,-16 30-14-15,10-20-15 0,-4 0-13 16,0 6-1-16,-1-1-14 0,0 3-8 0,1 1 2 15,-1-1-34-15,2 0-35 0,1-1-39 16,1-4-49-16,3-4-35 0,1-2-54 0,1-3-85 16,0-6-194-16,2-23 0 0</inkml:trace>
  <inkml:trace contextRef="#ctx0" brushRef="#br0" timeOffset="7001.11">28892 4120 160 0,'5'-19'160'0,"0"-2"-16"0,5 2-13 16,-2 3-9-16,4 5-13 0,5 4-12 0,2 3-16 15,6 3-24-15,-12 1-28 0,10 0-38 0,29 21-51 16,-22-12-103-16,2 4-120 0</inkml:trace>
  <inkml:trace contextRef="#ctx0" brushRef="#br0" timeOffset="7538.96">29802 4354 63 0,'-14'-6'248'0,"-2"2"-19"0,-3 0 8 0,-2 2-38 0,-2-1-14 16,11 3-2-16,-27 17-19 0,11-5-14 0,1 0-19 15,-1 5-10-15,-4 4-18 0,-1 4-6 0,0 2-17 16,1 2 14-16,0 3-18 0,4 2-21 15,1-2 5-15,6 0-23 0,3 0 9 0,1-7-8 16,4 2 12-16,2-2-8 0,2 0 11 0,3-7 11 16,5-8-4-16,1-10 14 0,13 9-3 15,5-12-8-15,6-7-8 0,1-1-4 0,6-6-3 16,3-5-4-16,8-9-7 0,2-4 11 16,2-2-20-16,4-5 8 0,6-2-25 0,3-2 9 15,-1 0 1-15,1 1 2 0,-2-3-11 16,-1 1-5-16,-3 1 3 0,-2-2-12 0,-3-1-24 15,-1 2 15-15,-5 2 7 0,-2 1-7 16,-4-1-11-16,-5 2 2 0,-3 1-8 0,-4 2 2 0,-3 1 15 16,-6 1-4-16,0 0 8 0,-5 3-9 15,0 3 8-15,-5 1-7 0,0 5 4 0,-5 10-9 16,0 0-1-16,-10-11-5 0,0 22 2 0,-2 5 0 16,0 0 9-16,-21 24-7 0,5-2 10 15,-1 10-4-15,-3 7 15 0,-2 8 15 0,0 6 5 16,2 3 6-16,1 3-8 15,3 4-4-15,3 0 0 0,1 1 1 0,5 0-2 0,2-2 6 16,6-1-11-16,2-3 2 0,5-7-6 16,1-2 16-16,3-26-20 0,0 9 4 0,0 0 6 15,17 32-7-15,-9-35 12 0,4-6-3 0,3-3-9 16,4-4-7-16,5-2 7 0,5-7-17 16,3-5-35-16,-16-2-50 0,8 0-35 0,32-12-43 15,-24 7-61-15,-1-4-415 0,2-2 1 16,-2-1 0-16</inkml:trace>
  <inkml:trace contextRef="#ctx0" brushRef="#br0" timeOffset="7974.87">30742 4323 193 0,'-2'-10'250'0,"-1"4"-22"15,0 0-3-15,2 0-31 0,0 4-16 0,-1-1-9 16,0 3-5-16,-1 1-15 0,0 1-17 16,-1 3-1-16,-4 11-23 0,-2 5 17 0,-2 2-27 15,1 1 1-15,-2 1-32 0,1 1 18 0,-4 2-26 16,4-1 5-16,0-1 6 0,1-1-15 0,0-3-7 16,3-3-20-16,0-1 26 0,0-2 20 15,6-7 9-15,-2-2 24 0,2-2 4 16,1-1-11-16,1-4-9 0,5-3-9 0,9-4-7 15,0-4-18-15,4-8-11 0,0 2-19 0,5-8-4 16,2 1-20-16,3-1 5 0,4-3-25 16,2 2-3-16,2-1 5 0,1 2-6 15,0 1 6-15,1 4-14 0,-2 2 11 0,-2 2-8 0,0 4 3 16,-6 2 5-16,-2 1 3 0,0 3 0 16,0 3 13-16,-16 3-13 0,3 0 5 0,12 20-12 15,-18-4 20-15,-7-5 16 0,-13 28-21 16,-3-10 3-16,-6 3 6 0,-6 3 1 15,-2-2-15-15,-4 5-3 0,1 1-14 0,0-3-26 16,3 0-26-16,5-2-19 0,0-6-26 0,5-2-20 16,2-1-30-16,5-4-23 0,8-4-61 0,5-17-337 15,0 9 0-15</inkml:trace>
  <inkml:trace contextRef="#ctx0" brushRef="#br0" timeOffset="8404.84">31674 4450 37 0,'1'-2'218'0,"-6"2"0"0,-3 2 14 0,-9 3-16 0,-9 4-19 15,1 2-4-15,-9 2-12 0,-3 7-15 16,-4 1-19-16,-7 4 6 0,-1 3-4 0,-4 0-19 16,1 6-9-16,2-1-11 0,4-1-11 15,2 2 6-15,1-4 1 0,4 1-10 0,7-4-17 16,3-1 13-16,6-5-4 0,2 0 4 0,0-2 0 15,2-3 4-15,8-2 7 0,6-5 6 16,5-9-8-16,15 8-15 0,9-12-5 0,4-3-14 16,10-7-3-16,2-7-7 0,6-9-15 15,4-2-11-15,9-6-17 0,4-6-22 0,5-6-6 16,5 0-16-16,0-3 2 0,-1 0-2 0,0 2 1 16,-1-2-8-16,-5 2-5 0,-2-4 9 15,-4 5 1-15,-5-1-3 0,-2 1-9 0,-6 3-3 16,-6 2 22-16,-2 1 0 0,-4 6-2 0,-6 1-5 15,-1 7 23-15,-6 2 5 0,-2 7-7 16,-4 0 8-16,-1 0-2 0,0 6-25 16,-11 12 2-16,-6 6 10 0,-8 9-4 0,-8 7 4 15,-11 9 16-15,-7 8-13 0,-10 5 28 0,-8 8 1 16,-6 6 13-16,-2 9-24 0,-5 0-23 0,0 4-32 16,1 0-34-16,0-2-50 0,5 0-52 0,5 1-95 15,2-2-412-15,5-1 1 0,2-2 0 16</inkml:trace>
  <inkml:trace contextRef="#ctx0" brushRef="#br0" timeOffset="9847.15">12689 5294 219 0,'0'0'237'0,"0"0"10"16,0 0-12-16,-14 0-9 0,14 0-9 0,0 0-26 15,0 0-15-15,0 0-17 0,0 0-27 16,0 0-2-16,-18-6-8 0,20 0-22 0,1 1-6 16,0-1-21-16,7-3 14 0,0-3-11 0,2 3 15 15,-4 4-16-15,0 0 5 0,-3 0-26 0,-2 3 12 16,1-1-13-16,0 2-23 0,-1-2 9 16,-1 1-17-16,1 2 5 0,-3 0-16 0,0 0 2 15,0 0-5-15,1 10 5 0,-3-3 5 0,-4 8 2 16,-4 0-27-16,-1 2 15 0,0 0-5 0,-1-2-4 15,1 0-7-15,3-4-14 0,0-2-14 16,3 0-15-16,0-4-17 0,2 1-31 0,2-3-22 16,-2 1-30-16,2-1-9 0,1-1-11 0,0-2-59 15,0 0-327-15,12 7 0 0</inkml:trace>
  <inkml:trace contextRef="#ctx0" brushRef="#br0" timeOffset="10981.3">17127 7213 175 0,'0'0'195'15,"0"0"17"-15,0 0-11 0,0 0-29 0,0 0-8 16,0 0-10-16,0 0-26 0,0 0-1 16,0 0-26-16,0 0 9 0,0 0-20 0,0 0-16 15,0 0-1-15,9 0-12 0,-4-5 0 0,9-1-4 16,-4 1-7-16,-3 0-11 0,0 0-1 15,-3 4 2-15,0-1-10 0,1-1 8 0,-2 3 11 16,-2-2-19-16,2 2 2 0,-2-1-10 0,2 1 2 16,-2-2 5-16,-1 2-20 0,-1 2 8 15,-3-1 12-15,1 1-9 0,-2-2-11 0,-1 0-1 16,0 3 4-16,0-3-5 0,1 1 7 16,-2-1-1-16,1 0-7 0,6 0-3 0,-7 0 16 15,0 0-2-15,7 0-16 0,-9 0-12 0,2 0 7 16,-3-11-17-16,6 7-11 0,0 2 10 0,1-1-16 15,2 1-12-15,-1-1-2 0,1 0-20 16,0 0-18-16,-1 2-30 0,2-1-22 16,2 0-43-16,-1 0-88 0,2 0-139 0,-1 1 0 15</inkml:trace>
  <inkml:trace contextRef="#ctx0" brushRef="#br0" timeOffset="12128.52">20621 6081 49 0,'0'0'197'0,"0"-14"-10"0,13 14 6 0,-13 0-2 16,0 0 7-16,0 0-16 0,0 0-11 16,0 0-26-16,14 0-11 0,0-19 11 0,-14 22-7 15,0-1-22-15,-1 3 9 0,-3 18-8 0,-4 3-33 16,-4 0 19-16,0 4-4 0,1 2-31 15,-2 1 8-15,-3 2-15 0,3 0-4 16,-1 0 0-16,4-3-12 0,-2 2-2 0,2 0-23 16,0-2 12-16,2-2-2 0,1-2-27 15,0 2-25-15,3-3-36 0,2-1-28 0,-2-1-16 16,4-7-19-16,0-10-40 0,0 0-53 0,0 1-362 16,0-9 0-16</inkml:trace>
  <inkml:trace contextRef="#ctx0" brushRef="#br0" timeOffset="12541.46">19942 6030 122 0,'-13'-8'237'0,"1"1"20"16,4 2 29-16,0 0-2 0,3 1-7 0,1 2-10 0,1-2-10 15,2-1-32-15,2-1-20 0,3 1-22 16,7-8-18-16,5-4-18 0,4 0-25 0,-3 1-6 16,4-2-15-16,5-2-15 0,0 0-4 15,5-4-9-15,1 0-3 0,5-3-11 0,5 2-13 16,4-7-16-16,6 2-5 0,3-3-1 16,2 5 2-16,-1-2-4 0,7 2-5 15,0 2-7-15,-1-1 3 0,-2 5 7 0,-4-1-23 0,-2 6 0 16,-5-2 8-16,-2 6-15 0,-9-1 10 15,-2 5 2-15,-2 1 1 0,-4 1-16 16,2 3 3-16,-6 3-5 0,-14 1-2 0,20 11-4 16,-18 1-7-16,2 4 13 0,-4 4 8 0,-4 7 9 15,-6 5-14-15,-2 2 12 0,0-16-12 16,0 9 16-16,0 3-25 0,-10 35 7 0,8-28-21 16,-4-5-28-16,4 8-34 0,0-6-25 15,0-2-36-15,2 3-39 0,0-21-46 0,0 7-446 16,12 18 0-16,-4-24 1 0</inkml:trace>
  <inkml:trace contextRef="#ctx0" brushRef="#br0" timeOffset="14029.81">22217 6186 67 0,'0'0'136'0,"0"0"3"0,0 0-8 15,0 0 5-15,0 0-13 0,0 0 1 0,-8 29-7 16,0-5-3-16,0 4-2 0,2 3-15 15,0-2-9-15,-2 3 1 0,-2-1-19 0,0 3-3 16,4 0-1-16,-4-2-16 0,2-1 9 0,-2-5-11 16,0 2-7-16,2-4-10 0,0-6 12 15,4-1 30-15,0-4 20 0,2-2 34 0,0-4 26 16,-2 0 35-16,4-3 4 0,-4-1 4 0,4-3-25 16,0 0-11-16,0-11-33 0,4-10-15 0,-4 6-14 15,10-30-16-15,-4 12-17 0,2-4-18 16,4-5 5-16,-2 0-29 0,4-1-7 0,0 0-5 15,4-1-2-15,0 1 7 0,4 3-12 16,0 0 2-16,2 2-10 0,2 1 2 0,6 1-21 16,2 4-8-16,4 0 14 0,-2 6-8 0,4 0 5 15,0 4-5-15,0 1 2 0,-4 5 3 16,0 0 2-16,-4 5-24 0,-4 2 3 0,2 2-2 16,-6 2 1-16,-12 5-3 0,0 0-6 15,12 23 21-15,-18-4-10 0,-6-8 13 16,0 10 2-16,-18 28-11 0,4-19 21 0,-2 4 14 15,0-1-16-15,0-3 4 0,0 4 11 0,2-6-18 16,2-1 11-16,0-2-16 0,0 2 36 0,4-2-11 16,2-4 18-16,4 1-13 0,2-7 2 15,0-7-11-15,0 3 20 0,20 14-9 0,-6-14 7 16,4-3-34-16,4-3 12 0,4-3-28 0,2-2-20 16,-12 0-24-16,8 0-51 0,36-15-45 0,-20 7-72 15,0-3-411-15,0-2 0 0,0-3 1 16</inkml:trace>
  <inkml:trace contextRef="#ctx0" brushRef="#br0" timeOffset="14324.88">23274 5996 168 0,'-15'5'171'0,"1"4"-16"15,-2 5-4-15,0 3-8 0,0 0-14 16,0 5-6-16,0 1 0 0,2 6-16 0,-2 3-9 15,4 3 8-15,-4 3-13 0,6-1-3 0,2 1-5 16,4-1 1-16,2 2-3 0,0-1-11 16,2-21 14-16,0 7-6 0,0 1 20 0,14 21 6 15,-10-26 16-15,4-9-8 0,4 0 24 0,2-6-13 16,-4-5-9-16,6 0-4 0,22-17-21 16,-16 3-1-16,2-4-20 0,4-4 1 15,0-6-6-15,0 1-33 0,3-4-29 0,0-1-24 16,-1 1-25-16,0-1-31 0,-1 0-19 0,0 0-29 15,1 2-15-15,-5 1-3 0,0 2-39 16,2 2-33-16,-2-1-400 0,-2 3 0 0</inkml:trace>
  <inkml:trace contextRef="#ctx0" brushRef="#br0" timeOffset="15246.01">24009 5942 133 0,'0'3'165'0,"0"3"-2"15,-3-1 11-15,-2 8 0 0,-2 6-18 0,-4 3 4 16,-1 1-23-16,-1 6 1 0,0-1-19 16,-3 4-7-16,-2 6-15 0,1 0-2 0,0 1-17 15,1-1 0-15,0-1-9 0,1 2-4 0,2-5-8 16,1-2-6-16,2-5-15 0,-2 2 9 16,4-5-1-16,2 1 25 0,-2-9 21 0,4-5 44 15,1 0 9-15,0-3 21 0,-1-2 18 16,4-4-21-16,0-4-12 0,4-3-20 0,6-15-18 15,0-1-18-15,1-5-15 0,2-7-24 0,2 1-5 16,1-7-11-16,0-1-12 0,3-1-15 0,-1-2 2 16,2 0-9-16,0 2-1 0,0 2-4 15,0-2 6-15,2 4 3 0,-3 1-7 0,3 0-8 16,2 2 7-16,0 4-7 0,3-2-3 16,2 2-5-16,1 3-1 0,-1-1 1 0,6 3 0 15,-3 4 1-15,0 2 7 0,-2 1 5 0,-4 5-11 16,-2 0-9-16,3 3-10 0,-6 5-22 15,-14 5 15-15,1 0 0 0,7 20-3 0,-18-1 16 16,-6 4-16-16,-9 6 8 0,-3 1-18 0,-6 4 26 16,-2-2-3-16,-2 0-1 0,1-1-8 15,0 2 25-15,0-3-19 0,-2-2-3 16,4-1-13-16,2-3 6 0,0-2-8 0,4-1-7 16,3-3-17-16,-1-1-8 0,4-2 14 0,1-1 0 15,5-4 7-15,3-4-16 0,7-2 3 16,0-4-6-16,8-3 8 0,8-4 7 0,5 0 2 15,5-5 9-15,-1 1 2 0,3 0 13 16,1-2-1-16,3 2 7 0,4-1-2 0,-2 1 17 16,4 1 12-16,-1 2 26 0,0-1 13 15,1-1 15-15,0-1 5 0,1 2 1 0,-2 0-10 16,-2-2 19-16,1 2 12 0,-3-1-10 0,-2-1-5 16,0 0 8-16,-6 0 4 0,-1 0 7 15,1 1 6-15,-5-1 19 0,-1 3 5 0,-6-3-6 16,-1 0-11-16,-6 4 0 0,-4-2-11 0,0 4-6 15,-2 5-16-15,0 0 4 0,-11-15-1 16,3 14-24-16,-12 2 5 16,8-1-12-16,-24 11-2 0,8-1-6 0,-3 7 1 0,1 0 2 15,-2 4 0-15,2 1-3 0,1 5-8 0,1-1-1 16,3 0-1-16,2 1 6 0,3-1-10 0,3 2-5 16,5-7 3-16,1 5-1 0,2-2-11 15,3-4 11-15,6-11 8 0,0 3-7 0,22 9 3 0,0-16-2 16,5-3 1-16,-10-2-2 0,7 0 4 15,35-19-2-15,-20 3-7 0,1 0-3 16,4-6-6-16,2-1-12 0,-2 0-13 0,-1 0 3 16,-3 3-6-16,-5-1 4 0,-3 0 5 0,-7 4-2 15,0 2 7-15,-1 0 19 0,-4 0 9 16,-2 3-4-16,-5-2 16 0,-1 2-2 0,-5 5 5 16,-2 1-1-16,-2 1-2 0,-2 3-4 15,-4 4-2-15,-1 1-7 0,-9 3 1 0,-4 9-3 16,-2 5 1-16,2-2-3 0,-2 5 13 0,-1 3-10 15,0 4 3-15,3 4-1 0,1-4 3 16,1 2-16-16,2 0-7 0,1-3-15 0,4-3 2 16,4 8-11-1,2-5-22-15,2-15-17 0,22 20-21 0,0-17-46 0,6-2-50 0,7-5-92 16,2-1-514-16,5-7 0 0,-21-2 1 16</inkml:trace>
  <inkml:trace contextRef="#ctx0" brushRef="#br0" timeOffset="15808.81">26744 5996 77 0,'-8'-6'197'0,"0"4"-22"0,0-1-7 0,0 2-10 0,0 2-23 0,0-1 2 16,-22 18-11-16,8-6-14 0,-2 3 9 16,0 7-18-16,0 1 8 0,0 7-22 0,1 0-5 15,-3 4 2-15,2-2-17 0,0 4-6 16,6-1 1-16,-5 0-8 0,7-1-3 0,1-2-8 15,5-4 9-15,2 1-16 0,1-1 16 0,3-5 0 16,3-3 10-16,-1-6 1 0,2-14 8 16,19 17-2-16,1-15 7 0,-7-2-17 15,33-13-19-15,-9-2 4 0,6-3 4 0,6-7-16 16,5-5 2-16,2-9-44 0,8-8 1 0,0-6-26 16,4-2 3-16,-3 0-3 0,-2-2 7 15,-3-1 2-15,-2 2-14 0,-8 1 13 0,-4-2 10 0,-5 5 9 16,-6 2 1-16,-3 4 30 0,-6 3 18 15,-3 2 19-15,-3 3 10 0,-5 5 8 0,-2 3 17 16,0 5 2-16,-3-1-13 0,0 3-14 16,0 5-4-16,-5 6-7 0,-1 4 1 0,-4 8-27 15,-4-1 8-15,-4 12-1 0,-4 7-17 0,0 3 3 16,-3 6-3-16,-2 7 3 0,0 2 1 0,-3 7 0 16,0 0-20-16,1 4-4 0,2-3-17 15,-1 3-11-15,5 1-33 0,4-2-37 16,1-3-18-16,5-3-25 0,3-22-38 0,0 7-23 15,13 30-50-15,-1-32-472 0,6-2 0 0,2-6 0 16</inkml:trace>
  <inkml:trace contextRef="#ctx0" brushRef="#br0" timeOffset="16022.68">27788 5919 96 0,'5'-6'271'16,"2"3"-20"-16,-3 0-14 0,0 1-19 0,-1 2-29 15,-2 0-2-15,-1 4-14 0,0-2-5 0,-3 3-7 16,-6 10-25-16,-4 5 6 0,-2-2-27 16,-2 7-11-16,-5 2-14 0,1 3-10 0,-3 2 4 15,0 1-13-15,2 0-26 0,-2 2-24 0,2-4-33 16,5-3-49-16,1 1-23 0,4-7-41 0,-1 3-47 16,5-5-26-16,2-7-95 0,6-5-181 15,0-8 0-15</inkml:trace>
  <inkml:trace contextRef="#ctx0" brushRef="#br0" timeOffset="16199.56">27849 5684 128 0,'10'-33'241'0,"-2"3"9"16,-2 1 22-16,2 4-23 0,-2 4 7 0,0 3-21 16,-4 3-28-16,0 2-13 0,-2 5-34 0,3 1-14 15,-3 1-11-15,1 0-15 0,2 2-21 16,0 2-10-16,1 2-33 0,-4 0-34 0,0 0-47 15,28 14-40-15,-10-1-39 0,2 4-40 16,3 0-34-16,-2 0-54 0,-1-2-296 0,2-2 0 16</inkml:trace>
  <inkml:trace contextRef="#ctx0" brushRef="#br0" timeOffset="16445.41">28235 5799 140 0,'0'10'144'0,"-4"12"-3"0,-2-2 8 0,2-2-10 0,-2 5 3 0,-1 0 8 0,-1-1-20 16,3 3-9-16,-2 0 1 0,0-3-5 0,1 1-27 16,0-2-1-16,2-3 4 0,2 1 10 0,0-2 0 15,1-5 30-15,1-3 12 0,0-4 24 0,0-5 3 16,0 0-17-16,15 9-6 0,5-11-27 16,-10 2 0-16,26-18-8 0,-12 8-15 15,4-1-14-15,-1-6-28 0,1-1-27 0,1-3-35 16,2 0-44-16,1-2-61 0,-1 0-20 0,-1 1-6 15,1-2-39-15,-2 3-25 0,1 0-480 0,-4 0 0 16,4 1 0-16</inkml:trace>
  <inkml:trace contextRef="#ctx0" brushRef="#br0" timeOffset="16668.18">28894 5775 83 0,'-1'6'171'15,"0"1"-7"-15,-3 10-4 0,-2 4 11 16,-2-2-19-16,-1 3-4 0,0 3-1 0,-2 3-16 16,-4-3-9-16,1 1-9 0,-2 4-13 15,-3 2-15-15,1 2-6 0,-1 0-12 0,2 0-18 16,1-2-26-16,1-3-18 0,3-1-10 0,-1-4-29 16,2 1-24-16,2-4-7 0,2-6-2 0,3-5-21 15,4-9-56-15,1-2-96 0,3-6-78 16,6-6 1-16</inkml:trace>
  <inkml:trace contextRef="#ctx0" brushRef="#br0" timeOffset="16788.53">28917 5622 24 0,'12'-23'152'0,"-1"0"-17"0,1 4-11 0,0 1-15 0,-2 1 3 15,2 0-14-15,0 6-30 0,3-1-17 0,-2 3-31 16,0 5-49-16,3-1-57 0,-6-1-143 0</inkml:trace>
  <inkml:trace contextRef="#ctx0" brushRef="#br0" timeOffset="17604.3">29391 5884 118 0,'0'0'174'0,"-4"1"-8"15,0 2-3-15,-2-2 1 0,-13 5-10 16,-2 0-24-16,-7 4-1 0,2 3-14 0,-2 0-10 16,-1 3-12-16,0 4-10 0,-3 1-6 15,-2 2-2-15,1 5-4 0,-3 2-3 0,4 4-11 16,-1-1-2-16,4 0-13 0,6-1 2 0,2-2-2 16,2-3 13-16,3-1 7 0,3-5 1 15,-1 1-1-15,4-4 18 0,6-2-6 0,1-8 29 16,3-8 3-16,12 8-20 0,-3-10-5 0,18-6 0 15,-2-5-3-15,7-4-20 0,7-6-8 16,5-7-3-16,5-7 7 0,2-5-24 0,5-2 1 16,4-3-21-16,-3-4 8 0,0 2-16 15,-1-2 7-15,-2 1-4 0,-5 0 17 0,-4 1-13 16,-2 2-12-16,-3 0 14 0,-4 5 8 0,-4 1-8 16,-4 3 20-16,-2 9 6 15,-4-4 7-15,0 7 13 0,-6 1 0 0,-2 2-6 0,1 3-12 16,-2 3 3-16,-3-1-28 0,-4 9-6 15,-3 7 9-15,-4 4-17 0,-3 3 4 16,-10 11 3-16,0 5-8 0,-5 3 0 0,-2 5 9 0,-5 8-5 16,1 3 5-16,-2 0-11 0,2 5 0 15,-2 1 5-15,5-1-6 0,2 2 2 0,1-4-2 16,4 1 8-16,2-5-4 0,3-3 9 16,2-8-8-16,3 4 13 0,2-3 13 0,3-17-3 15,15 20 15-15,1-18-9 0,5-7 7 16,6-3-7-16,-11-4 3 0,8 0-13 0,35-19 0 15,-20 6-1-15,1-1 2 0,0-2-8 0,-2-1-5 16,1-2-1-16,-5 2 6 0,-3 2 1 16,-2-1-7-16,-5 2 0 0,-1 2 8 0,-2-3-2 15,-2 3 3-15,-4 1 7 0,-1 2-2 0,-4 3-8 16,-2 0-1-16,-3 2-11 0,-1 3-17 16,-1 0 13-16,-2 1-6 0,-5 1-2 0,-4 11 3 15,-5 3-5-15,-6 5-7 0,2-2 2 0,-3 2-7 16,-2 7-13-16,2 1-1 0,0 0-16 15,-1 3-22-15,2-2-24 0,5 4-15 0,0-1-12 16,2-3-16-16,4-2-17 0,6 4-13 0,2-18-24 16,10 19-19-16,5-15-481 0,2-10 0 15,7-1 1-15</inkml:trace>
  <inkml:trace contextRef="#ctx0" brushRef="#br0" timeOffset="17965.34">30556 6063 187 0,'9'-5'220'0,"-1"3"-16"16,-4-1-5-16,-1 3-15 0,-1 0-11 0,-2 1-7 16,0 3 3-16,-2-2-16 0,-9 9-8 15,-1 3-19-15,-3 2-6 0,-2 3-20 0,-2-2-21 16,2 2 7-16,-2-1-12 0,0 2-15 16,1-2 7-16,3 3 1 0,0-6-7 0,3-3-9 15,4-3 30-15,3-1 19 0,-2-4 7 0,5 1 1 16,-1-1 12-16,2-2-3 0,-1 0 1 0,5-4-12 15,13-4-12-15,0-2-18 0,5-5-8 16,2 0-4-16,1-2-11 0,4 0-20 16,0-2 6-16,6 0-8 0,0 2-4 0,0 5-7 15,-2-4-4-15,-2 5 2 0,0-3-12 0,-1 3 5 16,-5 1-2-16,-5 3 2 0,1 0-2 16,-6 3-5-16,-2 1 1 0,-12 1-2 0,8 0 1 15,6 14-10-15,-12-6-1 0,-2 2 0 0,-4 13-1 16,-6 2-15-16,-2-2-14 0,1 3-39 15,-1-1-26-15,3 4-21 0,-2-4-13 0,2 2-23 16,2 0-2-16,4-3-7 0,3-14-10 16,0 2 0-16,20 12-32 0,-1-15-432 0,4-5 0 15</inkml:trace>
  <inkml:trace contextRef="#ctx0" brushRef="#br0" timeOffset="18392.09">31452 6183 148 0,'10'-3'218'0,"-4"1"-3"16,-6 2-6-16,-1 2 6 0,-3 2-18 16,-11 6-12-16,-7 2-16 0,-2 4-10 0,-4 1-13 15,-4 4-16-15,-5 3-8 0,-4 2-14 0,-1 1-29 16,0 1 15-16,0 2-24 0,2-3-2 16,0 2-2-16,6-1-4 0,2-5 3 0,5-3 9 15,4-2-22-15,2-3 17 0,1 2 27 16,4-4 13-16,4-2 4 0,5-6 1 0,7-5-5 15,8-1-10-15,12-8-2 0,3-6-17 0,5-2-16 16,5-4 3-16,6-7-7 0,4-3-25 16,6-9-6-16,3 0-3 0,4-3 3 0,5-2-9 15,3-2-3-15,4 2-13 0,2-5-10 0,0 3-3 16,-2-1-8-16,-3 0 6 0,-5 0 12 16,-2 3 8-16,-6 2 14 0,-7 5 3 0,-2-1-11 15,-3 5 15-15,-6 3 2 0,-4 4-11 16,-5 2 3-16,-2 6-4 0,-3 0-6 0,-4 2-10 15,0 2-11-15,-3 0 5 0,-6 9-14 0,-7 6-5 16,-10 4 1-16,-7 9-5 0,-8 6 19 0,-10 3 4 16,-8 7 6-16,-6 3 9 0,-6 7 4 15,-3 1-1-15,-5 3-20 0,0 3-7 0,1 2-35 16,2 0-33-16,1-1-33 0,5 2-41 16,2-3-42-16,5-2-57 0,2-1-589 0,6-1 0 15,3-2 0-15</inkml:trace>
  <inkml:trace contextRef="#ctx0" brushRef="#br0" timeOffset="50428.77">14505 17081 47 0,'-51'30'151'0,"27"-27"-1"0,12-3-4 16,-5 0 8-16,-2 0-2 0,2 0-4 15,-22 5-4-15,29-5-21 0,-5 0 1 0,-2 0 4 16,-2 0 8-16,0 0-2 0,-18-13-14 15,20 8 1-15,-1 0-3 0,2-2 7 0,2-7-14 16,-2 2 4-16,2 1-6 0,-2-3-13 0,3 0 2 16,0-1-10-16,-1-2 1 0,4-2-6 0,-1-2-13 15,2 2-6-15,1-3-4 0,0 3 7 16,2-4-24-16,1-4 20 0,4 0-5 16,1 11 0-16,0-8-15 0,0-3 3 0,12-29-2 15,-2 24-3-15,1-1-21 0,5-4 12 0,5-2-9 16,2-3 1-16,6 0-3 0,5 3-10 15,3-1-6-15,6-5 15 0,2 5 1 0,3-1-14 16,5-1-7-16,5 3 10 0,2 1-4 16,2 0 0-16,0 1-5 0,4 1 3 0,-1 0-6 15,3 4 9-15,2 0 5 0,0 5-5 16,4 1-16-16,-2 2 12 0,2 3 1 0,-1 2-6 16,2 3-1-16,-3 4 15 0,-3-2-25 0,1 9 13 15,-5-3-5-15,2 4 9 0,-34 4-6 16,17 0 2-16,6 0-10 0,60 17 2 15,-58-3-4-15,0 2 2 0,-2 4-3 0,-3 3 11 16,0 4-5-16,-1 5-5 0,-1 2 8 16,-2 4-12-16,-3 4 0 0,2 3 4 0,0 1-5 15,-6 7-1-15,0-3 9 0,-2 3-1 16,-4-2 16-16,4 1-8 0,-4-2-7 0,-2 0 1 16,-2 1 2-16,2-2 7 0,-6-2 6 0,0-1-13 15,-2-1-5-15,-1 0-5 0,-1-2 20 16,-1 1 8-16,-3 1-18 0,-4-5 3 0,1 0-10 15,-2 1 11-15,-3-3 13 0,0 2-2 0,-3-4 2 16,-2 2-7-16,-1-2 15 0,-3-1 4 16,0-3-22-16,-2 8 7 0,-1-23 0 0,0 6 3 15,-15 33 0-15,7-29-2 0,-5 1 4 16,-3-1 2-16,-4 1 4 0,-3-3-7 0,-5-3 0 16,-4-1-7-16,-8 2 10 0,-8-2 1 0,-4-5-6 15,-4-1-5-15,-2 0 2 0,-4-1 4 0,-4-5-20 16,-4 0 11-16,0-3 8 0,32-6-4 15,-16 0 4-15,-10 0-6 0,-5 0 10 16,-3 0-3-16,-72-16-14 0,71 6-12 0,-1-2 20 16,2 2 2-16,0-6 2 0,2 0-10 0,-1 0-1 15,3-1 5-15,2-2 7 0,1 1-7 16,2-1-8-16,0-1-1 0,1-2-5 0,1 1 5 16,1 0 11-16,1 0-6 0,2-1 11 0,4 1-12 15,1-1 6-15,2 2-5 0,2 0 0 16,3-1 12-16,3 2-14 0,5 1 4 0,0 0-5 15,1 2 8-15,3-3-5 0,2 4 4 16,3-1 8-16,3 3-19 0,1-1 5 0,0-2 0 16,3 3 9-16,2 2-5 0,3-4 4 0,0 1-13 15,1 0 3-15,5 2-8 0,2 0 2 16,0-2-24-16,2-3-13 0,4-3 0 0,2 9-22 16,10-25-6-16,2 9-38 0,7 0-13 15,5-8-12-15,8-3-34 0,5-4-40 0,10-5-517 16,4-3 0-16,7-3 1 0</inkml:trace>
  <inkml:trace contextRef="#ctx0" brushRef="#br0" timeOffset="52050.36">14677 16351 11 0,'0'0'130'0,"0"0"-18"0,-15 0 9 0,15 13-5 16,-24 1 11-16,17-15 6 0,2-1-8 16,-1 2-7-16,2-1-1 0,-2 1 5 0,6 0-16 15,0 0 6-15,-15-7-15 0,10 4 7 16,-1 1-14-16,1-2 8 0,0 2 11 0,-1-1-15 16,1 1-7-16,-8-4-2 0,2 2-16 0,3 0 2 15,-7-1-4-15,5-1 1 0,4 2-3 16,-2-1 1-16,-7-1-11 0,3-4-8 0,-1 3 7 15,1-3 2-15,-2-1 1 0,-3-4 9 16,-6 2 8-16,2-2-23 0,2-1 2 0,-2 1 5 16,0-2-5-16,-5-1 6 0,-2-3-15 0,-4-1 12 15,-2-1-17-15,-4-2 14 0,0-1-18 16,-4 0 8-16,0-1 3 0,-2-1 1 0,-3-1-2 16,0-3 6-16,-1 4-12 15,3-2 0-15,2 3-4 0,2 1-2 0,2-1 2 0,2 1 7 16,4 0-11-16,-1 5 0 0,5-2 5 15,2 1-9-15,6-1 10 0,-2 6-10 0,2-4-4 16,2 1-9-16,2 3 4 0,2-1-10 16,-1 1-5-16,4 0 1 0,0 1-8 0,4 1-6 15,0 4-1-15,-1-4-23 0,3 6-3 0,2 1-10 16,2-1-36-16,-1 3-9 0,2 0-26 0,-1 0-5 16,1 1-6-16,0-1-2 0,-1 2-15 15,2-2 4-15,-1 2-22 0,1 4-3 0,0 0-5 16,0 0-11-16,23-22-7 0,-6 12-36 15,3-1-283-15,5 1 0 0</inkml:trace>
</inkml:ink>
</file>

<file path=ppt/ink/ink25.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1T09:55:07.713"/>
    </inkml:context>
    <inkml:brush xml:id="br0">
      <inkml:brushProperty name="width" value="0.05292" units="cm"/>
      <inkml:brushProperty name="height" value="0.05292" units="cm"/>
      <inkml:brushProperty name="color" value="#FF0000"/>
    </inkml:brush>
  </inkml:definitions>
  <inkml:trace contextRef="#ctx0" brushRef="#br0">7659 10291 24 0,'0'0'129'16,"0"0"-9"-16,-13 0-7 0,13 0-3 0,0 0-5 15,0 0-1-15,0 0-10 0,0 0-7 0,0 0-10 16,0 0-2-16,-14 0-6 0,14 0 0 0,0 0-2 15,-17 26-3-15,16-25-7 0,-1-1-9 16,2 0-2-16,0 0-6 0,-1 2 0 0,1-2 4 16,0 0-8-16,-1 0 1 0,1 0 1 15,0 2-7-15,0-2 5 0,-2 0-11 0,2 0 0 16,0 0 2-16,0 0-1 0,-1 0-1 0,1 0-5 16,0 0 0-16,0 0-3 0,0 0 2 15,0 0-8-15,0 0 3 0,-1 0-2 0,1 0-7 16,0 0 0-16,0 0 7 0,0 0-2 15,-2 0-4-15,2 0 8 0,-1 2-9 0,2-2 2 16,1 0-6-16,-2 0-1 0,-2 0 7 0,1 0 1 16,2 0-7-16,-2 0 8 0,1-2-6 0,-1 2 1 15,1 0-2-15,0 0-1 0,0 2-5 16,0-2 8-16,1-2 2 0,-1 2 2 0,0 2-6 16,0 0-6-16,0-4 9 0,0 2-3 0,0 2 6 15,-1-1-3-15,1-1 1 0,0-1 4 0,0 1 3 16,0 0-14-16,0 0 9 15,1 0 4-15,-1 0 7 0,0 0 6 0,0-2 6 0,1 2 21 16,-2 0-19-16,1 0 18 0,0 0-2 0,1 0 7 16,-1-2-13-16,-1 2 2 0,0-4 3 15,2-2 25-15,0 1-37 16,1-1-4-16,-2 2 4 0,1-3 6 0,0 0-24 16,5-9 1-16,0-2 5 0,0 0-8 0,0 0-1 15,1 0-5-15,1-3 6 0,3 1-20 0,-1-1 17 16,4-2-9-16,-2-3 1 0,2 4 0 15,0-2-4-15,0 2 6 0,1-4 12 0,-2 5-20 16,2 0 18-16,1 0-6 0,0-3 2 16,1 2-5-16,1-1 8 0,0-2 13 0,1 4-14 15,1-1 0-15,0 1 6 0,1-1-4 0,3-1-9 16,0 2-6-16,3 1 0 0,1 0 8 0,-1 0 16 16,2-1-3-16,0 2-7 0,3 0-2 0,3-1 12 15,0 2-9-15,2 2-18 0,0-2 17 16,2 2-17-16,1 2 5 0,0-1 6 0,1 1-5 15,-1 3 0-15,2-1 0 0,-1 1 4 16,0 3-10-16,-1-2-10 0,0 3 22 0,0 0-18 16,-1 2-8-16,0-3 4 0,1 3 11 0,-6 0 10 15,0 0-7-15,0 4-5 0,2 0 1 16,-3-1-16-16,-3 2 22 0,-15 0-1 16,6 0-26-16,2 0 21 0,1 0-7 0,-1 0-13 15,-2 0 17-15,20 13 4 0,-23-10-9 0,-5-2 12 16,-1 1-7-16,-3 2 0 0,-1-3 9 15,0 0-16-15,-1 1 13 0,-2-1-11 0,1 1 9 16,-1-2 2-16,0 0-3 0,-1 2 1 16,-1-2 3-16,2 2 0 0,1-2 5 0,-2 2-6 15,0 0-13-15,0-1 14 0,1-1 1 16,0 1-5-16,-1-1 4 0,2 2 2 0,-1 0-21 16,2-1 19-16,-2-1 13 0,3 1-18 0,-1-1 2 15,11 3-10-15,-4-3 8 0,-14 0 15 0,12 0-18 16,0 0-10-16,2 0 24 0,2 0-3 15,-1 0-6-15,2 0-2 0,-1 0 4 0,2 0 15 16,-2 0-12-16,-2 0-14 0,2 0-1 0,0 0 14 16,-1 0-8-16,19-15-10 0,-16 13 14 15,2-2-2-15,0 0 0 0,0-1 18 0,2-1-36 16,2 0 6-16,0 2 19 0,-2-1 0 16,0 2-4-16,2-1 4 0,-3 0-3 0,2-1-17 15,0 0 12-15,-1 2 10 0,2-1-11 0,0 0-7 16,-1-1 17-16,1 3-13 0,-4-2 6 15,0 2 10-15,0-2 3 0,0 3-11 0,2-2-6 16,-1 1 3-16,0 2-2 0,3-3-1 16,-4 1 5-16,6-2 2 0,-2 4 18 0,0-4-12 15,0 4-4-15,-12 0 0 0,8 0-1 0,2 0-7 16,2 0 12-16,0 0-10 0,2 0 6 0,0 0-15 16,-2 0 23-16,2 0-10 0,-2 0 4 15,0 0-4-15,-2 0 5 0,1 0-17 16,-3 0 8-16,1 0 7 0,-2 0 3 0,-1 0-2 15,2 0-2-15,2 0-9 0,-2 0 17 0,1 0-11 16,2 0 3-16,1 0 21 0,0 0-3 0,26 2-11 16,-24 0 6-16,3-2-9 0,2 2 13 15,-1 0-9-15,1 0-5 0,0 0 5 0,-5 1 1 16,5 0-10-16,-2-1 6 0,1-1-6 16,-1 3 9-16,2-2-4 0,-1 1-3 15,1-1 0-15,2 2-4 0,2 0 4 0,-3 0-9 16,-1 0 6-16,-1 1-5 0,1-1-7 0,2 0 15 15,1 0-3-15,0-1-6 0,1 2 16 16,0-1-7-16,2-2-7 0,0 3 5 0,1 0 9 16,-1 0-5-16,0 1-8 0,2-2 6 0,-3 1 1 15,0 1-3-15,-3 0 7 0,0 0-6 16,0 1-6-16,-2 0 0 0,0 0 7 0,-2 0-9 16,-1 0 8-16,-1 1-8 0,2 1 8 15,-5 1 7-15,3-1-6 0,-1 1-8 0,0 1 17 16,-1-1-25-16,-2 3 12 0,-1-3-4 15,1 2 13-15,-6-1-17 0,3 2 3 0,-4-1 12 16,0 4-20-16,2-1 7 0,-2 2 5 16,-6 1-1-16,4-3 6 0,0 3-6 0,-3 3 16 15,0-4-9-15,-1 4 1 0,2-1 5 16,-2 1-9-16,-2 0 2 0,1 1-1 0,-1 0 2 16,-1 3-5-16,1-1-8 0,-1 0 15 15,-1-3-13-15,-3 3 4 0,2-1 10 0,1 0-24 16,-5 1 12-16,4-2-7 0,-1 2 17 0,2-3-10 15,-2 1 2-15,-2 2 9 0,1 5-10 16,-2-3-5-16,3-1 15 0,-4 1-10 0,0-13 11 16,0 4-22-16,0 6 19 0,0 1-10 0,-10 24 2 15,3-22 0-15,2 3 2 0,-2-3 14 16,-2 2-20-16,1-3 9 0,-3-2-3 16,0 1 4-16,-1 0 3 0,-1-2 4 0,-3 3-8 15,1-3-2-15,0-1-3 0,-1 0 20 0,0 0-16 16,-1 0 3-16,-3 0 1 0,0 1 2 0,-1 1 9 15,-2-1-14-15,0 1-3 0,1 0 0 16,-2-1 15-16,0 1 3 0,-2-1-13 0,1-1 3 16,0 2-6-16,-3-4-8 0,1 2 19 0,-1 0-1 15,-1 0-5-15,1-2 11 0,-3 2-9 16,-2-3-5-16,1 0 7 0,-7 0-6 0,6-1 8 16,-2 3-3-16,1-1-2 0,-2-1 1 15,-2-2 5-15,1 0-1 0,0 0-10 0,-3 0 4 16,3-1 9-16,-3 1 0 0,-3 0-6 0,-1-1 6 15,-1-1 8-15,-1-2-11 0,-2 2-5 16,-2 0-3-16,0-1 13 0,0 0-5 0,-1-2 7 16,3 2 2-16,-4-5 4 0,1 2-2 15,1 1-6-15,-1-2-10 0,0-2 4 0,1 2 7 16,-4 0-6-16,-2-2 4 0,0 0-3 0,1-3 3 16,-5 4-3-16,1-4 5 0,-1 1-7 15,-1-1 8-15,-2 1-9 0,-1-1-1 0,3-2 4 16,1 2-4-16,-2-2 1 0,1-2-2 0,1 2 6 15,28-2-8-15,-14 0 13 0,-8 0-1 16,-5 0-3-16,3 0 3 0,-60-11 5 0,60 7-2 16,2 0 0-16,2-1-2 0,1 0 2 15,-2 0-2-15,1-1-4 0,1-1 5 0,-1-2-3 0,0 0 9 16,0 2-2-16,-1-4-8 0,1 1 3 16,1 0 0-16,-1-1 3 0,4-3 2 0,0 2-5 15,3-1 4-15,2 2 6 0,0 1 8 16,2-3-1-16,0 1 0 0,-2-2-6 15,4 2-1-15,-1 0 9 0,0-2-11 0,0-2 2 16,3 0 7-16,0 0-10 0,-1 0 1 0,1 0 4 16,1 0 5-16,0-1 0 0,-3-2-5 0,5 0 5 15,0-3-1-15,0 4-8 0,-1-1-7 0,4-2 13 16,-1-1-9-16,0 2 7 0,2-1-11 16,0 1-9-16,1 1 3 0,2-5-5 0,1 3-9 15,-1-1-3-15,2 2-17 0,-1-2 2 16,2 1-7-16,0 0 1 0,0 2-8 0,4 0 0 15,0-1 2-15,0 1-9 0,3 2-4 16,0-1 5-16,1-2 6 0,-3 3-4 0,4-3 3 16,1-3-7-16,-1 2-2 0,2-1 2 15,-1-1 1-15,1-1 8 0,0-2-11 0,1 1 4 16,0-1-6-16,0-2 8 0,1 1-8 16,0-3 5-16,2 4-7 0,0-2 2 0,-1-2 4 15,2 2 4-15,0-1-12 0,0 5 7 0,4 0 4 16,-4-2-11-16,4 6 9 0,2-2-6 15,2 3 12-15,0-1-3 0,0 9 2 0,0-5-7 16,14-23-24-16,-2 17-26 0,4-2-44 0,0 1-20 16,-1-1-35-16,6 0-31 0,5-2-646 0,2 2 1 15,1 1 0-15</inkml:trace>
  <inkml:trace contextRef="#ctx0" brushRef="#br0" timeOffset="1379.09">12189 10201 126 0,'14'0'196'16,"-14"0"-4"-16,0 0 23 0,0 0-8 0,14 0-15 15,-14 0-22-15,0 0 10 0,20-10-22 16,-19 9-14-16,0-1-5 0,-1 4-14 0,-1-1-3 15,-2 2-14-15,1 0-16 0,-13 12 13 0,0-3-26 16,-1 3-2-16,-2 5-8 0,-1-3 8 16,0 2-3-16,2 1-4 0,-4 2-14 0,0 1 5 15,-1 0-5-15,-3 1-14 0,4 2 4 0,-2-1-15 16,0 1 1-16,2 1 10 0,-2-1-21 16,2-3 2-16,1 1-3 0,-2-2-8 0,4 1 14 15,1-3-20-15,1 1-2 0,-1 0 4 0,2 0 15 16,-1-2-17-16,4-2 10 0,5-4-16 15,-2 2 7-15,2-5-29 0,5-1 0 16,-1-2-22-16,0-3-4 0,1 1-33 0,0-3-17 0,0 1-21 16,0-1-4-16,0-2-26 0,2 0-35 15,0 0-65-15,0 0-330 0,0 0 0 16</inkml:trace>
  <inkml:trace contextRef="#ctx0" brushRef="#br0" timeOffset="1627.16">11645 10433 151 0,'0'-6'227'0,"0"2"2"16,0-1 37-16,0 2-14 0,0-1-28 0,0-1-6 15,0 0-25-15,0 1-9 0,0 1-15 16,0 0-22-16,0 0-19 0,2 1-9 0,-1 0-4 15,3 1-25-15,0-2-14 0,3 3-32 0,-1 0-45 16,2 1-22-16,11 2-23 0,-11-3-25 16,5 0-30-16,22 11-11 0,-15-3-20 0,0 2-39 15,0 3-36-15,-1-3-285 0,-1 2 0 16</inkml:trace>
  <inkml:trace contextRef="#ctx0" brushRef="#br0" timeOffset="1879.73">12237 10918 80 0,'0'4'274'16,"1"-3"-3"-16,-1 0-7 0,0-1 10 0,-1 0-13 16,1-2-9-16,-2 0-23 0,4 0-26 15,-2-2-16-15,2 2-11 0,0-4-27 0,0 2-23 16,2-1-5-16,3-10-9 0,0 6-7 0,-2 1-34 15,0-1-5-15,-2 3-35 0,1 3-23 16,0 0-51-16,-1-1-21 0,-2 2-30 0,0-1-35 16,-1 2-43-16,0 0-47 0,0 1-416 0,0 0 0 15</inkml:trace>
  <inkml:trace contextRef="#ctx0" brushRef="#br0" timeOffset="4546.72">6083 12419 259 0,'0'-16'261'16,"0"16"-2"-16,2-28-11 0,-8 23-12 15,4 1-23-15,0 0-10 0,-2 0-16 0,2 3-7 16,0 1-30-16,-2 1-14 0,0 3-13 0,-4 12-9 16,-2 4-22-16,0 3-10 0,2 2 3 15,0 5-19-15,4-1-5 0,-4 7 4 0,0 3-13 16,2 2-11-16,0 3 5 0,-2 3 9 15,2 2-16-15,0 2 5 0,-2 5 2 0,6-3-3 16,-6 5-5-16,6 0-16 0,-2-2-11 0,0-2 4 16,2-1-10-16,0-2-16 0,2-3-7 15,-2-1 4-15,0-4-21 0,2-1-18 0,-2-5-18 16,2-3-32-16,-2 2-6 0,2-20-9 0,0 5-22 16,0 1-11-16,0-2-22 0,0-6 3 15,0-3-40-15,0-11-316 0,0 7 1 0</inkml:trace>
  <inkml:trace contextRef="#ctx0" brushRef="#br0" timeOffset="4783.81">5885 12662 25 0,'6'-31'179'0,"2"3"-5"0,2-1-15 15,4 0 6-15,6-1-15 0,6-1-2 0,8 0-8 16,2-1-19-16,8 0 8 0,4 0-14 0,6-1-13 16,4-2-5-16,6 1-19 0,4-1-17 15,3 2 6-15,1 1-15 0,4 0-21 16,1 1-15-16,-2 1-27 0,-6 3-25 0,-3 4-47 0,-6 0-44 16,-7 1-106-16,-5 5-147 0,-8 1 0 15</inkml:trace>
  <inkml:trace contextRef="#ctx0" brushRef="#br0" timeOffset="5027.46">6431 12726 4 0,'-20'24'238'0,"3"-3"-2"0,-2-3 6 0,5-2-21 16,0 0-4-16,4-4-29 0,2-1-10 15,4 0-15-15,4-11-16 0,0 0 4 0,14 7-40 16,9-8-1-16,-11 1-12 0,33-19-14 0,-6 9-5 16,4-4-4-16,3-1-13 0,4-3-6 0,2 0-41 15,0-1-41-15,4 0-38 0,0-2-47 16,-2-2-71-16,-2 0-106 0,-2 1-213 16,-2-4 0-16</inkml:trace>
  <inkml:trace contextRef="#ctx0" brushRef="#br0" timeOffset="5324.72">7268 12473 76 0,'-16'21'208'0,"-2"0"-11"0,-2 7 7 0,0 3-22 16,0 3 2-16,-4 4-9 0,4 1-20 15,0 6-23-15,3-2 17 0,1 3-19 0,3 2 2 16,2-3-18-16,5 1 1 0,5-3 0 15,1-23 6-15,0 6-34 0,12 33 23 0,-4-33-2 16,3-1 6-16,4-4-4 0,1-10-1 16,2-6-11-16,4-3-9 0,-12-2-6 0,25-11-11 15,-14-5-4-15,2-4-10 0,0-3-1 0,1-9-5 16,0-4-14-16,2-7-18 0,0-3-39 16,0 1-20-16,-1-1-29 0,-2 1-24 15,-1 1-3-15,-2 1-21 0,-4 2-27 0,2 4-29 16,-4 0-40-16,0 1-465 0,-2 8 0 0,-3-2 1 15</inkml:trace>
  <inkml:trace contextRef="#ctx0" brushRef="#br0" timeOffset="5702.41">7683 12345 153 0,'1'4'230'0,"1"-1"-6"16,-2 2 7-16,1 2-14 0,-2 16-13 0,1-11-9 15,0 10-9-15,-14 30-3 0,8-18-14 0,-2 6-27 16,-2 7 2-16,-3 1-32 0,5 3-1 16,-3-2-27-16,3-2-5 0,2-6 6 0,-1 1-17 15,3-8-7-15,0 2 11 0,0-4-3 16,3-1 4-16,-1-6 5 0,1-2 10 0,0-8-8 16,-1-4 21-16,2-1 7 0,0-4-4 0,3-7-3 15,2-3-21-15,9-12-7 0,0-5-20 16,1 0-8-16,2-7-13 0,2-4-12 0,2-3-9 15,1-2 4-15,0-1 1 0,2 2-11 0,-1-1 3 16,0 5 8-16,-3 1-7 0,0 3-4 0,-4 4 7 16,0 3 1-16,2 3-8 0,-3-1 8 15,0 4-5-15,1 6 6 0,-6 0-3 0,0 4-7 16,0 3 1-16,-10 2 3 0,8 0-1 16,16 11 4-16,-10 5-4 0,-2 0-5 0,-3 7-1 15,-1 6-20-15,-1 0-31 0,-3 3-52 0,-2 3-43 16,1 1-48-16,0-3-23 0,-1 0-668 15,4 1 0-15,2-7 0 0</inkml:trace>
  <inkml:trace contextRef="#ctx0" brushRef="#br0" timeOffset="6164.35">8514 12543 165 0,'-3'-9'218'0,"0"1"11"15,-1 3 8-15,-1 4-3 0,-2 2-32 0,-7 6 11 16,0 7-11-16,-2 3-20 0,-4 2-18 0,2 6-1 16,-4 2-19-16,1 6-4 15,-2 5-36-15,3 3 6 0,-1-3-16 0,2 6-4 0,5-5-7 16,2 2-6-16,1 1 7 0,3-5 5 16,3-4 1-16,1-1-1 0,-2-2-7 0,5-7 12 0,0-7 5 15,1-7 10-15,0-9-7 0,12 6-8 16,1-17-1-16,7-7-14 0,1-5-2 15,1-7-12-15,2-10-9 0,2-8-7 0,5-11-13 16,2-8-16-16,5-6 0 0,0-1-2 16,0 3-1-16,0-2 2 0,-3 4-7 0,-4 0-3 15,-2 7-3-15,-5 5 0 0,-3 5-3 16,-3 5 10-16,-5 5-2 0,0 4 2 0,-2 10 1 16,-2 0 1-16,-1 1-6 0,0 5 4 15,-2 1-12-15,0 5-8 0,-3 8-3 0,-3 5 0 16,-3 9 2-16,-3 15-3 0,-5 8 0 15,0 4 4-15,-6 10-4 0,1 7 6 0,-1 4 3 16,-1 4 5-16,1 3-4 0,0 6-6 0,2 0 2 16,3-5-5-16,1 2 5 0,2-4-20 15,1-2-15-15,4-5-15 0,1-2-37 0,3-29-16 16,0 10-58-16,0 4-32 0,15 34-33 0,-4-40-678 16,5-8 0-16,1-2 0 0</inkml:trace>
  <inkml:trace contextRef="#ctx0" brushRef="#br0" timeOffset="6689.55">9955 12721 55 0,'-26'-20'255'0,"1"2"-21"16,-3 2 27-16,-4-3-18 0,2 2 1 0,-4 4-4 16,0 1-18-16,0 4-3 0,-3 4-17 0,0 3-20 15,18 1-31-15,-7 0-5 0,-38 23-20 16,30-7-6-16,6 7-28 0,-1 2-1 0,1 5-11 16,3 6-18-16,-1 0 19 0,8 3-11 15,2 3-2-15,1 0-12 0,8 0 1 0,3-2-16 16,4-2 0-16,0-21-6 0,0 8-2 0,14 29 13 15,-4-27-18-15,4-3-2 0,3-9 1 16,3-2 3-16,4-7-8 0,3-4-3 0,-11-2-6 16,29-13-2-16,-13 1-1 0,1-4-19 0,2-3-3 15,-2 2-9-15,2-2 5 0,-5 2 0 16,0 2-4-16,-4 2 7 0,-4-1 3 0,0 3 5 16,-2-1-26-16,-4 6 3 0,0-1-14 0,-6 7 30 15,-10 0-4-15,6 0 3 0,6 15 8 16,-12-5 21-16,0 13-13 0,0-8-3 0,-16 31 5 15,4-8-2-15,-8 4 7 0,-4 8-8 16,-4 4 4-16,-2 1-8 0,-2 1 13 0,-2 1-15 16,0-3 3-16,-1-3 1 0,1-1 7 15,-1-4 8-15,2-3 9 0,1-2 5 16,-2-5 2-16,1-4 0 0,2-3-1 0,3-4-1 0,0-2-11 16,0-3 6-16,0-6-29 0,2-3-23 15,-2-3-16-15,-2-4-64 0,4-1-41 16,14-3-31-16,-20-14-60 0,21-2-561 0,6-5 0 15,5 6 0-15</inkml:trace>
  <inkml:trace contextRef="#ctx0" brushRef="#br0" timeOffset="6949.46">10476 13057 180 0,'3'-2'276'0,"-2"0"-9"16,2 2-7-16,-2-3-30 0,2 1-36 0,1 2-8 15,1-2-17-15,2-2-26 0,16-1 1 0,2-2-23 16,4-2 3-16,2 2-26 0,6-1-7 16,3 2-21-16,5-1 5 0,6-1-39 0,1 1-22 15,1-2-45-15,2 1-36 0,-3 0-45 0,-3 1-28 16,-1 3-53-16,-6-2-94 0,-9 2-175 15,-1 1 0-15</inkml:trace>
  <inkml:trace contextRef="#ctx0" brushRef="#br0" timeOffset="7151.74">10884 13258 13 0,'-19'16'220'15,"-2"-1"-17"-15,5-2 7 0,3 0-17 0,-1-3 0 16,5-3-28-16,2-2 8 0,3-2-23 0,3 0 7 15,0 0-2-15,1-3-13 0,10-2-6 0,10-5-19 16,7-3-9-16,4-2-18 0,7-3-19 16,4-2 11-16,3-1-50 0,2-4-42 0,-1 0-27 15,1 0-27-15,-3-3-37 0,-1 0-32 0,-5 2-50 16,-3 1-58-16,-3-3-220 0,-4-1 1 16</inkml:trace>
  <inkml:trace contextRef="#ctx0" brushRef="#br0" timeOffset="7523.6">10903 12171 71 0,'-22'-15'271'0,"2"-3"-19"15,2 3-6-15,2 1-31 0,2 5-27 0,9 5-19 16,2 4-3-16,5 2-1 0,2 3-38 15,6 12-8-15,6 2-9 0,2 6-8 0,4 10 3 16,2 7 0-16,3 6-14 0,2 10-11 0,1 8-12 16,-1 6 1-16,2 6-14 0,-2 3-5 15,2 1-11-15,-1 4 1 0,2 1-4 0,-1-1-2 16,1-2 10-16,0-2-10 0,-1-1-20 0,-2-5 8 16,-1-5 20-16,-3-3-26 0,-3-5 15 15,-5-4-4-15,-1-3-14 0,-5-5 4 0,-5-2-4 16,-3-2-2-16,-3-24 9 0,-20 43-2 15,-5-27 8-15,-7 1 12 0,-11-2-17 16,-5-3 1-16,-7-5-5 0,-5 0-3 0,-6-4 10 16,-9-2-18-16,-2-2-21 0,-2-4-35 15,0-5-18-15,4-3-34 0,-1-8-35 0,41-2-27 16,-16 0-34-16,-54-20-52 0,57 4-370 0,8-7 0 16</inkml:trace>
  <inkml:trace contextRef="#ctx0" brushRef="#br0" timeOffset="9663.7">13491 12571 180 0,'0'0'179'0,"0"0"-11"16,14 0 9-16,-14-14-13 0,0 14-5 0,0 0-2 15,0 0 5-15,0 0-7 0,18 16-8 16,-18-4-23-16,0 9 5 0,0 8-14 0,-16 39 2 16,4-24-18-16,2 6-3 0,-2 4-10 0,-2 5-6 15,0 3 8-15,0 2-24 0,2-1 28 0,0 3-11 16,0-4 13-16,3 1-19 0,-2-2-14 15,3-1 14-15,3-6-5 0,-2-2-18 0,3-5 3 16,2-5-2-16,2-1-5 0,-2-5 1 16,1 2-6-16,0-5-8 0,1-19 2 0,0 8-6 15,0-1-32-15,0-1 8 0,0-5-22 16,0-4-38-16,0-2-3 0,0 0-24 0,0-9-58 16,8 8-41-16,-6-10-72 0,9-16-457 0,1-7 0 15,-3-3 0-15</inkml:trace>
  <inkml:trace contextRef="#ctx0" brushRef="#br0" timeOffset="9974.02">14016 12673 39 0,'8'-6'241'0,"-2"1"-7"0,0 6 2 0,-5 3-6 15,2 2-22-15,-5 3 1 0,0 14-36 0,-5 5-2 16,-1 1-9-16,3 3-26 0,-3 4-5 0,-2 3 3 16,0 6-9-16,-2 4-13 0,0 7-16 15,0 4-10-15,0 3-2 0,1 1-2 0,2-1-18 16,-1 5 5-16,2-5-5 0,0-2 4 16,3-5-10-16,2 1-2 0,1-6-16 0,-1-4 21 15,2-2-15-15,1-5-1 0,0-2-11 0,0-1-15 16,0-22-18-16,0 8-26 0,0 3-43 15,0-3-31-15,0 0-27 0,0-7-45 0,0-6-61 0,12 0-467 16,-7-14 1-16,6-10 0 0</inkml:trace>
  <inkml:trace contextRef="#ctx0" brushRef="#br0" timeOffset="10167.93">14305 13426 133 0,'-1'-14'321'0,"-1"1"-14"0,2 3-9 0,-1 3-10 0,1-1-16 16,0 8-30-16,0 0-22 0,0-7-26 15,0 7-48-15,0-10-30 0,0 10-68 0,16-22-44 16,1 12-51-16,5-1-46 0,4-1-51 0,2 4-84 16,-1-1-292-16,4 0 1 0</inkml:trace>
  <inkml:trace contextRef="#ctx0" brushRef="#br0" timeOffset="10522.88">14950 13115 149 0,'-8'-20'294'0,"1"1"33"0,1 1 21 16,2 2-19-16,4 1-37 0,0 3-32 15,0 12-17-15,10-30-33 0,2 13-18 0,6 2-19 16,3-2-20-16,3 2-24 0,5 4-14 16,5 0-10-16,0 1 1 0,2 3-4 0,-1 1-4 15,-2 2 0-15,1 4-13 0,-19 0-2 0,8 0-9 16,2 0-12-16,23 13-3 0,-28-4-9 16,-1 2 1-16,-8 5-1 0,-2 3-13 0,-4 3-6 15,-1 3 2-15,-2 3-9 0,-2-13 1 16,0 8-5-16,0 7 1 0,0 1-8 0,-12 34-3 15,12-50 6-15,0 8-1 0,0 3-3 0,0 0-6 16,12 28-6-16,-7-30 0 0,4-4-9 0,3-4-4 16,4-3-12-16,6-5-10 0,6-2-28 15,7-5-44-15,-18-1-25 0,39-12-43 16,-17 1-26-16,2-1-734 0,0-3 0 0,6 0 0 16</inkml:trace>
  <inkml:trace contextRef="#ctx0" brushRef="#br0" timeOffset="10973.51">16139 13129 8 0,'7'-17'97'0,"-4"4"17"0,-2-1 12 16,-1 3 18-16,0-2 23 0,-17-22 21 16,6 14 19-16,-1-2 27 0,-1-1 12 0,-1 1 4 15,2-1-5-15,2-2-1 0,0-1-9 0,0 1-6 16,0-2-25-16,1 0-21 0,1-2-20 16,1 0-15-16,6 3-23 0,1 12-12 0,11-27-22 15,3 20-4-15,8-1-14 0,4 1-9 16,9-2-10-16,6 6-12 0,6 2 3 0,4 7-8 15,2 1 6-15,2 5-16 0,-1 3-3 0,-28 0 0 16,10 0 0-16,44 18-14 0,-40-3 0 0,-8 4 5 16,-8 4-16-16,-6 4 4 0,-12 7 5 15,-6-15-7-15,-24 44 2 0,-2-13-7 0,-14 1 0 16,-4 4 1-16,-6 3-7 0,2-3-7 16,-4 1-2-16,8-1 3 0,-4-4-10 15,5-2 6-15,6-1-2 0,2-2 9 0,6-6-3 16,2-2-16-16,6-4 1 0,5-2 11 0,2-4 5 15,8 1-3-15,4-8 8 0,2-11-2 16,27 11-9-16,0-13 6 0,5-6 5 0,-15-2-8 16,10 0 3-16,34-21 20 0,-26 6 3 15,-2-6 21-15,-1 1 13 0,-5-7 10 0,-3-3 12 16,-4-2 3-16,-6-2 4 0,-6-2-1 0,-4-2-3 16,-4-1-16-16,0 20 3 0,-22-43-12 15,4 24-13-15,-4-4-15 0,-1 3 0 0,-4 1-23 16,-2 4-3-16,-2-2-1 0,2 2-18 0,1 6 10 15,-1 2-13-15,5 3-36 0,2 2-48 16,4 5-66-16,2 2-20 0,5 5-784 0,6 3 0 16,5 6 1-16</inkml:trace>
  <inkml:trace contextRef="#ctx0" brushRef="#br0" timeOffset="11461.09">18944 11928 112 0,'-9'-13'230'0,"-6"5"12"16,-5 4 5-16,8 4-4 0,-9 0-6 0,-32 17-9 16,14-2-9-16,-5 6-21 0,-5 6-17 15,-7 10-20-15,-4 3-23 0,-4 5-3 0,-2 7-3 16,-2 8-12-16,-3 8-6 0,2 7 1 15,1 4-12-15,4 5 3 0,0 3-16 0,6 3 6 0,2 4-9 16,4 1-16-16,7 3 4 0,2 0-13 16,5 2 8-16,4-5-4 0,6-1-3 15,3-4-4-15,5 1-4 0,4 0-3 0,3-4-5 16,5-3 0-16,2-2-5 0,4-5 4 0,2-40-11 16,0 19-17-16,17 67-13 0,-5-60-10 0,1-5-34 15,3-4-40-15,6-3-24 0,3-8-33 0,4-4-33 16,2-10-27-16,4-8-53 0,2-4-594 15,2-9 0-15,-17-8 0 0</inkml:trace>
  <inkml:trace contextRef="#ctx0" brushRef="#br0" timeOffset="11815.33">19027 12572 8 0,'1'-31'244'0,"-1"9"-31"16,0 14 7-16,0 0 5 0,0 8-12 0,-6-1-5 15,-4 22-8-15,0 3-23 0,-4 11-35 16,-2 4 3-16,-5 11-22 0,0 4 5 0,-3 8-23 15,-3 10-3-15,-1 6 6 0,0 6-16 16,1 3 2-16,3-1 5 0,0-1 1 16,0 0-18-16,3-5-3 0,1-3-5 0,4-4-7 0,1-2 10 15,2-4-19-15,4-3-3 0,-1-5-13 16,2-4-22-16,2-4-32 0,2-6-24 16,4-4-33-16,-4-4-38 0,2 1-28 0,2-23-21 15,0 6-36-15,0-2-69 0,18 15-372 0,-4-27 0 16</inkml:trace>
  <inkml:trace contextRef="#ctx0" brushRef="#br0" timeOffset="12142.83">19810 13515 220 0,'-6'-3'287'0,"0"1"-17"16,2 0-12-16,0 0-15 0,4 2 3 0,4 0-24 15,4 0-6-15,19 2-33 0,-10-2-22 16,13 0-5-16,48 14-11 0,-20-8-18 0,3 2-22 15,4 2-2-15,6 1-1 0,6-3-25 0,5 3-13 16,2-2 4-16,2 0-4 0,2 1-13 16,0-3-40-16,2-3-59 0,-2-2-94 0,-44-2-122 15,24 0-468-15,84-17 1 0,-69 2 0 0</inkml:trace>
  <inkml:trace contextRef="#ctx0" brushRef="#br0" timeOffset="17816">25695 14956 75 0,'-13'14'155'0,"13"-14"-1"0,0 0 0 16,0 0-1-16,-16 0 3 0,-4 16-7 15,16-18-16-15,-2 4-9 0,1-2 2 0,-2-4-3 16,3 4-11-16,4 0 4 0,0 0 13 0,-8 0-2 16,8 0 7-16,-16-12-2 0,7 3 12 15,0 2-20-15,1-3 4 0,-2 1-12 0,5-6 6 16,1 2-15-16,3-1-20 0,-1-3 1 0,1 2-2 15,1 4-8-15,0-5-10 0,11-21 1 16,-2 12-19-16,3 1 4 0,3 3-6 16,1-1-17-16,2-1 4 0,10 2-14 0,2 0 10 15,2 1-13-15,6 0-5 0,6 0-4 0,2 1 0 16,-1 2-2-16,6 2-3 0,-2 2-9 0,2 2 13 16,0 1-21-16,-2 5 3 0,-1 1 8 15,0 2-17-15,-25 2 7 0,9 0-15 0,38 17 15 16,-32-6 2-16,-4 3-11 0,-3 5 15 15,-6 5-25-15,-3 2 8 0,-8 8 22 0,-6 4-17 16,-6 8 11-16,-2-21 11 0,-18 53-16 16,1-24 7-16,-3 0 5 0,-3 2 1 0,-2-3-10 15,0-4-13-15,-2-2 17 0,-1-4-10 16,-3-3 4-16,3-4 13 0,0-1-26 0,-1-6 15 16,0 0-10-16,-2-4 21 0,2-2 0 0,-2-2-9 15,0-4-1-15,1-3 8 0,-1-1 8 0,0-5 1 16,2-5 7-16,-7-2 19 0,20-1-3 0,-32-12-8 15,17 0 10-15,-1-5-14 0,1-1-1 16,1-7-6-16,2-2 17 0,1-3-16 0,2-2 8 16,-1-4 2-16,4-5-2 0,0 1-12 15,4-1 4-15,6 3-15 0,-2-3 11 16,2 3-10-16,2 2-9 0,2 2 3 0,1 4-23 16,2-1-4-16,1 0-24 0,2 4-21 0,1 1-17 15,-2 5-6-15,3 10-15 0,0-4-21 0,12-14-15 16,-4 15-2-16,6 0-39 0,-1 5-10 15,3-1-409-15,0 1 0 0</inkml:trace>
  <inkml:trace contextRef="#ctx0" brushRef="#br0" timeOffset="18267.07">26780 15044 69 0,'-12'-13'216'0,"-2"-2"8"0,2 1 28 0,0 0 16 15,2-2-19-15,2 0-7 0,2 1-33 16,2 5-6-16,2-1-34 0,2 3-23 0,0 8-8 15,0-11-28-15,20-14-15 0,-6 12-19 0,4 2-17 16,0 0-18-16,2-1-30 0,2 3-28 16,-2 1-31-16,1-2-36 0,1 1-23 15,-2-2-29-15,5 4-61 0,-5-3-61 0,0 1-225 16,-1 1 0-16</inkml:trace>
  <inkml:trace contextRef="#ctx0" brushRef="#br0" timeOffset="18637.71">27204 14702 165 0,'2'-22'212'16,"2"-2"4"-16,2-1-4 0,5 2-15 15,4-3-29-15,5 3 6 0,4 1-38 0,5-1 0 0,4 2-15 16,5 3-5-16,4-1-11 0,2 0 4 15,-1 4-2-15,0 4 13 0,-2 0-18 0,-4-1 3 16,-1 6 3-16,-1 1-12 0,-1 2-10 0,-2 2-1 16,-20 1-8-16,7 0-20 0,18 17 6 15,-22-4-3-15,-4 6-15 0,-7 3-7 0,-2 5 4 16,-2-10-7-16,0 7-3 0,-17 35-13 16,9-19-3-16,-1-1-7 0,1-1 12 0,0 3-9 15,2 2-16-15,2-4 4 0,4-2-10 16,0-20-12-16,0 11 7 0,0-1 7 0,20 26-3 15,-5-28-3-15,4-9-3 0,6-5 13 0,6-3-31 16,5-6-17-16,-19-2-34 0,10 0-26 16,42-21-30-16,-24 0-52 0,3-7-114 15,2-3-284-15,-2-4 0 0</inkml:trace>
  <inkml:trace contextRef="#ctx0" brushRef="#br0" timeOffset="18899.89">28683 14181 187 0,'-2'1'195'15,"1"3"5"-15,-2 2-7 0,-1 14-5 0,-4 1-22 16,2 5-5-16,-4 3-13 0,1 1-7 0,-3 1-5 16,1 2-21-16,-1 3-13 0,-1 4-8 0,0-1-9 15,2 7-1-15,0-5 2 0,2 4-11 16,2-7-1-16,2 0 4 0,2-3 7 0,2 1 16 15,1-19-9-15,0 4 3 0,15 26-5 16,-2-22-5-16,4-10-8 0,7-7-9 0,6-5-2 16,-14-3-21-16,6 0-21 0,41-14-20 15,-24 2-49-15,2-5-22 0,3-2-37 0,0-2-27 16,1-5-25-16,-2 2-26 0,3-1-33 0,-7-5-395 16,-3-1 0-16</inkml:trace>
  <inkml:trace contextRef="#ctx0" brushRef="#br0" timeOffset="19142.45">29131 14216 82 0,'-5'2'190'0,"1"0"-4"0,-5 11 6 0,-2 1-8 16,0 4 4-16,1 5-2 0,-1 5-15 16,-1-1-12-16,0 4 0 0,-1 6-13 0,-3 2-11 15,1 1-6-15,-1 3-26 0,0 1 2 0,2 1-11 16,-4 0-25-16,2 2 9 0,2 0 1 15,-2 0-13-15,5 0-5 0,-1-1-16 0,-1-4 3 16,6 1-7-16,-2-2-11 0,2-1 5 0,2 0-32 16,1-4-15-16,1-3-37 0,2 1-22 15,1-3-27-15,0-17-45 0,0 4-43 0,14 16-89 16,-3-21-258-16,2-8 0 0</inkml:trace>
  <inkml:trace contextRef="#ctx0" brushRef="#br0" timeOffset="19640.97">29457 14454 187 0,'-6'-31'222'0,"6"13"17"0,0-7-19 0,0-3 4 0,8-29-42 0,3 32-4 16,6 4-18-16,5 1-3 0,4 2-25 15,6 2-11-15,7 2-24 0,4 6-10 0,2 3-2 16,-21 5-5-16,14 0-2 0,4 0 1 16,48 18 2-16,-49-9-21 0,-4 3 0 0,-4 3 19 15,-5 1-23-15,-6 2 5 0,-6 3-20 0,-8 5 8 16,-7 5-8-16,-1-17-16 0,-19 32 4 16,2-14 4-16,-4 3 0 0,-2-1-4 15,-1 2-6-15,3-1-11 0,4 0 1 0,-1-3 7 0,4 0-1 16,2 0-7-16,4-2-4 0,1 1 0 15,6 1 2-15,1-17-12 0,14 30 18 0,0-22-17 16,0-3 6-16,6 1 6 0,0-1 4 16,3 0 0-16,-2-2-9 0,-1 0 1 0,1 0-3 15,-3-3 5-15,2 3-17 0,-2-2 20 16,-6 2 11-16,-1-3 14 0,-3 2 1 0,-8-17 20 16,0 12 5-16,0 2-2 0,-25 14-3 15,5-14-8-15,-3-3-1 0,-2 0-4 0,-3-1 2 16,-4 1-4-16,-3 0-21 0,-3-4 8 0,-1 3-12 15,-2-1 6-15,-2-1-10 0,3 0 3 0,-3-1 5 16,2-1-21-16,-1 1-8 0,4 0-21 16,2-3-40-16,5 2-14 0,0-2-38 0,5-2-36 15,2-2-32-15,24 0-39 0,-8 0-589 16,1-10 0-16,23 2 0 0</inkml:trace>
  <inkml:trace contextRef="#ctx0" brushRef="#br0" timeOffset="20093.28">31220 14767 229 0,'17'-19'219'16,"-4"-4"22"-16,-5 3 16 0,-8 10-26 16,0-3-11-16,-26-14-3 0,0 17-15 0,-3 3-27 15,-3 3-10-15,13 4-13 0,-11 0-18 0,-42 14-10 16,26-1-9-16,4 5-22 0,-2 0 1 15,1 5-11-15,-1 3-11 0,5 4-9 0,3 3-1 16,2 2 6-16,2-2-11 0,5 1 0 16,4-1-2-16,5-1-5 0,2-1-18 0,6-3 8 15,4 2 3-15,6-4 6 0,0-13-10 16,13 18 3-16,3-14 0 0,3-2-5 0,7-7-3 16,6-3-4-16,3-3-2 0,-19-2 1 15,11 0-9-15,3 0-2 0,42-15 2 0,-34 9-1 16,-1-3-7-16,-2 3 3 0,-3 1-10 15,-2-1 8-15,-3 0-14 0,-3 2 13 0,-4 2-9 16,-3 1 3-16,-3-3-3 0,-5 4 5 0,-9 0 6 16,0 0 7-16,7 0-10 0,2 11 6 0,-10-5-2 15,-2 13 6-15,-6 2-1 0,-3 1-10 16,-2-1-2-16,0 4 2 0,-4-1-5 0,1 2 7 16,-3 1-7-16,1 1-10 0,-1 0-19 0,4-2-5 15,-1 2-33-15,1-1-15 0,4-4-30 16,0 4 0-16,1-5-25 0,2-3-15 0,4-2-27 15,2-4-18-15,3-13-45 0,0 0-491 0,11 13 1 16,-3-15 0-16</inkml:trace>
  <inkml:trace contextRef="#ctx0" brushRef="#br0" timeOffset="20442.41">31886 13938 199 0,'9'-21'244'0,"-1"6"-10"16,0 8-7-16,-1 3-33 0,0 5-11 0,-2 7-19 16,6 7-19-16,-2 8 12 0,-4 7-16 15,-2 4-16-15,-3-11-20 0,0 14-13 0,-17 61 4 16,2-29-12-16,-6 4-8 0,-6 7-17 15,-1 5-6-15,-1 7 18 0,-1 1 10 16,2-2 11-16,0-2-9 0,3 2 4 0,-2-2 8 16,5-3-7-16,-2-4 13 0,1-1-12 0,0-7-12 15,-1 1-5-15,1-5-9 16,-3-4-8-16,2-5 0 0,-3-2 5 0,-4-5-15 16,-3-1 3-16,-6-5-19 0,-5-7 0 0,-15 2 7 0,-12-3 0 15,-11-6-15-15,-9-2-23 0,-10-4-38 16,-10-4-59-16,-8-5-55 0,-7-5-49 0,-4-1-671 15,-2-5 1-15,2-3 0 0</inkml:trace>
  <inkml:trace contextRef="#ctx0" brushRef="#br0" timeOffset="21752.84">17893 16753 72 0,'0'0'187'16,"0"0"7"-16,0 0 13 0,0 14-8 16,0-14-16-16,0 0-6 0,0 0-18 0,0 0-22 15,7 16-12-15,9-22 0 0,4 1-18 0,1-4 1 16,6 0-8-16,5 0-3 0,4-3-14 16,5 0-13-16,5 0-5 0,4 1-2 0,5-6-22 15,6 2 16-15,6 1 0 0,3-3-18 16,4 2-5-16,6-2-6 0,0 6 2 0,3-2-3 15,0 1-1-15,-2-1-2 0,0 2 3 16,-2 0-8-16,-3 1-1 0,-3 1-8 0,-5 1-9 16,-3 2-30-16,-8 1-17 0,-5-1-22 0,-8 1-43 15,-5 1-32-15,-7 0-37 0,-1 2-28 16,-10-2-320-16,-6 2 0 0</inkml:trace>
  <inkml:trace contextRef="#ctx0" brushRef="#br0" timeOffset="22036.66">18460 17522 113 0,'-18'17'246'0,"0"2"-25"0,2-2 1 0,6-5-24 15,4-3-11-15,6-1 0 0,0-8-19 0,12 7 7 16,10-1-33-16,-6-6 1 0,10 0-5 16,46-17-9-16,-12 8-22 0,4-1-6 0,12-1-10 15,4-4-4-15,6 2-26 0,6-2 9 16,0-1-32-16,5 0 13 16,2-3-34-16,1 0-46 0,-2-2-53 0,-6 0-77 0,-3-3-75 0,-6-1-363 15,-7-1 0-15</inkml:trace>
  <inkml:trace contextRef="#ctx0" brushRef="#br0" timeOffset="26892.32">21235 16642 170 0,'0'-15'213'0,"-31"-16"0"0,27 13-3 15,1-2-20-15,1-1-4 0,-1-1-25 0,2-3-15 16,1 13-13-16,0-6-16 0,0-3-21 15,0-1 1-15,16-26-22 0,-10 21 10 16,4-1-24-16,3 2-5 0,3-2-6 0,4-1-5 0,7 0-13 16,3-2-3-16,8-1 3 0,8 0 6 15,12 3-10-15,1 2 2 0,3-1 5 0,1 3-12 16,1 4-3-16,0 2 0 0,-1 6-4 0,-3 3 0 16,-4 6-7-16,-5-1 6 0,-3 5-16 15,-28 0 3-15,8 0 3 0,34 23-1 0,-38-6-7 16,-6 5 0-16,-8 5 5 0,-8 9-9 15,-2-18 6-15,-24 50 8 0,4-17 12 0,-8 3-2 16,-4 3 13-16,-6 4-7 0,-4 3 10 0,-6 2 5 16,-3 0-1-16,0 0-2 0,1 2-2 15,-1 2-3-15,0-2-1 0,6-1 0 0,1-4-2 16,5-3 6-16,3-4-27 0,4-1 14 16,5-6 6-16,6-2-11 0,1-7-14 0,5-3 14 15,6-3-12-15,2-2 14 0,7-3-18 0,0-18 15 16,16 19 2-16,0-19-2 0,7-3 11 0,5-5-17 15,-12-3-1-15,7 0 11 0,34-17-6 0,-22 2 18 16,-1-2-6-16,-3-4 14 16,-2-4-1-16,-2-2-12 0,-3-4 1 0,-4-1-8 0,-2-5-11 15,-6-1-13-15,-3-2 13 0,-4 1-27 16,-5 18-10-16,0-14-3 0,-21-44 0 0,4 35 0 16,-6 0-11-16,-1 0 10 0,-4 2-8 0,-2 2 5 15,1-1-5-15,-2 4 1 0,2 1-3 16,2 5 12-16,-1 2-2 0,4 4 3 0,3 3 5 15,1 1 2-15,3 2 0 0,2 2 5 16,0 1-26-16,10 1-15 0,2 4-20 16,3 11-10-16,15-18-21 0,2 10-26 0,9 4-13 15,-10 4-46-15,10 0-47 0,6 0-195 0,43 21 0 16</inkml:trace>
  <inkml:trace contextRef="#ctx0" brushRef="#br0" timeOffset="27098.67">22457 16732 199 0,'10'-6'284'0,"-4"-3"52"15,-4 2-36-15,0-2-22 0,-2 2-24 16,0-1-30-16,-4 2-19 0,4 6-28 0,0-13-18 16,-8-11-11-16,4 13-15 0,0 3-9 0,4 0-21 15,-4-1-41-15,4 9-36 0,0-8-40 16,12-13-20-16,4 7-30 0,0 1-25 0,8-3-17 15,-2 5-17-15,4-2-31 0,4 3-28 0,2 1-29 16,0 1-298-16,2-1 0 0</inkml:trace>
  <inkml:trace contextRef="#ctx0" brushRef="#br0" timeOffset="27483.69">23753 16308 60 0,'-14'-16'194'0,"-7"3"2"0,-8 1 4 16,-5 3-14-16,-6 2-14 0,-1 1-2 0,-7 4-16 16,-1 1-15-16,23 1-23 0,-10 0-11 0,-46 13 0 15,38-5-13-15,2 2-17 0,6 2 4 0,4 2-14 16,8 4-11-16,0 2-15 0,8 5 9 16,-2 1-4-16,8 2-9 0,6 7 4 0,4-17-1 15,0 9 6-15,20 41-16 0,-6-27 12 0,4 3-5 16,0-3 4-16,4 0-6 0,0 0-2 0,0-3-7 15,1 0 4-15,-2-2 5 0,-3-3-28 16,-1-1 21-16,-2 0 11 0,-3-3 22 0,-4-2 14 16,-4 1-19-16,-3 1 18 0,-1-15-6 15,-16 24-2-15,0-16-3 0,-4-5-15 16,-4 2-8-16,-7-2 8 0,2-4-22 0,-3 0 9 16,-1-2 0-16,-5-1-11 0,2 3 0 0,-2-7-21 15,0 0-14-15,6 0-16 0,-2-4-44 16,-2-2-13-16,20 0-41 0,-26-12-40 0,18-1-24 0,6-3-33 15,8-2-429-15,6-7 0 16,4 12 0-16</inkml:trace>
  <inkml:trace contextRef="#ctx0" brushRef="#br0" timeOffset="27823.76">23890 16643 113 0,'21'-17'181'0,"2"2"-10"15,-2-1 6-15,5 0-4 0,2 0-10 16,4-1-1-16,1 4-1 0,5 1-15 0,0 1-1 16,1 2-15-16,2 3 3 0,1 1-10 0,-6 5 3 15,-2 0-23-15,-18 0 1 0,8 0-19 16,29 11 2-16,-29-1-20 0,-4 3 1 0,-5 5-1 15,-2-2-3-15,-5 1 6 0,-8-5-20 0,0 6-1 16,-16 29-5-16,1-16 3 0,-1 3-20 16,-1 1-1-16,-2 3-4 0,2-6 9 0,4 2-3 15,-2-2 2-15,6-3 5 0,-1-1-1 0,1 1-16 16,4-8 22-16,2 1 14 0,3-15-17 16,0 2 0-16,19 12 1 0,-1-16-17 0,9-4-5 15,-12-1-20-15,35-12-34 0,-10 1-11 0,3-4-45 16,6-1-34-16,5-2-41 0,3-5-36 15,4-1-499-15,-1-2 0 0,2-1 0 0</inkml:trace>
  <inkml:trace contextRef="#ctx0" brushRef="#br0" timeOffset="28087.44">26017 16313 98 0,'4'-4'217'0,"-2"3"3"16,-6 2 11-16,0 4-14 0,-13 7-7 16,-3 4-17-16,-3 2-38 0,-4 1-8 15,-2 7-5-15,-4-1-15 0,-3 3-15 0,-2 2-27 16,1 3 4-16,-2 0 7 0,1 3-24 0,-1 2-21 16,3-2 13-16,3 1-10 0,-1-3-10 0,2 3-5 15,4-6-20-15,3-3-16 0,5-1-11 16,-1-4-34-16,6-3-8 0,-1 3-22 15,1-8-19-15,3-1-26 0,4-5-42 0,4-4-45 16,2-3-282-16,2-2 0 0</inkml:trace>
  <inkml:trace contextRef="#ctx0" brushRef="#br0" timeOffset="28272.17">25192 16320 107 0,'-9'-28'186'0,"1"3"-23"0,3 4-1 0,1 1-15 0,4 8-17 16,0 12-9-16,10-12-7 0,-2 10-22 16,3 4-9-16,8 4-22 0,3 8-21 15,0 3-51-15,-2 4-46 0,2 4-66 0,-3 3-99 16,1 4-27-16</inkml:trace>
  <inkml:trace contextRef="#ctx0" brushRef="#br0" timeOffset="28445.17">25939 17194 29 0,'11'-1'208'0,"-2"-3"-5"0,-2 0 4 0,-2-3-25 0,6-3-21 16,-3-3-15-16,0 0-10 0,-1 0-8 16,-2 1-14-16,3 1-28 0,0-4-35 0,0 3-30 15,1-2-13-15,-2 5-28 0,0 1-29 16,-2 2-34-16,0 2-37 0,-2 1-57 0,-2 1-85 15,-1 2 19-15</inkml:trace>
  <inkml:trace contextRef="#ctx0" brushRef="#br0" timeOffset="28750.15">22361 18097 191 0,'-40'11'200'0,"6"0"-16"0,8-1-2 0,8-3-14 15,12-3-23-15,16-4-22 0,20-1-4 16,-10 1-10-16,56-10-19 0,-16 3-7 15,8 2 5-15,14-4-7 0,8 4-13 0,8-1-16 0,0 2-14 16,0 0-30-16,-2 2-36 16,-4 0-40-16,-6 2-55 0,-48 0-39 0,17 0-101 15,0 0-59-15,-3 0 1 0</inkml:trace>
  <inkml:trace contextRef="#ctx0" brushRef="#br0" timeOffset="28913.84">22551 18772 284 0,'-26'12'360'0,"6"1"-26"0,16-11-25 0,10-3-33 15,14-8-26-15,6-3-33 0,10-4-21 0,10-5-24 16,14-5-9-16,20-4-54 0,26-8-71 16,16-7-123-16,98-39-142 0,7-3-372 0,1-3 0 15</inkml:trace>
</inkml:ink>
</file>

<file path=ppt/ink/ink26.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1T09:55:45.446"/>
    </inkml:context>
    <inkml:brush xml:id="br0">
      <inkml:brushProperty name="width" value="0.05292" units="cm"/>
      <inkml:brushProperty name="height" value="0.05292" units="cm"/>
      <inkml:brushProperty name="color" value="#FF0000"/>
    </inkml:brush>
  </inkml:definitions>
  <inkml:trace contextRef="#ctx0" brushRef="#br0">22891 9810 53 0,'-2'-50'91'0,"10"23"-1"15,2 1 2-15,-2 3-24 0,4-1 1 0,-2 1-7 16,0-3 13-16,2 5-8 0,0 0-11 16,0 1 1-16,0 1 5 0,2 0-11 0,-4 2-7 15,0 1 4-15,-2 0-15 0,0 0 0 16,0 2-14-16,-2 3-21 0,0-2-10 15,0 4-47-15,2-3-84 0,0 1-105 0</inkml:trace>
  <inkml:trace contextRef="#ctx0" brushRef="#br0" timeOffset="1672.44">22393 9114 115 0,'-26'-46'123'0,"16"20"-12"0,0 0-5 16,0-1 7-16,-2 1-9 0,4 0 1 0,0-3-3 15,0 3-12-15,-2-1-6 0,2 2-3 0,2 0 3 16,0 2 3-16,-2-2-18 0,2 1 6 16,0-1-4-16,0 1-10 0,6-1-3 0,-4 0-2 15,0 0-2-15,4 0-3 0,0-2-11 0,0 1-5 16,0 0 8-16,0 12-13 0,0-6 3 15,0-5 9-15,16-30-2 0,-12 25-9 0,0-1 6 16,4-1 2-16,-2 1-4 0,0 3-12 16,2-2 20-16,0 1-10 0,0 1 1 0,0-2-3 0,4-2-8 15,0-1 10-15,0 3 3 0,0-3-9 16,4 1 4-16,0 0-16 0,2 0-4 16,0-5 7-16,4 3-7 0,2-5 8 0,2 4 2 15,-2-3-9-15,4 2 3 0,-2 0-9 0,2-1 10 16,-4-1-13-16,2 2 16 0,0 0-8 0,0 3-13 15,2-3 13-15,0 1-6 0,2 2 3 16,2-1-1-16,-2 5 10 0,0-3-8 0,4 2-4 16,0-2 16-16,4 2 1 0,2 0-10 15,-2 1 11-15,4 2-3 0,0 1 0 0,4-1-11 16,4 4 16-16,1-2-3 0,4 1 7 16,7 1 8-16,6 2-30 0,3 3 21 0,4 2-8 15,5-1 5-15,6 4-16 0,4 0 7 0,2 2-1 16,1 2 2-16,1-1-4 0,2 6-4 15,2 0 2-15,2 4 4 0,-52 0-15 0,25 0 10 16,10 0-3-16,90 19-2 0,-82-8 4 0,-3 3-3 16,-4 1-20-16,-2 3 21 0,-2 3-17 15,-2 2 17-15,0 3-5 0,-2 0 16 0,0 1-25 16,0 4 3-16,-2 2 10 0,-5 3-6 0,-1 2-3 16,0 3 10-16,-5 2-12 0,0 5 5 0,-1 2-3 15,0 3 6-15,-1 2-5 0,-2 4 5 16,-2 2 1-16,-1 2 9 0,-3 1-9 0,-3 4 4 15,-4 4-14-15,1-3 16 0,-5 5-3 0,-2 0 8 16,-4 0 7-16,-2 0-5 0,-4 1 8 16,-2 5 3-16,1 2-24 0,-5-2 13 15,-1-1 10-15,-6 0-1 0,1 0-11 0,-6-3-4 16,-2-2 5-16,-2 0-1 0,0-8 0 0,-8-3 3 16,0-31-14-16,0 14 3 0,-14 59-4 0,0-44 9 15,0-1-1-15,-4-3-13 16,-4-3 0-16,-4 0 25 0,-3-5-16 0,-3 0 4 0,-4-4-20 15,-2-1 3-15,-2-3 9 0,-6-1 0 16,-6-2 4-16,2-3-2 0,-6-1 13 0,-3-4-10 16,-3 1 5-16,-9-5 1 0,-4 1 0 15,-2-5 5-15,0 0 1 0,-6-1-9 0,-3-2 12 16,0-2 2-16,-4-3 4 0,-2-2-5 16,-2-1 8-16,-2-2 9 0,-3 2-5 0,2-7 5 15,-5-1 2-15,1 0-6 0,-2-3 5 0,50 0 1 16,-28 0 0-16,-14 0-1 0,-110-11 6 15,91 4-5-15,0 0-1 0,-4-2-3 0,3-1 0 16,-1-5 3-16,0 1-4 0,1-1 3 16,4-2 1-16,5-2 2 0,-1-3-5 0,2 0-4 15,-1-3 0-15,6 2-2 0,0-7-7 0,6 2 3 16,2-6 3-16,4-1-3 0,6-2 11 0,-4-4 5 16,6-1 2-16,2-4-13 0,6-2 14 15,0-5-30-15,6-3-6 0,2-4-8 0,4-4-12 16,4-3-21-16,5-2 4 0,3-5-14 15,4 1-3-15,4 3-5 0,2-1 0 16,4 2 7-16,3-1-10 0,4 1-1 0,3-1 1 0,4-1 16 16,0 2-16-16,4 1 13 0,3 1-6 15,2 3 4-15,5 0 7 0,3 1-5 0,3 35-18 16,11-60-9-16,6 33-48 0,15 0-42 16,13-1-50-16,14 2-762 0,10 3 0 0,10 4 0 15</inkml:trace>
</inkml:ink>
</file>

<file path=ppt/ink/ink27.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1T09:56:12.913"/>
    </inkml:context>
    <inkml:brush xml:id="br0">
      <inkml:brushProperty name="width" value="0.05292" units="cm"/>
      <inkml:brushProperty name="height" value="0.05292" units="cm"/>
      <inkml:brushProperty name="color" value="#FF0000"/>
    </inkml:brush>
  </inkml:definitions>
  <inkml:trace contextRef="#ctx0" brushRef="#br0">10032 3258 106 0,'0'0'110'16,"-13"0"1"-16,13 0-5 0,0 0 3 15,0 0-1-15,0 0-5 0,0 0-5 0,0 0-9 16,0 0-1-16,0 0-15 0,-15 0 0 0,15 0 3 16,0 0-12-16,0 0-5 0,0 0 5 15,-17 25-17-15,15-25 1 0,2 0-3 0,0 0 1 16,-1 2-8-16,1-2-5 0,0 0-2 0,-1 0-2 15,1 1-4-15,0-1-6 0,1 0 3 16,-2 0-4-16,1 0 2 0,0 1-6 16,0 1-4-16,0-1 9 0,0 1-7 0,1 2 7 15,0-1 0-15,1 0-1 0,0 1-1 0,0 0-7 16,0 1 1-16,1 0 3 0,0-2 0 0,-1 2-1 16,0-1-5-16,0-2 5 0,2 2 1 15,0 1-11-15,0-2 6 0,3 0 14 0,9-1 5 16,0 0 12-16,-7-2-14 0,7 0 5 0,26-15 4 15,-17 5-1-15,3-1-12 0,0-4 4 16,6 0-8-16,0-2-4 0,2-4 10 0,4 0-1 16,0-3-11-16,4-1-5 0,-1-5 1 0,2 3-1 15,1 1-10-15,0-3 10 0,2 0-13 16,3 2 6-16,1 1 3 0,-2-1-5 0,0 2-12 16,-2 3-7-16,-3 2-9 0,-5 1-20 15,-1 2-7-15,-5 2-18 0,-2 1-7 0,-1 2-13 0,-3-1-26 16,-3 5-21-16,3-3-10 0,-4 3-27 15,-6-5-62-15,0 5-63 0,1-2 1 0</inkml:trace>
  <inkml:trace contextRef="#ctx0" brushRef="#br0" timeOffset="3261.51">8902 4334 82 0,'0'0'114'0,"0"0"-6"0,0 0 6 16,0 0-15-16,0 0 5 0,0 0 6 16,0 0-3-16,0 0 2 0,0 0-15 0,0 0-2 15,0 0-7-15,0 0-4 0,0 0-9 0,0 0-15 16,0 0-3-16,0 0-7 0,0 0-5 16,0 0-1-16,0 0-4 0,0 0 1 0,0 0-8 15,0 0-4-15,0 0-2 0,0 0-5 16,0 0-1-16,0 0-2 0,0 0 1 0,0 0 0 15,0 0-2-15,12 20-1 0,-12-13-5 0,0 4 1 16,0-1 4-16,0 6-4 0,0 4 1 16,12 19 5-16,-8-14-7 0,2-2 2 0,1-1-5 15,1 1 5-15,1 3-3 0,2-1 10 0,1-1-4 16,1 1 9-16,1-3 0 0,2-3-5 16,1 4 4-16,2-7 1 0,0 0 2 0,3-1 1 15,2-3 11-15,3-3 2 0,4-4 8 0,11-4-2 16,-18-1-18-16,55-13-2 0,-19-1 14 15,5-4-14-15,5-2 6 0,3-2-12 0,5-2 15 16,2-3-5-16,0-1 8 0,4-3-8 0,0 1 10 16,0-2-10-16,0-2-11 0,0 0 15 15,3-2-5-15,2 1-11 0,3-1-2 0,3-4 3 16,2 1-13-16,3-3-8 0,4-3 10 16,-1 1-4-16,3-5-5 0,2 2-12 0,0-1 5 15,2 0-5-15,-1 2-2 0,-1 1-38 0,-1 2-37 16,-2 2-38-16,-5 4-63 0,-4 3-79 0,-5 2-247 15,-4 3 0-15</inkml:trace>
  <inkml:trace contextRef="#ctx0" brushRef="#br0" timeOffset="5687.09">8652 10702 37 0,'0'0'67'16,"0"0"3"-16,0 0-13 0,0 0 7 0,0 0-2 16,0 0-2-16,0 0 6 0,0 0-4 15,0 0-5-15,0 0 19 0,0 0-19 0,0 0 9 16,0 0-5-16,0 0-2 0,0 0-8 16,0 0 3-16,0 0 7 0,0 0 1 0,0 0 1 15,0 0-6-15,19 10 3 0,-19-2-1 16,-1 1-9-16,1 1-1 0,0 7-1 15,0 3-2-15,0 1-8 0,0 0-2 0,0 1-4 16,13 24 5-16,-8-29-5 0,-1 0 3 0,6-2 0 16,-1 0-9-16,2-4 2 0,2-2 3 15,4-3-8-15,3-5-4 0,-8-1-1 0,8 0-3 16,30-21 7-16,-17 4 0 0,6 0-2 0,1-8-5 16,4 1-8-16,1-2-1 0,5-3 10 15,0-1-13-15,5-2 4 0,5-1 7 0,-1-4 2 16,2 1 1-16,-1-3-3 0,0-3-4 0,-1 0-1 15,2-1 8-15,-1 3-10 0,0-1 6 0,54-33-5 16,-62 42-7-16,-1-2 1 0,-3 2-14 16,-6 2 0-16,1 2-19 15,-6 3-32-15,0 1-33 0,-3 1-30 0,-3 2-18 16,-2 1-60-16,-2 1-182 0,-2 2 0 0</inkml:trace>
  <inkml:trace contextRef="#ctx0" brushRef="#br0" timeOffset="42551.49">4224 4537 113 0,'0'0'116'0,"0"0"-8"0,0 0 1 16,0 0-14-16,0 0 1 0,0 0-13 0,0 0-7 15,0 0-8-15,0 0-3 0,0 0 2 0,0 0-11 16,0 0 5-16,0 0-5 0,0 0-14 0,0 0 4 15,0 0 0-15,0 0 4 0,0 0-7 16,0 0-1-16,0 0 0 0,0 0 3 0,0 0-3 16,0 0-4-16,0 0 3 0,0 0 3 15,0 0-2-15,0 0-7 0,0 0 6 0,0 0 5 16,0 0-6-16,0 0-10 0,0 0 2 0,0 0 9 16,0 0-3-16,0 0 4 0,0 0-4 0,0 0 1 15,0 0 2-15,0 0 0 0,0 0-12 16,0 0 6-16,0 0 0 0,0 0-9 0,0 0 20 15,0 15-18-15,-20 6 11 0,22-16-9 0,0 1-3 16,2 0-2-16,-2-1 4 0,4 8-12 16,6 1 18-16,1-5 24 0,5-1 29 0,4-4-1 15,-7-4 8-15,9 0-2 0,40-13-1 16,-23 2-4-16,7-4 3 0,6-5 5 0,2-3 14 16,5 2-12-16,5-5-6 0,2-4-9 0,3 1-2 15,3-1-14-15,1-4-1 0,4 4-5 16,-3-6-3-16,4-1 1 0,0-1-16 0,6-1-1 15,0-3-7-15,6-3 6 0,2 0-13 0,-2 0-12 16,8-2-3-16,-6-1-10 0,0 1-34 16,2 3-44-16,-4 1-23 0,-1-1-49 0,-3 1-35 0,0 4-29 15,-5 3-709-15,-2 4 0 0,-8-2 1 16</inkml:trace>
  <inkml:trace contextRef="#ctx0" brushRef="#br0" timeOffset="62091.28">12942 12066 80 0,'-14'0'123'0,"14"0"1"0,0 0-8 0,-14 0-2 16,14 0 5-16,-20-21 3 0,18 19-15 15,-1 2 4-15,0 0 4 0,1 0-7 0,-1 0 2 16,2 0-7-16,-2-2-6 0,2 2 18 0,-1 0-14 16,1 0 14-16,0 0-6 0,-1 0-6 0,1 0-25 15,0 0 6-15,-1 0-15 0,1 0 4 16,1 2-8-16,-1-2 4 0,1 0-14 0,0 0-7 16,0 0-4-16,0 0-3 0,0 0-1 0,0 0-12 15,0 0 3-15,0 0-22 0,0 0 18 0,0 0-6 16,0 0-2-16,0 0 0 0,0 0-4 15,0 0 6-15,0 0-4 0,-8 0-8 0,6-2 9 16,2 4-14-16,0-2 9 0,0-2-1 0,0 4 3 16,0-2-8-16,0 0 3 0,0 0-7 15,2 0-1-15,-2 0 7 0,0-2-14 0,0 4 26 16,2-2-11-16,1 0 2 0,5 0-1 16,11-2 6-16,-9 2-3 0,8 0 2 0,4 0-3 15,5 0-1-15,2 0-2 0,3 0 16 0,1 0 0 16,2 0-5-16,-2 0 15 0,38-9-2 15,-35 7-8-15,-19 2 7 0,11 0 3 0,6 0-6 16,2 0 6-16,1 0 4 0,2 0-5 0,41 15-2 16,-39-13-2-16,2 0 6 0,1 1-10 15,-1 1 2-15,1-2 3 0,0 0-6 0,1 0 1 16,-1 2 5-16,0 0 0 0,3-1-9 0,1-3-2 16,0 4 3-16,1-3-2 0,4 2 5 15,2-2 6-15,1-1-6 0,1 2 4 16,1 1 3-16,2-2-12 0,-2 0 1 0,2 1 3 15,-2-2-6-15,-2 1 6 0,1-1-7 0,-3 1-3 16,5 0 6-16,-3 1-3 0,0 1-6 16,3-3-2-16,-2 0 5 0,3 1-5 0,-31-1 6 15,17 0-16-15,8 0 2 0,3 0 5 0,3 0 4 16,0 0-5-16,0 0 4 0,-2 0-7 16,-2 0 1-16,0 0 0 0,-1 0-2 15,-1 0-3-15,-2 0 7 0,-2 0-9 0,-2 0 3 16,-2 0-8-16,44 13 4 0,-49-12-3 0,0 2 1 15,-2 0 6-15,-2-2-11 0,-1 2 1 0,-2-3-7 16,-2 2 6-16,0 2-4 0,2-2 11 0,-2 1-4 16,-2 0 5-16,2 0-11 0,-4 0 2 15,2-1 0-15,0-1 3 0,-2 2 1 0,0-1 2 16,0 2 2-16,-2 0 10 0,2-2-4 0,2 0-6 16,-2 1 3-16,0-2 6 0,4 2-4 15,2-1 3-15,-2 0-11 0,2-2 11 0,0 6-1 16,0-5-1-16,0 1-3 0,0 1-3 0,0-2 9 15,-1 2-6-15,3 0 5 0,3-3-8 16,1 5 9-16,1-2-3 0,0-2-3 0,3 1 4 16,2 2-1-16,0 0-1 0,2-2 3 15,1 3-6-15,2-1 0 0,4 2-2 0,1-2 12 16,0 1-8-16,1-3 4 0,0 4-4 0,1 0 1 16,-2-1 4-16,1 3-4 0,-1-3-2 15,2 2 1-15,-2-1 0 0,0 0 6 0,-3 0-4 16,5 0-2-16,-4 2 0 0,2-2-3 15,0 1-1-15,0 0 4 0,3-2 7 16,0 1-2-16,-2-1-10 0,0-1 0 0,-1 1 1 16,-1-2-5-16,-3 3 3 0,0 0 9 0,-3-3-2 15,2 1-11-15,0-2 5 0,-1 1 2 0,0 0 1 16,0 0 2-16,-2-2-2 0,0-1 5 16,1 1-9-16,-4 1 5 0,2-2-6 0,1 0 6 15,-25 0-2-15,13 0-2 0,5 0 3 0,3 0-1 16,1 0 5-16,1 0-6 0,-2 0 7 15,1 0 0-15,0 0-1 0,-1 0 6 0,-1 0-10 16,0 0 10-16,-2 0-10 0,0 0 0 16,-1 0 5-16,-2 0 3 0,0 0 0 0,0 0-7 15,-2 0 9-15,-2 0 2 0,-3 0-8 16,-2 0 3-16,-2 0-1 0,-2 0-8 0,-2 0 10 16,-2 0-1-16,-3 0 0 0,-2 0-4 0,-4 0 2 15,-2 0 10-15,-2 0-8 0,0 0-3 16,0 0 1-16,-8 0 1 0,8 0 3 15,-1 0-5-15,-7 0 1 0,8 0 5 0,-8 0-4 0,8 0-2 16,-8 0 5-16,7 0-5 0,-7 0 6 16,0 0-7-16,6 0 1 0,-6 0-4 15,0 0-16-15,7 0-55 0,-7 0-62 0,0 0-104 16,8 0-782-16,3-3 0 0,-11-4 1 0</inkml:trace>
  <inkml:trace contextRef="#ctx0" brushRef="#br0" timeOffset="116415.93">12798 13970 14 0,'0'0'106'0,"0"0"-11"0,0 0 1 0,0 0-12 15,0 0-2-15,0 0-1 0,0 0 2 16,0 0-7-16,0 0-5 0,0 0 4 0,0 0-4 16,0 0 4-16,0 0-3 0,0 0-4 0,0 0 2 15,0 0-8-15,0 0-8 0,0 0 0 16,0 0-2-16,0 0 0 0,0 0-8 0,0 0-9 15,0 0-2-15,0 0 5 0,0 15-8 16,0-15-1-16,0 0-9 0,-26 21-4 0,19-19 5 16,-4 7-2-16,-3-3 3 0,-1 2-3 0,0-1-7 15,0 0-2-15,1 2 2 0,0 0-2 0,1-1 6 16,-3 2-7-16,-3 1-1 0,1 0 5 16,-2 4-2-16,-2 0 3 0,2 0-2 0,-2 2 2 15,0 0 4-15,0 4 1 0,-1 2-8 0,-1-1 4 16,1 0 3-16,1 2 4 0,-1 2-10 15,2-2 2-15,1 1 6 0,0-2 5 0,4 1-9 16,-2-1-4-16,4-1-1 0,0 1 4 16,2 2-8-16,4-3 8 0,4-1-2 0,2-1 2 15,2 1-8-15,0-11-2 0,13 22-2 0,-1-12 8 16,4-5-4-16,3 5-5 0,5-5 7 16,0-2-3-16,-2-2 4 0,2 4 0 0,3-1-10 15,0 0 6-15,-2 2-9 0,2 1 5 0,-5 0-4 16,4-1 3-16,-5 2 11 0,2 4-12 15,-2-2 11-15,-2 4-7 16,-2-1 15-16,-2-1-16 0,-2 1 15 0,2 1-7 0,-5 2 4 16,-2-2 4-16,2-2-1 0,-4-3 11 15,-3 1-13-15,-2-5 7 0,-1-3-7 0,0-12-1 16,0 15 11-16,0 2-2 0,-16 18-2 0,7-19-4 16,-4 3 11-16,-5-1-13 0,1-2 4 15,-2 1-17-15,-2 0 8 0,-2 0-13 0,-2-1 6 16,-2 1 0-16,-1-1-10 0,0 0 6 0,3-4-22 15,1-1-11-15,-3 2 4 0,3-2-11 16,4 0-13-16,2-7-5 0,0 1-27 0,6-4-19 16,12-1 1-16,0 0-39 0,-13-13-13 15,13 6-51-15,5-12-214 0,6-2 0 0</inkml:trace>
  <inkml:trace contextRef="#ctx0" brushRef="#br0" timeOffset="116787.25">13221 14258 87 0,'-4'-9'173'0,"0"3"-13"15,1 1-5-15,0 0-9 0,1 3-1 16,0 2-9-16,0 4-6 0,-1 0-21 0,0 2-7 16,-1 14 0-16,0 1-14 0,2 2-12 15,0 1 6-15,1 2-12 0,0 5-4 0,1-16-16 16,0 9 1-16,0 5-1 0,10 33-9 16,-4-21-10-16,-1-1 5 0,3 4-5 0,1 2-1 15,2 1 3-15,2 1 1 0,3-1-1 0,2-5-12 16,0 2-7-16,5-2 8 0,0-2-9 15,1-4-19-15,1-3-7 0,3-2-1 0,-1-5-14 16,2-2-21-16,-2-5-20 0,1-5-14 0,-1-3-29 16,1-4-48-16,-16-7-73 0,4 0-155 15,16-20 0-15</inkml:trace>
  <inkml:trace contextRef="#ctx0" brushRef="#br0" timeOffset="116982.28">13490 14766 92 0,'-11'-16'177'0,"3"1"-6"16,0 2 3-16,3 2-5 0,1 1-13 0,1 0-16 16,3 1-18-16,0 9-7 0,0-7-13 15,0-7-20-15,19-13 5 0,0 9-16 0,2 2-17 0,4-4 3 16,12 1-13-16,4-2-14 0,6-1-17 16,2-1-13-16,3 1-47 0,3-1-19 15,-3 2-29-15,0-2-26 0,-2 3-20 0,-3-1-50 16,1-1-67-16,-4 2 23 0</inkml:trace>
  <inkml:trace contextRef="#ctx0" brushRef="#br0" timeOffset="117452.56">14691 14165 166 0,'10'21'173'0,"-5"-1"8"0,2 9 12 16,-2 1-17-16,-1 7-8 0,-3-2-5 0,-1-17 0 15,0 9-20-15,0 9-9 0,-13 47-7 0,6-39 3 16,-1 4-33-16,0 2-2 0,0-2-4 16,0 1-11-16,1-3-19 0,2 1 2 0,-2-8-10 15,3 0 4-15,-1-4-16 0,1 1 4 16,1-4-5-16,-1-6 8 0,2-5 17 0,-4-2 14 16,5-4 7-16,0-5-3 0,-1-3-7 0,0-5-14 15,2-2-2-15,0 0-10 0,-12-32-13 0,5 4-15 16,0-4-9-16,1-8-20 0,2-2-10 15,0-5-6-15,2-5-11 0,2 24 7 16,0-15-26-16,11-61 8 0,-3 41 0 0,5 1 0 16,-2 1-12-16,5 1 13 0,0 5 9 15,1 2 9-15,1 6-9 0,-1 5 0 0,2 1 9 16,-2 7-1-16,-1 4 14 0,0 3 7 0,2 7 6 16,-1 1-6-16,0 0-6 0,-1 7 3 0,-1 4 12 15,-2 6 5-15,-13 2 3 0,7 0-2 0,5 29 8 16,-12 1 1-16,0-14 2 0,-16 43-15 15,-1-13 5-15,-2 1-15 0,-5 3 4 0,1-1 3 16,-2-2 12-16,0-2-6 0,3-5 2 0,1-4-7 16,-1-4-7-16,5-3 0 0,1-5 1 15,1-2-10-15,3-1-21 0,3-10-39 0,0-5-55 16,9-6-57-16,-3-9-56 0,7-10-295 16,4-10 1-16</inkml:trace>
  <inkml:trace contextRef="#ctx0" brushRef="#br0" timeOffset="117808.15">15202 13702 121 0,'19'-17'187'0,"-6"2"-17"0,-2 10 17 0,-5 7-6 0,-6-2-16 16,9 23-5-16,-11 4-13 0,2-12-13 16,-13 36-9-16,2-8-7 0,-2 7-7 0,-3 6-13 15,0 3-14-15,0 3-10 0,1 0-2 16,2-1-7-16,1 0-7 0,1-4-6 0,4-3 17 0,3-1 1 15,0-7 27-15,4-5 7 0,0-23-11 16,0 7 3-16,12 31-24 0,-4-31 4 0,6-10-15 16,6-5-6-16,5-9-15 0,-10-1-6 15,33-18 11-15,-9 0-26 0,5-2 9 16,3-1-19-16,-3 0 4 0,-1 1 13 0,-6 2-24 16,-5 3 19-16,-1 3-9 0,-7-2 3 15,1 5 6-15,-3 1-4 0,-2-1-6 0,-3 3-19 16,-6 1 6-16,-2 3-11 0,0 2 24 0,-9 0-10 15,0 0 4-15,20 18-13 0,-13-3 25 0,1 3-31 16,-4 0 14-16,3 3-4 16,-2 5-9-16,2-1-27 0,-1 0-38 0,1 3-39 0,1-1-29 15,1 1-54-15,1 0-502 0,0-3 0 16,2-1 1-16</inkml:trace>
  <inkml:trace contextRef="#ctx0" brushRef="#br0" timeOffset="118569.97">16715 14168 151 0,'-2'-3'189'0,"0"-2"-8"0,2 5 2 0,-2 0-8 16,0 5-12-16,0 3-10 0,-2 14 3 0,-2 5-15 16,0 0-15-16,-4 6-5 0,0 5-17 15,0 1-6-15,-2 7-7 0,0-1-13 0,0 2 6 16,0 1-25-16,2-3 9 0,0 2-24 0,0-2 5 15,4-3-1-15,0-3-5 0,0-5-7 16,0-4-8-16,2 1-10 0,-2-7 18 0,4-3 21 16,-2-4 30-16,0-3 5 0,4-10-5 0,-4-1-14 15,4-3-17-15,0 0-15 0,-10-28-1 0,4-5-27 16,2-2-3-16,2-5-10 16,0-4-19-16,2-5-2 0,0-4-5 15,0-1 2-15,0 26 3 0,0-12-16 0,0-9 5 0,14-51-11 16,-4 50 5-16,2 2-2 0,4 2 12 15,4 3 7-15,0 2-3 0,6 5 3 0,4 3 0 16,2 2-2-16,2 4 5 0,48-15 7 16,-38 27 7-16,2 4 2 0,0 9 0 15,-3 0 11-15,-22 2-21 0,38 13 10 0,-26-1-1 16,-5 13-4-16,-9 8 11 0,-8 9 9 16,-7 7-11-16,-4-23-1 0,-20 61-6 0,1-30 1 15,0-3 7-15,-2-4-4 0,-2-3-6 16,5-6 17-16,-4-7-10 0,5 1-5 0,4-6 7 0,-1-4-2 15,1-1-2-15,0-3-3 0,2-2 22 16,0-2-13-16,7-5-3 0,4-3 8 0,0-9-7 16,0 0-3-16,26 18 3 0,-6-13 2 15,1 0 4-15,2 0-6 0,-1 1-5 16,1 0 0-16,-3 2 2 0,0-1-2 0,-1 1 18 16,-5-1-11-16,1 1 12 0,-3 1 12 0,-3 6 13 15,2-1 0-15,-7-3 0 0,-3 1 5 0,-1-12-11 16,0 16 11-16,-13 22 3 0,0-15 0 15,-3-1-5-15,-4 3-20 0,-3-1 19 0,-4 3-10 16,-2-2-10-16,-6-1-12 0,1 0 6 16,-8-3 5-16,2-1-21 0,-4-2-15 0,0-3-5 15,-6-1-21-15,0-4-44 0,0-3-20 0,-4-3-29 16,26-4-53-16,-12 0-58 0,-52-24-391 16,40 7 1-16</inkml:trace>
  <inkml:trace contextRef="#ctx0" brushRef="#br0" timeOffset="118991.88">16501 12832 126 0,'6'-26'161'0,"2"9"-17"0,0 4-2 16,0 9-1-16,-2 5-14 0,8 9-8 16,-4 8-7-16,2 11-6 0,-4 0-13 0,2 9-10 15,0 7-4-15,-4 12-3 0,0 11-10 0,-6 9-5 16,0-36 1-16,0 25-8 0,0 15-9 0,-16 102 11 16,8-75-8-16,-4 3 11 0,2 1-4 0,0 0 2 15,2 0 8-15,-4 0-8 0,4-2 13 16,0 1-24-16,2-1 11 0,2-3-2 15,0-3-3-15,4-3 4 0,0-53 1 0,0 23-9 16,0 10-15-16,0 2 8 0,10 81 3 0,-8-85-13 16,2-3 6-16,-2-4-15 0,2-4 6 15,0 0 9-15,0-5-9 0,0-5-9 16,0-3 12-16,-2-2-5 0,4-4 3 0,-4-5-8 0,4-1 3 16,-4-4-12-16,2-5-8 0,2-2-26 15,-2 2-19-15,2-5-29 0,4-3-29 0,-2-4-28 16,8-10-49-16,8-8-45 0,-10-4-366 0,32-13 0 15</inkml:trace>
  <inkml:trace contextRef="#ctx0" brushRef="#br0" timeOffset="119578.4">18344 14787 44 0,'-3'-1'160'0,"2"2"-13"0,-2-1-8 16,2 0 1-16,1-1-6 0,3-1-11 0,1 0-3 15,15-4-10-15,3-4-14 0,6 0-2 16,0 0-9-16,12-1-3 0,4-1-12 0,6 1-11 16,6 0-7-16,2 0-5 0,1 0-14 0,1 2-12 15,-3-2-12-15,-3 4-27 0,-6 0-15 16,-6 0-46-16,-3 3-29 0,-7-1-48 0,-5 0-75 16,-7 3-54-16,-11 0 0 0</inkml:trace>
  <inkml:trace contextRef="#ctx0" brushRef="#br0" timeOffset="119779.87">18624 15003 34 0,'-12'13'201'16,"4"-4"-2"-16,4-1-11 0,2-6-5 16,2 0-26-16,6 0-4 0,10-8-16 15,3-4 1-15,9-1-26 0,7-3-14 0,5-2-1 16,4-2-15-16,5-3-27 0,0 0-29 15,2-4-13-15,-2 0-35 0,-1-2-36 0,-2-4-45 16,-1-1-87-16,-6-2-111 0,-2-2 1 0,-5-1 0 16</inkml:trace>
  <inkml:trace contextRef="#ctx0" brushRef="#br0" timeOffset="120103.12">18848 13638 97 0,'-18'-17'193'0,"6"2"-17"0,5 9 2 0,10 3-10 0,5 5-6 15,13 7-21-15,3 5 3 0,7 7-20 16,5 6-18-16,4 5-13 0,1 9 6 0,2 9-22 16,-1 8 5-16,1 10-19 0,-2 10-8 0,1 2 2 15,-1 8-7-15,0 1-8 0,2 4-2 16,-2 0 12-16,0 5-13 0,-1 2 8 0,1-4 10 15,-1-3-14-15,-2-2 3 16,-2-7-7-16,-4-4 0 0,-4-5-8 0,-4-7 1 0,-6-5-4 16,-4-5-8-16,-9-2 21 0,-5-31-12 15,-12 49-5-15,-9-29 29 0,-13-3-14 0,-6-4-1 16,-9-4-12-16,-8-3 10 0,-10-5-18 0,-6-4-20 16,-9-5-12-16,2-2-28 0,-2-3-24 15,1-3-32-15,6-7-40 0,3-2-61 0,40 0-105 16,-57-17-212-16,42 2 1 0</inkml:trace>
  <inkml:trace contextRef="#ctx0" brushRef="#br0" timeOffset="120916.22">20677 14571 122 0,'-5'-2'180'0,"-1"-1"-12"0,-6-7 8 0,3-1 0 15,1 1-16-15,1-1-9 0,1 0-5 16,0 0-7-16,4 1-20 0,-1 0-21 0,0-7-13 15,3 6-3-15,0-6-1 0,14-23-10 16,-5 16-16-16,4 1-3 0,3 0 3 0,6-2-3 0,6-3-20 16,4 4 0-16,4 0 4 0,5-3-7 15,3 2-4-15,1 3 11 0,3 1-11 0,2 3 7 16,-2 2-9-16,0 5-1 0,0 4 4 16,-1 1 0-16,-3 6-4 0,-24 0 2 0,37 13-8 15,-24 4-5-15,-3 3 17 0,-8 7-6 0,-6 9-9 16,-5 4-9-16,-6 7 14 0,-5-23-2 15,0 17-4-15,-20 59-11 0,6-41 6 0,-5 3 11 16,-1-3-8-16,-3-1-5 0,-1-7 5 0,-1-1 17 16,1-5-1-16,-1-6 16 0,-2-1 6 0,-1-4 21 15,0-6-13-15,0-2 6 0,-4-6-2 16,0-7 4-16,0-2-23 0,0-5-9 0,-2-4-6 16,16-2-22-16,-38-12 4 15,20-1-14-15,0 0-16 0,2-4 7 0,2-2-5 16,3-3-7-16,2-2 12 0,5-2-15 0,3-2 8 15,4 3-2-15,9-6-10 0,4-1-34 0,2 16-18 16,20-26-25-16,3 14-18 0,5 2-36 0,9-1-24 16,7 2-60-16,3 2-277 0,2-1 0 15</inkml:trace>
  <inkml:trace contextRef="#ctx0" brushRef="#br0" timeOffset="121224.45">21957 14661 146 0,'1'-2'226'0,"0"-1"-7"16,-1-1-9-16,2 0-13 0,-2 1-30 0,0-1-7 16,1 1-29-16,-1-1-6 0,1 1-3 0,-1 1-1 15,0-3-14-15,0 4-26 0,2-2 5 16,-2 1-12-16,0 0-9 0,1 0-9 0,-1 1 3 15,1 0-8-15,1 0 0 0,-2-2-11 0,0 3-15 16,0 0 1-16,0 0-4 0,0-2 2 16,0 5-26-16,1-1-20 0,0 1-35 0,2 3-26 15,-2 0-32-15,6 9-59 0,-4-4-73 0,6 3-226 16,6 2 0-16</inkml:trace>
  <inkml:trace contextRef="#ctx0" brushRef="#br0" timeOffset="121863.27">22575 14174 78 0,'-8'-13'164'0,"0"0"-3"16,-2-2-2-16,6 5 4 0,-4-2-8 15,2-2-14-15,2 3-4 0,0-1-14 0,2 3-12 16,0-2-10-16,0 1-19 0,2 0-5 16,0-5-14-16,12-19 2 0,-2 13-2 0,2 1-7 15,2-1-8-15,6 0-11 0,2-2-6 0,0 1-2 16,4-1 0-16,4 0-10 0,0 1 6 0,8 1-3 15,4-1-4-15,4 2 4 0,6 2-11 16,2 1 5-16,2 4-3 0,0 0-2 0,-4 5 2 16,-2 2 9-16,-2 1-13 0,-27 5-5 15,10 0 14-15,1 0-3 0,32 18-7 16,-39-1 10-16,-6 1-7 0,-6 6-9 0,-12 6 5 16,-1-15-2-16,-30 37 6 0,0-9-11 15,-8 7 0-15,-5 5 13 0,-5 4 4 0,-4 5-11 16,-3 3 13-16,-1 2-3 0,0 3-9 15,-4 2 6-15,4-2-6 0,4 1 5 0,4 1 2 16,6-1-2-16,6-5-14 0,6-2 11 16,8-4 0-16,6-1-7 0,6-6 7 15,6-3 5-15,4-30-9 0,0 9-2 0,24 33-3 16,-8-33 5-16,2-9 0 0,4-2-5 16,0-8 0-16,8-4 12 0,-4-7 3 0,-12-1 16 15,30-13 19-15,-20 2-1 0,-2-6 19 0,-4-5-5 16,0-1-12-16,-2-8 8 0,-6-2-20 0,-4-3-24 15,-4-4 11-15,-2 17-14 0,-12-44-19 0,-2 21-1 16,-6-5 1-16,-4 0-13 0,-8-3 2 16,-4-1-7-16,-4 1-4 0,-2 0-8 15,-2 1 6-15,0 2-3 0,4 4 7 16,-2 2 5-16,4 4 0 0,2 0-2 0,4 7-1 0,4 2-7 16,4 3-4-16,6 2-23 0,8 3-29 15,6 1-39-15,4 13-45 0,22-16-67 16,0 12-254-16,6 4 1 0</inkml:trace>
  <inkml:trace contextRef="#ctx0" brushRef="#br0" timeOffset="122265.8">23733 14600 7 0,'-8'2'176'0,"0"-2"-15"0,2 1-14 0,2 1 0 16,0-1 0-16,3-1-12 0,2 3 2 0,5-1-8 15,12 0 7-15,8-1-13 0,-9-1-9 16,11 0-18-16,8 0-10 0,9 0-9 0,5 0 5 16,58-12-17-16,-48 11 11 0,1-3-16 0,-1 0 1 15,-2 3-18-15,-6-1-3 0,0 0-5 16,-6 0-9-16,-6-2 0 0,-2-1-19 0,-2-1-31 15,-2 1-43-15,-2 0-34 0,-2-4-89 16,-2 0-195-16,-1-3-8 0,-2-1 0 0</inkml:trace>
  <inkml:trace contextRef="#ctx0" brushRef="#br0" timeOffset="122709.87">25787 13672 27 0,'0'-2'178'0,"0"2"-12"0,0 0 1 0,1 4 2 15,2 3-4-15,1 12-8 0,-1 4-17 0,2 7-6 16,-4 2-10-16,-1 4-7 0,0-17-1 16,0 11-21-16,0 11 7 0,-17 50-16 0,9-33-2 15,-1 2-22-15,-1 1-11 0,1 3 4 16,-2-1-4-16,2-1-4 0,1 2-2 0,-3-1-8 15,6-2-5-15,-2 1 7 0,3-3-12 0,0-3-2 16,2-1-1-16,-1-2-5 0,2-5 15 0,-3 1-7 16,2-7-9-16,1 1 7 0,1-3-7 0,0-6-7 15,0-15-30-15,0 6-26 0,0 2-27 16,0-2-32-16,0-4-43 0,0-3-43 0,0-6-123 16,9 3-133-16,-2-15 0 0</inkml:trace>
  <inkml:trace contextRef="#ctx0" brushRef="#br0" timeOffset="122983.81">26357 14572 4 0,'-6'-18'280'0,"2"5"-13"0,0 1-4 15,2 6-22-15,0-1-22 0,0 2-17 16,2-1-25-16,-2 2-24 0,1 0-10 0,0 0-3 16,-1 2-21-16,2-1-11 0,0 1-19 15,0 2-25-15,0 0-3 0,0 0 1 0,0 0-16 0,11-10-36 16,-8 9-13-16,1-1-22 0,-2-1-28 16,2 0-39-16,2 1-16 0,-1 0-47 0,10-3-51 15,1-1-296-15,1-1 0 0</inkml:trace>
  <inkml:trace contextRef="#ctx0" brushRef="#br0" timeOffset="123417.75">27328 14355 68 0,'-6'-20'218'15,"-1"1"12"-15,2-3-5 0,3 8-3 16,0-7-28-16,2 0-4 0,0 10-40 0,12-21-10 16,0 10-25-16,2 3-8 0,10-4-14 15,6 3 6-15,7 0-19 0,7 0 4 0,7 2-23 16,-1 1 9-16,6 3-12 0,-1 2 0 0,2 1-18 15,-2-1 12-15,-3 6-8 0,-4 1-7 0,-6 3-6 16,-4 0 2-16,-21 2-17 0,6 0 4 16,21 23 7-16,-34-5 3 0,-10-4 1 0,-17 29 2 15,-7-6 6-15,-8 4-17 16,-5 3 0-16,-5 3-6 0,1 4-1 0,0-3 13 0,3 4-7 16,5-4-4-16,5 4 6 0,5-5 31 15,7 3 14-15,7-4 8 0,6-3-1 0,3-22 1 16,24 37-12-16,-1-23-2 0,9-6-1 15,7-2-10-15,3-3-8 0,12-6-12 0,7-2 0 16,4-4-13-16,5-3-27 0,4-5-29 0,-32-4-56 16,22 0-60-16,88-11-42 0,-60 4-50 15,2-5-512-15,2 0 0 0,1 0 0 0</inkml:trace>
  <inkml:trace contextRef="#ctx0" brushRef="#br0" timeOffset="126651.08">19842 12916 73 0,'18'-16'133'15,"-5"16"-9"-15,10-26-9 0,-18 23-14 16,-1 0-6-16,0 2-8 0,0-2-3 0,-1 3-1 16,1 0-3-16,-4 0 7 0,0 0-11 15,0 0 2-15,10 16-8 0,-8-9 7 0,2 12-15 16,-3 1 0-16,0 4-2 0,-1-11-9 16,0 9-2-16,-13 29-8 0,5-17 5 0,1 4-1 15,-2 3-12-15,0 5-3 0,-3 3-5 0,0 4 0 16,0 1 5-16,-3 3-6 0,0 2 10 15,-1-1-1-15,0 5-6 0,-1-2 3 0,1 3-7 16,-1 2-3-16,-2 4 0 0,3 0 6 0,0 1-7 16,3 1 9-16,-2-1 2 0,0-2-1 0,1 3-12 15,2-1 1-15,4-3 9 0,0 1-6 16,-3 1-7-16,-1 1 2 0,0-1 7 0,0-2-6 16,0-2-3-16,1 0 6 0,-1-1 7 0,2-3 0 15,-1-2-8-15,0-1-1 0,2-3 10 16,0-1-3-16,-1-4-1 0,1-2 10 0,0-2-3 15,1-5 11-15,0 1-23 0,2-6 4 16,2 1 16-16,0-4-2 0,0-2-1 0,3 2-5 16,1-18 4-16,0 7 14 0,0 2-11 15,0 0-10-15,16 23 16 0,-4-27-20 0,0-1 11 16,5-2-8-16,3-4 3 0,0-2-8 16,4-2 11-16,4-1-26 0,4-2 19 0,3-2-11 0,5 1 5 15,3 2 9-15,3-4-14 0,4 2 5 16,2-3-16-16,2 3 19 0,2-2-16 0,4 2-8 15,2 1 5-15,2 0-3 0,2-1 8 0,4 2-19 16,-1-1 14-16,4 1 6 0,3 1-17 16,0-1 13-16,4 2-9 0,2-2 4 0,0 2 7 15,0-4-21-15,2 4 14 0,4-1 6 16,0 1-13-16,4-2 19 0,-4 2-16 0,0-2 5 16,0 1-17-16,0 2 9 0,-1-2 6 0,3-1 9 15,2 1-18-15,0 1 13 0,4-2-9 16,0 1 8-16,0 3-5 0,-2-5-7 0,4 1 12 15,4 0 9-15,2 1-13 0,0 0-12 0,-2 0 4 16,4-1 1-16,-2 2 16 0,0-1-17 0,2 0 20 16,-2 1-10-16,1-3 4 0,-1 3 2 15,3 1-7-15,-3-1-1 0,2 1 14 0,1-1-10 16,-1 0 20-16,2 4-14 0,4-3-11 0,0 2 2 16,0-2 6-16,8-1-9 0,-1 1 4 15,0 1 6-15,1-1-12 0,1-2 12 0,3 3 6 16,-1-3 7-16,-3 1-4 0,1-1-3 15,3 0 8-15,-1 1-8 0,2 3 1 0,1-7 7 16,3 2-8-16,6-3 4 0,0 2 0 16,5-1-10-16,-1-4 11 0,-3 1-2 0,4 0-1 15,1-3 1-15,-71 0-12 0,35 0 2 0,18 0 9 16,6 0 8-16,5 0-9 0,1 0 0 16,134-13 3-16,-138 8 3 0,0-1-18 0,-3-3 12 15,2 0 5-15,-3 1-5 0,-5-1-16 0,1-2 10 16,-3 2-1-16,-2-1 3 0,2-3 4 15,-1 1-10-15,-4-1 1 0,-3 0 9 16,0 0 0-16,2 0-8 0,0 0 5 16,-4 0 2-16,-3 1-9 0,-3-2-1 0,-2 3 8 15,-6-4-15-15,-4 4 6 0,-6 0-6 0,-3 0 2 16,-4 0 5-16,-6 2-6 0,-6-4 7 0,-3 3-7 16,-6 1 15-16,-2-2-14 0,-5 1 8 15,-3-1-9-15,-3 0 9 0,-5-1-7 0,0 1 12 16,-4 0-8-16,0 2 3 0,-7-3-14 0,2 1 3 15,-3 0-6-15,0-1 13 0,-1 1-1 16,-2-1-10-16,-1 1 7 0,0 0 7 0,-3-3-9 16,2 0 0-16,1 1-5 0,-1-1 14 15,-3-3-7-15,-3 2-12 0,0 0 8 0,1 0 8 16,-2-4-2-16,0 0-1 0,-3-2-4 16,2-1 4-16,-3-3-1 0,1 3 12 0,2-1-12 15,-5-5 5-15,1 3 2 0,-2-3-1 0,1-2-2 16,-2-2-3-16,2 0 13 0,-2-3-16 15,2-5 2-15,-2 0 4 0,-2-1 6 0,1-4-13 16,-1 2-1-16,0-7-2 0,-4 2 12 0,0-4-8 16,0-4 6-16,-2 29-4 0,0-16 8 15,0-8-5-15,0-2-2 0,-16-60 8 0,7 53-3 16,-1-4-14-16,-5-5 9 0,-1 2-2 16,-3 2 5-16,-1-2-10 0,-5 1-5 0,-2-1 10 15,-1 3 9-15,-2 0 1 0,-4 0-11 0,-2 2 3 16,-1-1-9-16,0 0 4 0,-5 0-1 15,-3 4 5-15,1-1-7 0,-3 1 7 0,2 1 3 16,-6 1-10-16,-2 2-7 0,-3 2 17 16,0 1-12-16,0 3 2 0,-1 0-1 0,-2 5 4 15,1 1-15-15,-4 1 2 0,2 3 0 0,0 2 6 16,0 0-4-16,0 5 1 0,-2-2 7 16,2 5-4-16,-3-1-9 0,0 3-10 15,-2 2 22-15,0-2-22 0,-4 1 22 0,1 6-5 16,-1 1 11-16,0-1-2 0,-5 2-16 15,1 4 20-15,-3 1-7 0,-1 1-2 0,-3 1-6 16,-3 2 10-16,-1-2-4 0,-1 5 0 0,2 2-7 16,-1-2 3-16,-3 3 6 0,-1 1 10 15,-2 0-15-15,-2-1-4 0,0 2 17 0,0 1-4 16,-1-1-1-16,-3 1 3 0,3 0 6 16,45 0-3-16,-23 0-3 0,-13 0 6 0,-5 0 5 15,-99 11-1-15,89-9-9 0,2 1 4 16,1 2-18-16,0-2 17 0,-1 1 1 0,-1 1 6 15,2 1-11-15,-2-2-7 0,2 1 8 0,-2 2 13 16,3 0-11-16,5-1-11 0,-4 3 7 16,1-2-1-16,3 3 1 0,-4-2-3 0,4 0 11 15,-2 0-4-15,0 0 16 0,0-1-16 0,0 1 7 16,-1 1 0-16,0-1 5 0,0 2-16 0,-2-3-11 16,-3 3 17-16,-2-3-5 0,1 2 2 15,2-3-8-15,2 3 15 0,-2-1-15 16,1 0 16-16,-2-1-1 0,2-1-6 0,0 2 1 15,2-1 2-15,2-1-14 0,1 1-4 0,-1-3 10 16,1 2 2-16,3 0-11 0,-4-1 19 0,2-1-5 16,2 1 5-16,0-1 5 0,1 0 4 15,-2 0-19-15,1 0 8 0,1-1 1 0,1-1-3 16,0 0 13-16,2 0-6 0,-1 3-1 0,0-4-2 16,-1 1 9-16,0-1-9 0,0 1-8 15,6-2 8-15,-2 2-15 0,44-2 21 0,-20 0-7 16,-10 0-1-16,-2 0-8 0,-2 0 10 0,-2 0-8 15,-72-13 8-15,70 11-2 0,2-1-18 0,-4 1 16 16,4-3-1-16,2 2-9 0,2 1 7 16,1-2-3-16,-5 4 14 0,4-4-11 0,-3 4-2 15,1 0-12-15,-1 0 16 0,1 0-8 0,36 0 4 16,-20 0 13-16,-6 0-2 0,-6 0-14 16,-68 12-3-16,68-9-3 0,-2 1 5 0,4 0 2 15,2-2-6-15,2 3 17 0,2 1-6 16,0-2-20-16,1 1 12 0,2 2 7 0,1-2-12 15,1 1 11-15,3-1 14 0,1 1-17 0,2 3 8 16,1-3-5-16,4-1-4 0,1-2 9 0,2 2-7 16,2-3-2-16,2 3-3 0,2 0 2 15,1-3 0-15,2 2-5 0,-3-1 12 0,0-1-3 16,2-2 7-16,2 4 1 0,1-4-12 16,2 1 7-16,0-1-19 0,2 4 12 0,13-4-7 15,-6 0 4-15,-2 0 9 0,-3 0-12 0,-1 0-1 16,1 0 1-16,0 0-2 0,0 0-3 15,2 0 13-15,-2 0-4 0,2 0 11 0,1 0-16 16,-2 0 13-16,3 0-4 0,0 0-3 0,3 7 5 16,-2-7 0-16,5 0-6 0,0 0-2 15,4 0 6-15,0 0 8 0,4 7-8 0,6-7-22 16,-10 0 21-16,10 0-8 0,-8 0 10 0,8 0-16 16,-6 0 1-16,6 0 5 0,0 0 2 0,-8 0-9 15,8 0 0-15,0 0 1 0,0 7-4 16,-8-7 8-16,0 13 9 0,8-9-8 0,0-3-20 15,0 2-24-15,-2-2-23 0,2 1-46 16,-1 1-16-16,1-2-70 0,0 2-334 16,-1-2 0-16</inkml:trace>
  <inkml:trace contextRef="#ctx0" brushRef="#br0" timeOffset="147563.79">11020 17191 34 0,'0'0'166'0,"0"0"-13"0,-15 0-11 0,15 0 4 15,0 0-10-15,-25 0-11 0,22 0-17 0,1-1-7 16,-1 1-7-16,0-1-12 0,1 1-4 0,-1-2-5 16,0 2-5-16,2 0-5 0,-2 3 3 15,2 0-6-15,-2 3-11 0,-5 7 3 0,-2 1-2 16,3 3-3-16,0 0-8 0,1 4 7 0,-1 2-16 15,2 1 3-15,-3-3 1 0,4 2-7 16,-2 1-4-16,1-3 7 0,1 0-17 16,0-2-1-16,1-1 5 0,1-7-11 0,0 2 12 15,0-5-3-15,0-2-5 0,2-2 2 0,-1 1 13 16,1 1 3-16,0-3 20 0,0-1 19 16,-1 1 15-16,1-1-3 0,-2-2 22 0,2 0-8 15,0 0-19-15,-2-13-18 0,0-6 14 0,2-6-26 16,0-3-7-16,0 11 3 0,0-9-23 15,0-5-1-15,14-36-13 0,-8 29 3 0,2-3-14 16,3-1-6-16,2-2 5 0,3 1-9 16,3-1 1-16,1 0-7 0,4 3 4 0,1 1-6 0,3 0 2 15,2 3 6-15,0 1-6 0,1 6 20 16,1 1 3-16,1 3-8 0,-1 5-8 0,-4 0 7 16,2 3 5-16,-2 5 0 0,-3 5-1 15,2 0-1-15,-2 3 7 0,-5 4-2 0,-11 1-4 16,15 12 10-16,-13 3 1 0,-4 10 12 15,-6 7-20-15,-1-16 5 0,-12 40-8 16,1-15 13-16,-1 4-8 0,0-2-3 0,-1-3 2 16,1-4-4-16,1-1 17 0,3-4 15 0,-1-4-9 15,2 0 12-15,-1-1-3 0,4-6-12 16,0-2 20-16,3-4-11 0,1-14-4 0,0 10-1 16,0-1-7-16,13 5-10 0,3-5 17 15,-1-3 12-15,2-1-24 0,3-2-2 0,0-1-6 16,6-1 12-16,-2-1 4 0,-11 0-8 0,8 0 1 15,5 0-9-15,0 0 7 0,4 0-8 16,0 0 7-16,1 0 0 0,1 0-23 0,0 0-25 16,33-11-36-16,-30 4-44 0,3-3-53 15,2-5-32-15,3-2-431 0,0-4 0 0</inkml:trace>
  <inkml:trace contextRef="#ctx0" brushRef="#br0" timeOffset="147958.28">12425 16666 54 0,'-27'5'174'0,"-2"2"3"15,2 5 4-15,2-1-12 0,-2 4-5 0,2 4-14 16,1 0-5-16,1 2-32 0,0 3 3 0,5 4-12 16,0 3-12-16,1 3-1 0,4 4-10 15,2 5-11-15,2 2 11 0,1 6-7 0,0 1-19 16,5 1 2-16,2 1-2 0,1-27 4 0,0 14-2 15,0 6 2-15,13 50-6 0,-6-47 9 16,-2-2-13-16,0-5-2 0,-1-5-8 0,0-3-5 16,0-3-1-16,-2 1-1 0,-1-7-13 0,-1-13 18 15,0 7-23-15,-11 20 26 0,2-20-1 16,-4-7-2-16,-2-3 7 0,-5-3-8 0,3-5-6 16,6-2 5-16,-18-11 5 0,6-3-23 0,3 0-12 15,3-6-10-15,0 1-6 0,1-3-13 16,4-5 1-16,5-5 4 0,-1 4-8 0,4-3-1 15,3-3 2-15,1 18-3 0,12-33-9 0,-2 21 7 16,4 0 4-16,3 1 0 0,7 1 2 16,3-1 4-16,7 2-14 0,4 1 12 15,5 2-10-15,3-3-2 0,2 1-15 0,4 3-37 16,-3 0-26-16,0 2-34 0,5 3-56 16,-5-2-306-16,2 3 1 0</inkml:trace>
  <inkml:trace contextRef="#ctx0" brushRef="#br0" timeOffset="148545.29">13275 17246 136 0,'-9'1'224'15,"1"-2"0"-15,3-2-9 16,-7-6-17-16,5 0-28 0,6-2-4 0,2-2-23 0,-1 2-25 0,16-26-4 15,-1 15-14-15,5-3-18 0,2-2 0 0,4-1-9 16,6-1-1-16,2 3-22 0,4 3 10 16,2-1-23-16,-2 2-3 0,3 0 3 0,-4 5 4 15,-1 2-5-15,-3 6-1 0,-1-1-5 16,-4 5 1-16,2 3-9 0,-18 2 5 0,2 0 1 16,14 22-15-16,-25 3 2 0,-3-10-3 0,0 9 9 15,-20 41-4-15,0-20-1 0,0 5-10 16,1 1-11-16,-2 2 6 0,0-1-1 0,1-1 3 15,1-2-13-15,3-1 18 0,1-1-16 16,5-6-4-16,0-3 12 0,5-3-2 0,0-3 0 16,2-1 6-16,3-19 0 0,0 4 7 0,0-1 4 15,15 6 6-15,-10-20-6 0,2-4 16 0,-2 1 7 16,7-14-16-16,-1-4 10 0,-6-6 15 16,-1-4 3-16,-3-2-7 0,-1 14-1 15,0-6-24-15,-17-34-18 0,5 23 4 0,-3 0-25 16,-1 3-5-16,-1-2 6 0,-3 4 15 0,2 2-21 15,-3 1 13-15,2 5-9 0,1 1 2 16,0-2-7-16,0 6-36 0,4 2-38 0,6 6-12 16,4 1-23-16,4 8-39 0,0 0-25 15,23-20-322-15,-2 13 0 0</inkml:trace>
  <inkml:trace contextRef="#ctx0" brushRef="#br0" timeOffset="148797.43">14094 17104 95 0,'-17'7'174'0,"-2"1"3"0,-1 2-4 15,0 3 3-15,-1 0-13 0,-2 2-12 0,3 0-8 16,2 4-8-16,0 0-7 0,2 2-6 16,0 2-13-16,2 5-15 0,2-1-9 0,1 2-19 15,3 6-2-15,1 0 1 0,6-1-6 0,1-15-21 16,0 7 12-16,21 34 0 0,-6-28-2 15,6-3 6-15,7-3-7 0,4-3-8 0,6-6-13 16,6-4-21-16,4-6-6 16,-23-7-27-16,16 0-30 0,63-12-49 0,-36 0-73 0,2-6-75 15,2-4-222-15,2-4 0 0</inkml:trace>
  <inkml:trace contextRef="#ctx0" brushRef="#br0" timeOffset="149768.26">15211 17187 140 0,'-12'7'150'0,"-2"-1"1"0,3 4 1 16,0 3-13-16,-2 2-2 0,4 7-7 0,-3 3-14 15,0 0-5-15,0 3-11 0,0-1-9 0,0 3-14 16,1-2-10-16,2 3-5 0,-1 1 1 15,2-3-12-15,2 3 3 0,-2-4-5 0,2 4-3 16,2-5-8-16,0 3-13 0,3-2 11 16,1-5-8-16,0-11-9 0,0 4 1 0,0 2 2 15,0-3-5-15,0-1-2 0,0-2-2 0,12 8 5 16,-11-13-2-16,-1-2 1 0,0 1 5 0,2-1 1 16,-2-1-6-16,0 0 2 0,0 0 1 0,0-1-10 15,0 0 7-15,0 0-1 0,1-1 2 16,-1 1-13-16,0-2 5 0,1 1-10 0,-1-1-2 15,0-1 16-15,2 0-8 0,-2 1 1 16,1 0-8-16,-1-1 11 0,1-1-7 16,1 1 2-16,-2 0 0 0,1 0-1 0,-1 0-12 0,0 0 4 15,0 0 13-15,1 0-8 0,-1-1 4 16,2 1-2-16,-2 0 4 0,0-1 2 0,1 1-7 16,-1 0-12-16,0 1 3 0,0-1 9 15,1 0-4-15,-1 1-2 0,0-1 6 0,2-1-3 16,-2 2 11-16,1-2-15 0,-1 2 17 0,0-1-1 15,0 0-5-15,0 0-2 0,0 1 5 0,0-1 2 16,0-1-16-16,0 2 9 0,0-1-1 16,0-1 1-16,0 1-1 0,0-1 9 0,1 1-4 15,-1 0 4-15,0 0 17 0,-1 1 16 16,1-1-17-16,-1-1-2 0,1 1 14 0,0-3-6 16,0 1 5-16,-2-3-17 0,2 1 8 15,0-3-7-15,0 2-1 0,0-4-2 0,0 0-3 16,0-7-1-16,0-3 15 0,0-2-12 0,14-27-2 15,-8 23-8-15,2-5-2 0,0 1-5 16,2 4 1-16,-1-2 0 0,2 1-2 0,-2-1-8 16,3 0 3-16,0 1-1 0,1-1 6 15,2 2-12-15,2 2 4 0,-2 0-5 0,0 2 13 16,-1 2-8-16,4 0-6 0,-4 2 0 16,1 3 0-16,-2 2 8 0,0 6 0 0,-2 3-7 15,-11 3 0-15,9 0 1 0,14 13 14 0,-14 0-5 16,-1 6 3-16,-1 3-9 0,-2 5 19 15,-1 0-13-15,-1 1 15 0,1 2-2 0,0 2-7 16,-1-2 0-16,1-2-14 0,0-1 15 16,1-3 3-16,2-3-1 0,-2 0 28 0,2-5 12 15,2-5-11-15,2-6-2 0,2-5-6 0,-1 0 5 16,23-18-5-16,-9 2-2 0,5-5-13 0,4-4 3 16,4-5-19-16,1-9 1 0,1-3-18 0,2-3 4 15,1 0 10-15,-2 3-20 0,1-1 2 16,-2 2 15-16,-5 4-12 0,-2 2-6 0,-5 7 1 15,-2 3 7-15,-5 2 5 0,-2 4-1 16,-2 0-10-16,-1 2 20 0,-1 5-12 0,-3 6 13 16,-3 3-18-16,-10 3 13 0,0 0 2 15,16 28-4-15,-15-2-4 0,-1-13 9 0,0 10 6 16,-17 33 2-16,7-16-11 0,-4 2 14 0,-1-1-4 16,2 2-4-16,1 5 9 0,1-3 5 15,6-2-6-15,-1 1 2 0,2-3-12 0,4-24-26 16,0 9-12-16,11 33-15 0,1-31-18 0,4-7-22 15,7-4-43-15,3-8-24 0,8-4-45 16,-17-5-300-16,14 0 0 0</inkml:trace>
  <inkml:trace contextRef="#ctx0" brushRef="#br0" timeOffset="150226.63">16893 17351 83 0,'-2'-4'201'0,"-4"3"-10"16,4 1 28-16,-4 1-15 0,-8 6-17 15,-2 3-22-15,-2 4-5 0,-2 4-18 0,0-2-10 16,-4 5-6-16,2 4-23 0,0 2-10 0,-2 3 0 16,0 2-6-16,2 0-16 15,0 0-11-15,4 1 6 0,0-1-4 0,-2-2-8 0,6-3-25 16,2-2 9-16,-2-2-2 0,4 0-1 16,2-5 11-16,-2-4-12 0,4-5 19 0,0-1 3 15,2-6-10-15,4-2 2 0,0 0-20 0,-14-24-24 16,10 1-8-16,-2-6 0 0,4-5 7 0,2 17-15 15,0-9-2-15,12-42-16 0,-2 25 10 16,6-3-11-16,2 0-5 0,4-4-3 0,6 3-1 16,4 5 9-16,2-1 2 0,4 5-7 15,-2 3 20-15,4 3 0 0,0 5 6 0,2 5-7 16,-2 2 10-16,-2 5 11 0,-3 2 9 0,0 4-5 16,-5 4-7-16,4 5 11 0,-21 0 9 15,7 0-1-15,19 21-3 0,-23-9-1 16,-7 11 9-16,-5 5-7 0,-4-12 9 0,0 9-1 15,-21 34-5-15,7-23-8 0,0 1 6 0,-1 0-14 16,0 0 16-16,1-3 7 0,0 0 3 16,0-2 3-16,0-4-13 0,6 1 14 0,-2-5-5 15,4-1-9-15,1-4-12 0,4-2 7 0,1-17-5 16,0 9-1-16,0-1-10 0,25 5 6 0,-4-11-8 16,-7-2-30-16,8 0-3 0,33-15-36 15,-22 5-25-15,6-3-38 0,1 0-33 0,1-1-50 16,2-2-370-16,0 0 0 0</inkml:trace>
  <inkml:trace contextRef="#ctx0" brushRef="#br0" timeOffset="150740.43">17662 17268 58 0,'-4'2'198'0,"-6"7"-5"15,2 7 5-15,-3 2-3 0,3 9-7 0,-3-1-21 16,1 3-12-16,2-2-11 0,0 5-13 16,-2 3 0-16,1 5-17 0,0 5-2 0,1 2-15 15,0 2-8-15,2 0-20 0,1 2-2 0,1-2 6 16,3-2 1-16,1-24-10 0,0 9 17 16,0 2-2-16,0 1-6 0,0 0 0 0,0-5 15 15,12 24-27-15,-11-31 7 0,3-5-14 16,-1-7-20-16,-2-6 6 0,3-5-11 0,-1-5-4 15,-2-3-16-15,6-11 6 0,-1-9-13 16,4-1-22-16,-2-6 10 0,1-9-25 0,0 2-18 16,3-3 6-16,0-1-9 0,2 0 12 0,2-1-7 15,0-1 3-15,2 0-1 0,2 0 2 0,3 1 1 16,1 2-4-16,3 0 13 0,2 3 4 16,2 5-6-16,-2 3 3 0,3 3 8 15,0 5 16-15,-1 2 0 0,-3 6 2 0,-2 3 5 0,1 4 1 16,-1 4 11-16,-5 7-9 0,-14 0 7 15,5 0 16-15,5 24-5 0,-21 1 8 16,-7 2 6-16,-6 4-14 0,-8 5 8 0,-8 6-7 16,-1 1 1-16,-5 0 1 0,-1 0 3 15,0-1-12-15,0-2 19 0,1-4-8 0,5-4 11 16,3-3-9-16,2-3-7 0,2-4-3 0,4-1-19 16,3-5-23-16,-1-2-21 0,6-7-41 0,5-7-45 15,10 0-63-15,0-9-41 0,10-8-282 16,8-2 0-16</inkml:trace>
  <inkml:trace contextRef="#ctx0" brushRef="#br0" timeOffset="151139.31">18400 16637 118 0,'0'0'189'0,"4"4"-11"0,-2 0 11 0,8 13-7 0,4 7-6 16,-2 1-3-16,2 5-14 0,-2 9-24 0,4 8-1 15,0 7-2-15,-4 7-7 0,-4 4-20 16,0 5-9-16,0 2-19 0,0 5-15 0,-2 1 2 16,0 3-2-16,-2-1 3 0,0 2-16 0,0 0-12 15,-2-5 1-15,0-2-6 0,-2-5 5 16,0-37-2-16,0 13-1 0,-10 60-4 0,0-53 5 16,-2-3 3-16,-4-3 7 0,-6-4-7 0,-2 0 14 15,-6-2-15-15,-4-4 5 0,-4-5-17 0,-3-1-21 16,-6-6-25-16,0-2-35 0,2-7-44 15,1-2-29-15,4-7-47 0,7-7-56 0,16 0-347 16,-20-19 0-16</inkml:trace>
  <inkml:trace contextRef="#ctx0" brushRef="#br0" timeOffset="151712.96">19295 17491 188 0,'9'-6'196'0,"-1"2"-11"15,-1 4 7-15,-3 0-1 0,0 2-27 16,-1 2-11-16,-2 4-8 0,0-1-18 0,-3 14 5 16,2-8-15-16,-8 25-10 0,2-10-13 0,1 2-6 15,-2-1-12-15,2 3-5 0,1-1-13 0,0 0-7 16,3-1 0-16,1-4-5 0,0-14-8 15,0 4 2-15,0-1 4 0,0-1-4 0,14 5-3 16,-8-14-2-16,0-5 2 0,12-6 0 0,4-5-13 16,-2-4 2-16,2-3 2 0,5-5-8 15,2 0-13-15,-2-3 4 0,4 1 13 0,-1 2-15 16,-3 3-11-16,-3 1 8 0,0 4-10 16,-3-1 1-16,-1 3-16 0,-4 2 11 0,0 2-3 15,-5 3 4-15,-2 6-6 0,-9 0 5 0,8 0 8 16,-1 0 1-16,4 12-16 0,-6 1 6 0,-4 1 14 15,2 6-1-15,-3 1-3 0,0-1-7 16,0 3 9-16,0-14-12 0,0 9 10 0,0-2 3 16,0-2-1-16,0-1-15 0,0-2 23 0,0-4 24 15,0 1-17-15,0-8 25 0,0 0-22 16,5 8-3-16,13-14 13 0,-1-5 2 0,4-1-2 16,1-2-34-16,-1-2 10 0,0 3-3 0,2-1-10 15,0 2 4-15,-2-1 2 0,2 1-5 0,-3-3-8 16,-2 3 13-16,-3 3-5 0,2 6-3 15,-5 1-5-15,-2 2 4 0,-10 0 3 0,6 0 16 16,13 17-15-16,-12-3-5 16,-2 2 9-16,-2 5 0 0,-3-8-6 0,0 6-6 0,0 5 11 15,-18 30 12-15,9-24-23 0,-4 1-19 0,-1-1-27 16,0 1-31-16,-2-3-20 0,0-2-24 0,-3-1-32 16,3-3-36-16,-3-4-335 0,-2-5 0 15</inkml:trace>
  <inkml:trace contextRef="#ctx0" brushRef="#br0" timeOffset="151894.64">19027 17159 166 0,'-25'-25'159'0,"2"3"-9"15,2 3-11-15,3 0-16 0,10 4-10 0,8 15-15 0,0-10-12 16,24-6-23-16,4 10-15 0,4 5-17 15,-13 1-37-15,13 0-55 0,9 0-47 0,55 11-132 16</inkml:trace>
  <inkml:trace contextRef="#ctx0" brushRef="#br0" timeOffset="152283.22">21405 17051 116 0,'-4'-10'194'0,"-5"-1"-5"0,-6-1 1 0,-5 6-10 15,-6-1-18-15,-4 1-22 0,-3 5-8 0,16 1-12 16,-9 0-12-16,-39 14-7 0,25-4-16 16,0 3 0-16,4 6-1 0,0 2-14 0,6 6-11 15,0 4-6-15,6 5-8 0,4 1-1 16,8 3-14-16,2 1 10 0,6 0-3 0,4-20-9 0,0 8-1 15,18 42-9-15,-2-34 5 0,0 0 7 16,4-2-4-16,0-3 3 0,0-1-12 0,-2 0 10 16,0-2-19-16,-2 0 1 15,0-3-4-15,-4-2 8 0,0 3 8 0,-4-1 16 0,-2-3 7 16,-4 1 7-16,-2-13-1 16,0 5-6-16,-20 25-20 0,4-19 10 0,-2-2 2 15,-4-3 10-15,-2 3-32 0,-4-3 17 0,-4-1-22 0,0-1 13 16,0 1-5-16,-2-2 6 0,0-4-35 15,0-1-15-15,1-4-31 0,0-1-51 0,17-4-40 16,-26-18-48-16,24 0-123 0,7-9-219 16,6-6 0-16</inkml:trace>
  <inkml:trace contextRef="#ctx0" brushRef="#br0" timeOffset="152499.18">21229 17123 197 0,'22'-22'197'0,"-4"2"2"0,0 1-10 15,-4 6-33-15,-2 3-10 0,-1 6-9 16,-11 4-10-16,0 0-20 0,19 28 2 0,-15-6-17 16,1 7 5-16,-1 6-7 0,0 1 5 15,-4-17-25-15,0 11 9 0,0 10-18 0,0 1-5 16,0 7 3-16,0 1 4 0,-11 56 3 0,10-46-20 16,1-28-2-16,0 14-3 0,0 7-25 15,12 57-19-15,-3-56-26 0,2-4-22 0,2-8-25 16,2-5-27-16,4-10-32 0,2-4-71 15,5-9-278-15,-1-11 0 0</inkml:trace>
  <inkml:trace contextRef="#ctx0" brushRef="#br0" timeOffset="152650.78">21793 17525 57 0,'20'-8'83'0,"4"4"-15"0,4-1-13 15,2 1 9-15,1 2-17 0,5 2-16 0,-17 0-20 16,13 0-45-16,6 0-80 0,8 0-100 0</inkml:trace>
  <inkml:trace contextRef="#ctx0" brushRef="#br0" timeOffset="153090.14">23298 17529 106 0,'7'5'206'0,"-3"1"-11"0,-3 3 1 16,-1-1-21-16,1 16-5 0,-1-10-21 0,0 8-17 15,-17 33-6-15,4-17-15 0,1 3 3 0,-3 8-8 16,-2 2-19-16,-2 4-8 0,0-1-2 0,-1-1-16 16,-2 0-6-16,0-2-10 0,4-8-1 15,4-3 4-15,2-6-13 0,0-4 22 0,0-6 20 16,4 1 6-16,-2-6-5 0,0-8 7 15,2-5-22-15,8-6-17 0,0 0 12 0,-12-17-17 16,12-9-14-16,0 8-17 0,0-11-4 16,16-49-8-16,0 18-13 0,2-1 0 0,6-2-12 15,4 0-8-15,2 0-6 0,5-2-10 16,5-1 7-16,0 1-3 0,4 3 3 0,3 1-8 0,1 5 7 16,0 6-3-16,1 3 8 0,2 5 3 15,-1 6 14-15,0 4 9 0,-2 6 7 0,-3 1-5 16,-2 9 11-16,-3 5 10 0,-4 6-2 15,1 5-4-15,-22 0 9 0,23 19-3 0,-22-1-3 16,-9 6 9-16,-7-10-13 0,-13 31 16 0,-9-11-9 16,-6 6-14-16,-4 3 8 0,-5-3 7 15,-2 2-7-15,1-1-8 0,-1-1-8 0,4-6-2 16,1 0-11-16,4-6 0 0,5-6-15 16,1-1-13-16,3-3-42 0,7-11-47 0,14-7-144 15,-5-9-149-15,14-10 0 0</inkml:trace>
  <inkml:trace contextRef="#ctx0" brushRef="#br0" timeOffset="153486.31">24496 16849 72 0,'14'-7'225'0,"-6"2"-19"0,-4 7-4 15,-3 4-13-15,-2 2-15 0,-6 14-8 16,-5 4-23-16,-7 6 2 0,-2 7-27 0,-6 6-4 15,-2 3-8-15,0 4-14 0,-1-1-9 0,4 1-18 16,2-4-3-16,-2 1 12 0,6-1-26 16,2-3 20-16,4-4 5 0,2-2-4 0,4-2-3 15,2-7 13-15,1 0 6 0,5-17 1 0,0 4-11 16,19 15-7-16,3-26-26 0,4-3 6 16,-10-3-18-16,7 0-3 0,6 0-17 0,42-20 4 15,-31 9-8-15,-4 5-10 0,1-4-3 0,-2 1 16 16,-6 2-13-16,-1 1 2 0,2 0-4 15,-6 1-4-15,-3 1 1 0,-6 2 8 0,-3 0-12 16,-12 2 16-16,8 0-11 0,-2 0 6 0,5 13-10 16,-10-6 22-16,-2 2-18 0,1 13 18 15,0-11-1-15,0 6-1 0,-16 29-20 0,8-19 11 16,0 0-12-16,4 3-6 0,-1-1-22 16,1 1-28-16,2-5-21 0,2-13-28 0,0 5-18 15,20 19-26-15,-1-24-49 0,6-2-345 0,5-5 1 16</inkml:trace>
  <inkml:trace contextRef="#ctx0" brushRef="#br0" timeOffset="153736.24">25846 17366 89 0,'-7'-3'200'0,"2"0"-24"16,-1-2-4-16,4 4-5 0,-2 0-15 15,2-1-20-15,2 0-12 0,4 2-8 0,2 0-20 16,18 0 7-16,-11 0-15 0,12 0-10 0,5 0-6 16,4 0-16-16,5 0-9 0,45-11-6 15,-38 7-33-15,0 1-37 0,5-2-53 0,0 4-63 16,-5-3-85-16,-2 0-109 0,-4-1 0 0</inkml:trace>
  <inkml:trace contextRef="#ctx0" brushRef="#br0" timeOffset="153943.07">25962 17670 180 0,'-7'8'179'0,"6"-1"-2"0,1-3 11 0,5-3-15 16,3 2-13-16,14-1-18 0,-10-2-23 0,9 0-1 16,7 0-19-16,28-12-17 0,-23 5-6 0,2-1-34 15,6-2-42-15,3-4-31 0,-1 3-82 16,4 0-50-16,-6-4-97 0,0-2-32 16,-2 1 0-16</inkml:trace>
  <inkml:trace contextRef="#ctx0" brushRef="#br0" timeOffset="154317.46">26223 16549 166 0,'-9'-16'226'15,"4"5"-15"-15,1 10-6 0,2 0-27 16,2 3-2-16,2 4-24 0,7 11-17 0,-4 4-21 16,6 7-4-16,0 4-18 0,3 4 6 15,-2 7-16-15,-1 6-2 0,2 4-24 0,-1 7 6 16,0 4-8-16,-1 1-13 0,1 4-1 16,0-2-1-16,0 0-6 0,-3-2-9 15,3-1 2-15,-4 0 7 0,2 1-7 0,-2-5-1 0,-2-2 21 16,0-2-2-16,-4-2-7 0,-2-28-3 15,0 12 9-15,0 3 14 0,-14 44-9 0,0-45 12 16,-4-2-4-16,-4-1-15 0,-8 0-13 0,-12-3 15 16,-8 1 3-16,-6-3-12 0,-3-1-27 0,-5-5-13 15,-3-2-22-15,4-3-43 0,6-1-39 16,1-9-50-16,7-2-76 0,6-9-389 0,24 0 1 16</inkml:trace>
  <inkml:trace contextRef="#ctx0" brushRef="#br0" timeOffset="154798.29">28401 16540 72 0,'-32'-7'211'0,"15"7"-18"0,-39 12 1 0,16 1-2 15,-7 7-23-15,-3 7-22 0,-4 8 0 0,-2 5-20 16,-5 8-2-16,1 9-13 0,0 11 8 0,-1 5-13 16,3 2-12-16,5 1 21 0,5 4-20 15,4-5 0-15,8 4-32 0,6-1 13 0,6-6-5 16,5 1-2-16,7-1-25 0,8-8 30 0,4-32-18 15,16 55-8-15,4-33-16 0,8-10 26 16,8-4-16-16,5-8-6 0,6-4-1 0,10-9-8 16,6-10-16-16,-1-5 4 0,-32-4-11 0,15 0 9 15,59-19-10-15,-49 0 3 0,-7-1 7 16,-6-5-4-16,-6-4-5 0,-6-4 14 0,-8 1-15 16,-7 1-6-16,-7 1-16 0,-5-2 21 15,-3 17-16-15,-19-26 1 0,3 20-2 0,-4 4 2 16,-4 6 0-16,-3 5 7 0,-7 1-16 0,-2 5 21 15,20 0-1-15,-34 12 10 0,17 0 9 16,1 3-19-16,3 6-6 0,1 4-21 0,4 2-22 16,6 4-42-16,6 3-18 0,7-1-29 15,5-16-57-15,19 27-106 0,2-19-241 16,12-4 1-16</inkml:trace>
  <inkml:trace contextRef="#ctx0" brushRef="#br0" timeOffset="155074.7">30051 17187 113 0,'-4'-22'207'0,"-6"6"3"16,-6 0 23-16,-7 8-23 0,-5 5-12 15,9 3-21-15,-6 0 1 0,-43 21-24 0,20-4-15 16,-4 8-4-16,-4 4-3 0,-8 6-2 0,1 3-6 15,-1 4 0-15,3 4-21 0,0 2 5 16,-1 4-8-16,6 0-21 0,4-1 7 0,2-1-12 16,6 0-23-16,5-1-7 0,3-2-23 15,4-3-21-15,10-3-16 0,-1-5-41 0,6-3-17 16,2-6-28-16,3-1-36 0,7-5-86 0,5-13-406 16,0-8 0-16</inkml:trace>
  <inkml:trace contextRef="#ctx0" brushRef="#br0" timeOffset="155231.31">28994 17217 245 0,'-4'-20'218'0,"0"2"-20"16,2 6-13-16,2 12-20 0,0 0-27 16,0 0-15-16,13-8-30 0,3 18-44 0,6 4-52 15,4 3-75-15,-2 0-127 0,4 4-77 0,5 0 0 16</inkml:trace>
  <inkml:trace contextRef="#ctx0" brushRef="#br0" timeOffset="155398.64">29874 17847 12 0,'8'-4'281'0,"0"1"-21"15,-2-3-6-15,-1 1-41 0,-1 0 0 16,0 2-28-16,7-10-38 0,-5 7-31 0,-2 0-43 15,1 0-47-15,-1 2-48 0,2 2-46 16,-2 2-56-16,0-3-68 0,-2 0-99 0,1 3 20 16</inkml:trace>
  <inkml:trace contextRef="#ctx0" brushRef="#br0" timeOffset="156075.57">26129 17552 126 0,'-27'-29'170'0,"4"1"-16"15,6-6 4-15,1 1-11 0,7-4-16 0,1 0-6 16,8 17-21-16,0-10 2 0,0-7-17 16,21-43-11-16,-2 35-5 0,2-3-8 0,4-2-1 0,6 0 14 15,6-2 1-15,9-2 4 0,7-1-3 16,10-1-6-16,14-4-12 0,8-1 26 16,10 1-19-16,7 1 7 0,6-1-10 0,84-29-10 15,-33 22 6-15,-22 15 5 0,67-12-12 0,-36 21-9 16,-21 11 2-16,-13 7 0 0,1 9-13 0,5 4 13 15,3 2-17-15,2 7 26 16,-72 3-22-16,37 0 5 0,141 20 6 0,-108-1 0 0,-3 4-23 16,85 22 3-16,-56-3 8 0,-38 0-23 15,-23-2-2-15,-5 2 2 0,-6 9-1 0,-5 4-15 16,-5 7 19-16,-7 0-9 0,-7 4 2 0,-5 6-13 16,-6 1 14-16,-9 7-6 0,-6 0-13 15,-7 2-4-15,-8 4 19 0,-7-1-15 0,-8 7 22 16,-6 3-7-16,-7 2-1 0,-4-49-16 15,-15 97 19-15,3-50-11 0,-4-4-10 0,-5-3 0 16,-4-3 12-16,-5-3 3 0,-6 0-6 0,-5-5-5 16,-38 43 22-16,-6-10-11 0,-6-16 27 15,-5-8-33-15,3-7 16 0,-2-9 3 0,-9-9 10 16,-9-3 29-16,-11-11-8 0,-6-7 6 0,1-10 14 16,1-7-10-16,-4-6 3 0,-17-10 16 0,69-7 2 15,-40 0 2-15,-158-26 9 0,110-1 6 16,-14-5 0-16,-3-9 9 0,36 3 4 0,18-1-6 15,9-1 12-15,-86-29-16 0,9-7 8 16,45 9 2-16,26 4-15 0,-53-31-9 0,43 7-7 16,25 8-19-16,18 4-20 0,6-3-11 0,6-3-17 15,8-6 0-15,9-3-24 0,8-3-35 16,15-6-42-16,13-2-47 0,16-2-64 0,14 48-949 0,23-105 0 16,11 47 1-16</inkml:trace>
  <inkml:trace contextRef="#ctx0" brushRef="#br0" timeOffset="-209852.93">1192 14395 82 0,'0'0'113'0,"0"0"-14"16,0 16 3-16,0-16 1 0,0 0-7 0,0 0-9 16,0 0-2-16,-5 20-20 0,3-20 5 15,0 0-9-15,2 0-4 0,-2 2-6 0,4-2-9 16,-2 1 4-16,0-1-5 0,-3 1 4 0,3 1-12 15,0-2 4-15,0 0 0 0,-1 0-8 16,2-2-5-16,-1 2 0 0,0 0-4 0,-1 0-1 16,-1-1 3-16,2 0-16 0,-1-3 12 0,1 6-10 15,1 0 1-15,1-1 1 0,-2 0-5 16,-2-2-5-16,4 2 10 0,-4-1-6 0,4 4 6 16,-2 2 1-16,1 1-5 0,-1 2 1 0,1 0-4 15,-1 7-3-15,0-10 12 0,0 4-6 16,0 1-1-16,7 16 2 0,-4-6 10 0,-1 4 5 15,0 2-9-15,-1 4 0 0,2 2-4 16,-2 2 3-16,0 3-3 0,1-4 10 0,0 2-3 16,0 3-3-16,2 0 6 0,-2 1-10 0,1 2-2 15,1 0 6-15,0-3-2 0,0 2 0 16,1-3-4-16,1-2-4 0,-2-2 0 16,1-1 3-16,0-3-4 0,1 1 4 0,-1-1 2 15,2-2-6-15,-2-3 8 0,-1-2-7 0,-1-2 2 16,1-4-4-16,-2-3 0 0,0-4 0 15,-1-2-3-15,2-1 8 0,-3-1 0 0,1-2 8 16,0 0-7-16,-1-3-4 0,0 2 8 16,0 1 4-16,2-1-11 0,-2-1 7 0,0 0-7 15,0 0-6-15,0-2 1 0,0 0-4 0,0 0 8 16,-3 0-2-16,2-2-3 0,-2 0 5 0,2 2 2 16,-1 0-10-16,1 0-3 0,0-2 11 15,-1 0-6-15,1 1-1 0,0-1 6 0,-1 0 1 16,1 1-14-16,0-1 5 0,-1 1 2 15,1-1-1-15,0 1-2 0,-1-2 4 0,1 1 4 16,0 2-10-16,-1-2 8 0,0-1-1 0,0 2 7 16,1-2-6-16,0 2-7 0,-2-2 1 15,2 0 4-15,-1 1-7 0,1-2 16 0,-2-1-12 16,2 1 7-16,-2-1-8 0,-3-10 5 16,-1 3-6-16,3 0 10 0,-5-9-10 0,2 2 0 15,-1-2 1-15,-1 0 8 0,-1 1-4 16,4 0 3-16,-5-3-13 0,2-4 10 0,-5-1-10 15,1 1-4-15,-2-3 0 0,3 0 3 16,0 1 0-16,3 2-9 0,-2-5 2 0,-1-4 4 16,1-2-2-16,2 7 11 0,0-4 5 0,1 7-8 15,4-6-3-15,2 0 9 0,2 15-8 0,0-10 0 16,20-42-1-16,-2 26 10 0,3-5-5 16,3 5-5-16,2 6-5 0,2 1 12 15,2 1-5-15,6-5-13 0,6 4 17 0,3 0-8 16,0-1 7-16,-1 5 6 0,1 3-4 0,-3 3 13 15,-4 3 9-15,0 5-12 0,-2 3 5 16,-4 2 1-16,0 5 1 0,-4 1-5 0,0 3 15 16,0 4-5-16,-16 2 1 0,4 0-5 15,18 21 10-15,-18-2 6 0,-6 4-8 0,0-1 2 16,-5 12-3-16,-4 1 1 0,-1-17-6 0,0 9-4 16,-12 33 10-16,4-23-12 0,0-1-1 15,-2-1 10-15,0-5-5 0,0 2 4 0,-1-1-8 16,-1-2 7-16,0-6-11 0,1 7 6 15,2-8-8-15,1-1 0 0,1-4-5 0,-1-2-2 16,4-4 0-16,0-1-4 0,0-3-3 16,3 0 2-16,0-1-2 0,1 0 2 0,0-6 0 15,0 0-7-15,0 8 13 0,14 12 6 0,-3-6-1 16,2-3 2-16,3 1 2 0,3-1 2 0,2 2-1 16,2-2 9-16,1 0-4 0,0 1-3 15,1-1-5-15,2-1 12 0,-2 1-3 0,1-2-2 16,-1 3-5-16,-2-3 8 0,-1 3-7 15,-2 1-3-15,-1-6 5 0,-2 2-23 0,-3-2-46 16,0 0-81-16,-6-3-100 0,0-2-105 16,-2 1 1-16</inkml:trace>
  <inkml:trace contextRef="#ctx0" brushRef="#br0" timeOffset="-209456.72">2040 14856 53 0,'-16'-19'136'16,"2"-4"-17"-16,-2 2-12 0,2-1-5 0,4-4 3 15,2-3-11-15,5-3-12 0,3 14-11 16,0-7-6-16,19-36-10 0,-5 22-11 16,6 1-13-16,2 0-4 0,3 0-12 0,0 3 4 15,3 1-10-15,2 2 8 0,-1 1 17 0,2 5-2 16,1 2 2-16,-2 5-7 0,0 1 4 0,-1 5 6 15,-2 4-2-15,2 2-2 0,-2 5 2 16,-17 2 3-16,7 0-3 0,16 22 3 0,-18-3-1 16,-6 6-3-16,-2 3-4 0,-4 4 8 0,-3 5-6 15,0-18-7-15,0 4 5 0,-16 33-1 16,8-27-4-16,-3-3-3 0,2 1-2 0,-2-3-1 16,-2 1 5-16,-1-3-10 0,2-4 6 0,-4-1-18 15,1-5 1-15,-4 0-8 0,1-4-10 16,-1-5-4-16,-1-1-3 0,9-2 0 0,-5 0 5 15,-18-13-1-15,18 0-2 0,0-1-2 16,2-1-8-16,5-5-34 0,5-3-46 0,4 8-61 16,0-6-133-16,0-6 22 0,21-31 1 15</inkml:trace>
  <inkml:trace contextRef="#ctx0" brushRef="#br0" timeOffset="-209090.77">3364 13470 45 0,'-6'-19'120'0,"-4"-4"-9"0,-4 7-5 0,-4 4-17 16,-8 5 0-16,1-1-8 0,-3 3-4 0,13 5-10 15,-5 0-8-15,-28 22 0 0,19-5-14 0,0 8-4 16,-2 7-5-16,0 3 4 0,2 7-10 15,-2 4 3-15,6 1-12 0,0 3 2 0,3 8-2 16,2 8 11-16,3 3-4 0,4 5 13 16,1-4-9-16,2 2 2 0,6-6-4 0,0 1-6 15,4-35 1-15,0 16 5 0,16 56-13 0,-4-50-1 16,0-6 4-16,4-3 1 0,3-3 2 16,2-7-8-16,3-4 3 0,2-5 2 0,3-4-8 15,4-6 2-15,2-7 3 0,5-4-13 16,-20-5 7-16,12 0 2 0,43-23-9 0,-31 5 3 15,0-1-14-15,-4-4-12 0,-6 1-46 16,-3-1-28-16,-3-1-27 0,-8 3-42 0,-3 0-53 16,-3 0-40-16</inkml:trace>
  <inkml:trace contextRef="#ctx0" brushRef="#br0" timeOffset="-208925.17">3281 14455 72 0,'-23'-5'104'0,"7"0"-19"16,4 3 6-16,3-2-10 0,1 3-12 0,1-3 2 15,3 3-14-15,2-3 0 0,0-1 0 16,5-1-5-16,8-10-16 0,6-2 12 0,2-1-15 16,5 2-1-16,1-2-8 0,4 1-13 15,3-3 8-15,2 1-18 0,0 2-1 0,1-1-8 16,1-1-56-16,-3 1-92 0,1-5-105 0</inkml:trace>
  <inkml:trace contextRef="#ctx0" brushRef="#br0" timeOffset="-208622.93">4136 13758 45 0,'-6'-1'100'0,"0"-1"-16"0,4 0-17 16,0-2 4-16,4-1-10 0,8-7-7 0,6-3 10 16,2-2-20-16,6 0-5 0,2-2 5 15,7-1-2-15,3-1-13 0,3 0 15 0,2 0-5 16,-1 3-6-16,0-2 0 0,0 3-5 0,-3 2-23 16,-5 3-12-16,-3 2-43 0,-1 1-106 0,-7 4-95 15,-7 5 22-15,-14 0 33 0</inkml:trace>
  <inkml:trace contextRef="#ctx0" brushRef="#br0" timeOffset="-208443.47">4319 14160 87 0,'-8'14'119'0,"2"-6"-11"0,2 0-12 15,3-4 0-15,1-4 2 0,4 0-22 16,12-12 0-16,5-1-1 0,5-4-11 0,6-2-8 15,6-7-5-15,6 0-9 0,5-3 0 0,5-1-7 16,2-3-12-16,6-1-1 0,0 1-8 16,5-2-43-16,4 1-64 0,-3-2-117 0,0 0-2 15</inkml:trace>
  <inkml:trace contextRef="#ctx0" brushRef="#br0" timeOffset="-207750.39">6099 12887 118 0,'-24'6'106'0,"-4"1"-10"16,0 3-5-16,0 4-7 0,-4 0 0 16,0 6-5-16,-4 4-16 0,2 0-7 0,0 6-1 15,2 3-10-15,-28 36 44 0,32-28-59 16,4 1-2-16,0 2 4 0,6 3-7 16,2 2-9-16,6 0 12 0,4-1 7 0,2 0-5 15,4-23-5-15,0 7 5 0,16 43-1 16,-4-35 6-16,2-6 0 0,6 0 2 0,4-6-4 15,4-5-4-15,0-3-5 0,4-5 9 0,8-3-13 16,2-7 1-16,4-5 6 0,-20 0-8 16,52-11-5-16,-26-1-3 0,0-3-6 0,-2-1-4 15,-2-3-3-15,-4 0-5 0,-6 0-7 16,-2 3 3-16,-4 0 5 0,-4 1-7 0,-4 2 10 16,-1-2-9-16,-4-1-6 0,-3 2 9 0,-4 3 1 15,-6 3 2-15,-3 0 0 0,-2-2 5 16,-1 10-3-16,0-8-5 0,-12-16 4 0,4 6 3 15,0 0-6-15,-1 2 3 0,0 1 1 16,-1-2-3-16,4 1 1 0,-2-1-1 16,4 1 1-16,0-3 0 0,2 6 1 0,2 3 6 15,0-5-9-15,15-17 0 0,-6 13 6 0,5 4-10 16,0 0 10-16,5 1 4 0,0 2-9 0,2 1 14 16,3-1 4-16,0 1-13 0,0 9 13 15,-3-2 3-15,-10 4-2 0,5 0 5 0,0 0-1 16,15 19 3-16,-19-7-1 0,-3 4 0 0,-4 9 1 15,-5 3 5-15,0-12-7 0,-16 34-5 16,0-15-1-16,-1 2 4 0,-4-2 5 0,-3-3 0 16,-2 1-3-16,-2-5-3 0,-1-4 6 15,0-3-13-15,-1-2 1 0,2-2-13 0,-2-4-3 16,2-1-1-16,-2-3 0 0,2-6-9 0,0-3 1 16,16 0 1-16,-22-11 0 0,14 0 8 15,8-6 0-15,5-6-14 0,4-3-27 0,3 13-55 16,16-33-74-16,0 10-143 0,4 1 83 0</inkml:trace>
  <inkml:trace contextRef="#ctx0" brushRef="#br0" timeOffset="-207334.25">7860 12347 6 0,'-18'-17'119'0,"-2"1"-18"15,0 2 0-15,-6 3-15 0,-2 0-8 0,-1 3-7 16,2 2-2-16,1 4-3 0,-1-2-6 16,12 4-14-16,-6 0 9 0,-28 15-21 0,25-6 6 15,1 3-3-15,-1 3-10 0,0 2 3 0,0 7-1 16,-3 3-12-16,3 5 0 0,-1 5-3 0,-4 6 6 15,3 7-9-15,-2 5 7 0,0 2 7 16,2 4-12-16,0 0-1 0,2 3 16 16,2 0-2-16,1 2-2 0,1-3 0 0,3 2-8 15,2-3 10-15,3-2-3 0,2-3-6 16,6-3 9-16,2-2-8 0,2-28 1 0,0 10-4 0,12 45-6 16,1-39 5-16,5-4 10 0,3-3-4 15,4-1 8-15,2-5-4 0,4-2-4 0,1-6-3 16,8-2 3-16,4-3-9 0,6-4 7 15,4-6-1-15,-24-4-5 0,16 0 1 0,65-17-2 16,-46 3-35-16,-1-4-45 0,0-3-78 16,-4-4-131-16,-5 0-23 0,-6 0 0 0</inkml:trace>
  <inkml:trace contextRef="#ctx0" brushRef="#br0" timeOffset="-207166.38">7468 13583 99 0,'-12'-9'106'0,"4"-6"-14"0,7 0-9 0,1 5-7 15,20-23 0-15,5 8-9 0,7-2-10 16,8-5 11-16,7 0-9 0,6-2-13 0,3 0-19 16,-1 2-43-16,1-2-76 0,-5 4-155 15</inkml:trace>
  <inkml:trace contextRef="#ctx0" brushRef="#br0" timeOffset="-205489.75">2458 16005 65 0,'0'0'83'16,"0"0"0"-16,0 0-15 0,0 0-5 16,0 0 3-16,0 0-17 0,0 0 5 15,-20 9 5-15,12 12-25 0,3 6 7 0,-4 3 4 16,3 0-10-16,-2 4-14 0,0 2 26 0,0 4-13 15,2 3-1-15,0 1-10 0,-1 0-5 16,0-4 5-16,2-1 0 0,0-2-3 0,-1-3-2 16,2-2-1-16,0-3-13 0,2-4 12 15,-2-5-7-15,1-2 7 0,2-2 1 0,1-5-18 16,-2-2 11-16,2-2 10 0,-1-4-1 16,0-3-6-16,1 0 8 0,0 0-3 0,-11-30-11 15,6 1-3-15,1-1-7 0,-2-2 4 0,2-4-12 16,-1-6 14-16,2-3-18 0,1 1 0 0,0-3-3 15,2 4 2-15,0 0-15 0,0 22 4 0,0-9 6 16,0 0 2-16,0-3 7 16,12-28-1-16,-6 31 9 0,-2 8-9 0,4 3-5 15,1 6 5-15,6 2-1 0,-2 6-3 16,3 3-7-16,-7 2 13 0,25 15 16 0,-14 0 3 16,3 7 9-16,0 4-5 0,1 9 13 0,-2 2-8 15,4 1 9-15,-1 3-2 0,-2-2-10 16,-1-4 6-16,0-2 9 0,-1-2-19 0,-5-6-7 15,0-3 11-15,-3-1 10 0,2-2-16 0,-2-4-3 16,-2-3 15-16,-2-9-1 0,-9-3 8 16,20-32-21-16,-12 4 8 0,2-12-24 0,-2-8 10 15,1-7-7-15,-2-6-6 0,1-5 0 0,0-4-10 16,1 0 5-16,-1-3-5 0,0 3-17 16,0-2 6-16,1 8-5 0,2 1-1 0,-3 8-8 15,1 1 13-15,1 7-5 0,0 3 10 0,1 6-18 16,2 5 5-16,1 4-94 0,2 5-99 15,-2 5 30-15</inkml:trace>
  <inkml:trace contextRef="#ctx0" brushRef="#br0" timeOffset="-205137.82">3237 15873 81 0,'1'-28'76'0,"-1"11"-5"16,15-27-7-16,-4 17-28 0,2 0 5 15,3 0 11-15,0 2-12 0,3 2 18 0,1 0-14 16,2 5 1-16,1 2-6 0,1 1 3 16,3 4 10-16,-1 4 0 0,0 7 0 0,-13 0-6 15,23 14 4-15,-17 3 7 0,-3 7-20 0,-3 6 5 16,-4 9-2-16,-3 7-9 0,-4 2 5 0,-2-22-1 15,0 11 3-15,-18 47-7 0,4-41 2 16,0-1-5-16,-4-4-2 0,-6-4-4 0,3-5-12 16,-4-4-13-16,-2-3 2 0,-1-6-1 15,-4-6-13-15,0-1-8 0,0-7 4 0,13-2-3 16,-5 0 9-16,-26-13 2 0,22 3 2 16,4-4 13-16,5-4-5 0,4-5-16 15,9-3-2-15,4-2-1 0,2 13-7 0,18-31-27 16,0 15-42-16,4-2-79 0,4 5-116 0</inkml:trace>
  <inkml:trace contextRef="#ctx0" brushRef="#br0" timeOffset="-204014.51">4656 15834 10 0,'0'0'75'16,"0"0"-4"-16,0 0-19 0,26-10 4 15,-5-4 12-15,2-6-19 0,2-2 3 0,4-2-2 16,7-7-8-16,3-4 8 0,3-4-7 0,-1-1-3 15,-1-2 2-15,-3 1-6 0,-2 0-5 16,-2-1-7-16,-5 0-14 0,-4 3 6 0,-4 3 6 16,-4 2-11-16,-4 2-4 0,-6 0-18 0,-2-2 14 15,-4 20 1-15,-14-21-1 0,-2 22-4 16,-4 3 0-16,-6 5-2 0,10 5-1 16,-7 0-4-16,-30 22 7 0,19-6-19 0,0 6 14 15,-1 8-19-15,2 0 20 0,-1 4-6 0,2 6 4 16,1 5 6-16,5-2 4 0,2 5 10 15,4-1-8-15,6 3-15 0,4 0 11 0,4 2 7 16,6 0 8-16,0-29 9 0,23 49-7 16,-3-29 9-16,3-3-1 0,6-8-2 0,10-4 7 15,2-7-1-15,5-4-13 0,2-4-2 0,2-5 5 16,1-5 6-16,-24-3-15 0,9 0-20 16,52-15-22-16,-44 6-18 0,0-3-6 0,-8 1-25 15,-2-4-15-15,-4-1 9 0,-4 0 21 16,-4-3 40-16,-4 2 20 0,-2-2 12 0,-2-3 7 15,-6 3 6-15,0-1 0 0,-2 0-11 16,-4 1 6-16,-2 3-16 0,0 6 11 0,0-5 6 0,0-4-5 16,0 2 6-16,-10-15-2 0,8 11 7 15,-2 4-25-15,4 0 11 0,0 7 11 0,0-5-19 16,0-5 0-16,16-23-3 0,-4 19 17 16,4-2-11-16,0-2 17 0,4 2-10 0,4 0 5 15,0 3 11-15,0 3-1 0,-2-1-5 0,0 6-10 16,0 3 17-16,-4 3-6 0,0 2 13 15,-6 5 5-15,-12 2-4 0,18 15-11 0,-16 5 7 16,-2-5 0-16,-14 33-8 0,0-10-5 0,-4 7-1 16,-4-3 1-16,0 1-9 0,-2 0 1 15,-2-1 0-15,2-3 9 0,0-4-6 0,2-1-2 16,2-6 5-16,0-5-2 0,4 1-5 16,0-4-19-16,2-2 6 0,2-4 3 0,0-3-3 15,12-11-38-15,0 0-39 0,-10-31-76 0,10 19-137 16</inkml:trace>
  <inkml:trace contextRef="#ctx0" brushRef="#br0" timeOffset="-203768.83">5873 14813 39 0,'-18'20'95'0,"2"3"-13"0,0 8-7 16,0 5-9-16,2 2-11 0,0 3 3 0,0 5-10 15,2 7-6-15,2 1 0 0,2 3-10 16,4 2 10-16,0-3-7 0,4 0 2 0,0-30-4 16,20 52 4-16,-8-31-10 15,4-4-2-15,8-6 3 0,2-10-3 0,6-6 5 0,6-10 9 16,2-9-22-16,-16-2-23 0,52-26-41 16,-22 0-34-16,0-13-108 0,2-5-88 0,0-8 46 15</inkml:trace>
  <inkml:trace contextRef="#ctx0" brushRef="#br0" timeOffset="-202801.12">6602 14745 1 0,'-29'7'96'0,"-2"0"-4"16,4 5-4-16,1 8-25 0,-2 3-2 16,1 7-4-16,-1 4-14 0,0 11 20 0,1 8-5 15,3 2-13-15,4 5-2 0,3 0-5 0,2-1 2 16,6 0-7-16,2-3 5 0,5-3 2 15,2-27-5-15,0 9-2 0,18 40-15 16,-4-39 11-16,3-7 3 0,4-6-3 0,2-8-10 16,4-8 1-16,-11-7 2 0,9 0-2 0,42-28-8 15,-25 4 11-15,2-9-16 0,2-8 0 16,-1-5-2-16,2-4-13 0,-6-2 10 0,-2 1-4 16,-6 4-4-16,-5 0 4 0,-5 3 6 0,-7 5-5 15,-7 3 5-15,-4 4-1 0,-5 15 1 16,0-2-2-16,-13-23 3 0,1 30-14 0,-5 6 12 15,1 3-4-15,5 3 8 0,-21 18-4 16,11-3-10-16,1 4-13 0,0 1 20 0,-2 5-17 0,6 3 5 16,0 2-5-16,3 5 9 0,2 0 1 15,3-1-2-15,-1 3 7 0,4 0 0 0,2 0 0 16,2-1-1-16,1-20 12 0,0 9-7 0,17 30 15 16,-6-30-10-16,2-3 0 0,7-4 12 15,1-4 8-15,5-9-13 0,-12-5 6 0,9 0 5 16,36-27-8-16,-17 4-10 0,4-9 6 15,0-5-3-15,2-7 3 0,-1-5-9 0,1-9 5 16,-2-3 8-16,-1-1-9 0,-1-2-2 0,-3 5 2 16,-7 4-11-16,-4 1 15 0,-4 4-2 15,-3 4 3-15,-7 3-13 0,-4 4 11 0,-3 6-1 16,-3-2-11-16,-6 21 8 0,0-4-3 0,-12-15 7 16,2 21-12-16,1 7 5 0,0 4 2 15,-1 5 3-15,-3 5-16 0,-2 7 3 0,2 5 8 16,2 3-6-16,1 8 3 0,0 7-17 0,0 5 15 15,0 5 7-15,2 4-4 0,4 4 7 16,0 3-2-16,0-1 5 0,4-31-4 0,0 15 1 16,0 8 13-16,0 2-9 0,16 51-4 15,-8-59 11-15,-2-1-12 0,0-7 4 0,2-3 0 16,-4-2 4-16,2-2-7 0,-1-3-5 0,-1-6 7 16,0-1 5-16,0-7-2 0,-3-2-2 15,-1-11 2-15,0 10 2 0,0-3-8 16,0-7 2-16,-13 18-4 0,8-13 2 0,1-3 7 15,-2 0-13-15,2-1 6 0,-2-1-1 0,0-3-3 16,-8-7 2-16,4-2-2 0,2-9-3 16,2-5-2-16,4-7-8 0,2 14-4 15,0-8 1-15,16-43 3 0,-2 21 0 0,2-4 1 16,2-8-9-16,6-4 6 0,6-5 2 0,4-2-9 16,4 0-2-16,2-1 9 0,1 1 1 15,-1 2 5-15,-1 1 7 0,-1 3-7 0,-4 1 3 16,-2 5 3-16,-6-1-14 0,-4 7 8 0,-4 5 12 15,0 2-10-15,-6 3 4 0,-4 5 2 0,-3 2-7 16,-2 2 6-16,-3 3 7 0,0 5 9 16,0 5-10-16,0 12-9 0,0-1 7 15,0 2-2-15,-12 2-4 0,8 11-4 16,-2 16-4-16,0 10 5 0,-1 6 9 0,2 7-10 16,-2 12-6-16,2 5 16 0,1 6 2 0,-2 6 9 15,5 1-12-15,1-35 8 0,0 18 3 16,0 11-5-16,0 4 1 0,0 1 1 0,0-1-7 15,0 0-1-15,0-5 4 0,0 0 0 0,0-4-4 16,-11 57 2-16,-1-63 5 0,-2-3-5 16,-4-2-4-16,-8-1 7 0,-10-2-8 15,1-1-25-15,-5 1-32 0,-4-6-48 0,-7-4-101 16,-7 1-149-16,-2-5 0 0</inkml:trace>
  <inkml:trace contextRef="#ctx0" brushRef="#br0" timeOffset="-202112">4890 16888 20 0,'-1'2'113'0,"-1"0"-2"16,1 5-8-16,-4 18-22 0,-1 7-6 0,1 2 8 15,-2 6-22-15,2 4 1 0,-2 4-5 16,2 2 8-16,-2 3-15 16,3 1-12-16,-1-1 8 0,2 1-5 0,0-2-1 0,2-1-16 0,-2-4 8 15,3-5 2-15,0-7-4 0,-1 5-8 16,1-10-3-16,0-16 6 0,0 6 2 0,0-5-20 16,0-2-4-16,0-3 5 0,0-10 2 15,-13 10-11-15,1-24 2 0,-4-4 13 0,1-5-18 16,0-8-3-16,1-6 6 0,0-3-5 15,1-7-14-15,2-4 7 0,2-2-25 0,4-1 4 16,1 0 6-16,4 0-1 0,0 28 11 0,0-15-6 16,16-52 2-16,-3 43-16 0,3 2 8 0,4 1 13 15,0 5-4-15,5 1-20 0,2 3 23 16,4 5 11-16,-2 2-16 0,2 4 14 0,-3 4-16 16,-1 2 10-16,-5 8 5 0,1-1 5 15,0 7-12-15,-3 3 26 0,-12 4-7 0,13 20 12 16,-14 5-2-16,-5 12-16 0,-2-19 17 0,0 14-10 15,-12 49-1-15,4-33-1 0,0 2 5 16,-1-3 6-16,1 1-1 0,1-4 0 16,1-3-2-16,-1-1 13 0,2-3-24 0,2-2-3 15,2 1 23-15,1-19-12 0,0 5-6 0,13 25-4 16,-2-26 9-16,2 0 1 0,6-8-1 0,3-4 10 16,4-7-7-16,-10-2 9 0,6 0 4 15,36-15-17-15,-22 3 5 0,4-2 2 0,0-3-14 16,2-2 9-16,-4 0 3 0,-2-2-1 0,-2 0-28 15,-2-1-75-15,-6 0-87 0,-2 4-101 16,-4 1 26-16</inkml:trace>
  <inkml:trace contextRef="#ctx0" brushRef="#br0" timeOffset="-201654.37">5521 17128 17 0,'20'-14'61'0,"0"-1"20"0,2-4-28 15,4-1 9-15,4-5-14 0,2 0-10 0,4-4-1 16,-4-1 8-16,0-1-7 0,-4-3-7 0,0 4 0 16,-2 0-22-16,-6-1 6 0,-4 0-6 15,-2 2-9-15,-6 0 22 0,0-3-13 0,-4 4-15 16,-4 1 15-16,0 13-19 0,0-1 12 16,-20-17 11-16,8 19-20 0,-4 5 17 0,-4 3-14 15,0 5-1-15,8 0-6 0,-26 13 10 0,12-4 7 16,2 6-2-16,2 0-21 0,2 2 4 0,4 2 12 15,-2 6-17-15,2 3 27 0,2 2-7 16,4 6-6-16,0 2 17 0,6 1-15 0,0-1 19 16,4-18 10-16,0 11-3 0,20 41-8 15,-4-34 3-15,4-4 2 0,4-3 6 16,6-5 8-16,2-6-13 0,4-4 2 0,0-9-20 16,4-7 3-16,-18 0-20 0,46-17-42 0,-26-4-93 15,2-2-103-15,-2-11 13 0</inkml:trace>
  <inkml:trace contextRef="#ctx0" brushRef="#br0" timeOffset="-201422.13">6294 16217 48 0,'-3'2'78'0,"-1"3"-11"0,-4 14-17 0,0 7 5 16,0 4-6-16,2 6 4 0,0 2-6 15,2 9-1-15,2 4-3 0,2 4-10 16,0-28 6-16,0 15 2 0,0 6 1 0,18 55-16 16,-7-48 7-16,1-4-3 0,1-2 7 0,3-5-3 15,0-3-18-15,4-3 5 0,0-8 8 16,-2-3-16-16,4-6-27 0,4-6-42 0,-1-9-104 16,-2-6-99-16,-13 0 20 0,21-15 54 15</inkml:trace>
  <inkml:trace contextRef="#ctx0" brushRef="#br0" timeOffset="-201233.83">6415 16690 29 0,'2'-5'56'0,"4"-9"-11"16,6 1 0-16,4-3 12 0,6 0-7 15,0 1-21-15,4 0-2 0,4-2 4 0,5 4-12 16,1-5-4-16,4-4 14 0,3-1-29 15,-1-1-44-15,1-2-52 0,-3-1-81 0</inkml:trace>
  <inkml:trace contextRef="#ctx0" brushRef="#br0" timeOffset="-200937">6973 16387 67 0,'-10'26'79'0,"1"3"3"15,1-4-21-15,1 4-1 0,-1-3-13 16,2 3-6-16,3-1 14 0,-1 2-6 16,3-2 2-16,1-14-11 0,0 4 11 0,0-2-9 15,0-2-22-15,0-3 16 0,0-1-3 16,12 1-22-16,-7-10 24 0,8-7-2 0,3-8-11 16,2-3-4-16,-1-4 5 0,0-4-23 15,5-4 11-15,-2 1-19 0,0-2 15 0,0-2-16 16,0-2 11-16,-1 1-8 0,-2 0-9 0,0-1-8 15,2 1 0-15,-2 0 0 0,-1-1 15 16,0 4-15-16,0 1 5 0,2 2 11 0,-2-1-20 16,0 3 5-16,2-1-9 0,0 0-66 0,0-1-89 15,0 2-46-15,1 2 39 0</inkml:trace>
  <inkml:trace contextRef="#ctx0" brushRef="#br0" timeOffset="-199987.7">7839 16245 72 0,'0'0'72'15,"0"0"-5"-15,0 0-9 0,0 0-13 16,0 0 7-16,15 15 0 0,-15-2 3 0,-8 33-2 16,4-17 0-16,-3 6-1 0,2 2-8 0,-2 1-11 15,-1 3-2-15,3 1 7 0,-2 0-2 0,2-3 1 16,1 1-5-16,-2-4-9 0,5-2 5 16,0 3 1-16,1-5-11 0,-3-6-1 15,2-2 1-15,1-13-14 0,0 1 9 0,0 0 18 0,0-2-12 16,0-10 11-16,6 10-2 0,-2-15-14 15,4-12 0-15,2-8-4 0,0-3-4 0,4-4-9 16,-2-5 7-16,1-3-13 0,-1 1-2 16,3-7 1-16,-2 1 4 0,0 1-7 0,1-3-2 15,-1 4-9-15,-1-1 6 0,3 3 5 0,-3 0 6 16,1 3-9-16,0 0 11 0,2 3 4 16,2 3-12-16,-3 1-1 0,2 3-9 15,0 5 3-15,1 3 16 0,0 0-14 16,2 2 3-16,1 3-13 0,1 0-32 0,-5-1-115 0,3 7-87 15,-2 2 38-15</inkml:trace>
  <inkml:trace contextRef="#ctx0" brushRef="#br0" timeOffset="-199602.57">8380 16064 71 0,'0'3'100'16,"-2"-1"-8"-16,0 6-12 0,-4 9-4 0,-1 6-11 15,0 3 11-15,2 4-6 0,-2-3-21 0,1 3 1 16,0 0 2-16,1-1-5 0,1-2-8 16,1-6-5-16,-1 0-14 0,3-8 9 15,0-1 1-15,1-5-12 0,-2 1 8 0,2-3-18 16,0 0 7-16,0-5 15 0,3-3-3 0,9-10-3 15,1-10-9-15,1-3 4 0,3-8 1 0,3-4-1 16,3-5-12-16,2-3-7 0,3-1-4 16,1-4-5-16,2 4 1 0,-2 0-2 0,1 4 0 15,-8 6 5-15,1 4-5 0,-4 3-8 16,-3 6-3-16,-2 1 14 0,2 2-10 0,-4 4-19 16,0 2 12-16,-1 7 8 0,0 5 5 0,-11 3 4 15,24 11-3-15,-11 8 20 0,-2 7-14 0,-3 3 19 16,0 5 2-16,0 3-11 0,-3 5-1 15,-2 2 5-15,-1-1 3 0,0 3 0 0,-2-24-4 16,0 10-31-16,0 5-41 0,-12 37-84 0,4-37-124 16</inkml:trace>
  <inkml:trace contextRef="#ctx0" brushRef="#br0" timeOffset="-198444.8">2188 16526 60 0,'-36'-52'131'0,"6"-2"-16"0,3-3-8 16,4 2-13-16,3-5 5 0,4 2-13 0,4 0-14 15,2-1-4-15,-1 1-7 0,3-1 0 16,1-1-13-16,3 0-10 0,-1-1-1 0,2 1-7 0,-1 0-2 16,2-4-1-16,-1-2 0 0,0 2 3 15,1-4-11-15,0-3 10 0,1-5-15 16,1 37 2-16,0-24 5 0,0-12-20 0,17-92 8 16,-5 74-4-16,4-3-13 0,4-5-7 0,3 0 12 15,5-5-4-15,4-2-3 0,3-1 1 16,7 0 3-16,9-5-5 0,5 4 6 0,47-64-2 15,-16 40 0-15,-11 25-7 0,-3 13 0 16,50-56 8-16,-20 36-13 0,-15 24 16 16,-6 11 14-16,66-51-16 0,-26 31 9 0,-17 17 8 15,51-32-12-15,-28 30 4 0,-15 14 9 0,-7 9-3 16,72-37 2-16,-36 23-9 0,-18 14 8 0,-13 11-3 16,6 1 1-16,3 3-1 0,78-26-1 15,-45 22-6-15,-21 10 7 0,-14 10-3 16,6 3 1-16,0 0-1 0,2 6 5 0,-2 4-3 15,4 4-1-15,0 4 12 0,6 5-12 0,0 1 7 0,-68 5 8 16,30 0-8-16,133 15 4 0,-100-6 3 16,2 8-12-16,1 3 6 0,0 0-4 0,0 5 1 15,-2 0 4-15,1 7 2 0,0 1 4 16,81 25-4-16,-48-10-5 0,-27-7 1 0,-22-1 4 16,1-1-1-16,0 9 7 0,1 4-3 15,68 33 4-15,-46-12-6 0,-25-10 0 0,-20-4 3 16,2 5 3-16,-4 2-7 0,2 4-1 15,-4 4 0-15,-5 2 2 0,1 4 11 16,-4 2-5-16,-3 4 1 0,-3 3-7 0,-6 2 1 0,-3 0 0 16,-4 1 4-16,-4 0 3 0,-3-3 5 15,-4 5 2-15,-3 2 2 0,-4 0-8 0,-2 4 8 16,-6-2 5-16,-2 4-8 0,-3-2 6 0,-5 3-4 16,-5 1 3-16,-2 1 1 0,-4 4-7 15,-4-2 5-15,-4 6-14 0,-4-4 11 0,-4 3-2 16,0-57-5-16,0 27-9 0,-15 103 6 15,5-81 11-15,-1 0-18 0,-5 0-3 0,-5-2 9 16,-3-2-7-16,-5-2 4 0,-1-2-15 0,-3-5 12 16,-4 1-8-16,-2-2 13 0,-5-1 12 15,-4-2-12-15,-7 0-2 0,-7 3-6 0,-4-1 9 16,-6-3 1-16,-7-1 8 0,-5-2-6 0,-2-2 1 16,-61 49 6-16,29-34-16 0,9-18 21 15,7-12 4-15,-75 38-13 0,44-27 22 0,12-11-13 16,9-10 11-16,-74 31 6 0,32-21 3 15,17-13-9-15,20-10-5 0,-7 3 14 0,-102 23 2 16,8-10 0-16,42-16-2 0,26-13 7 0,14-5 4 16,-8-2 3-16,-98 8 2 0,51-11-7 15,31-8 1-15,11-6-2 0,-4 2-8 0,73-8-18 16,-40 0 0-16,-268-21-14 0,124 0 1 0,20-9-16 16,6-6-7-16,3-12-1 0,3-11-17 15,16-8-7-15,8-7-8 0,16-6-1 0,42 5-14 16,-27-27 1-16,12-7-5 0,37 11-2 15,-16-29 2-15,37 17 5 0,26 10 0 0,14 6-2 16,4-10 12-16,10-6-15 0,-27-93 18 16,29 38 17-16,25 14-2 0,10 19-16 0,13-7-53 15,3 66-67-15,25-149-80 0,23-29-589 0,10 24 0 16,3 10 0-16</inkml:trace>
  <inkml:trace contextRef="#ctx0" brushRef="#br0" timeOffset="-85490.82">31316 14231 45 0,'0'0'107'15,"0"0"-18"-15,0 0-4 0,0 0-3 0,0 0-15 16,0 0-3-16,0 0-8 0,0 0 4 0,0 0-11 16,0 0-1-16,0 0-11 0,0 0 8 15,0 0-6-15,0 0-10 0,0 0 4 0,0 0-15 16,0 0 2-16,0 0 9 0,0 0 4 0,0 0 2 15,0 0-13-15,0 0-1 0,0 0 1 16,0 0-14-16,0 0 7 0,0 0-1 0,0 0 5 16,0 0-11-16,0 0 0 0,0 0 4 0,0 0-3 15,0 0-10-15,0 0 6 0,0 0 11 16,0 0-1-16,0 0-17 0,0 0 5 0,0 0 6 16,0 0-1-16,0 0-12 0,0 0 9 0,0 0 1 15,0 0 9-15,0 0 7 0,0 0-3 16,0 0 3-16,0 0-4 0,0 0 3 0,0 0 0 15,0 0-4-15,0 0 0 0,0 0-6 0,0 0 0 16,0 0-4-16,0 0 10 0,0 0-6 16,0 0-6-16,0 0 1 0,0 0-8 15,0 0 8-15,0 0-5 0,0 0-1 0,0 0-3 16,0 0 0-16,0 0 7 0,0 0-1 0,0 0-4 16,0 0 4-16,0 0-3 0,0 0-1 15,0 0 12-15,0 0-14 0,0 0 3 16,0 0-2-16,0 0 3 0,0 0-2 0,0 0 9 15,0 0-7-15,0 0 9 0,0 0-15 0,0 0 7 16,0 0 2-16,0 0 4 0,0 0-5 16,0 0-13-16,0 0 13 0,0 0-9 0,0 0 6 15,0 0 1-15,0 0 5 0,0 0-7 0,0 0 7 16,0 0-4-16,0 0-1 0,0 0-7 16,0 0 8-16,0 0-5 0,0 0 10 0,0 0-6 15,0 0 3-15,0 0-2 0,0 0-4 16,0 0-2-16,0 0 4 0,0 0-1 0,0 0-1 15,0 0-6-15,0 0 8 0,0 0 6 16,0 0-9-16,0 0 4 0,0 0-3 16,0 0 4-16,0 0-2 0,0 0-5 0,0 0 1 0,0 0 7 15,0 0-4-15,0 0 2 0,-14 0-4 16,14 0-3-16,0 0 10 0,0 0 0 0,0 0 4 16,-21 32-6-16,20-26 6 0,-6 15 0 0,0 0 7 15,-2 2-3-15,0 1 5 0,-2 2 1 16,-1 1 2-16,-1 0 0 0,-1 0 1 0,0 5-2 15,-2-2-2-15,0-1 3 0,-2 2-3 0,2 0 0 16,2-1 4-16,-1-2-1 0,0 4-2 16,2-5-2-16,-2-1-10 0,5 3 5 15,-1-3 7-15,2 2-1 0,-1-5-8 0,2 3 0 16,0-1 2-16,3-5 2 0,0 0-7 0,1-1-3 16,0-6 3-16,0-2 1 0,2-1-11 0,0-3-10 15,0 0-18-15,0-3-29 0,0 2-14 16,0-2-50-16,-2 0-55 0,-2-1-120 0,1 1 0 15,-2-3 0-15</inkml:trace>
  <inkml:trace contextRef="#ctx0" brushRef="#br0" timeOffset="-84155.49">29720 12144 51 0,'0'-14'109'0,"0"14"-18"15,0 0-7-15,24-34-12 0,-24 30-4 16,2-1-8-16,0-1-10 0,0 2 2 0,0-2-8 16,-1 2-3-16,0-1-11 0,1 1 12 0,-2 2-11 15,1-1-3-15,-1-1 3 0,1 2-20 16,1 0 11-16,-2 0-4 0,0 2-6 0,1 0 10 16,-1 3-8-16,0 0 9 0,0 4 0 15,0-1-6-15,-3 14 17 0,3-8 2 0,-8 28 2 16,3-8-9-16,-3-2 3 15,0 2-1-15,0 4 1 0,-1 2 1 0,-1 1 0 0,1 1-3 16,0 2 6-16,2-2-9 0,-1-1 9 0,1 0-11 16,2-4 1-16,0-1-4 0,-1 0 1 15,2-4-3-15,0 0-6 0,3-7-6 0,-1-3 8 16,1-4 3-16,-2-3-22 0,2-4-11 16,0-1-28-16,-2-4-46 0,2 0-51 0,-5-4-127 15,6 0-8-15,0 0 0 0</inkml:trace>
  <inkml:trace contextRef="#ctx0" brushRef="#br0" timeOffset="-83417.5">28628 12466 55 0,'-5'-20'119'0,"1"2"-13"0,-2 0-9 0,1-4-8 16,0-4-10-16,1-1-6 0,-2 1-5 15,2-1-10-15,0-3-2 0,0 1-13 0,2 0 5 16,0-5-16-16,2-1-17 0,0 19 5 16,11-31-7-16,-3 15-11 0,5-5-4 0,3-1 9 15,6 0-1-15,4-2-10 0,8 1-1 0,7-1 5 16,8 2 2-16,8-1 4 0,10 0-11 15,8 2 5-15,8 5-7 0,5 0-10 16,8 1 8-16,3 6 5 0,4 2 9 0,7 3-12 16,-1 4 9-16,-1 4-4 0,-4 6 5 0,-3 3 3 15,-53 3 8-15,93 15 13 0,-53-1-14 0,-9 6 7 16,-7 4 2-16,-9 5-5 0,-7 6 2 16,-11 3-1-16,-9 9 11 0,-11 1 9 0,-11 7-6 15,-10 1 1-15,-4-25 11 0,-16 68 6 0,-3-31-6 16,-10 4 8-16,-6 5 0 0,-5 0 2 15,-5 1 1-15,-5-1 0 0,-2-1-3 0,-3-2 6 16,1-6 0-16,0-2-5 0,2-2 6 0,2-5-2 16,0-4-6-16,0-7-12 0,-2 0-6 0,1-5 6 15,-2-2-6-15,0-5 1 0,-2-2-14 16,-1-5 9-16,-3-3-2 0,-1-4 0 0,-3-4-10 16,2-4-5-16,0-4 1 0,1-6-8 15,1-2-2-15,30-2-2 0,-61-16 3 0,30 0 1 16,3-9-9-16,1-2-2 0,4-6 3 15,3-7-7-15,2-5-6 0,4-5-2 0,4-4-3 16,3-4-9-16,5-5 5 0,6 1-13 16,5-6 6-16,5 2-2 0,7 0 6 0,7 1-10 15,1 33-4-15,21-64 0 0,2 36 4 0,5 1-10 16,7 5 2-16,6 1-15 0,3 2-63 16,4 4-83-16,2 3-157 0,2 3 0 0</inkml:trace>
  <inkml:trace contextRef="#ctx0" brushRef="#br0" timeOffset="-82487.99">27788 12373 46 0,'-1'-3'113'0,"-1"0"-7"15,2-2-13-15,0 0-7 0,0 0-8 0,0-2-3 16,2 1-17-16,3-9-2 0,2 1-3 0,2-2 5 16,6 0-11-16,2 0-10 0,3 1-1 15,1 2-1-15,3 0-5 0,-1 1-8 0,2 1-10 16,2 0 12-16,-3 2-3 0,-3 2-8 16,-3 0 1-16,-4 1 0 0,-2 3 6 0,-6 0-14 15,2 0 10-15,-7 0 10 0,-1 3-6 0,0 0-8 16,-21 3 0-16,-9 3-4 0,-2 1-11 0,-8-1 7 15,-12 4 3-15,-6 0-4 0,-6 2-6 16,-2 1-3-16,-1-1 5 0,-3-1 3 0,0 2-11 16,3-4 6-16,0 1-3 0,3-1 5 15,6 1-6-15,3-3-2 0,7-1 5 0,7-1 10 16,4 0 6-16,5-1-13 0,2 1 10 0,4-1 3 16,2-3-8-16,10 0 14 0,8 0-3 15,9-2-1-15,9 1-7 0,15-6 8 16,13-2-6-16,8 2-5 0,7-3 2 0,7 2 4 15,6 0 1-15,3 0-7 0,-3 2-3 16,-5 1 0-16,-7 0-5 0,-7 0 2 0,-8 2-5 16,-2-1 0-16,-9 0 7 0,1 0-7 0,-11 0 11 15,-12-2-9-15,-8 5 12 0,0 0-2 0,-31-9-7 16,0 5 1-16,-1 1 3 0,-7 1-2 16,-6 0-4-16,-2-2 12 0,-1 4 1 0,24 0 3 15,-11 0-6-15,-5 0 9 0,2 0-5 0,0 0-2 16,5 0 1-16,1 0 0 0,7 0-1 15,-9-10-10-15,34 8-38 0,16-3-60 0,10-4-118 16,11-5-53-16,12 1 1 0</inkml:trace>
  <inkml:trace contextRef="#ctx0" brushRef="#br0" timeOffset="-77559.38">27106 3099 9 0,'0'0'89'0,"0"0"-7"0,0 0-1 15,-14 0 2-15,14 0-17 0,0 0-1 16,0 0 10-16,0 0 5 0,0 0-10 0,0 0 4 15,0 0-2-15,0 0-9 0,0 0 0 16,0 0 9-16,0 0-4 0,0 0-11 0,0 0 0 16,0 0 4-16,0 0-13 0,0 0-2 0,0 0 4 15,0 0-5-15,0 0-7 0,0 0-2 16,0 0 0-16,0 0 3 0,0 0-8 0,0 0 4 16,0 0 11-16,0 0-7 0,0 0-3 0,0 0 1 15,0 0-1-15,0 0 0 0,0 0-6 16,0 0-6-16,0 0 1 0,0 0 1 0,0 0-2 15,0 0-9-15,0 0 9 0,12 2-8 0,6-12-3 16,3 2 0-16,2-1 2 0,2-2-5 16,2 3-7-16,2 0 1 0,2 1 3 0,-1 1-9 15,1 3 1-15,1-5 2 0,1 4-4 0,3-1-2 16,2 2 7-16,-2-2-11 16,1 5 5-16,-1-4 0 0,-1 3 4 15,-2 1-3-15,-18 0-8 0,10 0 0 0,3 0 8 0,25 11-2 16,-30-2 0-16,-5-4 1 0,-2 3 4 0,-4 5 3 15,-4 0-7-15,-5 3 7 0,-3-7 6 0,0 7 5 16,-17 21 2-16,3-12-5 0,0-5 1 0,-4 3-4 16,0-1-5-16,-2-1 2 0,-2 4 4 15,5-3 1-15,-2-1 2 0,2-2-9 16,1 2 4-16,2 0-10 0,-1-4 14 0,4 1-4 0,1-3-4 16,-1-1 3-16,6-4 4 0,1-4-10 15,1 1 7-15,3-2 4 0,0-5 19 0,0 0 3 16,0 9-11-16,21 7 7 0,-5-12-11 15,3 2 12-15,4-4-4 0,-4 2-5 0,1-3-7 16,2 2-1-16,-2 0 3 0,-2-1 8 0,-2 0-8 16,-4-2-2-16,-1 0-1 0,-2 0-15 15,-2 0 9-15,0 0 1 0,-3 1-1 0,-4-1-4 16,0 0-4-16,6 0 4 0,-6 0 1 16,8 0-8-16,-8 0 2 0,7 0 11 0,-7 0-9 15,0 0 10-15,7 0-14 0,-7 0 17 0,0 0-13 16,8 0-3-16,-8 0-1 0,0 0 5 15,6 0 1-15,-6 0 6 0,0 0-1 0,7 0-3 16,-7 0 7-16,0 0-9 0,7 0-9 16,-7 0 8-16,0 0-8 0,8 0 10 0,-8 0-6 15,0 0-4-15,6 0 1 0,-6 0 3 0,0 0 13 16,0 0-1-16,0 0-8 0,7 0-9 16,-7 0 12-16,0 0-2 0,0 0-1 0,0 0 2 15,7 0-2-15,-7 0-5 0,0 0-7 0,0 0 15 16,0 0-6-16,0 0 4 0,0 0-13 15,0 0 5-15,6 0 1 0,-6 0 2 16,0 0 5-16,0 0 2 0,0 0 0 0,0 0-11 16,0 0 13-16,10 3-16 0,-10-3-29 0,0 0-3 15,0 1-18-15,0-1-33 0,0 0-27 16,0 0-34-16,0 0-68 0,-2 0-254 0,1-1 1 16</inkml:trace>
  <inkml:trace contextRef="#ctx0" brushRef="#br0" timeOffset="-76588.98">25179 4750 25 0,'-3'0'88'15,"2"1"11"-15,0-1-11 0,-2 0-15 0,2 1 4 16,1-2-6-16,-2 1 2 0,2-1 1 16,-1-1-22-16,0 0 6 0,1 2-21 15,0 0 14-15,0-2-2 0,0 2-10 0,0 0-14 16,0 0 11-16,0 0-3 0,0 0 3 0,0 0-6 15,0 0-4-15,0 0 6 0,0 0 7 0,0 0-2 16,0 0 0-16,0 0 3 0,0 0-4 16,0 0 2-16,0 0 3 0,0 0 6 0,0 0-4 15,0 0 8-15,0 0-3 0,0 0-3 16,0 0 7-16,0 0-1 0,0 0-3 0,0 0-9 16,0 0 13-16,0 0-10 0,0 0 6 0,0 0 1 15,0 0 3-15,0 0 7 0,0 0-9 16,0 0 1-16,0 0-1 0,0 0-2 0,0 0-9 15,0 0 15-15,0 0-11 0,0 0 10 0,26-30-1 16,-8 17-9-16,2-2-3 0,2 1-17 16,2-3 12-16,4 1-15 0,4-1 1 0,3 2-9 15,2-2 22-15,3 2-24 0,0-1 5 0,-1 2 11 16,1 2-8-16,-1 2 4 0,-3 1-7 16,-3 3 3-16,-1 0 0 0,1 3-2 0,-3 2 4 15,-4 0-10-15,-15 1 0 0,5 0 12 16,15 13-20-16,-19-1 11 0,-4 0 0 0,-3 4 1 15,-5-7-7-15,0 7 11 0,-13 23 0 0,2-14 10 16,-2-3-6-16,1 1 14 0,0 1-23 0,0-1-5 16,0 3-12-16,-2 0 9 0,2-1 4 0,2-3-2 15,2-1-14-15,0-4 40 0,4-2-12 16,2-5 14-16,2-10-16 0,0 11 20 0,0-5-15 16,18 15 4-16,-1-11-6 0,7-7 0 0,5-1 0 15,-11-2-14-15,8 0 2 0,42-13 3 16,-26 5-5-16,1 1-4 0,-1-2 6 15,2 1-46-15,0-2-36 0,-4 2-18 0,-1-3-37 16,-2 4-32-16,-3-1-42 0,-5 1-522 0,-2-4 1 16,-3 2 0-16</inkml:trace>
  <inkml:trace contextRef="#ctx0" brushRef="#br0" timeOffset="-76104.64">25187 4840 43 0,'-49'-10'221'15,"5"-1"-8"-15,1-3 10 0,4-3 9 0,6 1-12 16,2-1-47-16,3-3 1 0,3-1-29 16,5-2-24-16,4-3-21 0,5-5-7 0,7-1-7 15,4 16-21-15,15-36-2 0,8 15-10 0,9-1-9 16,6-1-7-16,12 1-22 0,10-1 10 15,6 0-16-15,12 7 7 0,10 0 8 0,9 5 1 16,2 4 2-16,2 5-2 0,0 7 4 16,2 4 7-16,1 3 4 0,-53 4-5 0,102 13 10 15,-54 3-7-15,-6 0 5 0,-5 9-8 0,-5 5 6 16,-6 4 0-16,-8 7-14 0,-5 6 2 16,-8 1 6-16,-10 7-8 0,-6 0-13 0,-7 3 5 15,-9 4-4-15,-8 2 9 0,-7-2-19 16,-8 2 14-16,-1-36 16 0,-24 63-31 0,-1-35 27 15,-7-1-27-15,-8-2 16 0,-8-3-4 0,-6-6 37 16,-4-3 2-16,-8 1 7 0,-9-5 9 0,-5-5 30 16,-4-2-1-16,-1-3-1 0,-2-7-14 15,-2-2-4-15,2-5-16 0,2-5-10 0,1-5-20 16,42-3-25-16,-18 0-21 0,-76-20-9 16,66 7-19-16,4-7 2 0,6-6-27 0,6-2 9 15,7-8-13-15,7-7-8 0,12-6 6 16,12-4 1-16,12-6-7 0,4 29-10 0,23-66-1 15,6 31-26-15,11 2-55 0,11-4-56 0,9 4-473 16,12 2 0-16,5 1 0 0</inkml:trace>
  <inkml:trace contextRef="#ctx0" brushRef="#br0" timeOffset="-73269.4">29449 4475 9 0,'0'-16'121'15,"0"16"-20"-15,0 0 10 0,22-34 17 16,-19 28 10-16,-2 1 2 0,1 0-2 0,-1 0-9 16,0 2-3-16,1-3-20 0,-1 4-14 15,-1-4-3-15,1 3-9 0,-1 1-14 0,2-2-2 16,-2 4-5-16,0 2-11 0,-2 2 5 16,1 2 7-16,-4 13-2 0,-5 5-3 0,2 4 2 15,-4 1-4-15,-2 4-3 0,-4 1-11 0,0 6 1 16,-2 2-12-16,-2 1 1 15,2 0 10-15,2 4-6 0,-1-5-7 0,0 5-5 0,3-7-5 16,3 0 0-16,1-3 6 0,3-6 0 0,-1-2-2 16,1-1 4-16,2-3 6 0,1-7 21 15,2-1 11-15,0-4-7 0,0-3 8 0,2-6-20 16,1-4 10-16,1 0-12 0,1-12-20 16,6-6-8-16,2-9-8 0,1-1-1 0,0-4-26 15,1-5 4-15,2-3-13 0,1 0 9 0,0-3 5 16,1 1-14-16,1-3-2 0,3 2 5 15,1-1 2-15,2 3-14 0,4 3 5 16,0-3-5-16,2 4 7 0,3 4-3 0,0-1 7 16,-1 7-9-16,2 1 9 0,-2 5-3 0,-1 5 4 15,-1 3 15-15,0 2 2 0,-1 8-6 0,0-3 11 16,-15 6 0-16,4 0-1 0,18 23 21 16,-20-4-7-16,-5 3 12 0,-5 4 3 0,-4-10 3 15,0 11-12-15,-19 37 6 0,6-23 3 16,-2 1-7-16,-1 1-2 0,-2 1-3 0,3-3 2 15,2 0 6-15,-2-5-7 0,6-3-9 16,1-1-2-16,0 0 21 0,4-6 16 0,1-2 9 16,3-13 2-16,0 0-5 0,17 16-4 0,-1-18-3 15,6-5-8-15,7-3-10 0,-12-1 10 16,9 0-13-16,42-15 4 0,-24 6-20 0,2 0-28 16,3 1-32-16,-1-2-40 0,-1 2-31 15,-3-3-43-15,-1 3-64 0,-5-1-307 0,-2 0 1 16</inkml:trace>
  <inkml:trace contextRef="#ctx0" brushRef="#br0" timeOffset="-72968.13">30322 4884 22 0,'-13'-9'197'0,"2"-1"-7"0,0-3 9 0,6 0-13 16,2-7-2-16,2 2-5 0,1 8-29 15,11-20-19-15,1 9-20 0,5 0 0 16,2 4-22-16,1 1 5 0,4 1-9 0,2 1-16 15,1 3-11-15,1 4-8 0,0-1-5 0,4 2-5 16,-2 6-8-16,-16 0-3 0,6 0 2 16,4 0 5-16,22 18 1 0,-28-11-11 0,-2 2 2 15,-5 8-2-15,-4 0-5 0,-7 4 2 0,0-8 4 16,-16 25 0-16,0-10-11 16,-6 1 1-16,-4 1 2 0,-4 0 5 0,0-3-17 0,0-2-7 15,1 0 10-15,2-4-2 0,3-2 8 16,4-4 4-16,-1-1-7 0,2-3-19 0,3-3-29 15,8-8-33-15,8 0-51 0,-5-11-67 16,11-7-94-16,6-1-218 0,2-7 1 0</inkml:trace>
  <inkml:trace contextRef="#ctx0" brushRef="#br0" timeOffset="-72727.13">31209 4338 80 0,'15'-16'218'0,"-3"2"-21"15,-6 5-5-15,-4 3-31 0,-6 1-2 0,-3 4-28 0,-2 2-1 16,-14 4-17-16,-2 5-10 0,-1 3-10 16,-2 5-6-16,-4 6 0 0,-1 2-10 15,-2 9-8-15,-1 3-9 0,-2 8-9 0,2 5 4 16,2 2-13-16,4 1 4 0,2 1-9 0,0 1 20 16,8-3-11-16,1-2 0 0,4-2-18 0,5-2-4 15,3-5-1-15,3 1-21 0,3-8-12 16,1-18-4-16,0 8-4 0,20 22-23 0,-4-28-23 15,-2-6-20-15,5-6-32 0,-4-6-19 16,-5-1-50-16,18-18-67 0,-8-1-122 0,-1 1 0 16</inkml:trace>
  <inkml:trace contextRef="#ctx0" brushRef="#br0" timeOffset="-72571.77">30945 5007 18 0,'4'-32'123'16,"-4"14"-12"-16,0-3 9 0,0-6 3 16,0 1 23-16,0-2 0 0,0 2 6 0,-7-25-5 15,7 30-21-15,0 7-16 0,0 14-7 16,0-16-11-16,12-14-8 0,2 15-18 0,3 5-2 15,6-1-17-15,5 4 1 0,4 3-13 0,-2 0-18 16,4 4-27-16,-18 0-36 0,8 0-39 0,34 11-49 16,-23-3-79-16,-4 0-135 0,-1 1 0 0</inkml:trace>
  <inkml:trace contextRef="#ctx0" brushRef="#br0" timeOffset="-72388.24">31058 4914 104 0,'-6'0'226'0,"-1"0"-31"15,4 0 0-15,2 0-12 0,2 0-20 0,3-2-29 16,2 2 0-16,15 0-18 0,-8 0-17 0,7 0-8 16,6 0-14-16,4 0-20 0,1 0-29 15,1 0-47-15,36 13-52 0,-33-7-80 16,-5-1-123-16,0 0-48 0,0 0 0 0</inkml:trace>
  <inkml:trace contextRef="#ctx0" brushRef="#br0" timeOffset="-72186.26">31208 5162 276 0,'-6'2'238'0,"2"1"-4"16,0-3-17-16,2 1-20 0,0-1-24 0,6 0-6 15,0-1-16-15,15-2-37 0,1-3-13 16,8 3-2-16,1 0-16 0,3 0-15 0,4 1-25 16,2-1-40-16,0-2-29 0,4 2-41 0,1 1-42 15,2-1-55-15,1-3-110 0,2 1-107 16,-1-2 0-16</inkml:trace>
  <inkml:trace contextRef="#ctx0" brushRef="#br0" timeOffset="-71684.74">32630 4539 86 0,'-1'-14'199'0,"-6"-1"-21"16,-4 4 7-16,-3-2-21 0,-5 3-15 15,-1 6-7-15,-5 2-16 0,10 2-9 0,-8 0-12 16,-33 12-19-16,20-3 4 0,-5 7-12 0,1 2-9 16,-6 5-6-16,0 5-5 0,-2 4-13 0,-1 3-1 15,-2 4 1-15,2 2 5 0,2 1-14 16,4 1 6-16,5-1-7 0,3 3 5 0,4-4-15 15,6-1 10-15,4 1-8 0,6-6-11 16,6 0-8-16,7-1-10 0,2-18-13 16,19 28-15-16,0-22-14 0,5-4-23 0,6-2-15 15,4 0-26-15,3-3-41 0,3-6-66 0,1-3-193 16,2 0 0-16</inkml:trace>
  <inkml:trace contextRef="#ctx0" brushRef="#br0" timeOffset="-71402.7">32406 5191 142 0,'-2'-8'228'0,"0"-9"-12"16,2 1-11-16,0 7-30 0,0-2-16 15,0 0-11-15,0-6-22 0,0-1-9 0,10-17-18 0,0 16-17 16,3 2-7-16,6-5-11 0,3 2-6 16,1-1-6-16,1 8-3 0,2 5-1 0,3-1 3 15,-1 5-8-15,-1 2-7 0,-1 2 3 16,-14 0-6-16,20 11 11 0,-14-3-5 0,-6 0-11 15,-2 1 3-15,-2 0-7 0,-8-2 6 16,-17 19 2-16,-6-9-5 0,-6-1-6 0,-2 0 2 16,-1-1-9-16,0 0-1 0,-4 3 4 15,2-2 4-15,-1-2-10 0,4-2-14 0,0-2-1 16,2-1 6-16,4 3-10 0,-1-3-3 0,5-3-1 16,4-2-20-16,3-3-23 0,14-1-39 0,0 0-71 15,-4-20-49-15,16 4-292 0,6-6 0 16</inkml:trace>
  <inkml:trace contextRef="#ctx0" brushRef="#br0" timeOffset="-71165.5">33239 4499 32 0,'-2'-8'220'0,"-6"1"-31"0,-6 7 11 15,-7 3-22-15,8-3-8 0,-35 16-30 0,8-3-4 16,-6 8-9-16,-2 8-13 0,-1 6-10 0,-7 8-4 15,1 6-14-15,-1 4-1 0,7-3-4 0,6-4 15 16,5-1-19-16,2 4-4 0,1 2 13 16,6 3-14-16,3-1-24 0,5 2-24 0,4-2-15 15,4-5-5-15,8 1-22 0,5-27-28 0,0 9-36 16,31 58-30-16,-4-42-41 0,3-13-71 16,2-10-230-16,3-10 0 0</inkml:trace>
  <inkml:trace contextRef="#ctx0" brushRef="#br0" timeOffset="-71035.13">32925 5225 30 0,'8'-33'203'0,"-4"3"-10"0,0 3-13 16,1 3-1-16,2 4-19 0,-5-1-15 0,5 4-22 15,5 3-18-15,1 3-10 0,5 0-28 16,3 3-20-16,10 4-19 0,2-1-61 0,6 9-66 16,-23-4-132-16,8 0-67 0,-2 0 0 15</inkml:trace>
  <inkml:trace contextRef="#ctx0" brushRef="#br0" timeOffset="-67428.06">22659 1264 17 0,'0'0'36'0,"0"0"14"0,0 0-27 15,0 0 8-15,0 0-5 0,0 0 7 0,0 0 7 16,-12 0 4-16,12 0-2 0,0 0-20 0,0 0 21 15,0 0-18-15,0 0 11 0,0 0 8 16,0 0-24-16,0 0 12 0,0 0-6 0,0 0 16 16,0 0-24-16,0 0 1 0,0 0 8 0,0 0 14 15,0 0-8-15,-26 9-2 0,26-9 15 16,-2 0-15-16,2 2 9 0,0-2-13 0,0 0 0 16,0 2 5-16,0-2 9 0,0 0 4 15,0 0 3-15,0 0-3 0,0 0-1 0,0 0 9 16,0 0 5-16,0 0-1 0,0 0 2 0,0 0 10 15,0 2 2-15,0-2-12 0,0-2 4 16,0 2-5-16,2-2-15 0,2 0-2 0,0-3-10 16,12-6 8-16,-2-3-15 0,2 1-4 0,4-3 2 15,2 0-6-15,0 1-2 0,4 0-6 16,0 0 1-16,6 1 2 0,4-4-3 16,4 4-1-16,0 3 8 0,4 0-8 0,0 3 2 0,2 2 0 15,-2-1-3-15,-2 4-1 0,0 2 13 16,-6 1-4-16,-19 0-2 0,8 0 2 0,2 0-1 15,26 17-5-15,-31-3 9 0,-8-1 0 0,-3 4-10 16,-8 3 9-16,-3-6 3 0,-16 24-1 16,1-13-6-16,-5 3-3 0,-3-1 1 0,-3 2-8 15,0-1 8-15,0-6 2 0,2-1-6 16,0-1-3-16,4 1 1 0,-2-5 4 0,6 0-6 16,0-5 12-16,4-1-10 0,4-2-7 15,0-2 7-15,4 0-10 0,2-2 4 0,0-2 6 0,2-2-8 16,0 0 1-16,16 7 13 0,4-3-14 15,0-1 8-15,3-1-1 0,0 0-8 16,-1 2 11-16,1-1-7 0,-2 2-7 0,-1-2-1 0,-2 6 8 16,-2 1 9-16,-2-3-1 0,0 3-2 0,-2 1 10 15,-2 5 4-15,-3 0-6 0,-2 0 12 16,-2 4 4-16,-2 1-2 0,-1-12 0 0,0 8 2 16,-16 23-7-16,6-18-8 0,-4 1 0 15,-2-2 2-15,0-1 5 0,-1-2-5 0,-4 2-2 16,-2-3-2-16,-1 1-6 0,0-3-3 0,0-1 3 15,-1 0-20-15,-1 1-3 0,4-4-22 0,-4-3-22 16,2 2-17-16,-6-1-10 0,4 0-27 16,2-3-27-16,4 1-18 0,4-2-32 0,2-3-41 15,4-2-163-15,10 0 1 0</inkml:trace>
  <inkml:trace contextRef="#ctx0" brushRef="#br0" timeOffset="-66423.45">23665 3449 1 0,'0'-21'105'0,"-35"-15"8"0,26 23 1 15,-1-1 13-15,1 0 12 0,0-1-3 0,1-1 8 16,1-2 6-16,0 2-2 0,1 2 5 0,0-3-15 16,4 0-16-16,0 1-17 0,1 4-4 15,1 12-12-15,0-11-18 0,0-3-8 0,15-14-6 16,-3 11-1-16,6 2 2 0,2 1-14 15,8 2-16-15,3-2 12 0,4 4 0 0,5-1-4 16,2 4-4-16,2 4 0 0,0 2-4 16,-21 1-10-16,10 0 4 0,42 12-2 0,-35-3-3 15,-2 0 11-15,-6 4-15 0,-6 1 3 0,1 2 6 16,-8 2 5-16,-7 5-4 0,-4 1-3 16,-8-8-4-16,0 8 5 0,-18 30 8 0,4-26-9 15,2 1-8-15,0-5-4 0,-2 2 11 16,4-1-7-16,0-6 9 0,2-3-14 0,0-3 12 15,4-4 9-15,0-1 1 0,2 1 3 0,0-3-22 16,2-6 13-16,0 0-3 0,0 0-13 16,16 9 13-16,3-8 3 0,1 3-5 0,3-4-16 15,1 2 6-15,-4 1 2 0,0-1-14 0,-2-2 9 16,-4 4 5-16,2 1 19 0,-1 1-21 16,-4-2-11-16,-3 2 15 0,-2-1 15 0,0 1-15 15,-4 1 9-15,4 11-12 0,-6-5 9 0,0-3 5 16,0 6-3-16,-20 22-6 0,6-13-4 15,0-3 3-15,-2 2-12 0,-4-1 19 0,0 3-3 16,-2-5-9-16,-2 0 0 0,-4-1 2 0,0 0-4 16,-3-1-7-16,0-3 1 0,-3 2-20 15,-5-5-21-15,-1 0-39 0,-2-4-15 0,0 0-30 16,-4-6-24-16,1-2-40 0,-3-1-55 0,24 0-371 16,-48-14 0-16</inkml:trace>
  <inkml:trace contextRef="#ctx0" brushRef="#br0" timeOffset="-65993.69">22981 3577 7 0,'-18'-18'243'15,"2"0"-12"-15,0-1-11 0,2 0-15 0,2 2-22 16,2-3-30-16,0 7-7 0,4-8-10 16,4-1-18-16,2-3-18 0,0 12-29 0,16-28 3 15,-2 14-17-15,8 1-6 0,8-5-9 16,10-1-11-16,12 0 7 0,10 0-11 0,7 3 6 15,8 0 5-15,7 5-1 0,6-1-5 0,6 7 3 16,4 4-2-16,5 4 12 0,0 5-9 16,-53 5 15-16,27 0-7 0,100 20-3 0,-84-5 2 15,-7 4-1-15,-5 5-4 0,-7 5-5 0,-9 5 0 16,-9 2 3-16,-7 7-2 0,-14 4-5 16,-9 6-3-16,-13 5-12 0,-10 6 12 0,-5-29 8 15,-16 71-14-15,-2-37 2 0,-9 0 7 0,-8-6-23 16,-5-4-4-16,-5-2 23 0,-6-6 13 15,-3-4 11-15,-9-5 27 0,0-4 24 0,-3-4 3 16,-4-2 10-16,-4-4-9 0,-3-4-2 0,-2-6-10 16,0-6-9-16,-2-6-12 0,0-2-17 15,39-4-25-15,-18 0-10 0,-76-17-34 0,63 3-18 16,2-6-22-16,10-6-18 0,1-6-15 0,5-4 4 16,7-2-9-16,4-6 10 0,10-4-4 15,8-4 5-15,10-6-7 0,14-2-9 16,14-1-36-16,18-1-26 0,8 0-50 0,14 3-465 15,6 1 0-15,12 3 0 0</inkml:trace>
  <inkml:trace contextRef="#ctx0" brushRef="#br0" timeOffset="-62294.36">30126 11770 122 0,'0'-15'169'16,"0"15"-13"-16,0 0-3 0,0-14-6 0,0 14-14 16,20-21-9-16,-19 18-12 0,-1 1-6 0,0 0-18 15,0-2-3-15,0 4-9 0,0-2-4 16,0-1-4-16,2 2-8 0,-2 0-4 0,0-1 1 15,1 0-15-15,-1 2 0 0,0-2-1 16,1 0 0-16,-1 2-9 0,0-1 10 0,0 0-8 16,0 1-2-16,0-1-6 0,0 1 0 0,-1 0 0 15,0 1 7-15,-3-1-11 0,1 2 3 0,-2 0 9 16,1 0-15-16,-11 9 6 0,0-5 8 16,-1 3-5-16,0 1 1 0,-1 1-14 0,0 1 15 15,-2 1-14-15,0 0 6 0,2 2-10 0,1-4 3 16,-1 5 3-16,1 2-1 0,1 1-17 15,-1-4 18-15,3 1-8 0,1 0 2 0,0 3 2 16,0-4-5-16,1 1-2 0,2-2 3 16,-2 1-10-16,2-3 5 0,0 3-3 0,2 0-6 15,-1-2-5-15,3-3 13 0,1-1 0 16,-2-1-9-16,2 0 12 0,0-3-8 16,2 1 2-16,-1-1 5 0,0 0-14 0,1-1 12 15,-1 0-4-15,2 0 8 0,-2-1-10 16,2 1 8-16,-1-1-8 0,2 0 3 0,-1-2-6 0,0 2 13 15,1-1-4-15,-2 0-5 0,1 0 9 16,1-1 12-16,0 0-4 0,-1 1-4 0,-1-1 6 16,1 1 4-16,1 1-13 0,-1-3 13 15,1 1-7-15,0 0 3 0,0-1-8 0,0 1-1 16,-2 1 18-16,2-1-12 0,0 1-1 16,0-2-11-16,0 0 13 0,0 0-4 0,0 0 7 15,0 0-13-15,0 0 2 0,0 0 0 0,0 0 0 16,0 0 4-16,0 0-9 0,8 5 2 15,-6-4-2-15,-2-1-1 0,0 0-1 0,1 2-10 16,0 0 16-16,-1-2-5 0,0 0-3 0,2 0-6 16,-2 0 14-16,0 0-4 0,1 2-1 0,-1-2-6 15,1 0-7-15,-1 0 12 0,0 0-14 16,0 0 19-16,0 0 8 0,0 2-11 0,2-2 9 16,-2 0-8-16,0 0-6 0,0 0 8 0,0 1-21 15,0 0 13-15,0-1 8 0,1 0-15 0,-1-1-2 16,0 2 7-16,-1-2-5 0,2 1 1 15,-1 1 25-15,0-1-21 0,0 0 13 0,0 0-16 16,0 0-4-16,0-1 18 0,0 0-3 16,0 1-5-16,-1 0 6 0,2 0-14 15,-1 0 16-15,0 0-12 0,0 0 4 0,0 0-17 0,0 0-14 16,0-2-24-16,0 2-35 0,0-2-43 16,-3 2-59-16,1-4-107 0,-4 2-240 0,5-1 0 15</inkml:trace>
  <inkml:trace contextRef="#ctx0" brushRef="#br0" timeOffset="-58912.9">30002 11049 21 0,'13'0'128'15,"-13"0"-9"-15,0 0 3 0,0 0-9 16,0 0 10-16,0 0-4 0,0 0-9 15,0 0-4-15,0 0-2 0,14 0-5 0,-14 0-5 16,0 0-11-16,0 0-8 0,0 0-9 0,0 0-11 16,0 0 4-16,0 0-14 0,0 0-4 15,0 0 1-15,0 0-8 0,0 0-3 0,0 0-7 16,0 0-4-16,0 0 3 0,0 0-1 0,0 0-2 16,0 0-6-16,0 0-3 0,0 0 9 15,0 0-5-15,0 0-6 0,0 0 6 16,0 0 1-16,0 0-3 0,0 0 0 0,0 0-9 15,5-4 10-15,-5 8-6 0,-1-3-4 0,1 0-4 16,-2 2 11-16,1-2-2 0,0 0 0 0,-1 3 1 16,1-1-8-16,-2 0 3 0,2 1-2 15,0-2-1-15,-1 3 5 0,0-1 3 0,-1 0-2 16,2 0-4-16,-2 0 3 0,0 1-6 0,1 1 6 16,-1-1-2-16,-4 11 3 0,1-2 2 0,0-4-2 15,2 1 2-15,-1-3-3 0,-3 7-1 16,0-1 7-16,0 2-6 0,-1 0 3 0,2 0 1 15,-1 0-9-15,0 0 4 0,-1 5 0 0,1-4-3 16,0 2 1-16,3 0-3 0,-3 0 9 16,0 1-4-16,0-1-1 0,0-1 8 0,0 2-5 15,0-3-3-15,1 3 3 0,0-2 4 16,2 1 0-16,2-1-11 0,-1-5 1 0,0 4 7 16,3 0-6-16,1-5-3 0,0-12 11 0,0 15-1 15,12 17-6-15,-3-17 4 0,6-2 5 16,1 0-3-16,3-3-4 0,3-1 15 0,1 1-4 15,5-3-4-15,1-1-1 0,-1-2-2 0,1 0 3 16,1-1-6-16,2-1-3 0,-2 0-4 16,1-1 12-16,0 2-7 0,2-1 2 0,-17-2-2 15,8 0 8-15,3 0-5 0,1 0-8 16,0 0 9-16,0 0-9 0,-2 0 4 0,1 0-4 16,0 0-2-16,-2 0 9 0,-2 0-3 0,0 0 3 15,-1 0-5-15,-2 0-11 0,0 0 12 16,-2 0 3-16,12-10-2 0,-11 8-1 0,-6 1-10 15,1 1-1-15,-5-3 11 0,-1 3-6 0,-1 0-8 16,-7 0 0-16,0 0-20 16,6 0-2-16,-6 0-7 0,0 0-9 0,8 0-7 15,-8 0-11-15,8 0 2 0,-8 0-22 0,0 0-7 16,7 0-7-16,-7 0-4 0,0 0-9 0,7 0-7 16,-7 0-32-16,0 0-46 0,0 0-74 0,0 0 27 15</inkml:trace>
  <inkml:trace contextRef="#ctx0" brushRef="#br0" timeOffset="-57805.26">29087 9795 40 0,'-14'0'71'0,"14"0"6"0,0-14-9 15,0 14-8-15,0 0-4 0,0 0 10 0,0 0-8 16,0 0 2-16,0 0 0 0,0 0-7 16,0 0 12-16,0 0-8 0,0 0 11 0,0 0-4 15,0 0 3-15,0 0 0 0,0 0 12 0,0 0 4 16,0 0-4-16,0 0-1 0,0-14-7 16,0 14-14-16,-23-20-4 0,22 16 12 0,1 2 0 15,-2-2-9-15,4 2-10 0,-2-2 6 16,0 0-7-16,0 1-6 0,0-2-7 0,0 5 2 15,0 0-3-15,0-9-1 0,0 2-13 0,0 7 4 16,0-9-9-16,0 0-1 0,0 2 3 16,0 7 1-16,9-18-2 0,-8 12-2 0,-1 1-8 15,0 5 5-15,0 0-5 0,0-7 1 0,0 7 2 16,0-9 4-16,0 9 2 0,0-7-4 16,0 7-9-16,0-9 7 0,0 9 3 0,0 0-8 15,0-7 1-15,0 7-1 0,0 0-5 0,0 0 7 16,0 0-2-16,-8-11-2 0,3 13 5 0,-8 8-4 15,-3 6 6-15,-1 3 3 0,2 2-10 16,-1 2 13-16,0 2-12 0,-1 3 11 0,2 3-7 16,0 0 1-16,3-1-3 0,2 0 7 15,0 0-6-15,4-1 17 0,2 6 0 0,2-9-6 16,2-13 5-16,11 24 7 0,2-14 1 0,1-4 6 16,6-4-6-16,6-2 16 0,5-2-8 0,6-3-11 15,6-1-6-15,5-5 6 0,-23-2 3 16,14 0-11-16,9 0 1 0,57-15 6 0,-48 7-7 15,1-1-13-15,-2-2-2 0,-3-2-9 0,-1 1-8 16,-2 1 2-16,-4-4-4 0,-4 2 4 16,-5 2-35-16,-4-3-29 0,-3 5-52 0,-5-2-39 15,-2-5-72-15,-3 4-259 0,-8 0 1 0</inkml:trace>
  <inkml:trace contextRef="#ctx0" brushRef="#br0" timeOffset="-57575.63">29599 9748 101 0,'-4'0'192'15,"0"3"-12"-15,0-2-1 0,0 3-12 0,0 0-17 16,-2 10-14-16,-2 2 0 0,1 1-23 16,-1 6 0-16,0 5-10 0,1 0-12 0,-1 1-8 15,-2 3-8-15,0 2 8 0,-3 5-11 16,1 3-7-16,0 2-8 0,-1-1-4 0,1 3-7 15,-2-4-11-15,4 0-3 0,0-3-3 0,0-1 7 16,2-3-22-16,2 1-7 0,-3-3-33 0,1-3-29 16,-3-4-33-16,-1 0-52 15,-2-3-62-15,-5-6-258 0,-2-2 1 0</inkml:trace>
  <inkml:trace contextRef="#ctx0" brushRef="#br0" timeOffset="-57130.92">28324 10051 113 0,'-25'-35'201'0,"3"-1"-26"0,4-1 1 16,2 0-18-16,1-2-14 0,7-1-16 0,5 1-13 16,3 0-11-16,0 20-12 0,22-42-17 0,-1 19-2 15,10-1-9-15,7 0-12 0,9-2-5 0,8 4-1 16,10 0-11-16,11 1-5 0,15 2 6 15,11 3-1-15,13 2-7 0,6 5-7 0,8 7 4 16,4 5-2-16,3 5-8 0,-1 4-5 0,-71 7-1 16,30 0 7-16,114 23-6 0,-102-4-2 0,-9 7 6 15,-13 3 2-15,-12 6-2 0,-12 6-6 0,-16 11 12 16,-13 6 7-16,-16 11 2 0,-15-33-5 16,-20 79 3-16,-14-28 3 0,-12 7 8 0,-12 2 3 15,-3-1 14-15,1-7 4 0,-3-3-1 16,2-6 1-16,1-7 6 0,2-6 7 0,-2-4 19 15,1-5 8-15,-4-6-15 0,-4-3 2 16,3-9 1-16,-1-5 2 0,2-6-14 0,-1-6 0 16,0-8 7-16,-4-6-17 0,3-7-16 15,33-1-19-15,-65-13-13 0,30-2-9 0,5-6-17 16,0-6 2-16,2-4-15 0,6-3-15 0,5-6-8 16,3-7-17-16,6-2 0 0,7-4-3 15,8-2-21-15,10-3-59 0,7-4-52 0,8 29-88 16,0-15-374-16,23-65 0 0,-3 47 0 0</inkml:trace>
</inkml:ink>
</file>

<file path=ppt/ink/ink28.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1T10:01:14.891"/>
    </inkml:context>
    <inkml:brush xml:id="br0">
      <inkml:brushProperty name="width" value="0.05292" units="cm"/>
      <inkml:brushProperty name="height" value="0.05292" units="cm"/>
      <inkml:brushProperty name="color" value="#FF0000"/>
    </inkml:brush>
  </inkml:definitions>
  <inkml:trace contextRef="#ctx0" brushRef="#br0">26740 6732 122 0,'0'-15'172'16,"0"15"-12"-16,0 0 3 0,6-36-10 0,-16 25-6 15,-4 1-9-15,-2 1-9 0,-2 1-16 16,0 1-6-16,-4 0-5 0,-4 0-1 16,-1 2 0-16,-1 0 2 0,-1 4-11 0,1 0-9 15,-3 1-8-15,15 0-13 0,-8 0-7 0,-28 12 1 16,22-6 7-16,-2 0-18 0,1 3 3 16,2 1-6-16,3 0-6 0,0-1-12 0,0 4 6 15,4-1-3-15,2 3 4 0,0 5-10 0,4 1-2 16,5 1-8-16,6 4 3 0,5 1 15 15,0-15-1-15,17 24-7 0,-2-12 8 0,2-1-17 16,6-1 18-16,1-1 6 0,1-1-23 0,3-2 1 16,-1 0 2-16,1 2 7 0,-2-2-3 15,1 0 28-15,-2-1-9 0,-2-2-13 0,-2-2 14 16,2 3 4-16,-4-2 4 0,-2-6-10 0,-4 3-2 16,-2-4 0-16,-2 0-19 0,-2-1 5 15,-2-1-10-15,1-2 3 0,-4 1-4 0,0-1-29 16,-2-3 3-16,0 0-12 0,0 0 16 0,-23 16-5 15,3-7 3-15,-4 1 5 0,-4-3 18 16,-1 3-16-16,-2-4 10 0,2 1 9 0,-2 0-12 16,-5 0 17-16,0-1-1 0,-1 0-13 0,1-2-2 15,1 1-14-15,2-1-20 0,-1 0-29 16,-2-2-14-16,20-2-23 0,-5 0-27 0,-3 0-28 16,1 0-14-16,3 0-20 0,3 0-13 15,-9-11-349-15,22 3 1 0</inkml:trace>
  <inkml:trace contextRef="#ctx0" brushRef="#br0" timeOffset="256.33">26660 6574 115 0,'42'-30'172'0,"-6"3"2"0,-6 5-7 0,-2 2 3 0,-4 4-13 15,-1 1-9-15,-2 2-7 0,-5 4-10 0,-4 4 7 16,-12 5-15-16,0 0-10 0,8 16-9 0,-16 5-15 15,-4 4-7-15,-4 6-3 0,-5 6-5 16,-6 7 13-16,-1 7-3 0,-4 4 11 0,0 5 9 16,2 3 6-16,2 0-23 0,2 1 3 0,2 0-8 15,2-3-4-15,6-1 1 0,2-6-26 16,2-2-6-16,6-5-9 0,3-3-9 0,3-24-20 16,0 8-25-16,16 37 5 0,-1-37-19 0,5-6-25 15,6-5-21-15,2-4-39 0,2-7-50 0,8-5-66 16,-20-1-407-16,38-16 0 0</inkml:trace>
  <inkml:trace contextRef="#ctx0" brushRef="#br0" timeOffset="945.39">27065 6992 142 0,'-4'-18'211'0,"2"1"-9"0,0 4 15 15,2 13-30-15,0-10-12 0,0 3-28 0,11-10-5 16,6 6-22-16,6 3-1 0,5 2-15 0,7 0-15 15,8 3-10-15,5-1-13 0,4 2-25 16,2-2-11-16,4 1-25 0,-1 0-10 0,-4-2-5 16,-1 1-15-16,-4 0 0 0,-4 1 0 15,-8-1-8-15,-1 0 7 0,-2 2 3 0,-4 0-9 16,-3-1 2-16,-8 2 7 0,2 1 4 16,-5-3 6-16,-6 1-7 0,-2 1 17 0,-2 0-6 15,-3 0 15-15,-2 1-8 0,-6 1 10 0,4-1 10 16,-4 1 6-16,0 0-8 0,-10 4 4 0,-3-1 5 15,2 2 5-15,-3 5 3 0,1 3 3 16,-2-2 0-16,-2 2-10 0,2-1 6 0,-1 2-7 16,1 2-2-16,-1 3 9 0,-2 1-5 15,1-1-7-15,0 2 0 0,2 1 0 0,4 0-2 16,-1-5 2-16,2 7-4 0,2-8 19 16,2 0 7-16,1-3 0 0,-1-3 45 0,8-2-5 15,0-4 12-15,4 1 11 0,0-6-9 0,19-4-17 16,2-5-4-16,4-3-8 0,5-5 6 0,2-5-58 15,6-6-6-15,2-4-37 0,3 0-40 16,1-7-20-16,4 1-24 0,0-4 0 0,-3 0-1 16,-1 0-6-16,-3 1 1 0,-1 0-25 15,-2 3 23-15,-4 2 21 0,-3-1 1 0,-4 4 12 16,-3 0 20-16,-3 4 20 0,-1-1 13 16,-4 3 20-16,-3 0 7 0,-1 4 10 0,-1-2 19 15,-2 0 7-15,-1 3 18 0,0 2 10 0,-1 3 2 16,-3 5 2-16,-1 1 13 0,-1 2-4 15,1 2-5-15,-2 2-11 0,1 0 2 0,-1 1-17 16,0-1-1-16,1 1-10 16,-1 2 3-16,-1-2 14 0,0 4-17 0,0 0 1 0,-1-2 8 15,-2 3-3-15,-5 10-20 0,-4-1 15 16,0 4-20-16,0 3 8 0,-3 0-4 0,1 3 1 16,-1 0-1-16,-2-1-2 0,3 1-7 15,2 1-5-15,2-1 2 0,-1-2 7 0,0-1-4 16,2-4 9-16,1 3-8 0,-3-3 0 0,6-1-12 15,1-3 6-15,0-2 13 0,3-1-29 0,-2-1-21 16,2 0-34-16,-2-1-17 0,2-2-3 16,1 1-24-16,0-1-12 0,0-2-65 0,4 0-127 15,1-4-124-15,7-3 0 0</inkml:trace>
  <inkml:trace contextRef="#ctx0" brushRef="#br0" timeOffset="1409.3">28445 6186 125 0,'2'-5'189'0,"-2"-1"-5"15,1 2 12-15,0 0-14 0,1 1-28 0,-1 1-4 16,-1 0-12-16,0 2-4 0,-1 3-19 16,-2 3 11-16,-2 9-19 0,-5 6-2 0,0 2-17 15,-4 7 0-15,-2 2-1 0,-4 5-25 16,0 3-1-16,-2 3 7 0,-1 0-12 0,3 0-16 15,0-1 6-15,1-1-2 0,2-3-8 0,2-4-4 16,5-4-10-16,-2-3-1 0,1-1 5 0,0-2 0 16,2-3 8-16,4-3-7 0,1-7 30 15,2-2 14-15,2-9 5 0,0 0-13 0,14 12-9 16,7-12-3-16,-9 0 17 0,9 0-26 0,30-18 10 16,-20 9-23-16,1 2-3 0,-2-1 2 15,2 2-1-15,-4 1-18 0,2-1 0 0,-4 1 6 16,0 1-19-16,-16 4-7 0,5 0 10 0,1 0 3 15,16 15-14-15,-20-6 19 0,-4 3-6 16,-1 2 1-16,-5 0 11 0,-2-5-1 0,0 6-15 16,-17 26 20-16,0-14-11 0,-3 1 11 15,-4 2-11-15,0-1 15 0,-2-2-14 0,0-1-6 16,0-4-10-16,1-1 31 0,1-3-19 0,0-3 6 16,0-1-4-16,0-3 7 0,0-1-10 15,-3 0 0-15,3-4-13 0,14-6-11 0,-6 0-38 16,0 0-38-16,-2 0-42 0,-11-18-42 15,21 6-76-15,1-4-443 0,6-9 0 0,1 14 1 16</inkml:trace>
  <inkml:trace contextRef="#ctx0" brushRef="#br0" timeOffset="1879.72">28588 6731 12 0,'19'-29'231'0,"-2"-1"-4"15,-2 2 8-15,1-1 27 0,0-1-18 0,-4 0-24 16,0 1-24-16,0-1-1 0,1-1-22 0,0 3-19 15,2 0-26-15,0 2-8 0,1-1-22 16,2 2 2-16,3 3-12 0,2 1-11 16,2 2-14-16,3 6 6 0,-1 0-19 0,1 5-2 15,0 1-18-15,-13 7-10 0,6 0-9 0,28 14 0 16,-28-3 3-16,-5 5-14 0,-4 7 7 0,-5 5-2 16,-7-11-11-16,-12 36 5 0,-7-10 13 15,-5 4-2-15,-5 6-1 0,-8-1 6 0,2 3-16 16,1 1 8-16,2-3-20 0,2-5 16 0,5 1 1 15,4-4-5-15,5-2-3 0,3-5 1 16,5-2 23-16,5-5 2 0,3-16 12 0,11 23-8 16,6-20 9-16,7-6-27 0,4-3 14 0,-10-9-1 15,14 0-6-15,52-18 6 0,-25 3-9 16,-1-2 16-16,0-4-27 0,-2-3 13 16,-4 1-3-16,-3 0 11 0,-8-1 11 0,-5 1 3 15,-5-1-11-15,-6 1-3 0,-5-3-16 16,-5 5-1-16,-4-7 2 0,-11 2-9 0,0 14-1 15,-26-20-12-15,6 17 5 0,-2 1 2 0,-2 4-12 16,-4 2 22-16,-6 4-18 0,17 4 5 16,-6 0 19-16,-33 22-17 0,24-6-11 0,-4 7 27 15,3 3 9-15,1 7-4 0,1 2 10 16,2 2-13-16,2 9-13 0,8-3-29 0,5 7-10 16,8-3-12-16,6-3-14 0,0-22-10 0,21 47-11 15,4-29-21-15,7-3-27 0,11-2-44 0,5-1-32 16,10-6-414-16,6-4 1 15</inkml:trace>
  <inkml:trace contextRef="#ctx0" brushRef="#br0" timeOffset="2742.24">30309 7210 78 0,'1'3'193'0,"-1"5"-17"0,-1 11 7 0,-6 6-12 0,-2 0-12 15,-2 4-6-15,-4 5-16 0,-3 3-21 16,-2 3-9-16,-3 1-3 0,-1 1-4 0,0 0-16 16,0 1-18-16,1-1-4 0,3 3 2 15,0-3-15-15,2-5 2 0,0-3-2 0,4-4-13 16,0-1 1-16,4-4-9 0,-1-1 1 16,0-3 45-16,3-3 25 0,2-3 50 0,-1 0 11 15,2-9 5-15,3-6-22 0,4-6-13 0,6-9-27 16,4-6-1-16,1-7-12 0,6-6-25 0,2-9-23 15,6-6-11-15,1-4-15 0,1-7-11 16,4-3-34-16,1-1 1 0,0-2-11 0,0 0 8 16,2 0-6-16,1 0-8 0,4 2 2 0,2 2-10 15,1 3-5-15,2 2 18 0,-2 7-8 0,0 1-8 16,1 8-3-16,0 2 18 0,-1 5-3 16,-2 5 0-16,-1 6 3 0,-2 4-3 15,-3 6 2-15,-4 4 5 0,0 7-4 0,-19 2 1 16,19 15 6-16,-24 2-7 0,-8-4 11 15,-13 33 9-15,-9-3 8 0,-8 5 9 0,-5 4-2 16,-6 5-1-16,-2 2-2 0,0-2-3 0,2-2 7 16,1-3 5-16,5-5-5 0,1-5 17 0,2-5-4 15,6-4-6-15,2-5 0 0,3-4 14 16,4-1-3-16,-1-2 7 0,3-8-20 0,9-7-35 16,6-6-46-16,0-8-53 0,13-11-44 15,4-7-103-15,9-6-180 0,11-9 0 0</inkml:trace>
  <inkml:trace contextRef="#ctx0" brushRef="#br0" timeOffset="3086.84">31599 6542 12 0,'23'-14'205'0,"0"-2"-28"0,-6 5-13 16,-6 5-9-16,-11 6-21 0,2 9-7 15,-12 8-8-15,-8 5-17 0,-6 7 2 0,-7 7-18 16,-5 5 0-16,-2 7-11 0,-4 2 4 15,0 7-9-15,4 0 9 0,4-1-6 0,4-3 3 16,6 0-1-16,2-1 11 0,8-8-8 0,4-2 22 16,4-5-3-16,2-1 9 0,4-21-4 15,14 29-10-15,2-24 13 0,7-8-15 0,8-7-9 16,2-3 5-16,-13-2-31 0,12 0-9 0,49-19-13 16,-29 6 3-16,1-1-18 0,-2 0-7 15,-3 1-1-15,-3-1 3 0,-3 3-10 0,-5-1 1 16,-2 3 1-16,-5 0-4 0,-3 1-6 0,0 2 5 15,-2 3-11-15,-2 3 1 0,-13 0 0 16,20 13 6-16,-14 0-16 0,-3 6 12 0,-4 4-3 16,-2 3 2-16,-7-9-7 0,0 10 7 0,-20 40-1 15,3-25-5-15,-6 3-56 0,-4 1-58 0,-2 0-49 16,-3 2-61-16,0 3-387 0,0-4 1 16</inkml:trace>
  <inkml:trace contextRef="#ctx0" brushRef="#br0" timeOffset="3552.66">25239 7464 18 0,'-43'13'211'0,"15"3"-18"0,10 0-9 16,14-3-11-16,14-1-14 0,14 3-14 0,8-5-11 16,16-3-7-16,12 4-4 0,15-1-1 0,16-1 1 15,9-1 7-15,13 1-19 0,8 5 5 16,14-5 4-16,8 2 6 0,10 3-26 0,107 8 15 15,-5 3-1-15,-6-4 2 0,-4 4-20 0,11 2-8 16,-3-2 0-16,-2 3-7 0,0 0-18 16,2 3-3-16,8 0-26 0,4 4 3 0,0 0-8 15,-1 4 2-15,1 1-7 0,1 3 2 0,3-2-20 16,-15 4-5-16,-2 1 8 0,-5-1 0 16,-13-1-5-16,-5-3-8 0,-10 1-1 0,-12-5 3 15,-9-3-16-15,-15 0 14 0,-6-4-7 16,-17-1-3-16,-13-4 15 0,-12 2-6 0,-14-6-12 15,-12 0-21-15,-11-5-38 0,-18-2-59 0,-16-4-61 16,-20-3-124-16,-32-7-331 0,14-13 0 16,-36-4 1-16</inkml:trace>
  <inkml:trace contextRef="#ctx0" brushRef="#br0" timeOffset="4535.08">24048 9040 155 0,'0'0'187'15,"0"0"-19"-15,0 0 12 0,0 0-8 16,-14 0-4-16,14 0-11 0,-26-1-11 0,16 15-19 16,-1 2-6-16,-2 7 0 0,-2 0-8 0,2 1-18 15,-3 0 5-15,0 6-15 0,-3 2-14 0,2 1-5 16,-4 3 14-16,2 2-7 0,-2 2-7 16,2 0-13-16,2 3 12 0,1 1-7 15,1-2-14-15,2-4 14 0,3 2-2 0,2-5-5 16,2 1-24-16,0-4-5 0,2 0-42 0,3-2-34 15,1-3-30-15,0-16-39 0,0 6-81 16,0-3-396-16,0-2 0 0</inkml:trace>
  <inkml:trace contextRef="#ctx0" brushRef="#br0" timeOffset="5106.42">22561 9699 146 0,'-52'-11'191'0,"0"-2"-13"0,8 0 7 16,4-4 2-16,2 0 3 0,2-2 5 0,6-2-10 16,2-3-20-16,4-3-19 0,8-5-17 0,2-1-17 15,8-3-5-15,6 16-16 0,12-45-28 16,8 15 4-16,8-3-6 0,16-3-3 0,8-1-18 15,10 0-17-15,12-2-1 0,14 3 5 16,10 3-12-16,8 0-2 0,10 3-5 0,82-24 11 16,-46 19-11-16,-17 17 6 0,-16 8-6 15,2 9 0-15,3 0-7 0,-4 10-2 0,-3 4 8 16,-60 7-9-16,24 0 6 0,102 21-2 0,-91-3-2 16,-6 5-4-16,-14 7 17 0,-7 11-6 0,-12 12 17 15,-14 6-5-15,-15 12 8 0,-12 7-25 0,-8 5-4 16,-4-39 10-16,-17 95 17 0,1-43-25 15,-8 1 11-15,-2-5 0 0,-3 1-5 0,0-1-1 16,-5-5 5-16,1-1-4 0,-3-4 5 16,-1-4 3-16,-3-5 28 0,-3-1-12 0,-2-4 18 15,-3-6 1-15,-6-2 19 0,-4-3-12 16,-4 1 22-16,-4-3-1 0,-5-2 5 0,-3-4 16 16,-4-4-7-16,-6-2 5 0,-1-3 11 0,-4-6 5 15,-2-3 1-15,0-7-7 0,-2-3-6 0,-3-6-4 16,-1-4 0-16,-1-9-14 0,50-2-12 15,-92-10-20-15,48-7-13 0,6-4-28 0,2-5-14 16,4-6-8-16,4-4-16 0,6-9-7 0,4-4-16 16,2-10 4-16,12-8-14 0,4-3 5 0,8-8-15 15,13-3-7-15,8-7-14 0,14-1 7 16,5 44-37-16,15-91-32 0,9 47-26 0,14 1-28 16,8 2-631-16,14 2 0 0,8 4 1 0</inkml:trace>
  <inkml:trace contextRef="#ctx0" brushRef="#br0" timeOffset="6042.29">26395 9046 119 0,'0'0'217'0,"0"-16"-17"0,0 16 18 15,0 0-31-15,0 0-13 0,-6-26-15 0,-20 26-12 16,12 0-29-16,-37 14 1 0,10-2-12 15,-7 2-11-15,-4 4-12 0,-3 4-4 0,0 4-20 16,1 1 8-16,-1 4-10 0,1 2-2 0,2 3 6 16,3 1 7-16,5 5-10 0,4 4-12 15,4 6 15-15,5 2-8 0,6 5 9 0,6 0-4 16,5 3 3-16,7-3 8 0,6 1-3 0,1-32 6 16,17 54-9-16,2-31-6 0,6-5-7 15,8-3-7-15,7-8 0 0,8-3 0 16,6-4-29-16,0-5-21 0,2-4-43 0,0-8-34 0,1-5-35 15,-4-4-47-15,-25-2-22 0,12 0-26 16,49-13-416-16,-43 3 1 0</inkml:trace>
  <inkml:trace contextRef="#ctx0" brushRef="#br0" timeOffset="6338.26">26525 10047 779 0,'14'-16'55'16,"-3"1"26"-16,-2-3 26 0,-4 1 27 16,-1-2 21-16,-2-4 16 0,-2 4 14 0,0 8 15 15,0-6-16-15,0-2-25 0,-11-26-15 0,8 26-14 16,1-4-9-16,-1 4-10 0,0-1-17 0,2 0 7 15,1 10-24-15,0-6-1 0,11-16-11 16,-1 15-2-16,6 0-22 0,4 2-4 0,4 4 3 16,6 0 0-16,4 3-2 0,2 2-11 15,0 5-11-15,2-3-6 0,-20 4 20 16,7 0-24-16,3 0 12 0,28 16-15 0,-26-6 13 0,-8 4-15 16,-3 4-7-16,-7 3-2 0,-7 4 16 15,-5-12 11-15,0 8-11 0,-22 31-13 0,2-25 7 16,-2 3 7-16,-4-5 2 0,-2-1 0 0,-3-1 11 15,-1-3 11-15,0-5 16 0,-2-1-6 16,2-3 8-16,0-4-1 0,2-1 0 16,-6-6-23-16,20 0-13 0,-6 0-25 0,-24-20-46 15,25 4-37-15,4-3-45 0,5-3-28 0,3-9-38 16,9 15-603-16,0-9 0 0,26-33 1 0</inkml:trace>
  <inkml:trace contextRef="#ctx0" brushRef="#br0" timeOffset="6622.89">27965 9179 204 0,'24'-16'234'0,"-2"3"10"0,-9-5 2 16,-2 5-31-16,-9 2-25 0,-2 11-18 16,0-8-16-16,-18-7-7 0,-1 14-24 0,7 1-12 15,-31 11-17-15,13 2 2 0,-8 5-14 16,-4 6-2-16,-4 8 5 0,-4 7-11 0,-4 3 12 15,3 10 7-15,-4 7-1 0,4 3 4 0,5 5 1 16,-2 1-9-16,5 1-2 0,2-3-5 16,6 0 2-16,4-3-5 0,6 1-10 0,2-3-6 15,7-3 6-15,4-3-11 0,6-4-11 0,4-4-1 16,2-24-16-16,15 37-9 0,1-26-15 16,8-5-23-16,7-5-32 0,5-5-47 0,4-4-44 15,4-6-42-15,-2-7-47 0,-19-2-568 0,41-11 0 16,-25-1 1-16</inkml:trace>
  <inkml:trace contextRef="#ctx0" brushRef="#br0" timeOffset="6796.04">27635 10083 676 0,'-23'-29'166'0,"-2"-1"28"0,2 2 13 0,2 3 10 16,2 2-13-16,2 2-23 0,1 3-14 0,0-1-30 16,4 2-1-16,3 6-18 0,5 0-6 15,4 11-22-15,14-16-10 0,10 11 0 0,4 1-15 16,7 2-13-16,5 0-10 0,-17 2-25 15,13 0-47-15,9 0-62 0,5 0-61 0,60 11-47 16,-53-9-417-16,3 0 0 0</inkml:trace>
  <inkml:trace contextRef="#ctx0" brushRef="#br0" timeOffset="7298.07">29846 9590 209 0,'-10'-15'221'0,"-2"3"0"0,-3 0 2 0,-1 2-28 16,-4 2-6-16,-4 6-24 0,-3 2-19 16,13 0-21-16,-30 11-6 0,15-4-11 0,0 8-28 15,-2 4 2-15,2 3 6 0,2 4-25 0,2 5 1 16,1 3 5-16,3 7-27 0,3 3 7 16,2 2-2-16,3 5 4 0,5 1-14 0,4 3-2 15,3 1 5-15,1-28-17 0,10 59 7 16,1-36-2-16,0-2-2 0,2-4-7 0,0-2-13 15,1-4 14-15,-2-5-8 0,-2-1 4 16,1-4-2-16,-3-2-2 0,0 0 15 0,-1-2-12 16,-2-3 13-16,-5-7 11 15,0-5 7-15,-12 16-8 0,-3-12-1 0,-7 0 0 0,-1-3-10 16,-5-1 1-16,-5 0-4 0,-6 1 0 0,0-4 0 16,-6 3 12-16,0-4-2 0,-3 1 9 15,-3 0-1-15,4-2-5 0,1-1-1 0,-1-4 3 16,7 0-14-16,20 0-19 0,-6 0-31 0,-2 0-39 15,-30-18-31-15,37 5-47 16,9-2-45-16,10-5-21 0,2 9-504 0,24-22 1 0,-1 7 0 16</inkml:trace>
  <inkml:trace contextRef="#ctx0" brushRef="#br0" timeOffset="7532.74">29657 10110 10 0,'36'-22'202'0,"-3"3"-5"0,-2 4 0 0,-6 0-10 0,-1 2-2 15,-4 0-18-15,2 4-13 0,-5 0-4 16,-4 6-19-16,-13 3-3 0,10 0-2 0,11 14-11 16,-13 0-19-16,-3 4 16 0,-5-7-16 0,0 9-14 15,0 8-13-15,-16 40 8 0,6-24-11 16,-4 5 10-16,-2 4 4 0,0-2-3 0,0 3-15 16,0 4 6-16,2 1-12 0,3-1-17 15,2 0-8-15,2 0-19 0,3-4-11 0,3-3-30 16,1-29-26-16,0 9-19 0,12 39-27 15,-3-38-46-15,3-6-54 0,3-3-410 0,1-6 0 0</inkml:trace>
  <inkml:trace contextRef="#ctx0" brushRef="#br0" timeOffset="7702.44">29933 10627 66 0,'-7'-24'208'0,"3"2"-12"0,0 4 2 16,2 0-13-16,0 4-16 0,2 14-16 0,0-11-22 15,15-12-18-15,-1 16-4 0,6-1-19 16,6 5 4-16,0 3-15 0,-8 0-21 0,6 0-23 16,4 0-36-16,38 11-21 0,-28-4-49 15,3-2-37-15,2 1-42 0,3 3-129 0,0 0-35 0,4-2 1 16</inkml:trace>
  <inkml:trace contextRef="#ctx0" brushRef="#br0" timeOffset="8190.42">31074 10811 161 0,'2'7'196'15,"-4"13"0"-15,-2 1-3 0,-2 0-14 16,-5 5-12-16,0-1-12 0,-2 3-19 0,-2 0-12 16,-2 3-10-16,-2 4-3 0,-1 1-21 0,-1 0-3 15,-2 3-16-15,3-3 1 0,-1 2-14 0,2 1-1 16,1-3-8-16,3 1 2 0,-1-8-10 0,3 1-1 15,1-1-3-15,2-1-10 0,1-6-1 16,0-3 10-16,2-2 20 0,-1-3 8 16,3-5 29-16,2-2 1 0,0-5 3 15,3-2 2-15,0 0-11 0,0-9 1 0,6-8-8 0,4-4-15 16,4-5 10-16,2-6-15 0,4-5-9 16,4-5-16-16,2-5 2 0,4-3-22 15,2-4-1-15,1-3-4 0,4 2-22 0,3 1-13 16,-1 1 10-16,0 6-3 0,1 0 2 0,2 4-7 15,0 4-2-15,0 3 13 0,-3-2 5 16,-2 9-12-16,-2 3 8 0,-4 6-6 0,-1 2-8 16,-1 7 10-16,-4-4 5 0,2 8-16 0,-3 5 10 15,-16 2 1-15,15 14 13 0,-17 3 5 16,-7 5-3-16,1-7 14 0,-20 32-12 0,-1-5-8 16,-7 0 4-16,-3 0-4 0,-3 1 2 15,1-1 6-15,-1-4-5 0,1-4 16 0,2-3-15 16,2-5 5-16,2-1 1 0,5-4-10 0,-1-1-4 15,4-5 7-15,-2-1-5 0,4-7-1 16,2-3-36-16,15-4-42 0,-7 0-26 0,1-23-34 16,12-3-47-16,9-4-57 0,2-10-372 0,6-2 0 15</inkml:trace>
  <inkml:trace contextRef="#ctx0" brushRef="#br0" timeOffset="8536.48">31938 10254 54 0,'28'-24'237'15,"-3"0"-10"-15,-3 6-2 0,-2 3-31 0,-2 0-19 16,-2-2 4-16,-4 9-21 0,-4 3-12 16,-5 5-20-16,-4 5 8 0,-6 9-22 0,-6 2-1 15,-6 9-27-15,-4 9-1 0,-6 6-9 0,-4 4 0 16,-3 4-16-16,0 1 1 0,0 6-2 16,0 0 0-16,1 1 15 0,8-2-8 0,2-3-7 15,2-3 3-15,5-7 5 0,2-2 12 16,2-4-3-16,5-3 5 0,4-1 1 15,5-19-15-15,0 5 13 0,22 17-14 0,2-22-9 0,6-8 1 16,7-3-15-16,-18-1-2 0,10 0-6 16,40-19 3-16,-26 12-20 0,0-7 6 0,-2 7-7 15,-1-4 7-15,-1 2 1 0,-6-1 0 16,-2 7-1-16,-2-5-6 0,-1 2-2 0,-4 4 0 16,-15 2 8-16,4 0-12 0,15 13 0 0,-14-1 5 15,-10 8-4-15,2 3 2 0,-6-10-4 16,0 9-2-16,-12 31-10 0,-1-21-47 0,-6 4-61 15,1 1-64-15,-2-1-52 0,1 2-633 16,-1 0 1-16,4-2 0 0</inkml:trace>
  <inkml:trace contextRef="#ctx0" brushRef="#br0" timeOffset="9581.84">22241 12390 203 0,'0'0'214'0,"0"0"-3"0,0 0-14 0,0 0-18 15,26-24-16-15,-12 5-31 0,2 0-3 0,8 0-24 16,8-1-2-16,8 1-20 0,4 1-11 15,4-2-8-15,4 5-6 0,0 0 4 16,2 7-3-16,6-2 0 0,-4 5-11 16,0 3-8-16,-4 2-9 0,-30 0-4 0,12 0 16 15,38 15-20-15,-38-2 7 0,-6 2 7 0,-6 2-8 16,-4 8 4-16,-8 2-1 0,-6 5 4 0,-4-12-24 16,0 9 13-16,-18 42-5 0,4-25 8 15,2-3-11-15,-2-1-4 0,0-4 5 0,4-1-10 16,0-1-1-16,4-3 11 0,0-3-5 0,2 3 5 15,4-19 15-15,0 5-18 0,16 24 18 0,2-24-11 16,4-8-10-16,6-5-23 0,6-4-15 16,-16-2-7-16,13 0-37 0,46-22-40 0,-29 4-58 15,0 0-77-15,-4-5-293 0,2-2 0 16</inkml:trace>
  <inkml:trace contextRef="#ctx0" brushRef="#br0" timeOffset="10053.34">21826 12846 118 0,'-45'0'222'0,"-20"0"-17"0,-8 0 5 0,1 0-36 16,-68-17-8-16,80 4-3 0,5-3-22 0,11-4-16 15,3-5-5-15,6-5-10 0,9-3-11 0,8-6-20 16,14-4-1-16,4 18-12 0,24-51-6 0,11 19-23 15,13-6-5-15,18-2-3 0,14-2-5 16,13-1 9-16,76-42-1 0,13 9 1 0,6 10 2 16,-34 25-6-16,60-8-4 0,2 9 7 15,-36 24-3-15,-32 15-7 0,-22 9 0 0,0 10 14 16,-9 5-15-16,-62 2-2 0,97 22 3 16,-67 3 4-16,-12 10-12 0,-13 8 11 0,-14 11 0 15,-13 8-10-15,-12 8-8 0,-14 9 1 0,-7-35 6 16,-13 89-6-16,-7-42-14 0,-4 1 21 15,-6-5-3-15,0-4-1 0,-2-3-2 0,-3-6-1 16,-2-2-4-16,-5-4 31 0,0-3 13 0,-5-4 3 16,-5-5 11-16,-5-1 2 0,-2-2-8 15,-5-2 16-15,-3-2 18 0,-9 0-16 0,-4-6-1 16,-8-3-1-16,-4-1-13 0,-4-4-5 0,-2-7-10 16,-6 0-20-16,-2-5 3 0,-2-5-3 15,2-4-23-15,0-7-11 0,52-7-5 0,-21 0-10 16,-94-20-24-16,79 3 1 0,9-6-6 0,9-7-2 15,8-3-35-15,13-8-31 0,9-4-12 16,14-6-14-16,15-3-25 0,13 25-50 0,17-62-434 16,14 27 1-16,15-2 0 0</inkml:trace>
  <inkml:trace contextRef="#ctx0" brushRef="#br0" timeOffset="10852.87">25814 12237 112 0,'0'0'157'15,"0"-16"-6"-15,-28-11 6 0,20 17-5 0,-3 1-14 16,-5 0-11-16,-1 0-4 0,-3 2-16 16,-4 1 4-16,0 1-7 0,-6 2-10 0,-3 3-7 15,16 0-19-15,-11 0-2 0,-42 11-5 0,26-1-8 16,-1 3 0-16,-6 4-10 0,-2 5 2 16,-3 4-1-16,0 5-11 0,0 3 5 0,1 7-3 15,1 2 1-15,2 3 0 0,4 1 5 0,4 4-2 16,2 1 2-16,8 0 1 0,4 3 2 15,8-2-6-15,3 0 0 0,7 0-2 0,3-2 18 16,9-2-13-16,0-26 13 0,17 43 15 0,2-27-19 16,11-3 4-16,9-9-26 0,6-2 0 15,7-5 3-15,7-6 0 0,2-2-11 0,3-3-44 16,2-9-38-16,-34 0-47 0,16 0-51 0,66-13-59 16,-54 0-390-16,0 1 0 0</inkml:trace>
  <inkml:trace contextRef="#ctx0" brushRef="#br0" timeOffset="11171.14">25810 12989 20 0,'-14'-19'223'0,"2"0"-1"0,-1 0 2 0,1-2-7 16,1-1-32-16,1 2-11 0,2 1-20 0,1-1-17 16,0 2-9-16,3-3-8 0,3 2-13 15,1 9-9-15,0-4-20 0,21-16-3 0,-5 13-15 0,4 3-14 16,4 0-2-16,-1 3 1 0,8 2-1 15,-2 6-3-15,4-1-10 0,1 4 3 16,-18 0-10-16,8 0 5 0,27 13-4 0,-27-3-1 16,-3 1 3-16,-4 4 1 0,-5 4-2 15,-6 3-11-15,-6-10-9 0,0 9 8 0,-23 26-8 16,4-17-2-16,-5-2 21 0,-1-3-4 0,-3-3 1 16,-3 4-5-16,0-5 13 0,-1-4 5 15,3-2-2-15,1-1 6 0,3-3-2 0,-6-4 5 16,4-2-16-16,2-2-2 0,13-3-29 0,-4 0-38 15,-16-16-42-15,20 0-34 0,7-5-33 16,5 1-36-16,0 6-63 0,22-27-310 0,-4 12 0 16</inkml:trace>
  <inkml:trace contextRef="#ctx0" brushRef="#br0" timeOffset="11602.33">26896 12149 117 0,'4'-8'210'0,"-3"5"-6"0,-5 0-4 16,-4 3-27-16,-10 6-15 0,-8 5-14 0,1-1-3 15,-7 6-22-15,-2 2-13 0,-4 9-7 16,-2 8-1-16,0 7-8 0,-5 8 13 0,1 5-5 16,0 4-8-16,2 5 10 0,0 1 13 0,2-1-9 15,6 0-21-15,3-1-13 0,4 0-9 16,6-2 8-16,5-5 0 0,5 1-6 0,3-4-2 15,6-2 2-15,2-29-9 0,0 11-21 0,20 40 2 16,-3-41-13-16,6-2-22 0,3-7-11 0,9-3-41 16,1-8-24-16,4-3-23 0,0-6-28 15,-20-3-24-15,8 0-12 0,36-15-22 16,-34 5 30-16,-2-5 8 0,-2-1 5 0,-4-4 18 16,-6-1 35-16,-4-5 13 0,-4 0 14 0,-4-1 13 15,-4 12 6-15,0-4 21 0,-14-28 8 0,2 23 36 16,-2 1 20-16,2-2 11 0,-2 1 19 15,0 0 3-15,2 4 10 0,0 3 4 16,2 0 4-16,3 4-25 0,0 4-7 0,5 1-3 16,2 8-12-16,0 0 6 0,13-15-7 0,8 10-18 15,7-1 7-15,4 5-21 0,4 1-27 0,-20 0-23 16,12 0-33-16,4 0-42 0,45 11-46 0,-34-6-91 16,-2 1-166-16,-1-1 0 0</inkml:trace>
  <inkml:trace contextRef="#ctx0" brushRef="#br0" timeOffset="12019.76">26972 13499 10 0,'-49'-2'245'16,"22"2"-30"-16,-13 0-3 0,-10 0-17 15,-2 0-6-15,-2 0-26 0,2 0-10 0,-54 11-12 16,54-5-13-16,3 3-14 0,2 2-9 16,6 2-13-16,2 3-8 0,4 1-23 15,5 4 0-15,7 1 1 0,4 4 2 0,3 1-23 0,8-2-3 16,6 6 11-16,2-16 4 0,13 28 9 16,0-20-25-16,3 2 9 0,0 0-3 0,6-1-19 0,0-1 3 15,-2 0 6-15,3 2-4 0,-3-2 0 16,0-2-8-16,-3 4 4 0,-2-3 4 0,-2 0-20 15,1 4 4-15,-5-3 14 0,-1 2-5 16,-7 1 10-16,-1-13-7 0,0 8-7 0,-16 28 5 16,4-24-18-16,-2-1 13 0,-5 2 10 15,-2 0-12-15,-2-1 9 0,-2-2-16 0,-2 0-2 0,0-4 19 16,-1-1-21-16,2-1 19 0,0-2-19 16,0-4 13-16,2 1-7 0,-2-4-8 0,1-3-13 15,2-2-29-15,2-3-36 16,12 0-38-16,-13-16-30 0,14 1-36 0,8-1-51 0,0 4-385 15,19-28 0-15</inkml:trace>
  <inkml:trace contextRef="#ctx0" brushRef="#br0" timeOffset="12259.67">26788 13726 17 0,'22'-15'237'0,"-2"1"-16"16,-3 6-10-16,-3-2-26 0,-2 1-12 0,-4 7-15 15,0 1-10-15,-8 1-11 0,0 0-11 0,11 18-12 16,-8 5-2-16,-3-9-15 0,0 8 1 16,-12 34-12-16,4-18-1 0,-4 7 6 0,-2 4-26 15,0 4 9-15,-1 4-12 0,-1 0-2 16,2 2-4-16,4-2-23 0,2-2 2 0,0-2-25 16,2-5-20-16,4-1-18 0,2-6-21 15,0-23-30-15,0 8-19 0,0 4-27 0,12 24-42 16,-6-35-18-16,2-7-38 0,-2-6-209 0,-2-6 0 15</inkml:trace>
  <inkml:trace contextRef="#ctx0" brushRef="#br0" timeOffset="12421.99">26857 14469 45 0,'7'-30'77'0,"-2"0"1"0,-1 1 1 15,-1 1-5-15,-2 5 8 0,1-1 10 0,-1 0 7 16,0 4 1-16,2 7-6 0,-2 0-16 16,5-4-2-16,-2 6-8 0,2-2-6 0,4 0-9 15,0 2-8-15,5 1 6 0,2 2-10 0,3 1-9 16,2 0-1-16,3 4-2 0,-1-1-1 15,4 2-21-15,-2 0-54 0,3 1-59 0,-4-5-139 16,5 2-11-16</inkml:trace>
  <inkml:trace contextRef="#ctx0" brushRef="#br0" timeOffset="12986.74">28381 12936 173 0,'0'-3'178'0,"3"0"0"16,2 0 2-16,18-3-17 0,1 0-15 16,9 1-18-16,1 0-9 0,6 3-11 0,8-1-20 15,2 2 5-15,8-3-13 0,3 3-12 0,3 1-10 16,1 0-16-16,4-3-40 0,-3 3-30 16,0-2-53-16,-5 2-46 0,-6-2-93 0,-10 0-127 15,-5-1 0-15</inkml:trace>
  <inkml:trace contextRef="#ctx0" brushRef="#br0" timeOffset="13182.51">28814 13247 136 0,'-19'15'166'16,"0"1"-7"-16,3 0 3 0,3-4-11 15,5 1 7-15,5-1-2 0,3-12-19 0,12 20 3 16,5-9-10-16,9-4-18 0,3-2-22 0,8 0-9 15,7-2-11-15,9-2-25 0,6 1-32 16,-27-2-38-16,18 0-38 0,10 0-65 0,72-20-108 16,-57 12-128-16,-2-5 0 0</inkml:trace>
  <inkml:trace contextRef="#ctx0" brushRef="#br0" timeOffset="13789.02">30183 12726 178 0,'-1'-5'169'0,"0"2"-15"16,-2 0 13-16,2 3-5 0,-2 1-11 0,-1 4-7 15,-5 10-17-15,-5 4-6 0,2 5-12 16,-4 2 5-16,0 4-12 0,-2 4-6 0,-4 3-20 16,1 4-1-16,2-1-12 0,-1 0 1 15,-1 2-10-15,5-3-10 0,0-5-1 0,3 0-1 16,0-4-9-16,2 0-6 0,-1-4-6 0,3-3 9 16,1-2 9-16,0-4 13 0,2-4 25 0,2-3 6 15,2-3-2-15,-1-7-2 0,3 0-8 16,1-5-5-16,1-3-10 0,4-17-10 0,5-1-15 15,2-6-24-15,1-4 0 0,-1-5-3 16,3-3-22-16,0-2 11 0,1-4 0 0,-1-1 1 16,3-5-9-16,-2 2-6 0,-1-1 3 0,0 0-7 15,1 4 3-15,2 0 1 0,1 3 3 16,3 3-1-16,-1 6 10 0,4 0-13 0,2 6 11 16,2 2-2-16,4 4-8 0,-2 7 11 15,1 1-5-15,0 6 15 0,-1 7-2 0,0 4 5 16,-17 2 8-16,27 13-8 0,-20 2 6 0,-4 6-5 15,-6 8-7-15,-8 6 15 0,-4-14 5 16,-15 47-3-16,-4-18 5 0,-2 0-9 0,-3 0-6 16,-2-1 11-16,2-2 0 0,0-3 7 0,2-1 8 15,2-4-16-15,2-3 12 0,4 0 7 16,0-3-11-16,5-4 2 0,2 1-7 0,5-1 8 16,2-16-3-16,13 20-3 0,3-17-8 0,7-5 12 15,6-2-28-15,8-3-11 0,6-3-25 16,3-2-34-16,6-1-30 0,-24 0-35 15,61-14-42-15,-30 6-10 0,-3 0-27 0,-4-4-334 16,-3-1 0-16</inkml:trace>
  <inkml:trace contextRef="#ctx0" brushRef="#br0" timeOffset="14069.97">31081 13000 56 0,'-9'-15'182'0,"-1"0"-1"15,0 0 22-15,3 2 6 0,-2-2-16 0,5 3-9 16,2 1-22-16,0 1-9 0,2 10-10 0,0-9-22 15,0 2-1-15,14-14-21 0,1 8-7 16,2 2-22-16,6 3-3 0,2 2-5 0,2 1-12 16,1 3-10-16,1 0 5 0,-14 2-10 15,8 0 11-15,29 14-11 0,-24-5-4 0,-3-2 14 16,-2 3-16-16,-3 1-3 0,-3 2-11 0,-2-2 1 16,-7 4 8-16,-6-1 19 0,-2-7-24 15,-14 23 14-15,-4-9-23 0,1-3 4 0,-3-2-4 16,-7 2 3-16,1-5-8 0,-2 0 23 15,-2-2-21-15,0-2-3 0,0 0 0 0,1-3 4 16,-2-2 2-16,-1-3-6 0,16-1-15 16,-4 0-15-16,-2 0-36 0,-21-20-28 0,27 9-43 15,7-2-63-15,5-6-81 0,4 9-261 0,16-22 0 16</inkml:trace>
  <inkml:trace contextRef="#ctx0" brushRef="#br0" timeOffset="14372.99">32344 12347 96 0,'10'-11'210'0,"-5"3"-7"0,-6 3 5 16,-5 2-15-16,1 3-20 0,-11 3-19 0,-7 6-18 0,-2 3-9 15,1 2-9-15,-3 6-12 0,-3 5-4 16,-3 9-6-16,-6 2 1 0,-2 7-13 0,-2 9 12 15,0 5 4-15,-1 1-9 0,2 3-13 16,2 0 19-16,4 2-9 0,2 1 1 16,4 1-11-16,4-1-8 0,9-2-12 0,4 0-10 15,5-3-18-15,5-1-17 0,3-32-10 0,16 52-11 16,-1-31-31-16,5-6-33 0,5-7-16 16,2-3-28-16,1-7-32 0,1-6-42 0,0-7-71 15,2-6-269-15,-18-5 0 0</inkml:trace>
  <inkml:trace contextRef="#ctx0" brushRef="#br0" timeOffset="14551.69">32015 13335 642 0,'-8'-27'145'0,"-2"-2"15"0,3 3 10 0,-1 4-2 15,3 2-5-15,2-1-24 0,2 5-11 0,1 16-15 16,0-10-18-16,14-16-5 0,1 14-14 16,6 3-6-16,3 0-9 0,7 2-10 0,0 2 0 15,6 4-12-15,-17 1-25 0,25 0-17 0,68 15-41 16,-49-8-36-16,-2 11-45 0,-5 0-44 15,-10-1-110-15,-10 2-140 0,-5 2 0 0</inkml:trace>
  <inkml:trace contextRef="#ctx0" brushRef="#br0" timeOffset="15039.58">31030 14007 43 0,'-6'-8'216'0,"0"0"0"0,1 4 30 16,0-2-32-16,-1 3 0 0,-7-5-24 0,-8 3-23 15,-3 3-26-15,-6 0 1 0,13 2-23 16,-7 0-1-16,-35 11-2 0,25-4-18 0,-5 3-9 16,0 1-9-16,1 2 2 0,-1 6-27 0,3 4 0 15,0-1-2-15,3 3-11 0,3 2-14 16,3 2 6-16,5 3 4 0,3-2-6 0,6 2 0 16,3 2 9-16,5-2 6 0,5-15-16 15,0 7-3-15,23 30 8 0,-9-27-5 0,8 0-14 0,2-1 11 16,1 1-20-16,3-2 12 0,0-1-17 15,-1-2 16-15,0 0-5 0,-5-4 17 16,-2 3-14-16,-1-6 15 0,-3 2 4 0,-3 0-3 16,-6-4 6-16,-7-5 5 0,0 2-1 15,-15 12-5-15,-1-9 0 0,-4 2-1 0,-5-4-20 16,-3 3 4-16,-5-2 2 0,-2-4 3 0,0 2-12 16,-4 1 1-16,2-3 2 0,0-1-7 0,2 2-2 15,2-4-5-15,-2-2-2 0,3-1-21 16,19-2-42-16,-6 0-22 0,-16-13-29 15,21 2-44-15,4-6-26 0,10 5-47 0,15-22-490 16,-2 9 1-16,7-1 0 0</inkml:trace>
  <inkml:trace contextRef="#ctx0" brushRef="#br0" timeOffset="15271.33">31004 14082 132 0,'32'-20'190'16,"-6"0"-7"-16,-3 5 27 0,-2 1-12 0,2-2-6 15,-6 6-14-15,-2 2-9 0,-3 4-14 0,-3 3-21 16,-9 1-16-16,0 0-5 0,16 12 0 16,-13-3-6-16,-2 13-13 0,-1 4-8 0,0-11 2 15,0 11-1-15,0 5-12 0,-16 42 0 16,11-28-14-16,-2 3-8 0,2 4 10 0,-2 3-11 16,3 2 1-16,3-1 0 0,1-28-34 15,0 15-3-15,11 57-11 0,-2-48-21 0,2-1-28 16,5-6-24-16,0-4-37 0,0-5-48 0,0-8-43 15,-2-3-73-15,1-2-287 0,-4-5 1 0</inkml:trace>
  <inkml:trace contextRef="#ctx0" brushRef="#br0" timeOffset="15432.65">31297 14852 72 0,'-4'-32'101'0,"4"17"23"0,-7-32 4 0,6 18 9 16,0-3 17-16,-1 4 10 0,2 15 2 0,0-6-26 15,12-25-14-15,-8 22-6 0,3 1-9 0,8 2-13 16,2 0-8-16,4 2-9 0,3 4-12 15,7 0-12-15,4-1-12 0,5-1-13 0,6 4-23 16,3 0-29-16,2-1-78 0,1 1-82 0,-1 0-160 16,-3 1-7-16,-6 1 0 0</inkml:trace>
  <inkml:trace contextRef="#ctx0" brushRef="#br0" timeOffset="16756.99">21622 16046 79 0,'-14'-15'223'16,"14"15"-18"-16,-28-22-1 0,23 16-24 0,2 2-13 16,2-3-19-16,1 0 0 0,8-11-22 15,4 0-21-15,7 0-13 0,6 0-4 0,6-1-17 16,5 2-3-16,1 0-13 0,6 2 1 0,0 1-4 16,2 3-12-16,-2 1-11 0,-1 2 12 15,-3 0-13-15,-2 6 6 0,-3-2-4 0,2 3-8 16,-8 1 9-16,-14 0-8 0,2 0-5 0,18 12-2 15,-26 2 15-15,-4 7-9 0,-4-9 4 0,-14 26-6 16,2-9-4-16,-2 4 10 0,-4 3-18 16,0-2 13-16,2 2-4 0,-2-4-1 15,2 0-6-15,4-3 5 0,2-3-1 0,2 2 2 16,0-5-7-16,4-2 18 0,2-4-10 0,2-17-9 16,10 25 8-16,4-16 0 0,4-4-12 0,2-4 12 15,4 0-14-15,2-1 14 0,-14 0-11 0,6 0 0 16,2 0 3-16,-2 0-18 0,-4 0 9 15,-2 0-3-15,0 0-2 0,-4 0 7 0,-2 0-7 16,-6 0 2-16,6 0 6 0,-6 0 2 16,8 0-2-16,-8 0-2 0,4 16 16 15,-12-1-5-15,-8 0-5 0,-2 2-4 0,0-2 4 0,-6 1 4 16,-4 0 9-16,2-1-17 0,-4 2-4 16,0-2 18-16,-6 2-16 0,-4-2-11 0,-5 0-39 15,-2-3-27-15,-3-1-30 0,-4-4-42 16,-1-1-70-16,-1-4-341 0,28-2 1 15</inkml:trace>
  <inkml:trace contextRef="#ctx0" brushRef="#br0" timeOffset="17178.25">20550 16030 131 0,'-9'-28'204'0,"4"-3"-16"16,5 15 10-16,0-9-31 0,12-34-9 0,2 25-15 15,6-1-21-15,7-3-10 0,8-1-8 0,9-4-14 16,9 0-1-16,8-3-25 0,7-1-6 16,14 0 6-16,10 0-10 0,12 0 2 0,12 3-13 15,3-1 7-15,8 6 0 0,7 6 0 0,4 5 0 16,-5 5 1-16,-3 12-12 0,-6 5-11 16,-64 6 3-16,114 12 2 0,-70 7-2 0,-6 7 5 15,-10 10-7-15,-12 4-16 0,-14 10 7 0,-10 10 2 16,-16 5-4-16,-12 8-4 0,-10 8-2 15,-12 4-3-15,-2-42 4 0,-16 90-14 0,-2-45 9 16,-4-6 9-16,-2 0-12 0,-6-5 8 16,-6-2 23-16,-4-5 16 0,-6-6 6 0,-6-2 9 0,-4-3 2 15,-6-2 3-15,-2-5 23 0,-4 1-10 16,-2-6-4-16,-8-2-1 0,-4-1-7 16,-2-4-2-16,-1-3-7 0,0-6-5 0,1 0 5 15,0-8-17-15,-5-6-16 0,4-5-9 16,0-7 0-16,-1-5-31 0,45 0-7 0,-77-19-1 15,45 1-36-15,5-7-39 0,4-6-34 0,12-6-19 16,4-4-19-16,12-7-7 0,12-7-10 16,9-2-24-16,14-2-459 0,11-5 0 0,12-2 0 15</inkml:trace>
  <inkml:trace contextRef="#ctx0" brushRef="#br0" timeOffset="19031.68">24218 15391 130 0,'0'0'134'0,"0"-15"-6"16,0 15 1-16,0 0-4 0,22-30 6 15,-26 27-15-15,-4-7-9 0,-4 2-15 0,0-1 2 16,0 5-15-16,-2 1-4 0,-4 2-9 16,-2 0 2-16,6 1-14 0,-4 0-5 0,-29 18-9 15,20-8-2-15,2 1 2 0,-5 5-9 16,2 0 5-16,0 4-9 0,-5 7 1 0,1 0-12 15,-1 3 6-15,-1 4-1 0,1 4 2 0,2 4-11 16,1 3 4-16,2-2-3 0,1 7 6 16,4-2 2-16,5 4-4 0,0-1 1 0,4 3 12 15,3 1 6-15,3 0-10 0,5-1 12 0,2-2 4 16,1-28 0-16,12 45 3 0,-3-27-11 16,3-2 4-16,7-4-14 0,9-6 15 0,1-5-13 15,3-3 6-15,7-3-9 0,4-6-3 16,3-1-29-16,2-7-30 0,2-2-29 0,-26-3-46 15,13 0-69-15,49-21-57 0,-42 5-225 16,-4-5 1-16</inkml:trace>
  <inkml:trace contextRef="#ctx0" brushRef="#br0" timeOffset="19222.9">23870 16126 107 0,'-9'-2'137'0,"1"0"-15"0,5 0-5 0,3-1-1 16,4-1-7-16,9-2-11 0,10-1-16 0,8 1-3 16,2-1-17-16,7 1-8 0,4 1-22 15,7-3-29-15,1 4-38 0,3-2-7 0,1 4-36 16,-2-1-34-16,-4 3-29 0,-4 0-36 16,-8-1-9-16,-19 1-24 0</inkml:trace>
  <inkml:trace contextRef="#ctx0" brushRef="#br0" timeOffset="19631.48">24586 16179 57 0,'-15'15'86'0,"-1"-1"8"0,1-3 11 0,1-2 16 16,2 0 5-16,0-3 11 0,2-1 2 0,1-1 7 15,2-3 16-15,2-1-3 0,0 0-25 0,5 0 3 16,0 0-15-16,-12-11-17 0,6-9-3 0,6-2-15 16,0 10-12-16,14-29-12 0,-4 13-15 0,5-3 7 15,1-5-12-15,3-2-3 0,-1-3-16 16,2-4 10-16,0-1-15 0,2-5-7 15,-2-1 12-15,-4-1-9 0,-3 0 7 0,-4 5-19 16,-1 0 0-16,-2 1 12 0,-4 5-8 0,-2 21-9 16,0-6 10-16,0-5-2 0,0 1 0 15,-13-26 0-15,9 36-19 0,-1 5-2 0,1 8 0 16,0 8-6-16,0 2 4 0,1 7 5 16,-1 14-2-16,1 8 1 0,1 6 9 0,0 0-6 15,0 10 4-15,2 4-6 0,-3 5 11 0,-1 6-5 16,3 0-5-16,-1 2 0 0,2-32 8 15,0 16 4-15,0 8-2 0,0 3-3 0,-12 57 4 16,6-63-8-16,-1-5 8 0,-2 0 2 0,-2-6 11 16,0-4 7-16,-1-4 9 0,-2-1 2 15,-1-4-4-15,-2-1-5 0,-3-5-3 0,-2 0-10 16,0-5 8-16,-4-1-3 0,2-2-19 0,-2-3-18 16,0-3-19-16,-2 0-14 15,0-9-22-15,16 0-43 0,-18-16-73 0,16-4-100 16,6-6-141-16,8 9 0 0</inkml:trace>
  <inkml:trace contextRef="#ctx0" brushRef="#br0" timeOffset="19853.73">25066 15578 61 0,'24'-7'160'0,"-6"3"-10"0,-10 4-14 0,15 14 7 16,-11-1-14-16,-1 7-13 0,-1 5-1 0,-2 3-13 15,-2 5-5-15,-4 1-8 0,1 2-12 0,-3-16-6 16,0 13-6-16,0 8-12 0,0 6-3 16,-13 57-1-16,9-46-11 0,0-3-1 15,1 2-8-15,3-5-9 0,0-27-1 0,0 9-25 16,0 5-10-16,12 36-13 0,-3-44-5 0,-1-3-41 16,2-2-27-16,2-11-58 0,-3-6-108 15,-1-7-11-15</inkml:trace>
  <inkml:trace contextRef="#ctx0" brushRef="#br0" timeOffset="20008.91">25258 16043 63 0,'-3'-11'113'0,"3"-1"-10"16,0 3-5-16,4 3-23 0,8-5 1 16,3 2 2-16,3 3-12 0,5 3-4 0,2 0-17 15,-10 3-10-15,9 0-28 0,5 0-22 0,3 0-32 16,0 0-87-16,32 12-106 0,-30-10 8 15</inkml:trace>
  <inkml:trace contextRef="#ctx0" brushRef="#br0" timeOffset="20230.06">25824 15981 160 0,'2'0'160'0,"-1"4"-3"0,-1 0 13 0,0 1-3 0,-1 0-6 15,-3 12-18-15,4-7-10 0,-10 21-16 16,2-9-3-16,-2 1-11 0,0 5-10 0,-2-3-25 16,3 1 5-16,-4 1-7 0,2-1-14 15,-2 2-18-15,3-1-21 0,0 0-24 0,-2-1-25 16,1-1-36-16,2-3-16 0,1-3-28 0,1-6-4 16,0-6-15-16,1-4-44 0,6-3-24 15,0 0-53-15</inkml:trace>
  <inkml:trace contextRef="#ctx0" brushRef="#br0" timeOffset="20376.79">25702 15662 40 0,'21'2'25'0,"0"1"-23"15</inkml:trace>
  <inkml:trace contextRef="#ctx0" brushRef="#br0" timeOffset="20916.82">26171 15943 122 0,'3'3'148'0,"-2"2"-7"0,-1-1 5 15,2 3 1-15,-4 0-4 0,2 2-13 16,0 2-3-16,-13 23-9 0,4-10-17 16,-1 2 0-16,0 0-20 0,-2 1-1 0,0-1-5 0,1-3-17 15,2 0 0-15,-1-4-7 0,4-4-9 16,-1 0 8-16,3-4 10 0,0-5 10 0,3-1 11 16,1-5-19-16,6 2-7 0,10-13 1 0,6-1-15 15,-4-2 4-15,2-6-7 0,3 0-19 16,2-3-11-16,1-1 8 0,0 1 0 0,1 1-14 15,0-2-6-15,-1 4 3 0,-2 3-16 0,-1 2 6 16,-2-1-2-16,1 2-3 0,-5 5 5 16,-1 0-6-16,-5 4 9 0,-2 1 3 15,0 1-10-15,-2 3 12 0,-7 0 2 0,0 0 8 16,0 0-3-16,12 16-4 0,-13-9 13 0,-1 11-9 16,2-9 6-16,-9 26-2 0,1-13-1 0,0-3 6 15,1-1-14-15,1-2 12 0,-1 0-12 16,3-10 15-16,1 2 4 0,1-1 12 0,2-3 3 15,0-3-3-15,1-2 7 0,4-3-17 0,10-7-2 16,1-4-12-16,4-2 4 16,0-1 5-16,0 0-8 0,0-2-7 0,4 1-9 15,0 0 2-15,0 3-2 0,-2 2-16 0,0-1 0 16,0 2 3-16,-6 1 7 0,0 3-15 16,-2 1 11-16,-4 4 0 0,0 1-7 0,-2 3 13 15,-8 0 4-15,0 0-9 0,14 14 9 16,-10 2-2-16,0 3 3 0,-4 2-7 0,0-10-19 15,0 10-13-15,-12 32-39 0,4-21-42 16,4 0-28-16,2 4-36 0,2-4-90 0,0-17-85 16,12 22 1-16</inkml:trace>
  <inkml:trace contextRef="#ctx0" brushRef="#br0" timeOffset="21321.77">27126 16120 68 0,'-3'-6'186'0,"2"2"0"16,-2 1 4-16,-2 1-4 0,-1 4-19 0,0-2-9 0,0 3-10 16,-11 4-12-16,2 4-18 0,-2 3-5 15,-5 4-6-15,2 0-9 0,3 0-8 0,-3 3-2 16,0-1-20-16,1 5 3 0,1-3-4 16,2-1-25-16,2 0 4 0,1-1 1 0,2-2 5 15,-1-3-9-15,6 0 11 0,1-4-4 0,5-11 0 16,0 0-12-16,0 0-6 0,17 4 0 15,3-13-8-15,1-4-10 0,4-5 10 0,1 1-25 16,2-4 2-16,4-1-8 0,1-2-15 0,0 1 3 16,1 0-2-16,-3 4-6 0,-2-1 12 15,-2 5-3-15,-7 1 4 0,1-1-7 0,-1 4 8 16,-1 0-15-16,-5 3 13 0,1 3-2 16,-6 4 5-16,-9 1-8 0,0 0 5 0,8 0 12 15,3 17 3-15,-12-8-11 0,-2 12 13 0,3-9-5 16,-15 29 0-16,5-18 0 0,-2 3-11 15,0-3 4-15,-3 4-21 0,0-4-17 0,3 1-15 16,0-2-19-16,0-2-9 0,2-6 5 16,6-4 2-16,1-5-13 0,3-5-5 0,8 0-33 15,7-5-41-15,2-10-53 0,3-4-81 16,-1-2 0-16</inkml:trace>
  <inkml:trace contextRef="#ctx0" brushRef="#br0" timeOffset="21843.25">27644 15881 157 0,'4'1'152'0,"-1"2"-6"0,0 4 5 0,-2 1-6 0,0 15-18 15,-1-11-4-15,0 8-8 0,-12 32-15 0,4-22-11 16,-1 6-14-16,-3 2 1 0,-3 6-10 16,-1 0-9-16,-1 4 0 0,2 0-12 0,-1 0-15 15,4-1-16-15,-1 0-14 0,4-4-16 16,-1-1-24-16,1-8-5 0,2 0-30 15,2-2 5-15,-2-5 5 0,3-5-17 0,2-8-1 0,0-4 12 16,2-10-7-16,4 3-7 0,-1-6-11 16,1-2 3-16,7-10 1 0,2-4 7 0,3 0 49 15,-1-2 40-15,3-1 24 0,2-1 14 16,0 0 19-16,-1-1 16 0,0 1 14 0,-1 2 13 16,1 4-7-16,-2 0 1 0,3-1-7 0,0 4 9 15,1 3 0-15,3-2 4 0,0 6-8 0,0-2-3 16,4 4 5-16,2-1-22 0,2 1 6 15,-3-1-7-15,3 0-3 0,1 1-4 0,5-4-12 16,-1-1 1-16,0 2-7 0,-2-5-9 16,-2 0-13-16,-2-2 11 0,-4 0-8 15,-5-2-7-15,-2 0-2 0,-4-2-14 0,-2-1-3 16,-6 1 6-16,-7 0 4 0,-1 19-6 0,-15-28-7 16,-3 18 0-16,-8 4-8 0,-3 5 7 15,14 1-13-15,-34 12 14 0,16-2-3 0,-3 3 1 16,-3 8-6-16,-2 0 4 0,2 3 15 15,-1 5 1-15,0 1-4 0,1 0 13 0,2 2-10 16,4 2 8-16,1-2-5 0,5 4-3 0,2-4-11 16,7 0 2-16,8-3-11 0,10-15 3 0,0 7 8 15,26 24-27-15,0-27-14 0,8-4-28 16,13-2-23-16,14-3-44 0,6-3-93 0,6-4-325 16,-34-2 0-16</inkml:trace>
  <inkml:trace contextRef="#ctx0" brushRef="#br0" timeOffset="22433.32">30026 16058 6 0,'3'-3'205'0,"-2"-1"-3"0,0 0-16 0,1 3-2 16,-2 1-21-16,-2 0-4 0,0 3-21 0,-4 0-13 15,-4 9-6-15,-6 2-1 0,-3 2-21 16,2 1-7-16,-3 3-15 0,-1 1 3 0,-2 0-16 15,4 4-8-15,-2-2-2 0,2-2-9 16,1-3-7-16,-1-1 6 0,4 0-11 0,2-6 7 16,1 1 6-16,1-3-6 0,1 2 8 15,4-7-6-15,6-4 11 0,6-4-15 0,6-7 0 16,5-5-11-16,4 0 6 0,5-5-31 16,3-1 8-16,3-5-18 0,7 1 0 15,0 1 2-15,4-1-13 0,0 3 1 0,-1 1 2 16,1 1-11-16,-3 6 10 0,-1 1-7 0,-3-1 7 15,-4 8 4-15,-3 0 6 0,2 0 2 0,-5 5 0 16,-15 2 5-16,5 0 2 0,17 12-5 0,-18-1 11 16,-4 5 8-16,-3 2-7 0,-7 5 2 15,-1-12 4-15,-11 31 6 0,-2-16 2 0,-7 6-3 16,-5 0-6-16,-9 0 14 0,-4 2-5 16,-4 0-5-16,-3-2 6 0,-2-1-4 15,-1-3 14-15,-2-3 11 0,0-1-27 0,-2-3 11 16,-1 0 9-16,0-5 0 0,0 0-25 0,-2-9-4 15,3 4-16-15,1-5-37 0,2-3-53 16,25-3-49-16,-8 0-88 0,-34-20-346 0,40 5 1 16</inkml:trace>
  <inkml:trace contextRef="#ctx0" brushRef="#br0" timeOffset="22586.58">29698 15871 49 0,'-10'-30'175'0,"-12"2"-17"0,-1 2 0 15,-2 1 5-15,0 4-21 0,-1 5-20 0,2 0-8 16,2 5-16-16,4 2-12 0,5 7-15 16,13 2-11-16,-7 0-18 0,-1 13-27 0,12-6-25 15,10 9-32-15,8 0-44 0,2 3-35 16,7 2-72-16,8 3-106 0</inkml:trace>
  <inkml:trace contextRef="#ctx0" brushRef="#br0" timeOffset="23084.32">31121 16326 108 0,'0'0'206'0,"-1"2"-15"0,-3 2-6 0,-7 7-4 15,-5 4-17-15,-1 0-18 0,-2 1-7 0,-2 5-8 16,-3 1-20-16,-6 4 13 0,1 1-23 15,-4 5 8-15,-2-3-19 0,2 3-2 0,1 3-7 16,-2 1-6-16,2-1-14 0,6 1-2 0,0-3-3 16,2 0-4-16,4-2-17 0,6-1 6 15,-4-8 14-15,4 3-9 0,0-2 6 0,2-3-24 16,3-3 15-16,1-2-10 0,3-6 2 0,-1-2 3 16,5-2-17-16,1-5 12 0,1-5-13 15,3 0-11-15,7-10 1 0,2-5-21 0,2-3 9 16,2-7-13-16,9-6 2 0,0-3-9 15,2-5-9-15,4-3-11 0,6-8 2 0,0 0-2 16,4-3-9-16,0 1 0 0,2 1 6 16,0 1-2-16,-2 6 1 0,-1 0 5 15,-1 5 1-15,-3 6 5 0,-2 1 8 0,-2 1 6 16,1 6-3-16,-4 5 7 0,-2 3-1 0,-1 3 8 16,-4 4 2-16,1 3 8 0,0 5 1 15,-3 0-2-15,-21 7 11 0,9 0 0 0,5 16 6 16,-20 3 2-16,-4 6 3 0,-10 4-13 15,-6 2 5-15,-6 4 2 0,-4 4-3 0,-4-3-9 0,2 0 4 16,-1-3 3-16,2-1-1 0,1-3-5 16,4-2-4-16,4-4-13 0,2-2-20 0,6-3-26 15,0-1-28-15,7-6-50 0,9-8-83 16,4-3-247-16,25-2 1 0</inkml:trace>
  <inkml:trace contextRef="#ctx0" brushRef="#br0" timeOffset="23514.4">31767 16156 117 0,'6'7'181'15,"-4"1"-11"-15,-4 9 12 0,-4 3-4 0,-8 3-10 0,2-2-19 16,-8 4-17-16,-3 1 2 0,-4 2-15 16,-2 1-23-16,-5 0 1 0,-2 2-16 0,0-3 8 15,2 2-17-15,-1-3-14 0,2-2 2 16,4-3-12-16,2-1 0 0,7-4 3 0,0-2 6 15,0 0-7-15,6-4-4 0,-1-5 0 16,6-2-7-16,9-4 0 0,0 0-1 0,-4-13-25 0,12-8-6 16,6-1 3-16,5-9-6 0,8-2-9 15,5-3-10-15,4-4-10 0,6 0-7 0,3-2 5 16,0 3 1-16,1 2-6 0,-3 2-2 0,-1 4 8 16,-3 4-2-16,-2 1 7 0,-3 5 3 15,-4 0 4-15,-4 5 2 0,22-12-5 16,-28 15 10-16,-3 7 5 0,-5 5 6 15,-4 1-5-15,-8 0 4 0,0 0-2 0,5 19 2 16,-11 3 10-16,-8 3-7 0,0 3 4 0,-8 5-4 16,0 2 1-16,-5 4 3 0,0 3-9 15,-1 0 8-15,3 1 1 0,0-2-3 0,3 5-3 16,5-2-6-16,5-2 0 0,5-2 4 16,7-19-7-16,0 8-10 0,28 33-21 0,-2-31-27 15,10-2-34-15,4-3-32 0,8-5-44 16,1-6-92-16,3-1-122 0,5-5 0 0</inkml:trace>
  <inkml:trace contextRef="#ctx0" brushRef="#br0" timeOffset="23834.39">32725 16498 37 0,'-18'-15'181'0,"0"1"-16"15,-5 3-1-15,2 1-13 0,-1 3-7 16,4 7-10-16,6 0-8 0,-7 0-16 0,-29 19-11 15,21-6-11-15,-4 4-12 0,-1 3 1 0,-4 7-12 16,0 3-4-16,0 4-6 0,3 5-10 16,-2 2-1-16,5 4-2 0,4 3-12 0,5 6 5 15,3 1-3-15,2-3-5 0,5-2-1 0,3 0-10 16,3-4 10-16,1-4-5 0,-2-5-7 16,4-1 3-16,2 0-5 0,-2-8-9 0,1-5 4 15,1-13 3-15,0 3 3 0,0-2 0 0,0 1-1 16,0-3-4-16,0-9 4 0,-11 15-10 15,6-14 0-15,-2-2 4 0,-11-3 2 16,8 4 1-16,-20-11 2 0,8 1-14 0,1-1-6 16,2 1-13-16,-1-4-14 0,6 2-19 0,-1-4-18 15,7 0-20-15,1-2-38 0,7 8-32 16,0-9-96-16,18-24-89 0,-2 20 0 0</inkml:trace>
  <inkml:trace contextRef="#ctx0" brushRef="#br0" timeOffset="24175.51">32874 16640 2 0,'16'1'166'0,"-1"6"-10"0,-3 3-10 15,-6 1-2-15,-2 5-3 0,-2 4-6 0,-2-8-8 16,-11 27-7-16,-1-7-12 0,-4 4-7 0,-8 5-13 16,1 10-7-16,-6 2-7 0,-3 11-12 15,-1 0 4-15,-2-2-15 0,2 0 7 16,7-13-7-16,4-7-11 0,6-7-6 0,2-1-16 15,4-2-19-15,-1 19-26 0,7-9-24 0,4-26-10 16,0 5-52-16,20 22-7 0,-4-30-27 16,1-6-3-16,2-6-3 0,-12-1-10 0,21-15 30 15,-10-1 16-15,5-5-19 0,0-6-6 0,9-4 16 16,1-3 11-16,-1-6 18 0,5-2 24 0,-1 1 64 16,0 2 57-16,-4 3 6 0,-1 3 16 15,-4 3 9-15,-2 6-1 0,-1 0-1 0,0 8 0 16,1 0-11-16,-1 2 1 0,0 6 4 0,3 2-14 15,1 1 5-15,0 5-14 0,3 0-2 16,-17 0-2-16,8 0-21 0,34 17-25 0,-24-6-64 16,-4-6-160-16</inkml:trace>
  <inkml:trace contextRef="#ctx0" brushRef="#br0" timeOffset="25378.07">21610 17290 32 0,'0'0'111'0,"0"0"-2"0,0 0-3 16,0 0 2-16,0 0 6 0,4 14-3 0,-4-3 1 15,-10 23-7-15,2-13-8 0,0 4-7 0,0 1-1 16,-1 0-5-16,0-1-9 0,-1 2-15 15,1 2 0-15,2 0 3 0,2 0-10 0,5 0-11 16,0-2 3-16,0-15 18 0,0 6 1 16,17 23 3-16,-2-23 7 0,5-4-14 15,3-2 11-15,7-5-14 0,2-6 0 0,2-1-8 16,-16 0-6-16,12 0 3 0,41-16-29 0,-26 6-11 16,0-1-10-16,-2-4-24 0,4 2-22 15,-3-4-29-15,2 2-24 0,-4 1-44 0,-2 0-62 16,-2-3-221-16,-4 2 0 0</inkml:trace>
  <inkml:trace contextRef="#ctx0" brushRef="#br0" timeOffset="25640.28">22081 17399 60 0,'-10'2'209'0,"2"1"-13"0,2 0-1 0,-6 5-21 0,0 2-5 0,2 3-14 15,2 2-13-15,0 2-25 0,2 4-8 16,-1 1-4-16,2 3-6 0,1 2-29 0,2 3 7 16,2 3 2-16,-1 0-16 0,1-15-6 0,0 9-14 15,0 5-6-15,0 0 8 0,15 38-17 0,-9-33 5 16,0-1-23-16,-1 0-33 0,2-4-29 16,-3 0-32-16,0-3-32 0,-2-3-20 15,0-2-17-15,-2-14-21 0,0 1-76 0,-16 15-71 16,8-20 0-16</inkml:trace>
  <inkml:trace contextRef="#ctx0" brushRef="#br0" timeOffset="26029.24">20774 18027 130 0,'-45'-29'160'0,"6"-1"-7"16,6-4 7-16,4-3-13 0,6-3-9 0,4-4-2 15,13-4-9-15,6 22-15 0,14-56-9 16,9 22-10-16,12-3-11 0,13-1-6 0,9 0-1 16,11 1-2-16,11 1-14 0,13 1 11 0,16 0-5 15,76-31-7-15,-33 26-1 0,-20 18-5 0,-13 13-7 16,5 5-8-16,-3 7-4 0,-6 7 8 16,-10 4-6-16,-6 12-1 0,-52 0 5 0,74 12-16 15,-50 4-7-15,-12 9 15 0,-12 9-1 0,-10 9 3 16,-16 10-11-16,-10 8-4 0,-10-27-9 0,-24 71-3 15,-6-29 6-15,-8 6 11 0,-10 3-3 16,-4 4 24-16,-2-2 1 0,-2-3 0 0,-4 0 7 16,-6-10 8-16,-6-1 9 0,-2-6 5 15,-6-5 0-15,-1-5 4 0,1-5-1 0,2-4-11 16,1-5 10-16,-2-4-14 0,1-4-10 0,-3-5-10 16,0-4-10-16,0-7-16 0,2-2-5 15,3-5 0-15,4-7-26 0,4-1-52 0,36-4-24 16,-12 0-34-16,-48-22-30 0,50 2-49 0,10-6-537 15,12-8 0-15,8-7 1 0</inkml:trace>
  <inkml:trace contextRef="#ctx0" brushRef="#br0" timeOffset="27164.59">23966 17508 42 0,'0'-18'165'0,"-36"-8"-14"0,23 19-5 16,-2 1 12-16,-5 2-8 0,-3 3-16 16,10 1-18-16,-8 0 0 0,-31 12-12 0,20-4-13 15,-3 5-11-15,-2 0-11 0,-2 3-8 16,0 3 5-16,-1 1-11 0,3 1 3 0,2 1-5 16,2 1-2-16,4 2-10 0,3 0 2 15,5 1-7-15,5 0-9 0,5 1-6 0,5 3 5 16,6-4 1-16,0-14 0 0,17 17 2 0,2-17-2 15,3-4 8-15,-7-8-4 0,9 0-11 0,36-17 12 16,-20 2-12-16,3-4 3 0,1-2-2 0,0-2 1 16,0-2-2-16,0-3 2 0,-4 4-13 15,-3-3 8-15,-2 0-12 0,-2 2-2 0,-5 0-1 16,-1 2 0-16,-3 3-5 0,-3 1-9 16,-1 2 0-16,-2 3 3 0,-2 2 5 0,-4 2-7 15,-4 2 13-15,0 2-11 0,-3 1 3 0,-1 5 4 16,-4 0-10-16,0 0 8 0,3 16 4 15,-7 6-7-15,-4 8 11 0,-4 0 6 0,-4 9 9 16,-3 6-7-16,-4 5 11 0,-4 5 1 0,1 2-3 16,-6 3-9-16,0-2 6 0,-2-3-1 15,2-3-6-15,-2-4 30 0,2-3 2 16,-2-5 14-16,0-5-16 0,0-2-12 16,-2-5 11-16,0-4 14 0,-5-2-9 0,2-6-10 15,-2 0-18-15,-3-3-21 0,-1-6-15 0,2-2-22 16,0-2-19-16,5-3-18 0,19 0-10 15,-8 0-19-15,-27-15-17 0,30 4-20 0,6-3-31 16,8 1-58-16,10-1-234 0,0 5 1 0</inkml:trace>
  <inkml:trace contextRef="#ctx0" brushRef="#br0" timeOffset="27627.79">24848 17875 54 0,'0'-11'149'0,"-1"4"-1"0,-3-1-13 16,0 4 0-16,-1 2-7 0,-1-1-2 0,0 3-11 15,-1 2-8-15,-9 1-9 0,-4 5-8 16,3 0-10-16,1 6-13 0,1 3-2 0,-1 2-5 15,0 4-8-15,3-1-8 0,-1 3-3 16,2 7-6-16,-1-3 0 0,2 4-8 0,6-2 8 16,-4 1-16-16,5 0 6 0,1 1-3 0,3 0 0 15,0-18-9-15,0 8 3 0,16 27 8 0,-7-26-4 16,2-4 6-16,0-2-6 0,-1-1 8 16,2-1-4-16,-1 0-4 0,0-2-2 0,-1-1-7 15,-3 0-1-15,0-2 19 0,-1 3-1 16,0 0 4-16,-4-1 1 0,0-2-1 0,-1-4 5 15,-1-7-17-15,0 9 8 0,0 5-1 16,-13 16-1-16,6-12-13 0,-1-1 14 0,-3-2-11 16,1 1 4-16,-5 0-2 0,-1-3-2 0,-7 2-4 15,1-4-4-15,-5-1 1 0,-1 0 9 16,-1-3-9-16,-3-2-1 0,-2 1-1 0,2-6-37 16,14 0-5-16,-8 0-36 0,-2 0-23 0,-28-18-26 15,32 8-24-15,8-5-22 0,4-4-49 16,4-4-221-16,8 10 0 0</inkml:trace>
  <inkml:trace contextRef="#ctx0" brushRef="#br0" timeOffset="27850.21">24830 18043 23 0,'21'-7'140'0,"-2"5"-4"0,-13 2 7 15,5 0 4-15,13 20 2 0,-12-2-12 16,-3 5-16-16,-1 1-5 0,0 6-11 0,-1 0-17 15,-3 2-3-15,3 0-3 0,-3 0-20 16,1 0-1-16,3-3-14 0,-3 3 2 0,-1 2-1 16,0-1-11-16,0 0-9 0,0 1 8 0,4 2-14 15,-1-2-1-15,10 24-29 0,1-8-25 16,-4-7-26-16,1-1-20 0,1-14-46 0,-1-7-51 16,-5-8-54-16,-4 0-64 0,-2-7 1 0</inkml:trace>
  <inkml:trace contextRef="#ctx0" brushRef="#br0" timeOffset="28041.22">25094 18627 37 0,'-2'-17'154'0,"0"3"-11"0,0 3-7 15,2 0 0-15,0 11-12 0,0-8-5 0,11-17-20 0,-3 12-7 16,3-1-5-16,2 0-11 0,6 0-7 16,3 0-10-16,1-1-2 0,0 1-11 15,2-1-2-15,2 0-18 0,2 0 5 0,3-1-9 16,1 0-18-16,3 0-46 0,2-2-44 0,2 3-34 15,1-6-90-15,3-1-66 0,4-1 0 0</inkml:trace>
  <inkml:trace contextRef="#ctx0" brushRef="#br0" timeOffset="28473.92">26166 17790 110 0,'-4'-1'145'0,"3"-1"-10"16,1 1-12-16,1-4-5 0,2 2-6 15,11-5-11-15,1-2-4 0,4-1-18 0,7 0-6 16,1 0-10-16,6 1 5 0,9-1-16 16,4 0-3-16,6-1-3 0,2 4-8 0,1-2-4 15,3 2-17-15,-2 0-19 0,-4-3-40 0,-2 0-25 16,-2 3-65-16,-4-1-83 0,-5-1-36 16</inkml:trace>
  <inkml:trace contextRef="#ctx0" brushRef="#br0" timeOffset="28671.08">26357 18019 117 0,'-14'10'154'0,"4"-1"-14"0,3-2 1 0,4-2-11 15,7-2-11-15,3-2-14 0,16-1-15 0,-9 0 0 16,10 0-14-16,43-15-13 0,-16 8-1 15,2-4-21-15,5 0-38 0,2 1-33 0,2 0-66 16,0-4-79-16,3 1-139 0</inkml:trace>
  <inkml:trace contextRef="#ctx0" brushRef="#br0" timeOffset="32345.99">27619 17214 95 0,'0'0'99'16,"0"0"-2"-16,0 0-16 0,0 0 0 15,0-14-6-15,0 14 6 0,0 0-3 0,0 0-1 16,0 0 6-16,0 0 8 0,19-7-5 16,-17 13 5-16,0 1-4 0,2 10 5 0,-4 6-10 15,0-11 0-15,0 8 10 0,0 3-12 16,-12 33-11-16,5-27 3 0,-4 6-6 0,-1-1-8 16,0 6 1-16,-2-1-3 0,-1 3-16 15,2 1-7-15,-3-1-5 0,2 3-7 0,2-4 9 16,0 1-2-16,-1 1-2 0,2-3-11 15,2-4 0-15,0 1 4 0,2-1-13 0,0-4 10 16,3 2-17-16,0 0-1 0,-1-6-10 0,4 1-14 16,-1-6-28-16,2-13-8 0,0 4-15 15,0 1-8-15,11 9 0 0,-6-20-22 0,2-4-44 16,1 1-21-16,-1-3-61 0,5-7-72 0,2 0 0 16</inkml:trace>
  <inkml:trace contextRef="#ctx0" brushRef="#br0" timeOffset="32789.71">27376 17660 146 0,'-5'-24'136'0,"1"1"-7"0,4 10 2 0,0-6-18 15,0-5 21-15,15-25-18 0,-2 22-14 0,6 0-8 16,5-2-9-16,6 1-4 0,4 1-6 15,3 1-12-15,3 4-10 0,1 0 6 0,5 3-14 16,-3 2 7-16,4 4-6 0,-2 2-4 16,1 4 4-16,-5 3-3 0,-1 4 0 0,-21 0 0 15,7 0-13-15,32 13 6 0,-30-6-7 0,-4 4 1 16,-2 5 2-16,-6 1-14 0,-4 1 2 16,-8 2 4-16,-4-8 2 0,0 5-3 0,-22 29-12 15,7-24 4-15,-5-1-2 0,-1 4-4 0,-3 1 0 16,0-3 3-16,0-2 0 0,-2 0-9 0,2 1 4 15,2-2-1-15,2-2-7 0,0-1 5 16,2 1-1-16,1-3 6 0,4-1-6 16,2-1-1-16,4 0-2 0,2 0 0 0,4-2 4 15,1-11 0-15,0 12 6 0,20 18 3 0,-6-14-2 16,2 0 10-16,6 0 11 0,-1 2-12 0,3-1-10 16,3 0-2-16,-1 4 2 0,2 1-6 15,-1-1 5-15,1 4 3 0,1-3-17 0,-2 1-19 16,-2 0-21-16,-2-1-15 0,0-3-29 15,-3-1-15-15,1 1-11 0,-2-1-21 0,-3-1-28 16,-4-5-30-16,-3-7-44 0,-2-1-76 0,-1-2 0 16</inkml:trace>
  <inkml:trace contextRef="#ctx0" brushRef="#br0" timeOffset="33085.1">28248 18116 28 0,'-11'-20'153'0,"3"1"0"0,-1-4 2 16,1 3 12-16,1-3 0 0,-1 1-7 0,4-2-16 15,-2 1-6-15,4-2-24 0,2 15-7 16,0-8-10-16,15-22-21 0,-6 15-1 0,5 5-5 16,0 0-7-16,4 2-9 0,3 1 0 0,-1 4-14 15,1 1 1-15,5 1-4 0,-1 2-3 16,-1 1 15-16,1 4-15 0,-2 2 5 0,-11 2-1 16,3 0-12-16,18 12 5 0,-17-1 1 0,-3-3-15 15,-3 7 8-15,-2 2-14 0,-7 2 0 16,-1-7 11-16,-12 25 4 0,1-13-4 15,-3 2-4-15,-5 5-5 0,-1-4 0 0,-3-1-9 0,-1 0-15 16,2-3-6-16,-2 1 4 0,1-5-9 16,2-2-7-16,-1 0-8 0,2-5-15 0,3-3-21 15,5-7-30-15,12-2-39 16,0 0-30-16,-8-19-91 0,17-2-143 0,3-1 0 16</inkml:trace>
  <inkml:trace contextRef="#ctx0" brushRef="#br0" timeOffset="33512.25">28985 17449 100 0,'11'-13'178'0,"-5"6"-18"0,-3 3-9 0,-3 4 4 16,-1 1-20-16,-3 4-6 0,-6 7-6 16,-3 3-11-16,1 2-2 0,-4 4-13 0,-3 0-12 15,5 5-5-15,-4 1-3 0,1 7 3 16,-2 5-12-16,2 3-5 0,0 5-3 0,-2 2-7 15,2 6-9-15,2 1-7 0,2 1 2 0,2-4-9 16,3 0 1-16,2-1-18 0,4-4 8 16,1-3-14-16,1-23-7 0,0 9-6 0,16 33-19 15,-7-36-14-15,1 1-17 0,3-5-14 0,0-9-19 16,3 1-28-16,-1-7 0 0,-1-2-4 0,-14-7-3 16,11 0-10-16,12-11 22 0,-14 0 18 15,0-6 11-15,-2-2 8 0,0-2-13 0,-1-3 29 16,2 0 11-16,-1 1 6 0,-3-1 7 15,0 0 11-15,-3 2 10 0,1 0 20 16,-2 4 33-16,0 5 1 0,1 1 0 0,-1 12 1 16,0-10 7-16,0 2 0 0,0 0-4 0,0 8-8 15,0-10-9-15,0 2-3 0,0 0 7 16,11-11-6-16,1 7 3 0,1 3-2 0,4 1-5 16,2-1-2-16,7 5-4 0,5-1 7 15,1-1-35-15,0 2-31 0,3 2-19 0,3-4-85 16,2 0-122-16</inkml:trace>
  <inkml:trace contextRef="#ctx0" brushRef="#br0" timeOffset="33827.4">30166 17433 108 0,'-16'-16'176'0,"-1"7"-20"16,-2 2-3-16,-1 5-13 0,8 2-7 16,-7 0-4-16,-22 22-20 0,16-5-2 0,-3 2-10 15,-3 5-4-15,1 5 2 0,-2 6-11 0,-3 7 1 16,2 7-9-16,-1 7-17 0,2 1 13 16,2 7-4-16,2-3-6 0,0-1-2 0,3-2-17 15,3-3 7-15,3 0 3 0,4-7-15 16,2 0-3-16,2-3 8 0,5-2-2 0,0-4-6 15,5-2-18-15,1-18 1 0,0 7-7 0,11 31-17 16,-2-29-4-16,2-6-10 0,2-1-25 16,4-6-18-16,1-4-31 0,2-4-25 0,3 0-23 15,2-5-41-15,-13-2-75 0,27-15-119 0,-11 6 0 16</inkml:trace>
  <inkml:trace contextRef="#ctx0" brushRef="#br0" timeOffset="34084.28">30390 17786 60 0,'3'-1'151'0,"-2"3"-8"16,0 4 1-16,-1 3 12 0,-5 17-7 0,-2 6-9 15,-1 1-9-15,-4 4-5 0,-2 7-9 16,-4-1-15-16,0 1-15 0,-1 1-7 0,-1-2-4 15,1 0-12-15,3-3-5 0,0-1-15 0,3-2 5 16,1-2-8-16,3-1-18 0,1-4-11 16,2 3-17-16,4-5-19 0,2-17-11 15,0 4-26-15,14 18-39 0,1-24-42 0,1-6-99 16,4-2-96-16,-11-1 0 0</inkml:trace>
  <inkml:trace contextRef="#ctx0" brushRef="#br0" timeOffset="34264.68">30496 18198 117 0,'1'-3'156'0,"-1"-1"-2"15,1 0-8-15,1 0-12 0,0 2-15 16,1-2-12-16,1 4-8 0,1-2-9 16,2 1-9-16,13 1-1 0,-8 0-11 0,8 0-5 15,8 0-9-15,3 0-9 0,6 0-24 0,4 0-40 16,6 0-66-16,2 0-41 0,6 0-103 15,0 0-43-15</inkml:trace>
  <inkml:trace contextRef="#ctx0" brushRef="#br0" timeOffset="34704.97">31641 17936 60 0,'-2'-2'168'0,"0"2"-9"0,-2 0-4 0,-2 2 5 15,-6 7-19-15,-4 7-12 0,1 2-7 0,-2 1-20 16,0 4 0-16,2-4-17 0,-1 1 4 0,-1 1-7 16,2 1-18-16,-1-1-7 0,1 0 5 15,-1 0-19-15,2-2-5 0,2-1 8 0,2-4-14 16,2-2 4-16,1-2-6 0,4-4 8 0,1-2 10 16,2-4-2-16,1-4 3 0,4-1-4 15,11-8-9-15,2-3-16 0,2-4-5 0,3-5 14 16,5-3-22-16,3-1 6 0,1 5-10 15,1-5-4-15,-1 7 1 0,0-1-7 0,-2 2 6 16,-6 3-10-16,-2 2 7 0,2 5-9 16,-1-4 12-16,-6 4-3 0,1 5-5 0,-8 6 7 15,-2 0 9-15,-8 0 1 0,6 12-6 0,-6-3 10 16,-7 12 7-16,-4 5 5 0,-3 0-8 16,-5 1 2-16,-4 5 10 0,-5 0 0 0,-4 2-10 15,-4-2 4-15,-1 1 8 0,-5-1-11 0,0 0-16 16,-4-1 13-16,-2-4-16 0,-2 3 4 15,0-4 5-15,-1-3 2 0,0 0-21 16,2-4-4-16,1-2-18 0,4-3-10 0,3-3-35 0,6-2-31 16,3-8-50-16,7 0-48 0,15-1-271 15,-7-21 1-15</inkml:trace>
  <inkml:trace contextRef="#ctx0" brushRef="#br0" timeOffset="34866.5">31314 17702 122 0,'3'-23'157'16,"-3"7"-19"-16,1 5-2 0,-1 11-12 16,0 0-6-16,0-9-10 0,0 9-9 15,0 0-22-15,0-9-2 0,3 14-1 0,5 9-20 16,4 1-15-16,1 3-27 0,10 0-31 0,4 5-45 16,7-5-67-16,7 2-51 0,6 1-105 15</inkml:trace>
  <inkml:trace contextRef="#ctx0" brushRef="#br0" timeOffset="35267.15">32541 18081 114 0,'24'4'134'15,"-8"0"1"-15,-10-4-4 0,12 6 22 0,-9 3-2 16,-6 4-1-16,-5 2-22 0,2-5-5 0,-18 25-7 16,4-14-12-16,-2 0-2 0,-1-1-4 15,0 0-5-15,-5 0-7 0,-2 3-19 0,3-3 2 16,-3 3-2-16,-3-2-17 0,0 0 14 0,2 1-20 15,0 1 1-15,-1-1-5 0,0-1 0 16,0-2 1-16,4 0-18 0,0-2 3 0,4-2-9 16,-1 0 14-16,2-3-1 0,2-1 12 15,2-3 3-15,2-6-4 16,3-1-9-16,8-1 0 0,0 0-6 0,-12-12 5 0,14 4-13 16,2-15-23-16,4 0 9 0,4-7-21 0,4-6 12 15,2-3-12-15,5-7-9 0,3-1-10 0,4 2-3 16,-1-2 7-16,3 2-2 0,19-20-13 15,-5 7 6-15,-3 12 4 0,-3 7 4 0,-6 9 1 16,-5 0-2-16,-4 13 9 0,-3 5 4 16,-2-3 0-16,-2 15 7 0,-2 0-2 15,-9 0 12-15,16 16 5 0,-13 2 2 0,-2 1 9 0,0 7 1 16,-6-1-4-16,-2-8 7 0,0 11-7 16,-19 42 3-16,7-28-3 0,-8 2-17 0,-4-11-19 15,5-5-23-15,1-3-16 0,-1 0-13 16,2-1-39-16,-1-3-21 0,4-1-29 0,-4 1-75 15,6-6-106-15,8-2 1 0</inkml:trace>
  <inkml:trace contextRef="#ctx0" brushRef="#br0" timeOffset="35685.83">33095 18047 24 0,'7'-5'160'0,"-2"5"-9"15,-1-8-3-15,-1 10-3 0,-4 4-6 16,2 1 1-16,-4 3-23 0,2 12-4 0,-10-6-2 0,1 6-17 16,-4-1 5-16,-6 5-18 0,-1 0 6 15,-2 1-16-15,-6 1 0 0,-2-3-7 0,-1 0-15 16,0 0 4-16,-1-4-14 0,2-3-5 0,5-5 13 16,4-2-2-16,5-1-10 0,4-3 11 15,-1-5-5-15,2 0-5 0,12-2-7 0,-8-19-5 16,11 7 13-16,2-9-15 0,9-1 0 0,2-6-10 15,5-1-2-15,6-4 0 0,-1 0-12 16,2 1 3-16,6 2-10 0,-1 4-2 0,-2 2-2 16,-1 6-9-16,0 2 9 0,-1 4-2 15,-5 6-1-15,-5 3 3 0,3 1-7 0,-11 2 7 16,17 11 2-16,-13-1-4 0,-1 0 0 0,0 6 12 16,-6 8-6-16,-2-1 16 15,1 4 0-15,-4 1-3 0,-3 0 5 0,-4 0-12 0,4-13 15 16,-15 27-6-16,4-16 1 0,-1 2-4 0,-1-3-13 15,5-3-3-15,-4-1-16 0,1-4-28 16,2-1-21-16,2-3-19 0,5-6-7 0,2-7-47 16,0 0-54-16,13 5-174 0,-6-13 0 0</inkml:trace>
  <inkml:trace contextRef="#ctx0" brushRef="#br0" timeOffset="35914.1">33619 17813 47 0,'10'15'159'0,"0"2"6"0,-2 10-5 0,0 8 7 15,-6 0-14-15,-4 13 0 0,-8 13-6 0,-6-3-2 16,-8 3-25-16,-8-3-3 0,-12 0-6 16,-8 1-12-16,-4-4-6 0,-4 1-17 0,-4-3 0 15,-7 4 3-15,-5-4-23 0,3 0 9 0,-13-3-11 16,-2-1-29-16,0-2-10 0,4-8-16 15,2-3-19-15,2-6-25 0,0-3-60 16,6-5-57-16,-7-11-150 0,-7-10-98 0,46-1 1 0</inkml:trace>
</inkml:ink>
</file>

<file path=ppt/ink/ink29.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1T10:14:25.757"/>
    </inkml:context>
    <inkml:brush xml:id="br0">
      <inkml:brushProperty name="width" value="0.05292" units="cm"/>
      <inkml:brushProperty name="height" value="0.05292" units="cm"/>
      <inkml:brushProperty name="color" value="#FF0000"/>
    </inkml:brush>
  </inkml:definitions>
  <inkml:trace contextRef="#ctx0" brushRef="#br0">26610 12871 31 0,'-15'0'64'0,"15"0"-18"16,0-16 2-16,0 16-9 0,-15 0 0 15,-5-18-10-15,16 18-4 0,-1-1-1 0,0 0-4 16,0 1 5-16,1 0-15 0,-2 0 18 0,6 0-25 15,0 0 6-15,-6 0 2 0,6 0 11 16,-8 0 3-16,1 0 17 0,7 0-8 0,-8 0 10 16,8 0 12-16,-8 0 20 0,8 0 10 15,-7 0 25-15,7 0-1 0,0 0 9 0,-8 0 8 16,8 0-5-16,0 0-12 0,-6 0 8 16,6 0 9-16,0 0-28 0,0 0-11 0,-7 0 2 15,7 0-3-15,0 0-18 0,0 0-4 0,0 0-4 16,0 0-2-16,0 0 1 0,-7 0-4 0,1 7-11 15,6 1-7-15,2 16 0 0,-2-13 8 16,14 30-12-16,-4-12-1 0,5 1 10 0,9 2-8 16,5 2 17-16,4-3 5 0,11-2 20 0,4-2-20 15,8-1 12-15,4-3-13 0,7-4 7 16,2 0-9-16,4-7 6 0,2-1-9 0,4-3-12 16,4-6 10-16,-1-2-19 0,-42 0-1 0,19 0 3 15,78-15-16-15,-59 4 3 0,-3-4-6 16,-3-1-1-16,-5 0-10 0,-4 1 12 0,-6 1-14 15,-5-2-3-15,-5 3-2 0,-6 3 2 16,-5-1-1-16,-5 4 0 0,-3-1 11 0,-2 0-22 16,-2 5 17-16,-5-1-11 0,4 4 9 15,-13 0 2-15,21 14-9 0,-8 2 1 0,-2 1 14 16,3 6 5-16,3 0 3 0,3 3 12 0,2 0 6 16,0-3 9-16,4 1-14 0,2-3 11 15,2-4-1-15,4 3-8 0,4-6 0 0,4-5-12 16,7 0-3-16,7-3-8 0,10-5-4 15,-35-1 1-15,24 0-10 0,92-16-3 0,-51 9-8 16,6-2-3-16,6-1 0 16,5 1-5-16,4 1 3 0,-2 1-1 0,0 1 1 15,-1 2 11-15,-1-2-1 0,-2 3-6 0,-4 2-15 16,-1 0 19-16,-2-1-13 0,1 2 1 0,-6-2-4 16,1 2-37-16,-4 0-76 0,-6-5-66 15,-6 0-608-15,-6-2 0 0,-5-3 1 0</inkml:trace>
</inkml:ink>
</file>

<file path=ppt/ink/ink30.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1T10:15:24.385"/>
    </inkml:context>
    <inkml:brush xml:id="br0">
      <inkml:brushProperty name="width" value="0.05292" units="cm"/>
      <inkml:brushProperty name="height" value="0.05292" units="cm"/>
      <inkml:brushProperty name="color" value="#FF0000"/>
    </inkml:brush>
  </inkml:definitions>
  <inkml:trace contextRef="#ctx0" brushRef="#br0">10626 9424 120 0,'-16'0'114'0,"16"0"-10"0,-14 0-14 0,-11-25 11 16,16 19-2-16,2-2-12 0,-1 5-2 16,3-1-1-16,1 0-7 0,-2 1 5 15,2-1-8-15,0 0-2 0,2 2-3 0,-2-2-6 16,0 0 3-16,1 1-2 0,-1 0-8 0,1 2-2 15,1-3 7-15,-1 2-8 0,2 0-1 16,-2 0 1-16,0 1-2 0,1-2-16 0,0 3 2 16,0-3-4-16,0 1 3 0,1 1-3 15,0 0-3-15,-2-3-2 0,2 0-7 0,-1 2-2 16,1-1-6-16,0-1 2 0,-2 0 0 0,3 0-9 16,-3-2 3-16,2 1-1 0,0-2-3 15,-1 1 5-15,2-1 1 0,-1 0-3 0,0-2-3 16,1 2-4-16,-3-13 2 0,2 0-1 0,1 9 0 15,0-4 2-15,0-2-2 0,0 2-9 16,0-3 2-16,13-17 0 0,-9 19-1 0,-1-2 5 16,3-1 2-16,-2 3-5 0,3-2-3 15,2-1-6-15,2-1 4 0,1-1 1 0,4-2 4 16,0 4-12-16,3-1 1 0,2-4 4 0,3 2 4 16,0 1 0-16,3-1-6 0,1-1 1 15,-2 4 7-15,3-2-4 0,2 1 0 0,5-3-2 16,1 1 5-16,2-1 1 0,0 2-1 0,1-1 0 15,0 1 3-15,0 0-5 0,0 1 1 0,0-1 3 16,0 0 8-16,-2 2-7 0,4-2 1 16,-4 2 4-16,2-1-8 0,0 1 3 0,2 0 6 15,-1 0-4-15,-1 2 2 0,0 0-4 16,1-2 6-16,1 5-1 0,-1 0-6 0,3-1 8 16,-1 3 0-16,1 1-4 0,0 1 2 0,1 1-2 15,1 0 0-15,0 1 2 0,0 1 6 16,0 2 3-16,1 2-7 0,-1-3 3 0,-1 1-2 15,0 3-2-15,-2-1 4 0,0 2-4 16,-3 1 6-16,4-1-6 0,-4 1 9 0,-20 0-2 0,10 0 3 16,6 0-11-16,3 0 10 0,0 0-4 15,41 11 0-15,-40-9 8 0,-1 1-7 0,-1 2 1 16,2-3-4-16,0 2-1 0,2-1 0 16,-2 1 1-16,1 1 6 0,-3-1 2 0,2 1-10 0,-1 1 6 15,0-1-6-15,-1 1 9 0,1 0 0 16,-2 2-11-16,-1-1 3 0,0-1 5 0,-1 4-4 15,0-1 11-15,-1-2-10 0,0 1-5 16,0 1-3-16,0 3 8 0,-2-3 6 0,1 6-8 16,-2-6 2-16,0 3 3 0,-2-1-1 15,-1 2-5-15,-1 0-4 0,-1 1 2 0,0-2 5 16,-2 2 2-16,1 1 6 0,0-1-14 0,-1 2 9 16,3 0-10-16,0-1 7 0,-1 4 4 15,0-4 2-15,3 2-2 0,-2-2-2 0,1 3 3 16,-2-3 1-16,2 5-5 0,0-4 11 0,2 1-3 15,-4 0-3-15,0 1-1 0,-1 0 0 0,0-1-2 16,-1 1-9-16,-1 0 9 0,-2-1 6 16,-2 2-3-16,0 0 8 0,-3 0-10 0,1 1-10 15,-2 1 4-15,1 1 4 0,-1 2 1 16,-2-1-6-16,-1 1 6 0,-2 0-1 16,-1-4-12-16,-2 3 9 0,-2 2 5 0,-2-2-6 15,-1-1 1-15,-2 3 5 0,0-14-2 0,0 6 6 16,0 4-1-16,-18 22 11 0,10-22-10 0,-2 1-7 15,0-1 15-15,-4 0-20 0,0-2 13 16,1 0 12-16,-3 0-11 0,1 0-12 16,-2-1 12-16,1 0-13 0,-1 2 3 0,-2-3-2 15,0 0 8-15,1 0 1 0,-1 2-12 0,-4-1 0 16,6-3-11-16,-4 3 7 0,-1-2 11 0,4 0-1 16,-4 1-17-16,0-1 13 0,-1 3 1 15,-2-1-2-15,2-2 0 0,-4 0 6 16,-1 2 7-16,0-5-18 0,-1 4 13 0,-3 0 4 15,-1-2-2-15,1 0 0 0,-3-2 11 0,-1 0 9 16,0 1-9-16,0-2 3 0,0-2-18 16,-4 1 14-16,-3-3 8 0,1 0-4 0,-2 1-8 15,-5-2 7-15,0-2-6 0,-2 0-3 16,-1 0-8-16,0-1 19 0,-6-2-19 0,2 2 11 16,-3-3-2-16,3 0-3 0,27-1-14 15,-17 0 1-15,-5 0 4 0,-7 0 5 0,0 0-7 16,-1 0 12-16,-57-11-14 0,57 7 6 0,2-2-21 15,1 1 14-15,0-2-4 0,0-1 8 16,1 0-3-16,0-4-6 0,1-2-27 0,-1 1 10 16,0-3 8-16,-2 0-7 0,0-2-1 15,0-2-4-15,2-1 1 0,-3-2-10 0,-1 1 7 16,2-3 13-16,-1 2-13 0,0-4-16 0,-5-2 12 16,6 1 2-16,-1-1-1 0,2-4-12 15,-1 1 7-15,4 0 4 0,2-4-6 0,2 0-16 16,3 2 9-16,4-2 6 0,0 0 1 15,8 3-2-15,0 2 3 0,5 0-8 0,1 0 9 16,3 4-9-16,2-1 0 0,2 3 11 0,3 2-2 16,2-1 5-16,2 3-1 0,-1 0 2 15,2-2 2-15,2 1-4 0,3-2 9 16,2 2-3-16,3-2-3 0,3 2-8 0,0 11 4 16,10-21-3-16,5 10 3 0,6 1-4 15,9-3-41-15,7 2-59 0,8-2-119 0,6 2-142 16,1 1 0-16</inkml:trace>
  <inkml:trace contextRef="#ctx0" brushRef="#br0" timeOffset="3174.42">15062 8212 29 0,'0'-15'210'0,"-15"15"-12"0,15 0-19 15,0 0-5-15,0-15-17 0,-21-4-17 0,20 17-21 16,-1 0-11-16,1 0-10 0,0 2-14 16,1 0-2-16,-3 0-13 0,2 4-4 0,-2 0-6 15,0 2-7-15,-1 14-5 0,-1 5-1 16,-2 5-6-16,1 1 13 0,0 2 3 0,-2 3-10 0,3 2-2 16,-2 3-5-16,2 1 1 0,2 3 8 15,1 0-5-15,2-4 0 0,0-20-12 16,0 8 12-16,0 3-2 0,12 30 5 0,-8-30-13 15,1-1-2-15,0-9 11 0,1-2 2 0,2-5 4 16,4-6 13-16,0-8-28 0,-3-1 8 16,27-15-13-16,-11 0 8 0,1-4-14 0,3-4-8 0,2-5-5 15,3-2-7-15,0-5-6 0,1-6 1 16,0 0-6-16,1-4-10 0,-1-1-5 0,-2-1 6 16,-1 1-9-16,0-2 5 0,-3 3-4 15,1-1-1-15,-3 5-5 0,-2 3 9 0,-1 1 10 16,-4 2-4-16,1 2-10 0,-2 3 6 0,-2 6-7 15,1 0-30-15,-2 3-32 0,-2 0-37 16,4 8-43-16,-1 2-46 0,-4 1-277 0,-1 0 0 16</inkml:trace>
  <inkml:trace contextRef="#ctx0" brushRef="#br0" timeOffset="3544.44">15953 7979 161 0,'-8'-13'216'0,"-2"1"-16"0,0 1-14 16,-2 3-12-16,-2 1-19 0,4 3-20 16,-2 1-14-16,12 3-8 0,-16 0-6 0,-20 24-18 15,16-9-11-15,0 6-10 0,0 5-7 0,1 2 6 16,0 6-14-16,3 2 1 0,4 2-7 0,3 1 5 16,1-2-8-16,4-1 4 0,3-2-6 15,1-14-1-15,0 4 0 0,14 31-4 0,-4-29-4 16,0 0 2-16,2-4 0 0,3-1-9 0,-2 0-3 15,3-2 8-15,2 0-2 0,0 2-2 16,-2-2-3-16,0-3-9 0,-1 0 0 0,-4-2-2 16,1-1-12-16,-4-2-3 0,-2 0 2 15,-2-3 8-15,0-1-7 0,-4 2-1 0,0-9 12 16,0 7-12-16,-12 14 20 0,-2-9-11 0,-6 0 7 16,-3 0-2-16,-5-1 14 0,-5-1-10 15,-5 1 17-15,-3 1-7 0,-4 1-5 0,-2 0-17 16,-2-3 0-16,-1 3-34 0,-1 0-15 15,2-2-43-15,1-3-45 0,5 0-61 0,2-3-77 0,4-1-274 16,1-3 0-16</inkml:trace>
  <inkml:trace contextRef="#ctx0" brushRef="#br0" timeOffset="4002.84">14382 8593 147 0,'-32'-21'229'0,"2"0"-14"16,0-1-14-16,4-4-6 0,3-4-28 0,4-1-31 0,3-2-7 15,3-1-21-15,6-5-14 0,7-4-9 16,0 21-15-16,12-47-18 0,7 19-4 16,8 0-2-16,11-2-8 0,13 0-13 0,12-1-6 15,10 1-12-15,9 0-2 0,17-1-15 0,6 4-6 16,13 5-3-16,84-24-4 0,-43 24-18 15,-27 14 4-15,-20 9-5 0,0 6 5 0,-3 7 6 16,-5 8-1-16,-56 0-1 0,91 25 6 16,-58-4 6-16,-10 10 10 0,-12 12 0 0,-13 13 15 15,-12 13 14-15,-17 17-7 0,-10 10 6 16,-7-49-11-16,-15 104 14 0,-4-45 20 0,-3 0 0 16,-4-6 7-16,-3-5 2 0,-2-3-5 0,-2-4 13 15,-4-10-5-15,-3-4 18 0,-4-3-4 16,-6-7 15-16,-3-5 7 0,-6-5 37 0,-1-2 12 15,-5-7 9-15,1-6-9 0,-3-5-7 0,-4-4-5 16,-2-4-20-16,-7-5-9 0,0-6-12 16,-1-4-12-16,-2-6-4 0,2-4-27 0,42-1-7 15,-73-15-15-15,42 1-10 0,3-7-6 0,4-2-22 16,7-6-1-16,7-2-6 0,6-4-49 16,8-2-31-16,8 3-56 0,8-6-78 15,13 2-515-15,6 20 0 0,17-37 1 0</inkml:trace>
  <inkml:trace contextRef="#ctx0" brushRef="#br0" timeOffset="4354.22">16609 8463 246 0,'0'-4'234'0,"0"0"-1"0,0 1-13 16,2 1-26-16,-2 0-35 0,0 2-16 15,-2 3-2-15,2 3-21 0,-6 12-6 0,-2 5-9 16,-2 4-4-16,2 3-11 0,-4 4 8 0,-2 5-18 15,0 5 3-15,0 3-20 0,0 3-1 0,4 0 6 16,0-1-13-16,0-2-5 0,2-1 5 16,2-2-13-16,0-2-13 0,2 0 9 0,2-6-24 15,-2-2 3-15,4 2-15 0,-2-2-13 16,2-21-27-16,0 7-38 0,0 1-24 0,14 20-52 16,-6-28-56-16,4-3-360 0,-4-4 0 0</inkml:trace>
  <inkml:trace contextRef="#ctx0" brushRef="#br0" timeOffset="4702">16793 8952 247 0,'-2'-27'283'0,"2"12"24"0,0-8-41 0,0-2-26 15,0-2-24-15,0-1-23 0,10-29-23 16,0 28-14-16,2 3-17 0,2 2-26 0,10-1-5 15,0 4-25-15,8 3-13 0,2-2 10 0,2 5-21 16,2 4-9-16,5 1-10 0,-3 3-16 16,1 3-1-16,-2 3-5 0,-22 1-5 0,7 0-9 15,31 11 10-15,-28-4-24 0,-3 4 0 0,-4 5-10 16,-6 3 22-16,-7 6 1 0,-7-12 6 16,-13 32-8-16,-5-10 16 0,-6 1-12 0,-2-2 33 15,-4 0 19-15,1-6-7 0,0 3 18 0,1-5 2 16,-2-4 2-16,0-2 13 0,-2 0 0 15,1-6-15-15,2-3 6 0,1-4-2 0,-3-5-14 16,3 2-7-16,13-4-42 0,-3 0-29 0,-2 0-63 16,-18-21-43-16,26 10-46 0,4-2-119 15,8 5-486-15,0-5 0 0,20-21 0 16</inkml:trace>
  <inkml:trace contextRef="#ctx0" brushRef="#br0" timeOffset="5327.24">18279 8329 170 0,'1'-7'230'15,"-1"1"17"-15,0 2-6 0,1 0-19 0,-1 0-27 16,2 1-11-16,-2-1-30 0,0 0-5 16,0 4-27-16,0 0-10 0,-3 0-31 0,0 4-5 15,-5 8 0-15,-2 4-3 0,-1 7-7 16,-2 2 8-16,1 1-17 0,-2 2-8 0,2 4 18 15,0 0-25-15,3-2-3 0,2 0 0 0,-1-3 0 16,3 5 0-16,2-5-3 0,2-1 6 0,1-15-3 16,0 4 22-16,0 1-8 0,19 15-2 15,-5-21-2-15,2-1 2 0,8-4-12 16,-1-5-7-16,4 0 0 0,-13 0-16 0,26-19 19 0,-9 3-20 16,-1 1-7-16,2-2-10 0,0-3-3 15,0-2 5-15,0-1-19 0,-2-2 23 16,-2 0-20-16,-4 4-2 0,0 1-5 0,-5 1 14 15,0 2 12-15,1 0-14 0,-4 0-9 0,-3 4 11 16,-4 1 0-16,-1 6 9 0,-2 0-12 16,-1 1-14-16,-2 3-10 0,-5 4-2 0,1 3 5 15,-10 15 5-15,-2 6 3 0,-6 2 13 16,-2 2 3-16,-4 3-4 0,-1 4 5 16,0 3 7-16,0-1 5 0,-2 3 10 0,0-2-14 0,0 3 17 15,-2-3-8-15,2-1-6 0,0-1 12 16,0-3-6-16,-1-4 8 0,3-1-8 0,-2-1-9 15,2-3 13-15,0-2 2 0,0-3-9 16,0 0-7-16,2-2-3 0,-2-4-27 0,4 1-34 0,-2-4-41 16,1-6-48-16,3-1-50 0,12-5-445 15,0 0 1-15</inkml:trace>
  <inkml:trace contextRef="#ctx0" brushRef="#br0" timeOffset="5668.79">18452 8887 108 0,'28'-4'218'0,"-14"4"9"0,26-11 15 16,-12 7 2-16,0 2 1 0,2-1-20 0,-2-3-3 15,4 2-31-15,4-1-5 0,4-2-23 0,3 1-5 16,2-4-17-16,-1 1-16 0,4 0-29 16,-2-4-9-16,-4 2-3 0,-2-1-19 0,-2-2-6 15,-5 3-11-15,-4-2-3 0,-2 3-28 0,-3-3 13 16,-3 1-18-16,-5-2 17 0,-5 1-17 15,-4 1-3-15,-6 3 0 0,-1 9-8 16,0-8-2-16,-23-9-9 0,6 11-1 0,-3 2 9 0,0 3-6 16,7 1-1-16,-7 0 1 0,-30 11 4 15,24 1 4-15,-1 2 9 0,-2 4 13 0,2 2-26 16,-2 5 11-16,6 1-25 0,4-1 24 16,2 3-21-16,5-2-32 0,0 1-1 0,9-1 4 15,3-14-14-15,11 23-2 0,6-17-25 16,3-3-15-16,6-5-16 0,3-3-26 0,4-4-7 15,2-2-22-15,-16-1-50 0,7 0-282 0,40-21 0 16</inkml:trace>
  <inkml:trace contextRef="#ctx0" brushRef="#br0" timeOffset="5997.67">19430 8837 15 0,'16'-12'120'0,"-1"-3"14"0,-6 0-4 16,-5 3 2-16,-4 3 7 0,0 9 14 16,0-6-2-16,-13-7-20 0,0 6-11 0,1 3-9 15,-2 2-4-15,2 2-5 0,3 0-16 0,-23 11 6 16,7 1-11-16,3 1 6 0,-5 6-9 0,0 3-21 15,2 1 11-15,0 1-3 0,3-1 12 16,2-4-17-16,6 2 14 0,-4 0-7 0,5-2 15 16,2-4 5-16,2-2 8 0,2-5 14 0,7-1-5 15,0-7-7-15,11 6-7 0,8-8-3 16,-1-4-16-16,6-7-7 0,-1 0-2 16,1 1 1-16,1-7-21 0,5 1-1 0,0-2-4 15,-2 3 1-15,-2-3-6 0,0 4-3 0,-5 1-13 16,0 1 10-16,-2 2-8 0,0 6 1 15,-5-1 0-15,-2-2-14 0,-4 3-3 0,-1 0 4 16,-2 2-7-16,-1 1-4 0,0 1 2 16,-1 2-2-16,-3 0-8 0,0 4 13 0,-1 1-1 15,-6 11-4-15,-5 4-6 0,1-1-16 0,2 0-28 16,1-2-37-16,1-1-18 0,1 0-25 16,0-5-26-16,5-5-21 0,1-6-65 0,0 0-435 15,9 5 1-15,7-12 0 0</inkml:trace>
  <inkml:trace contextRef="#ctx0" brushRef="#br0" timeOffset="6271.53">19732 8629 90 0,'2'-4'192'0,"0"4"-9"0,-4 0 4 0,1 4-3 16,-2-2-8-16,-6 11-2 0,-4 2-19 0,-2 6-14 15,-4-2-12-15,-2 5 3 0,1 3-20 0,1 1 10 16,1-2-26-16,-1-3-1 0,3 1-25 15,3-3-2-15,-1 1 33 0,2-6 0 0,3 0 19 16,1-3 17-16,1-4-16 0,3-2 1 0,3-2-10 16,1-5 0-16,11-3-14 0,5-8-12 15,5-4-20-15,0 2-1 0,2-4-26 0,5-2-8 16,1-6 4-16,2 4-12 0,1-1 4 16,3-1-14-16,-2 1-18 0,3-1-11 0,-1 0-30 15,1 3-20-15,2-3-31 0,0 2-56 16,-1 2-18-16,-1-1-18 0,0 4-78 15,-3-1-410-15,-2 3 1 0,-3 2 0 0</inkml:trace>
  <inkml:trace contextRef="#ctx0" brushRef="#br0" timeOffset="6624.15">19997 8734 213 0,'-8'5'252'0,"3"-3"44"0,2-2-13 16,3-2 9-16,1-3-32 0,3 0-22 0,10-9-22 15,-1-2-22-15,7 0-29 0,1-2-16 0,3-1-17 16,3-2-19-16,1-1-29 0,1-3-7 16,3-3 1-16,0-2-29 0,-1-1-23 0,-4 3 11 15,1-2-15-15,-4 3-6 0,-2-1-22 0,-3 3 6 16,-2 3-1-16,-2 0 3 0,0-1-22 16,-2 5 12-16,-4 2-10 0,1 2-4 0,-5 8 11 15,-4 5-11-15,-3 3-4 0,-6 15 13 0,-6 8 2 16,-3 6-3-16,-7 6 0 0,-7 9-8 15,-3 6 15-15,-1 6 10 0,-1 7 1 0,0 2 9 16,3 1-3-16,-1-2-16 0,6-4 33 16,3-3-13-16,1-6-3 0,3-3-1 0,-1-6 9 0,2-4-7 15,0-6-3-15,-2-2-3 0,-2-6 18 16,-2-4-20-16,-3-3 0 0,-6-7-6 16,-1-3-16-16,-2-5-21 0,18-4-54 0,-15 0-63 15,-49-15-100-15,28-1-389 0,-3-4 0 0</inkml:trace>
  <inkml:trace contextRef="#ctx0" brushRef="#br0" timeOffset="7408.18">16463 9747 118 0,'-18'7'189'0,"2"6"-13"0,0 0 8 0,0 2-7 16,0 2-16-16,2 4-10 0,0-2-27 0,-1 3-4 16,2 0-11-16,1-1-11 0,1-1-7 15,2-4-6-15,2 0-14 0,2-7-3 0,-1-1-12 16,4 0 7-16,-1-4 9 0,2-1 14 16,1-3-12-16,0 0 17 0,8 4-30 0,8-10 0 15,0-3 6-15,5-6-29 0,4 2 6 0,-2-2 3 16,0-1-6-16,1 0 9 0,0 0-20 15,0 2 1-15,-2 2-9 0,-2-2-15 0,-2 2 9 16,-4 2-12-16,-2 6 5 0,-4-1-3 0,-2 1 16 16,-2 0-11-16,4 3 1 0,-8 1-5 15,0 0-17-15,6 0 2 0,-6 0 2 0,18 23 2 16,-12-7 0-16,-2-1 16 0,2 0-11 0,-2-2 3 16,0-2-3-16,0-3 9 0,-2-1-5 15,0-3 21-15,2 0 5 0,4-2 7 0,12-2-7 16,-12 0-11-16,28-13 10 0,-10 2-6 15,2-4-13-15,2 1 10 0,-2-1-18 0,4-1 13 16,-2 0-14-16,0 1 5 0,-3 4 0 0,-3-1-11 16,1 1 4-16,-3 1 1 0,-5 1-16 15,-1 2 9-15,-3-2 0 0,-2 7-3 0,-4 0 2 16,1 2-7-16,-8 0 13 0,0 0-8 16,12 14-4-16,-8 4 5 0,-4 4 10 0,0-9-7 15,-12 29-4-15,-2-14 3 0,2 2-23 16,0-3-13-16,-2 1-25 0,2-1-43 0,0-1-39 15,0-2-29-15,1-5-68 0,3-2-326 0,1-7 0 16</inkml:trace>
  <inkml:trace contextRef="#ctx0" brushRef="#br0" timeOffset="7602.09">16749 9469 88 0,'-10'-31'224'0,"4"5"-9"15,2 1 2-15,4 14-28 0,0-4-23 16,14-19-11-16,0 21-12 0,6 4-17 16,6 5-30-16,-12 4-22 0,10 0-20 0,28 16-39 0,-22-3-33 15,3 4-50-15,2 3-60 0,-2-4-110 16,3 5-90-16,-1 0 0 0</inkml:trace>
  <inkml:trace contextRef="#ctx0" brushRef="#br0" timeOffset="8157.45">17744 9442 95 0,'10'-6'247'0,"-2"0"-11"0,-1 1-13 16,0 1-15-16,-3 0-18 0,0 3-18 0,-2-1-20 16,2 0-20-16,-2 1-9 0,0 2-11 0,-2 1-13 15,-1 1-18-15,-7 10-13 0,-3 4 4 16,-3 1-11-16,-1 2-9 0,3-4 4 0,1-2-9 15,2-2 9-15,1-2-10 0,1-2 3 16,3-4 12-16,2 0 7 0,-1-1-3 0,0-1-15 16,3-2 7-16,0-6-7 0,2 0 18 15,4-12-13-15,5-4-10 0,2 1-11 0,3-3 0 16,4-1-15-16,2 1-2 0,2-3-8 16,4 0 2-16,1 1-9 0,3-1-2 0,0 4-9 15,1 0 0-15,2 4-3 0,0 0-5 16,-1 3-1-16,-1 3-7 0,-4-1 8 0,-1 4-2 15,0 4-10-15,-3 1 2 0,-2 5 14 0,-14 0-14 16,15 12 15-16,-14 2-19 0,-10 3 23 0,0-5-4 16,-16 26 1-16,1-9 3 0,-4-2-1 15,-1 2-3-15,0-3 6 0,2-2 10 0,-1 1-10 16,3-5 10-16,0 1-8 0,3-3-14 16,1-2 3-16,2-2 21 0,5-3-4 15,2-4 19-15,3 4-4 0,0-11 3 0,0 0 3 0,16 13-6 16,2-6 13-16,0-2-10 0,1 0-3 15,0-1-7-15,-1-2 13 0,-2 1-8 0,-5-1 3 16,1 2-13-16,-3-2-3 0,-2 0 24 0,0-1 6 16,-2 1-17-16,-1 1 1 0,-1-1-24 15,-1 1 21-15,-2 3-15 0,0-6-6 0,-13 23 18 16,-4-8 10-16,-2 1-13 0,-2-1 0 0,-3 2-6 16,-2 1 1-16,4-5 0 0,-2 2-12 15,-1-2-3-15,4 0 1 0,0-2 1 0,-1-1-25 16,8 0-19-16,-2-3-12 0,5-5-44 0,4 0-55 15,7-2-109-15,2-11-345 0,8-3 0 16</inkml:trace>
  <inkml:trace contextRef="#ctx0" brushRef="#br0" timeOffset="8965.71">18612 9326 143 0,'12'-14'212'0,"-6"6"-10"0,-4 1 11 16,-6 1-8-16,0 4-7 0,-4 4-20 0,-10 4-9 15,-4 7-12-15,-2 2-8 0,0 2-8 0,-8 8-18 16,-2-3-17-16,0 8-20 0,2-2 19 16,4-1-6-16,1 4-9 0,1-1-4 0,6-7 16 15,-2-3-13-15,4 1 0 0,3-4-7 16,2-3-5-16,3 1-9 0,4-8 14 0,6-7-16 16,5 2-7-16,11-8 4 0,4-7-14 0,5 0-19 15,-1-2 4-15,3 0-4 0,3-2-16 16,0 0-13-16,-2-1 8 0,2-1-7 0,-2 4-11 15,-4 0 9-15,-2 3-3 0,0-3 4 0,-4 4-16 16,-2 0 17-16,0 5-15 0,-4-1 3 16,-2 2 3-16,-4 2-4 0,0-2-4 0,-4 4-11 15,-2 1 7-15,0 0 6 0,0 0-15 16,0 0 13-16,8 14 21 0,-8-8-4 0,0 1-17 0,0-1 8 16,0 1 0-16,0-1 16 15,0 1-2-15,0-7-14 0,0 0 15 0,0 6 19 16,0-6 0-16,0 0-3 0,12 11 11 0,-4-11-22 15,14-6 9-15,-1-4 0 0,3-1-20 0,-1-5-11 16,1 1 5-16,-4-2 11 0,0 0-14 0,-2-2 5 16,-2 2-12-16,2-3-5 0,-4 0 0 15,0 6 5-15,-4-2-16 0,-2 5 16 0,-1 2-12 16,-2 1 20-16,-1 2-30 0,0 4 3 16,-2 1-6-16,-2 1 19 0,0 3-12 0,-3 3-2 15,-5 15 15-15,-5 5 13 0,-3 3-6 16,-3 3 7-16,-5 2 3 0,-1 7-1 0,-3 2-6 0,-2 4-9 15,0 0 20-15,0 1 11 16,2-4-17-16,-1-3 6 0,2 0-14 0,1-6 19 16,0-1-6-16,2-5 2 0,2-3-6 0,2-4 18 15,0-3 8-15,0-4 13 0,-2 1 8 0,2-6 7 16,4-4 25-16,0-2 12 0,8-4-3 16,0 0-21-16,-12-16-12 0,12 2-4 0,5-3-15 15,3 4-10-15,11-31-11 0,5 16-21 16,8-4-5-16,4 0-6 0,8-2 7 0,8 2-18 15,2 3-7-15,4 3-4 0,1 1 14 16,2 1 13-16,1 1 2 0,-4 3 9 0,1 5 8 16,-3-2 0-16,-4 4-4 0,-7 1-7 15,-5 2 19-15,-2 2-6 0,-1-3-1 0,-5 5-10 16,-3-4-1-16,-6 5 1 0,-7 0-5 0,-7 1-3 16,-1 4-14-16,-13-2 10 0,-12 4 1 15,10-2-2-15,-32 15-5 0,9-5 8 0,2 1 13 16,-2 3 5-16,0 6 5 0,3-2 10 0,-1 8 4 15,0 1-11-15,3-1-2 0,2 4-9 16,4 0 2-16,5 2-28 0,3-2 0 0,7 1-20 16,5 0-9-16,3 1-26 0,4-20-18 15,18 27-34-15,0-19-60 0,10-1-45 0,6-3-424 16,4-1 1-16,5-9 0 0</inkml:trace>
  <inkml:trace contextRef="#ctx0" brushRef="#br0" timeOffset="9254.98">19876 9631 34 0,'-15'-14'255'0,"-2"2"-11"0,-2 2 13 15,-4 1-29-15,-1 1-20 0,-2 5-8 16,-1 2-32-16,12 1 7 0,-9 0-16 0,-30 16-19 15,20 1 5-15,1 2-21 0,-6 8 10 16,2 3-16-16,1 4 2 0,-1 1-19 0,5 1-3 16,2 2-16-16,4-1 9 0,6-1-21 0,3-2 2 15,5-2-18-15,5-2-14 0,6 3-21 16,1-19-22-16,19 25-24 0,-1-16-32 0,8-5-42 16,6-3-34-16,6-4-44 0,2-5-31 0,5-4-446 15,-20-2 0-15,14 0 1 0</inkml:trace>
  <inkml:trace contextRef="#ctx0" brushRef="#br0" timeOffset="10510.5">20205 9888 52 0,'8'-23'203'0,"-5"3"-10"16,-2 1 28-16,-1 9-10 0,0-5-5 0,0-3 6 16,-13-20-16-16,7 20 0 0,0 1-27 15,-1 2-8-15,2 4-10 0,1 2-16 0,0 3-21 16,1 1 0-16,0-1-28 0,1 4-3 0,-2-1-3 15,1 1-22-15,-1 0 6 0,0 2-11 16,4 0-2-16,0 0-13 0,0 0-5 0,-9 0-28 16,2 0-41-16,7 0-15 0,-7 0-12 0,-5 14-9 15,10-11-5-15,-2 0 3 0,1 1-7 0,0-2 2 16,2 1 5-16,0 0-6 0,-2 1-3 16,2-1 9-16,-1 1 10 0,1-1 6 0,0 0 8 15,-1 0 1-15,1-3 9 0,1 4-4 16,-1-2 17-16,-1 0 17 0,2-1 7 0,-1 0 13 15,1 0 11-15,-1 2 10 0,1-2-4 0,0-1 12 16,0 0 11-16,0 0 7 0,0 0-6 16,0 0 25-16,0 0-8 0,0 0 5 0,0 0-12 15,0 0 4-15,-3 8 8 0,3-8-3 16,0 2 3-16,0-2-17 0,-1 0 6 0,1 0 3 16,-2 0-18-16,1 1 5 0,0-1-8 0,-2 1 0 15,0-1-6-15,-1 2-8 0,2-2-26 16,-1 1 3-16,0 1 19 0,-1-2-5 0,2 2 1 15,-1 0-12-15,-1-2-2 0,1 2 14 0,-1 1-3 16,0-2-22-16,0 1 12 0,2 1-7 16,-2 0 13-16,0-1-10 0,0 1-9 0,0 1-4 15,1-1 19-15,-1-1-6 0,0 2-14 16,1 0 0-16,-1-2 16 0,0 1-2 0,0 2 4 16,0 0 3-16,0-1-19 0,0 2 6 0,-5 5 6 15,0 0 0-15,-1 2-15 0,0-1 9 16,-1 1 4-16,-1-2-1 0,0 1-7 15,-1 1 7-15,-2 0-11 0,-1 2 10 0,0 0 3 0,0-1 0 16,0-1 3-16,3-2-7 0,-1 2 9 16,2-2 0-16,6-1-7 0,-1-3 8 0,-1 5-9 15,4-3 7-15,1-3 1 0,2 0 16 0,1-6 9 16,0 0-3-16,0 0 11 0,17 11-3 16,5-9-11-16,-10-2-1 0,6 0-2 0,8 0-17 15,26-15 9-15,-22 5-1 0,0 1-1 0,4-1 8 16,-4 1-15-16,-1-1 0 0,-1 1 6 15,-3 0 7-15,2-1-16 0,-4 2 5 0,-2 1 6 16,-5 2-5-16,-3 2-7 0,-5-1 8 0,-1 2-7 16,0 1-3-16,-2-2-1 0,-2 0-2 15,-1 3-8-15,-2 0-1 0,-1 3 5 0,-2 0 0 16,-7 7 0-16,-5-1-4 0,0 5 7 0,-1 0 0 16,0-1-7-16,2 1 1 0,0-2 12 15,4-2-2-15,0-3-6 0,4 0 12 0,0-4 3 16,2 2 16-16,2-2-13 0,2-3 14 15,0 0 1-15,22-3-10 0,-2-4-2 16,4-2 1-16,0-1 1 0,6-5-17 16,4-2 0-16,4-3-3 0,0-1-4 0,4-2 4 15,-2-1-11-15,-3 1-3 0,3-2-2 0,-7 3 5 16,-1 1-12-16,-5 0 14 0,-2 3-4 0,-3 4-4 16,-1-3 17-16,-2 4-9 0,-5 4-1 15,-2-2 1-15,-2 1-21 0,-6 6 4 0,-4 4-4 16,-7-2-8-16,-8 14 14 0,-7 1 15 15,-4 10-8-15,-6 3 12 0,-1 2-15 0,-4 2 5 16,1 4 15-16,-3 2 3 0,-1 1 6 0,5 1-1 16,-3-1-4-16,3 4 5 0,2-5-3 15,-1 1 7-15,4-3 6 0,2-2-9 0,1-2-3 16,2-3-7-16,1-5 7 0,2 1 14 16,2-5-13-16,0 1 14 0,0-1-9 15,0-5 7-15,2-1 6 0,3-3-3 0,-1-2 11 16,4-5 2-16,3-2-2 0,9 0-19 0,0 0 4 15,-8 0-19-15,0-17 9 0,16 0 1 0,5-2-13 16,4 2 1-16,7-1-3 0,6-1 3 16,4-1-3-16,5 2-6 0,5-3 3 0,4 2 9 15,4-3 14-15,4 2-1 0,1-1 4 16,1 2 4-16,-1-2-8 0,-2 0 11 0,-3 0-7 16,-6 2-6-16,-2 1 13 0,-5-2-8 15,-7 2 0-15,-4 1-15 0,-3 1 2 0,-7-2 0 16,-4-1-15-16,-4-2-9 0,-6 5-4 0,-4 9 7 15,-15-12-12-15,-2 9 0 0,-5 8 0 16,10 2 15-16,-10 0 5 0,-34 18-8 0,20 0 22 16,-3 0 2-16,-1 5-3 0,-1 5 23 15,-1 0-10-15,6 1 6 0,-1 3-3 0,4 1-11 16,1 2 7-16,5-2 0 0,3-1-7 0,7-1-8 16,5-1 3-16,2 0-1 0,8 2-26 0,2-17-20 15,17 27-40-15,2-22-66 0,10 1-54 16,3-4-683-16,8-2 1 0,4-3 0 0</inkml:trace>
  <inkml:trace contextRef="#ctx0" brushRef="#br0" timeOffset="14968.38">10427 13596 17 0,'0'0'119'0,"0"0"-1"15,0 0-15-15,0 0-12 0,0 0 8 16,0 0-12-16,0 0 6 0,0 0-4 0,0 0-11 16,0 0-8-16,0 0-1 15,0 0 1-15,0 0-9 0,0 0-10 0,0 0-7 0,0 0-5 16,0 0 0-16,0 0 4 0,-13 0-19 16,13 0 4-16,0 0-5 0,0 0 7 0,0 0-15 15,0 0 1-15,0 0 2 0,0 0-4 0,0 0-8 16,0 0 3-16,0 0 0 0,0 0-9 15,0 0 9-15,0 0-8 0,0 0-5 0,0 0-3 16,0 0-7-16,0 0-18 0,0 0-16 16,0 0-24-16,0 0-25 0,0 0-17 0,0 0-56 15,0 0-80-15,0 0 56 0</inkml:trace>
  <inkml:trace contextRef="#ctx0" brushRef="#br0" timeOffset="24405.46">24886 18034 85 0,'0'0'107'0,"0"0"-10"0,0 0-16 16,-14 0 2-16,14 0-3 0,0 0 17 0,0 0-16 15,0 0 1-15,0 0-9 0,0 0 9 0,0 0-17 16,0-15 6-16,0 15-10 0,0 0-6 16,0 0-4-16,0 0-3 0,0 0 3 0,0 0-13 15,0 0-2-15,0 0-4 0,0 0-4 16,-14 0-3-16,14 0-2 0,0 0-2 0,-23-9-2 16,20 12 4-16,-1 1-7 0,0 1 6 0,2 0-4 15,-1 2 2-15,-5 8-1 0,0 2 3 16,-1-2-4-16,2 2 0 0,0 2 0 0,-1 0-1 15,0 0-1-15,-1 3 11 0,-2-1 4 0,5 2 1 16,-1-4-7-16,-1 2-5 0,-1-1 10 16,3-3-1-16,1 2-8 0,-2-2 6 15,5-6-3-15,0 1 1 0,0-3-2 0,2-9 23 16,0 8 1-16,0-8 33 0,0 8 15 0,0-8 5 16,0 6 11-16,0-6 6 0,16 10-3 15,6-16-8-15,4-5-1 0,7-6-6 0,10-2-9 16,3-11-10-16,8-3-5 0,4-7-9 0,8-4-12 15,7-3 6-15,7-2-2 0,11-6-13 16,9 3 20-16,4-5 1 0,0 0-7 0,5 3-24 16,3-1-12-16,76-28-2 0,-38 15-14 15,-21 11-22-15,-9 10-1 0,3 2-28 0,0 1-39 16,78-26-3-16,-49 22-41 0,-26 8-8 0,-21 6-29 16,-3 2-17-16,-2-2-17 0,-3 0-24 0,-4-2-445 15,-6-1 0-15,-3 0 1 0</inkml:trace>
  <inkml:trace contextRef="#ctx0" brushRef="#br0" timeOffset="28096.62">25179 5656 66 0,'0'0'125'16,"0"0"-14"-16,0 0 9 0,0 0 4 15,0 0-7-15,13 0-12 0,-13 0-6 0,0 0 5 16,0 0-14-16,0 0-2 0,0 0 0 0,0 0-9 15,0-14-14-15,0 14-5 0,0 0 1 16,0 0-11-16,0 0-3 0,0 0-9 0,0 0 0 16,0 0-3-16,0 0-19 0,26-14-12 0,-26 14-19 15,0 2-1-15,0-1-20 0,0 0-29 16,0 4-42-16,-2-3-22 0,1 1-84 0,-2-2-75 16,1 1 1-16</inkml:trace>
  <inkml:trace contextRef="#ctx0" brushRef="#br0" timeOffset="28824.68">25487 5758 34 0,'0'-7'202'0,"-1"-2"9"16,-1 1 9-16,-6-9-13 0,2 3-5 0,-4 0-19 16,-3 2-22-16,-2-1 2 0,-1 2-17 15,-1 1-10-15,-2 2-19 0,-2 1 5 0,-3 0-16 16,-1 3-1-16,-3 3-12 0,-3 1-23 0,15 0 4 16,-7 0-8-16,-35 14-14 0,22-5 16 0,-3 7-3 15,0 0-13-15,-1 2 6 0,2 6-5 16,-4 0 1-16,1 6-3 0,0 1-1 0,-1 3-6 15,1 1-6-15,1 3 10 0,4 5 1 0,3-1 6 16,3 5-8-16,5-1 14 0,4-3-9 16,6 0 5-16,3 3-9 0,4-5-1 0,3-2 7 15,5-3-7-15,0-19-1 0,0 8 2 0,20 30-4 16,-8-29-2-16,5-1 3 0,4-3-7 16,2-2 2-16,4-3-10 0,3-6-5 15,4 3 0-15,3-5-5 0,4-1-4 0,2-3 3 0,1-1-10 16,0-3 15-16,0 0-8 0,-21-1-13 15,11 0-24-15,6 0-11 0,44-13-17 0,-41 9-21 16,0-3-29-16,-1 0-18 0,-3 0-19 0,-3-2-34 16,-3-1-21-16,-1 1-19 0,-2 1-581 15,-5-3 0-15,-2-3 0 0</inkml:trace>
  <inkml:trace contextRef="#ctx0" brushRef="#br0" timeOffset="29311.12">24574 6301 155 0,'2'-5'233'0,"9"-10"21"15,4-2 25-15,2-2-10 0,0 1-5 16,5-2-26-16,2 3-25 0,4-2-17 0,4 0-13 16,4 2-26-16,5-1-14 0,4 0-26 0,-1 3-5 15,2 0-14-15,3 0-10 0,3 2-3 0,-1 0-14 16,3 1-12-16,1 1-12 0,1 2-5 15,0 3-43-15,0 0-13 0,-3-1-48 0,-1 1-47 16,-1-1-56-16,-2 1-59 0,2-1-458 0,-3-2 0 16,-1 0 0-16</inkml:trace>
  <inkml:trace contextRef="#ctx0" brushRef="#br0" timeOffset="29824.01">26043 5705 152 0,'-2'-5'322'0,"2"0"5"0,-2 0-46 16,1 2-27-16,0-1-20 0,-1 0-23 0,1 3-25 15,-3 1-15-15,1 3-24 0,-6 10-6 16,-2 7-27-16,-2 5-8 0,-2 2 0 0,0 7-18 16,-1 3-4-16,0 3-6 0,-1 5-11 15,1 2-2-15,1 0-10 0,3-5-9 0,0 1 8 16,4-3-14-16,-1-6 10 0,2-3-12 0,1 0 13 15,0-6 4-15,1-3 8 0,2-5 32 0,1-2 2 16,0-5 0-16,2-8 2 0,0-2-14 16,3-2-8-16,5-12-24 0,0-8-15 15,3-5-13-15,2-1-8 0,0-4 0 0,2 0-22 16,1-2 3-16,-1-4-11 0,2-3 0 0,0 2-14 16,5-3 0-16,-2 0-9 0,3-1-5 15,1 3 3-15,4-1 0 0,0 4 1 0,2 0-13 16,2 3 10-16,2 4 13 0,-1 5-5 15,2 3 11-15,-5 1-10 0,1 4 2 0,-6 2 17 16,1 6-5-16,-1 3-4 0,-2 3-12 16,-14 3 4-16,12 16 11 0,-15 3 12 0,-6-4 4 15,0 6-3-15,-23 34-9 0,7-17 9 0,-7 1-2 16,1-1 15-16,-1 0-11 0,0-1 6 16,3 2 2-16,4-3 17 0,0 1 11 0,6-3 8 15,2 0 20-15,1-4-4 0,6 1-3 0,1-15 9 16,12 27-4-16,1-22 0 0,6-2-7 0,7-2-1 15,5-4-4-15,9-2-3 0,3-3-16 16,2 1-19-16,2-3-22 0,-2-1-33 0,1 1-52 16,-2-4-70-16,0 0-52 0,-28-2-720 15,10 0 0-15,2 0 1 0</inkml:trace>
  <inkml:trace contextRef="#ctx0" brushRef="#br0" timeOffset="30397.43">24268 6026 176 0,'-58'-25'222'0,"5"-3"-3"0,9-3-16 0,5-6-11 16,10-4 15-16,6-3 8 0,7-3-32 0,8-5-29 16,8 26-20-16,0-17-11 0,26-58-15 15,-4 42-11-15,10-3-27 0,6 0 2 0,8-1-4 16,12 2-4-16,6-4-13 0,12 1-8 0,15 1-15 16,10 3-7-16,7-1 11 0,78-26-5 0,-33 25-2 15,-17 16-12-15,-7 14 0 0,2 3 2 16,2 5-13-16,7 7 5 0,6 8 3 0,-1 6-13 15,-73 3 11-15,142 18 2 0,-77 1-4 16,-8 9-4-16,-8 10 13 0,-9 6-4 0,-12 7 1 16,-8 9-10-16,-9 11 10 0,-15 6 2 0,-12 9-6 15,-12 7-14-15,-12 5 16 0,-11 10-8 16,-10 5 15-16,-7 0-7 0,-4-54-5 16,-15 117 19-16,-1-63-11 0,-4-6 2 0,-6-2 7 15,-5-9-8-15,-5-5 1 0,-6-3 36 0,-4-7-14 16,-8-4-1-16,-4-3 24 0,-8-8 1 15,-3-5 3-15,-5-5 19 0,-12-7 14 0,-8-4 11 16,-2-7 18-16,-8-6 7 0,-1-7 13 0,-3-7 9 16,-4-4 9-16,-9-7 16 0,0-6 10 0,60-1-4 15,-123-12-4-15,68-4-16 0,-3-4-14 16,7-5-14-16,4-3-23 0,8-8-21 0,5-3-45 16,9-6-38-16,7-5-42 0,7-2-30 0,9-7-38 15,11-2-17-15,11-2-30 0,10-2 4 16,14-1-7-16,14 0-18 0,15 0-48 0,12 1-958 15,14 1 0-15,14 2 1 0</inkml:trace>
  <inkml:trace contextRef="#ctx0" brushRef="#br0" timeOffset="32317.66">24232 7702 214 0,'0'0'206'0,"0"0"3"16,0 0-4-16,0 0-10 0,-16-15-20 0,16 15-10 16,0 0-21-16,0 0 5 0,0 0-20 15,0 0 5-15,-35 13-15 0,24 6-12 0,1 2-20 16,-4 5-3-16,1-1 14 0,1 1-24 0,0 2-12 16,-1 4-5-16,-2 0-13 0,2 2 24 15,-2 0-20-15,4-7-11 0,1 2 8 0,-1-1 4 16,0-3-9-16,3-4 20 0,4-5 31 15,-1-5 15-15,1-1 2 0,1-2-8 0,2-3 1 16,-3-1-3-16,4-4-14 0,-2-9-22 16,5-9-18-16,4-8-16 0,2-6-9 0,1-5-16 15,3-4-15-15,2-3-16 0,1-4-5 16,1-2 3-16,2-3-11 0,3-1-14 0,1 0 13 16,1-1-25-16,1 2 24 0,5 4-2 0,2 2-2 15,0 1 7-15,-1 5-3 0,4 5 16 16,2 2-15-16,-4 7 16 0,3 1-5 0,-5 6 12 15,-2 4 5-15,-1 3 1 0,2 5 6 0,-4 5-6 16,-14 3-2-16,22 15 11 0,-20 3 10 0,-3 7 0 16,-6 6-1-16,-3 8 10 0,-2-17 3 15,-12 47-18-15,1-20 14 0,-1 0-1 0,-1 0-1 16,1-2 19-16,1 0-14 0,2-4-3 16,2-5 17-16,3 0 15 0,3-2 22 0,1-18-12 15,0 9 4-15,10 28-7 0,-2-30 4 0,10-5-1 16,4-7-6-16,5-5-17 0,6-6-9 15,-13-2-23-15,10 0-15 0,44-12-35 0,-31 2-43 16,-3-1-47-16,-1-1-28 0,-6-2-45 16,-2-1-569-16,-3 2 0 0,-2-1 0 0</inkml:trace>
  <inkml:trace contextRef="#ctx0" brushRef="#br0" timeOffset="32584.71">25156 7787 4 0,'-1'-5'170'0,"0"0"13"0,1-2 2 16,0-1 12-16,1 2 12 0,2-12-17 0,-3 9 7 15,10-18-24-15,-3 10-25 0,4 0-8 0,3 0 0 16,2 0 8-16,4 2-15 0,4 2 2 16,2 2-27-16,3 1 3 0,0 2-23 0,2 6-28 15,1-1 12-15,-3 3 10 0,-15 0-25 0,4 0 7 16,25 13-22-16,-23-5 1 0,-3 1 0 0,-3 2-8 16,-4 3 5-16,-3 2-12 0,-6 3 0 15,-1-7-5-15,-16 22-8 0,2-12-3 0,-6 1 18 16,-3-4-19-16,-1 2 6 0,-1-5 10 15,-1 0 0-15,2-2-1 0,2-2 17 0,-5-3 2 16,3-3 3-16,0-4-32 0,13-2-5 16,-3 0-24-16,-17-15-48 0,18 1-63 0,5-4-57 15,4-3-31-15,4 9-565 0,13-25 0 0,0 13 0 16</inkml:trace>
  <inkml:trace contextRef="#ctx0" brushRef="#br0" timeOffset="32822.61">26170 7260 11 0,'20'-11'231'0,"-8"1"-4"0,-7 5 28 16,-5 0 11-16,-2 0-30 0,-5 5-25 0,-9 5-21 15,-4 4-9-15,-3 2-20 0,-3 8-24 16,-6 3 2-16,-2 9-12 0,-2 2-4 0,-1 6-5 16,1 2 9-16,1 6-15 0,0-1-4 15,5 1 1-15,0 3-1 0,4 3-3 0,-1-1-12 16,8-2-7-16,2-2-10 0,2-1-14 0,5-3-25 15,3-5-23-15,6-2-28 0,1-20-27 16,0 9-38-16,13 24-21 0,-1-25-15 0,3-4-26 16,3-11-41-16,2-5-19 0,2-5-494 0,-10 0 1 15,21-19 0-15</inkml:trace>
  <inkml:trace contextRef="#ctx0" brushRef="#br0" timeOffset="32976.58">25962 7939 827 0,'6'-30'68'0,"-6"15"24"0,10-34 17 0,-6 17 12 0,0 2 4 16,0 1 27-16,1 4-17 0,2-1-14 0,0 2-15 15,2 2-2-15,3 1-10 0,7 3-3 0,1 2-19 16,4 0-1-16,4 2-19 0,1 2 0 16,6 2-6-16,5 3-13 0,1 0-11 15,6 3-27-15,-1 1-54 0,4 1-49 0,-1 0-49 16,-1 1-90-16,0-1-233 0,-2 1 1 0</inkml:trace>
  <inkml:trace contextRef="#ctx0" brushRef="#br0" timeOffset="33176.87">26885 7577 244 0,'-2'2'267'0,"-2"-2"27"0,1 2-9 16,0-2-15-16,2-2-21 0,2 2-35 0,3 0-30 15,3 0-7-15,1 0-19 0,17 2-21 16,-10-2-21-16,9 0-1 0,3 0-34 0,33 12-32 15,-30-7-37-15,3 0-54 0,-4 0-46 16,2 0-48-16,-5 0-47 0,-4 2-54 0,-6-2-305 16,-6-1 0-16</inkml:trace>
  <inkml:trace contextRef="#ctx0" brushRef="#br0" timeOffset="33339.8">27016 7759 31 0,'-13'5'242'0,"2"1"-16"16,3-2 17-16,1-1 13 0,2-3 18 15,0 4-9-15,3-4-4 0,2-2-18 0,3 0-29 16,17-1-16-16,3-7-18 0,1 0-29 16,2 1-12-16,2-2-31 0,7-4-63 0,1 3-35 15,3-7-83-15,2 2-48 0,1-7-41 16,4 4-49-16,-2-10-419 0,0 1 0 0</inkml:trace>
  <inkml:trace contextRef="#ctx0" brushRef="#br0" timeOffset="33634.68">27741 6875 265 0,'-2'-5'260'15,"-2"-1"-17"-15,1 5-31 0,0 1-30 0,1 2-7 16,0 3-18-16,0 16-18 0,-1 10-6 16,0 4-4-16,-1 10-20 0,-2 13-15 0,-2 9-5 15,0 2-1-15,-3 5 3 0,1 1-16 0,-1 1 1 16,4 1 1-16,2 2-7 0,0-2-16 0,-1-2 16 15,2-4-3-15,2-3 2 0,-1-7-27 16,-1-2 4-16,1-2-7 0,-2-9 0 0,-3-5 10 16,1-2-26-16,-7-4 2 0,-4-10 13 15,-3-2-17-15,-6-3 8 0,-2-5-11 0,-6-3 7 16,-3-6-15-16,-6-2 13 0,-3-6 8 16,24 0-12-16,-10 0-31 0,-43-14-31 0,37 5-19 15,3-3-21-15,4-2-48 0,5-1-77 16,7-6-508-16,6-2 0 0,8-3 1 0</inkml:trace>
  <inkml:trace contextRef="#ctx0" brushRef="#br0" timeOffset="33890.01">28473 7539 207 0,'28'-11'315'0,"-6"2"-4"0,-2 1-50 0,-3-1-10 16,-2 4-25-16,-3 3-8 0,-3 2-21 0,-9 0-21 16,0 0-19-16,19 23-10 0,-14-3-14 0,-5 3-19 15,0 7-2-15,0-14-7 0,0 11-16 16,-19 34-9-16,9-24-14 0,-4 5-6 0,0 1-1 16,-2 1-20-16,4 1-38 0,1-2-29 15,0-3-43-15,2 1-46 0,2-4-55 16,3-5-50-16,3-1-457 0,1-17 0 0,13 24 1 15</inkml:trace>
  <inkml:trace contextRef="#ctx0" brushRef="#br0" timeOffset="34221.9">28994 7782 92 0,'8'-25'336'0,"2"2"-9"0,0 0-10 16,2-1-18-16,0 1-31 0,0 1-25 0,4 1-25 15,1 2-34-15,5 2-8 0,2 0-27 0,6 0-10 16,4 5-14-16,3-2-10 0,4 6-15 16,1-1-12-16,0 1-4 0,0 5-24 0,-2 3 1 15,-23 0-9-15,10 0-8 0,3 0-12 16,29 14 1-16,-35-6-6 0,-5 5-8 0,-11 4-3 16,-8-6 6-16,-14 27 0 0,-2-12-1 15,-8 4 1-15,-4 1-4 0,-1 2-7 16,0 2 8-16,1 0-21 0,2 2 3 0,4-1 3 15,2-4 5-15,5-1-20 0,2-2 14 0,5 0 10 16,5 2 3-16,3-19 1 0,19 24-3 0,1-19-7 16,6-2-3-16,8-4-6 0,4-1-24 15,8-4-42-15,4-1-46 0,4-5-56 0,-23 0-50 16,17 0-584-16,69-17 0 0,-46 7 1 16</inkml:trace>
  <inkml:trace contextRef="#ctx0" brushRef="#br0" timeOffset="34435.3">30890 7785 208 0,'16'-8'312'0,"-2"1"0"15,-5-1-27-15,-1 5-25 0,-4 0-23 0,1 1-10 16,-5 2-16-16,0 0-35 0,0 6-3 0,-12 5-7 16,-5 5-24-16,-2 3-19 0,-7 4 3 15,-2 4-21-15,-6 8-10 0,-2 1 0 16,-4 3-13-16,0 1-7 0,-1 4-10 0,2-4-6 0,-3 1-34 15,0-1-33-15,6-3-20 0,3-1-56 16,2-5-46-16,3-2-49 0,3-8-46 0,2 0-502 16,3-5 1-16,3-5 0 0</inkml:trace>
  <inkml:trace contextRef="#ctx0" brushRef="#br0" timeOffset="34624.99">30391 7657 243 0,'3'-38'314'0,"-3"21"-8"0,0-8-22 16,9-30-14-16,-5 30-25 0,-2 3-36 16,0 2-17-16,1 7-33 0,1 5-3 0,3 6-35 15,1 4-20-15,9 7-32 0,0 8-24 0,0 4-55 16,-3 4-48-16,5 3-56 0,-6 6-65 0,3 2-170 16,-4 3-152-16,3 4 0 0</inkml:trace>
  <inkml:trace contextRef="#ctx0" brushRef="#br0" timeOffset="34782.65">31093 8384 335 0,'17'-4'415'16,"1"-3"-27"-16,-4 0-37 0,4 2-29 0,-2-2-30 16,-2-1-32-16,1 2-29 0,0-1-18 15,-1-1-30-15,1 3-39 0,-3 1-68 0,-3-2-46 16,-1 5-107-16,-2 0-93 0,-4 1-164 15,-2 0-331-15,0 0 0 0,0 0 0 0</inkml:trace>
  <inkml:trace contextRef="#ctx0" brushRef="#br0" timeOffset="35262.44">25644 8997 20 0,'-12'-2'240'0,"3"2"-2"0,1 0 23 16,4 0-4-16,-1 2-17 0,3-2-27 0,4 0 3 16,-1 0-19-16,6 0-11 0,13 1-20 0,-7-1-19 15,8 0-21-15,6 0-3 0,5 0-14 16,4 0-5-16,44-12-24 0,-36 10-6 16,-1 0-23-16,0-2-45 0,-1-2-58 0,0 2-50 15,-2-3-51-15,-4-1-77 0,-2-1-400 0,-2-4 1 16</inkml:trace>
  <inkml:trace contextRef="#ctx0" brushRef="#br0" timeOffset="35480.65">25846 8503 30 0,'-42'-5'209'0,"21"5"-7"0,-12 0-4 0,-5 0-1 16,-39 18-11-16,41-3-15 0,1 4-10 0,2 4 6 15,4 7 4-15,1 7 11 0,5 7-26 0,3 8-13 16,3 3-1-16,7 1-12 0,4 3-11 0,3 0-1 16,3-29-7-16,16 55-30 0,3-33-13 15,2-2-9-15,10-9-6 0,1-1-48 0,10-6-40 16,2-7-52-16,4-4-35 0,4-8-55 16,4-3-64-16,-2-6-359 0,-28-6 1 0</inkml:trace>
  <inkml:trace contextRef="#ctx0" brushRef="#br0" timeOffset="35746.05">26555 8805 19 0,'13'-12'250'0,"-5"2"-30"0,-2 7 2 16,0 1-20-16,-2 0-2 0,0 4-10 16,0 6-17-16,0 13-15 0,-1 2-11 0,-3-5-8 15,0 12-16-15,-20 43-26 0,3-20 10 16,-1 0-13-16,-3 0-6 0,0 4-16 0,-3-3 4 15,-1-2-27-15,1-1-9 0,0-4 12 16,0-2-7-16,-2-3-7 0,1-4 0 0,-2 1-1 16,-2-7-22-16,0-3 12 0,-1-3 3 0,-2-3-19 15,2-4-25-15,-1 0-24 0,2-8-39 16,1 0-48-16,-2-7-57 0,17-4-107 0,-3 0-270 16,-12-17 0-16</inkml:trace>
  <inkml:trace contextRef="#ctx0" brushRef="#br0" timeOffset="36172.75">26876 9325 234 0,'-4'-6'304'0,"-4"4"-4"0,-11 1-41 16,6 1 4-16,-7 0-29 0,-4 0-16 15,-26 19-37-15,22-10-10 0,2 4-15 16,-2 4-3-16,4-2-28 0,0 8-7 0,2 2 2 0,0 6-19 15,5 1 6-15,3 3-18 0,0-1-2 16,9 4-9-16,1 0-16 0,4-20-8 16,0 9 3-16,12 30-23 0,-3-30 3 0,3-2-6 15,4-2-14-15,3-4 5 0,1-6 5 0,6 0 5 16,2-8-11-16,-12-5 2 0,8 0 2 16,28-14 7-16,-18 1-4 0,-2-4 6 0,3 0-10 15,-1-2 8-15,-1-4-7 0,3 2-3 16,-3 0 4-16,2-1-2 0,0 1-11 0,-2 0 0 15,-1 3 0-15,0 3 10 0,-1-2 2 16,-2 3-4-16,1 3 2 0,-2 2 2 0,1 1-3 16,-2 1 4-16,-6 1 7 0,2 1-6 0,-7 5-4 15,-8 0 1-15,1 0 0 0,0 0-2 16,5 16-2-16,-14-6 0 0,-6 9 10 0,-4 3-8 16,-5 1-8-16,-6 3-1 0,-5-1 1 15,-2 1 0-15,-1-3-1 0,5-2-7 0,-3-1 8 16,1-3-11-16,2-2-15 0,1-3-12 0,-2-1-24 15,6-3-49-15,3-4-48 0,16-4-47 16,-8 0-52-16,-2-18-698 0,20-3 1 0,5-1 0 16</inkml:trace>
  <inkml:trace contextRef="#ctx0" brushRef="#br0" timeOffset="36404.98">27823 9317 119 0,'20'-11'305'0,"-6"0"5"0,-7 5-35 15,-2 6-31-15,-3 0 2 0,-5 2-19 16,-2 4-21-16,-9 9-20 0,-4 3-1 0,-5 5-28 16,-5 7-14-16,-3 6-17 0,-3 4 6 0,-2 9 4 15,0 1-18-15,1 3-4 0,2 0-7 0,0-1-15 16,5-1-8-16,4 2-2 0,1-4-5 16,3-3-27-16,5-3-12 0,3-3-20 15,3-5-34-15,5 1-24 0,4-20-34 16,0 8-35-16,24 23-38 0,-7-28-45 0,6-6-46 0,4-6-503 15,1-5 1-15,0 0 0 0</inkml:trace>
  <inkml:trace contextRef="#ctx0" brushRef="#br0" timeOffset="36567.36">27771 10059 57 0,'8'-22'190'0,"-2"-2"16"16,-2-3 12-16,-2 4 18 0,-1-1-14 0,2 3 13 16,-2 4-1-16,2-1-14 0,-2 4-22 0,2 4-13 15,1-6-7-15,1 0-24 0,6 4-17 0,1 0-17 16,5 4-16-16,4 1-18 0,5-1-30 15,4 3-38-15,5 3-37 0,-2 2-48 0,3 0-45 16,4-1-41-16,2 1-51 0,-20 0-421 16,12 0 0-16</inkml:trace>
  <inkml:trace contextRef="#ctx0" brushRef="#br0" timeOffset="36955.74">29071 9389 157 0,'3'0'253'16,"0"0"-10"-16,-1 0-7 0,1 0-11 16,-2 2-9-16,1 2-4 0,-1 2-20 0,-1 3-18 15,-1 11-10-15,1-8-11 0,-11 29-19 0,6-12-3 16,-5 8-1-16,-2 2-22 0,0 1-8 0,-5 5-21 15,0-3 9-15,1 1-32 0,3 4 16 16,-3-5-14-16,1 1-14 0,0-3-14 0,2-3-8 16,4 0-55-16,-3-3-44 0,2-3-24 15,6 1-40-15,-1-5-30 0,5-1-57 0,0-17-404 16,12 16 0-16</inkml:trace>
  <inkml:trace contextRef="#ctx0" brushRef="#br0" timeOffset="37267.05">29241 9969 239 0,'2'-27'294'0,"-2"13"15"0,8-30-6 0,-4 18-5 15,3-1-14-15,-2 3-34 0,3 1-24 0,3-1-24 16,2-1-23-16,5 5-12 0,0 3-24 16,5 4-8-16,0 2-7 0,5 1-14 0,-2 4-18 15,5 1 1-15,0 0-14 0,-2 3-4 0,-16 2-7 16,6 0-9-16,22 12-18 0,-21-1 2 15,-5 3-5-15,-6-1 0 0,-4 8-8 16,-5-8 0-16,-15 22-1 0,-3-6 2 0,-4-1-15 16,-4 2 1-16,-6-1-3 0,-1-3-9 0,0 0-5 15,1-3 11-15,-2-2 6 0,5-3-13 0,0-4 18 16,1-1-12-16,2-4 15 0,1 1 1 0,-2-2 4 16,7-5-12-16,2-1-12 0,11-2-28 15,-5 0-41-15,-7-17-36 0,17 8-61 0,0-2-56 16,2 1-742-16,16-22 0 0,-1 11 1 15</inkml:trace>
  <inkml:trace contextRef="#ctx0" brushRef="#br0" timeOffset="37445.21">29708 9826 66 0,'4'-4'339'0,"-2"2"-6"0,1-2-9 0,-2 0-16 0,2 2-20 16,-2 1-36-16,2-2-20 0,-2 3-30 0,1-1-24 15,-2-3-34-15,1 4-52 0,2 0-37 0,1 0-51 16,1 0-44-16,2 0-30 0,2 0-28 16,7 0-51-16,5 0-40 0,3 0-113 0,31 14-191 15,-28-12 1-15</inkml:trace>
  <inkml:trace contextRef="#ctx0" brushRef="#br0" timeOffset="37878.4">30251 9683 98 0,'8'-30'268'0,"0"1"11"0,6 4 9 0,-1 0-21 15,4-1-35-15,2-1-6 0,2 1-40 0,5 5-6 16,2-3-20-16,5 1 2 0,4 8-10 0,2 0-11 16,3 5-11-16,-1 3-15 0,-1 1-8 15,-1 6-15-15,-6 0-12 0,-16 0-5 0,6 0-21 16,22 15 5-16,-29-1-11 0,-8 4-3 0,-8-9-8 15,-17 23 2-15,-3-5-8 0,-7 3-2 16,-5 7 3-16,-9 2-21 0,-4 1-6 0,-6 6-14 16,-1-1 2-16,-2-2-11 0,5 3 1 15,4-2-16-15,2-2-25 0,6 1 7 0,5-2-13 16,6-4-6-16,5-5 2 0,6 0 16 0,9-5 8 16,3 2 4-16,3-17 8 0,17 18 3 15,3-17 10-15,4-4 10 0,3-5 9 0,1-2 28 16,-15-2 25-16,29-11 8 0,-16 1 4 0,-3-4 8 15,2-5-7-15,-3-2-3 0,-2-3 2 0,-3-5-16 16,1-1 2-16,-6-7-2 0,-2 1-2 16,-2-2-21-16,-2 4 0 0,-1-2-4 0,-2 5 1 15,-1-4-17-15,0 5-12 0,0 4-23 16,0 5-40-16,-1 2-54 0,2 7-32 0,-1 3-37 16,4 3-31-16,-6 6-523 0,6 0 0 0,5 0 0 15</inkml:trace>
  <inkml:trace contextRef="#ctx0" brushRef="#br0" timeOffset="38195.98">30982 10024 213 0,'14'-11'264'0,"0"-4"14"16,-3 0 2-16,2-3-2 0,5 1-5 15,-1-3-27-15,-1 1-11 0,0 0-13 0,0 2-28 16,4 2-11-16,1-2-16 0,1 6-31 15,2 3-13-15,1 2-8 0,-4 0-11 0,3 3-12 16,2 2 1-16,-16 1-9 0,20 11-13 0,-14-2-15 16,-4 2-8-16,-6 3-3 0,-6-5-12 15,-16 23-1-15,-2-9-2 0,-9 0-1 0,-6-1-14 16,-6 1 5-16,-1-2-3 0,-1-3 5 0,1 1-11 16,-2-2 0-16,4-2-2 0,0-3-9 15,5-1-2-15,2-3 6 0,6 0-4 0,-6-2-11 16,7 0 5-16,3-3-10 0,5-2-23 0,16-1-15 15,-9 0-26-15,1 0-41 0,-2-16-6 16,10 9-33-16,8-7-28 0,2-3-39 0,7 2-524 16,2-2 0-16,2 2 1 0</inkml:trace>
  <inkml:trace contextRef="#ctx0" brushRef="#br0" timeOffset="38598.08">32295 9754 144 0,'7'-3'230'0,"-1"0"21"0,0 0 8 0,-4 1-17 16,1 1-8-16,1 0-9 0,-4 1-19 0,-1 0-22 15,-3 2-17-15,-11 6-16 0,-5 1-4 16,-3 4-20-16,-5 0-2 0,-4 4-32 0,-2 2-3 15,-6 1-7-15,-4 2-12 0,-4 4 8 0,-3 1-12 16,2 0-26-16,-3 2-8 0,1-3-9 16,5 2-33-16,2-1-38 0,4-4-34 0,1 1-32 15,4-5-26-15,3-4-65 0,5-1-466 0,2-1 0 16,5-6 0-16</inkml:trace>
  <inkml:trace contextRef="#ctx0" brushRef="#br0" timeOffset="38780.55">31735 9648 201 0,'11'-26'209'16,"0"3"-11"-16,-3 4 4 0,0 3-24 15,-2 3-20-15,1 3-1 0,-2 4-12 0,3 4-16 16,-8 2-22-16,11 0-1 0,17 20-26 16,-11-2-11-16,-1 1-22 0,2 6-29 0,-4 1-33 15,0 4-31-15,-5 6-30 0,-1 2-46 16,-1 2-40-16,-1 1-113 0,2 2-52 0,2-3 0 0</inkml:trace>
  <inkml:trace contextRef="#ctx0" brushRef="#br0" timeOffset="38899.65">32171 10206 128 0,'15'-9'212'0,"-2"0"-14"0,0 1-8 0,-3 2-22 0,0 2-24 15,-3-1-40-15,0 2-44 0,-1-1-59 0,-2 2-87 16,0 0-184-16,-2-2 57 0</inkml:trace>
  <inkml:trace contextRef="#ctx0" brushRef="#br0" timeOffset="39268.78">28407 10718 24 0,'-67'11'231'0,"8"1"-17"16,10-4-8-16,4-2-28 0,6 0 7 0,7 1-3 15,1-4-12-15,13 3-21 0,14-4-4 0,14-4 0 16,18-2-14-16,12-4-17 0,16 1-9 0,16-4-4 15,14-2-11-15,16-1-17 0,20-1-17 16,18-2 6-16,105-8 5 0,20 1-4 0,0 8 2 16,-7 4-5-16,13 6-16 0,-52 3-4 15,56 2 11-15,-139 1-12 0,36 0-21 16,173 15 11-16,-197-4 1 0,0-3-17 0,80 12-7 16,-25-4-3-16,-26 1-3 0,-23-4-29 15,-23-1-25-15,-22-2-34 0,-20-4-44 0,-21-1-53 16,-22-4-90-16,-32-1-307 0,-4 0 0 0</inkml:trace>
  <inkml:trace contextRef="#ctx0" brushRef="#br0" timeOffset="39715.87">28797 12478 22 0,'-28'16'200'0,"4"-5"0"0,0 3 32 16,4-3 7-16,6-4 2 0,7 1 0 0,7-3 3 16,0-5-23-16,27 3-18 0,-10-3-12 15,11 0-3-15,11 0-28 0,11 0 0 0,15 0-23 16,91-16-6-16,-56 11-9 0,8 3-3 0,11-2-18 16,10 1 1-16,9-1-16 0,7 0-10 15,9 3-1-15,110-4-9 0,-53 3-4 0,-121 2-6 16,36 0-3-16,73 0-7 0,5 0-15 15,176 16-12-15,-132-7-15 0,-19 4-8 0,-20-5-43 16,-20 6-2-16,-18-1-36 0,-21-4-21 0,-24-3-51 16,-26-1-35-16,-58-5-48 0,10 0-547 0,44-16 0 15,-75 4 0-15</inkml:trace>
  <inkml:trace contextRef="#ctx0" brushRef="#br0" timeOffset="40249.67">29760 11315 54 0,'0'-2'144'16,"0"0"-2"-16,0 0-12 0,0 0-11 0,0 2-4 16,0 2 16-16,-2 0-8 0,1 2 7 15,-2 4-5-15,-5 10-6 0,-1 7-13 0,-2 4 11 16,1-1-17-16,-4 6-1 0,-2 7-1 15,-1 4-19-15,-3 4-8 0,-2 2-9 0,2 2-1 16,-1 1-4-16,0 0-5 0,-1-1-3 0,2-1-15 16,2 1 0-16,0-6-9 0,4 1 0 15,2-3 16-15,0-8-10 0,1 1 0 0,3-6-19 16,0-2-8-16,1-1-18 0,2-1-13 16,2-4-19-16,1-5-22 0,0-6-40 0,2-13-62 15,0 8-118-15,0-8-162 0,14 6 0 0</inkml:trace>
  <inkml:trace contextRef="#ctx0" brushRef="#br0" timeOffset="40455.24">29837 11923 171 0,'4'-8'246'0,"-3"2"-11"16,2 1-16-16,0 1-15 0,-2 0-16 0,0 0-30 15,2 1-35-15,-2-1-40 0,1 1-31 0,2 0-44 16,0 1-28-16,2 0-29 0,10-2-38 0,2 3-60 16,-1-5-89-16,3 2-51 0,-2 0 0 0</inkml:trace>
  <inkml:trace contextRef="#ctx0" brushRef="#br0" timeOffset="40751.98">30175 11718 238 0,'6'-24'255'0,"2"2"11"0,0 0-36 0,5 0-21 15,3 0-26-15,1 4-18 0,6 1-18 16,4 0-18-16,1 4-21 0,5 1 3 0,2 3-6 16,2 2-11-16,2 1-12 0,1 5 7 0,-1 1-13 15,-21 0-15-15,9 0-4 0,2 0 7 16,30 13-8-16,-30-5-12 0,-5 3 0 0,-5 4-6 15,-6 4-1-15,-5 2-8 0,-6 4 5 0,-2-11-2 16,-12 29-6-16,2-11-9 0,-3 2 2 0,1 0-7 16,0 0 0-16,0-2-5 0,1 0-16 15,3-1 18-15,-1 0 0 0,5 1-6 0,3-3 2 16,1-16-5-16,0 4 2 0,21 24-14 16,-1-24 1-16,3-5-36 0,6-3-39 0,3-5-33 15,5 0-33-15,-18-4-51 0,10 0-414 0,41-13 1 16</inkml:trace>
  <inkml:trace contextRef="#ctx0" brushRef="#br0" timeOffset="41045.53">31192 11855 114 0,'-6'-23'216'0,"1"0"3"16,1 0 45-16,3 1-2 0,-2 1-30 16,3 10-19-16,0-4-7 0,13-20-39 0,-2 19-9 15,2 0-19-15,6 4-22 0,4 1 5 16,3 1-26-16,5 2-3 0,4 6 1 0,-3 1-4 15,-15 1-11-15,10 0-6 0,35 12-15 0,-30-6 3 16,-2 2-16-16,-4 1 2 16,-4 3-11-16,3 2 3 0,-9 1-11 0,-8 5-2 15,-6-1-4-15,-2-10 7 0,-21 23-3 0,-3-8-23 16,-3-1 22-16,-8 0-7 0,1 0-9 16,-2-3-2-16,-2-1 13 0,3-4-1 0,2 0-1 15,3-4-3-15,2 0 0 0,0-1 6 0,2-4-22 16,4 0-14-16,5-3-29 0,10-3-33 15,-1 0-43-15,8 0-34 0,-9-19-57 0,20 2-519 16,3-4 0-16,8-2 0 0</inkml:trace>
  <inkml:trace contextRef="#ctx0" brushRef="#br0" timeOffset="41265.99">32665 11359 14 0,'13'-8'280'0,"-6"6"-36"0,-9 2 20 15,-6 4-28-15,-4-1-35 0,-5 9-10 16,-4-3-3-16,-3 2-23 0,0 5-12 0,-2-1-17 16,-2 2 11-16,-2 8-32 0,-4 0-7 15,-5 6-5-15,-2 5 13 0,0 2-22 0,-2 3-3 16,0 2-12-16,-1 5 6 0,3-4-11 16,3-5-18-16,4-2-26 0,4-1-22 0,0-2-18 15,6-4-33-15,0-5-37 0,7-4-37 0,0-1-10 16,1-4-32-16,4-3-54 0,4-10-395 15,8-3 1-15</inkml:trace>
  <inkml:trace contextRef="#ctx0" brushRef="#br0" timeOffset="41435.25">32071 11332 234 0,'4'-25'218'15,"0"5"-10"-15,-1 3-8 0,0 3-25 16,-1 3-6-16,2 8-37 0,0 1-3 0,2 4-13 15,0 1-36-15,8 13-24 0,-1 0-50 16,-1 5-52-16,3-1-47 0,-2 2-109 0,2 4-144 16,-1-1 0-16</inkml:trace>
  <inkml:trace contextRef="#ctx0" brushRef="#br0" timeOffset="41594.06">32493 12057 286 0,'12'-5'321'16,"-3"-4"-23"-16,2 2-10 0,-1-4-32 0,-2 3-19 16,2 0-33-16,3 1-20 0,-2-1-26 0,2 1-32 15,3 1-55-15,1 0-88 0,1-1-97 16,-2 1-182-16,-3-1-205 0,-2-5 0 16</inkml:trace>
</inkml:ink>
</file>

<file path=ppt/ink/ink31.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1T10:21:30.968"/>
    </inkml:context>
    <inkml:brush xml:id="br0">
      <inkml:brushProperty name="width" value="0.05292" units="cm"/>
      <inkml:brushProperty name="height" value="0.05292" units="cm"/>
      <inkml:brushProperty name="color" value="#FF0000"/>
    </inkml:brush>
  </inkml:definitions>
  <inkml:trace contextRef="#ctx0" brushRef="#br0">10623 8448 36 0,'0'0'68'0,"0"-17"2"0,0 17-18 16,-19-26-6-16,21 20-1 0,-2 0 10 0,0 1-16 15,1 0 3-15,-1-1 7 0,0 6-4 16,0 0-9-16,0-6 6 0,0 6-8 0,0-9 3 16,0 9-2-16,7-16-19 0,-7 12 9 0,0 2 9 15,1-1-6-15,0 0-11 0,-1 3-11 0,0 0 3 16,0 0 8-16,0 0-15 0,0 0 9 15,0 0 15-15,0-9-14 0,0 9-18 0,0 0 14 16,0 0-35-16,0 0-2 0,0 0-8 16,0-6-33-16,0 6-69 0,10-12-108 0,-8 9 13 15</inkml:trace>
  <inkml:trace contextRef="#ctx0" brushRef="#br0" timeOffset="284.24">10258 8441 77 0,'-6'-2'113'0,"1"0"-16"15,-7-5-9-15,4 2-6 0,0-1-2 16,1 1 0-16,2-1-7 0,-6-4-16 0,7 0-5 16,2 2 0-16,-1 1-13 0,2-1 3 15,-1 0-15-15,1 1 0 0,1 7-7 0,0-8-6 16,0 0-40-16,0-3-17 0,13-19-44 0,-5 13-118 16</inkml:trace>
  <inkml:trace contextRef="#ctx0" brushRef="#br0" timeOffset="927.83">9339 8336 76 0,'-20'-5'176'16,"2"-1"-21"-16,0-1-8 0,1-2-14 0,2-1-8 15,3-2-20-15,0 0-13 0,2-2-10 0,2 1-9 16,-2-4-9-16,4-2-7 0,2 0-2 0,0-1-12 16,1-1 2-16,2 0-8 0,1 0-10 15,0 10-8-15,0-6 10 0,0 0-10 0,14-25-4 16,-7 19-3-16,1 0 1 0,1 3-4 0,1-1 4 15,3-2-1-15,0 1-3 0,2-3-13 16,1 4 1-16,1-1 2 0,5 1 2 0,-1-4-9 16,2 4 1-16,2-1 1 15,3 1 4-15,1-5-7 0,2 3-7 0,0-1 12 0,2 1 2 16,2-2-6-16,-2-1 6 0,4 3 1 0,4-3-9 16,-3 1 1-16,2 1 6 0,0 1 3 15,0 2 4-15,3 1 2 0,-4 0-7 0,0 1 7 16,-3 3-6-16,1 1 4 0,-2-1-1 15,-2 2 1-15,-4 3-4 0,1-1-2 0,-3 5 15 16,1-3-6-16,-4 3-2 0,-3-3-6 16,-1 3 3-16,-3 3 3 0,-5 2 0 0,-1-1-5 15,-3-1 4-15,-1 1 7 0,-2 3-3 0,0-1-6 16,1 0 0-16,-1 1-3 0,0-1 2 16,1-1-7-16,0 2 2 0,0 0-13 15,-1 0-37-15,2 0-9 0,-7 0-28 0,0 0-29 16,8 0-81-16,-2 0-69 0</inkml:trace>
  <inkml:trace contextRef="#ctx0" brushRef="#br0" timeOffset="3290.91">6982 10273 47 0,'0'15'76'0,"-15"-15"-1"15,15 0-4-15,0 0-8 0,0 0-23 0,-28 23 3 16,27-22-14-16,-2-1-4 0,1 1 7 0,-1 1 5 15,2-2-4-15,-1 0-9 0,1 0-6 16,-2 1-2-16,2-1 11 0,0 0-12 16,-2 0 0-16,0 0-1 0,1 0 4 0,-1-1 3 0,3 1-21 15,0 0 6-15,0 0-2 0,-8 0-7 16,-4-10 24-16,8 6-29 0,-1 2 8 0,-7-5 10 16,1 1-18-16,2 1 5 0,-3-2 13 0,1 0-8 15,-1-1 6-15,3 3-9 0,-3-4-6 16,2 2 7-16,1 2-19 0,0-4 12 15,1 2 0-15,0-1 16 0,-2-2 4 0,4 1-11 16,-1 0 0-16,3 1-10 0,0 0 19 0,0-9-22 16,0 0 25-16,3 3-11 0,-1 1 2 0,2 1-12 15,0-5 16-15,0-2-10 0,12-24 5 0,-8 15-21 16,6 1 0-16,0 2 11 0,4-5-13 16,3-4-2-16,4-4 17 0,5-1 0 0,4-2-3 15,5 0-16-15,4 0 12 0,2-7-1 0,2 1 14 16,2-1-18-16,3-2 12 0,-1 0 17 15,5-2-17-15,3 3 15 0,1 2 7 0,-1 1-14 16,1 1 10-16,0 2 1 0,0 0 11 16,1-1-11-16,3 5-4 0,0-1 2 0,2 4-2 15,-2 2 13-15,1 0-8 0,-1 4 4 0,0 2-5 16,-1 1 2-16,-2 1 10 0,-2 4-4 16,1 2-7-16,-3-1 10 0,2 5-12 15,-1-2 8-15,2 4-5 0,2 1-6 0,0-1 12 16,1-2-6-16,2 2 10 0,1 2-7 0,-2 0 15 15,0-2-2-15,0 3-5 0,-3 2-5 16,2 0-6-16,0 0-1 0,-2 0 9 0,0 3-2 16,3-1-2-16,-2 1 8 0,-1 2 4 0,0 1-7 15,-1 1 6-15,0 0-1 0,1 0 2 0,3-1-12 16,0 0 11-16,0 3-1 0,-4-1-3 16,-27 1 6-16,14 0-4 0,5 0-6 0,3 0 3 15,-2 0 1-15,2 0 3 0,48 13-1 16,-51-6-5-16,-2 0-3 0,1 2 7 15,-2-2-2-15,1 4-7 0,-2-3 11 0,1 0-3 0,-1 3-2 16,0 2-3-16,4 0 1 0,0 2 4 16,0-3-1-16,0 4-2 0,0-1 2 0,1-1-12 15,-4-1 9-15,1 2-1 0,-1 2 9 16,-2 2-7-16,-1-3-2 0,-2 0-5 0,-2 0 2 0,-2 0 8 16,-3 3-13-16,-1-2 9 0,0-1-12 15,-4 1 9-15,0 1 1 0,-3 1 5 16,-2-3-18-16,2 2 23 0,-2-1-10 15,-4-1-10-15,-2 1 9 0,2-1 1 0,-3 1-1 16,-2 0 1-16,0 1-1 0,-2-3 7 0,-3-1-10 16,0 1 4-16,1 0-5 0,-4 0 5 0,-2-4-2 15,0-2-9-15,-1 0 6 0,-2 0-1 16,1 0 3-16,-2-1 3 0,0 0-13 0,0 1 16 16,0 2 0-16,0 4-9 0,-14 19 3 0,8-14-5 15,-4-2 12-15,-2 3-5 0,2-3-5 16,-4 1 7-16,4 1-4 0,-4 0 16 0,-2 1-15 15,-2-3 1-15,0 3-8 0,0-2 1 0,0-2-3 16,1 2 7-16,0 0-16 0,-3 0 28 16,0 2-10-16,-2 1-11 0,1-1 5 0,0-1-10 15,-2 2 15-15,-1-5-5 0,1 4 2 0,-3 3 1 16,0-1 7-16,1-4-16 0,-2 4 12 16,-1-2 2-16,2 1-4 0,-4-1-10 0,1 0-1 15,-2 2-6-15,-1-1 20 0,3 1-12 16,-4-2 9-16,-2 3-17 0,-1-1 10 0,-1-1-7 15,-2 1 4-15,-1 1 2 0,-1 2-1 16,-2 0-6-16,-1-1-2 0,2 0 3 0,-4 0-1 16,4 0-6-16,-2-1-1 0,-3 2 8 15,0-2-7-15,-2-3 9 0,1 5-16 0,-3-3-5 16,1-2-1-16,-3 2 15 0,3-1-2 16,-1-1-15-16,0 0 17 0,1-2-7 0,-5 1-6 15,3-4-3-15,-2 2-5 0,0-1 13 0,1-2-7 16,-1 3-9-16,0-2 11 0,1-2 2 15,-2-2-7-15,-1-2 13 0,2 4-6 0,-1-5-3 16,0 3-1-16,2-4 18 0,0 0-19 16,1-1 5-16,1-3-4 0,3 2 5 0,0-2-20 15,1-3 2-15,3 0 14 0,-5-1-3 16,7 0-5-16,21 0 3 0,-8 0-6 0,-5 0-1 16,-3 0-12-16,-36-10 6 0,34 7 5 0,-1-1-3 15,1-2-5-15,-3 3-5 0,2-2 11 16,0 0 0-16,-2-1 4 0,2-1-14 15,-2 1 4-15,0-1 5 0,0 1 3 0,-1 0-1 0,0 0 0 16,1-1-9-16,-1 0 6 0,0-1 0 0,1 2 3 16,-1-1 3-16,3-1-4 0,-1 3-5 15,2-3-2-15,0-1 11 0,2 1-5 16,0 1 4-16,-1-2-5 0,0 0 5 0,0 2-9 16,1 0 7-16,0-2 0 0,1 0-2 0,-2 2 9 15,-1-2-4-15,3-2-7 0,1 3 5 16,2 0 1-16,2-2-12 0,2-1 5 0,2 2 4 15,0 1-5-15,-1-2-2 0,3 3-5 16,4-2 11-16,1 2 5 0,2-2 2 0,5 2-12 16,2 3 7-16,3-1 3 0,2 1-1 0,0 2 0 15,1 0 1-15,1 0-13 0,0 1 11 16,0-1 3-16,1 1 5 0,1-2-2 0,-1 1 3 16,2 0 2-16,-1-2-12 0,2 4 2 15,0-9-43-15,22-21-105 0,-8 10-121 0</inkml:trace>
  <inkml:trace contextRef="#ctx0" brushRef="#br0" timeOffset="12075.53">25304 13478 48 0,'0'0'57'0,"0"0"-26"15,14 0 9-15,-14 0-2 0,0 0-11 16,0 0-10-16,0 0-16 0,0 0 4 0,0 0-13 15,0 0-32-15,0 0-42 0</inkml:trace>
  <inkml:trace contextRef="#ctx0" brushRef="#br0" timeOffset="52577.11">24790 15749 74 0,'0'0'147'0,"0"-14"-3"16,0 14 0-16,0 0 8 0,0 0-3 15,0 0-11-15,0 0-15 0,0 0-13 16,0-15-4-16,0 15-16 0,0 0-11 0,0 0 0 16,-6-18 5-16,6 18-17 0,2-2 3 0,-2 1-7 15,0 0 6-15,0-1-9 0,0 2-11 0,0 0-4 16,0 0 14-16,1 0-3 0,-1-2-2 16,0 2-9-16,0 0-5 0,0-2 12 0,1 2-7 15,-1 0 13-15,2-1-21 0,-2 1 9 16,-2 0-2-16,4 0-18 0,-2 0 7 0,0 1-8 15,0-2 4-15,0 1-20 0,0-2 11 16,0 2-9-16,0 0 3 0,0 2-3 0,0-2 2 16,0 1 4-16,-2 1-2 0,2 2-3 0,-1 1-4 15,0 1 4-15,-2 0 2 0,0 14 0 16,-1 1 0-16,-2 0 5 0,-1 0 2 0,3 5 2 16,-3 0 14-16,-1 2-9 0,-1-1-9 15,1 3 7-15,-1-3 10 0,3 1-4 0,-2 2 10 16,0-3 3-16,2 2-10 0,0-3-8 15,1 0 4-15,0-1-13 0,-2 0 4 0,2 0-2 16,-1-2 15-16,2 3-6 0,0-5-3 16,0 0-12-16,-1-4 18 0,4-2-8 0,1-7 1 15,0 1-10-15,0 2 8 0,0-1-15 0,0 4 2 16,0 0-3-16,0-1-4 0,-10 8 16 0,9-12-12 16,-2-3-1-16,3 1-1 0,-1-2 10 0,0 2-2 15,1-3-11-15,-2 1-4 0,2-1 15 16,-1 0-13-16,1-2 14 0,0 3-7 0,0-1-3 15,-1-2 10-15,1 2 6 0,0-3-11 16,-2 2 3-16,2-3 13 0,0 0-1 0,0 0-4 16,0 0 0-16,0 0 4 0,0 0-11 0,0 7 4 15,0-7 2-15,0 0-12 0,0 0 6 16,0 0-1-16,0 0-4 0,0 6 1 16,0-6-1-16,0 0-7 0,0 0 14 0,0 0-15 15,0 0-4-15,0 0 4 0,0 0 1 16,0 8-1-16,0-8-5 0,0 0 3 0,0 0-5 15,0 0 6-15,0 0-14 0,0 0 12 0,0 0-6 16,0 0-3-16,0 0 6 0,0 0 7 0,0 0-17 16,0 0 23-16,0 0-20 0,0 0 9 15,0 0 7-15,0 0-2 0,0 0-19 16,0 0 10-16,0 0 4 0,0 0-4 0,0 0-12 16,0 0 11-16,0 0-1 0,-1 12-2 0,1-12 3 15,0 0-4-15,0 0-2 0,0 1-10 0,0-1-1 16,0 0 20-16,0 0-7 0,0 0-17 15,-1 0 11-15,1 0-4 0,0-1 5 0,0 1 9 16,1 1-18-16,0-1 2 0,-1 0-2 0,-1-1 5 16,2 2-4-16,-1-1 1 0,2 0 4 15,-2 0-7-15,1 0 10 0,-1 0-1 0,0 0-8 16,1 0 14-16,-1 1 2 0,0-2-3 0,2 1-8 16,-2 0 25-16,0 0-10 0,0 1 3 15,0-1-3-15,0 0-3 0,1 0-3 0,-1 0-1 16,-1 2 1-16,1-2 1 0,0 0-7 15,0 0 0-15,0 0 0 0,0 0 9 0,0 0-11 16,-2 0-1-16,4 2 3 0,-2-2-6 0,-2 0-2 16,2 0-12-16,0 0 10 0,0 0 5 15,2 0-3-15,-2 0-1 0,-2 0-13 0,2 0 10 16,0 0-8-16,0 0-8 0,0 0-1 0,-1 0-11 16,1 0 2-16,1 0-11 0,-2 0-6 15,1 0-1-15,0-2-17 0,0 2 2 0,-1 0-41 16,1 0-6-16,1-2-22 0,0 0-48 0,-1-3-177 15,2 1 0-15</inkml:trace>
  <inkml:trace contextRef="#ctx0" brushRef="#br0" timeOffset="52910.49">25548 15561 29 0,'4'-15'217'0,"-1"8"-25"0,-2-1 6 16,2 2-5-16,-3 4-9 0,0 4-14 0,-1 2 2 16,-2 1-16-16,-4 13-18 0,-1 7 3 0,-1 3-8 15,0 1-31-15,-2 4 11 0,-1 3-18 0,-3 2 4 16,1 4-1-16,-2 5-20 0,2 0-12 15,-2 0-1-15,2 2-23 0,-1-1 12 0,3-1 3 16,-1-1-17-16,2-3-16 0,2 0 7 16,1-1 6-16,1-3-10 0,0-1 2 0,3-4-16 15,-1-2-13-15,2 0-26 0,-1-1-34 0,2-5-13 16,-4-1-20-16,2-5-36 0,0-2-21 16,-1-3-51-16,-2-4-365 0,2-5 1 0</inkml:trace>
  <inkml:trace contextRef="#ctx0" brushRef="#br0" timeOffset="53095.59">24896 16148 132 0,'-8'-11'172'0,"4"2"-15"16,4 3 8-16,3 3-19 0,5 1-16 0,1 1-9 15,14 2-14-15,-11-1-14 0,11 0-4 16,29 15-12-16,-18-6-10 0,1-2 1 15,1 5-6-15,1-4-12 0,2-1-36 0,0 0-39 16,-1-1-47-16,4-5-75 0,-1-1-134 0,-21 0-1 16,8 0 1-16</inkml:trace>
  <inkml:trace contextRef="#ctx0" brushRef="#br0" timeOffset="53347.98">25883 15849 226 0,'1'0'213'0,"-1"0"15"16,2 4-15-16,-2 0-11 0,0 3 1 15,0 2-19-15,-4 12-18 0,4-8-9 0,0 6-11 16,-11 31-32-16,4-19-4 0,2 3-12 16,-3-4 2-16,1 2-8 0,1 2-2 0,0-3-65 15,0 1-22-15,0 0-16 0,1-1-41 16,-2-4-26-16,1 3-24 0,2-5-21 0,-2-6 1 15,2-2-14-15,0-8-16 0,3-3 5 0,0-3 18 16,1-3 19-16,0 0 4 0,-4-14 16 0,1-7-20 16,2-6-51-16,-2-5-91 0</inkml:trace>
  <inkml:trace contextRef="#ctx0" brushRef="#br0" timeOffset="53875.75">26728 15957 115 0,'-8'0'207'16,"-10"3"6"-16,-6 3 2 0,0-1-11 0,-4 2-15 16,1 3-13-16,0 0-9 0,0 2-4 0,-1 1-31 15,0 1-13-15,0 2-2 0,0-1-13 0,1 5-12 16,6-3-10-16,-1 0 1 0,4-2-12 16,0 4 1-16,4-6-2 0,0 2 7 0,5-1-1 15,6-4 21-15,3-10-5 0,0 0-4 16,18 16 3-16,0-12-16 0,-8-4 4 0,10 0-4 15,4 0-23-15,33-12-2 0,-24 5-20 0,2 0 6 16,2-1-22-16,0 2-4 0,-1 2-7 0,-2-3-5 16,-4 1-3-16,0 2-1 0,0 1-8 15,-4-1 2-15,-4 2 7 0,-12 2-19 0,4 0 0 16,0 0-10-16,9 13 23 0,-17-6-8 16,-5 2-7-16,-2 0 15 0,-7 9 9 0,-9 3-18 15,-1-3 32-15,-6 4-15 0,-10 2-2 0,-4 3-3 16,-2-2 6-16,-2-1 12 0,0 1-18 15,1-1 3-15,1 0-17 0,3-3 9 0,4-2 0 16,2-2 5-16,3-3-8 0,4-2-19 16,-1-3-28-16,3-3-34 0,4-6-37 0,18 0-57 15,-16-14-78-15,16 3-344 0,4-11 0 0</inkml:trace>
  <inkml:trace contextRef="#ctx0" brushRef="#br0" timeOffset="54228.77">27259 15172 92 0,'19'-20'248'15,"-3"11"-20"-15,-6 2 3 0,-7 7-9 16,-4 8-27-16,-9 9-16 0,-6 6-15 0,-8 7-2 16,-8 8-35-16,-1 6-2 0,-4 4-6 0,-1-1-19 15,3 1-16-15,5-3 15 0,2-4-3 16,5 0-13-16,3-5 13 0,4-4-2 0,4-4 7 15,1-2-22-15,5 3-5 0,3-5-14 16,3-12 1-16,15 16-4 0,1-15-14 0,6 0 4 16,5-6-18-16,4-2 4 0,2-3-20 15,-1 0 12-15,0-1 1 0,-4-1-4 0,-2 2-14 16,-5 0 9-16,0 1-9 0,-3-2 0 0,-5 1 9 16,-1 0-5-16,-3 1-8 0,-1 2 4 15,4 6 4-15,-4 0-3 0,2 2 3 0,-5 6 2 16,-2-3 1-16,-2 4-4 0,-1-9-16 15,0 6-2-15,-12 23-48 0,4-16-21 0,-3 3-34 16,-2-1-33-16,0 0-33 0,2 0-28 16,0-2-495-16,5-4 1 0,0-3 0 0</inkml:trace>
  <inkml:trace contextRef="#ctx0" brushRef="#br0" timeOffset="54480.82">27772 15615 136 0,'31'-37'170'0,"-1"3"2"0,-2 4 26 0,-1 4-10 16,-3 4-15-16,1 2-9 0,-5 7 0 15,3 2-14-15,-2 3-12 0,-1 6-4 0,-12 2-7 16,16 13-15-16,-12 3-20 0,-1 2 11 16,-10 7-21-16,-1-11 14 0,-13 34-17 15,-4-13-5-15,-6 4-14 0,-5 1-6 0,-4 3-30 16,-3-1-32-16,-2-4-38 0,-3 2-25 0,0-6-22 15,0 1-25-15,3-7-24 0,3 1-9 16,4-9 16-16,5 0-20 0,2-7 23 0,2-4 2 0,7-6-10 16,14-3-31-16,-8 0-27 0,-1-16-28 15,9 6 32-15</inkml:trace>
  <inkml:trace contextRef="#ctx0" brushRef="#br0" timeOffset="54635.88">27658 15837 669 0,'16'-9'108'0,"-1"0"-2"0,4 3-4 0,-2 3 5 0,3 2-6 0,-9 1-10 16,6 0-2-16,23 15-1 0,-16-4 4 15,0 3-5-15,0 1-18 0,0 2-2 0,2 2 1 16,-2 1-13-16,0-3-23 0,-2 4-16 16,1-1-24-16,1-2-56 0,1 0-45 0,2-4-58 15,-2-1-105-15,2-5-60 0,1-1 0 0</inkml:trace>
  <inkml:trace contextRef="#ctx0" brushRef="#br0" timeOffset="55003.12">28629 15713 170 0,'3'-2'194'0,"-2"5"12"0,-1 0-1 0,0 1-11 0,-2 3-9 0,-4 11-16 16,-6 3-13-16,-2 1-20 0,-1-1-12 16,-1 1-1-16,1-1-25 0,1 1-19 0,2-1 8 15,0-4-4-15,4-2-6 0,4-4 27 0,2-3-1 16,2-8 6-16,0 0-1 0,19 10-10 15,4-10-19-15,-10 0 7 0,7 0-12 0,35-20-21 16,-22 9-16-16,2-4-11 0,3 0 13 16,2 3-28-16,-1-1-5 0,-3 0 13 0,0 1-3 15,-4 3-11-15,-6 2 9 0,4-2-12 0,-4 5 0 16,-3 0-15-16,-11 4 21 0,-2 0-1 16,2 0 1-16,8 22-1 0,-18-7 3 0,-2-3 0 15,-12 24 18-15,-3-10 4 0,-9 6 4 0,-6 4-4 16,-12 3 5-16,-8 3 2 0,-5 4-19 15,-5 2-1-15,-2-1 8 0,-1 2-19 0,-1-2 15 16,3-3-12-16,2 1 5 0,2-3-13 0,2-3 2 16,-1 0-3-16,1-4-17 0,2 1-53 15,-2-7-57-15,-1-5-68 0,-1 0-97 16,-2-6-451-16,-2-4 1 0,-4-4 0 0</inkml:trace>
  <inkml:trace contextRef="#ctx0" brushRef="#br0" timeOffset="55703.01">23579 18264 158 0,'-10'-15'204'0,"-2"0"-21"15,1-3 4-15,2-3-23 0,-1-2-17 0,4-2-29 16,-1 2 2-16,3-5-20 0,3-2-4 0,1 15-9 16,12-29-18-16,-3 14-3 0,6 2-3 15,5-2-5-15,6 1-8 0,8 0 0 0,6 2 3 16,4 4-7-16,2-1 11 0,4 5-1 0,-2 2 2 15,1 2-13-15,-4 3 14 0,-1 3-6 16,-3 2-3-16,-7 3-3 0,0 2-3 0,-2 2-9 16,-19 0 3-16,23 16-3 0,-21 0 2 15,-9 5-7-15,-6-6 0 0,-17 25-1 0,-2-11-4 16,-6 3-8-16,-6-1-15 0,-2-1 18 16,-2-2-1-16,-2-3 9 0,1-3-18 0,-3 0 13 15,2-6-2-15,1-1-5 0,4-4 5 0,0-3-16 16,-2-4-10-16,6-4-36 0,16 0-51 15,-21-22-56-15,21 3-61 0,7-10-400 0,5 13 0 16</inkml:trace>
  <inkml:trace contextRef="#ctx0" brushRef="#br0" timeOffset="55974.85">24751 17264 90 0,'1'23'237'0,"-3"5"-13"0,2-12-11 16,-18 31-12-16,6-13-24 0,-1 3-10 0,-7 4-16 16,1 0-24-16,1 2-8 0,-1-4-19 15,3 5 1-15,0-4-1 0,5-1-20 0,1-5 1 16,3-4 29-16,2 1 18 0,3-5-17 0,2-15 0 16,0 2-20-16,23 13-7 0,-3-20-37 15,4-4 2-15,-9-2-8 0,30-18-6 0,-4 0-12 16,6-6-21-16,2-2-22 0,3-3 8 15,4-5-12-15,-2 1-13 0,-2 2-29 0,-3 1-25 16,-5 1-24-16,-5 1-28 0,-5 2-14 16,-3 2-32-16,-2 4-49 0,-5 3-239 0,-4 0 0 15</inkml:trace>
  <inkml:trace contextRef="#ctx0" brushRef="#br0" timeOffset="56270.08">25391 17513 17 0,'3'20'89'0,"1"2"3"0,2-1 6 16,1 0 16-16,2-3 14 0,2-1 21 0,5-4 1 15,5-4 20-15,7 0-8 0,3-7-5 0,5 1-19 16,-16-3-12-16,15 0-13 0,6 0 6 16,51-13-16-16,-45 3 10 0,-1 1-22 0,-2-5 5 15,-5-1-21-15,1-2-10 0,-8 1-2 0,-5-1-9 16,-3 0-6-16,-3 2-12 0,-1-2-2 16,-4-1-8-16,-6 2-8 0,-4 3 3 0,-6 13-11 15,0-12-10-15,-12-4 6 0,4 14-4 16,-10-1 16-16,7 3-13 0,-8 0-6 0,-26 21-5 15,17-5 14-15,-6 4-1 0,0 6 13 0,-5 6-6 16,3 6 5-16,3 0-35 0,1 4 3 0,5-1-11 16,7-1-11-16,5-3-5 0,6-1 0 15,6 0-13-15,3-21-8 0,19 21-16 0,2-19-16 16,10-4-52-16,8-11-6 0,10 0-29 16,-25-2-33-16,51-12-194 0,-24-2 0 0</inkml:trace>
  <inkml:trace contextRef="#ctx0" brushRef="#br0" timeOffset="56488.45">26644 17531 178 0,'-4'-3'212'15,"-4"2"-11"-15,0 3 4 0,-9 3-31 0,-7 4-10 16,-1 3-15-16,2 3-18 0,-1 5-1 16,-1 0-4-16,2 2-11 0,2 0-18 0,0 2-13 15,5-2 13-15,0-3-15 0,2 1-11 0,2-2 7 16,6-1-2-16,2-7 9 0,4-7-18 15,0-3-3-15,13 3 23 0,8-7-33 0,6-6-4 16,5-3-3-16,3-6-12 0,5-3-26 0,3-4-46 16,5-2-48-16,0-4-60 0,2-2-73 15,0-3-378-15,-2 0 0 0</inkml:trace>
  <inkml:trace contextRef="#ctx0" brushRef="#br0" timeOffset="56793.27">27247 17194 221 0,'3'0'204'16,"-1"2"-4"-16,2-1-18 0,0 4-4 0,3 10-23 15,1 4-3-15,-1 3-16 0,-3 1-9 16,0 2-20-16,-4 1 1 0,1 2-19 0,-1-14-3 15,0 7-5-15,0 1-2 0,0 5-14 0,0-1-13 16,0-1 9-16,0-3-27 0,0-1 11 16,9 13-1-16,-1-21 14 0,0-6-3 0,8 1-2 15,6-6 1-15,-10-2 6 0,6 0-16 0,6 0-3 16,28-13-8-16,-24 5-3 0,2-7-29 16,2 1-19-16,1-4-29 0,2-1-40 0,-1-6-36 15,5-1-62-15,-1-2-94 0,4 0-245 16,2 1 0-16</inkml:trace>
  <inkml:trace contextRef="#ctx0" brushRef="#br0" timeOffset="57408.38">28184 17281 62 0,'-16'6'211'0,"-1"2"-13"0,-2-1 5 0,-1 3-29 0,-4 3 4 16,3 0-26-16,-2 4-8 0,0 3-15 0,-1-3-7 15,0 3-15-15,0 0-11 0,0-1-21 0,3 0-4 16,2 0-2-16,-1 0-6 0,7 0-6 16,1-6 6-16,9 0-16 0,3-8 18 0,0-5-14 15,0 0 6-15,27 14-20 0,-3-14 6 16,-11 0-8-16,10 0-2 0,29-18-16 0,-17 7-1 16,3-1-8-16,2-4-10 0,2 3 1 15,0-6-4-15,0 1-15 0,-2 2 10 16,0-1-2-16,-6 2 3 0,-3 0-3 0,-3 4 0 15,-3 1-8-15,1 1 11 0,-4 1-2 16,-4 2-1-16,-1 3 11 0,-6 3 1 0,-11 0-3 16,20 15 6-16,-16-4 5 0,-4 0 1 0,0 1-2 15,-16 22 1-15,0-9-14 0,-3 2-9 16,-1 0-29-16,-3 1-28 0,2 5-26 0,4-4-24 16,2-2 19-16,4 0 10 0,5-2 15 0,0-4-2 15,5-9 29-15,1-12 18 0,0 0 18 16,12 10 1-16,-5-15 11 0,10-6-3 15,2-7 7-15,-1-5-1 0,0 0 6 0,3-7 1 16,0-4-9-16,2-2-5 0,0-2 2 16,2-5-3-16,2 0 0 0,-1-1 16 0,2 5 18 15,0-1-1-15,-1 5-2 0,-2 4 7 0,3 1-3 16,-1 5-5-16,-2 4 9 0,2 4 1 0,-2 3-4 16,0 4-1-16,1 2 7 0,2 3 5 15,-16 5 2-15,6 0-4 0,22 20-4 0,-24-4 12 16,0 2-15-16,-9 7 16 0,-7 4 2 0,0-14-16 15,-24 34-4-15,-3-14 18 0,-9 6-21 16,-9 0-31-16,-3-2-33 0,-7 2-27 0,1-3-15 16,2-4-16-16,3 0 15 0,2-5 2 15,8-3 8-15,5-2 4 0,4-5 18 16,4-2-7-16,4-5 6 0,4-2-10 0,7-6-20 0,7-4-7 16,5-3-2-16,3-1-39 0,10-7-42 15,2-8-28-15,4 2-38 0</inkml:trace>
  <inkml:trace contextRef="#ctx0" brushRef="#br0" timeOffset="58030.56">28918 17496 29 0,'30'-7'86'0,"-17"7"-4"0,23-8-12 15,-16 8-20-15,-3 0-12 16,-5-3-2-16,-3 3 5 0,-1-2-17 0,-1 1-5 0,0 1-11 16,-2-3 20-16,0 1-15 0,2 2-8 0,-2-4 3 15,7-4 4-15,-5 1-3 0,5-1 2 0,-1 1 23 16,1-1 15-16,-3 1 36 0,-2 1 14 15,-2 1 8-15,0 2-9 0,-1 0-8 0,-1 0-16 16,-2 2-3-16,2 1 2 0,-3 0-9 0,0 0-5 16,0 0-7-16,4 17 5 0,-7 2-4 15,-1 0-10-15,-1 2-2 0,0 2-1 0,-2 0 1 16,0 2-13-16,1-2-3 0,-1-1 4 16,-1 3 0-16,4-3-3 0,1-1 0 0,1-3-1 15,2-3 11-15,0-15 1 0,0 9-3 0,16 13-4 16,-3-14-3-16,2-7-12 0,-6-1 0 15,7 0 6-15,4 0-3 0,25-15 0 0,-18 5-9 16,1 0 4-16,-4 1-2 0,1-1-1 0,1-3-6 16,-1 2-11-16,0 0 8 0,2 1-4 0,0 1-6 15,-5 1 4-15,0 2-1 0,-2-3-6 0,-4 6-1 16,-3 0-6-16,-2 2 5 0,-11 1-10 16,9 0 3-16,-2 0 4 0,1 0-1 0,-8 0-1 15,17 12 3-15,-13-8-2 0,0 0 2 16,8 6 2-16,-1-1 5 0,-2-1 0 0,1-6 8 15,0 1-4-15,8-1 6 0,-10-2-1 16,5 0-4-16,3 0-3 0,19-15 6 16,-19 9 7-16,0-3 3 0,-2 3-7 0,0-5 4 15,-5 4-1-15,-2-1 1 0,-2 4 1 16,0 0 6-16,-2 1-3 0,1 1 3 0,-1-2-8 16,-2 4-3-16,-2 0 5 0,-1 2-1 0,-2 2-1 15,-6 6 4-15,-4 4 2 0,0-1 2 16,-5 7 2-16,3-1-5 0,-1 3 10 0,-1 1-8 15,0 3-1-15,-1 0-9 0,4 0-4 0,3 1 7 16,2-1-4-16,4 0-7 0,6-15 2 0,14 21 0 16,-1-14-8-16,8-4-5 0,3-1 2 15,4-6-6-15,3-3 2 0,-14-4-16 16,7 0-22-16,38-15-23 0,-24 4-48 0,7-8-76 0,2-2-198 16,5-2 0-16</inkml:trace>
  <inkml:trace contextRef="#ctx0" brushRef="#br0" timeOffset="58381.44">30393 17729 39 0,'29'-16'150'0,"-2"-1"5"0,-5 2-14 15,1 0 7-15,-4 3-13 0,-4 3-17 0,-9 7-9 16,-6-1-8-16,0 3-2 0,-12 0-11 16,-9 4-3-16,-6 4-6 0,-2 3 0 0,-7 5-4 15,-7 0 6-15,-4 4-15 0,1-1-4 0,-2 4-5 16,5-4 8-16,0 3-4 0,7-2-11 16,2 0-8-16,6-5 0 0,4 0 3 0,2-2-3 15,1-1-2-15,5-1-3 0,9-9-2 0,9-2 6 16,3-4-14-16,14-5-14 0,7-7 4 15,5-1 1-15,8-4 1 0,5-5-6 0,4-6-8 16,6-5 1-16,2-1-9 0,6-5-6 0,4-3-2 16,1-3-8-16,3 0 5 0,-4 0 6 15,0-1-3-15,-5 2 1 0,-5 5-2 16,-1 3 10-16,-5 2 14 0,-6 8-1 0,-4 0-4 16,-6 8-7-16,-1 2 6 0,-9 2 4 15,-3 6 7-15,-10 8-11 0,-12 6 12 0,-15 14 10 16,-8 4-3-16,-12 6-3 0,-10 5 3 0,-7 5-8 15,-10 3-7-15,-2 2-5 0,-2 3-3 16,-3-2-7-16,0 1-9 0,0 1-3 0,-1 0-10 16,3-4-2-16,2-2-9 0,2-1-14 0,0-3-32 15,0-4-32-15,2-3-57 0,-5-6-100 16,-1-2-172-16,0-6 0 0</inkml:trace>
  <inkml:trace contextRef="#ctx0" brushRef="#br0" timeOffset="59111.2">21739 15327 178 0,'-63'-61'173'0,"15"2"-40"0,11-4-26 16,16 1-16-16,13-2-11 0,8 32-4 0,36-72-14 16,9 34 18-16,12-1-7 0,11-1-3 15,14 0-1-15,85-44-1 0,-29 30-2 0,40-8 1 16,8 9 3-16,12 7-7 16,4 9-2-16,4 2 7 0,7 7-4 0,8 1 8 0,3 8-12 15,5 2 5-15,7 4 4 0,4 4 0 0,6 7-16 16,11 4 9-16,4 3-15 0,1 10 8 15,14 9-5-15,-139 8-4 0,290 19 5 0,-135 9-5 16,-7 3 0-16,-6 10-8 0,-10 5-1 0,-5 4-5 16,-14 7 0-16,-4 7 4 0,-6 10-14 15,-3 5 7-15,-8 3 8 0,-8 5-8 0,-6 5 1 16,-11 3 3-16,-3-1-14 0,-14 12 5 16,-5 3 9-16,-6 6 5 0,-6 1 9 0,-6 5-21 15,-9 6-7-15,-35-25 16 0,-20-10-4 0,40 42-3 16,-34-19-22-16,-19-8 18 0,-16-9-23 15,-1 2 7-15,-6 6-1 0,-8 3 9 16,-5 3-11-16,-9 4 7 0,-8-1 8 0,-9 6-21 0,-10 2-17 16,-9-1 15-16,-6-59-1 0,-17 126-7 15,-7-60 15-15,-9-1-6 0,-10-6 2 0,-47 80 4 16,-8-19-11-16,6-49-11 0,-29 21 24 0,-10-14-22 16,6-11 22-16,-8-7-11 15,-14-15 11-15,-20-10 16 0,4-9-19 0,-2-8-4 0,-12-8 5 16,-15-8 13-16,0-7 1 0,2 0-8 15,-8-14 22-15,-12-9-28 0,-4-4 12 0,-4-1-1 16,-12-9 11-16,0-6 1 0,-8-6-12 0,-10-2 11 16,121-7 7-16,-252-23-15 0,113 5 9 15,-15-9 20-15,-5-15 3 0,-14-7 3 16,4-10-7-16,-10-11 19 0,-8-7 9 0,-2-6 9 0,-11-4-6 16,4-13 21-16,2-5 5 0,3-6 11 15,10-16-6-15,8-2 11 0,8-5-2 0,16-7 12 16,18-3-23-16,12-5-6 0,16-2 1 0,19-2-21 15,24 0-1-15,24-5-5 0,21 0-48 16,20-2-26-16,36 25-47 0,24 12-39 0,18 10-55 16,14-4-71-16,4-4-1008 0,12-2 0 15,10-3 0-15</inkml:trace>
  <inkml:trace contextRef="#ctx0" brushRef="#br0" timeOffset="60059.78">15221 13729 34 0,'0'0'192'0,"0"0"-8"0,0 0-5 0,0 0-4 16,0 0 7-16,0 0-16 0,0 0 18 15,0 0-10-15,26 28-14 0,-26-13 1 0,0 10-9 16,0 6-7-16,-17 42-9 0,5-25-12 0,1 5-1 16,-2 3-16-16,-2 4-13 0,3 3-13 0,-2 4-4 15,-2-4-9-15,0 0-9 0,2 0-12 16,2 1-11-16,0-7 10 0,2-2-6 0,3-1-13 16,0-5-8-16,1-2 14 0,2-1-19 15,0-7-32-15,0-3-46 0,0 0-31 0,1-6-28 16,2-5-28-16,-1-10-33 0,2-15-47 0,0 0-358 15,7 3 1-15</inkml:trace>
  <inkml:trace contextRef="#ctx0" brushRef="#br0" timeOffset="60273.21">15086 13706 57 0,'1'-39'215'0,"-1"19"-21"0,12-37-4 15,0 21-1-15,7 3-8 0,6 1-18 0,7 2-6 16,10 3-16-16,5 1-20 0,12 5 7 16,5 1-18-16,8 1 2 0,2 4 1 15,0 1-18-15,5 3-24 0,2 1-12 0,-1 1-42 16,-1 4-45-16,-6-1-56 0,-5 0-54 0,-5 3-85 16,-10 1-237-16,-7-1 0 0</inkml:trace>
  <inkml:trace contextRef="#ctx0" brushRef="#br0" timeOffset="60460.4">15443 13972 72 0,'-20'23'209'0,"7"-1"-12"0,5 1 0 0,6-3-7 0,2-11-22 15,28 12-20-15,-1-12-6 0,12-3-17 16,9-4-16-16,7-2-30 0,-25 0-50 0,70-15-59 15,-25 3-102-15,4-5-163 0,2-4-7 0,-2-6 0 16</inkml:trace>
  <inkml:trace contextRef="#ctx0" brushRef="#br0" timeOffset="60676.21">16533 13764 149 0,'-24'27'184'0,"-6"3"-10"0,2 3 10 15,0 2-12-15,2 2 7 0,0 2-30 16,4 2 8-16,2-2-12 0,1 2-11 0,3-4-3 16,3-2-33-16,3-2 28 0,4-4 3 0,2 0 22 15,4-5 11-15,0-15 6 0,14 17 4 0,5-21-6 16,5-4-15-16,-11-1-11 0,35-19-10 16,-10 1-19-16,0-5-29 0,4-4-36 0,0-3-56 15,0-7-72-15,0-1-75 0,-2-3-51 16,-2 0-576-16,0-2 1 0,-4 0 0 0</inkml:trace>
  <inkml:trace contextRef="#ctx0" brushRef="#br0" timeOffset="61058.4">17156 13776 218 0,'1'7'247'0,"-1"0"1"15,-1 2-18-15,-2 12-23 0,3-12-23 0,-10 25 2 16,0-10-31-16,2 4 2 0,-1 0-18 0,-2-1 8 16,-3 5-27-16,3 0-27 0,0 3 1 0,1-5-9 15,2-2-4-15,0 0-10 0,1-3-11 16,2-6-5-16,1-2 17 0,0-4 0 0,2-5 4 16,2-8-23-16,8 4 1 0,-1-6-3 15,12-8-18-15,2-7-3 0,-1-1-13 0,3-2-4 16,5-4-24-16,0 0 5 0,1 3 0 0,0-5 8 15,-1 1-15-15,0 3 2 0,-4 3 0 16,-2 2 9-16,-4 2-26 0,2-2 12 16,-4 5 3-16,-2 3 0 0,-1 0 16 0,-1 8-25 15,-5 1 23-15,-7 0-3 0,16 14 2 0,-10 3-5 16,0 2 7-16,-4 6-4 0,-2 5-9 16,0-14-38-16,0 10-42 0,0 5-63 0,-14 34-49 15,10-30-444-15,2-1 0 0</inkml:trace>
  <inkml:trace contextRef="#ctx0" brushRef="#br0" timeOffset="61458.66">18128 13732 199 0,'-5'-4'249'0,"-2"5"-12"0,-1 2-15 15,-8 11-15-15,-5 4-13 0,0 1-20 0,-3 5-18 0,-1 3-5 16,-6 5-22-16,3 2-3 0,0 2-20 16,3 0-17-16,2 0 0 0,3-2-16 0,2-2 8 0,3-3-7 15,4-3-2-15,-1-1 20 0,2-3 5 16,3-8-4-16,7-7-15 0,0-7-7 0,12 0-8 16,9-7-6-16,3-12-5 0,3-3-11 15,4-4-7-15,5-9-16 0,2-6 7 16,4-6-20-16,0-6-1 0,5-4-20 0,-4-5-3 0,1 1-2 15,-3 2-6-15,-3 0 3 0,-5 3 3 16,-2 1 1-16,-4 7 9 0,-3 7-7 0,-2 3 9 16,-4 5 8-16,-4 3-2 0,-2 4 3 0,2 4 5 15,-2 1 4-15,-6 6-2 0,-2 9 2 16,-6 7 0-16,-6 14 6 0,-6 8 13 0,-4 7-13 16,-4 11 9-16,-8 8-4 0,-2 10 16 15,-3 1 15-15,1 4-22 0,4 0-2 0,-2 5-3 16,8-2-27-16,5 1-30 0,4-3-50 15,7-2-25-15,8-32-34 0,14 55-57 0,8-39-109 16,8-5-342-16,7-6 0 0,6-6 0 16</inkml:trace>
  <inkml:trace contextRef="#ctx0" brushRef="#br0" timeOffset="61837.15">19198 14002 63 0,'-19'-11'274'0,"-4"1"-10"0,-3 5-1 0,-1 3-28 16,-2 2-25-16,13 0 1 0,-28 12-28 16,13 1-16-16,-1 3-2 0,-3 5-6 0,3 5-32 15,-1 2-8-15,4 0-11 0,3 2-17 16,1-2-5-16,4-1-16 0,2-1 23 0,4-6-17 16,1 5 5-16,3-5-1 0,3-3 0 15,7-5-23-15,-1-6 0 0,2-6-12 0,27 0-5 16,0-9-15-16,-1 0-13 0,5-7-1 15,2-3-4-15,3-3-22 0,4-3 0 0,-1 2-1 16,-2 1-11-16,-3 3 8 0,-4 2-14 16,-4 2 20-16,-5 2-6 0,2-2 10 0,-3 4-7 15,-3-1 9-15,-2 3-21 0,-5 5 8 16,-3 0 4-16,-2 2 14 0,-5 2-6 0,0 0 6 16,7 16-16-16,-10 6 16 0,3-10-11 0,-14 30 15 15,4-15-3-15,-3 6-14 0,-2 0 3 0,1-1-2 16,0 1-36-16,1 1-38 0,1-5-17 15,5-2-29-15,1 3-28 0,3-7-15 0,3-14-64 16,12 16-300-16,1-15 0 0</inkml:trace>
  <inkml:trace contextRef="#ctx0" brushRef="#br0" timeOffset="62529.11">19664 14017 253 0,'5'-6'235'0,"0"5"-3"0,-3-1-1 0,-2 2-35 16,-4 2 4-16,1 1-28 0,-6 7-13 0,-5 1-19 16,-2 9-1-16,-1-1-26 0,-2 3 3 15,-2 1-19-15,1 2 5 0,0 0-21 0,1-2-24 16,2 1 7-16,0-2 3 0,3-4-14 16,1-3 11-16,0-1 2 0,7-3-15 0,1-4 3 15,4-4-20-15,1-3 2 0,6-2-14 0,10-6-11 16,6-5-5-16,2-1-5 0,2-5-15 15,6-1-16-15,4-4 6 0,0 0-12 0,3-1 13 16,1 2-7-16,-1-2 9 0,-3 7-10 16,-3-2 1-16,-4 4 6 0,-2 1-3 0,-4 3-1 15,1-2 12-15,-4 7 2 0,-3 3 4 16,-6 1 1-16,-2 3 8 0,-9 0 7 16,0 0-6-16,9 16 6 0,-13 2 2 0,4-6 6 15,-14 23-12-15,4-8 15 0,-3-3-16 0,1 0 15 16,1-3-16-16,1-2 14 0,2-8-9 15,1-1 21-15,2-2-9 0,2-1 10 0,2-1-14 16,1-6 7-16,0 0-6 0,14 4-2 16,9-8 1-16,5-4-8 0,-1-5-12 15,2 2 6-15,3-3-1 0,1-3 11 0,1 1-11 0,4-1-3 16,1-1-4-16,0 1-5 0,-1 1 0 16,0-1-5-16,-1 2 15 0,-2 1-2 0,-3 2 12 15,-3 1-20-15,-2 0 17 0,-1 1-2 16,-4 1 0-16,-4 1 1 0,0 6 13 0,-8-4-3 15,0 3 1-15,-4 1-13 0,0-2 17 16,-4 3-15-16,-2 1-8 0,-2 1 13 0,-2-1 9 16,-2 0-12-16,0 0 4 0,0 2-10 15,0 0 1-15,-1-2 10 0,-8 5-15 0,-1 1 10 16,-1-1-5-16,1 5 4 0,0 5-11 16,-1-1 14-16,-2 1 1 0,-2 2 7 0,3 0 5 15,1 4-8-15,0 0 13 0,1-2-16 0,-3 4 9 16,2-1-18-16,2 1 23 0,0 0-4 0,-1 0-10 15,4 2 7-15,3 0 3 0,1-1-9 16,3 0 6-16,1-4-27 0,4-8-9 0,0 3 9 16,16 18-13-16,-2-13-25 0,6-6-15 0,2-4-26 15,3 1-29-15,2-2-27 0,-1-3-38 16,5-2-66-16,0-2-290 0,3 0 0 0</inkml:trace>
  <inkml:trace contextRef="#ctx0" brushRef="#br0" timeOffset="63056.4">21002 14011 43 0,'0'-3'186'0,"-2"2"-9"16,2 1 4-16,-4 1 20 0,0 4-6 0,-8 7-6 16,-2 5-13-16,-2 1-15 0,0 2-10 0,-2 2-11 15,-2 2-7-15,-4 0-12 0,1 3-16 16,0 1-16-16,-1 0 5 0,2-2-27 0,-1 1 0 15,3-4-9-15,1-1 1 0,2-3-18 16,1 2 6-16,3-4 2 0,2-3 1 0,0-3-1 16,5-2-1-16,0-2-15 0,2-5 6 0,4 0 2 15,2-6-19-15,2 1 5 0,8-11-10 0,5-3-16 16,0-2-11-16,5-5-3 0,2-2-7 16,2-3-17-16,5-3 11 0,2-2-13 0,2 0 15 15,1 2-12-15,-1 2 3 0,-1 6-4 0,0-1 1 16,-4 4 10-16,0 0 3 0,-2 5-6 15,-4 1 22-15,2 4-4 0,0 1 5 0,-6 7-12 16,1 3 11-16,-13 0 3 0,15 13 9 16,-14 4 1-16,-3 6 10 0,-6 4 6 0,0-10 4 15,-16 30-11-15,1-15-2 0,-2 5 2 0,-6 2-12 16,-1-1 3-16,-2-3 19 0,0 3-23 16,-2-4 2-16,0 0-13 0,4-4-15 0,0-4-9 15,2 0-27-15,4-6-20 0,2 1-17 0,0-6-16 16,4-3-39-16,4-5-54 0,4-3-294 15,8-6 0-15</inkml:trace>
  <inkml:trace contextRef="#ctx0" brushRef="#br0" timeOffset="63308.53">21421 13679 165 0,'6'-9'200'0,"-4"2"-16"0,2 2 10 0,-1 5-17 16,-2 2-7-16,1 5-15 0,-1 0-19 0,0 14-2 16,-1-10-9-16,0 12-7 0,0 3-20 0,-14 36 5 15,4-25-15-15,0 6 0 0,-4 3-7 16,2 2-13-16,-4 6-17 0,-1 4 5 16,-2-1 17-16,3 1-31 0,0-3-25 0,3-4-9 15,1-2-36-15,3-4-34 0,1-2-26 16,2-7-82-16,4 0-60 0,0-8-259 0,2-17 1 15</inkml:trace>
  <inkml:trace contextRef="#ctx0" brushRef="#br0" timeOffset="63500.91">21319 14180 104 0,'4'-7'148'0,"2"3"-8"0,5-6-21 16,4 9-5-16,3 1-7 0,-7 0-11 15,8 0-8-15,30 15-13 0,-17-8-2 0,6-1-18 16,3 2-11-16,3-5-23 0,1 1-21 16,-1-2-45-16,3 0-22 0,1-2-18 0,-25 0-51 15,10 0-43-15,41-13-47 0,-37 7 18 0,-4-3 12 16</inkml:trace>
  <inkml:trace contextRef="#ctx0" brushRef="#br0" timeOffset="64039.39">22077 14097 86 0,'-16'4'176'15,"-4"2"6"-15,4 3 6 0,-3 4 5 0,-4-1-13 16,3 2 0-16,0 1-8 0,2 1-20 16,-4 4-14-16,0 0-9 0,-2 1-11 0,0 2-4 15,0-2-10-15,0 4-13 0,-1-2-19 16,5-1 8-16,3-2 2 0,0 1-15 0,1-3-3 16,4-7 5-16,2 2-22 0,1 1 15 15,6-7-13-15,3-7-4 0,0 0-1 0,16 8-7 16,4-10-11-16,-8 2 3 0,28-12-29 0,-13 3 16 15,1 2-13-15,0-3 3 0,0 0-4 16,0-1-8-16,0 1-13 0,-1 2 15 0,1 0-5 16,-3 2 0-16,-2 2-10 0,-2-1 12 0,-1 4-3 15,-6 1-10-15,-14 0 5 0,10 0 11 16,14 16 1-16,-14-2 7 0,-4 0-15 0,-2 3 1 16,-2 4 8-16,-2-10-14 0,0 6 7 15,-14 21-15-15,6-12-4 0,-2-4-12 0,2-2-19 16,0-3 17-16,4 2 1 0,-4-8 20 0,4-3 31 15,2-4 2-15,2-3-4 0,2-1-2 16,-2-3 1-16,4-3 8 0,4-11-8 0,0-6 6 16,0-2 1-16,-2-3 0 0,4-3-5 0,-2-2-1 15,0-4 6-15,0-4-8 0,0-3 2 16,0 0-18-16,4 1-7 0,0 3 13 0,0 1-20 16,0 2 11-16,0 5 6 0,0 1-4 0,0 4-1 15,0 4 2-15,0-2-3 0,-2 8 2 16,0 2 15-16,0 4-4 0,-2 3 19 0,0 7-4 15,-8 1 2-15,0 0 13 0,18 24-19 0,-16-2 20 16,-2 7 14-16,0-15-6 0,-18 40-20 16,2-10-8-16,-4 5 10 0,-8 4-3 0,-2 1-8 15,-4-1-7-15,4 4-28 0,2-4-20 16,-2-6-12-16,4 1-2 0,2-5-15 0,3-6-25 16,2-1-26-16,5-2-25 0,6-4-55 15,0-1-308-15,8-16 0 0</inkml:trace>
  <inkml:trace contextRef="#ctx0" brushRef="#br0" timeOffset="64344.87">22343 14690 163 0,'6'-23'198'0,"-2"1"-15"0,0-1 1 0,0-2-21 15,2 0-17-15,0 1-3 0,2-2-16 0,0-1-15 16,2 1-20-16,2 1-13 0,4 1-7 15,2 1-6-15,2 2-5 0,4 0-7 0,4 1-16 16,0 3 2-16,0 2 3 0,2 3 13 16,-2 3-3-16,0 4-9 0,-2-1 3 0,-4 6-12 15,-10 0-5-15,16 11 14 0,-12 1-2 0,-8 7 11 16,-4 5-14-16,-4-11 6 0,-12 31-3 16,-4-14-10-16,-4 7-7 0,-8-3-2 0,-4 0-3 15,-4 4 1-15,-2 0-6 0,-4-2-12 0,2 2 0 16,-2-4-12-16,2 1-20 0,2-1-10 15,2-4-21-15,4-1-12 0,4-5-25 0,4 1-28 16,4-6-15-16,4 1-69 0,6-4-255 16,6-6 0-16</inkml:trace>
  <inkml:trace contextRef="#ctx0" brushRef="#br0" timeOffset="64774.53">23011 14355 182 0,'12'-3'215'0,"-4"1"3"0,-4 6-7 0,-2-2 1 15,-4 2-33-15,2 3-8 0,-6 10-9 0,-2 1-6 16,-4 4-19-16,-2 1-8 0,-2 0-9 16,0 0-18-16,-2 4-3 0,0 3-5 0,0-3-6 15,4-1-13-15,2 0 10 0,0 1-17 0,0-3-22 16,4-7-15-16,2 2-1 0,4-6-5 15,2-13-6-15,0 9 9 0,22 9-21 0,0-13 11 16,2-3-12-16,-12-2-3 0,10 0-8 16,28-18 1-16,-14 6-7 0,0-3-11 0,2-1 2 15,0 0 9-15,1-1 3 0,-3 2-8 0,-1 1 10 16,-6 1-1-16,-1 2-1 0,-3 0 18 0,-2 1-10 16,-3 2-2-16,-4 3 0 0,-5 3 3 15,-5 2 3-15,-6 0 12 0,3 13-6 0,-11 7 23 16,-11 4-5-16,-11 5-3 0,-10 4-2 15,-8 2 25-15,-6 6-29 0,-6 0 21 0,-4 4 3 16,-4-4-3-16,-4 3-2 0,0 3 1 16,-4-1 4-16,0-1-6 0,2-2-17 0,-4-1-1 15,0-1-13-15,-2-1-46 0,-6-4-46 16,-4-4-38-16,-2-4-40 0,-4-2-81 0,-3-7-425 16,-4-5 1-16,-5-5 0 0</inkml:trace>
  <inkml:trace contextRef="#ctx0" brushRef="#br0" timeOffset="65796.42">16041 15371 77 0,'-12'26'192'0,"1"2"-16"15,-2 6-3-15,-2 0-5 0,0 7-9 16,1 0-23-16,2 4-9 0,-2-1-6 0,2 1-22 16,3 1-6-16,1-5-7 0,4-1-5 15,1-3 3-15,3-18-8 0,0 8-6 0,11 25-4 16,4-38-4-16,6-5 8 0,4-9-23 16,-11 0 0-16,34-21-12 0,-14 4 7 0,6-9-6 15,3-5 10-15,1-2-9 0,1-3-3 16,-1 0-6-16,-2-1-9 0,-4 4-5 0,0 3 13 15,-8 3-8-15,-2 4 22 0,-4 0-7 0,-2 4-7 16,-2 0-6-16,-2 4 5 0,-2 8 5 0,-4 1-7 16,-12 6-2-16,6 0-9 0,10 22 20 0,-14-3-15 15,-2-6 2-15,0 8 11 16,0 4-17-16,-16 35 0 0,10-26-5 0,-2 0 13 16,4 0-10-16,0-4 1 0,0 5-1 0,4-4 14 15,0-5 3-15,0-16 10 0,0 5-13 0,12 10 15 16,2-15-6-16,0-9-6 0,-2-1 8 15,8 0-6-15,28-23-18 0,-14 8 11 0,2-6-15 16,2-1 2-16,4-3 0 0,0-2-11 0,4-1-6 16,0 3-3-16,1-2-4 0,-2 2 3 15,1-1-2-15,-4 1-3 0,1 3 1 0,-3 0-2 16,-1 1-4-16,-3 0 4 0,0 3-8 0,-2-1 8 16,-2-1-3-16,0 3 1 0,-4-1 9 15,0 1-3-15,-3-1-6 0,-2-2 9 0,-2 3-13 16,-3-2 9-16,-1-1-3 0,-4 0-6 15,-2 4 10-15,-4-3-17 0,-6 6 14 0,-1 13-1 16,0-13-2-16,-23-8 1 0,6 19 14 0,5 2-9 16,-8 0 10-16,-26 18-7 0,12 1 3 15,0 8-1-15,-5 5 24 0,0 5 6 0,-1 7 2 16,0 1 8-16,3 2-7 0,1 0 4 0,3 1 2 16,3 1 9-16,5-3-27 0,4-2 20 0,5 1-4 15,2-6 9-15,8-1-13 0,4-3-14 16,2-19 5-16,15 27-5 0,9-27 6 0,7-2-1 15,10-5 6-15,8-7-16 0,-21-2-10 16,14 0-29-16,63-21-27 0,-40 5-24 0,6-9-27 16,-1-1-23-16,5-6-5 0,0-2 21 0,-5-1 7 15,-3-1 15-15,-7 3 5 0,-4-3 12 16,-5 7 12-16,-6-2 6 0,-5 5 10 0,-5 1 12 16,-4 5 15-16,-6 2 4 0,-4 0 9 15,-3 0 10-15,-8 2 3 0,-6 5 7 0,-4 11 21 16,0-9 13-16,-21-6 15 0,4 13 15 0,-5-3-16 15,-2 3-17-15,12 2 12 0,-9 0-11 16,-27 13-5-16,16 0 4 0,0 3-12 0,0 2 15 16,-2 1-11-16,4 4 0 0,0-2 1 15,4 0-19-15,3 1-4 0,3 5-35 0,4-6-2 16,4 3-19-16,4-3-20 0,7-4-27 16,1-17-40-16,13 26-51 0,3-20-42 0,4 0-258 15,5-3 0-15</inkml:trace>
  <inkml:trace contextRef="#ctx0" brushRef="#br0" timeOffset="66292.73">18456 15589 17 0,'-16'-16'234'15,"0"5"-19"-15,-4 0-10 0,0 2-3 0,0 3-11 16,-5 4-21-16,11 2-21 0,-6 0-1 0,-30 12-13 15,22-1-4-15,-2 3-13 0,1 3-9 16,-2 4 0-16,2 2-27 0,2 1-6 0,2 3 3 16,5-1-10-16,-3 1-18 0,7-1-7 0,1-1 13 15,5 2-6-15,0-5-13 0,8 0 2 16,2-14 9-16,0 1-10 0,13 12 4 0,2-14-7 16,3-3 3-16,6-2-16 0,-10-2 14 0,29-15-10 15,-14 8 6-15,-1-1-21 0,1-4 7 0,3-5-22 16,0-1 11-16,3-1-11 0,-2-4 2 15,2 1-17-15,1 3 16 0,-6-7 0 16,0 3-5-16,-6 4-8 0,0 0-5 0,-4 1 7 16,0 0 4-16,-4 5-7 0,-2 3 6 15,-2-1-2-15,-2 2 4 0,0 3-3 0,-4 0-3 0,-2 2-1 16,0 2-1-16,-4 2 0 0,0 0 1 16,-4 7 7-16,-4 9-9 0,-4 0 18 0,-4 5-1 15,0 0 13-15,0 0-20 0,0 1 16 16,-2 0-7-16,0 2 13 0,2 1-1 0,0-1 12 15,0 1-6-15,0-3-6 0,0 0-12 0,2-2 10 16,0 1 2-16,2-4-6 16,1 0-2-16,3 0 3 0,0-5-9 0,3-1-1 0,2-2-7 15,3-4-3-15,0-5-12 0,0 0-21 16,0 0-9-16,0 0-32 0,11 7-25 0,-6-9-26 16,6-8-39-16,1-1-21 0,2-3-67 0,-2 1-209 15,2-3 0-15</inkml:trace>
  <inkml:trace contextRef="#ctx0" brushRef="#br0" timeOffset="66718.7">18356 15472 137 0,'-25'-18'197'0,"-3"1"-5"0,-3 5-4 0,-1 1-11 16,-3 6-20-16,-2 4-6 0,17 1-15 15,-40 11-10-15,17 3 7 0,-1 4-10 0,0 6-16 16,-1 2 4-16,3 3-4 0,5 6-4 16,-2-1 4-16,5 2-18 0,3 0 6 0,2 0-12 15,6 1-27-15,3-4 7 0,4 0 3 0,4-4-13 16,4 3-4-16,5-4 1 0,3-18 1 0,12 16-1 16,4-12-9-16,7-7-7 0,8-5 9 0,-15-2-3 15,8 0-20-15,40-13 11 0,-23 0 1 16,3 1-12-16,3-6 6 0,1-2-15 15,0 0-11-15,-4-1 0 0,-3 5 1 0,-5 1 0 16,-4 1 0-16,-4 0-7 0,-4 3 3 16,0 4-2-16,-4-1-3 0,-1-1-3 0,-4 3 6 15,-6 6 1-15,-1 0-11 0,-8 0 3 0,0 0 8 16,7 15 4-16,-11 2 10 0,-3 4-19 16,-2-1 15-16,-3 3-8 0,0 0 1 0,0 1 8 15,-2 1-4-15,0 0-30 0,2-1-8 0,1 0-24 16,3-1-22-16,3-2-11 0,3-8-18 15,2-13-19-15,0 7-13 0,26 4-21 0,-5-11-25 16,-8 0-46-16,26-16-251 0,-11 1 0 16</inkml:trace>
  <inkml:trace contextRef="#ctx0" brushRef="#br0" timeOffset="66947.95">19103 15363 139 0,'3'-12'203'0,"-5"7"-12"0,-4 2 0 15,-2 4-19-15,-11 6-9 0,-6 5-3 0,-5 3-24 16,2 5 0-16,-5 5 0 0,-2 2-14 16,-1 3-5-16,0 0-2 0,3 2-2 0,1-1-32 15,3-1 14-15,2-3 1 0,4 0-26 0,5-3 12 16,2-3-10-16,-3 0-8 0,8-5 4 16,5-2-14-16,6-14 0 0,0 9-8 0,26 2-6 15,-10-11 27-15,35-11-25 0,-6 1 4 0,10-3-17 16,6-7-7-16,2-5-31 0,6-5-53 0,3-4-58 15,3-4-53-15,-3 1-87 0,-4 1-365 16,-2 0 0-16</inkml:trace>
  <inkml:trace contextRef="#ctx0" brushRef="#br0" timeOffset="67149.57">19522 15499 10 0,'-16'29'176'0,"3"0"10"0,0 2-5 0,1 1 14 15,0 1-11-15,0-2-22 0,0 5-3 0,2-1-8 0,4-2-5 16,-2 2-25-16,2-1 1 0,4 3-13 16,2-21-4-16,0 11-21 0,0 4-5 0,14 36-1 15,-3-35-13-15,0-1-27 0,3-3-33 16,2-3-50-16,-1-7-52 0,2 2-33 16,-2-4-59-16,-4-7-57 0,-7-3-167 0,-6-7 1 15</inkml:trace>
  <inkml:trace contextRef="#ctx0" brushRef="#br0" timeOffset="67997.42">13433 14482 163 0,'-72'-70'162'0,"6"-3"-22"0,8-1 0 0,8-5 3 15,10-2-1-15,10-7-6 0,7 2-9 0,10-3 6 16,9-4-15-16,4 50 1 0,24-94-8 16,4 43 7-16,13-3-21 0,10-1-4 0,14 0-7 15,58-67 13-15,11 19 1 0,5 8 21 0,15 6-11 16,11 8 1-16,18 4 9 0,14 8 2 0,8 8-1 15,18 2-1-15,7 4 6 0,7 13-6 16,10 9 2-16,12 5-11 0,6 12-2 0,6 9-7 16,4 9-21-16,1 7-1 0,6 9-24 0,-2 11-5 15,1 3-6-15,4 10 0 0,-145 1-12 16,279 19-1-16,-148 1-11 0,-2 5-2 0,-4 9 2 16,-9 7-6-16,-3 8 3 0,-1 7-1 0,-12 6-12 15,-9 3-1-15,-3 5-5 0,7 9 5 16,-19 8-7-16,-4 2 10 0,-8 5-5 0,2 9 0 15,-15 3-6-15,-7 4 4 0,-8 2-9 16,-8 3 5-16,-6 5-2 0,-6 3-6 0,-8 9 10 16,-8 2-1-16,-29-21-5 0,17 33 0 15,-29-22 7-15,-17-15 1 0,29 55-11 0,-28-28 9 16,-18-18 0-16,-12-10-5 0,-2 9 13 0,-5 1-1 16,-9 11 0-16,-4-3-6 0,-5 2 1 0,-9-1-12 15,-8 5 16-15,-7-2-3 0,-4-65-2 0,-15 130-4 16,-5-68-5-16,-5-5 11 0,-9-2-5 15,-10-3 3-15,-9-2-9 0,-47 64 9 0,10-48 1 16,9-25-6-16,1-16-2 0,-64 51 0 0,29-37 3 16,13-19 7-16,3-14-8 0,-76 45-3 15,3-15 11-15,28-22-2 0,-42 12-7 0,-2-4 9 16,28-24-12-16,21-12 7 0,-76 19 8 0,-6-8-14 16,-6-5 8-16,2-8-1 0,-9-6 12 0,-6-11-1 15,41-11-5-15,-53 0-8 0,-12-6 14 16,-1-8 7-16,154-7 10 0,-81 0 4 0,-278-21 21 15,171-3 5-15,-2-8 2 0,3-7 11 16,-19-9 2-16,2-1 3 0,3-5-2 0,-6-7 14 16,8-7 1-16,3-5-10 0,-2-4 15 0,0-12-11 15,2-2 5-15,-15-13 13 0,3-9-17 16,-12-6 3-16,10-11 3 0,2-3 6 16,11-8 10-16,11-1 0 0,14-7-1 0,-1-13 7 15,12-6 3-15,17-2-7 0,25-3-7 0,21-1-16 16,11-3-12-16,21 0-5 0,22 1-12 15,15-9-5-15,21 8-10 0,17 4-21 16,38 25-29-16,20 21-43 0,20 11-69 0,8-6-69 16,16 56-64-16,16-131-1286 0,12 64 0 0,43-81 0 15,-8 50 771-15</inkml:trace>
</inkml:ink>
</file>

<file path=ppt/ink/ink32.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1T10:30:51.157"/>
    </inkml:context>
    <inkml:brush xml:id="br0">
      <inkml:brushProperty name="width" value="0.05292" units="cm"/>
      <inkml:brushProperty name="height" value="0.05292" units="cm"/>
      <inkml:brushProperty name="color" value="#FF0000"/>
    </inkml:brush>
  </inkml:definitions>
  <inkml:trace contextRef="#ctx0" brushRef="#br0">8995 13574 11 0,'0'0'82'15,"0"0"-12"-15,0 14-9 0,0-14-2 0,0 0 4 16,0 0-4-16,0 0-8 0,0 0-11 15,0 0 22-15,0 0-10 0,0 0-6 0,0 0 4 16,0 0-3-16,0 0-3 0,0 0 12 16,12 16-12-16,-11-16 7 0,-2 0-16 0,2 0 5 15,1-2-2-15,-2 2-16 0,1 2 9 0,-1-4 2 16,1 2 1-16,-1 0-2 0,0 0-8 16,2 2 7-16,-2-2-3 0,0 2-6 0,0 0-1 15,0 1-4-15,1 0 5 0,-1 0 1 0,0 2 7 16,0 1-3-16,1-1-1 0,-1 2 1 15,0 0 6-15,0 3-5 0,0 0 1 0,0 4-4 16,0 7 1-16,0 0 7 0,0 3-8 16,0-1 15-16,10 28-8 0,-9-21 4 0,3-3 0 15,0-1-15-15,2 3 3 0,-1 1-4 16,2-2 4-16,-1 4-7 0,4-1 8 0,-2-4-10 16,1 0-3-16,2 0-3 0,2 1 6 0,0-1 18 15,6-4 3-15,-2 1 10 0,2-1 14 0,2-1 5 16,3-2-6-16,2-2 9 0,4-5 13 0,6-1-11 15,6-2 0-15,3-5-9 0,6-2-9 16,-23-3 10-16,17 0 6 0,69-20-4 0,-36 3-15 16,8-6 15-16,13-6-11 0,9-10 13 15,9-5-9-15,93-34 2 0,3-10-2 16,8-5-6-16,7-1 4 0,7-1-14 0,5-4 1 16,22-2-7-16,2 7-11 0,5 0-29 0,-6 11-40 15,-8 5-15-15,-10 5-43 0,-9 5-10 0,-15 2-43 16,-10 5-46-16,-51 11-523 0,-31 9 0 15,-22 4 0-15</inkml:trace>
</inkml:ink>
</file>

<file path=ppt/ink/ink33.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1T10:38:28.514"/>
    </inkml:context>
    <inkml:brush xml:id="br0">
      <inkml:brushProperty name="width" value="0.05292" units="cm"/>
      <inkml:brushProperty name="height" value="0.05292" units="cm"/>
      <inkml:brushProperty name="color" value="#FF0000"/>
    </inkml:brush>
  </inkml:definitions>
  <inkml:trace contextRef="#ctx0" brushRef="#br0">4910 13021 4 0,'0'0'139'0,"-15"0"-6"0,15 0 1 16,0 0 0-16,0 0-4 0,0 0-10 0,-13 0-4 16,-3 26 0-16,15-25-7 0,-2 1-9 0,2-2-6 15,-2 1-7-15,2 1-5 0,-1-2-8 0,1 0-4 16,0 0-5-16,-1 0-5 0,2 0-9 16,-1 2-9-16,0-2 8 0,-1 0-8 0,2 0-2 15,0 2-12-15,-1-2 1 0,1 0-6 0,0 0 12 16,0 0-18-16,-1 0 8 0,1 0-12 0,0 0 6 15,0 0 0-15,-2 0-8 0,2 0-1 16,0 0-5-16,0 0-1 0,-1 1 10 0,1-2-9 16,0 1 0-16,0 2-3 0,0-3-1 15,1 1 9-15,-2-1-2 0,2 2 4 0,1-1-12 16,-1 0 10-16,2 0-8 0,-1 0 4 0,2-1-5 16,0 1 4-16,2 0 5 0,0-2 2 15,12 0-10-15,-8 2 11 0,5 0 2 0,22-7-15 16,-13 3 3-16,0 0 3 0,3 1-2 15,1-3 12-15,0 1-13 0,1-2 6 0,1 2 7 16,0-2-9-16,0 1-2 0,-2-3 16 16,0 4-3-16,0-1-1 0,-4 1-15 0,0-1 9 15,0 0-3-15,-2 2 3 0,-2-1-2 16,-2 2-6-16,2 0 0 0,-4-2 5 0,-4 3-4 16,0-2 12-16,-4 3-2 0,0-1-7 0,0-1-10 15,0 3 4-15,-2-1 6 0,0-1-9 16,-2 1 3-16,2 0-4 0,-2 0 5 0,2 1-2 15,-2-3 0-15,0 3-1 0,0 0-4 16,0-2-5-16,-2 0 2 0,0 2 13 0,2-1-2 16,-2 0-5-16,0 1-2 0,0-1-8 0,0 1 3 15,0-2-6-15,0 2 13 0,2-1-13 16,-4 1-5-16,4-1-20 0,-4-1-6 0,2 0-12 16,0 1-11-16,-2 0-20 0,2 0-15 0,-2-1-31 15,2 1-3-15,-2 0-74 0,0-3-189 0,0 4 1 16</inkml:trace>
  <inkml:trace contextRef="#ctx0" brushRef="#br0" timeOffset="520.01">5115 13883 79 0,'-2'2'253'0,"0"-1"-25"16,0 0 6-16,-2 1-33 0,4-2-4 0,-4 1-38 16,4 0-9-16,-2 0-24 0,0-1-4 15,2 3-28-15,0-2 2 0,0-1-9 0,0 1-7 16,4-1-5-16,2 0-16 0,0 0 18 0,14-1-12 15,-8 1-7-15,8 0-10 0,2 0 3 16,6 0 5-16,34-13-11 0,-34 9-6 0,6 0-9 16,0-1-4-16,0 1 16 0,2-1-11 0,2-2-1 15,2 0 5-15,0 0-5 0,0-1-3 16,0 1-9-16,0-1 17 0,-2 1-12 0,-2-1 4 16,-4 5-4-16,0-5-8 0,-4 2-5 0,0 2-5 15,0-3-5-15,-4-2 0 0,-2 2-41 16,0-2-39-16,-6-4-51 0,0 3-57 0,-6-3-90 15,2 1-314-15,-2 0 0 0</inkml:trace>
  <inkml:trace contextRef="#ctx0" brushRef="#br0" timeOffset="2072.73">7742 13712 155 0,'-14'0'194'0,"14"0"4"16,0 0 10-16,0 0-9 0,0 0-10 0,-14 0-24 15,14 0-6-15,-22 20-27 0,20-20-17 16,-2-1-7-16,1-1-10 0,0 2 3 0,-1-1-25 15,2-1-5-15,-1 1 7 0,0-1-18 16,1 1 2-16,-1 0-19 0,0-3-1 0,1 2-9 16,-1-2 0-16,2-1-5 0,-3 1 0 15,2-2 1-15,1-3-5 0,1 1-23 0,0-3 9 16,0-6-1-16,0-2-3 0,12-24-14 0,-5 21 10 16,3-3-5-16,1 0-6 0,1 1-2 0,1 1 6 15,1 0 4-15,4-1-10 0,2 2 6 16,3-1 6-16,2-2-11 0,1 0 17 0,4 1-10 15,4 2 7-15,-1-1-9 0,3 1 8 16,1 2-10-16,-1-2 18 0,4 5-10 0,-4 1 7 16,-1 2-7-16,0 2-8 0,-2 2 9 15,-2 3 2-15,2 3 5 0,-1 1 2 0,-17 3 2 0,7 0-4 16,22 24 0-16,-25-7 1 0,0 0 8 16,-5 9-3-16,-2 4 5 0,-2 3-9 0,-5 2 8 15,-2 7-5-15,-3 0-11 0,0-21 5 16,0 11 9-16,-14 41-8 0,6-33-7 0,-1 1 3 15,-3 0 3-15,-3-2-7 0,-2-2 9 16,1-1 12-16,-3-4-7 0,-1-1-10 0,-1-1 13 0,-3-3-16 16,-1-2 57-16,-1-4 6 0,-2 0-11 15,2-4 5-15,-2-4 2 0,1 0-14 16,0-5 2-16,-5-3 0 0,0 0-11 0,19-5-20 16,-8 0-3-16,-29-16-5 0,25 6-17 0,4-3 3 15,-2-3-10-15,6-4-11 0,1-1 8 16,1-4-10-16,4 2-11 0,1-2 7 0,0-3-7 15,5-2 4-15,4 4 1 0,1 14 7 16,0-9-4-16,13-24-17 0,0 23 9 0,2 3-16 16,1 1-11-16,3 1-26 0,2 5-37 15,0 2-36-15,5 2-47 0,-1-1-364 0,2 0 0 16</inkml:trace>
  <inkml:trace contextRef="#ctx0" brushRef="#br0" timeOffset="2396.83">8739 13657 194 0,'5'-3'265'0,"-1"-2"-9"0,4-8-10 0,0-1-32 16,0 2-9-16,2-2-30 0,-1-1-10 0,2 3-17 15,-1-3-11-15,2 3-21 0,2-2-18 0,-1 1-5 16,-2 2-7-16,1 0-10 0,-4 3 6 16,-2 3-24-16,0 0-4 0,-2 0-15 0,1 3 3 15,-2-2-6-15,-1 3-8 0,0-3-2 16,0 3-4-16,0 1-14 0,-2 0 3 0,0 0-15 16,0 0 11-16,2 12-10 0,-3-4-23 15,0-1-38-15,-2 10-23 0,-2 0-35 0,3-4-24 16,1-2-34-16,0-1-82 0,1-4-237 0,0-6 1 15</inkml:trace>
  <inkml:trace contextRef="#ctx0" brushRef="#br0" timeOffset="2924.63">9862 12910 1 0,'0'-13'230'0,"-6"-4"-19"0,2 5-3 0,-2-3-9 16,0 2-26-16,0 3-10 0,-6-1-28 16,-2 4-10-16,-2 3-9 0,8 4-11 0,-8 0-18 15,-22 17-8-15,14-6 3 0,-2 6-23 0,-4 1-1 16,-1 5 1-16,-2 4-9 0,4 5-6 0,-1 4 3 15,4 7 4-15,-2 4 13 0,1 6 0 16,3 6 6-16,3 1 5 0,2 1-15 0,3-1-5 16,4-1 13-16,3-5-11 0,3-1-20 0,4-6 11 15,2-26 17-15,0 11-24 0,12 34 5 16,-2-34-8-16,6-8 18 0,6-1 8 0,3-4 4 16,2-4-3-16,3-6-17 0,1-2 13 15,0-2-16-15,3-1 7 0,-18-4-21 0,7 0 12 16,30-13-4-16,-28 5-6 0,-1-3-10 15,-4-2 6-15,0 1-4 0,-4-3-9 0,-4 2-7 16,0-2-9-16,-8-4-5 0,4 2-11 0,-6 0 0 16,-2 3-1-16,0 14 3 0,0-11-4 0,0-4 8 15,-14-8-12-15,10 14 11 0,-2 2-5 16,0 3-6-16,0-1-2 0,0 3-4 0,0 3-2 16,6-1 10-16,-22 12-11 0,10 1 3 15,-2 0 14-15,4 4-14 0,0 3-17 0,4 2-17 16,0 3-33-16,2-3-17 0,2 1-30 0,2-12-12 15,0 6-41-15,12 21-50 0,-4-22-345 16,2-4 1-16</inkml:trace>
  <inkml:trace contextRef="#ctx0" brushRef="#br0" timeOffset="3257.2">10024 13791 59 0,'5'-23'306'0,"-3"-3"13"15,-2 13-36-15,0-8-11 0,0-2-34 16,0-4-23-16,0 1-21 0,0 0-14 0,0-1-36 16,0 1-11-16,0 0-34 0,12-20 8 0,-6 24-24 15,4 1-13-15,3 2-4 0,4 0-8 16,1 2-27-16,0 3 8 0,9 0-9 0,-1 3-1 16,-1 2 4-16,3 2-9 0,-1 4 1 0,-2 3-2 15,-14 0-13-15,5 0 11 0,20 19-9 16,-23-2 14-16,-2 4-9 0,-9 7 2 0,-2-12 2 15,-10 32 2-15,-4-16-1 0,-2 0 5 16,-2 2-13-16,-4-4 13 0,0-1 22 0,-5-3-1 16,3-2 0-16,0-4 8 0,-3-1-5 15,4-3 8-15,1-1-11 0,-2-2 0 0,2-3-8 16,4-3-17-16,-4-5-2 0,6-2-4 0,8 0-24 16,-4 0 6-16,-13-18-41 0,14 4-29 15,3-5-75-15,4-5-53 0,4 11-64 0,0-8-507 16,14-30 0-16,-4 19 1 0</inkml:trace>
  <inkml:trace contextRef="#ctx0" brushRef="#br0" timeOffset="3902.11">11960 12313 126 0,'-7'0'177'0,"-1"-2"0"0,-12 4-5 16,8-2-19-16,-28 11-6 0,12-1-13 16,-2 2-15-16,-2 4-17 0,-4 1-10 0,-2 6-4 15,0 5-6-15,-4 0 2 0,-2 8-5 0,0 7-7 16,0 4 3-16,-1 4-13 0,1 3-4 15,0 8 1-15,4 2-4 0,0 6 20 16,3 3-10-16,2 5 0 0,3 1 11 0,4 1-7 0,4 4 3 16,3-4-9-16,3-1 14 0,4-3-12 0,2-1 0 15,2-4-5-15,1 0 2 0,6-5-13 16,2-2 3-16,1-34 2 0,0 13-10 0,12 54 2 16,-3-48-2-16,2-3 9 0,2-4-29 15,3-5-3-15,2-3-7 0,4-3-10 0,0-4-22 16,2-6-39-16,-2-6-45 0,4-4-45 0,2-6-66 15,-12-5-486-15,6 0 0 0,28-18 0 16</inkml:trace>
  <inkml:trace contextRef="#ctx0" brushRef="#br0" timeOffset="5561.61">11811 13055 34 0,'13'0'147'16,"-13"0"-3"-16,0 0-27 0,0 0 1 15,0 0-4-15,0 0-3 0,13 0-12 0,-13 0-16 16,0 0-2-16,0 0-9 0,0 0-3 16,0 0-2-16,0 0 1 0,16 17-2 0,-16-6 4 15,0 10-6-15,0 6 2 0,0 1-7 0,-9 34 1 16,4-26-13-16,1 0 5 0,0 3-2 0,-2-1-10 16,2 3-4-16,-1 1 7 0,4-4-14 15,-2-1 4-15,-2-1 5 16,1-3-8-16,1 1-7 0,2 0 11 0,-1-2-3 0,2-18-3 15,0 7-7-15,0 2-9 0,0 1 3 0,0-1-25 16,0 0-22-16,11 13-34 0,-7-27-48 0,4 4-49 16,-1-6-128-16,1-5-108 0,0-3 0 15</inkml:trace>
  <inkml:trace contextRef="#ctx0" brushRef="#br0" timeOffset="5768.52">12076 13591 108 0,'0'-12'198'0,"0"1"-22"16,0 1 1-16,-4-8-23 0,4 18-10 0,0-12-17 15,0 1-18-15,0 4-6 0,0 7-12 0,0-9-11 16,0 9-10-16,0-8-12 0,0 8-6 16,12-15-13-16,-7 11-30 0,11-3-40 0,-6 1-56 0,6 0-53 15,-4 0-95-15,6 1-66 0,-6-1 0 16</inkml:trace>
  <inkml:trace contextRef="#ctx0" brushRef="#br0" timeOffset="6028.36">12654 13111 19 0,'5'-5'211'0,"2"0"-16"0,-2 4-10 0,-2-3-11 15,1 3-24-15,-1 5-2 0,-2 0-13 0,0 4-16 16,2 13-6-16,-3-6-10 0,0 8-10 16,0 7-7-16,-12 37-2 0,7-24-9 0,-2 0-18 15,0 5 8-15,1-3-3 0,0 2-7 0,2-2-9 16,0-3-11-16,2-3-1 0,-1-1-7 16,2-5 16-16,1-13-16 0,0 6-22 0,0 2-21 15,0-2-21-15,0-3-29 0,17 15-48 16,-8-25-47-16,1-11-121 0,-1 0-136 0,-1-2 0 15</inkml:trace>
  <inkml:trace contextRef="#ctx0" brushRef="#br0" timeOffset="6372.39">12992 13436 17 0,'0'-19'222'0,"0"2"-19"16,0 7 9-1,0-2-34-15,0-4-5 0,0 2-16 0,15-17-25 0,-3 14-18 0,2 0-11 16,3 3 4-16,6 2-17 0,2 2-18 16,3 0 5-16,3 4-7 0,1 1-9 0,4 2 0 0,0 3-13 15,-18 0-3-15,9 0 3 0,33 12-4 16,-31-3-5-16,-2 0 1 0,-6 8-5 0,-6 4-14 16,0 5 8-16,-7 1-9 0,-7 9 3 15,-1-17 1-15,0 8-9 16,-19 36 13-16,10-29-6 0,-3-2-6 0,1-2-6 0,2 0-6 0,0-2 3 15,1-1 5-15,1-8-1 0,2 0 28 16,1-4 10-16,2-2-2 0,2-13 7 0,0 7-23 16,12 3 13-16,-4-10-6 0,14-2-6 15,-10 2 2-15,29-9-13 0,-12-1-16 0,5 0 10 16,3-2 1-16,2-1-24 0,1 1-7 0,0-3-33 16,-1 0-33-16,-1-2-37 0,0-2-41 15,-2 4-57-15,-4-1-377 0,0-2 0 0</inkml:trace>
  <inkml:trace contextRef="#ctx0" brushRef="#br0" timeOffset="6770.3">14145 12435 128 0,'-5'-20'184'0,"2"10"-20"0,3 7 3 0,3 3-1 16,-1 5-10-16,8 11-8 0,0 0-11 0,6 7-8 16,-2 5-8-16,2 8-18 0,0 7 10 0,-2 4-19 15,1 8-9-15,-2 4-4 0,-2 8 2 0,-2 4-7 16,1 7-24-16,-4 2 9 0,1 4-5 15,-2 0-6-15,1-2 1 16,-2 0-5-16,-2-4 13 0,1-3-8 0,-2-3 2 0,1-2-17 0,-2-36 11 16,0 15-15-16,0 5 12 0,-19 58 6 15,7-57 0-15,-5-2-8 0,-5-5 11 0,-3-1-24 16,-6-3 6-16,-2-2-5 0,-7-4 2 16,-4-6 17-16,0-1-4 0,-3-1-5 0,5-4-14 15,-1-4-27-15,3-2-38 0,1-7-41 16,3-3-56-16,3-5-56 0,17-5-106 0,-25-12-329 15,19-3 0-15</inkml:trace>
  <inkml:trace contextRef="#ctx0" brushRef="#br0" timeOffset="7384.31">15993 12100 122 0,'-14'-2'164'0,"-4"0"-4"16,7 2 4-16,-25 13-14 0,11-4-12 0,-7 8-1 15,-3 5-25-15,-5 4 0 0,-1 6-10 16,-1 6-9-16,-2 5-4 0,2 5-4 0,-4 6-5 16,2 4-6-16,3 5-2 0,-2 1-6 0,3 3 0 15,3 2 0-15,-1 3 9 16,5 4-4-16,4 3-13 0,1 1 12 0,3 0-4 0,3 3-2 15,2-2 7-15,3 0 2 0,2 1-5 16,3-5 0-16,3-2 2 0,1-1 18 0,1 0-25 16,3 0 14-16,3-2-15 0,0-2 2 0,1-36-2 15,0 15-6-15,0 7-2 0,12 62-14 16,-4-59 5-16,0-4 0 0,1-2-23 0,0-3-20 16,6-3-15-16,0-3-22 0,-1-3-22 0,2-4-33 15,0-5-24-15,2-6-38 0,1-6-78 16,3-8-469-16,4-1 0 0,-11-11 0 0</inkml:trace>
  <inkml:trace contextRef="#ctx0" brushRef="#br0" timeOffset="8019.27">16138 12793 161 0,'0'4'183'16,"0"2"-12"-16,0 1 7 0,1 1-8 15,-2 16-24-15,1-11-10 0,0 6-3 0,0 6-5 16,0 0-15-16,-11 33-7 0,9-23-1 0,-5 1-9 15,0 0-6-15,1 1-5 0,0 2-5 16,-4 0-7-16,3 1-15 0,0 1-6 0,2-4 4 16,0 2-20-16,1-1 15 0,1-4-10 0,0 3-10 15,1-1-5-15,0-4-4 0,1-1-2 16,0-6-23-16,1-2-31 0,0-11-27 16,0 1-25-16,0 0-32 0,14 15-44 0,-8-22-119 15,0-5-170-15,2-4 0 0</inkml:trace>
  <inkml:trace contextRef="#ctx0" brushRef="#br0" timeOffset="8432.54">17007 13114 32 0,'-4'1'189'0,"0"-2"-13"16,1 2-3-16,0-1-9 16,-1 0-5-16,0 2-17 0,2-2-19 0,0 2 133 15,2 0-142-15,3-2-2 0,1 5-10 0,9 2-5 16,2 2-6-16,5-2-2 0,3 0-6 16,3-1-18-16,4 1 5 0,2-2 6 0,-2 1-4 0,2 1-11 15,2-1-11-15,2 0-13 0,1 1 4 16,3-3 14-16,-3 1-17 0,3-1 5 0,0 2-26 15,-3-2 12-15,2 0 6 0,-2-1-22 0,-1-1 0 16,-1 0-25-16,1 1-35 0,-7-3-46 16,-2 0-63-16,-15 0-89 0,5 0-321 0,2 0 0 15</inkml:trace>
  <inkml:trace contextRef="#ctx0" brushRef="#br0" timeOffset="8883.19">19312 12650 108 0,'3'1'179'0,"0"1"0"0,-1 2 6 0,0 4-6 15,-1-1-15-15,-2 0-12 0,-1 15-6 16,2-11-25-16,0 7-1 0,-10 26-6 0,4-15-22 15,1 0 5-15,0 2-6 0,-2 1-10 16,-1-1-2-16,3-2-3 0,-1 3 4 0,1-2-14 16,-2 4-3-16,2-3-6 0,0 2-2 0,-1 1 0 15,1 0-6-15,2-2-13 0,-1-3 9 0,2-1-13 16,0-3 1-16,1-3-16 0,0 1 11 0,1-3-3 16,0-8-12-16,0-1-20 0,0 3-36 15,0-3-17-15,0-2-36 0,0-1-28 0,0 0-63 16,12 1-126-16,-8-7-184 0,1-4 0 15</inkml:trace>
  <inkml:trace contextRef="#ctx0" brushRef="#br0" timeOffset="9083.56">19582 13140 219 0,'8'-14'239'0,"-1"5"-10"0,0-5-27 0,1 1-16 15,-2 3-10-15,0 4-25 0,-1-1-14 16,-1 1-9-16,0 2-12 0,0 0-22 0,-1 1-2 16,2 0-19-16,-2 0-31 0,-1 1-33 0,2 0-43 15,-1 0-48-15,1 0-46 0,0 1-68 16,0-1-150-16,-1 1 19 0,2-2 0 0</inkml:trace>
  <inkml:trace contextRef="#ctx0" brushRef="#br0" timeOffset="9353.74">20152 12810 91 0,'4'-2'245'16,"-2"0"-14"-16,1 1 0 0,0 0-24 0,-1 0-20 15,1 2-29-15,-2 0-15 0,3 4-22 0,-2 1-4 16,-1 13-4-16,-1 1-13 0,0-7-9 0,0 8-6 15,0 4-17-15,-17 29 4 0,9-22-13 16,0 1 8-16,0 2-24 0,0 0 7 0,-2-1-10 16,1-1-3-16,2 0-4 0,3-3-27 15,-4 2-12-15,4-3-28 0,2-1-47 0,2-4-32 16,0-17-38-16,0 4-95 0,12 10-245 16,-2-16 0-16</inkml:trace>
  <inkml:trace contextRef="#ctx0" brushRef="#br0" timeOffset="9727.18">20592 13053 77 0,'1'-18'257'0,"0"4"-6"0,1-1-24 0,-2 15-19 15,0-13-17-15,10-18-20 0,-4 15-6 0,3-1-23 16,3 0-20-16,3 2-14 0,5 1-16 0,4 0-11 15,2 4 0-15,0 2-9 0,4 3-15 16,2 1 5-16,-1 0-8 0,5 4-6 0,-20 0-10 16,7 0-6-16,29 13 1 0,-24-3 2 15,-8 1-3-15,-6 6-6 0,-4 0 13 0,-6 4-13 16,-4-10 12-16,-18 27-30 0,4-11 1 0,-4 0 19 16,0 1-10-16,-2-1-5 0,4-1-10 15,0 0 8-15,4-1 6 0,0-2 11 0,2 3 3 16,2-2 19-16,4-3-7 0,4-7-6 0,0-5 17 15,16 14-13-15,2-11-10 0,6-1 6 16,6-4-5-16,2-3-6 0,2-4-10 0,-18 0 0 16,14 0-5-16,8 0-18 0,2 0-25 15,47-13-16-15,-42 9-33 0,2-3-55 0,-3 1-49 16,-2 4-48-16,-3-6-418 0,-5-3 0 16,-6 2 0-16</inkml:trace>
  <inkml:trace contextRef="#ctx0" brushRef="#br0" timeOffset="10466.84">19310 12125 106 0,'-3'-10'149'0,"0"2"-16"0,1 1-3 0,-1 0-7 15,0 3-11-15,-1-2-10 0,0 2-7 16,-1 2-10-16,-3 0-9 0,-1 2-1 0,-7 0-5 15,-26 18-7-15,18-2-5 0,-4-2-3 0,-6 4-11 16,-2 12 3-16,-6 2 5 0,-2 2-4 16,-1 6-2-16,-2 4 0 0,1 2-9 15,-1 2 7-15,0 3-3 0,3-3-8 0,2 3 6 16,2-2-9-16,2 0 6 0,2 4-5 0,4-5 11 16,4 6-2-16,0 2 3 0,6-1-11 15,2-1 11-15,2 1-4 0,6 1 5 0,0-1-3 16,6 2 9-16,2-4-4 0,2-1-1 15,2-27-2-15,0 9-10 0,20 47 13 0,-8-39-2 16,0-3-5-16,4-3 7 0,4-4-4 0,4-3-10 16,4-3 4-16,0-2-18 0,8-3-32 0,0-4-20 15,3-5-37-15,5-1-57 0,3-4-72 16,1-5-401-16,-24-2 0 0</inkml:trace>
  <inkml:trace contextRef="#ctx0" brushRef="#br0" timeOffset="11159.63">21694 12568 77 0,'0'-3'146'0,"0"0"-12"15,1 2-5-15,0-1-5 0,2 4-1 16,0-1 5-16,-1 5-10 0,8 9 2 0,-2 5-11 16,1 0 1-16,0 4-8 0,1 5-7 15,-4 3-12-15,0 2 0 0,-4-2-6 0,1 4 6 16,-3-17-17-16,0 10 5 0,0 7 5 0,0 3-6 15,-12 45-8-15,5-39-6 0,-2 3 11 16,0-2-6-16,-2-1-5 0,2 1-13 0,-3-2 11 16,1 0-8-16,-1-5 9 0,1-2-24 0,-1-1 4 15,0-2 9-15,2-3-1 0,-2-1-9 16,1-4 2-16,-1-1 0 0,0-3 14 0,-3-1-17 16,1 2-24-16,-4-4 17 0,2-4-6 0,-2-2 0 15,-4 1 12-15,6-3-25 16,-1-4-25-16,-1 1-27 0,2-5-40 0,-1-1-37 0,2-2-37 15,15 0-96-15,-13 0-344 0,-12-19 0 0</inkml:trace>
  <inkml:trace contextRef="#ctx0" brushRef="#br0" timeOffset="11869.53">22349 12052 46 0,'4'-3'145'15,"-4"1"-17"-15,2 1-6 16,-2 1-8-16,0 1 20 0,2 1-13 0,-4 1-5 0,2 2-13 16,-2 0-4-16,-2 11-12 0,0 0-2 0,-4 3-14 15,4 2-1-15,-4 0-9 0,0 2 3 16,-2 1-7-16,4-1-9 0,-2-1-2 0,2 1 2 16,0-4-8-16,0 1-6 0,2-5-5 0,0-4 4 15,2-1-9-15,2-5 4 0,-2 2 2 16,2-2-7-16,0-5 3 0,0 0-2 0,0 0-9 15,14 5-1-15,-6-5 6 0,14-3-13 16,-12 3 9-16,6 0-4 0,22-11-2 0,-16 5-3 0,2 3 0 16,0-2-5-16,0 2 3 0,-4 2-7 15,2 1 8-15,-12 0-2 0,4 0-1 0,0 0 4 16,2 0-8-16,-2 0 5 0,16 14 5 16,-16-6 0-16,-6-1 1 0,2 4-3 0,-4 1 2 15,-2 4 3-15,-4-3-9 0,0 2 0 16,0-5 12-16,0 4-3 0,-16 21 2 0,6-15-3 15,0 0 2-15,-4-3-1 0,-2 1 1 0,2-3-7 16,-4-1 8-16,-2-3-3 0,2 2-8 0,-4-2 4 16,0-3 7-16,-4 2 4 0,2-4 7 15,-4 2-12-15,0-6-4 0,0 3 8 0,0-4-16 16,0 1-10-16,14-2-2 0,-6 0-30 0,-2 0-17 16,-30-12-27-16,26 6-56 0,8 0-46 15,-2-4-160-15,4-1-54 0,8-3 0 16</inkml:trace>
  <inkml:trace contextRef="#ctx0" brushRef="#br0" timeOffset="12168.57">22329 12017 73 0,'4'-17'167'0,"2"0"-17"0,-2 2-9 16,6-1-7-16,2 3-17 0,6-2-12 0,4 4-6 15,2-2-13-15,2 4-9 0,4-1-6 16,6 2-9-16,2 1-2 0,0 0-6 0,4 0-4 16,-2 4-5-16,2-1-5 0,-2 0-8 0,4 1 3 15,-2-1-2-15,2 2 2 16,-4 0-14-16,-2 2 3 0,0-4-2 15,-4 3 1-15,-2 0-17 0,0-2-42 0,-4 0-81 0,-2-2-126 16,-8-1-99-16,-4-1 0 0</inkml:trace>
  <inkml:trace contextRef="#ctx0" brushRef="#br0" timeOffset="13523.57">18768 14086 39 0,'-13'0'60'15,"13"0"4"-15,0 0-1 0,0 0-8 0,0 0 13 0,-15 0-9 0,-2-26-1 16,16 24 1-16,-2 1 9 0,2 1-9 0,-2-2 2 15,0 1-15-15,2 1 1 0,-2-1-4 16,2 1 3-16,-2-1-2 0,1 1 4 0,0-3 6 16,1 3 4-16,1 0 5 0,-3 0 3 15,2 0 2-15,1 0-9 0,-3 0-9 0,3 0 1 16,-1-2-3-16,0 2-6 0,1 0-3 16,-2 0-3-16,2 0-4 0,0 0-3 0,0 0 1 15,0 0-4-15,0-3-5 0,3 2-4 16,0 0 1-16,1-2 3 0,0 2-10 0,0-3 5 15,1 2-3-15,12-3-3 0,-1-1 4 0,2-2-2 16,2 3-9-16,1-1 5 0,2 1 6 16,1-1-3-16,1 4 2 0,2-4-2 0,2 6 3 15,3-4-2-15,3 1 2 0,-3-1-4 16,1 2 5-16,3 0 0 0,3-1 2 0,5 3 4 16,1 0 5-16,3-1-14 0,3 1 6 0,-24 0 2 15,17 0 3-15,9 0-3 0,7 0 3 0,6 0 2 16,6 0-7-16,2 0 1 0,4 0 8 15,82 11-3-15,-119-11 6 0,22 0 1 0,10 0-7 16,6 0-6-16,2 0-4 0,2 0 2 16,-2 0 5-16,-1 0 0 0,-1 0 4 0,-5 0-13 15,-2 0 6-15,-2 0-4 0,-4 0-6 0,64-9 3 16,-70 6 2-16,-2-3 3 0,3 2 5 0,-1-2-14 16,2 1 4-16,2-1-2 0,-1 1-3 15,0-3 9-15,1 2-6 0,-4 0 0 0,3-1 3 16,-2 2-11-16,1 1 6 0,-2-2 2 0,-4 0-6 15,0 2 3-15,-2 1 3 0,0-1-7 16,-2 2 12-16,0 0-22 0,-4-1 14 0,0 2 1 16,0-2 6-16,-6 2-8 0,2-1-14 15,-6 1 12-15,0 1 2 0,-2-2-9 0,-18 2 8 16,8 0-11-16,2 0 12 0,0 0-4 16,0 0 5-16,-4 0-12 0,0 0 1 0,-2 0-6 15,0 0-2-15,-6 0-4 0,-2 0-20 0,-4 0-19 16,0 0-34-16,-2 0-70 0,-8 0-68 0,0 0-315 15,10-9 0-15</inkml:trace>
  <inkml:trace contextRef="#ctx0" brushRef="#br0" timeOffset="15168.6">19470 14443 9 0,'-17'-14'153'0,"-4"-12"-10"15,15 18-6-15,2-1-13 0,2 4-9 0,-1-2-9 16,0 2-4-16,-1 1-15 0,3-1-1 0,-2 1-14 16,2 0-14-16,-2 1-2 0,2 1-1 0,0-1-3 15,-1-1-10-15,0 3-1 0,0-1-9 16,2 2-3-16,0 0 0 0,0 0 0 15,0 0 6-15,-14 23-6 0,6-7-1 0,0 3-3 16,-2 4 0-16,3-1 0 0,0 3 7 0,1 2-6 16,-1 3 1-16,0 2-1 15,3 1 3-15,-1-2-3 0,1 3-9 0,3 2 2 0,-1-2 8 16,0 0-7-16,2-15 5 0,0 7-3 0,0 5-5 16,0 2 0-16,0 0-2 0,0-2-3 15,13 30-1-15,-9-35 5 0,-1-1-10 0,1 0 4 16,-2-3-1-16,2-2 0 0,0 1-5 0,-1-5-23 15,-2-4-24-15,2-2-36 0,1-2-36 0,0-5-75 16,2-1-166-16,-6-2 20 0,0 0 0 16</inkml:trace>
  <inkml:trace contextRef="#ctx0" brushRef="#br0" timeOffset="15402.3">19633 14784 103 0,'4'-17'171'0,"-3"4"-9"0,1 3-10 16,0 0-5-16,0 1-18 0,-1 4-10 0,2-2-12 15,-2 2-11-15,2 0-5 0,-1-1-17 16,2 2-4-16,-1 1-13 0,1-1-2 0,-1 0-11 16,-2 1-1-16,2 0-5 0,-1-1-12 0,1 2-3 15,0 1-2-15,-1 1-9 0,1 0-9 16,-3 0-25-16,0 0-41 0,0 0-33 15,0 0-63-15,0 0-161 0,13 11 49 0</inkml:trace>
  <inkml:trace contextRef="#ctx0" brushRef="#br0" timeOffset="15695">20100 14456 113 0,'4'-1'172'16,"0"0"-19"-16,-2 2 4 0,1 0-14 0,0 2-10 15,-1 3-10-15,0 0-16 0,2 15 4 0,-3 5-13 16,-1-15-11-16,0 10-4 0,0 5 0 16,0 3-5-16,0 3-9 0,-13 32-11 0,10-31 0 15,-1 3 2-15,1-3-7 0,1 1-6 16,-2 1 2-16,2-3-9 0,1-1-6 0,0-1 8 15,-1-4-3-15,0-3-6 0,0 0-7 0,2-8-3 16,0-15-13-16,0 12-1 0,0-3-22 0,0-2-14 16,0-7-52-16,0 7-45 0,2-1-89 15,0-11-246-15,1-1 0 0</inkml:trace>
  <inkml:trace contextRef="#ctx0" brushRef="#br0" timeOffset="16206.41">20757 14331 2 0,'11'-18'177'0,"-2"2"-11"15,-2 7-18-15,1-2 0 0,0 3-21 16,-4 0-5-16,-2 3-14 0,0 1-9 0,-1 1-12 15,-1 3-6-15,0 3-6 0,-3 1-4 0,-7 10-9 16,-2 2-7-16,-3 6 2 0,-4 1 0 0,-2 5-5 16,-2 4-3-16,-2 4 4 0,-2 4-7 15,-2 5 4-15,1-1-5 0,0 3 7 0,3 2-1 16,1-2 0-16,0 0-7 0,5-2 10 16,3-2-18-16,3-4 2 0,2-4-1 0,4-6 4 15,3 4-11-15,3-4 19 0,1-16-9 0,13 16-5 16,-3-14-9-16,7-5 0 0,4-3-2 15,3-5 6-15,-1-1-10 0,-12-1 3 0,5 0 7 0,20-12-14 16,-18 5-7-16,-2-2 1 0,-1-2-4 16,-3-1-3-16,-4 1-13 0,-1-1 9 0,-5 3 0 15,1-2 0-15,-3 11-19 0,0-9 7 16,0-3 2-16,-17-14-5 0,7 15-8 0,0 0 11 16,-4 1 1-16,-2 4-10 0,7-1 7 15,-2 3 3-15,2 0 1 0,1 4 3 0,-1 0-8 16,9 0 4-16,-11 0 10 0,-13 17 1 15,9-9 5-15,3 3 4 0,3 4-3 0,2 2 9 16,2 0-3-16,1 2-3 0,4-12-15 0,0 4-10 16,11 19-2-16,-2-16-21 0,2-3-14 15,1-1-43-15,1-7-16 0,4 0-42 0,3-2-32 16,-10-1-76-16,4 0-136 0,24-20 0 0</inkml:trace>
  <inkml:trace contextRef="#ctx0" brushRef="#br0" timeOffset="16491.24">21068 14586 173 0,'6'-19'196'0,"0"2"-9"0,-2 5-4 0,0 3-16 16,0 3-23-16,-2-1-16 0,0 4-12 0,-2 3-20 16,0 0 2-16,-4-2-11 0,4 4-6 0,-4 3-5 15,-2 10-6-15,0 2-4 0,-4 3-7 16,2 3-6-16,0 2-7 0,2 2 13 0,-2 0-20 15,4 0-1-15,0 1 8 0,0-5 0 0,4 2-4 16,0-18-1-16,0 6-4 0,0 1-2 16,0-1-4-16,16 10 3 0,-4-13 6 0,-2-4-3 15,0-4-6-15,0-2-4 0,6 0-11 16,22-13-22-16,-14 3-24 0,0-1-17 0,-1-2-32 16,-2-2-34-16,-1 1-37 0,-3-1-53 15,-1-2-297-15,0 0 1 0</inkml:trace>
  <inkml:trace contextRef="#ctx0" brushRef="#br0" timeOffset="16719.71">21332 14597 67 0,'-3'3'172'0,"2"-1"-2"0,-2 2-1 16,1 2 3-16,-2 11-5 0,-3 4-12 15,4-2-10-15,-3 5-11 0,-4-1-17 0,5 4-15 16,0 2 9-16,-2 2-14 0,0 3-9 0,2-5-8 15,-2 2-11-15,-1-3-3 0,0 3-10 16,0-3-14-16,2 2 6 0,-2-3-15 0,-3-2-11 16,0 2-22-16,0-6-22 0,1-4-7 0,2-2-18 15,4-7-27-15,-2-6-28 0,6-2-38 16,0 0-12-16,-4-13-16 0,4-8-36 16,0 9-132-16,0-7 0 0</inkml:trace>
  <inkml:trace contextRef="#ctx0" brushRef="#br0" timeOffset="16860.07">21235 14873 633 0,'12'-28'76'0,"1"5"9"0,-2-2-4 0,1 3-6 0,1-1 0 0,4 3-6 16,1 0-1-16,-1 1-8 0,4 5-8 0,1 1 3 16,0 2-2-16,5 2-10 0,-1 3-4 15,-1-1-13-15,0 3-5 0,1 1-16 0,-2-1-15 16,0 0-23-16,-2 4-29 0,1-2-29 0,-3 0-36 16,-1 0-65-16,-6-1-94 0</inkml:trace>
  <inkml:trace contextRef="#ctx0" brushRef="#br0" timeOffset="17236.47">21671 14597 117 0,'-3'0'175'0,"1"0"-16"0,-1 0 12 0,0 0-1 16,1 4-10-16,-1-2-11 0,2 3-10 0,-2 1-17 16,-1 9-3-16,-1 2-9 0,-1 2-13 15,1 0 0-15,0 0-5 0,-2 3-22 0,2 1-4 0,-2-2-3 16,2-2 6-16,1 2-14 0,0-1 0 15,0-4-9-15,2-2-2 0,1-4-6 0,1-2 2 16,0-8-1-16,0 0 2 0,12 16-3 16,-5-14 7-16,15 1-11 0,-10-3-8 0,6 0-4 15,4 0-7-15,1 0 0 0,28-12-4 16,-30 8-1-16,1 2 4 0,-4-1-7 0,1 2-13 16,-6 0 8-16,-1 1 6 0,-12 0-16 0,8 0 14 15,-1 0-6-15,-7 0 3 0,21 20-1 16,-17-11 7-16,-1-1-2 0,-2 3 6 0,-1-11 3 15,0 12-2-15,-22 20-16 0,7-11 7 0,-2-5 7 16,-6 5 8-16,-2-2-16 0,-2 2 3 0,-3 0 4 16,1 0-2-16,0-3-8 0,-2 3-5 0,0-3-13 15,1-4-15-15,-1 1-24 0,2-4-31 16,-1-5-38-16,1-2-52 0,-1-4-71 16,18 0-284-16,-20-19 0 0</inkml:trace>
  <inkml:trace contextRef="#ctx0" brushRef="#br0" timeOffset="17393.45">21805 14397 100 0,'40'-23'169'0,"-2"3"-10"0,4-1-3 0,3 1-3 16,-2 2-25-16,1 0-13 0,-4 4-17 15,-4 3-12-15,0-3-30 0,-4 2-20 0,-4 1-46 16,-2-2-43-16,-4 2-55 0,-6 1-78 0,-10 3-118 15</inkml:trace>
  <inkml:trace contextRef="#ctx0" brushRef="#br0" timeOffset="18174.8">18988 13870 14 0,'2'-2'141'0,"-2"2"-10"0,0 0-20 16,0 0-12-16,0 0 0 0,0 0-1 0,0 0-6 15,0 0-11-15,0 0 3 0,0 0-9 0,-35 27-1 16,12-14-15-16,2 2 2 0,-4 2-8 0,-2 4 2 15,-2 4-4-15,-3 2-6 0,-4 7 1 16,0 1-3-16,-2 3-5 0,2 5 4 0,0 2-3 16,2 5 7-16,0 0-6 0,2 3 7 15,2 4-4-15,2 2 2 0,4 4 10 0,2-2-9 16,2 1 11-16,4 4-5 0,4-4 2 0,4 2-11 16,2-1 10-16,4-4 13 0,2-29-12 15,0 14-5-15,22 56-1 0,-4-44-11 0,2-2 10 16,6-3-15-16,4-6 11 0,10-1-9 0,6-4-13 15,8-3-22-15,8-5-37 0,3-1-55 16,4-7-82-16,1-6-120 0,0-5-216 0,2-4 1 16</inkml:trace>
  <inkml:trace contextRef="#ctx0" brushRef="#br0" timeOffset="18959.5">22333 14374 16 0,'0'-4'135'0,"0"4"-7"16,0 0-21-16,0 0-2 0,0 0 12 0,0 0-8 15,0 0 5-15,0 0-13 0,0 0-6 0,4 33-6 16,-4-22-1-16,0 9-2 0,0 5-3 16,0 6-9-16,0 2 7 0,0 5-13 0,0 2-2 15,0 4 7-15,0 4-4 0,0 4-5 16,-10 58 15-16,4-53-18 0,2 1 4 0,-2-3-3 16,0 4-10-16,0-4-5 0,0-1 8 15,-2-1-12-15,0-6 8 0,0 1-6 16,0-6-1-16,0-3-2 0,0-2-4 0,-4-3-14 15,2-2 7-15,-2-2 6 0,2-1-10 0,-4-4 3 16,0-4-2-16,0-1 3 0,-4-2-4 16,2 1-6-16,-6-1-5 0,0-8-24 0,-2-2-17 15,0-6-34-15,1 1-33 0,12-3-29 0,-5 0-59 16,-18-17-75-16,20 5-266 0,4-6 0 16</inkml:trace>
  <inkml:trace contextRef="#ctx0" brushRef="#br0" timeOffset="19497.64">22687 14171 14 0,'2'-3'150'0,"-2"0"-7"0,0-2-21 0,2 4-4 16,-2 0-2-16,0 1-9 0,0 1 3 0,0 3-10 16,0 1-3-16,0 3-7 0,0 13 1 0,0-11-14 15,0 9-6-15,0 4 3 0,-10 30-12 16,8-24 3-16,-6 1-10 0,4 0-2 15,0-3-2-15,0-2-2 0,0-3-10 0,0-1 7 16,4-7-11-16,-2-2 5 0,0-2-10 0,2-3-3 16,0-7 1-16,0 0-4 0,0 8-4 0,16 1 6 15,-8-7-11-15,10-2 4 0,-6 0-6 16,4 0-9-16,26-11 7 0,-18 5-6 0,0 1 1 16,0 1-1-16,-4-2-8 0,0 2 6 15,0-2-8-15,-4 3 7 0,-2 2-10 0,-2 1 11 16,-12 0-4-16,10 0-6 0,-2 0 13 0,14 14-1 15,-12-1-9-15,-2-7 6 0,-4 3 7 0,-2 2 0 16,0-1-3-16,-2 0 2 0,0 5-2 16,-16 22 10-16,10-16-13 0,-4 1 14 0,-2-1 1 15,-4-1-3-15,-2-2-5 0,0 3 7 16,-2-4-6-16,-2 0-7 0,-4-2 2 0,-6 4-11 16,0-8-20-16,-2 3-18 0,-2-5-30 0,-6-2-49 15,6-1-56-15,-6-6-158 0,22 0-58 16,-38-11 0-16</inkml:trace>
  <inkml:trace contextRef="#ctx0" brushRef="#br0" timeOffset="19667.2">22803 14010 79 0,'50'-23'159'0,"0"1"-23"0,2 3-9 0,2-2-10 15,-2 4-24-15,0 1-47 0,-3 0-26 0,0 4-56 16,-2 1-78-16,-2-2-131 0,-1 1 11 16</inkml:trace>
  <inkml:trace contextRef="#ctx0" brushRef="#br0" timeOffset="20601.72">24116 12071 88 0,'13'-15'135'0,"-13"15"-21"0,0 0-3 0,15 0-2 16,5-17-9-16,-8 31-7 0,-3-1-16 15,0 2 2-15,-3 4-3 0,-2 2-15 0,0 5-7 16,-4 5 13-16,0-15-12 0,0 11-2 0,0 5 2 15,-12 46-3-15,5-28 4 0,-1 6-6 16,-3 5 5-16,2 6-7 0,-2 0 1 0,-1 6-2 16,-1 6-5-16,0 6-2 0,-2 5-3 0,0 4-8 15,1 4 8-15,-2 2-13 0,2-2 6 16,0 2 0-16,2 2 3 0,0 0-3 0,-2-1 1 16,-1-1-3-16,3-1 5 0,-1-3-3 0,-2 2 11 15,-1-4 3-15,-2 2 0 0,-1 0-7 16,-4-2 25-16,-2-3-2 0,-2-1-19 15,-2-5 9-15,1-3-2 0,-4-3-17 0,-4-4 6 16,-1-2-2-16,-5-5 14 0,-3-3 3 0,-6-3-10 16,-3-4 6-16,-8-4-5 0,0-2-6 0,-5-3-13 15,-1-4-30-15,-3-2-16 0,1-3-29 16,-4-8-36-16,0 0-43 0,2-3-54 0,4-5-93 16,6-2-275-16,8-9 0 0</inkml:trace>
  <inkml:trace contextRef="#ctx0" brushRef="#br0" timeOffset="22503.58">7907 16273 51 0,'-16'0'135'0,"16"0"-6"0,0 0-11 0,-15 0 0 15,-3 0-4-15,14-2-11 0,1 2-7 0,0-2-10 16,1 2-11-16,0 0-6 0,1-2-1 0,1 2-9 15,1-1 6-15,2 1-16 0,1 0 4 16,1-2-2-16,1 2-6 0,0 0 3 0,4 0 1 16,-1 0-8-16,6 0 3 0,1 0 0 15,4 0 2-15,0 0-6 0,1 0-1 0,22 11-8 16,-19-8 2-16,0 2 2 0,2 0-6 0,4-3 9 16,-1 4-3-16,3-3-11 0,3 1 5 0,-6 1 6 15,3-3-14-15,-1 2 11 0,5-1-5 16,1 2 0-16,2-1-15 0,2-2 13 0,2 1-4 15,2 0-6-15,6 0-5 0,-2 1-2 16,2 1 7-16,1 0-7 0,-2-3 7 0,2 1 0 16,0 4-5-16,0-1-5 0,0-2 8 0,3 0 1 15,1 2 2-15,2-1 0 0,0 5-2 0,5-3-10 16,-2 1 15-16,1-1-18 0,0 3-1 16,1-3 8-16,2 2-8 0,4 1 13 15,3-2-4-15,0 1-12 0,1-2 7 0,5 0-11 16,0 1 15-16,0 0-2 0,1 0 1 0,1 1-9 15,0-3-2-15,2 3 8 0,5-2-6 16,2 2 9-16,2-2-1 0,-1 1 3 0,4 1-7 16,-2 0-9-16,2 1 4 0,0-3-7 15,0 3 12-15,2 0-8 0,0 1 17 0,2-1-8 16,2 0 4-16,4 0-13 0,2-1 6 0,1 0 6 16,0 3-5-16,4-3-9 0,-2-3 8 15,5-1 1-15,0 3-8 0,1-2 16 0,1 0 3 16,4-1-6-16,0 3-5 0,1-2-2 0,1-1-6 15,-4-3 5-15,4 6 2 0,-5-1 2 16,2 0-15-16,0-1 8 0,-3 3 3 0,0-3-13 16,-2 2 2-16,-2-1 6 0,0-1 2 0,2 3 2 15,1-3-6-15,1 4-7 16,3-4 12-16,1 0 6 0,-1 2-2 0,2-2-4 0,-1-4 0 16,12 4-2-16,4-1 12 0,3-1-6 0,2 0-3 15,3-2 1-15,3-2 15 0,1 0-6 16,2 0 0-16,0 0 5 0,4 0-7 0,-78 0 11 15,40 0-12-15,18 0 0 0,10 0-3 16,6 0 5-16,0 0-9 0,2 0 3 0,1 0 11 16,157-11-6-16,-158 11 3 0,0-1-1 15,-2 0-10-15,0-1-1 0,0-1-7 0,2 2 7 16,0-2-5-16,-1 1 8 0,0-3 3 0,1 1-4 16,1 1-5-16,2-1-5 0,-1-1 2 0,-2 1 4 15,0-4 7-15,4 4-2 0,3-3-4 16,-2 1 4-16,-1 0-6 0,2-3 6 0,-1 5-3 15,2-1-2-15,-1-1 5 0,-3 2 1 16,-3 2 7-16,4-1-3 0,0-3 0 0,-4 2-3 16,4 0-4-16,0 1 3 0,-2 0-2 0,-2-2 7 15,-2 0-8-15,4 3 6 0,-3-1 7 16,-4-3-5-16,-3 1 1 0,-3 0 6 16,-1 1-3-16,-4 0-11 0,-4 0 17 0,-4 0-6 0,-4-2-6 15,-6 2 1-15,0-1 1 0,-6 2-9 16,-3 0 8-16,-4-2-4 0,-3 3 10 0,-5-1-8 15,-4 1 9-15,-5-3-3 0,-4 2-3 16,-9 1 13-16,-7-2-6 0,-7 2 3 0,-2-1-15 16,-8 1 4-16,-3-2 8 0,-9 0-9 0,-2 3 9 15,-4-1-3-15,2-1 7 0,-6 0-8 0,-3 0 9 16,-4-2 9-16,-2 5-16 0,-2-4-26 16,-6 2-50-16,-3-1-47 0,-4-1-61 0,-2-1-92 15,-3 5-264-15,-13-14 0 0</inkml:trace>
  <inkml:trace contextRef="#ctx0" brushRef="#br0" timeOffset="24504.65">11655 17757 99 0,'-16'0'188'0,"16"0"-4"0,-31 24 12 0,24-26 1 15,-1 1-8-15,-6-5-5 0,0-1-15 0,0-1 2 16,2 0-18-16,0-3-26 0,1-3-2 16,0 3-6-16,5-6-11 0,-1 0-20 0,3 1-12 15,4 0 0-15,0 5-11 0,0-6-6 0,15-26-23 16,-5 20-6-16,8-3-8 0,3-1-10 15,4-1-2-15,6-2 3 0,6 0-2 0,3 3-8 16,3-3 12-16,1 4-12 0,1 1 11 16,2 2 5-16,-2 2-7 0,2 7 18 0,-5-1-16 15,1 7 9-15,-3 6-13 0,-19 2 17 0,6 0-5 16,31 21-16-16,-28-3 21 0,-9 7 0 16,-4 7 8-16,-5 5-17 0,-6 1 10 0,-6 6 3 15,0-22-9-15,-16 48 12 0,2-23-22 0,-2 0 10 16,-2-4-7-16,-5-2-5 0,2-4 20 15,-3-1 10-15,1-5 7 0,-2-3 6 0,-2-2 9 16,2-5 6-16,-2-4 4 0,2-2-13 0,1-5-8 16,-5-3-15-16,-1-7-8 0,17 0-25 15,-7 0-4-15,-22-21-10 0,19 5-17 0,2 0 9 16,3-5-37-16,4 0-26 0,3-7-28 0,6-2-19 16,3-4-25-16,2 5-26 0,0 13-18 0,20-23-33 15,-1 14-403-15,2-2 0 0</inkml:trace>
  <inkml:trace contextRef="#ctx0" brushRef="#br0" timeOffset="24708.99">12625 17529 98 0,'10'0'204'0,"0"-2"-7"0,-4-2 2 0,1 3-14 16,-2 0-11-16,1-3-28 0,-2 4-6 0,0-2-13 15,-2 0-25-15,2 2-6 0,-1 0-19 0,-3 0-31 16,0 0-26-16,0 0-22 0,8 0-36 16,-8 0-3-16,27-14-44 0,-10 7-19 0,5 0-32 15,-6-6-94-15,8 2-64 0,2-1 0 16</inkml:trace>
  <inkml:trace contextRef="#ctx0" brushRef="#br0" timeOffset="24967">13521 17112 12 0,'9'-6'241'0,"-2"4"-23"0,-2-1-4 16,-2 2-30-16,0 1-11 0,-2 2-24 0,-1 4-7 16,0 3-13-16,1 12-7 0,-1-10-1 0,0 10-5 15,0 8-25-15,0 1 7 0,-12 34-8 16,4-29 0-16,3 3-14 0,2 2 5 0,-2 0 11 15,2-1-23-15,-4 4-16 0,2-1-1 0,4 1-17 16,1-3 13-16,0-1 6 0,-2-3-17 16,2-20 1-16,0 10-22 0,0 4-8 0,0-2-23 15,0-2-26-15,12 18-23 0,-10-29-28 16,2-4-26-16,-2-6-50 0,2-4-53 0,2-2-312 16,0-3 0-16</inkml:trace>
  <inkml:trace contextRef="#ctx0" brushRef="#br0" timeOffset="25460.7">14225 16922 90 0,'1'-5'171'0,"-2"3"-21"0,-2 3 6 0,-1 0 0 15,-4 13-11-15,-4 3-6 0,0 4 5 0,-1 5-8 16,-2 5-4-16,-1 8-5 0,-1 2-9 0,0 2-11 16,-2 4-8-16,0 1 0 0,1 4-1 0,0-4-14 15,2 4-13-15,2 1 0 0,2 0-3 16,-2 0-7-16,8-6 7 0,2 3-12 16,2-6-5-16,2-22-9 0,0 7 13 0,14 37-5 15,-5-36 1-15,2-2-5 0,3-7-4 0,4-5-5 16,4 0-2-16,2-6 0 0,-1-6-2 15,1-4-11-15,-11 0 2 0,6 0 7 0,25-20 10 16,-25 8-6-16,-2-1-2 0,3-3-4 0,-3 0 15 16,-3 0 2-16,-5-1-20 0,-2 0 2 15,-5-1-15-15,0 3-20 0,-2 5 11 0,0-3-9 16,-18-13-7-16,8 12 2 0,-4 3-8 0,0 0-3 16,-4 3-5-16,1 4 7 0,0-1 0 15,2 4-9-15,7 1 2 0,-4 0 8 16,-3 0 0-16,-17 17-3 0,16-3 16 0,4 1-6 15,-1 3-2-15,0 0 6 0,2 4-5 0,2-3 1 16,1 5-4-16,2-1-20 0,5 3-1 16,1-16-11-16,0 6-14 0,0 2-14 0,16 14-21 15,-5-20-29-15,-2-3-20 0,3-5-46 0,1-4-59 16,-13 0-254-16,15 0 0 0</inkml:trace>
  <inkml:trace contextRef="#ctx0" brushRef="#br0" timeOffset="25732.91">14542 17322 227 0,'2'-9'208'0,"1"2"-2"0,-3 1-28 16,1 3-14-16,1 2-16 0,-1 1 3 0,-1 3-22 15,0 2-5-15,-1 2-8 0,1 13-12 0,0-9-9 16,0 8-4-16,-12 26-17 0,6-15-4 0,4-2-8 15,-2 4 3-15,2-1-8 0,1 2-4 0,1-21-10 16,0 7 5-16,0 3-5 0,12 26-1 16,-5-30 8-16,2-1 0 0,2-5-6 0,3-3 5 15,4-5-24-15,-8-4-37 0,6 0-19 16,26-15-53-16,-19 2-39 16,-3-2-57-16,2 0-69 0,0-5-261 0,-2-1 1 0</inkml:trace>
  <inkml:trace contextRef="#ctx0" brushRef="#br0" timeOffset="25960.32">14850 17474 27 0,'-8'16'182'0,"1"5"-3"16,-2 2 9-16,0 0 1 0,-2 1-13 0,3 2 1 15,-1 1-21-15,1 5-16 0,-2 2-8 16,1-1-13-16,1 4-25 0,-3 3 6 0,3-1-21 15,3 1 8-15,0-2-5 0,5-2-20 0,-3-2-20 16,0-1-24-16,2 1-20 0,1-5-31 0,-1-5-13 16,1-7-20-16,0-17-15 0,0 8-16 0,0-8-49 15,13 7-14-15,-4-22-37 0,2-3-51 16,-3-6-41-16,3-2 1 0</inkml:trace>
  <inkml:trace contextRef="#ctx0" brushRef="#br0" timeOffset="26089.01">14901 17760 13 0,'10'-22'82'0,"-2"2"-13"0,4 6 13 0,0 0-6 0,-1 3-10 16,4 0-15-16,-1 1 4 0,5 1 4 0,0 0-9 16,2 2-14-16,-1 1-17 0,4-2 2 15,1 4-26-15,2 0-15 0,1 0-34 0,-1 1-43 16,-1-1-32-16,2 0-54 0</inkml:trace>
  <inkml:trace contextRef="#ctx0" brushRef="#br0" timeOffset="26469.34">15379 17570 72 0,'-3'0'212'0,"2"-4"-17"0,0 4-16 0,-1-1-17 0,1 0-7 15,0 1-16-15,-1 0-6 0,1 2-14 0,2 2-9 16,-1 0-7-16,3 1-6 0,-2 2-10 0,3 11-4 16,0 3-2-16,0-1 14 0,-1 1-25 15,0 0 8-15,-1-1-12 0,1 6-4 0,-2 1-6 16,1-3 4-16,0-2-7 0,2 0-16 0,2-5 8 15,-1 1 2-15,0 3-1 0,3-9-10 16,2-1-2-16,2-1 4 0,4-5-12 0,4-2-3 16,0-1 0-16,5-1-11 0,-11-1 17 15,7 0-14-15,3 0 14 0,0 0-25 0,0 0 16 16,-3 0-9-16,1 0-7 0,-4 0 1 0,-2 0-16 16,11 6 14-16,-19-6-3 0,-1 5 8 15,-2 1-1-15,-1 0 8 0,-1 2-7 0,-2-1 5 16,-1 4 12-16,0 5-11 0,-13 21-4 15,1-12 5-15,0-3 13 0,-6 5-7 0,-4-3-4 16,-4 2-3-16,1-3-15 16,0 2 22-16,-5-3 6 0,2 1-25 0,-1-2 6 0,-2-2-34 15,2 1-39-15,-2-5-34 0,0-3-45 0,1-4-58 16,-4-5-463-16,20-3 0 0,-9 0 0 0</inkml:trace>
  <inkml:trace contextRef="#ctx0" brushRef="#br0" timeOffset="26650.91">15515 17523 87 0,'34'-10'156'0,"2"-1"-9"0,0 4-9 16,-2-1-3-16,5 2-13 0,1 0-9 0,0 3-15 15,0-1-11-15,4 0-21 0,0 1-11 16,1 0-20-16,-1 0-31 0,2 1-42 0,-24 2-46 15,12 0-68-15,4 0-100 0</inkml:trace>
  <inkml:trace contextRef="#ctx0" brushRef="#br0" timeOffset="26980.56">16733 17959 65 0,'-8'6'170'0,"4"3"-13"0,0-2-4 16,0 1 6-16,0-1-20 0,4-1-11 15,2-1-14-15,0 1-1 0,8 6-11 0,2-3-1 16,8-1-10-16,4-1-9 0,6-5-11 0,6 0 1 15,-4-1-13-15,-12-1-3 0,8 0 3 16,11 0 3-16,2 0-21 0,6 0-2 0,2 0 5 16,54-11-1-16,-52 11-13 0,1-1-3 15,-2-1 4-15,0 2-9 0,-4 0-5 16,-24 0-3-16,10 0 9 0,2 0-3 0,1 0-42 0,-1 0-29 16,-3 0-56-16,0 0-58 0,-5 0-101 0,-3 0-158 15,-6 0 1-15</inkml:trace>
  <inkml:trace contextRef="#ctx0" brushRef="#br0" timeOffset="28935.53">18364 18351 132 0,'-12'0'144'16,"12"0"-6"-16,0 0 18 0,0 0 0 0,0 0 2 15,0 0 8-15,0 0-8 0,0 0-15 16,0 0-26-16,0 0-2 0,0 0-17 0,0 0-3 15,0 0-7-15,0 0-12 0,0 0-2 0,0 0-14 16,-13-2-4-16,19-13 2 0,1-1-22 0,1-2-4 16,4-3-3-16,0-2-10 0,0-1-9 15,4-1 7-15,2-5-6 0,0 2-9 0,6-4 3 16,2 1-6-16,2-1 5 0,2 2 1 16,4 1 1-16,0-2-7 0,4 3 10 0,-2 3-1 15,2 1 0-15,-3 5 8 0,1 0-8 16,-4 2 3-16,0 3-8 0,-1 2 8 0,-3 3 10 0,1 4-7 15,-2 3 3-15,-15 2-5 0,4 0 2 16,14 23 6-16,-18-9 0 0,-6 10 8 0,-6-10-8 16,0 10-7-16,-24 37-4 0,4-22 9 15,-6 4 6-15,-4-4-5 0,-1-1-10 0,-4-2 34 16,5-4-5-16,-2-1-1 0,-2-5 4 16,4 0-17-16,0-3 17 0,1-3-19 0,2-6 6 15,2-1-9-15,-2-4 7 0,3 0-31 0,0-7 0 16,4-2-6-16,10 0-14 0,-16-11 10 15,10 0-5-15,4 0-16 0,2-6-2 0,4-4 1 16,2-4-16-16,4 13-17 0,0-9-34 16,12-28-45-16,0 24-39 0,0-1-82 0,4 1-227 15,4 1 0-15</inkml:trace>
  <inkml:trace contextRef="#ctx0" brushRef="#br0" timeOffset="29174.86">19521 18142 19 0,'11'-2'190'0,"-5"-2"-16"16,1 2-10-16,1 2 2 0,-3-2-9 0,-1 0-21 16,0 1-10-16,0 0-12 0,-1 0-14 15,1-2 2-15,-1 3-26 0,-1-2-4 0,-2 2-6 16,0 0-15-16,0 0-30 0,0 0-27 15,8 0-35-15,16-11-34 0,-8 6-21 0,6-4-53 16,-1-1-91-16,7 0-42 0,-4-1 0 0</inkml:trace>
  <inkml:trace contextRef="#ctx0" brushRef="#br0" timeOffset="29427.84">20376 17723 131 0,'5'-4'188'0,"-1"0"-19"0,-1 4 1 0,-2 0-11 0,0 3-18 16,-1 1-13-16,0 2-6 0,-1 13-7 15,1-6-7-15,-11 29-8 0,3-10-11 0,0 6-3 16,-1 1-9-16,2 4-1 0,-5 5 5 16,2-1-1-16,0-1-19 0,-3-2 4 0,1-1-6 15,3-4-18-15,1 1 4 0,1-3 12 16,2-1-3-16,-1-4-12 0,1 0-15 15,1-1-4-15,3-6-33 0,-2-4-16 0,0-2-25 0,2-4-34 16,0-5-35-16,1-10-59 0,0 0-81 16,0 0-181-16,9 10 0 0</inkml:trace>
  <inkml:trace contextRef="#ctx0" brushRef="#br0" timeOffset="29871.34">20934 18095 133 0,'2'-9'187'0,"-2"-11"-16"15,2 1-4-15,-2 12-19 0,0-6-6 16,10-18-19-16,0 11-6 0,4 0-12 0,2 3-13 15,6 0-15-15,2 2-2 0,-2 3-3 0,6-2-12 16,2-1-6-16,4 3 10 0,2 3-11 16,-1 3-1-16,-1 1 13 0,0 0-7 0,-4 3-5 15,-14 2-3-15,7 0-6 0,1 0 4 0,19 15 11 16,-29 2-20-16,-6 1 3 0,-4 7-2 16,-4-9 3-16,0 6 1 0,-21 36 12 15,5-22-9-15,-1 1-13 0,-3 1-6 0,0-2 15 16,2 0 15-16,1-4-15 0,4 0-3 0,1-5 4 15,1-3-20-15,3 2 11 0,4-3-5 16,4-2-2-16,0-12 0 0,0-1-4 0,15 16-16 16,-1-14 10-16,6-3-2 0,7-2-6 0,4 0-2 15,-11-5-7-15,14 0-11 0,12 0 0 16,59-15-6-16,-46 9-6 0,1 0 2 0,1 3-7 16,0-1 2-16,-1 0-60 0,-3-1-51 15,2 1-132-15,-3 0-353 0,-2-5 1 0</inkml:trace>
  <inkml:trace contextRef="#ctx0" brushRef="#br0" timeOffset="32607.06">26822 3313 24 0,'0'0'175'0,"0"0"1"16,0 0-4-16,0 0 0 0,0 0-14 0,0 0-11 16,0 0-7-16,0 0-22 0,0 0 2 0,0 0-13 15,0 0-12-15,0 0-4 0,0 0-8 0,0 0-2 16,0 0-2-16,0 0 6 0,25 31-4 16,-25-21 3-16,0 6-15 0,-11 29-14 0,5-15-3 15,0 0-2-15,-2 3-4 0,-2 4 9 16,2 2-8-16,-2 6 2 0,-2 0-4 15,0-1-10-15,2 5-1 0,-2-3 10 0,2-1-6 16,2-2-17-16,0-5-1 0,0 2 7 0,4-5-11 16,-2-1 0-16,2 0-3 0,2-3 4 0,-2 0-9 15,2-5-7-15,0 1-21 0,2-5-21 0,0-9-18 16,-2-1-16-16,2-1-23 0,-2-5-14 16,2 0-37-16,0-6-37 0,0 0-117 0,4 5-173 15,-2-8 0-15</inkml:trace>
  <inkml:trace contextRef="#ctx0" brushRef="#br0" timeOffset="33263.25">27027 4065 14 0,'1'0'162'0,"0"-2"2"16,2 2 1-16,-2-2 13 0,1 2-12 0,-1 0-4 16,0 0 0-16,1 0-5 0,-1 0-10 0,0 0-4 15,-1-2-24-15,2 2 14 0,-2 0-17 0,1 0-9 16,-1 0 16-16,0 0-7 0,0-1-1 16,1 1-8-16,-1-2-16 0,2 2-4 0,-1-1-8 15,-1 1 0-15,0-1-7 0,0 1-2 16,0 0-18-16,1 0 5 0,-1-2-6 15,0 2-14-15,0 0-11 0,0 0 19 0,0-2-22 16,2 2-4-16,-2 0-3 0,0 0-5 0,1 0-14 16,-1 0-20-16,1 2 12 0,-1-2 9 15,0 0-9-15,2-2 0 0,-2 4-8 0,0-4 14 16,0 4-2-16,1-2-1 0,-1-2-14 0,0 4 13 16,1-2-13-16,-1 0 20 0,0 0-10 15,0 0 11-15,0 0 8 0,0 0 8 0,0 0 2 16,0 0 7-16,2 0-6 0,-2-2 9 15,0 4-20-15,0-4 16 0,0 2-4 0,0 0-19 16,1 0 22-16,-1 0-16 0,3 0-14 16,-2-2 15-16,0 2-9 0,1-2 6 0,0 2-4 0,1-1 9 15,-2 1-18-15,1 0 11 0,0 0 5 16,0 0 8-16,-1 1 0 0,2-1-7 16,-1 2 2-16,1 0 10 0,-2-2 2 0,1 4-9 15,-1-2-2-15,2 1-1 0,-2-1 4 0,-1 2 2 16,2-2-2-16,-2 1-3 0,-2 2 11 0,-1-1-19 15,2-1 7-15,-2 1 8 0,-1 0-13 0,2-1 2 16,-4 1 0-16,2-2-3 0,0 1 6 16,-1 0-17-16,1-1-4 0,-1 0-11 15,2 0-15-15,-2-1-51 0,-1 0-28 0,6-1-27 16,0 0-48-16,-6 0-23 0,6 0-495 0,0 0 0 16,-14-16 1-16</inkml:trace>
  <inkml:trace contextRef="#ctx0" brushRef="#br0" timeOffset="33483.74">27496 3631 96 0,'11'-4'256'0,"-6"1"-11"0,1-1-25 0,-2 2-8 0,0 0-26 15,0 2 3-15,-2 0-14 0,1 2-22 0,0 2 3 16,-1 1-19-16,1 1 0 0,1 15-32 0,0 4 0 15,-1 4-5-15,-3 2-14 0,1 4-23 16,0 3 12-16,1-5-20 0,-1 1-5 0,0 1-17 16,-1-18-9-16,0 11-48 0,0 3-33 0,0 1-32 15,0 1-30-15,0 0-80 0,11 29-86 16,-7-36-237-16,0-5 1 0</inkml:trace>
  <inkml:trace contextRef="#ctx0" brushRef="#br0" timeOffset="33787.67">27744 3991 159 0,'3'-21'245'0,"2"1"15"0,-1 1-4 0,3-1-33 16,1 0-3-16,0-1-9 0,2 1-16 0,4 3-30 16,2 0-1-16,4-2-23 0,1 8 0 15,3-2-5-15,3 3-4 0,1 3-3 0,1 1-12 16,-1 3-3-16,3 3-12 0,-19 0-7 15,5 0-17-15,3 0-4 0,19 11-14 0,-22-6-1 16,-2 5-21-16,-3 1 3 0,-2 6-10 0,-3 0 3 16,-2 3-9-16,-2 5 2 0,-3 0-18 15,0-12 17-15,0 8-18 0,0 1 6 0,0 1-8 16,0 2-24-16,0-3-1 0,0 1-9 16,0-2-1-16,11 18 3 0,-2-25 9 0,3-1-9 15,4 0-8-15,3-5-18 0,1-1 3 0,6-4-10 16,2-2-34-16,-14-1-30 0,6 0-56 15,28-11-70-15,-24 3-435 0,2-4 0 0,-6 3 1 16</inkml:trace>
  <inkml:trace contextRef="#ctx0" brushRef="#br0" timeOffset="34207.08">27081 3120 89 0,'-12'-9'127'0,"-4"4"11"0,-5 1-14 0,9 4 6 16,-8 0 1-16,-28 13-16 0,13-3 7 0,-3 3-17 15,-5 4 11-15,-1 6-2 0,-4 5-2 16,-2 0-5-16,2 6 7 0,-3 6-4 0,1 7-5 16,0 6 0-16,-2 5 3 0,3 7-5 15,1 3 2-15,-1 3-11 0,6 2-23 0,6-2 1 16,2 1 2-16,7 0-14 0,4 1-2 0,7-7 6 15,2 3-3-15,8-2-23 0,7-3-29 16,0-36 0-16,16 59 0 0,0-38-27 0,2-7-5 16,10-2-27-16,8-8-38 0,1-8-31 0,8-5-29 15,7-7-32-15,6-6-91 0,3-3-230 16,-29-3 0-16</inkml:trace>
  <inkml:trace contextRef="#ctx0" brushRef="#br0" timeOffset="34561.18">29037 3580 116 0,'20'8'153'0,"-2"3"-4"0,2 8-6 0,-6 0 0 0,-1 7-5 16,-4 8-7-16,1 3-14 0,-8 9-4 16,-2-23-7-16,0 14-10 0,-18 61-19 0,4-39 0 15,-6 5-11-15,0 0 0 0,-2 2-1 0,-2-2-4 16,1-3-18-16,-1-2-6 0,2-3 9 16,0-3-5-16,-2-6-4 0,2-2 9 0,0-5-1 15,2-2-10-15,-1-6 4 0,0-4-5 0,-2-6-7 16,1-1-3-16,-6-2-8 15,0-7 5-15,-3-2-31 0,0-6-26 0,-6-4-21 16,20 0-38-16,-27-13-68 0,16-1-98 16,2-4-161-16,4-4 0 0</inkml:trace>
  <inkml:trace contextRef="#ctx0" brushRef="#br0" timeOffset="35074">29709 3325 90 0,'9'-10'148'0,"1"3"-9"0,-5 0-13 16,0 2-1-16,1 0-20 0,-2 4 1 0,-2 2-17 16,4 0 7-16,-4 4-17 0,1 0 4 15,-3 3 3-15,1 15-4 0,-1-9-2 0,0 7-13 16,-17 34-9-16,6-20 1 0,-3 4-13 16,-1-3-5-16,0 1 8 0,1-1-7 0,2-4 0 15,0-1-8-15,2-6-10 0,1 3 7 0,2-5 10 16,2-3 6-16,2 1 11 0,2-7-4 15,1-14 0-15,0 8-8 0,16 6 5 16,1-7-18-16,6-2 8 0,1-2-4 0,0-1-9 16,1-1-13-16,3-1 15 0,2 0 0 0,-1 0-9 15,-1 4-2-15,-1-3 5 0,-2 4-19 0,-1-1 15 16,-2 0 1-16,-3 1-11 0,-2-1-10 16,-2 5 11-16,-4 1-8 0,-2 1 9 0,-4 0-7 15,-3-1 11-15,-2-10-10 0,-12 32 11 16,-4-9-9-16,-2-4 9 0,-7 1-4 0,0 2-1 15,-2-1-9-15,-3-4 6 0,-4 2 12 0,1-2-13 16,-4-2-6-16,-2-1 0 0,-1-1-8 0,-3-4-15 16,-1-2-24-16,0-1-21 0,-3-2-21 15,2-3-56-15,24-1-57 0,-13 0-353 0,-34-16 1 16</inkml:trace>
  <inkml:trace contextRef="#ctx0" brushRef="#br0" timeOffset="35262.74">29818 3349 72 0,'43'-15'190'0,"2"1"-13"16,2 1-6-16,-2 2-4 0,0 1-21 0,2 5-12 16,0-2-2-16,-2 1-16 0,0 4-15 0,3 1-16 15,-25 1-20-15,12 0-42 0,46 13-56 16,-37-6-56-16,-1 0-76 0,-2 5-147 0,-2-1 67 15</inkml:trace>
  <inkml:trace contextRef="#ctx0" brushRef="#br0" timeOffset="35541.71">30234 4282 65 0,'-8'4'292'0,"5"0"-32"0,7-1-8 0,4-3-41 0,10 2-23 16,3 1-15-16,4-2-25 0,6 1-23 15,-2-1-17-15,3 4-47 0,3 0-19 0,0-1-46 16,0 2-60-16,-1 1-82 0,-3-3-151 0,2 1-57 15,-6 0 0-15</inkml:trace>
  <inkml:trace contextRef="#ctx0" brushRef="#br0" timeOffset="35714.18">29949 4783 151 0,'-15'13'239'0,"7"-4"-22"0,7-4-1 16,2 1-26-16,12 3-23 0,9-4-8 0,7 1-14 16,3-2-31-16,4 0-11 0,7 0-43 0,3-1-54 15,0 1-77-15,0-2-110 0,0 0-155 0,-1 1 41 16,-4 0 0-16</inkml:trace>
  <inkml:trace contextRef="#ctx0" brushRef="#br0" timeOffset="36714.28">25195 6390 141 0,'0'-15'152'0,"0"15"-14"0,0 0-7 0,0 0 6 16,0 0 4-16,0 0-9 0,0 0-10 16,0 0-3-16,24 30-2 0,-24-17-18 0,0 8-2 15,0 5-14-15,0 4 20 0,-13 34-21 16,7-27 2-16,1 1-15 0,-3 3-10 0,1-3 9 15,1 6-12-15,-2-4 3 0,0 1-10 0,0-1-7 16,0-1 6-16,-2-1-14 0,4-3 7 0,-2-2-7 16,1-2 4-16,2 0-11 0,-3-1-4 15,6-1-17-15,-3-3-19 0,0-1-31 0,-1-3-45 16,6-12-49-16,0 1-69 0,0 0-303 16,0-1 0-16</inkml:trace>
  <inkml:trace contextRef="#ctx0" brushRef="#br0" timeOffset="36947.71">25563 6970 199 0,'3'-13'307'16,"1"3"10"-16,1-5-12 0,-1 4-11 0,0 1-10 15,-1 1-19-15,-1 4-32 0,0-1-15 16,0 1-28-16,0 0-18 0,0 0-14 0,0 3-20 15,0-4-22-15,1 3-26 0,1-2-42 0,0 2-40 16,1 0-50-16,1-2-55 0,7-1-32 16,0 1-38-16,-1 0-39 0,0 3-470 0,-2-1 1 15,-2 0 0-15</inkml:trace>
  <inkml:trace contextRef="#ctx0" brushRef="#br0" timeOffset="37218.21">26299 6431 216 0,'4'-5'225'0,"0"1"-8"16,-1 2-26-16,0 0-1 0,-1 2-3 0,1 4-18 15,-2 1-7-15,-1 1-7 0,0 15-10 16,0-10-7-16,0 10-11 0,-13 33-30 0,8-24-3 15,-3 6 2-15,1-2 0 0,-2 5-29 16,-3 2-2-16,1 2-2 0,-2 0 2 0,-1 2-15 16,0 0 0-16,0-3-10 0,2-1-36 0,0-3-11 15,2-3-26-15,0-2-36 0,2-3-24 16,-1-2-32-16,2-1-32 16,2-1-62-16,4-9-333 0,1-17 0 0</inkml:trace>
  <inkml:trace contextRef="#ctx0" brushRef="#br0" timeOffset="37721.07">27238 6369 30 0,'9'-22'208'0,"-2"8"-14"0,-3 1 15 16,-3 3-8-16,-1 3-21 0,0 7 1 0,0 0-27 16,-9-7-11-16,-7 12-23 0,-6 9-13 0,0 2-5 15,-6 5-1-15,-2 5-1 0,-6 11 3 16,-3 2-8-16,-2 8 0 0,-3 1-11 0,-1 4-1 16,-1 2-12-16,1 2 1 0,3-1 1 15,2 1-8-15,0-2-17 0,6-1 11 0,6-1-12 16,4-5 8-16,3-3-18 0,4-3 11 0,5-5-20 15,0-1-21-15,10-2 15 0,2-21-5 16,16 24 1-16,6-20-1 0,2-5-10 0,6-6 6 16,4-4-4-16,-14-1-13 0,10 0 12 0,42-17 14 15,-28 6-22-15,-1-4 3 0,-3 2-15 16,-4-2 13-16,-4-2-14 0,-6 0 6 0,0 2-2 16,-8-3 7-16,1 0-1 0,-8-3 4 15,-4 4-5-15,-6 2 20 0,-1 15-18 0,0-11-13 16,-19-14 2-16,6 14 17 0,-2 1-2 0,0 5-10 15,-1 0 18-15,-1 2-9 0,8 3 12 0,-6 0 2 16,-1 0 9-16,-20 19-10 0,17-10-10 16,2 4-4-16,-2 1-4 0,5 1-13 0,0-2-34 15,2 2 2-15,3-1-27 0,1-1-24 0,4-2-5 16,4-2-26-16,0-9-20 0,0 0-49 16,13 17-392-16,5-14 1 0</inkml:trace>
  <inkml:trace contextRef="#ctx0" brushRef="#br0" timeOffset="38004.24">27579 6681 176 0,'15'-17'282'0,"-2"-1"-1"16,-4 3-9-16,-1 1-7 0,-1-1-19 0,-2 7-18 15,-2 3-34-15,0 1-11 0,-1 4-18 16,-3 2-4-16,-2 2-21 0,-6 11-20 0,-4 4-10 15,1 5-10-15,-2 2-2 0,1-1-20 16,0 4-7-16,1 3-8 0,-2-2-16 0,4 0-5 16,-1 0-1-16,3-3-16 0,0 3 3 0,4-4-18 15,0-2-1-15,4-3-20 0,0-11 0 0,0 3-7 16,19 16-7-16,-5-21 0 0,6 0-27 0,4-3-36 16,-12-5-31-16,8 0-45 0,31-14-59 15,-25 1-452-15,2-1 0 0,2-5 0 0</inkml:trace>
  <inkml:trace contextRef="#ctx0" brushRef="#br0" timeOffset="38218.44">27909 6766 35 0,'-4'2'178'0,"0"2"-4"0,0 0-4 16,-5 7 6-16,-2 4 3 0,1 4-12 15,-1-2-7-15,-1 6-15 0,-1 3-14 0,-1 0-2 16,2-3-19-16,-2 7-5 0,-5 1-6 15,2 4-14-15,-3-2-10 0,1 4-12 0,-2-3-4 16,1 0-5-16,1 2-28 0,-1-4-27 16,2 0-21-16,0-6-56 0,1 0-41 0,5-3-69 15,0 0-66-15,7-7-161 0,3-8 0 16</inkml:trace>
  <inkml:trace contextRef="#ctx0" brushRef="#br0" timeOffset="38374.61">27873 6961 160 0,'11'-21'177'0,"0"0"-9"0,1 4-1 16,1 1-15-16,2 4-14 0,5-1-13 15,1 1-20-15,4 6-12 0,2-1-12 16,1 0-22-16,1 4-47 0,1 2-37 0,-16 1-69 0,9 0-82 16,1 0-126-16,0 0 92 0</inkml:trace>
  <inkml:trace contextRef="#ctx0" brushRef="#br0" timeOffset="38712.51">28339 6829 47 0,'0'3'206'0,"-2"-1"-27"16,2 2 2-16,-1 0-4 0,-2 1-17 0,-2 9 3 15,0 1-20-15,-2 0-9 0,0 4-18 16,-1 3-15-16,0-1-9 0,0 1-2 0,0 2-2 15,-2-1-9-15,4-1-16 0,2-2-4 0,2-1-12 16,2-2 12-16,0-17 6 0,0 11-5 16,0 2-10-16,22 12 14 0,-7-17-12 0,4 0-8 15,5 1-3-15,2-2-13 0,2-1 4 16,-1 0 9-16,0-2-17 0,-2-1-4 0,-1 1 0 16,-3 0-20-16,-1 1 10 0,-2-1 8 0,-4 1-1 15,-3-3-3-15,-2 3 19 0,-2 0-5 0,-3-3 4 16,-1 2-3-16,-2 1 6 0,-1-5 7 15,0 0 0-15,-19 23-14 0,1-12 10 0,-4 2 1 16,-3 2-8-16,-6-4-3 0,-5 5-10 16,-4-1-2-16,-4-1-10 0,2-1-24 0,-2-2-14 15,0-1-39-15,2-3-23 0,1-1-35 0,4-5-57 16,19-1-53-16,-7 0-376 0,-28-15 0 16</inkml:trace>
  <inkml:trace contextRef="#ctx0" brushRef="#br0" timeOffset="38881.58">28245 6738 1 0,'40'-26'199'0,"4"4"-3"15,3 2 1-15,1 3 4 0,0 2-21 0,1-1-10 16,1 2-4-16,-1 3-27 0,-2 1-27 16,-2 2-13-16,-1-1-15 0,-5 2-26 0,-8 1-40 0,-1-2-48 15,-2 2-70-15,-6-4-83 16,-7 5-165-16,-8-6 58 0,-7 4 0 0</inkml:trace>
  <inkml:trace contextRef="#ctx0" brushRef="#br0" timeOffset="39386.15">25026 5473 93 0,'-40'32'189'0,"-7"6"0"0,-5 8 14 15,-4 4-5-15,-4 6-4 0,-3 9-4 0,-2 3-18 16,0 5 12-16,-1 6-8 0,2 3-10 0,4 2-22 16,6 3-10-16,4-3-1 0,8 5-5 0,6 1-18 15,7 1-8-15,6-2-9 16,11 0-19-16,10-3-8 0,2-46-7 0,14 79-13 0,6-48-2 16,8-3-29-16,6-7-7 0,8-7-31 15,6-5-21-15,4-7-47 0,5-5-34 0,7-8-44 16,8-5-80-16,5-8-354 0,3-5 1 15</inkml:trace>
  <inkml:trace contextRef="#ctx0" brushRef="#br0" timeOffset="40019.4">29358 6181 93 0,'-1'0'146'16,"-1"3"-21"-16,1 1-5 0,0 3 0 0,-1 14-13 16,2-9-2-16,0 11-6 0,0 6 12 15,0 3-13-15,0 5-1 0,0 4-7 0,-16 49 7 16,7-36-22-16,-2 2 5 0,-3 5-16 0,-2 3 12 15,-4 4-14-15,-2 0-4 0,0 2-12 16,-4 1 10-16,0 2-7 0,-2-5 6 16,0-4-18-16,-3-4 8 0,2-2 0 0,-6-3-3 0,5-8-2 15,-5-1-7-15,0-5-3 0,-1-3 11 16,-2-3-7-16,-1-3 12 0,-1-2-2 0,-1-3-18 16,-2-5 9-16,-2 1-5 0,0-6-3 15,1-3-17-15,-2 0-11 0,0-4-16 16,-1-5-46-16,4-2-44 0,25-3-40 0,-10 0-81 15,-30-12-280-15,32 1 0 0</inkml:trace>
  <inkml:trace contextRef="#ctx0" brushRef="#br0" timeOffset="40679.93">29658 5728 67 0,'0'0'145'0,"0"2"-9"0,-1 2-3 0,0-1 1 16,-1 3-7-16,-2 11 2 0,-1 0-4 0,-1 2-17 15,-3 5 10-15,0-1-15 0,-2 5-5 0,3-3-6 16,-5 3-9-16,-1 1-7 0,1-2-12 0,0 3-8 16,1-7-8-16,0 2 2 0,1-2 3 15,2-3-8-15,1 0-7 0,4-4 12 0,-3-2 5 16,3-7 8-16,3-1 3 0,1-6 1 16,0 0-4-16,12 11-10 0,-4-9 10 15,10-2-26-15,-6 0 8 0,6 0-5 0,3 0 0 16,24-13-23-16,-21 9 11 0,1-5 4 0,0 6-8 0,-4 0-8 15,2 0 6-15,-14 3-1 0,5 0-6 16,-1 0 5-16,2 0-5 0,-1 0-8 0,-2 0 9 16,15 16-6-16,-19-10 8 0,-1 1-18 15,-3 0 27-15,-2 3-11 0,0 0 0 0,-2-1-1 16,0 6 13-16,-14 22-15 0,4-15-8 0,-6-2 8 16,1 1-18-16,-1-4 24 0,-3 2-13 15,-2 0 13-15,0-6 4 0,-3 3-6 0,0-4-12 16,-6 0 11-16,1-1-14 0,-3-3-14 0,-3-3 11 15,-1 4-29-15,-3-5-8 0,-1-2-25 16,19-2-19-16,-8 0-35 0,-6 0-37 0,-36-17-51 16,39 6-411-16,2-3 0 0</inkml:trace>
  <inkml:trace contextRef="#ctx0" brushRef="#br0" timeOffset="40891.93">29725 5687 80 0,'27'-16'209'0,"1"1"-19"15,4 0 2-15,2 0-8 0,5 5-20 0,1 1-18 16,2 2-21-16,4 3-4 0,2 4-22 16,-24 0 0-16,12 0-26 0,5 0-36 0,47 14-41 15,-44-4-56-15,-4 2-71 0,-4 1-118 16,-4 0-70-16,-3 0 0 0</inkml:trace>
  <inkml:trace contextRef="#ctx0" brushRef="#br0" timeOffset="41461.8">29494 7643 15 0,'-4'4'226'0,"3"-1"-17"0,-1-2 11 15,2 2-11-15,3-1-15 0,1-1-19 0,13 4-6 16,3-1-16-16,7-4-22 0,2 2-8 0,6 1-13 16,-3 1-23-16,2-2-4 0,2 3-17 0,0-1-37 15,1-2-46-15,-1 2-54 0,-3-3-73 16,1 2-102-16,-4-1-185 0,-5 0 1 0</inkml:trace>
  <inkml:trace contextRef="#ctx0" brushRef="#br0" timeOffset="41641.07">29395 7998 48 0,'-22'9'221'0,"8"3"-11"0,5-1 11 16,6-4-6-16,6-4-20 0,4 1-22 0,13 2-11 16,6-2-9-16,9-3-23 0,1 1-38 15,-17-2-71-15,10 0-85 0,7 0-176 0,5 0-145 16,49-17 1-16</inkml:trace>
  <inkml:trace contextRef="#ctx0" brushRef="#br0" timeOffset="48413.28">26170 14135 65 0,'0'0'146'0,"0"0"-11"0,0 0-1 15,0 0 11-15,0 0-9 0,0 0-4 0,0 0-9 16,0 0-7-16,0 0 4 0,0 0 2 16,0 0-7-16,0 0-3 0,0 0 18 15,0 0-10-15,0 0-7 0,0 0-11 0,0 0 1 16,0 0 15-16,0 0-4 0,0 0-11 0,0 0 26 15,0 0-12-15,0 0-12 0,0 0 6 0,25 12 3 16,-14-12-14-16,10 0-16 0,9 0-2 16,2 0-13-16,4 0-5 15,2 0-6-15,6 0-4 0,3 0 0 0,2 0-15 0,55 8 6 16,-51-5-4-16,-1 0-6 0,0-1 5 0,0 0-10 16,-28-2 1-16,13 0-1 0,3 0-9 15,0 0-9-15,36 9-10 0,-40-7-5 0,-3-1-28 16,-8 1-20-16,-1-1-23 0,-4 1-47 0,-3-2-32 15,-17 0-29-15,11 0-27 0,-2 0-578 16,-1 0 0-16,-8 0 0 0</inkml:trace>
  <inkml:trace contextRef="#ctx0" brushRef="#br0" timeOffset="48675.7">26355 14822 40 0,'-13'7'225'0,"5"2"-24"0,4-4 18 0,3-2-14 16,2 1-16-16,3 0-3 16,1-2-30-16,11 3-20 0,3 0 6 0,4-1-20 0,2 1-14 15,4-2 0-15,2 1-10 0,4 0 1 0,-4-2-32 16,8 3 11-16,0-1 1 0,1-2-16 15,4 2-13-15,-2 0-4 0,4 1-26 0,0-1-33 16,-2-4-53-16,3 2-52 0,1-1-72 0,-27-1-124 16,12 0-170-16,44-15 0 0</inkml:trace>
  <inkml:trace contextRef="#ctx0" brushRef="#br0" timeOffset="49116.61">28575 13793 118 0,'1'-4'204'0,"0"-2"-7"0,1 2-7 16,-1 1-21-16,0 1-6 0,1 2-4 0,-1 1 6 16,2 2-12-16,-2 0-7 0,4 15 10 15,-1 3-5-15,-1 2-2 0,-2 2 3 16,-1-10-15-16,0 9 4 0,0 5-3 0,-14 37-27 0,3-28-3 15,0 6-7-15,-2 1-15 0,-3 5 4 16,-1 0-19-16,-1 2-10 0,4 0 3 16,-4-4-17-16,1 2-2 0,2-4-9 0,1 0 1 15,2-3 2-15,0-3-18 0,1-1-17 0,3-2-37 16,0-5-22-16,1-3-39 0,1-1-33 16,0-2-33-16,1-4-47 0,4-3-527 15,-2-9 1-15,3-10 0 0</inkml:trace>
  <inkml:trace contextRef="#ctx0" brushRef="#br0" timeOffset="49397.84">28936 14443 209 0,'6'-17'256'0,"-2"5"25"0,0 3 15 0,-1-1-14 15,0 3-16-15,-1 0-30 0,1 0-21 16,0 3-26-16,-1-1-15 0,0 0-28 0,2 1 0 16,1 2-5-16,0-2-17 0,-1 2-11 15,2-1-7-15,-2 2-7 0,-2-3-11 0,2 3-20 0,0 0-13 16,0 1-11-16,-1 0-3 0,-3 0-15 16,0 0-23-16,0 0-21 0,0 0-45 0,7 14-21 15,-7-8-25-15,0-3-42 0,0 5-28 16,-2-1-45-16,1-2-470 0,0 0 0 0,1-5 0 15</inkml:trace>
  <inkml:trace contextRef="#ctx0" brushRef="#br0" timeOffset="49871.21">29502 13985 108 0,'-3'-4'227'0,"2"1"8"16,1 0 15-16,0 0-11 0,-1 1-20 0,-1-2 7 16,4 2-17-16,0-2-15 0,4 2-13 15,10-3-12-15,2-2-25 0,4 3-4 16,3-2-17-16,3 2 0 0,1 3-16 0,1-5-8 15,1 2 6-15,2 0-8 0,2 0-13 0,-1 2-16 16,5-1 5-16,-2 1-3 0,1-2-5 0,-3 2-10 16,0 2-2-16,-2-1-1 0,-17 1-14 15,8 0 1-15,2 0-10 0,-1 0-3 0,-2 0-6 16,-2 0 1-16,16 12 5 0,-22-6-11 16,-4 5 16-16,-2-1-14 0,-4 6 4 0,-5 0 5 15,0-7-16-15,0 8 5 0,-13 26 4 0,5-17-3 16,-7 4 0-16,-2 2-8 0,-3 0-2 15,-4 4 8-15,0 0-3 0,0 2-6 0,-3-2 5 16,1 2-8-16,2-4-2 0,-3 1 12 16,2 0-13-16,1-3 7 0,1 0-7 0,1-3 1 15,0-2-1-15,2 3 10 0,2-7-10 0,-2 0-20 16,5-3-18-16,2 1-25 0,1-2-19 0,0 0-42 16,4-4-9-16,1-2-15 0,3-4-22 15,0-3-14-15,4-4-41 0,0-2-520 0,9 0 0 16,-2-2 1-16</inkml:trace>
  <inkml:trace contextRef="#ctx0" brushRef="#br0" timeOffset="50426.21">31218 13729 206 0,'8'-17'211'0,"-4"1"11"0,-2 5-8 16,-2 2-8-16,0 9-9 0,0 0-17 0,-16-13-13 15,-3 13 7-15,7 0-16 0,-29 12 4 0,13-2-17 16,-4 4 0-16,-4 4-7 0,-3 1-19 15,-1 8-4-15,-3 0-3 0,-1 3-13 0,-1 4-5 16,-3 7-12-16,1 2-6 0,-1 6-1 0,4 3-22 16,0 0-1-16,4 0-4 0,3-1 9 15,2 0-13-15,7-1-11 0,3 0-3 0,5-4-2 16,4-3-3-16,6-1 10 0,5-2 5 16,5-22-5-16,0 9-3 0,16 30-7 15,-3-29-1-15,3-4-4 0,3-4-2 0,1 2-1 16,-1-5 7-16,5-5-9 0,0-3 8 15,-3-5-2-15,-1-2 5 0,-5-2-10 0,-7 0-3 16,5 0 15-16,13-13-12 0,-16 2 5 0,-6-1-3 16,-1 4 1-16,-2-3-14 0,-1 0 5 15,0 1 6-15,0-4 0 0,-18-17-6 0,10 14 11 0,-3 4-11 16,-1-1 5-16,-1 4 0 0,-2 4-5 16,0 0 5-16,2 3-6 0,2 3-1 15,11 0-12-15,-14 0-4 0,-1 0-11 0,-16 16-22 0,18-7-20 16,1 2-35-16,1 1-9 15,3 3-8-15,3-6-25 0,2 1-14 0,2 0-7 0,1-10-27 16,0 7-31-16,18 15-537 0,-2-14 0 16,1 0 1-16</inkml:trace>
  <inkml:trace contextRef="#ctx0" brushRef="#br0" timeOffset="50867.37">31130 14402 205 0,'-1'-12'249'0,"-2"2"20"0,2-1 29 15,0 3-17-15,-1-1-2 0,2 9-14 0,-2-14-21 16,0 7-15-16,2 0-27 0,0 7-31 15,0 0-12-15,14-29-18 0,2 14-25 0,5 3-14 16,2 2 2-16,3 1-14 0,2 5-17 16,3 2 1-16,-15 2-15 0,8 0 7 0,28 15-3 15,-23-4-5-15,-2 0-2 0,-2 4-4 0,-4 2-3 16,-2 0-4-16,-5 3-2 0,0 7-9 16,-8 0-9-16,-4 1 8 0,-2-12-14 0,-12 28 2 15,-2-17-1-15,-4 0-1 0,-2 0-6 0,0 3 6 16,-1-3-3-16,-3-1-5 0,1-1-4 15,3-2 3-15,0 1 2 0,3-3-8 16,0 0-5-16,3-4-6 0,2-2-4 0,3 0 5 16,5-7-6-16,3 2 5 0,1-10-4 15,0 0-2-15,22 21-5 0,-4-11-3 0,3-5-10 0,4 1 4 16,5-6-16-16,-14 0-26 0,8 0-30 16,4 0-20-16,4 0-26 0,0 0-26 0,35-13-29 15,-32 8-624-15,2-3 0 0,-2 1 1 16</inkml:trace>
  <inkml:trace contextRef="#ctx0" brushRef="#br0" timeOffset="51393.77">32090 14286 148 0,'0'-21'231'0,"3"1"24"0,-3 10-3 15,8-17-23-15,-2 13-17 0,2-3-10 0,4 1-29 16,2 3 2-16,2 2-13 0,6 1-28 0,3 1-7 16,3 3-26-16,0 2-3 0,2 3 0 15,-14 1-15-15,12 0-4 0,40 22 14 0,-36-13-2 16,-3 0-17-16,-8 3-3 0,-3 0-2 0,-3 8-8 15,-9 5-6-15,-6-2-10 0,0-12-11 16,-18 27 13-16,3-12-11 0,-5 0-13 0,-2 5-1 16,-3 0 3-16,-2 2-4 0,2-1-8 15,1 1-11-15,3-2 10 0,3 1-9 0,2-2 3 16,3 1 3-16,2-1-6 0,3-4 20 0,3 6-13 16,5-19 8-16,0 10 5 0,15 26-17 15,-5-24 5-15,4 1-1 0,-1-5 9 16,2 1-9-16,-1 0-8 0,-2-6 17 0,-1 3-4 0,-2 0 17 15,-1 1 2-15,-1 0 13 0,-2-4 10 16,-3-2 3-16,-2-14-1 0,0 15 7 0,-18 15-2 16,2-14-4-16,-2-2-3 0,-8-1-4 15,4 1 1-15,-5-7-14 0,-2 3-1 0,-3-2-5 16,-1 0-6-16,-2 0 1 0,-5 0-7 0,0 1-4 16,-1-2-11-16,-1-2-17 0,1 2-25 0,0-3-18 15,1 3-29-15,1-3-41 0,2 0-60 16,1 0-44-16,0-2-745 0,1 0 0 0,0-2 0 15</inkml:trace>
  <inkml:trace contextRef="#ctx0" brushRef="#br0" timeOffset="70102.67">30407 8662 3 0,'0'0'152'16,"0"0"1"-16,0 0-8 0,0 0 7 16,0 0-10-16,0 0-13 0,0 0-14 0,0 0-14 15,0 0-2-15,0 0-7 0,0 0-14 0,0 0-1 16,0 0-3-16,0 0-9 0,0 0-15 0,0 0-2 15,0 0-6-15,0 0 2 0,0 0-11 16,0 0 2-16,0 14 0 0,0-14-5 0,16 24 1 16,-16-17-1-16,0 0-1 0,0 4 9 0,0 4-7 15,0 5 7-15,0 0 4 0,0 5 1 16,-9 30 2-16,5-26 2 0,1 3-9 0,-1 4 11 16,-2-7-11-16,0 3 15 0,0-2-17 0,0 1 5 15,0 0-6-15,-1-2 6 0,0 4-9 16,1-2-6-16,0-1-6 0,1-5 4 0,1-3 4 15,0-1-11-15,0-3-5 0,1-4 5 16,2-1-10-16,0-4 6 0,-1-1 5 0,1 0-13 16,0-3 11-16,-1-1-13 0,2 1-10 0,-1-1 15 15,0 1-23-15,-1-2-8 0,2 0-22 16,-1 0-29-16,1-2-42 0,-1-1-48 0,1 0-40 16,0 0-346-16,0 0 1 0</inkml:trace>
  <inkml:trace contextRef="#ctx0" brushRef="#br0" timeOffset="71619.78">31381 3965 133 0,'0'0'145'15,"0"0"-8"-15,0 0 3 0,0 0 13 16,0 0-4-16,0 0 2 0,0 0-13 0,0 0 4 16,0 0-10-16,0 0-7 0,0 0-7 15,0 0-9-15,0 0-10 0,0 0 1 0,0 0-3 0,0 0-16 16,0 0-16-16,0 0 4 0,0 0-6 15,0 0-8-15,0 0-9 0,0 0 7 0,0 0-7 16,0 0-4-16,0 0-13 0,0 0 9 16,-7 14 7-16,-1 2-11 0,2 2-13 0,-5 0 22 15,2 5-15-15,-3-1 4 0,1 1 8 0,-1 3-4 16,0 3-14-16,-3 1 10 0,1 6-6 16,-5 0 18-16,2 5-9 0,-1-3-6 0,-2 4 12 15,2 1-5-15,-1-2 6 0,0 5-19 0,1-5-2 16,0 1 7-16,1-2-9 0,0-4-10 15,2 0 4-15,2-3 8 0,1-2-7 0,0-4-5 16,1 0-1-16,3 4-5 0,-1-6 16 16,-1-4-7-16,2-2-2 0,2-2 15 0,2-4-15 0,0-5 2 15,1 0-11-15,0-2-5 0,1-1 2 16,0 0-6-16,1 0-18 0,0-2 1 16,-2 0-63-16,2-1-36 0,1-1-23 0,0-1-41 15,1 0-39-15,0-1-438 0,1-3 0 0,2 0 0 16</inkml:trace>
  <inkml:trace contextRef="#ctx0" brushRef="#br0" timeOffset="72041.89">31388 4886 9 0,'1'-2'226'0,"-1"1"-5"0,1 0 25 0,1-3-4 0,-1 2 0 16,-1-1 2-16,0 1-6 0,0-3-7 15,0 2-12-15,1-1-22 0,-1 0-17 0,2 0-12 16,-2-1-12-16,4 0-26 0,0 0-10 16,5-6-18-16,0 0-21 0,-3 5-3 0,4-4-6 15,2 5-7-15,2 0-24 0,-4 1 5 16,-2 2-9-16,-2 0-8 0,1 2 3 0,-2 0-6 15,-5 0-12-15,0 0-9 0,0 0-2 0,7 0 4 16,-7 0-18-16,0 0 0 0,0 0 11 0,8 13-5 16,-11-8-1-16,-1-2 6 0,0 3 3 15,-9 3-20-15,0 0 24 0,1-1-4 16,-2-1-12-16,3-3 18 0,2 0-16 16,2-1 1-16,0 0-11 0,2 0 13 0,1-3-31 15,0 0-21-15,0 2-32 0,4-2 2 0,0 0-17 16,0 0-15-16,0 0-27 0,-8 0-27 15,8 0-26-15,0 0-26 0,0 0-379 16,-12-11 0-16</inkml:trace>
  <inkml:trace contextRef="#ctx0" brushRef="#br0" timeOffset="72580.08">31758 4478 175 0,'0'-3'211'0,"-1"-2"-2"0,1 2 3 16,-2 0-5-16,4-2-8 0,-2 1 5 15,1 0-20-15,2-2-2 0,-1 1-12 0,9-6-20 16,1-2-29-16,4 0 10 0,1 3-24 0,7-1-6 16,-1 1-13-16,2-1-5 0,3 6-20 15,3-1 7-15,0-1-13 0,1 1 13 16,0-2-13-16,1 4-3 0,2 1-14 0,-1 0 12 15,-2 2-28-15,0-1 14 0,1 0-7 16,-18 2-18-16,5 0 21 0,1 0-22 0,1 0-7 16,-2 0 21-16,16 13-17 0,-22-5-13 0,-4 2 4 15,-5 1 17-15,0 6-6 0,-5-8 5 0,0 7-10 16,-18 23 5-16,4-15 9 0,1 3-12 0,-7 3 3 16,1 0-1-16,-3 4-6 0,-2 0 11 15,0 2-17-15,-2 0 8 0,0 1-2 0,-1-1 9 16,2 1-5-16,1-4 10 0,1-1-21 15,2 2 15-15,1-6 0 0,1-3-3 0,5-2-18 16,-1 2-6-16,3-3-27 0,0-1-29 16,3 0 4-16,1-5-38 0,0-3-9 0,4-2-24 15,2-4-12-15,2-2-44 0,0-5-28 0,12 1-394 16,6-3 0-16</inkml:trace>
  <inkml:trace contextRef="#ctx0" brushRef="#br0" timeOffset="73020.42">32961 4580 142 0,'1'-13'216'0,"-2"3"-3"0,-1-1-1 16,-2 5-10-16,-9 0-23 0,0 6-18 15,-5 0 5-15,6 0-23 0,-26 12-18 0,7 3-7 16,-4 4-17-16,-2 3-9 0,-4 10-9 15,3-3-2-15,4 1 16 0,0-1-20 0,-3 6-12 16,1 1 16-16,0 4 2 0,2 2-13 0,2-1-12 16,3 2-13-16,5-2 8 0,4 0 7 15,0-5-17-15,4 1-15 0,4-2 1 0,4-3 3 16,3-2-5-16,5-16 2 0,0 6-7 0,18 17-14 16,-4-19-2-16,7-4-5 0,18 4 10 15,-6-13 0-15,-1 1-16 0,-17-6 3 0,6 0 18 16,2 0 5-16,17-17-20 0,-24 4 6 0,-4 2-6 15,-5-2 1-15,-5-3 14 0,-2 16-19 0,0-15 4 16,-16-11 12-16,6 15-6 0,-2 1-10 16,1 2 5-16,0 1-15 0,-1-1 5 15,3 2 4-15,1 3-12 0,0 1 15 0,0 2-3 16,8 0 0-16,-8 0 1 0,-3 0-7 0,-12 17-24 16,14-11-7-16,0 7-18 0,1-1-22 15,1 4-24-15,3-4-23 0,0-1-20 16,4-11-26-16,0 14-21 0,11 13-50 0,-6-19-248 0,0-2 0 15</inkml:trace>
  <inkml:trace contextRef="#ctx0" brushRef="#br0" timeOffset="73348.34">32650 5237 215 0,'-4'-16'229'0,"3"2"38"16,-1 1-14-16,2 13 16 0,0-11 2 0,0 1-13 15,0-1-8-15,0 1-23 0,11-7-16 0,-3 6-17 16,5 2-34-16,6 3-9 0,2-1-15 0,2 4-22 16,1-2-7-16,-11 5-9 0,9 0-16 15,3 0-5-15,27 13-7 0,-24-6-13 0,-5 0-9 16,-6 4-5-16,-4 1-6 0,-1-1-6 0,-2 2-15 16,-8 3-6-16,-2-6 4 0,0 6-11 15,-16 23 5-15,4-17-1 0,-1 1 0 0,0-1-17 16,-1 3 3-16,4-4 10 0,-1 1-1 15,3-1 2-15,1 0 0 0,1-6-8 0,3 1-4 16,2-2-1-16,1-7 3 0,0 3-2 16,17 9-1-16,-9-9-1 0,11-3-3 0,-1 0-14 15,8-4 2-15,0-3-12 0,8 3-39 0,0-3-33 16,5 0-42-16,-22 0-32 0,9 0-41 0,6 0-531 16,1 0 1-16,32-16 0 0</inkml:trace>
  <inkml:trace contextRef="#ctx0" brushRef="#br0" timeOffset="73843.14">33307 5124 166 0,'-1'-11'226'0,"1"3"27"15,1-3 0-15,3 4-26 0,0-2-14 16,3 4-25-16,0 2-22 0,9 1-8 0,0 2-24 15,2 3-26-15,4-1 12 0,2 7-13 16,4 3-4-16,-4 1-17 0,0 1 18 0,0 1-19 16,-4 1-1-16,-4 0-24 0,-2-1-15 0,-4 9 1 15,-6-1-24-15,-2 2 5 0,-4-1 6 16,-10 0-8-16,2 7-27 0,-8-3 10 0,2-2 6 16,4-5 5-16,-2 2-17 0,0 1-6 15,6-7 8-15,0-1-4 0,2 0-13 0,0-2 17 16,2-5 0-16,4 5-2 0,0-14-2 0,0 11 13 15,12 13-1-15,-4-13-22 0,4 1 8 16,-2 2 17-16,4 0-7 0,0 3-10 0,0-4 19 16,2 4-10-16,-4 2-12 0,0 0 36 0,4 0-16 15,-10-3 16-15,0 5-16 0,-6-1 2 16,0-10-2-16,-12 21 25 0,2-12 6 16,-6-1-12-16,-4-5 5 0,-2 5 5 0,-6-6-22 15,0 0 1-15,0-2 10 0,-8-1-3 0,4-4-15 16,4 1 6-16,-7 0-1 0,-2-4 2 0,6-2 8 15,-5 2-19-15,17-2 1 0,-7 0-22 16,-5 0-6-16,-1 0-20 0,-25-13-35 0,31 10-53 16,5-2-44-16,0-4-53 0,5-2-542 15,1 0 0-15,3 0 1 0</inkml:trace>
  <inkml:trace contextRef="#ctx0" brushRef="#br0" timeOffset="78473.55">31136 8904 167 0,'0'0'177'16,"0"0"-2"-16,0 0 3 0,0 0-7 16,0 0 1-16,0 0-12 0,0 0 2 0,0 0-30 15,0 0-3-15,0 14-13 0,0-14 1 0,0 0-15 16,0 0 4-16,0 0-11 0,0 0-14 0,0 0 8 15,0 0-8-15,0 0-3 0,0 0-14 16,0 0-18-16,0 0 9 0,0 0-8 16,0 0 9-16,0 0-19 0,0 0 0 0,0 0-13 15,0 0 1-15,0 0 2 0,-27 8-7 0,24-9-5 16,1 1 3-16,0-2 0 0,0 0-13 16,0 2 11-16,0-2-5 0,0 1-5 0,0-1-7 15,0 1 1-15,0 1-10 0,0 0-9 16,1-1 7-16,0 1-32 0,-2-2 9 15,3 0-5-15,-1 2-8 0,1 0 6 0,0 0 7 16,0 0-6-16,0 0-5 0,0 0 5 0,0 0-12 16,0 0 2-16,0 0 3 0,0 0-5 15,0 0-12-15,-11-10-6 0,10 8-14 0,-1 2-8 16,2-1-32-16,0-1-33 0,-1 1-55 0,1 0-184 16,-1-1 0-16</inkml:trace>
  <inkml:trace contextRef="#ctx0" brushRef="#br0" timeOffset="80346.88">29503 8703 24 0,'0'0'149'0,"-17"-14"-3"0,-7-4-8 15,17 15 11-15,1 1-2 0,-1-1 7 0,2 1-4 16,1 0-5-16,0 0 8 0,-2 0 12 0,2-1 8 16,0 1 0-16,2-2-7 0,-2 4 6 15,0-5 0-15,2 4-12 0,0-2 0 0,0 0-9 16,1 0-14-16,0 0-13 0,-1 0-6 0,2-2-21 15,-1 3-5-15,1 2-13 0,0 0 3 0,0 0-12 16,0-9-1-16,0 3-14 0,0 6-7 16,12-17 3-16,-1 4-23 0,-1-1 6 0,5 1-4 15,2 0-7-15,6 3-4 0,1 1 1 16,5-1-9-16,-1 4 0 0,4 1 0 0,3 1-5 16,4 4-8-16,-19 0 10 0,12 0 0 15,7 0-11 1,42 15 5-16,-37-9 9 0,0 3 3 0,-3 2-3 0,-2 1-8 15,-3 1 6-15,-2 0-2 0,-3 3 1 0,-4 3-10 16,-1-3 7-16,-6 4-2 0,-1 0 2 0,-6 4-10 0,-2 0 0 16,-3 3 11-16,-4 7-2 0,-4-18 4 0,0 10-15 15,-13 32 7-15,-1-28-3 0,-2 2 4 0,-1-1-2 16,-4-1 4-16,1 0 1 0,-4 0-9 0,1-2 3 16,0-2 4-16,-1-1 7 0,3 0-10 0,1-1 8 15,1-3-8-15,2 0 4 0,1-4-3 16,1 4 7-16,2-1-17 0,-1-4 6 0,4-1 1 15,2 1 9-15,0-4-4 0,4 0-4 16,2-4 7-16,0 2-1 0,1-4 13 0,1 0 0 16,0-6 7-16,0 0 6 0,13 23 2 15,1-12 8-15,3-4-13 0,3 4 4 16,8-3 2-16,1-1-3 0,0-1-7 16,5 0-2-16,0 2-7 0,5-3 8 0,2-1-1 15,1 2-15-15,-1-1 7 0,-4 1-4 0,2 0-1 0,1-1 4 16,1-1-2-16,-3 0-5 0,-2 0 4 0,-4 1-7 15,3 1 0-15,-5-2 2 0,-2 2 2 16,2-1 1-16,-2-2 3 0,-4 0-4 0,-3-2 3 16,-1-1-11-16,-1 0-14 15,-6 2-21-15,-13-2-9 0,11 0-40 0,-1 0-40 0,1 0-50 16,-3 0-12-16,5 0-29 0,-1 0-728 16,19-16 1-16,-15 11 0 0</inkml:trace>
  <inkml:trace contextRef="#ctx0" brushRef="#br0" timeOffset="80981.5">30666 9023 54 0,'0'-8'202'15,"-1"-1"-3"-15,2 1-4 0,-1 1-7 0,6-10-12 16,-1 0-10-16,-2 6-28 0,3-3-2 15,4-2-22-15,-4 6-7 0,5 2 2 0,-4-1-20 16,1 4-13-16,0-1 5 0,-3 4-6 0,0-2 5 16,-1 3-9-16,0-1-3 0,-1 1-1 15,0 1 3-15,-2 0-18 0,-1 0 9 0,0 4-2 16,-4-2-11-16,-5 11-9 0,-6-2 10 0,-4 1-6 16,-1-1-1-16,-1 0-4 0,-4 1-4 0,2-4-5 15,-1 0 11-15,4 0-6 16,1-4 7-16,-1 2-3 0,8-4 14 0,3 1 16 0,1 0 1 15,1-2 16-15,2-1 5 0,1 0-7 0,4 0-8 16,0 0-31-16,0 0-17 0,-4-14-10 16,5 9-12-16,6-8-28 0,4 0-17 0,1 0-29 15,0-1-24-15,2 2-23 0,-2 0-21 16,4-1-23-16,0 3-20 0,3-1-53 0,1 4-435 16,-1-1 0-16,-1 2 0 0</inkml:trace>
  <inkml:trace contextRef="#ctx0" brushRef="#br0" timeOffset="81374.23">31393 8625 52 0,'1'-4'227'0,"1"1"-28"15,-2 0 15-15,0 0-4 0,1 0-31 16,-1 2-3-16,0 1 3 0,0 0-17 0,-1 2 1 16,-1 4-14-16,-2-1 9 0,-4 11-8 0,-2 4-5 15,-1 5-1-15,-2 0-9 0,-1 2-15 0,-3 5-7 16,0 5 6-16,-2 1-17 0,-1 1 2 15,-3 2-27-15,5 0 1 0,-1 0-11 0,-1-2 3 16,0 2-23-16,3-3 9 0,-1-4-12 0,1 0-1 16,4-2-3-16,-1-3 2 0,5-1-5 15,-3-3-6-15,0-2 5 0,3-2-16 0,1 0-1 16,0-6-24-16,0-1-2 0,4-3-34 16,0-4-29-16,1-1-32 0,2-2-25 0,-2-2-47 15,2 1-44-15,2-3-573 0,0-1 0 16,1-2 0-16</inkml:trace>
  <inkml:trace contextRef="#ctx0" brushRef="#br0" timeOffset="81818.8">31735 8751 213 0,'11'-14'233'0,"-6"6"-14"0,1-2-8 0,-2 3-11 16,-2 3-15-16,2 0-5 0,-2 0-19 15,-1 3-9-15,0 2-11 0,-2 2 3 0,0 1-8 16,-2 3-8-16,-4 12 6 0,-5 5-32 16,2 1 1-16,-4 3-3 0,0 2-10 0,-4 1-4 15,2 2-6-15,-1 0-9 0,0 1-6 0,1-1-3 16,-2 0-3-16,3-1-26 0,1-1 6 15,0-4 5-15,2-1 1 0,0 1-14 0,2-3 4 16,2-3-2-16,0-4 10 0,1-2-8 16,2-3 13-16,2-2 13 0,0-4 7 0,2 0-2 15,1 0-1-15,0-6 4 0,0 0-12 16,11 13-5-16,5-9-2 0,1 1-11 0,4 1 2 16,2-4-2-16,1 3-14 0,2-1 3 0,6 0 3 15,-2 0-13-15,2 0-2 0,-1-1 4 0,0 1 4 16,3-1-8-16,5 1 1 0,0 1-2 15,-1-1-6-15,4 1 1 0,3-2 4 0,-2 0-11 16,-1 0-4-16,-3 1-31 0,-3-4-25 16,0 0-25-16,-4 0-47 0,-19 0-37 0,6 0-43 15,-1 0-746-15,17-10 0 0,-28 5 1 0</inkml:trace>
  <inkml:trace contextRef="#ctx0" brushRef="#br0" timeOffset="82100.89">32222 9012 91 0,'-4'-9'278'15,"2"0"-17"-15,0 4-12 0,0 2-23 0,1-1-27 16,-3 4 12-16,1 0-8 0,1 4-12 16,-9 11-12-16,1 3-18 0,0 3-7 15,-2 4-2-15,0 2-2 0,3-1-2 0,-2 3-9 0,-1 0-21 16,-1 3-11-16,0 2-8 0,-2-2-7 15,0 2-15-15,1 0-2 0,-1-2-5 0,-1-1-17 16,1 0-1-16,1 1 1 0,0-5-13 0,-2-1 3 16,-1 2-3-16,1-4-15 0,0-1-14 15,4 0-15-15,-3 0-20 0,5-2-20 0,2-7-48 16,-2-1-32-16,4-4-20 0,2-2-37 16,4-4-30-16,0-3-570 0,8-4 0 0,0 2 0 15</inkml:trace>
  <inkml:trace contextRef="#ctx0" brushRef="#br0" timeOffset="82364.83">32839 9087 128 0,'8'-5'247'0,"-4"-3"-17"0,-1 12-14 0,-2 1 3 0,-1 6-28 15,-6 5 0-15,-5 0-14 0,-1 6-5 16,-5 1-16-16,-5 0-2 0,1 4-27 0,-6 2-7 15,-3 1-26-15,-1-2 12 0,4 1-8 0,3-8-27 16,0 0 11-16,-2 0-17 0,0 0-5 0,0 0-5 16,-1 1 1-16,3 1-35 0,1-4-10 15,3 3-47-15,1-2-16 0,1-2-19 0,2-1-29 16,1 1-29-16,4-9-13 0,7-2-34 16,4-7-83-16,0 0-262 0,16 4 0 0</inkml:trace>
  <inkml:trace contextRef="#ctx0" brushRef="#br0" timeOffset="82612.55">33077 9165 9 0,'10'-8'297'0,"0"-2"-12"0,-2 5-29 16,-2 2-4-16,-4 0-43 0,-1 3 7 0,-5 3-12 16,-5 5-13-16,2 4-32 0,-6 2-14 0,-3 7-17 15,-3 4-1-15,-4 0-16 0,2 4-10 16,-4 2-10-16,1-2-22 0,2 1 9 15,2 0 0-15,0-2-18 0,6-1 10 0,0-3-19 16,2-2 17-16,6-2-11 0,2-3 7 0,2-2-5 16,2-8 2-16,0 0-8 0,24 10-7 15,-5-9-4-15,9-1-14 0,11-4-15 0,-21-3-42 16,46 0-26-16,-41 0-45 0,50-18-51 16,-22 5-64-16,-3 1-567 0,-8-7 0 15,-3-2 0-15</inkml:trace>
  <inkml:trace contextRef="#ctx0" brushRef="#br0" timeOffset="82936.67">33327 9274 80 0,'-6'5'184'0,"-8"7"-13"0,-3 1 22 16,2 4 15-16,-1 0-19 0,-1 3-9 0,-2 2-10 16,-2 2 14-16,-2 2-7 0,1 2-21 0,-6-1 6 15,4 7-15-15,0-1-4 0,-2 0-22 16,-2 4-12-16,4-1 7 0,-4 0-33 0,0-3 4 15,3 0-21-15,-3 1-14 0,-1-6 4 0,7 2-57 16,2-7-20-16,2 0-29 0,-1-5-8 16,6-6-25-16,5-3-5 0,5-4-16 0,2-4-4 15,1-1 11-15,17-6 8 0,-2-5-9 16,7-5 12-16,5-4 11 0,4-1 12 0,5-3 19 16,5-2 15-16,0 2 23 0,-2-2 12 0,4 4 12 15,-1-1 23-15,2 0-8 0,0 0 6 16,0 8-10-16,-1 4 5 0,2 0-2 0,1 3-1 15,-2 6-5-15,4-2-6 0,-22 4-3 16,48 16-24-16,-26-8-34 0,-4-1-55 0,-2 4-73 16,-10 3-154-16,-4-2-83 0,-6-1 0 15</inkml:trace>
  <inkml:trace contextRef="#ctx0" brushRef="#br0" timeOffset="84157.14">27506 14845 42 0,'0'-13'71'0,"0"13"-14"0,0 0-5 0,0-16-5 0,-27-3-20 16,24 13-3-16,3 1 3 0,-1-1 0 15,0 2-8-15,-1-2 1 0,1 1-30 0,0-1 9 16,-1 1-10-16,0-1-6 0,0 1-18 0,1-1-22 15,-2 1-37-15,1 0-26 0</inkml:trace>
  <inkml:trace contextRef="#ctx0" brushRef="#br0" timeOffset="86989.23">29253 15080 48 0,'0'0'196'0,"0"0"-1"0,0 0 6 0,0-14 9 16,0 14-5-16,0 0-14 0,0 0-10 15,0 0-14-15,0 0-14 0,0 0 8 16,0 0 1-16,0 0-11 0,0 0 2 0,0 0-6 0,24-27 4 15,-24 23-5-15,1 3-17 0,0-2-8 16,1-1-7-16,-1 0-25 0,2 0-13 0,1-1-6 16,6-7 2-16,0 3-30 0,4-2 7 0,5 1-2 15,4-1-11-15,5 2-10 0,2 3 10 16,1 1-15-16,2-2-7 0,6 2 4 0,2 3 3 16,5-1 4-16,2 2-4 0,4 1-4 15,5-1-1-15,5-1 2 0,-29 2 3 16,18 0-5-16,10 0 0 0,75 13 3 0,-58-9 0 15,5-1-19-15,2 0 7 0,6 0-4 0,3 6 0 0,0-5 0 16,4 6 3-16,-2-1-2 0,-2 1-1 16,-2 0-5-16,2 0 1 0,-6 1 10 0,0-1-5 15,-2 1 3-15,-5 1-15 0,-4 0 5 16,-6-3 1-16,-5 2-11 0,-9 0-4 0,-6-2 8 16,-6-1-2-16,-5-4 5 0,-7 2 1 0,1-3-4 15,-10 3-9-15,-12-2 15 0,-11-3-16 16,-12 2 19-16,-21-7-12 0,11 4 7 0,-52-8-6 15,10 1 1-15,-9 1 3 0,-8-4 4 0,-7-1 1 16,-6-4 6-16,-1 1-12 0,-5-2 13 16,-1-3-10-16,-1 1 0 15,-3 0 3-15,1 1 7 0,0-1-13 0,5 1 9 0,2 0 8 0,6 2-2 16,9 1-8-16,9 5 2 0,8-2 16 16,8 2-13-16,6 1 3 0,9 0-20 0,5 2 2 15,7 2-4-15,5-1 6 0,14 2 3 16,10 3-4-16,11-3 5 0,18 1-4 0,9 0 6 15,-16 2-6-15,17 0 4 0,12 0-12 0,10 0-6 16,11 0-5-16,11 0 11 0,96 15-1 0,-81-10 7 16,5 4-21-16,0-2 21 0,-2 2 1 15,-5 3 9-15,-3-3-23 0,-11-1 24 0,-10 0-1 16,-8-3-2-16,-8 2-2 0,-9-1-9 16,-10-2 21-16,-9-4-4 0,-28 0-15 0,-8-7 16 15,-20-1-10-15,-28 1 15 0,-18-5-26 16,-14-1 12-16,-6-3 6 0,-14-4-4 0,-7 3 7 15,-5-4-14-15,-9-1 7 0,-2-3 5 16,-4 2-12-16,-1 1-7 0,-1-3 24 0,-2 0 0 16,6 0-7-16,5 2 7 0,8-2-1 15,6 3-9-15,8 1 9 0,11 0-2 0,12 4 9 16,9 0-13-16,8 3 12 0,9 2 12 16,8 1 2-16,14-2-7 0,11 1-16 0,14-3 8 15,10 15-5-15,32-23-2 0,5 14-4 16,20 5-8-16,16 1-10 0,14 3 9 0,-36 0-8 15,30 0-4-15,20 0-2 0,126 18 17 0,-103-7 5 16,-5 3 1-16,-7-1-4 0,-12 2 2 0,-11-4-5 16,-12 3 14-16,-11-7 3 0,-17 2 1 15,-18-3-4-15,-23-1 5 0,-8-5-1 16,-35 4 1-16,11-4-10 0,-20 0 0 0,-17 0 4 16,-93-14-8-16,52 8-4 0,-14-4 7 0,-4-1 3 15,-4-2 10-15,-4-1 2 0,-3 0-21 16,0-1 13-16,-1 0 0 0,2 0-5 0,-1-3 6 15,9 5-6-15,3 0 7 0,11-4-2 0,11 5 3 16,12-2 18-16,11 4 7 0,9 2 1 16,9 2-3-16,13-4-14 0,14 1-4 0,20 4-17 15,21-4 19-15,24 1-5 0,26 4-20 16,17 1 17-16,25 1-9 0,20 2-3 0,-53 0 2 16,38 0-21-16,260 20 1 0,-159-10 6 15,44 7-1-15,-54-1 3 0,-35 0 0 0,-16 0-2 16,1 2 4-16,-10 0 4 0,-12-2-1 0,-13 0 2 15,-21-2-4-15,-7-3 0 0,-15 1-5 16,-15-4 10-16,-19-3-9 0,-20 1-1 0,-18-6 5 16,-44 7-1-16,-6-4-6 0,-24 0 20 0,-19-1-8 15,-18 1 4-15,-10 0-7 0,-19-2 7 16,65-1 0-16,-40 0 0 0,-23 0-15 0,-63 0 11 16,-4 0-5-16,21 0-3 0,23 0 0 15,14 0 1-15,12 0 2 0,13 0 5 0,15 0 1 16,12 0-3-16,12 0 1 0,11 0-18 0,14 0-8 15,14 0 6-15,18 0-14 0,22 6 20 0,23-6 6 16,17 0-17-16,19 0 22 0,18 0 5 16,116-10-4-16,-56 9-11 0,26 1 17 15,-21 0-17-15,66 0 10 0,39 0 7 0,278 15-12 16,-255-7-4-16,-55 2 2 0,-34-2-1 0,-21 0 8 16,-4 2 1-16,-3 1-13 0,-6 2 18 15,-10-2 1-15,-10 0 6 0,-13-1 13 0,52 7-18 16,-60-6 3-16,6 1-12 0,-20-3-1 15,-19-3 9-15,-26 1-15 0,-20-1 3 0,-22-2 17 16,-1-4-12-16,-41 5-1 0,-9-1 8 0,13-4-2 16,-25 0 7-16,-24 0-10 0,-18 0-6 15,-136-17 6-15,96 7-1 0,-9 3 8 0,-3-3 2 16,-102-6-8-16,55 3 24 0,40 2-14 16,23 1 1-16,3 0 14 0,9 2-10 0,9 1-12 15,14 2 16-15,16-1-4 0,9 0 4 0,12 3 3 16,14 0-15-16,20 1-15 0,28 2 11 0,20 0-15 15,24 2 25-15,-6-2-22 0,88 10 1 16,-16-4 5-16,23 3 1 0,18 2-10 0,109 11-16 16,-4 3 15-16,9 4-4 0,-16 1 21 15,-57-8-12-15,-32 3 22 0,48 10 1 0,-34-4-5 16,-24-3-3-16,-28-7-3 0,-23-4 8 0,-21-1-10 16,-21 0-2-16,-19-7-3 0,-21-3 22 15,-22-6-5-15,-16 1-3 0,-8-1 4 0,9 0-4 16,-20 0-17-16,-15 0 12 0,-15 0 1 0,-98-11 4 15,67 6-22-15,-5-1 12 0,-7 1 2 16,-1-2-9-16,4-1 2 0,3 2-2 0,8 0 7 16,10 2-1-16,10 1-15 0,13-2 23 15,8 3-25-15,37 2 11 0,-5 0-18 0,3 0 16 16,10 0-15-16,13 11 15 0,40-8-11 0,18 1 16 16,18 3-11-16,14-1 10 0,13 2-17 0,12 2 2 15,7 1-6-15,8 2-5 0,-3 0 15 16,77 10 9-16,-30 0 15 0,-28-8-7 0,-29-6 5 15,-23 1 28-15,-20-3 6 0,-45-7 8 0,0 0-12 16,-7-12 4-16,-42 1 13 0,-12 0-19 0,-21 0-11 16,-16-1 2-16,-16-1-4 0,-13-1-7 15,-12 0 5-15,-11 0-14 0,-8-1 4 0,-2 0-10 16,-7-3 6-16,0 1-5 0,-2 0 5 0,0 0 7 16,6 1-15-16,8 1 1 0,15-1 6 15,13 4 13-15,10-1-12 0,13 5 8 0,13-1-1 16,12-1-14-16,16 7-14 0,13-7-12 15,25 3-2-15,22-2 9 0,16 1 13 0,12 2-25 16,13 0 10-16,18 1-5 0,13 1-5 16,9 3-6-16,5 0 13 0,-50 1 6 0,25 0 0 0,11 0 1 15,0 0 9-15,-8 0 15 0,-8 0 2 16,-13 0 17-16,-17 0 7 0,12-7-7 0,-77-3-6 16,-29-1 6-16,-20-1-15 0,-17 1 9 15,-19 0-9-15,-23-1 2 0,-9 3-3 16,-8-2 2-16,-10 1-5 0,-99-6-10 0,50 4 11 15,38 2-1-15,25-1-1 0,7 0 11 16,10 3 10-16,16 2 8 0,14 3 4 0,10-2-1 16,15 2-23-16,17 0-4 0,20 3-9 0,30-2-1 15,26 2-13-15,25 0 1 0,-12 0-3 0,28 0-19 16,26 0 4-16,20 0 1 0,148 15-10 0,-105-9 8 16,101 10 17-16,-59-6 0 0,-45 2 28 15,-31-3 0-15,-17 2 4 0,-11-7 4 0,-14 1 5 16,-18-2 9-16,-38-3-7 0,3 0 13 15,-10 0 1-15,-9-7 6 0,-36 2-22 0,-14 1-3 16,-9-1-3-16,-11-1 1 0,-7 3-18 16,-8-3 14-16,-2 0-3 0,1 4 1 0,6 0-28 15,8 0-9-15,7 2-27 0,33 0-51 0,-7 0-44 16,-31 15-92-16,54-10-383 0,13 0 0 16</inkml:trace>
  <inkml:trace contextRef="#ctx0" brushRef="#br0" timeOffset="90090.65">26377 17274 135 0,'-15'0'185'0,"15"0"-3"16,0 0 4-16,-32-23-5 0,17 15-19 15,2 3 10-15,2 0-11 0,2 0-9 0,-3-2-10 16,3 1 14-16,3 2 2 0,1-3-17 16,0 2-1-16,2-3-34 0,3 8-4 0,0-8-8 15,13-18-12-15,3 7-31 0,7 0 1 0,5 1-4 16,7 1-9-16,6 2 0 0,6 0-22 16,2 3 20-16,2 3-15 0,0 3 26 0,5 1-15 15,-6 1-6-15,-4 3-1 0,-24 1-11 16,8 0 1-16,4 0 10 0,32 18 9 0,-39-10-3 15,-3 8 4-15,-4 4-3 0,-6 0-11 0,-6 6 6 16,-5 3 2-16,-3-14-7 0,-17 33-2 16,2-16-5-16,-4 0 6 0,-2 4-8 0,-3-4-4 15,0 5 7-15,0-2-14 0,-4-1 18 0,8 1-3 16,-2-3-6-16,4-1 14 0,2-1-12 16,4-2 11-16,0-3-4 0,6 2 7 0,-2-3 0 15,4-1-5-15,4-4-1 16,0-9 3-16,14 15 5 0,2-14-11 0,2 0 10 0,4-1-19 15,6-4 11-15,0-1-15 0,7-2 9 0,-1-2-15 16,1-1-12-16,-18 0-35 0,9 0-33 16,3 0-12-16,2 0-19 0,30-15-33 0,-31 8-7 15,-2-3-16-15,1 1-26 0,-2 2-25 0,-1-3-446 16,0 0 1-16,0-1 0 0</inkml:trace>
  <inkml:trace contextRef="#ctx0" brushRef="#br0" timeOffset="90309.93">27644 17604 248 0,'4'-4'265'16,"-1"-1"32"-16,1-1-32 0,-1 0-29 0,-2-1-27 15,2 3-6-15,-1 0-26 0,1 0-25 0,0 0 4 16,-2-1-22-16,2 2-12 0,0-4-18 15,5-2-29-15,0 2-30 0,0 1-40 0,4 0-42 16,2-3-30-16,0 1-35 0,2-2-17 16,2-2-49-16,0 2-58 0,1-1-268 0,1 0 0 15</inkml:trace>
  <inkml:trace contextRef="#ctx0" brushRef="#br0" timeOffset="90744.46">28713 16637 127 0,'-4'-27'201'16,"-8"7"-2"-16,-5 3 9 0,-6 4-26 16,-6 5-13-16,-7 7-11 0,17 1 1 0,-42 12-24 15,13-1 1-15,-3 5-6 0,-2 7 6 16,-2 6-26-16,-2 6 14 0,2 7 4 0,2 2-19 0,0 8 1 15,5 2-24-15,4 1 3 0,6 2-8 16,6-1-10-16,6 0 1 0,3-3-26 0,8-3 17 16,6-2-10-16,5-3-1 0,4-26-14 15,15 38 11-15,2-25-17 0,7-6 0 0,11-2-1 16,3-5-5-16,6-4 3 0,0-4 4 16,2-3-4-16,-1-4-15 0,-4-2 2 0,-21-2 0 15,8 0 4-15,34-16 7 0,-34 7-6 16,-3-4 5-16,-6-4-8 0,-5-1 4 0,-3-3-13 15,-8-1 5-15,-3 11-7 0,-14-19 8 0,-2 12-6 16,-2-1-4-16,-6 4 1 0,1 5 5 0,-2 1-19 16,-3 1 0-16,-4 8 18 0,17 0-4 0,-9 0-10 15,-3 0-12-15,-26 17 8 0,29-2-35 16,4 3-7-16,4 0-22 0,4-1-17 0,5 4-26 16,6 2-17-16,1-12-16 0,19 19-38 15,2-13-23-15,2 0-446 0,5-8 1 0,2-1 0 16</inkml:trace>
  <inkml:trace contextRef="#ctx0" brushRef="#br0" timeOffset="91162.24">28667 17115 111 0,'-7'-9'236'0,"0"4"15"0,5 0-5 0,-1 0 5 0,0 3-44 16,3-3 9-16,3 2-19 0,1-1-29 0,15-4-10 15,5 2-20-15,1-3-7 0,11 4-7 16,7-3-7-16,3-2-9 0,7 1 8 0,11 0-9 16,5-3 3-1,2 5-3-15,-2-2-10 0,1 2 2 0,-8 1-2 0,-4-1-2 16,-5 2-11-16,-6 1-2 0,-6-1-15 0,-6 2 5 15,-2 2-1-15,-4-1-4 0,-19 2 11 16,15 14-9-16,-16 1-5 0,-9 1-3 0,0-3-10 16,-20 23-5-16,2-6-7 0,-4 3-2 0,-4-2-6 15,0 5 2-15,-2 1-7 0,-1-3-6 0,1 1-1 16,-3 1 2-16,2-1-4 0,5 0-1 0,-1-5 1 16,2 1-4-16,2-1 0 0,2 0-2 15,2-3-12-15,2-1-16 0,0-2-15 0,5-1-31 16,2-3-14-16,6 2-35 0,2-14-20 15,0-2-20-15,24 11-40 0,0-11-30 0,4-2-681 16,3 0 0-16,-14-4 0 0</inkml:trace>
  <inkml:trace contextRef="#ctx0" brushRef="#br0" timeOffset="91649.75">30123 17193 44 0,'7'-28'202'0,"-2"3"12"16,3-3 3-16,0 5 13 0,0-1-23 0,2 2-7 15,0 3-9-15,1 0-14 0,4-1-24 0,2 4 2 16,7 0-39-16,0 4-13 0,4 4-6 16,4 1-7-16,3 3-5 0,2 4-8 15,-18 0-16-15,11 0 19 0,41 16-17 0,-33-3-1 16,-2 1-11-16,-4 2-8 0,-7 4 3 0,-6 1 2 15,-6 5-11-15,-5 3 2 0,-8 2 6 0,0-16-17 16,-21 31 7-16,1-13-22 0,-6-1 7 16,-2 2 0-16,-6-2 5 0,3 2 7 15,3-5-15-15,2-2 1 0,2 0-11 0,4-2 11 16,3-3 10-16,2-3-11 0,2 5 9 0,6-4 0 16,6-4 3-16,1-6 10 0,16 18-15 15,-4-10 2-15,3 0-5 0,3-3-9 16,1 2 4-16,-2 0-5 0,4 0 15 0,-4-4-23 0,-1 1 16 15,-1-2 3-15,-3-1 11 0,-2 1 11 16,0-2-6-16,-6-1 16 0,-3 1 16 16,-1-10-7-16,0 7-5 0,-11 18-2 0,-3-14-5 15,-4 1-9-15,-4 4 1 0,-4-6-4 0,-2 3-7 16,-3 0 0-16,-6 1 1 0,-2-2-12 16,-1 3-7-16,-1-3-20 0,0-1-33 0,1 3-28 15,2-5-19-15,4 2-51 0,-1-3-47 16,3 0-35-16,4-1-705 0,3 1 0 0,3-7 0 15</inkml:trace>
  <inkml:trace contextRef="#ctx0" brushRef="#br0" timeOffset="91957.98">30941 17860 216 0,'28'-15'244'0,"-1"4"37"16,-5-6 20-16,0 4-28 0,2-2-18 0,-7 0-27 15,-1 1-29-15,-4-2-17 0,7 3-14 0,-3-1-7 16,-2 3-21-16,4 2-21 0,2 2-7 16,2 4 2-16,-8 3-12 0,7 0 24 0,6 0-13 15,1 0 5-15,32 19 3 0,-32-10-9 16,2-1 0-16,-1 7-16 0,-4-4-7 0,1 3-4 16,-6 1-12-16,-2-1-12 0,-7 0-4 15,-4 2-3-15,-7 1-10 0,0-9-3 0,-19 19 6 16,0-12-9-16,-3 3-11 0,-5-3 3 0,-7-3-8 15,-2-4-6-15,-4 1-12 0,-1-5-7 0,-2 4-10 16,-1-3-30-16,-1-1-10 0,-1-2-23 16,2-2-31-16,23 0-41 0,-11 0-39 0,-3 0-40 15,-37-19-704-15,36 13 0 0,3-4 0 0</inkml:trace>
  <inkml:trace contextRef="#ctx0" brushRef="#br0" timeOffset="92962.73">24830 16790 24 0,'-18'-24'178'0,"2"-5"-13"0,3 1 5 16,2-4-5-16,1-2-11 0,0 2-3 0,4-4-16 15,2-2-11-15,2-1-17 0,2 19-6 0,0-10 3 16,0-7-20-16,19-42-2 0,-7 36-4 16,5 0-10-16,6 0-10 0,8-5-7 0,6-2 2 15,8-2-13 1,5-1 10-16,6 2 5 0,8 0 1 0,6-2 2 0,9 2 12 16,9-2-4-16,8 4-1 0,8 1 8 0,5 0 1 0,5 2-4 15,10 5 7-15,84-22-8 0,-37 22 8 16,-23 8-4-16,-12 9 7 0,7 3-16 0,5 4 1 15,104-6 2-15,-56 11-8 0,-32 6-10 0,-20 3 3 16,1 2-4-16,-71 1-4 0,36 0-9 16,153 13-2-16,-110-3 2 0,99 7 4 0,-56 0-6 15,-33-4-4-15,-17 2-5 0,2 1 4 0,95 11 3 16,-52 0-17-16,45 8 7 0,-55-3 1 16,-27-3-2-16,-14-1-1 0,83 21-3 15,-52-8 5-15,-31-5-11 0,-15-1 12 0,-2 4-8 16,-3-1 8-16,-5 5-19 0,0 2 6 0,-4 4 2 15,-3 1 2-15,60 36-8 0,-13 5 5 16,-17-9-5-16,-14 0 6 0,-12-4-3 0,-10 1-5 16,-6-3 5-16,-7 7 3 0,-5-2-12 15,-5 2 17-15,-9 7-14 0,-3-1 4 0,-6 2-2 16,-7 0-6-16,-8-4 10 0,0 1-12 0,-9-8 6 16,-9 9-8-16,0-3-1 0,-9 3 9 0,-5 4 2 15,-8 1-6-15,-6 0-17 0,0-48 18 16,-12 85-20-16,0-52 13 0,-6-3-1 0,-4 2 8 15,-6-4 1-15,-7-2 0 0,0 4-4 16,-7 6 6-16,-12 5 4 0,-4 1-17 0,-10-5 10 16,-8 1 9-16,-3-7-5 0,2-2-17 0,-1-6 12 15,1-6-1-15,0-3-2 0,-2-4 11 16,-7-8 0-16,-10 2-3 0,-7-3-12 16,-8-2 7-16,4-2 9 0,-1-4-4 0,2-4-9 0,-11-5 20 15,-9-5-13-15,-14-5 9 0,7-6-17 16,1-3 2-16,5-4 8 0,-3-7-1 0,52 0-10 15,-155-17 21-15,81 2-4 0,-3-3-6 0,-21-9 18 16,-9-1-4-16,4-6 5 0,2-6 3 16,-16-8 8-16,-14 1 9 0,2-11-4 15,5-10-1-15,-11-1 11 0,-5-10-9 0,5-1 10 16,-4-5-4-16,-4-3 6 0,3 1-2 0,6-7 9 16,11-2 4-16,4-2-11 0,7-4 5 15,9-2 3-15,12-5-15 0,9-2 2 0,36 21-11 16,25 6 8-16,15 9-6 0,3-5 4 15,2-6-18-15,4-3 10 0,5-1-7 0,7-2-1 0,6-3-2 16,7 1-15-16,10-4-11 0,8 1-25 16,10-1-22-16,7 0-22 0,10 1-25 15,5 48-32-15,21-89-47 0,4 48-61 0,11 1-893 16,12 7 1-16,8-2 0 0</inkml:trace>
</inkml:ink>
</file>

<file path=ppt/ink/ink34.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1T10:49:24.213"/>
    </inkml:context>
    <inkml:brush xml:id="br0">
      <inkml:brushProperty name="width" value="0.05292" units="cm"/>
      <inkml:brushProperty name="height" value="0.05292" units="cm"/>
      <inkml:brushProperty name="color" value="#FF0000"/>
    </inkml:brush>
  </inkml:definitions>
  <inkml:trace contextRef="#ctx0" brushRef="#br0">9155 9658 42 0,'-14'0'119'0,"-14"-36"-8"0,14 29-3 0,2-2-5 0,0-1 0 16,4 4 9-16,2 0-8 0,2 0 0 0,-2 2-8 16,4-1-8-16,-2 2-8 0,1 0-10 15,0 0-7-15,1 1-4 0,-1 2-4 0,0-4-4 16,0 3-4-16,2 0-13 0,-2 0-1 16,2-1-7-16,0-1-5 0,-1 2 1 0,0-1-2 0,0 1 1 15,1 1-8-15,0-1-3 0,-1 1-6 16,1-1 3-16,0-2 6 0,1 3-12 15,0 0 6-15,0 0-4 0,0 0-6 0,0 0 4 16,0 0 4-16,0 0-6 0,0 0 1 0,0 0 2 16,0 0 4-16,0 0-10 0,0 0-2 15,-8-5 1-15,13 6 3 0,0 1 5 0,14 0 10 16,-7-2-3-16,31 11 7 0,-10-7 2 16,3 0 0-16,10-2 8 0,8 2 6 0,6-2-10 15,6-2 2-15,3 0-5 0,-32 0 1 16,19 0 3-16,11 0-5 0,7 0 10 15,0 0-7-15,4 0-2 0,-2 0 2 0,76-13-8 0,-77 8 1 16,-4 2 4-16,-5 1-8 0,-3-2 0 0,-3 0 13 16,-3 2 2-16,-2-1-11 0,-4 2-1 15,-2-2 2-15,-2 0-6 0,-1-2-1 0,-2 1-5 16,-4 2 5-16,-3-2 4 0,-2 2 5 0,-3-1-18 16,-3-2 8-16,1 3 1 0,-2-1 1 15,-3-1-4-15,-2 2-2 0,-5 2 3 0,-3-3-7 16,-4 1 4-16,-1 1 0 0,-3 1 0 15,0-1-3-15,-2-1 1 0,0 2-4 0,-1-2 11 16,0 2-9-16,0 0 5 0,-1 0-10 0,1 0 9 16,1 0-24-16,1 0-59 0,-1 0-72 15,-5 0-116-15,7 0-206 0,-1 0 0 0</inkml:trace>
  <inkml:trace contextRef="#ctx0" brushRef="#br0" timeOffset="2002.37">11692 9411 109 0,'0'0'129'16,"0"0"2"-16,0 0-7 0,-15 0 2 15,15 0-2-15,0 0-8 0,-22-3-1 16,18 1-11-16,1 0-7 0,0 1-4 0,2-1 2 16,-2 1-14-16,1 0-1 0,0 1-13 0,0-2-3 15,0 2 4-15,1-2-4 0,0 1-3 0,-1 0-10 16,1-1 2-16,0 2-15 0,-1 0-4 15,2-2 7-15,-1 2-1 0,0 0-12 0,1 0-10 16,-2 0 6-16,1 0-9 0,1 0-3 0,0-2 1 16,1 2 10-16,1 0 0 0,2 2-11 0,1-2 8 15,2 2-6-15,13 0 5 0,-10-2 8 16,8 0-6-16,27 6 4 0,-17-5-10 0,4 0 5 16,1-1-10-16,1 2 6 0,1-1 10 15,5-1-9-15,0 0-1 0,2 0-13 0,-20 0 14 16,14 0-11-16,8 0 4 0,1 0 9 0,5 0-2 15,2 0-6-15,1 0-3 0,0 0 14 16,1 0 3-16,2 0-16 0,-2 0-7 0,2 0 2 16,-1 0 8-16,1 0-11 0,0 0 14 15,-1 0-11-15,-2 0 8 0,1-7 1 0,-4 7-4 16,1 0-4-16,49-10-1 0,-52 8-6 0,-2 2 12 16,1 0-7-16,-3 0 5 0,-3 0-10 0,1 0 7 15,-4-2-1-15,1 2-7 0,-3-1-2 16,-3-2 8-16,5 2 1 0,-22 1-3 0,7 0-3 15,1 0 6-15,1 0-12 0,-2 0 12 0,-5 0-13 16,-3 0 16-16,-2 0-11 0,-3 0 11 16,-2 0-2-16,-2 0 8 0,-6 0-9 15,8 0-5-15,-8 0-2 0,7 0 9 0,-7 0-5 0,7 0 4 16,-7 0-11-16,0 0 1 0,6 0 8 16,-6 0-5-16,0 0 10 0,7 0-11 15,-7 0 5-15,0 0-2 0,0 0 5 0,7 0-10 16,-7 0 3-16,0 0-9 0,0 0 7 0,0 0-5 15,6 0 0-15,-6 0-4 0,0 0 3 16,0 0 6-16,0 0-2 0,7 0-2 0,-7 0 1 16,0 0-4-16,0 0-13 0,0 0 1 0,0 0-5 15,0 0-20-15,0 0 8 0,0 0-3 16,0 0 0-16,0 0 3 0,0 0 7 0,0 0-2 16,0 0 9-16,0 0-4 0,0 0 5 0,0 0 6 15,0 0 4-15,0 0 10 0,0 0 18 16,0 0-4-16,0 0 8 0,0 0-6 0,0 0 1 15,12-2 1-15,-12 2-1 0,0 2-3 16,1-4-16-16,-1 2-18 0,0 0-17 0,0 0-40 16,0 0-27-16,-1 2-30 0,2-2-49 0,-1 0-138 15,0 0-26-15,-1 0 0 0</inkml:trace>
</inkml:ink>
</file>

<file path=ppt/ink/ink35.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1T10:40:53.838"/>
    </inkml:context>
    <inkml:brush xml:id="br0">
      <inkml:brushProperty name="width" value="0.05292" units="cm"/>
      <inkml:brushProperty name="height" value="0.05292" units="cm"/>
      <inkml:brushProperty name="color" value="#FF0000"/>
    </inkml:brush>
  </inkml:definitions>
  <inkml:trace contextRef="#ctx0" brushRef="#br0">18263 3633 102 0,'0'0'152'0,"0"-15"1"0,0 15-19 0,0 0 7 16,0 0-6-16,0 0-7 0,0 0-8 0,-14-16-3 15,14 16-12-15,0 0 0 0,-14-21-8 0,12 20-15 16,1 0-1-16,1-1-18 0,-1 1 5 16,1-1-6-16,-2 1-2 0,1 1 0 0,1-3-4 15,0 3-5-15,0-1-5 0,-1 1-11 0,-1 0 1 16,2 0-2-16,0-1 10 0,0-2-21 16,0 3 17-16,0 3-15 0,0-3 5 0,-1 2-8 15,0 1-4-15,-1 1-5 0,0 1 15 16,-1 1-21-16,-4 8 17 0,2 2-15 0,-3 1 6 15,1 2-1-15,-1 0-13 0,2 2 14 16,-1 3-2-16,-1-2-7 0,0 3 2 0,1 2-4 16,2-1-1-16,-2 3 5 0,2-1-7 0,-2 2 16 15,3 0-11-15,-1 0-3 0,1-2 1 16,1 2 5-16,3-1 6 0,-1 1-4 0,1-17-20 16,0 6 15-16,0 4-7 0,15 20 7 0,-9-26-2 15,2-1 29-15,0 3-11 0,3-8 5 0,0 4-13 16,2-4 4-16,0-2 18 0,2-1 5 15,1-1-3-15,1-5 1 0,2 1-6 0,-8-3-19 16,6 0 20-16,3 0-21 0,26-16 16 16,-24 6 7-16,0-1-4 0,2 0 2 0,-2-5-11 15,-2 2-8-15,0 2 4 0,0-3-5 16,0-1-1-16,0-2 0 0,0 0 3 0,-4 0-4 16,0-3 2-16,0 3-7 0,0-3 10 15,-1-1 1-15,2-1-7 0,-1 5-1 16,-2-1 2-16,-4 3 10 0,1 1-7 0,0 3 9 15,-5 3-8-15,0 0 7 0,-1 3-11 0,-2 3 3 16,-1-2-11-16,1 0-4 0,-2 1 1 0,1 2-3 16,-1-1 1-16,0 2-2 0,2 0 18 15,-2-1-10-15,1 2-24 0,0 0 18 0,-2 0-14 16,0 0 5-16,0 0-2 0,8 12 2 16,-5-6-13-16,-3 2 20 0,4 13 5 0,-4-6-9 15,0 5-1-15,0 3 7 0,0 2-10 16,0 3 13-16,0-2 2 0,0 4-23 0,0 0 7 15,-11 31 22-15,7-27-1 0,-1 0-3 0,1-4 3 16,-4 2 11-16,3 1-18 0,-2 1 7 16,0-2-16-16,1 0 31 0,-2 0-13 0,1-4-10 0,0 2 12 15,-1 1 1-15,0-7-11 0,-1 6 3 16,-2-4 3-16,-1-3 13 0,4 1-14 0,-6-3 9 16,2-1-2-16,-4-2 4 0,0-2-6 15,-2 0 11-15,2-4 5 0,-4 1-2 0,-4-1-2 16,0-6 8-16,-2 2-2 0,2-2-1 0,-2-2 8 15,2-1-10-15,-2-3-10 0,0 0-2 16,14 0 7-16,-7 0-10 0,-21-13-37 0,18 6-21 16,3 3-46-16,4-4-34 0,2 3-45 15,5-1-39-15,7-1-611 0,1 7 0 0,0-8 0 16</inkml:trace>
  <inkml:trace contextRef="#ctx0" brushRef="#br0" timeOffset="388.34">18956 4429 145 0,'2'0'175'0,"-1"4"-10"0,2 0 10 0,-2 0-15 15,2 3 2-15,2 10 3 0,-2 0-22 0,1 4 12 16,-2 3-5-16,1 3-28 0,-3-14 4 16,0 8 2-16,0 5-32 0,0 4 16 0,-12 34-9 15,9-33-22-15,-2 2 7 0,1 0-25 16,0 2 29-16,3-7-30 0,-3 3 6 0,2-2-31 15,-4-5 13-15,3 0-12 0,2-2 8 0,-2-3-11 16,0-6 11-16,3 0-9 0,-1-4-12 0,0-1-7 16,1-1-4-16,-2-1-7 0,1-1-31 0,0 0-13 15,1-1-40-15,-2-2-27 0,1 1-47 16,0-1-64-16,-2-2-406 0,3 0 1 0</inkml:trace>
  <inkml:trace contextRef="#ctx0" brushRef="#br0" timeOffset="724.12">19493 4627 5 0,'-3'0'236'0,"3"0"-8"0,-1-2 11 0,-2 2-13 0,1 0-9 15,0 0-16-15,1 0-12 0,0 0-15 0,1 0-28 16,1 0 10-16,3 0-14 0,0 0-14 16,3-2-17-16,-1 1 9 0,14-3-8 0,-1 0-15 15,2 0-18-15,5 1 6 0,-1-3-17 0,0 0-3 16,3-1-20-16,2-1 12 0,-1 1-9 15,-1-2-26-15,0 0-65 0,0-1-47 0,-1 2-39 16,-2 0-36-16,2-2-54 0,-3-2-419 0,0 0 0 16</inkml:trace>
  <inkml:trace contextRef="#ctx0" brushRef="#br0" timeOffset="1306.08">20350 4076 100 0,'2'-4'228'0,"-2"1"-22"0,1 0-2 0,0 0-29 15,1 1-15-15,-2 2 13 0,0 4-29 16,0-2 3-16,-2 3-13 0,1 14-5 0,-3 2-9 16,-1 2-21-16,-2 3 4 0,0 4-3 15,-1-2-17-15,2-1-18 0,-4 4-4 0,2 1 9 16,2 0-13-16,2 0-15 0,0-1 10 16,1-4-10-16,-1-1 12 0,3-3 18 0,-1-2 12 15,2-6 17-15,0-15 7 0,0 9 9 0,0-9-2 16,16 14-16-16,6-16-5 0,-12 2-14 15,26-18-6-15,-12 7-11 0,0-9-11 16,3-2 5-16,0 1-10 0,-2-2 5 0,3-1-10 0,-1 3-3 16,-1-1-12-16,0 2-1 0,-4 1 2 0,0 2-17 15,-1 2 6-15,-6 0 6 0,1 2-8 16,-4 2-4-16,0 3-4 0,-4 4-7 16,-3 0-2-16,0 2-8 0,-5 2 6 0,0 0-2 15,6 17 9-15,-9 4-11 0,-5 7 4 0,-1 4-1 16,-5 7 1-16,-3 0-1 0,-2 8 14 0,-1 1-9 15,-2-1 11-15,-2 3-13 0,2-2 4 16,-2 0-13-16,2-4 8 0,-1-1 0 0,0 1 4 16,-1-3 10-16,2-3-10 0,0-5 5 15,4-2-8-15,-4-2 11 0,2 0 3 0,-4-3-14 0,2 0 0 16,-2-7 1-16,-2 2 7 0,1-2 0 16,1 0-7-16,-1-4-10 0,-2-4-32 0,0-1-13 15,2-5-44-15,4 0-51 0,-1-4-45 0,12-1-35 16,-4 0-625-16,-12-19 0 0,15 4 0 15</inkml:trace>
  <inkml:trace contextRef="#ctx0" brushRef="#br0" timeOffset="1764.51">21116 4572 47 0,'20'-6'260'0,"-4"1"-17"0,-4 0-3 0,-4 4-21 16,0 0-14-16,-2 1-10 0,-6 0-21 15,0 0-23-15,0 0 9 0,6 16-23 0,-6-8-22 16,-6 15-3-16,0 1-11 0,-2-3-13 0,0 5 9 16,-2-2-25-16,2-1 11 0,0-1-20 15,0-2 3-15,2-1-26 0,-2-2-1 0,4-5 6 16,4-1-7-16,0-2 33 0,0-9 0 15,0 0-3-15,0 10 4 0,16 8-5 0,-4-13-9 16,-4-2 1-16,12-1-15 0,0 2 0 0,4-2-6 16,-1 0 6-16,2-2-16 0,-5 1 1 15,3 1-8-15,-2 3 8 0,-1-2 2 0,-3-1-17 16,-3 1-2-16,-4 1 6 0,0-1-11 0,-2 1-1 16,-4 1 11-16,0-2 3 0,-2 1 2 15,-2 2 3-15,0-6 8 0,0 13-4 0,-20 19-13 16,3-13 17-16,-2-1-25 0,-3 4 19 0,-5-5-10 15,-4 2-1-15,-3-1-5 0,-5 2-36 16,-3-3-30-16,0 2-54 0,-2-3-51 0,2-4-57 16,0 3-666-16,4-5 1 0,2-3 0 15</inkml:trace>
  <inkml:trace contextRef="#ctx0" brushRef="#br0" timeOffset="1905.76">21062 4604 36 0,'42'-37'127'0,"2"4"-3"0,4 1 0 0,-1 6-10 16,3-2-3-16,6 3-7 0,0 1-9 15,-1 5-23-15,-1 0-37 0,-4 6-23 0,-6 2-48 16,-4-1-98-16,-6 3-126 0</inkml:trace>
  <inkml:trace contextRef="#ctx0" brushRef="#br0" timeOffset="2491.3">17825 5487 272 0,'-7'13'271'0,"6"0"-13"0,1-2-15 0,3-1-38 15,5 8-4-15,4 1-35 0,5 0 0 16,3 1 3-16,3 2-10 0,7-2-28 15,4 3 9-15,3 2-11 0,4-3-11 0,2 2-4 16,3 1-8-16,4-1 3 0,1-5 3 0,4-2 3 16,-1 0-13-16,9-3-19 0,1-3 3 0,4-5-3 15,2-1-4-15,3-4-16 0,-34-1 0 16,15 0-15-16,9 0-3 0,68-16 3 0,-66 9-2 16,-2-1-11-16,-5 3-8 0,-6-1 3 15,-4 4-12-15,-2-2 0 0,-8 2 2 0,-1-1 1 16,-1 3-2-16,-20 0-3 0,8 0 8 0,0 0-4 15,28 17 8-15,-28-10-10 0,1 4 5 16,-1 0-9-16,-1 1-5 0,0-1 4 0,3 1-13 16,-2 1 8-16,6-4 10 0,0 1 3 0,12-3 5 15,2 3 20-15,4-3 12 0,2-3 0 16,5-2-7-16,-27-2-3 0,17 0 13 0,10 0-5 16,5 0-5-16,71-13 0 0,-59 4-8 0,2 2 0 15,4-2-12-15,-1-2-3 0,-2 1 4 16,-2-1-9-16,-2 1-2 0,-3 0 2 15,-4 0-1-15,-4 1-4 0,-4-3-7 0,-4 1 4 0,-4 0-28 16,-3 1-28-16,-3-3-43 0,-4-2-25 16,0-2-75-16,-4-2-53 0,-4 0-883 0,-1 0 0 15,-3-3 1-15</inkml:trace>
  <inkml:trace contextRef="#ctx0" brushRef="#br0" timeOffset="3063.74">22399 4086 29 0,'0'-4'184'0,"-2"-1"-16"0,2 3-17 16,0-2-8-16,0 4-15 0,0 1-8 16,2 4-8-16,0 0-15 0,10 15 2 0,-4 5-11 15,4 3-8-15,-2 5-7 0,2 6-2 0,2 7-7 16,-2 6 9-16,0 7-15 0,-4 3 4 16,0 6-14-16,-2 0-3 0,0 4 2 0,-2-1-8 15,0 3-1-15,0 0 8 0,0-1-7 0,-2-1 18 16,-2-1 0-16,0-37 2 0,0 16-8 15,0 9 8-15,-14 60 7 0,6-61 4 0,0-3-9 16,-6-2 16-16,0-6 2 0,-2-2 6 0,-8-1 5 16,-2-3-3-16,-6-3-11 0,-4-3-10 15,-6-1-6-15,-6-4 3 0,-4-3-8 0,-8 2 5 16,-6-3-16-16,-3-4-2 0,0-1 1 0,-3-8-18 16,4 5-5-16,-1-6-11 0,7-1-22 15,0-5-45-15,10-3-66 0,26-3-45 16,-10 0-77-16,-37-16-493 0,45 1 1 0,8-6 0 15</inkml:trace>
  <inkml:trace contextRef="#ctx0" brushRef="#br0" timeOffset="3618.52">23382 4066 136 0,'-1'3'213'16,"1"0"2"-16,-2 4 6 0,2 1-27 0,2 14-15 15,-2-9 3-15,0 8-22 0,0 5-4 0,0 6-8 16,0 1-8-16,0 5-12 0,0 2-5 0,-11 46-3 16,3-36-13-16,-3 1-21 0,1 1 7 15,-2 1-24-15,-2-2 3 0,0 1-14 0,0-2-8 16,0-3 9-16,0-1-6 0,2-3-10 15,-2 0-5-15,0-8 15 0,6-3-17 16,0-5-13-16,-1 5-29 0,1-7-13 0,4-3-14 16,0-7-18-16,1-5-32 0,2-8-53 0,4-2-60 15,1-5-84-15,5-9-308 0,3-7 0 0</inkml:trace>
  <inkml:trace contextRef="#ctx0" brushRef="#br0" timeOffset="3885.23">23775 4135 151 0,'15'-6'206'0,"-7"4"7"16,0 4-2-16,-4 2-3 0,0 4-26 0,3 7-4 16,-2 6-13-16,-5-8 11 0,0 10-40 0,0 7-9 15,-13 40-10-15,6-24-2 0,-1 4-30 0,-4 2-3 16,-1 5-2-16,2 0-16 0,-1-2 9 15,0 1-24-15,0-1 8 0,4 0-1 0,-3-5 6 16,2 3-27-16,1-6-24 0,1 0-16 0,1-8-40 16,0-4-24-16,1-4-30 0,1-3-16 15,-4-1-41-15,4-7-47 0,0-10-334 16,0-5 0-16</inkml:trace>
  <inkml:trace contextRef="#ctx0" brushRef="#br0" timeOffset="4061.42">23353 4646 170 0,'-16'-17'254'0,"1"0"3"0,3 3 7 15,3 3-27-15,2 2 4 0,2 3-27 0,2 1-27 16,3 5-13-16,0 0-22 0,27-12-24 0,-1 9 6 16,8 2-29-16,3 0-14 0,8 1-11 15,-18 0-56-15,14 0-46 0,10 0-59 0,5 0-50 16,5 0-69-16,2 0-370 0,1 0 0 15</inkml:trace>
  <inkml:trace contextRef="#ctx0" brushRef="#br0" timeOffset="4919.99">24916 4280 135 0,'3'-2'165'0,"0"1"-5"0,-3-1 8 0,2 0 7 15,0 1 0-15,-1-2-3 0,0 0-14 0,-1 0-11 16,0 1 1-16,0-1-18 0,-1 0-13 16,-2 0-10-16,1 1-5 0,0-2-23 0,0 1-1 15,-1 0-3-15,-1 0 2 0,0 1-17 0,0 0-12 16,-1-2 5-16,-9-1-2 0,2 1-6 15,3 4-9-15,-8-1 8 0,6 1 7 0,-5 0-14 16,-4 0 3-16,-25 16-3 0,17-7-6 0,1 1 2 16,-4 2 2-16,-2 4 1 0,0 4-9 15,-6 1 21-15,0 4-16 0,1 3 4 16,0 3 6-16,1 2 0 0,2 0-1 0,1 1-14 0,3 2-6 16,2 1 3-16,-1 1-1 0,6-2 3 15,0-1-14-15,4 1 11 0,2-2 6 0,2-4-30 16,6 0 21-16,-1-3 11 0,2 2 9 15,3-3 17-15,5-4-5 0,1-12 5 0,16 14-7 16,1-13 4-16,6-3-9 0,4-4-8 16,5-2 2-16,-16-2-1 0,8 0-6 0,35-15-8 15,-23 5-1-15,0-1-3 0,3-4-3 0,-5 2 0 16,2-1-4-16,-1 1 7 0,-4 2 3 0,-5-1 11 16,-2 3-5-16,0 0 5 0,-2 0-2 15,-5 1 5-15,-1 4-10 0,-5-2 2 0,-3 2-9 16,-2 1 8-16,1 3-6 0,-3-2 5 15,-4 2 0-15,0 0 7 0,0 0-8 0,7 16-6 16,-9-9-2-16,0 13-3 0,2-12 9 16,-11 22-11-16,4-6 0 0,-2-2 5 0,-2 3-10 15,3 0 1-15,-1-3-2 0,0 0-7 0,-2-2-19 16,4-2-35-16,-1 1-22 0,3 0-31 16,0-2-19-16,3-6-38 0,0-3-40 0,2-8-788 15,0 0 0-15,0 9 0 0</inkml:trace>
  <inkml:trace contextRef="#ctx0" brushRef="#br0" timeOffset="5413.67">25374 4814 166 0,'5'0'247'0,"-4"0"-15"16,1 2-5-16,-1 1-18 0,-1 3 8 15,-1 0-6-15,-6 11-13 0,0 6-11 0,-2 1-9 16,0 1-11-16,-3 3-16 0,-2 2-12 0,0 4-13 16,-2 0-10-16,0 3-9 0,-3 1-1 15,2-3-30-15,2 1-1 0,3-3 0 0,-1-1-16 16,-1-2-5-16,2-3-1 0,2-4 2 16,-1-2-9-16,0 0-7 0,3-2-2 0,2-4 6 15,2-4 16-15,1-4 27 0,2-1 7 16,-1-4-8-16,2-4-6 0,3-1-9 15,8-10-2-15,-2-3-8 0,6-7-12 0,-2-4-2 0,3-7-7 16,4-6-7-16,5-5-12 16,-1-3-6-16,3-1 6 0,-2 1-10 0,3-2-6 15,2 3 3-15,-2-1-7 0,0 6 5 0,0-1-1 16,-2 7-2-16,0 4-3 0,-1 2 2 16,0 6-4-16,-1-1-10 0,-2 4 18 15,-1 5-8-15,0 2 8 0,1 1 0 0,-4 4-1 16,1 8-2-16,-6 0-1 0,-13 1-5 0,8 0-4 15,4 16-2-15,-8 2 5 0,-4-7-9 0,-16 27 10 16,2-14 7-16,-4 5-14 0,-4-3 7 0,-2 3-5 16,0-2-3-16,-2-2-16 0,2 1 0 15,4-6-14-15,-1-2-23 0,1-2-1 0,3 4-27 16,3-8-25-16,2-4-40 0,3-7-41 16,9-1-37-16,-3-7-599 0,6-2 0 15,9-15 0-15</inkml:trace>
  <inkml:trace contextRef="#ctx0" brushRef="#br0" timeOffset="5762.12">25964 4376 175 0,'22'-17'264'0,"-3"-1"4"0,-2 4-25 0,-2 1-3 0,-2 2-33 16,-5 3 4-16,-1 4-28 0,-3 3 6 0,-4 1-7 16,0 0-9-16,2 14-10 0,-3 16-6 15,-8-3-13-15,-6 10-27 0,-2 2-5 16,-1 6-11-16,-2 2-10 0,0-1-3 0,0 1-18 15,3-3-5-15,-2 0-9 0,4-8-4 0,3 1-4 16,3-6-8-16,1-1 3 0,0-3-6 16,7-7 3-16,1-13 17 0,14 14-16 15,2-15 2-15,10-3-6 0,-12-3-5 0,10 0-1 0,30-14 4 16,-25 7-8-16,3-3-3 0,0-1 2 16,-1 1-8-16,-2 0 7 0,-2 3-13 15,-2 0 4-15,1 3-3 0,-6-3-5 0,-4 0 0 16,-4 4-1-16,-2 1 2 0,-3 0 2 0,-7 2-2 15,0 0 7-15,8 0 5 0,3 15-3 16,-10-7-7-16,0 13 11 0,-1-10-7 0,0 8-6 16,-14 26-34-16,6-23-20 0,-2 4-33 15,2 1-33-15,0-1-39 0,-1-2-39 0,2-1-18 16,-1-8-682-16,6-1 0 0,-1-3 0 0</inkml:trace>
  <inkml:trace contextRef="#ctx0" brushRef="#br0" timeOffset="6005.31">26734 4772 315 0,'4'-5'278'0,"-2"1"-5"15,2 2-32-15,0-2-30 0,2 1 4 0,10-1-40 16,4 0-4-16,2 4-32 0,2 0 5 0,-8 0-21 15,5 0-25-15,6 0-4 0,30 13-24 16,-29-7-35-16,0-2-59 0,4 2-56 16,-4-1-71-16,-5 1-117 0,-1-3-247 0,-6 1 0 15</inkml:trace>
  <inkml:trace contextRef="#ctx0" brushRef="#br0" timeOffset="6184.74">26760 4939 233 0,'-8'2'243'0,"4"1"-11"0,0-1-15 16,4-2 10-16,0-2-11 0,6 2-24 0,0-2-14 0,16 0-26 15,-10 2-2-15,28-11-24 0,-10 4-15 16,3-1-13-16,2-1-37 0,2-3-48 16,-1 2-51-16,-2-6-69 0,3 0-57 0,-3-4-97 15,0-2-209-15,-4-3 0 0</inkml:trace>
  <inkml:trace contextRef="#ctx0" brushRef="#br0" timeOffset="6475.42">27383 4199 35 0,'-3'0'158'16,"1"2"-5"-16,-1-1 0 0,0 2-6 0,1 4-1 15,-4 10-6-15,0 6-8 0,0 5-6 0,-3 4-17 16,2 6 2-16,-2 5-16 0,-4 7-15 15,-2 2-8-15,-1 4 3 0,-3 1-18 0,1 0 4 16,-4 0-7-16,5 1 6 0,-3 2 8 0,1-3 1 16,2 1 9-16,0-1-11 0,1-2-1 15,-2-1 6-15,-1-4-1 0,2 3 15 0,-2-4-6 16,-1-3 15-16,-1-3 2 0,-2-2-12 0,1-1 6 16,-6-4 0-16,-4-2-10 0,-4-4 10 0,-9-2-8 15,-1-5-15-15,-4-3 8 0,0-2-17 16,-6-4 9-16,2-4-11 0,-2-2-7 0,1-5-4 15,3-1-4-15,27-2-34 0,-12 0-42 16,-42-18-61-16,39 4-65 0,7-6-58 0,5-5-608 16,6-3 0-16,12-4 1 0</inkml:trace>
  <inkml:trace contextRef="#ctx0" brushRef="#br0" timeOffset="7026.74">28635 4208 27 0,'-18'-6'221'0,"-2"1"2"0,-2 1 19 16,8 4-27-16,-7 0-5 0,-28 14-13 0,17-7-14 15,-6 6-5-15,4 3-6 0,-5 2 9 16,2 5-17-16,-2 4-5 0,0 5-1 0,1 1-6 15,0 3-12-15,5 0-3 0,0 4-14 0,3 3-13 16,4 1-7-16,2-3-5 0,5 4-2 0,3-4-12 16,4 3-1-16,1-4-17 0,9-1-14 15,2-22-12-15,0 12-16 0,26 29 2 0,-4-30-48 16,4-7-17-16,9-1-46 0,5-4-72 16,3-5-44-16,-1-1-639 0,5-6 0 0,1-2 0 15</inkml:trace>
  <inkml:trace contextRef="#ctx0" brushRef="#br0" timeOffset="7337.94">28589 4863 141 0,'-8'-22'252'0,"2"-1"18"0,2 1-11 0,0-3 17 16,4 2-14-16,0 10-32 0,0-3-14 0,12-25-18 15,-4 20-11-15,6-1-16 0,4 5-31 0,2 0-8 16,2 2 6-16,5 4-16 0,1 1-3 15,1 1-14-15,3 5-3 0,1 4-11 0,-17 0-10 16,6 0-20-16,26 15-4 0,-27-4-16 16,-4 4 2-16,-5 1-19 0,-5 4 3 0,-7 3 5 15,0-8-14-15,-23 26 0 0,1-13 4 16,-4-1-8-16,-2-1 6 0,0-3 0 0,-2-2-7 16,5-3 4-16,-5-2 1 0,4-1 1 0,-1-8-3 15,-1 3-5-15,1-4 13 0,5-4-11 16,10-2-18-16,-4 0-14 0,-16-14-36 0,17 4-34 15,4-5-43-15,3-3-42 0,6-3-37 0,2-3-623 16,0 12 0-16,14-24 0 0</inkml:trace>
  <inkml:trace contextRef="#ctx0" brushRef="#br0" timeOffset="7983.77">29266 4490 126 0,'4'0'304'0,"0"0"-7"0,0-2-22 16,-1 2-12-16,-2 0-28 0,-1 2-19 0,0 1-27 15,-3 1-4-15,-1 2-20 0,-6 10-19 0,-4 2-28 16,0 1 12-16,-1 7-27 0,-1 0-14 0,-1-1 3 16,-1 3-27-16,1-2 4 0,0-3-6 15,3-2-2-15,1 0 5 0,2-2-20 16,2-4-2-16,0-4-6 0,3-3 17 0,4-3 10 15,2-3-21-15,1-2-5 0,3-5-10 0,8-9 8 16,4-4-37-16,4-3 8 0,1-2-25 16,3-1-2-16,0-1 8 0,2 0 9 15,2 2-21-15,-2-1 3 0,0 7 4 0,-4-1 6 16,0 2-16-16,0 2 12 0,-3 2 6 0,0 1-14 16,-3 3 19-16,0 3 17 0,-3 4 9 15,-13 1 3-15,8 0-7 0,-1 0-1 0,9 22 10 16,-12-9 5-16,1 3 1 0,-5 2-4 15,3 3-6-15,-3-10 0 0,0 5-7 0,0 3 6 16,0-2-8-16,0 2 3 0,0-3 3 0,9 8 6 16,-5-15-3-16,3-4 9 0,2-4-5 15,14-1-2-15,-9 0 1 0,26-13-6 0,-13 1-1 16,3-2-13-16,0-4 4 0,0-3-6 16,0-3-32-16,1-2-8 0,0-3-21 0,-2-3-9 15,-1 2-34-15,-1-4 28 0,-3 7-29 16,-3-1 37-16,-4 3 7 0,-4 1 3 0,2 2 15 15,-4 3 11-15,-3 2 10 0,-3 6-7 16,-4 4 20-16,-1 7-7 0,0 0 20 0,-10-4-7 16,-2 17-4-16,-7 3 6 0,-2 7 1 15,-3 7 3-15,-4 6 3 0,-1 4-13 0,-6 5 2 16,0 0-10-16,-3 6 20 0,2-4-10 16,0-2 0-16,0 2-15 0,2-1 16 15,1-3-1-15,2-2 1 0,2-3-7 0,5-5 18 0,0-2-21 16,1-3 23-16,3-1-28 0,3-4 14 0,-1-2 3 15,1-4 9-15,0-3 3 0,5-3-14 16,0 0-22-16,2-6-29 0,2-5-32 0,8 0-44 16,-8 0-34-16,-8-20-27 0,12 3-99 0,4 6-329 15,0-9 0-15</inkml:trace>
  <inkml:trace contextRef="#ctx0" brushRef="#br0" timeOffset="8214.52">29884 4282 84 0,'20'-17'329'0,"-2"2"-18"0,-3 5-24 16,-1-1-45-16,-4 6-19 0,-4 3-11 0,-6 2-25 15,0 0-14-15,8 0-35 0,7 28 3 16,-10-2-19-16,-5 5 2 0,0-13-7 0,0 12-27 16,-10 40-3-16,0-17-13 0,1-1-15 15,-2 0 1-15,-2 1-1 0,1-1-8 0,0-3-8 0,2 1-18 16,0-6-34-16,2-1-26 0,0-4-24 15,3-5-35-15,1 0-31 0,-1-5-25 0,2-6-42 16,2-10-93-16,1-13-288 0,0 10 1 16</inkml:trace>
  <inkml:trace contextRef="#ctx0" brushRef="#br0" timeOffset="8394.49">30037 4725 188 0,'2'-11'197'0,"1"1"-24"0,0 3 2 15,-1-1-19-15,1 3-15 0,1 1-12 16,13 0-13-16,1 1-10 0,0 2-11 0,-6 1-21 16,7 0 1-16,4 0-7 0,30 15-20 15,-21-13-30-15,-1 5-42 0,1-2-25 0,-3-1-54 16,0 0-57-16,7-1-86 0,-4-3-49 0,-4 2 1 16</inkml:trace>
  <inkml:trace contextRef="#ctx0" brushRef="#br0" timeOffset="8736.7">30573 4666 24 0,'-4'-5'205'16,"0"3"-21"-16,-9-3-5 0,-1 1-11 16,1 4-5-16,2 0-7 0,-5 0-5 0,-25 16-15 15,17-6 9-15,-3 3-15 0,0 3-15 0,-3 4 3 16,-2 1-8-16,0 5-5 0,-2 0-2 0,2 1 1 16,3 0 12-16,4-1-24 0,2 0-4 15,3-2 6-15,3-2 7 0,1 0 1 0,2-3 2 16,6-1 0-16,6-6-7 0,2-12-7 15,0 0-3-15,24 18-8 0,-3-16-10 0,-8-2 1 16,7 0-7-16,30-16-11 0,-20 6-4 16,1 0-3-16,1-3 4 0,0-1-13 0,1-1-5 15,-5 3-4-15,0-2-2 0,-2 2-9 16,-1 1 6-16,-4 5-7 0,-3-3-11 0,-2 3 12 16,-3-1-4-16,-1 3-9 0,-4-1 1 15,-2 4-21-15,-6 1 8 0,0 0-2 0,0 0-28 0,2 11-14 16,-3-5-27-16,-6 10-14 0,-2 3-46 15,-2-1-21-15,2-1-27 0,0 0-23 0,2-1-553 16,2 0 0-16,3-5 1 0</inkml:trace>
  <inkml:trace contextRef="#ctx0" brushRef="#br0" timeOffset="9105.57">30801 4777 157 0,'-1'-1'182'0,"-1"0"-6"0,-2 1-7 0,0 1-9 16,-1 3-12-16,1-1-15 0,-9 7-6 0,1 5 1 15,-2 0-17-15,1 1-10 0,-2-1-11 0,3 2-9 16,0-1-7-16,3-1-1 0,0-1-8 16,-1-2 23-16,5-6-1 0,1 0 14 0,1 0 18 15,2-4-5-15,1-2-4 0,0 0-15 0,8 0 6 16,-3-2-13-16,14-4-18 0,-2-5-9 15,3 0-1-15,3-2-16 0,1-3-10 0,0 3-3 16,0-2 1-16,0 0 1 0,0-1-12 16,-1 2-1-16,1 0-7 0,-3 0 13 0,-1 3-27 15,-3 0 22-15,-2 2-7 0,-4 4-5 0,-2-1-5 16,-2 6 0-16,-2-2 9 0,-5 2 13 16,0 0 7-16,0 0-18 0,8 15-1 0,-9-8-10 15,-6 14 7-15,-2-1 1 0,-2 3-13 0,-2-1-5 16,-1 1-19-16,0-3-6 0,-2 3-16 15,1 1-47-15,2-5-3 0,2-4-14 0,3 0-17 16,1-6 0-16,6-4-7 0,1-1-59 0,0-4-58 16,8-4-312-16,8-2 1 0</inkml:trace>
  <inkml:trace contextRef="#ctx0" brushRef="#br0" timeOffset="9322.12">31302 4505 44 0,'11'-12'216'0,"-6"7"-23"0,-2 4 11 0,0 2-8 16,-2 2-3-16,-2 4-18 0,2 0-1 0,-1 13-19 15,0-6-4-15,0 6-8 0,-11 30-12 0,2-16-9 16,0 1-31-16,-5 6 7 0,0 1-10 0,-4 2-14 16,0 3-5-16,-2 0-70 0,1-2-29 15,2 0-42-15,-1-2-52 0,4-2-80 0,-1-7-318 16,3-4 0-16</inkml:trace>
  <inkml:trace contextRef="#ctx0" brushRef="#br0" timeOffset="9471.18">31487 4723 84 0,'25'-9'129'0,"1"3"-12"0,-4 2-17 15,0 1-14-15,-9 0-30 0,-2 3-44 16,-11 0-50-16,0 0-93 0,5-1-66 0,-12 1-13 16</inkml:trace>
  <inkml:trace contextRef="#ctx0" brushRef="#br0" timeOffset="10016.75">28019 4133 198 0,'-44'-20'249'0,"8"0"-20"16,5-2-13-16,8-1-27 0,10-3-8 0,8-8-9 15,5 17-16-15,13-27-24 0,6 14-4 16,15-2-4-16,9 0-2 0,13-1-2 0,11-2-10 15,10 3-5-15,11 1-4 0,9 6-14 0,14 0 4 16,14 2-21-16,10 5 4 16,5 1-8-16,6 9-13 0,10 6 3 0,-77 2 0 0,38 0-8 15,253 32-2-15,-173-9-1 0,-33 3-3 0,64 18-16 16,-16 12-4-16,-53-5 5 0,-34-6-10 16,-21-3-6-16,-8 7 8 0,-7 2-1 0,-9 7-25 15,-14 6 21-15,-6 4-7 0,-14 9-4 0,-8-1 2 16,-13 7-12-16,-8 2-6 0,-11 0 14 15,-6-38-1-15,0 21 2 0,-26 94-2 0,8-72 7 16,-6-1-6-16,-4-3-8 0,-4-1-7 16,-7-6 14-16,-9-2 0 0,-3-4-7 0,-3-7 9 15,-4-3 0-15,1-5 7 0,-7-4 0 16,-7-4 4-16,-5 0 1 0,-9-4 4 0,-4-3 8 16,-5-8 5-16,-2-2-9 0,-4-6 12 0,-4-2 1 15,-12-4-16-15,-4-5 17 0,-2-6 5 16,-2-4-1-16,57-6 5 0,-35 0 5 0,-134-12 3 15,100-2 2-15,2-3-8 0,1-6-5 16,5-3 3-16,3-7 0 0,5-2-15 0,5-9-6 16,7-2-23-16,8-6-13 0,8-8-35 15,9-2-51-15,11-5-49 0,10-2-48 0,11-5-50 16,15-1-614-16,11-1 0 0,13-3 0 0</inkml:trace>
  <inkml:trace contextRef="#ctx0" brushRef="#br0" timeOffset="10671.05">28893 3705 169 0,'-3'0'211'15,"-1"-2"20"-15,0 2 30 0,2 0-25 16,-2-1 5-16,1-2-12 0,0 1 4 0,1-3-28 16,-1 1 18-16,3-2-19 0,-1 0-19 0,2-1-8 15,-1-4-16-15,13-23-14 0,-3 9-9 0,3 0-18 16,2 0-14-16,3-1-4 0,4-5-5 16,2 2-14-16,5-1-14 0,5-1 1 15,4-3 0-15,4-2-7 0,2-1-7 0,4-1 9 16,3 1-15-16,5-2-2 0,0-4 11 0,1 2-7 15,2-2 4-15,-2 1-4 0,2 4-8 0,-1-3 3 16,0 2-5-16,-3 2-2 0,0 1-8 0,-6 2-1 16,-2 0-4-16,-5 2-8 0,-3 5-5 15,-2 3-18-15,-5-2-16 0,-3 3-26 16,-3 1-22-16,-5-1-37 0,-2 5-28 0,-2-2-16 16,0 1-23-16,-3 1-27 0,-5 2-25 15,-2 9-688-15,-1-2 1 0,-4 1 0 0</inkml:trace>
  <inkml:trace contextRef="#ctx0" brushRef="#br0" timeOffset="11228.46">30598 2376 36 0,'-1'0'213'0,"0"-2"-34"15,-1 4 12-15,-2 1-11 0,-6 7-19 0,-5 4-19 16,-1 2-17-16,0 3-12 0,-3 4-11 0,-1 1-13 16,-1 5 8-16,-5 3-5 0,2 0-16 15,0-4-8-15,0 6-1 0,3-2 5 0,2-3 9 16,2-5-11-16,2-2-5 0,1 0 2 0,2-4 23 15,1-3 22-15,2 0 31 0,1-5 29 0,2-2 6 16,5-7-13-16,2-4-22 0,3-2-5 16,7-6-26-16,2-6-12 0,5-3-7 0,0-2-5 15,4-1-28-15,-1-6-8 0,6-3-3 16,2 2-10-16,3 0-6 0,1-1-16 0,1 4 4 16,2 0 0-16,0 3-9 0,0 4-1 15,-1 2-11-15,1 4 3 0,-3-1-5 0,-1 3 3 16,-1 2-24-16,-1 4 7 0,1 4 6 0,-18 2-8 15,7 0-4-15,22 13-6 0,-26 2 9 16,-4 6-6-16,-8 11-12 0,-4-17 15 0,-15 37 0 16,-4-13 9-16,-7 6 6 0,-5 4-15 15,-4 0 14-15,-3 2 7 0,-2-4-3 0,-3-2-11 16,-1-1 8-16,-1-2 3 0,-2-7 6 16,2-1-12-16,-5-3 16 0,2-5-11 0,0-4 20 15,0-3 9-15,-3-2-10 0,-1-3 0 16,2-4 9-16,0-4-18 0,2-6-18 0,26 0-46 15,-9 0-69-15,-38-18-47 0,37-1-84 16,9-3-558-16,6-3 0 0,6-5 0 0</inkml:trace>
  <inkml:trace contextRef="#ctx0" brushRef="#br0" timeOffset="11390.73">30217 2474 144 0,'10'-21'269'0,"-3"0"-10"0,-2 4-16 0,-2 3-15 0,-2 4-20 15,-1 10-23-15,0-8-8 0,0 8-37 16,0-9 4-16,0 9-9 0,0 0-44 0,0-11 12 16,2 15-25-16,0 3-26 0,8 10-46 0,3 3-28 15,4 1-20-15,5 6-48 16,6-1-41-16,2 3-81 0,4-1-280 0,3-1 1 16</inkml:trace>
  <inkml:trace contextRef="#ctx0" brushRef="#br0" timeOffset="11828.17">31282 2906 163 0,'0'9'224'0,"-6"7"-3"0,-5 2-14 0,-5 1-15 16,0 3-15-16,-1 0-14 0,-3 4-7 16,-6-1-16-16,-3 7-13 0,-3 1-9 0,0 2-7 15,-4 1-14-15,1 1-2 0,-1 2-12 0,2-2-4 16,0 0-10-16,5 1-14 0,1-4 11 15,4-6-29-15,3-1 16 0,1-2-9 0,4-6 35 16,1 2 15-16,2-4 26 0,2-5 22 16,0-1-12-16,7-6-15 0,4-5-11 0,0-7-7 15,4-2-21-15,12-12 1 0,-1-1 0 0,6-6-20 16,3-6-18-16,6 0-8 0,3-10-3 16,3-5-12-16,1 0-16 0,3-4 10 0,-1 2-29 15,0-2 11-15,-1 2 5 0,2 1 4 0,0-1-2 16,3-3-8-16,2 7-6 0,-1 0-14 15,3 6 33-15,0 3-14 0,-2 2 16 16,-2 8-18-16,-1 1 14 0,-4 5 8 16,-3 7-10-16,-3 0-15 0,-4 5 0 15,2 4-7-15,-6 5-16 0,-15 1 8 0,11 19 1 0,-19 1 1 16,-1-8 17-16,-25 29 0 0,2-11-13 16,-7 3-2-16,-2 4-8 0,-5-3 4 15,1-2-1-15,0 0 3 0,2-3-13 0,-2-3-1 16,3-3-9-16,1-3-17 0,3-1-30 0,3-2-21 15,4-5-14-15,-1-1-49 0,3-2-44 16,7-9-413-16,5 0 0 0</inkml:trace>
  <inkml:trace contextRef="#ctx0" brushRef="#br0" timeOffset="12265.07">31933 2810 194 0,'10'1'222'0,"-3"0"-8"0,-3 4 3 0,-4 1-1 16,-1 3-18-16,-7 10-15 0,-7 4-6 16,-1 2-25-16,-5 2-18 0,-5 5-11 0,-3 3-15 15,-3 0 0-15,-1 1-20 0,1-1 14 0,2-1-29 16,0-2 4-16,3 0-15 0,2-3-14 0,6-6 9 16,-1-2-4-16,2-2 13 0,1-1-3 15,2-3 38-15,3-3 6 0,0-2 14 0,7-8-5 16,5-2-24-16,-3-8-6 0,5 2-10 0,6-11-5 15,4-8-12-15,1 0-22 0,6-2-9 16,1-1 0-16,6-4-3 0,7-3-16 0,0 0 10 16,6-1-11-16,2 2-12 0,2 6 16 0,1-2-21 15,-3 3 10-15,0 1-2 0,1 5 13 16,-6 0-4-16,1 5 4 0,-2 4 2 0,-2 4-9 16,-5-1 10-16,1 5-2 0,-2 4-2 15,-15 0 0-15,2 0 0 0,16 22 1 0,-20-5 0 16,-4 7 3-16,-5 3 3 0,-1-10-13 15,0 8 1-15,-17 33-5 0,9-21 9 0,-2 1-9 16,1 1 4-16,2 2 6 0,2-1-8 16,2-1 1-16,2-2 1 0,1-1-24 0,0-20 0 15,15 37-18-15,-1-21-40 0,5-2-36 0,2-3-63 16,3-2-94-16,4-3-587 0,20 10 0 0,-5-11 1 16</inkml:trace>
  <inkml:trace contextRef="#ctx0" brushRef="#br0" timeOffset="13238.13">30198 6015 1 0,'0'0'188'0,"0"0"-6"15,0-14 5-15,-15 14 3 0,15 0-7 0,0 0-16 16,0 0-6-16,0 0-7 0,0 0-33 15,0 0 7-15,0 0-21 0,0 0-1 0,0 0-4 16,0 0 8-16,0 0 8 0,0 0-22 0,0 0 12 16,0 0 19-16,7-6-10 0,14 12 3 15,3 2 1-15,7-1-21 0,-2-1 6 0,7 0-14 16,3-1-21-16,2 4 0 0,3 1-8 0,6-4-2 16,-2 3-2-16,5-1-1 0,1 3-5 15,2-2-3-15,0-1-8 0,0 0-4 0,-4 2-3 16,1 0-10-16,-1-1 4 0,3-1-9 15,-6 0 7-15,0 0-13 0,-3-1-2 16,-4 0-46-16,0-2-27 0,-5-3-53 0,-4 1-45 16,-1-1-41-16,-18-2-638 0,4 0 0 0,0 0 0 15</inkml:trace>
  <inkml:trace contextRef="#ctx0" brushRef="#br0" timeOffset="13834.64">32509 6054 128 0,'-3'-11'199'16,"-1"0"-1"-16,-4-4 1 0,-7 1-14 0,-2-1-3 15,-6 1-1-15,-2 3-14 0,-1 1-6 16,-4 2-21-16,-2 3 4 0,-3-2-13 0,-1 6-6 16,16 1-24-16,-8 0-3 0,-40 16-11 15,27-6-17-15,4 1-1 0,-1 4 2 16,2 2-15-16,4 2 7 0,3 1-12 0,2 0-5 0,5 1-8 15,2-1 12-15,5 0 6 0,4 2 4 0,6-1 8 16,5-12-2-16,0 3-5 0,27 14-2 16,-2-15-11-16,2 0 5 0,5-7-8 15,5 1-18-15,-1-5 4 0,1 1 6 0,5-1-13 0,-21 0 7 16,12 0-24-16,5 0 14 0,12 0-3 16,57-13 7-16,-62 10-21 0,-8 0 16 0,-7 1-10 15,-20 2 10-15,6 0 2 0,-1 0 7 0,-3 0-8 16,-2 0 0-16,-4 0 1 0,0 20-5 0,-13-10 24 15,-2 3-9-15,-6 6 1 0,-4-2-4 16,-8 9-9-16,-5-1 8 0,-5 1-6 0,-3 5-4 16,-7-1-9-16,-2 4 2 0,0-3 2 15,0-1-9-15,-2 0 14 0,0-4-1 0,3-2 1 16,0-4 6-16,0 0 2 0,-1-4-1 0,1-3-5 16,-1 1-4-16,-3-5-5 0,0-3 3 15,-2-3 8-15,1-3-21 0,23 0-28 16,-12 0-50-16,-56-14-53 0,42 4-47 0,1-2-60 15,3 0-685-15,-1-4 0 0,5-1 0 0</inkml:trace>
  <inkml:trace contextRef="#ctx0" brushRef="#br0" timeOffset="14573.46">27578 5052 128 0,'2'0'196'0,"2"-2"-2"0,0 1 19 0,-1 1-2 16,-3 0-27-16,0 0-3 0,0 0-4 0,0 0-14 15,0 0-10-15,0 0-18 0,0 0 0 16,-15 13-16-16,-5-4-18 0,-2 2-6 0,0 3-15 15,-4 3 2-15,-5 4-11 0,-4 3 6 0,-5 5-1 16,-6 3 5-16,0 2 0 0,-3 2-3 16,-2 3 8-16,1 1-13 0,-4 3-1 0,2-2 4 15,1 1 2-15,3 1-14 0,2-3 5 0,2 0 1 16,1-2-2-16,7-1-4 0,2-3-3 16,4 0-17-16,4-4-9 0,4 0-14 0,4-2-31 15,2-5-26-15,4 5-39 0,4-5-34 0,2-2-34 16,6-13-44-16,0 4-84 0,16 8-495 15,-8-16 1-15,4-4 0 0</inkml:trace>
  <inkml:trace contextRef="#ctx0" brushRef="#br0" timeOffset="14978.84">27620 6245 32 0,'-28'-3'201'0,"14"3"1"0,-9 0 11 16,-5 0 0-16,-31 12 0 0,25-1-22 0,0 2 5 16,0-1-23-16,-1 7-23 0,-2 2 5 0,2 2-3 15,-2 7 4-15,3 0-11 0,5 1 2 16,1 6-8-16,1 1 4 0,6-2-11 16,5 3 3-16,1 1-14 0,8 2-18 0,3-1 2 15,4-24-15-15,0 12-1 0,24 31-13 16,-4-26-17-16,7-6-3 0,5-5-16 0,8-2-28 15,3-5-32-15,5-1-31 0,1-3-52 0,2-3-15 16,-2-3-36-16,1-3-19 0,-6-1-19 0,-3 1-23 16,-5-3-489-16,-19 0 1 0,6 0 0 15</inkml:trace>
  <inkml:trace contextRef="#ctx0" brushRef="#br0" timeOffset="15250.62">27791 6917 1651 0,'2'-9'56'0,"0"1"13"0,-1-1 34 15,-2 1 14-15,3-10 32 0,-2 10 17 0,0-2 7 16,0-1 6-16,0 0 0 0,0-1 4 15,0 3-11-15,0-6-24 0,7-16-10 0,0 16-13 16,3 0-18-16,4-1-11 0,-1 4-10 0,7 1-7 16,3 1-11-16,-1 5-4 0,6-1-14 0,-1 3-7 15,-2 3-11-15,-14 0-8 0,5 0-13 16,17 11-11-16,-18-2-1 0,-3-1-1 0,-5 0 0 16,-5 3 5-16,-2-11-14 0,-12 32 12 15,-4-8 0-15,-4-3-10 0,-6 0 18 16,-4 1-13-16,1-1 10 0,-2-4-17 15,3-6 2-15,2 7 14 0,0-9 3 0,2 5-19 0,2-4 3 16,2-4-7-16,8-1-29 0,12-5-42 16,0 0-62-16,-11-7-37 0,14 0-54 0,9-7-640 15,4-2 0-15,4-4 0 0</inkml:trace>
  <inkml:trace contextRef="#ctx0" brushRef="#br0" timeOffset="15494">28737 6444 102 0,'28'-11'315'0,"-5"-4"-16"0,-6 2 6 16,-9 0-20-16,-3 4-9 0,-5 9-33 0,0 0-17 15,-21-14-6-15,0 14-30 0,8 0-27 16,-9 0 4-16,-27 19-26 0,17-6-3 0,-3 6-12 16,-5 5 2-16,-44 44 134 0,43-31-141 15,1 3 0-15,3 4-3 0,1-3-15 16,4 0 4-16,2 2-13 0,5-1-9 0,2-2-15 15,5-5-14-15,3 1-10 0,3-3-28 16,3-1-13-16,9 3-18 0,0-21-2 0,14 27-24 16,2-21-39-16,6-4-27 0,4-3-53 0,5-5-47 15,2-3-775-15,2-2 1 0,-16-3 0 16</inkml:trace>
  <inkml:trace contextRef="#ctx0" brushRef="#br0" timeOffset="15675.75">28504 6902 55 0,'-21'-19'277'0,"1"4"-18"16,1-4 16-16,3 6 10 0,3-1 14 0,1 3 11 16,1 0-26-16,7 2-23 0,3 4-34 15,1 5-30-15,18-18-24 0,4 5-23 0,4 7-32 16,9-1-55-16,6 1-86 0,5 1-66 16,6-1-98-16,1 1-209 0,2-3-239 0,-3 2 0 15</inkml:trace>
  <inkml:trace contextRef="#ctx0" brushRef="#br0" timeOffset="17756.04">15737 6579 88 0,'-14'14'153'0,"14"-14"-7"0,-18 40-2 16,12-22 7-16,-2 3-13 0,2 2 8 0,-4 3-13 15,1 0-1-15,0 2 1 0,-1-2-10 0,2 6-5 16,-1 0 5-16,0 5-8 0,1-1 0 16,0 7-11-16,0 1 4 0,1 1-24 0,2 3 1 15,2 0 3-15,2-1-21 0,1-24 6 0,0 11 4 16,12 39 13-16,-4-35 4 0,1-6 18 0,4-5-8 15,2 1 2-15,2-9-6 0,5-4-13 16,4-6-4-16,6-7-11 0,-16-2 1 0,36-15-10 16,-17-2-12-16,4-5-4 0,-1-5-3 15,4-3-17-15,-4-6 1 0,-2 0 1 0,2 1-10 16,-4-3-7-16,-2-1 3 0,-1 2-5 16,-3 1 1-16,-1 4-11 0,-5 4 6 0,-3 1 9 15,-2 3 11-15,-1 3-2 0,-1 0 1 0,-3 7-8 16,-4 0-1-16,1 3-4 0,-3 7-6 15,-4 0-6-15,-2 8-8 0,-2 4 10 0,-6 10 3 16,-6 6 3-16,4 4-10 0,-2 2 1 16,-6 9 8-16,0 5 0 0,-1 5-9 0,-5 0 4 15,0 5 1-15,0-1-4 0,-1 4-6 0,1-6 11 16,-2 2 1-16,1 0-3 0,1-3 4 0,-1-2 2 16,-1-2 0-16,2-1-10 0,0-7 9 15,-2 0 4-15,0 0-7 0,-3-4 9 0,0-2 0 16,1-1 5-16,-3-4-1 0,2-4 3 15,-3 2-16-15,1-7 10 0,-1-1 4 0,1-6-5 16,-1-1-23-16,0-5-40 0,-1-2-55 0,15-3-27 16,-3 0-56-16,-26-22-53 0,29 5-644 15,2-2 0-15,9-3 1 0</inkml:trace>
  <inkml:trace contextRef="#ctx0" brushRef="#br0" timeOffset="18164.16">16603 7108 5 0,'24'-13'223'0,"-6"3"-6"0,-10 3 0 16,-4 3 5-16,-6 5-20 0,-4 2 4 0,-14 9-15 16,0 4-16-16,-6 5-7 0,-4 6 1 15,-4 6 0-15,-4 4-17 0,2 9-4 0,-2 2-6 16,1 4-5-16,1 5-4 0,3-1-11 15,1 4-12-15,2 3-2 0,5-3-7 0,4 2-5 16,3-4-8-16,8 1-9 0,2-2-9 0,5-3-5 16,2-6-7-16,1-25-6 0,0 7-8 15,18 33 0-15,-4-35 2 0,2-5-12 0,4-8-7 16,2-4 7-16,6-6-4 0,0-2-4 0,-14-3-7 16,7 0-3-16,24-17-7 0,-25 5-7 15,-2 1 2-15,-2-3-5 0,-4-3-11 0,-2 1-2 16,-8-3-9-16,0 6 19 0,-2 4 4 0,0-4-3 15,-18-17-3-15,10 16 2 0,-4 0-5 16,0 6-9-16,-2-8 8 0,0 5 2 0,3 4 1 16,2-1-1-16,2 3 5 0,0 3-8 0,3 1-8 15,0 1-5-15,4 0-31 0,0 0-37 16,0 0-15-16,-5 14-29 0,8-6-20 0,3 7-22 16,6 0-14-16,3-1-42 0,4-3-473 15,1 1 0-15,4-5 1 0</inkml:trace>
  <inkml:trace contextRef="#ctx0" brushRef="#br0" timeOffset="18389.18">16789 7981 140 0,'10'-4'216'0,"-4"-2"-3"0,-2-1 0 0,2 2 20 0,-4-1-13 16,2 3 6-16,0-2-5 0,0 0-34 16,-2 1-10-16,4 0-20 0,8-5-9 0,2 1-26 15,0 2-14-15,6-3-13 0,2 2-11 16,0-1-3-16,4 2-4 0,4-2-5 0,2 1-19 15,2 0-29-15,4-2-28 0,0 0-60 16,2-1-30-16,4-4-54 0,2 1-48 0,-3-4-68 16,4-2-311-16,-3-2 1 0</inkml:trace>
  <inkml:trace contextRef="#ctx0" brushRef="#br0" timeOffset="18808.09">17848 7384 26 0,'-2'-10'237'0,"0"2"-27"0,-2 2 10 0,0 3-7 15,-2 1 1-15,0 2 1 0,-12 6 0 0,0 4-20 16,-1 8-8-16,2 1-30 0,-1 7 0 0,-2 3-13 16,3 4-6-16,0 3-21 0,3 2-3 15,1 1-12-15,1 5-4 0,3-2-14 0,2-1-3 16,6 0-5-16,-1-3-2 0,2-3-9 16,0-19 7-16,0 9 4 0,20 24-1 0,-9-25-20 15,8-9 11-15,3-5-9 0,8-6-7 0,-14-4 3 16,8 0-12-16,37-25-11 0,-22 6-5 0,2-6-14 15,4-1-27-15,1-6 0 0,-4 0 0 0,4 0 7 16,-5 1-12-16,-5 2 9 0,-2 2 4 16,-5 4 1-16,-2 2-9 0,-6 4 21 15,0 2 0-15,-2 1-3 0,-2 2 0 0,-3 2 4 16,-10 4-2-16,-4 6 6 0,-3 7 3 0,-8 13-3 16,-3 1-8-16,-5 5-1 0,-2 6 3 15,-2 4-10-15,-8 10 14 0,1 1-7 0,-2 4 7 16,0 1-15-16,-3-1 9 15,1 3-8-15,4-3 10 0,-4-1 11 0,4-2-15 0,-1-1 5 16,-1 0-3-16,0-5-2 0,3-4 16 0,-3-3-2 16,1-2 2-16,-1-3-1 0,1-4 5 15,1-1 0-15,-2-3-3 0,-2-2-3 0,2-3-1 16,0-4-8-16,2-2 3 0,-2-1-2 0,0-3-7 16,0-4-15-16,-4-2-78 0,20-1-53 0,-8 0-40 15,-25-13-45-15,30-1-620 0,3-2 0 16,8-6 1-16</inkml:trace>
  <inkml:trace contextRef="#ctx0" brushRef="#br0" timeOffset="19064.24">18454 8059 96 0,'12'-3'337'0,"-2"2"-13"0,-2-2-19 15,-4 2-47-15,0-2-6 0,0 3-27 16,0 3-12-16,-4 1-15 0,0 2-12 0,0 2-22 16,-2 14-11-16,2-9-10 0,-12 28-19 15,4-11-17-15,0 0-3 0,2-2-11 0,-4 0-22 16,2 2-3-16,2-1-3 0,-2 1-1 0,0-3-49 16,0 4-44-16,2-3-48 0,0-3-33 15,2-2-43-15,-2-2-34 0,6-14-55 0,0 2-450 16,0 1 0-16,0-2 0 0</inkml:trace>
  <inkml:trace contextRef="#ctx0" brushRef="#br0" timeOffset="19334.97">18656 8423 195 0,'14'-24'210'0,"-2"3"10"0,2 0 4 16,-2-2-1-16,2 1 11 0,-1-2-15 0,0 3-14 15,3 0-29-15,0 0 1 0,4 5-30 0,2 0-3 16,2 1-28-16,1 4 6 0,3 1-22 0,0 1-14 15,4 2-6-15,0 2-11 0,-4 4-2 16,-1 1-8-16,-15 0 9 0,5 0-15 0,18 15 9 16,-21-4 2-16,-3 3-8 0,-7-2-10 15,-4-6 9-15,0 9-13 0,-25 23 6 0,6-18-10 16,-6 2 8-16,-5 0-19 0,-3 1-1 16,-2-4-5-16,-2 0-11 15,2-4 12-15,1-2 4 0,2-2 3 0,1-2-12 0,0-3-5 16,1-1-23-16,2-5-22 0,17 0-39 0,-5 0-58 15,-17-18-27-15,19 3-52 0,6-2-599 0,4-6 1 16,4 12 0-16</inkml:trace>
  <inkml:trace contextRef="#ctx0" brushRef="#br0" timeOffset="19597.43">19672 7775 9 0,'-11'-9'283'0,"3"5"4"15,3 1 14-15,-1-2-9 0,4 2-15 16,0 1-24-16,2 1-25 0,3 1-14 16,4 0-8-16,14 2-31 0,-8-2-13 0,33 9-24 15,-14-6-10-15,5 5-8 0,4-3-19 0,5 1-2 16,3-4-18-16,2 3-13 0,-1 0-20 15,1 0-41-15,-2-1-70 0,-2-2-59 0,-4 1-55 16,-5-1-58-16,-6 2-485 0,-2-2 0 16,-12 1 0-16</inkml:trace>
  <inkml:trace contextRef="#ctx0" brushRef="#br0" timeOffset="19801.18">19774 8072 117 0,'-24'14'220'0,"3"-5"-11"0,6 3 15 0,5-5 13 0,4 1 1 16,5-5-15-16,1-3-5 0,0 0-20 16,27 18-19-16,-6-11-5 0,7-3-20 0,4-1-13 15,5 1-12-15,3-4-17 0,4 0-11 0,-20 0-11 16,14 0-10-16,51-13-26 0,-36 5-62 0,3-2-66 16,-1-4-62-16,1-4-65 0,-3-3-469 15,2-1 0-15,-2-4 0 0</inkml:trace>
  <inkml:trace contextRef="#ctx0" brushRef="#br0" timeOffset="20133.25">20552 7193 188 0,'-15'-4'235'0,"3"1"-8"0,4 2-17 16,0 3-17-16,3 4-14 0,-1 9-21 0,1 5-4 0,2 6-14 15,3-8-26-15,0 8 7 0,0 8-25 16,0 6 6-16,0 5-17 0,0 4 0 0,0 3 2 16,0 4-24-16,0 0-1 0,0 5-5 15,0-1 14-15,0 2-13 0,0-1 19 0,-5 63-1 16,2-65-27-16,1-2 21 0,-2-2-4 16,-2-5 2-16,-2-3-13 0,-2-1 17 0,-5-4 1 0,-1-3 10 15,-8-5 4-15,-4-2-5 0,-12-2-1 16,-5-5 5-16,-6-3-2 0,-8-4-11 0,-6-1-9 15,-6-4-2-15,-3-3-9 0,-6-3 4 16,-7-1-9-16,-5-5-8 0,47-1-1 0,-26 0-32 16,-12 0-43-16,-89-19-41 0,89 6-42 0,11-2-51 15,5-6-70-15,14-1-659 0,9-7 0 16,12-3 0-16</inkml:trace>
  <inkml:trace contextRef="#ctx0" brushRef="#br0" timeOffset="23505.43">21590 7851 75 0,'0'0'160'0,"0"-15"-15"16,-14 15 6-16,14 0-9 0,0 0-5 16,0 0-7-16,0 0-17 0,0 0-3 0,-34 4-14 0,24 16-2 15,0 2-8-15,-4 2-8 0,5 4-9 16,-2-3 2-16,3 4-3 0,0 2 12 0,2 1-14 16,-2 3 6-16,4-2 9 0,1-1 5 15,0 1-11-15,3-16 12 0,0 7 9 0,0 3-8 16,0-2 34-16,0-3-1 0,14 19 4 15,-9-31-7-15,2-3-14 0,10-7-2 0,-6 0-10 16,22-11-16-16,-9-1-1 0,5-3-18 0,1-5-11 16,-4-3 6-16,5-1 0 0,0-3-13 0,-5-1 6 15,2 2-20-15,-3-2-3 0,0-1-5 16,-1 3-5-16,-3 2-13 0,-1-1 6 0,-1 2-14 16,-2 1-3-16,-1 5 12 0,-2 1-4 15,-4 3 3-15,-2 3-13 0,-1 2-9 0,-3 6 7 16,-4 2 7-16,0 0 3 0,7 13 2 0,-11 8 8 15,-3 8-4-15,-2 2 3 0,-6 4 3 16,-2 10-14-16,-5 3 11 0,-2 1-12 0,-2 3 9 16,-4-1 7-16,2 1-5 0,0-1-3 0,-1 1 3 15,1-4 2-15,1-2-9 0,0 2 14 0,1-3 1 16,0-3 8-16,1-3-16 0,0-3 20 16,1-3 3-16,-3-2 2 0,2-4 4 0,-1-3 1 15,1-5 2-15,-1-2 0 0,1-4 4 0,-3-6-7 16,-1 1-16-16,3-6-27 0,13-2-27 15,-4 0-67-15,-18-16-37 0,20 0-47 0,5-3-43 16,6-1-587-16,4 6 1 0,12-22 0 16</inkml:trace>
  <inkml:trace contextRef="#ctx0" brushRef="#br0" timeOffset="23873.1">21897 8508 127 0,'18'2'206'0,"2"2"-1"16,-12-4 8-16,20 7-2 0,-8 0 2 16,0-1-4-16,0-1-8 0,2 0-4 0,4-1-12 15,2 0-14-15,2 1-15 0,4-3 2 0,2 1-12 16,-2-2-14-16,6-1-25 0,-20 0 0 0,8 0-6 16,6 0-12-16,38-11-12 0,-38 5-7 15,-2-1-10-15,-4-2-4 16,0-1-5-16,-2-1-4 0,-2-5-11 0,-6 3 8 0,-4-2 14 15,-2 1-16-15,-8 2 5 0,-4 12-6 0,0-14 1 16,-22-7-7-16,4 10-6 0,-6 5-11 16,-4 1 11-16,0 1-20 0,14 4 6 0,-10 0 4 15,-28 15-2-15,20-4-1 0,2 1 8 16,-2 6 12-16,2 3 2 0,-2 2 4 0,8 3 6 16,-4 1-4-16,4 4-15 0,0 2 0 15,6 2-18-15,4 0-14 0,4 0-21 0,4 1-3 16,6-19-20-16,0 8-7 0,16 22-19 15,0-22-26-15,6-9-25 0,8-2-7 0,2-5-11 16,10-3-12-16,4-6 0 0,-22 0-25 0,12 0-14 16,48-17-16-16,-38 7-461 0,2-3 0 0,-2-2 0 15</inkml:trace>
  <inkml:trace contextRef="#ctx0" brushRef="#br0" timeOffset="24168.9">22825 8750 1081 0,'20'-17'84'16,"-4"3"5"-16,-4-1 10 0,-6 5 14 0,-2 3 19 15,-4 7-1-15,0 0 6 0,0-9 4 0,-12-1-15 16,6 8-13-16,0 1 17 0,-2 1-11 15,-8 4-14-15,-4 3 15 0,0 4-3 0,0 0-2 16,0 3-18-16,0 1 4 0,2 4-9 0,0 3 3 16,2-1-6-16,2 4-10 0,0 0-7 15,2-3-10-15,2-3-3 0,2-1 0 16,4-1 30-16,0-5 5 0,4-12 0 0,0 8-6 16,12 1-9-16,4-14-6 0,2 2-3 0,2-4-5 0,0-4-6 15,4-4-14-15,0 1-8 0,-2-2 3 16,2 0 0-16,-2-1-9 0,0 2-6 0,0-2 8 15,-2 3-11-15,-4 2-2 0,-2 1-3 0,-2 0-4 16,-4 6 7-16,0 0-8 0,-2-1-3 16,-2 2 1-16,0 3-11 0,-2-1-3 0,-2 2 2 15,0 2 2-15,-2 0-6 0,2 3 5 16,-8 10-9-16,2 2-20 0,-2 0-28 0,-2 3-17 16,0 4-34-16,0 0-47 0,2 2-30 15,-2 0-21-15,2-2-793 0,2-6 1 0,2 1 0 16</inkml:trace>
  <inkml:trace contextRef="#ctx0" brushRef="#br0" timeOffset="24453.67">23167 8778 141 0,'10'-12'193'0,"-5"6"-20"16,-1-2 6-16,-3 6-13 0,-1 3 0 15,-1 1 7-15,-3 2-18 0,-4 10 8 0,1 1-11 16,-3 4-6-16,-2 1-13 0,-2 6 18 0,0-4-24 15,0 2-6-15,2 0-2 0,0 1-19 16,0-2 7-16,2 3-26 0,-2-3-1 0,2-2-26 16,4-7 20-16,0 0 16 0,4-8 9 15,0 0 0-15,2-6 5 0,0 0-26 0,14 1 3 16,4-10-1-16,2-7-16 0,2 1 4 0,0-4-19 16,2-1 1-16,2-5-16 0,2-4 0 15,1 1-26-15,0-2-11 0,-1 4-35 0,-1 2-32 16,1 0-16-16,-1 3-21 0,-1 0-34 15,0 1-23-15,-2 3-40 0,2 2-566 0,-3 2 0 16,2 2 0-16</inkml:trace>
  <inkml:trace contextRef="#ctx0" brushRef="#br0" timeOffset="24918.89">23717 8748 100 0,'-2'-6'241'15,"2"1"2"-15,0-2 27 0,2-11-7 0,-2 6-1 16,12-17-14-16,1 9-13 0,2 0-12 0,1 1-16 16,1 0-19-16,2 1-18 0,2 0-18 15,2 7-13-15,1-2-24 0,1 1-6 0,0 3-10 16,1 2-3-16,-2 3-19 0,-1 4-4 16,-13 0 9-16,5 0-9 0,17 19 3 15,-20-5-6-15,-4 3-10 0,-7 5-7 16,-1-8 4-16,-20 28-6 0,0-10-10 0,-8 6-7 15,-8 4-4-15,-5 4-6 0,-3 2-20 0,-4-1-16 16,1-4-8-16,-1 0-25 0,3-5-3 16,1-2-11-16,4-5-20 0,2-4-2 0,6-2-22 0,2-8-24 15,4-2-22-15,1-5-13 0,5-4 5 16,13-6 5-16,1 0 13 0,-4-15 19 0,10 4 6 16,4-13 9-16,4-1 0 0,4-1 19 15,3 0 19-15,4 1 7 0,-1-2 30 0,4 2 11 16,0 3 22-16,0 1 12 0,0 3 14 0,0 4-1 15,3 2 12-15,-4-2 8 0,5 3 3 16,-2 2 10-16,-2 3-4 0,2 4-11 0,-13 2 5 16,6 0-6-16,2 0-16 0,24 12 9 0,-21-4 5 15,0 0-11-15,-1 4-7 0,-1 1-18 0,1 2-32 16,1 0-31-16,-1-1-51 0,-1-1-76 16,3-1-111-16,1-2-234 0,-1-4 1 0</inkml:trace>
  <inkml:trace contextRef="#ctx0" brushRef="#br0" timeOffset="25333.35">24402 8783 117 0,'-4'1'207'0,"-2"1"5"16,-4 6 23-16,-4 2-16 0,2 1-4 0,-2 4 7 15,-1 2-17-15,0 1-19 0,5 1-35 0,-2 0-8 16,4 1-7-16,0-3-16 0,2-2-17 15,2 2 6-15,-2-2 12 0,4-4 1 0,2-11 1 16,0 0-3-16,14 14-19 0,6-14-13 16,-10 0-6-16,28-11 0 0,-10 3-27 0,1-5 9 15,0-2-13-15,-1-3-10 0,4 1-6 16,-1-3-10-16,-2 1-33 0,-2 2 8 0,0 0 13 16,-3 2 1-16,-2 3-27 0,-2-2 7 0,0 3-4 15,-5 1 17-15,-2 4-11 0,-3 1 15 0,-4 4-3 16,-6 1 5-16,0 0 0 0,-1 27-4 15,-8-4-4-15,-6 1 4 0,-4 6 7 0,-3 2 8 16,-6 6 1-16,-7 6 4 0,-4 1-16 16,-2 1 9-16,-3-1-3 0,0 0-2 0,-1-1 8 15,-1 1 6-15,2-6 14 0,0 2-9 0,0-7 12 16,-3 2 3-16,3-2 1 0,0-4 5 16,0-4-11-16,-3 0 3 0,-1-7-10 0,0-4-4 0,0-6-3 15,-3-3-3-15,-1-2-11 16,27-4-51-16,-12 0-36 0,-46-15-77 0,38 2-62 15,2-4-806-15,6-2 1 0,3-4 0 0</inkml:trace>
  <inkml:trace contextRef="#ctx0" brushRef="#br0" timeOffset="26406.41">26427 8648 10 0,'0'-17'196'15,"3"-16"4"-15,-12 17-5 0,-5-3 10 16,-3 6-20-16,-2-1-4 0,-2 3-9 16,0 4-2-16,-5 1-14 0,13 6-11 0,-10 0-18 15,-27 13 2-15,22-5-28 0,0 5-10 0,0 4 6 16,0 3-11-16,0 5-5 0,1 4 4 16,3 7-7-16,1 6-17 0,3 5-4 0,3 3 4 15,1 3-11-15,4 1-5 0,1 0-4 16,2 0-1-16,2-2-14 0,3-1 15 0,3-2-18 15,-1-2 8-15,2-1-16 0,0-3 2 0,0-23 1 16,0 6 2-16,0 7-12 0,0-1 13 0,0 1-25 16,-16 27-8-16,4-34 13 0,-5-8-21 15,0-3 17-15,-9-1 1 0,1-5 17 0,-4-1-20 16,-3-4-5-16,16-4 7 0,-12 0 1 16,-6 0 0-16,-36-18 7 0,32 7 16 0,2-2 7 15,3-5 19-15,4 0 5 0,1-1 27 0,5-2-4 16,6 0 6-16,1-2-18 0,8-1-5 0,6 2-4 15,2 11-14-15,22-20-5 0,-1 15 4 0,3-1-9 16,9 3 7-16,9 3-11 0,3 1-10 16,6 4 9-16,5-4-7 0,6 5-6 0,0 2-10 15,2 0-8-15,0-1-13 0,0 4-24 0,-32 0-41 16,15 0-28-16,6 0-35 0,3 0-35 16,-1 0-20-16,-1 0-615 0,0 0 0 0,44-11 1 15</inkml:trace>
  <inkml:trace contextRef="#ctx0" brushRef="#br0" timeOffset="26643.32">26620 9097 25 0,'-2'-2'235'16,"0"1"-19"-16,0 1 4 0,2 1-12 16,-2 1 0-16,2 1-8 0,0 2-3 0,-2 2 0 15,0 12-8-15,2 3-20 0,0-10-6 0,0 7-15 16,0 5-17-16,0 4-2 0,0-1-20 15,0 3-16-15,0 1-9 0,0-2-2 0,-13 34-9 16,8-33-36-16,1-6-55 0,-3 2-32 0,2-3-27 16,1-2-31-16,0-5-34 0,0-6-33 0,2-7-50 15,-2-3-355-15,4 0 0 0</inkml:trace>
  <inkml:trace contextRef="#ctx0" brushRef="#br0" timeOffset="26773.28">26545 9189 80 0,'-3'-49'185'0,"3"25"8"0,-8-45 33 0,3 26 6 15,1 4-19-15,2 4 28 0,1-1-30 0,-2 4-25 16,3 5-10-16,0 15-23 0,0-4-15 0,22-18-13 16,-5 22-13-16,4 3 0 0,7 7-18 15,-11 2-48-15,9 0-27 0,40 19-25 0,-26-4-42 16,0 4-47-16,0 3-37 0,7 6-73 0,-3 2-359 16,0 1 0-16</inkml:trace>
  <inkml:trace contextRef="#ctx0" brushRef="#br0" timeOffset="27197.16">27492 9132 204 0,'-18'-6'213'0,"-4"1"-1"0,1 3 6 0,9 2-17 0,-5 0 1 16,-25 11-8-16,16-1-12 0,2 3-21 15,0 1-10-15,0 4-18 0,0 3-9 0,1 0-3 16,2 2-27-16,2 0 5 0,2 1 1 0,3-4-1 15,0 3-1-15,3-2 7 0,8-4 17 0,-1-6-2 16,4-11-15-16,0 10 6 0,23 6-25 16,-3-10-10-16,3-6 5 0,-11 0-11 0,8 0-6 15,30-13-10-15,-20 4-10 0,-5-1-17 16,2 1-9-16,2 1-8 0,-4-2-19 0,2 1 7 16,-4 0-8-16,-2 2 7 0,-1 0-17 15,-5 2 12-15,-2 4 1 0,-5 1 6 0,-3 0-1 16,-5 0-8-16,0 0 1 0,4 12 0 0,-9 3 14 15,-6 2-12-15,-3 2 1 0,-2 0-1 0,-6 4 7 16,-2 3-4-16,-1 1 12 0,-4 2-10 16,-3 0 3-16,-3 0 5 0,-1 1-17 15,0-1 9-15,1-3 1 0,2 0-7 0,0-5 5 16,6 0 15-16,-3-6-2 0,5 1-16 16,2-4 5-16,1 0 5 0,-2-4-4 0,4-3-14 15,2 0-41-15,6-5-49 0,12 0-52 0,-12-11-43 16,12 0-37-16,6-11-523 0,4-2 1 0,5 2 0 15</inkml:trace>
  <inkml:trace contextRef="#ctx0" brushRef="#br0" timeOffset="27550.66">27756 9176 146 0,'23'-5'228'0,"-9"5"-5"0,-3 2 8 16,-11-2-11-16,11 11-16 0,-9-2 11 0,-3-1-20 0,-2 14-19 0,3-9-20 15,-16 25-20-15,6-11 3 0,-4-1-18 16,2 0-11-16,0 3-15 0,2-5 6 0,-1 2-20 16,2 1-6-16,1-1-9 0,1-5 2 15,3-3-4-15,1-2 3 0,3-5 14 0,0-11-2 16,11 13-6-16,-3-10-6 0,1-3 2 0,15 0-13 16,-10 0-11-16,26-15 6 0,-14 5 4 0,4-4-7 15,0 0-2-15,1 0-3 0,0-1-9 16,-2 2 4-16,-1 2-8 0,-4 0-2 0,1-1-1 15,-3 4-3-15,-4-1 4 0,-3 4-14 16,-4 0 8-16,-2 0-8 0,-1 4 3 0,-4 1-2 16,-4 0-4-16,0 0-5 0,3 10 7 0,-6-4-5 15,-6 11 3-15,-5 0-7 0,2 6-11 0,-2-6-17 16,-2 4-52-16,4 4-28 0,-6-3-32 16,2 0-32-16,2 3-35 0,-1-3-661 0,4 0 0 15,3-3 0-15</inkml:trace>
  <inkml:trace contextRef="#ctx0" brushRef="#br0" timeOffset="27829.97">28528 9259 179 0,'7'-6'248'0,"-3"4"-6"0,-3 4-5 0,-2-2 1 16,-2 4-16-16,-2 1-11 0,-5 9-3 0,-2-1-22 0,-1 6-5 15,-3-1-38-15,-1 4-15 0,2-1-7 16,-2-1-5-16,2 1-28 0,3-2 0 0,1-4-5 16,2-1 12-16,2-4 29 0,2-2 11 15,2-2 18-15,2-3-5 0,1-3-9 0,0 0-8 16,13 4-11-16,10-8-20 0,1-2-5 0,4-5-8 16,-1-2-27-16,2 0-19 0,3-5-37 15,3-1-46-15,-1 1-67 0,4-1-45 16,-1-1-36-16,0 2-24 0,-2 3-697 15,1 1 0-15,-3 2 1 0</inkml:trace>
  <inkml:trace contextRef="#ctx0" brushRef="#br0" timeOffset="28341.59">28976 9385 248 0,'-2'0'233'0,"4"0"10"0,2-2-23 16,0 1-19-16,17-7-28 0,5 1-9 0,1-1-18 15,4 0-13-15,5 1-22 0,6-2-11 16,-2-2-14-16,8 1 2 0,-2 0-14 0,-4 0-5 16,-4 1-2-16,-2 2 2 0,-7-2-22 0,2 1 0 15,-9 0 10-15,-4-1-7 0,-6 1-11 16,-8 1-7-16,-4 7 3 0,-12-8 0 0,-8 8-7 0,8 0-2 16,-10 0 5-16,-30 19-3 0,16-8-8 15,-2 5-7-15,-5 2 7 0,-2 3-5 16,-3 5-1-16,0-3-6 0,1 4 22 0,2 1-5 15,2-1 9-15,3-2 0 0,6 0 9 0,3 0 4 16,6 0 21-16,2-4 20 0,6-1 6 16,6-3 11-16,7-1-9 0,4-16-6 0,20 19-12 15,4-14-5-15,8-3-9 0,-15-2-7 0,45-11-5 16,-9-2-7-16,5-2-1 0,6-5-16 16,6-4-33-16,2-3-30 0,2-5-17 0,1 1-32 15,1-3-25-15,-4-1 7 0,-1 2 16 0,-4 1 13 16,-7-1-10-16,-4 4 26 0,-8 3 15 0,-6 2 38 15,-6 4 29-15,-5 2 6 0,-6 3 0 16,-1 1 0-16,-12 3-1 0,-9 8-17 0,-3 3 12 16,-28 9-7-16,4 3 6 0,-7 8-2 15,-12 6-6-15,-8 3 3 0,-8 6-5 0,-5 1 0 16,-5 4-2-16,-2 1 1 0,0 3 2 0,0 1 0 16,3-2 5-16,3 2-2 0,1-2 3 15,0 0-3-15,1-3-15 0,3 0 9 0,2-1-10 16,-1-8-18-16,5-2-38 0,-2-4-28 0,-3-3-50 15,1-6-46-15,-4-3-68 0,0-6-551 16,-1-4 0-16,28-3 0 0</inkml:trace>
  <inkml:trace contextRef="#ctx0" brushRef="#br0" timeOffset="29356.91">22139 9864 197 0,'-2'-1'191'0,"-2"0"3"15,4-1-6-15,-4 1-19 0,4 0-5 0,-2 1-31 16,0 1 4-16,2 2-7 0,0-1-24 16,0 3-7-16,2 3-5 0,4 9 5 0,2-1-21 15,0 7-6-15,4-4-2 0,2 2 1 0,0 0 2 16,6 0 3-16,-2-6-4 0,4 2 12 16,8-4-7-16,8-4-7 0,4-1-2 0,8-5-11 15,-24-3 0-15,18 0 4 0,68-21 16 0,-38 9 8 16,6-2 5-16,4-2-2 0,2 0 2 15,-2 3-3-15,0 0 2 0,-1 2 0 0,0 5-25 16,-3-1 3-16,-2 7-8 0,0 0 7 16,-41 0 1-16,18 0-13 0,67 12-13 0,-56-2 9 15,-2 2-3-15,-3 2-4 0,-2 2-10 0,0 0 3 16,-3 2-6-16,-2 0-7 0,0 0-3 16,0 2 1-16,-2-3-6 0,-2 3 10 0,0-3-2 15,0-1 4-15,0 0 15 0,4-1 5 16,4-4-1-16,2-2 9 0,4-4-7 0,1-3 5 15,4 2 3-15,-34-4 0 0,17 0-18 0,76-13 1 16,-52 9-9-16,0-1 3 0,3-4-4 0,-1 2 10 16,1 2 2-16,1-1 3 0,-3 3-2 15,-2 2-2-15,-4 0-3 0,-37 1-10 16,17 0 14-16,6 0-1 0,62 14-6 0,-59-4-7 0,0 0 1 16,-1 4 4-16,0 0 2 0,-1 3-8 15,2 4 10-15,-2-3-13 0,3 5 8 16,0 1 15-16,6-1-9 0,-1 0-9 0,2-2 5 15,0 0 12-15,7-3 9 0,-1 1-12 0,6-1-4 16,13-3-2-16,0-3 8 0,4-1-6 0,6-2-10 16,4-3-2-16,6-2-10 0,3 0 14 0,1 0-1 15,2 0 1-15,-3 1-5 0,-3 0-14 16,-4-2 2-16,-3 1-8 0,-8-1 16 0,-3-1-18 16,-4 2 13-16,-8-2-11 0,-3 0 2 15,-2-1-1-15,-5 0-7 0,-5-1-24 0,-36 0-35 16,13 0-33-16,4 0-52 0,49-13-54 0,-56 5-57 15,-3-1-1124-15,-7-8 0 0,-5-1 0 16,-7-7 690-16</inkml:trace>
  <inkml:trace contextRef="#ctx0" brushRef="#br0" timeOffset="-105350.49">3341 10327 50 0,'0'-14'191'0,"23"-13"-24"0,-22 20-4 0,0-1-8 16,-1 2-20-16,0 0-13 0,0 6-8 16,0 0-7-16,0 0-13 0,0-7-6 0,0 7-17 15,0 0 0-15,0-7-15 0,0 7-1 16,0 0-6-16,0 0-11 0,4-12 1 0,-5 12 2 15,1 4 0-15,-1 0 0 0,1 3-4 0,0 14-1 16,0-10-2-16,0 6-1 0,0 8 8 0,0 5 0 16,-11 35-10-16,8-28 0 15,-1 1 13-15,2 5 2 0,-1 4-6 0,-1 2-7 0,0 2 15 16,0 4-11-16,0-2 8 0,0-3-16 0,0 2 18 16,0-4-15-16,-1 0 2 0,1-3-8 15,-2-1 5-15,2-2-5 0,0-2 11 0,0-2-24 16,-2-1 12-16,3-1-4 0,0-4-1 0,2 0-3 15,-3 0-7-15,1-2-2 0,1-2-36 16,0-4-2-16,1-4-33 0,1-5-36 16,-3-5-12-16,3-3-37 0,0-7-42 0,0 0-77 0,10 3-210 15,2-18 1-15</inkml:trace>
  <inkml:trace contextRef="#ctx0" brushRef="#br0" timeOffset="-104935.54">3404 10682 92 0,'-12'-22'203'0,"-3"-1"-20"0,3-1-13 16,-1-1-7-16,1 2-26 0,1 0-6 15,0-1-18-15,1-2-13 0,3-1-13 0,-1-2-10 16,3-6-18-16,2 3-8 0,3 12-11 15,0-9-4-15,17-43-6 0,-1 30-7 0,7-5 0 16,6 0-5-16,10 0-3 0,2-2-5 0,9 2 9 16,3 2-2-16,4 2-1 0,2 4 4 15,1 4-1-15,1 5 4 0,-1 5-1 0,-4 6-5 16,-2 3-2-16,-2 5 1 0,-4 6 2 16,-4 5 0-16,-24 0 3 0,32 14 5 0,-22 4 4 15,-6 9-2-15,-7 8-6 0,-5 7 5 0,-11 7 4 16,-1-20-7-16,-13 57 0 0,-6-28 24 0,1-2 4 15,-2-4 5-15,2-6 8 0,-2-1-9 16,0-6 9-16,-4 0-9 0,-2-10 4 0,0 3 12 16,-2-7-20-16,-2-2-17 0,-4-3 9 0,-1-4 0 15,-4-2-38-15,1-6 7 0,-2-3-10 16,1-1-2-16,20-4-15 0,-9 0-1 16,-36-15 1-16,34 8-5 0,3-3 10 0,4-3-28 15,5-5-54-15,4-2-51 0,9 3-44 0,5 6-87 16,11-14-263-16,5 8 0 0</inkml:trace>
  <inkml:trace contextRef="#ctx0" brushRef="#br0" timeOffset="-104298.35">5113 10107 198 0,'-18'-13'199'15,"1"-1"-13"-15,0 1-10 0,-1 0-14 16,-2 2-25-16,2 1-5 0,-2-1-20 0,0 4-9 15,1-1-16-15,-2 2-2 0,-2 3-10 0,2-3-8 16,-3 0-15-16,-1 5-8 0,1 0-3 16,-1 1-7-16,13 0 4 0,-5 0-14 0,-5 0 5 15,1 0-11-15,-24 11 1 0,23-7 0 0,1 1-3 16,1-2-6-16,1 5 0 0,2-1 2 16,0-1-1-16,1 4-1 0,1-1 2 0,0 0-6 15,3 0 2-15,-1 1-7 0,1 1 4 0,0-1-4 16,0 3 4-16,1 2 4 0,-1-1-5 15,1 2 8-15,-1 3 0 0,0 0 5 0,0 2-6 16,2 3 0-16,-2 1 10 0,0-1-7 0,1 2 2 16,2-1 5-16,-2 3 2 0,0 1-9 15,1 3 9-15,-1-4-7 0,2 4-8 0,-1-2 10 16,2 3-8-16,0 2 15 0,-1 1-4 0,3 3 0 16,-2-1-1-16,2 2-3 0,2-1 19 15,0 1-12-15,0 2-13 0,-4-5 19 0,4 3-11 16,0-2-9-16,2 0 8 0,0 0 12 0,0-4-25 15,0 1 3-15,2 3 9 0,0-20-4 0,0 8 0 16,0 3 1-16,12 29-10 0,-8-30 9 16,4-3 14-16,0-1-9 0,2-2 5 0,0-2 14 15,5-2-10-15,1-3 5 0,1-3 10 0,4-3-16 16,5-3-7-16,4-4 8 0,-15-2-5 16,10 0 7-16,41-20-9 0,-22 6-5 0,0-1-4 15,0 0-33-15,-1-3-24 0,-3 0-22 16,0 1-46-16,-6-4-50 0,-3 2-33 15,-2 0-67-15,-5 1-305 0,-6-3 1 0</inkml:trace>
  <inkml:trace contextRef="#ctx0" brushRef="#br0" timeOffset="-104100.43">4228 11116 90 0,'-30'-8'222'16,"4"-2"-27"-16,4 4 0 0,6-5-15 0,6 0-25 15,10 0-13-15,0 2-23 0,20-14-3 0,0 8-10 16,4-2-15-16,8 3-8 0,8 0-16 16,4 1-1-16,3-1-9 0,1 3-1 0,2 0-17 15,0 4-8-15,-2-2-34 0,-1 4-40 0,-3 0-43 16,1 1-108-16,-4 2-166 0,-2 0 29 16,-23 2 0-16</inkml:trace>
  <inkml:trace contextRef="#ctx0" brushRef="#br0" timeOffset="-103352.02">3858 12188 154 0,'-5'-5'198'0,"0"0"-11"16,1 0-15-16,1 2-6 0,0 0-27 0,-1 3-8 15,2-1-19-15,-1 2-14 0,0 0-10 0,1 4-2 16,-4 13-21-16,0 2 9 0,2 8-6 0,0 6-12 16,-2 0 3-16,5 4-6 0,1-17-1 0,0 11 4 15,0 7-1-15,11 48-9 0,-5-40 7 16,1-4-7-16,1-2-2 0,1-2-4 15,2-4 2-15,0-3-12 0,-1-4-8 0,2-3 15 16,2-3-4-16,4-3-8 0,1-2 13 0,0-7-3 16,1-3 11-16,-8-7-22 0,8 0 15 15,24-17-10-15,-20 6-8 0,4-8-9 0,-2-2 9 16,0-3-5-16,2-2-18 0,-4-7 11 0,0 3-20 16,0 1 13-16,-3-3-6 0,-3 4-2 0,-2 1-2 15,-3 2 4-15,-1 0-3 0,0 4 11 16,-1 3-3-16,-2 2-3 0,-2 0 0 0,-1 7-12 15,-2 0 8-15,0 3 0 0,0 2-10 16,-1 2 7-16,-2 2 8 0,-1 0-4 0,0 0-1 16,4 38 1-16,-4-23 20 0,0 10 1 0,0 9-9 15,-13 40-3-15,8-30 13 0,-3 1 1 16,0 2-5-16,0 0 14 0,-2 1-6 0,0 0 12 16,0 1-2-16,-2 2-5 0,0-2 0 0,-1 2 10 15,-2-4-12-15,-2 3 0 0,-3-4-2 0,4 2-4 16,-2-2 3-16,-2-1 4 0,-2-5-14 0,0 2-3 15,-4-2 26-15,2-3-13 0,0 1-21 16,0-6 17-16,0 0-10 0,0-3-1 16,0-6-4-16,4-1-12 0,0-3-17 0,0-6 7 15,-2 0-20-15,1-6-38 0,10-7-45 16,-2 0-36-16,-15-22-60 0,19 1-412 0,3-5 0 16</inkml:trace>
  <inkml:trace contextRef="#ctx0" brushRef="#br0" timeOffset="-102776.48">5295 12277 181 0,'0'-13'182'0,"0"4"-10"0,-2 0-1 16,0 2-22-16,0 0-18 0,-2 1-18 0,2 3-8 15,-4 1-18-15,0 2-1 0,-10 4-11 0,-4 7-11 16,2 6-3-16,-6 5-1 0,0 8-1 0,-4 2-12 16,-4 10 5-16,-3 11 3 15,-1 4-1-15,-1 5 4 0,-2 1-12 0,2 3 0 16,1 5-4-16,1-1-2 0,3 3 20 0,5 1-7 15,2-2-9-15,2-1 2 0,3-3-17 0,4-3 1 16,3-3-3-16,2-3 13 0,6-5-8 16,1-4 9-16,1-5-10 0,3-25 6 0,0 10-14 15,13 32 9-15,-2-34 10 0,2-3-21 0,2-4 10 16,5-4-5-16,4-6-6 0,1-5 7 16,2-4-6-16,-14-2-12 0,9 0 14 0,26-23-9 15,-27 12 7-15,1-4-14 0,-4-2 3 16,2 0 1-16,-4-4-3 0,-4 0-14 0,-5-2-3 15,-2 0 8-15,-3 1-15 0,-2 1 7 0,0 11 7 16,-11-19-12-16,-1 14-1 0,-4 0-2 16,0 0-2-16,-1 4-5 0,-2 1 7 0,-1 3 0 15,1 3 6-15,6-1-4 0,2 4-11 16,11 1 10-16,-9 0 4 0,-14 12-17 0,11-1 16 16,0 4-7-16,1 2-9 0,3 3 12 0,3 1 3 15,1 0-4-15,1 2-10 0,3 0 0 16,0-11 2-16,0 3 10 0,12 20-16 0,0-18-6 15,-1-4-33-15,2-3-32 0,4-5-36 0,-8-5-95 16,7 0-229-16,27-17 0 0</inkml:trace>
  <inkml:trace contextRef="#ctx0" brushRef="#br0" timeOffset="-102273.13">6441 12084 104 0,'-4'3'196'15,"0"-2"-23"-15,1 0 1 0,0 1-11 0,3-2-8 16,4 0-20-16,0 0-11 0,4-2-10 16,18 2-2-16,-12 0-7 0,34-11-5 0,-9 4-8 15,6-2-10-15,6 0 0 0,6-3-4 0,6 1-13 16,2-2 3-16,-1-1-19 0,-1 0 2 0,0 2-5 15,-6-3-23-15,-1 4-27 0,-1 1-41 16,-8-1-46-16,-7 4-50 0,-2-1-71 0,-8 2-238 16,-8 1 0-16</inkml:trace>
  <inkml:trace contextRef="#ctx0" brushRef="#br0" timeOffset="-102080.4">6765 12455 166 0,'-23'18'210'0,"2"-1"-24"0,1-2 9 16,6 1-28-16,2-5-19 0,7-2-12 16,5-5-3-16,0-4-11 0,17 5-8 0,10-9-12 15,-11 4-2-15,41-14-20 0,-9 6-7 16,7-5-16-16,4 0-8 0,1-4 7 0,3-1-37 16,5-6-42-16,1-1-69 0,4 1-97 15,-3-2-171-15,0-1-3 0,-2 0 1 0</inkml:trace>
  <inkml:trace contextRef="#ctx0" brushRef="#br0" timeOffset="-100956.93">9337 11423 93 0,'0'0'188'0,"0"-16"-28"0,0 16-1 0,0 0-14 15,0 0-7-15,0 0-13 0,0 0-5 0,0 0-8 16,0 0-8-16,0 0 3 0,6 8-19 16,-10 12 9-16,2 2-14 0,-4 6-4 0,0 2 1 15,0 2-9-15,1 2-5 0,1-2-9 0,-1 0-13 16,-2-4 3-16,0 2-2 0,1 1-8 16,-2-4-11-16,2-2 7 0,1-2-2 0,1-4-8 15,3-6-7-15,-1-2 4 0,2-1-2 16,-1-4-1-16,0-1-2 0,-1-1 19 0,1-2-3 15,1-2-12-15,0 0-8 0,0 0 4 0,-1-30-5 16,-1 6-3-16,2 8-1 0,0-5-16 16,0-7 1-16,0-4 1 0,0 0-1 0,0-3-18 15,15-37 3-15,-10 33-6 0,3 0 12 0,0-1-4 16,2 1-11-16,-2 2 7 0,5-1 2 16,-1 4-1-16,3-1 12 0,1 7 2 15,2-2 3-15,5 3-1 0,-2 1 11 0,6 6-8 16,-2-1 6-16,5 6-9 0,-1 3 8 0,2 5 3 15,1 3 10-15,-15 4-6 0,7 0 1 16,30 19 0-16,-28-2-7 0,-2 5 18 0,-2 5 1 16,-6 8 0-16,-2 6 6 0,-4 4 0 0,-4 4 3 15,-4 2-5-15,-2-25 3 0,0 14 1 16,0 5 4-16,-16 49-6 0,10-47-11 0,-4 0 7 16,-2-4-2-16,-2-1 12 0,0-4 6 0,-2 2-16 15,-6-4-4-15,-2-3 5 0,-4-1 12 0,-3-5-16 16,-2 2-3-16,-4-5-1 0,-1 2 0 15,-4-3-8-15,-4-1 5 0,0-4-8 0,-4 1 15 16,-8-4-10-16,-5-1 9 0,-2 1-12 16,-5-5-7-16,1 1-2 0,-1 0-13 0,4-5-3 15,2-2-11-15,4 1-6 0,1-5 4 16,32 0 0-16,-10 0-2 0,-3 0-16 0,-36-12-48 0,48 6-69 16,4-5-133-16,5-1-217 0,10-9 0 15</inkml:trace>
  <inkml:trace contextRef="#ctx0" brushRef="#br0" timeOffset="-100724.27">9318 11507 47 0,'-15'-22'191'0,"-7"-1"-13"0,-12 1-11 0,-7 1-13 15,-8 0-15-15,-9 4-8 0,-6 0-20 0,-3 1-5 16,-2 2-21-16,1-1-2 0,-1 9-17 15,-2-5-9-15,3 2-5 16,4 1-3-16,3 2-10 0,5-1 1 0,5 1-11 0,7 1-2 16,4 1-9-16,8 1-4 0,-1 0-8 0,7 3-1 15,20 0 1-15,6 0-5 0,-8 3-39 0,25 0-44 16,8 1-51-16,9-3-81 16,-2 1-120-16,6 0 0 0</inkml:trace>
  <inkml:trace contextRef="#ctx0" brushRef="#br0" timeOffset="-99901.64">10139 11509 54 0,'-2'-3'143'0,"1"1"-3"0,0 4-4 16,-2-1 11-16,2 3-7 0,-2 0-4 16,-2 11 1-16,-3 6-5 0,0 2-10 0,2 5-11 15,-2 0-6-15,-2 4-15 0,-1 4-6 0,0 7 3 16,-1 1-9-16,0 3-12 0,-1 0 9 0,1 2-15 15,0 2-9-15,0-2 14 0,0 2-4 16,4-4-14-16,-4 2 14 0,3-4-6 0,1-1-13 16,0-3 1-16,1-5-4 0,2 0-5 0,-1-8 1 15,1 6-14-15,0-4 4 0,2-5 10 16,-1-3-12-16,3-1 2 0,-2-7-16 0,2-3 11 16,1-2 2-16,-2-2-2 0,1-2 3 15,-1-1 6-15,2 1 9 0,-2-3-8 0,2-2 7 16,0 0-20-16,0 0 4 0,0 0-11 0,-6-16-14 15,2-5-4-15,2-6 8 0,-2-7-18 16,2 2-8-16,0-6 9 0,0-3-13 0,0-5-7 16,2-1-2-16,-2-4 4 0,2 25-11 0,0-14 2 15,0-7 7-15,0-4 1 0,16-55 5 16,-10 52-5-16,2 1 2 0,3 3-6 0,3-2-2 16,2 1 4-16,6 2-6 0,4 1 8 0,4 2-1 15,2 2 7-15,0 3 2 0,4 3 7 16,0 4 0-16,1 4 6 0,1 2 0 0,-2 5 7 15,0 6 2-15,-3 2 4 0,-1 4 5 0,-1 6-5 16,-14 5 12-16,6 0-8 0,23 16 9 16,-30 4 10-16,-4 5 13 0,-8 7-11 0,-4-14 14 15,-16 40 6-15,0-16-6 0,-4 3-13 0,-2-3 20 16,0-2-11-16,-3 0-7 0,-7-2 5 16,5-2 2-16,-2-2 7 0,0-4-12 0,-1-3-6 15,1-2 6-15,4-2-20 0,-1-4 11 16,5-2-11-16,-1-3-3 0,1-2 1 0,4 0-17 15,-1-4-5-15,8-6-20 0,2-2-34 0,8 0-66 16,2-10-75-16,9-5-343 0,8-2 0 16</inkml:trace>
  <inkml:trace contextRef="#ctx0" brushRef="#br0" timeOffset="-99340.16">10824 11545 19 0,'11'0'232'0,"-6"0"-15"0,0 0 1 16,-1 4-9-16,-4-2-16 0,0 6-29 0,-2 10-24 16,2-6-12-16,-18 27 3 0,8-10-19 15,-6 5-9-15,-2 3-15 0,-2 2-10 0,-1 7 3 16,-1-2-10-16,-1-1-9 0,0 0 8 16,3-1-14-16,0-4 3 0,3-4-14 0,1 1 0 0,1-6-8 15,3-3-2-15,0 0-9 0,2-5 12 16,0-2-10-16,2-2 0 0,2-6-4 0,0 0 22 15,2-7-16-15,0-4 9 0,4 0-21 16,0 0-14-16,-10-31-11 0,8 8 9 0,1-9-2 16,1 14-21-16,0-11-1 0,13-42 0 15,-2 22 3-15,1-3-10 0,5-1 0 0,1-2-2 16,2 0 0-16,4-1-2 0,2 1 3 0,5 1-1 16,0 1-4-16,0 3 4 0,4 5 10 0,4 4 2 15,-1 0 3-15,2 4 0 0,2 4 12 16,-1 6-1-16,-1 1-1 0,-3 7-5 15,-3 7 7-15,-2 3 4 0,-2 7 8 0,-16 2-13 16,15 15 17-16,-18 3 2 0,-11 8-4 0,0-10 2 16,-23 35 2-16,-1-9 6 0,-3 3 3 15,-1 3-1-15,-1-2 8 0,2-4-15 0,2 0-2 16,1-2 7-16,4-3-4 0,1-3 1 0,3-3 2 16,4-1-6-16,2-4 18 0,0 0-8 15,4-1 9-15,2 0-10 0,4-9 4 0,0-8-4 16,0 5-1-16,20 8 6 0,-7-10-8 0,4-2 2 15,5-2-12-15,0-2 8 0,4 0-14 16,-1-1 12-16,-2-2 0 0,3 2-6 0,-2-2-3 16,3 0 4-16,-3-1-29 0,-3-1-9 15,-1 0-45-15,0 0-46 0,-13 0-59 0,6 0-107 16,2 0-291-16,1 0 0 0</inkml:trace>
  <inkml:trace contextRef="#ctx0" brushRef="#br0" timeOffset="-98545.68">11841 11828 133 0,'-1'-3'174'0,"0"3"2"15,-2 1-3-15,0 3-6 0,-6 12-14 0,-2 5-10 16,1 1-23-16,-1 6-1 0,0 2-6 15,-1 5-7-15,0 1-7 0,-1 2 1 0,2 0-10 16,2 4-4-16,0 0-12 0,2 0-2 0,0-4-4 16,2-2-8-16,2 0-10 0,2-2 4 15,0-2-8-15,1-19-8 0,0 4 3 0,0 2-5 16,18 15 3-16,-6-23 2 0,4-7-1 0,6-4-9 16,-9 0 6-16,24-15-17 0,-9 2 6 15,0-7 2-15,4-2-12 0,0-3-3 0,-1-1-8 16,-2-1 11-16,0 0-4 0,-2-2-16 0,-3 6 6 15,-1-3-9-15,-2-1 7 0,-1 4-2 0,-6 3 6 16,4 1-6-16,-6 2-8 0,0 2 7 16,-3 2-1-16,0 2-5 15,-3 3 16-15,-2 3-25 0,-2 4 12 0,-2 1-2 0,-2 11-5 16,-8 10 9-16,0 9 2 0,-5 4 4 16,-4 7 8-16,-1 2-11 0,-1 5 21 0,0 2-1 0,0 0 0 15,-1 2 3-15,2-1 16 0,0-1-14 16,0-1 0-16,2-2-15 0,-4-1 15 0,6-1-5 15,0-2 3-15,-1-3 3 0,1-4-10 16,-3-1-4-16,2-2 9 0,0-1-2 0,-2-4-2 16,1 1 7-16,-5-4-9 0,0-2 7 15,-1-3-8-15,-1 1 0 0,-2-4-4 0,-1-1 13 16,3-2-11-16,-4-2-11 0,-2-3 9 0,0-1-17 16,1 0-16-16,0-3-38 0,-4-1-37 0,3-2-50 15,4-2-94-15,15 0-418 0,-4 0 0 16,-9-20 1-16</inkml:trace>
  <inkml:trace contextRef="#ctx0" brushRef="#br0" timeOffset="-97718.14">12949 12162 171 0,'3'-4'178'0,"-2"1"-9"0,0-2-2 0,1 0-21 16,-1 1-12-16,-1 1-10 0,0-1-18 0,-1 0-9 15,-1 2-11-15,1-1-6 0,-3 2-10 16,0 0 0-16,-3 2-10 0,-10 5-11 0,-2 2 1 16,-2 0-10-16,-2 3 0 0,-1 2 2 0,0 1-1 15,-1 4-5-15,-2 0 1 0,-2 3-11 16,-1 5 4-16,-2 1-9 0,-1 2 3 0,-2 1 6 16,2 1 2-16,-2 1-9 0,3 4 8 15,0-1-11-15,2 1 10 0,-2 0-8 0,1 2 4 0,4 0-8 16,3-1 10-16,2 1-12 0,0-4 15 15,2 4-1-15,3-4-1 0,1 1 1 16,1-1-3-16,3 2-19 0,2-6 16 0,2 2 1 16,2 0-1-16,1 1 6 0,2 1-3 0,2-1 3 15,1-19-3-15,0 5 13 0,16 24-5 16,-7-22-9-16,3-4 20 0,2-3-16 16,3-1 10-16,2-1-11 0,2-2 10 0,2-5-14 15,2 1 5-15,-1-4-13 0,-12-2 9 0,5 0-4 16,3 0-4-16,2 0 3 0,18-17 8 0,-20 11-3 15,-3-1-17-15,0 2-2 0,-2-5 10 0,1 0 6 16,-4 0-21-16,-4 3 0 0,-4-1 11 16,0-2-17-16,-3 2-5 0,-1-2-1 0,0 10-3 15,0-13-4-15,-18-15-2 0,7 15 0 16,-6 1 2-16,2-2-12 0,-4 4 4 0,2 2 4 16,-3 1-7-16,-1 3 6 0,-1 0 11 15,2 2-6-15,10 2-11 0,-6 0 14 0,-20 14 2 16,16-9-13-16,-2 7 14 0,4 0-3 0,-1 2 7 15,3 3 0-15,0-3-2 0,1 0 11 16,5 1 9-16,-1 0 1 0,3-1-5 0,0-1 7 16,3-3-2-16,2 0-17 0,0-1-5 15,1-3 2-15,2 1 1 0,0-7-4 0,0 0 0 16,0 9-39-16,0-2-41 0,0-7-65 0,12 12-122 16,-7-10-304-16,2-4 0 15</inkml:trace>
  <inkml:trace contextRef="#ctx0" brushRef="#br0" timeOffset="-95271.18">14815 10147 59 0,'0'0'159'0,"0"0"-10"15,-22-14-20-15,3 23 3 0,-2 1-12 16,-3 3-4-16,1 3-13 0,-2 4-13 0,-5 3-3 16,-1 7-9-16,-5 2-7 0,-2 6-6 0,0 3-3 15,-2 5-10-15,-2 3 13 0,1 9 5 0,0 8 4 16,-1 5-5-16,1 3-10 0,0 3 4 16,1 3 12-16,0 7 13 0,2 1-21 0,2 1 6 15,3 3 1-15,2 4-16 0,3-2 12 16,4 1 6-16,4-4-19 0,2 0 14 0,3 0 3 15,3-3 3-15,4-3-5 0,0-1-3 0,4-3 7 16,3-4-13-16,1-2-3 0,0-3 1 0,0-40-5 16,0 19 2-16,12 59-10 0,-8-49 0 15,1-8-6-15,2-1 1 0,-1-6-13 0,1-3 5 16,0-3 5-16,1-3-21 0,-2-3 2 16,4-4-7-16,-1 1-12 0,2-7-27 0,2 2-14 15,0-5-32-15,3-6-33 0,2-7-37 0,0-6-43 16,-7-2-69-16,25-11-440 0,-13-3 0 15,1 1 0-15</inkml:trace>
  <inkml:trace contextRef="#ctx0" brushRef="#br0" timeOffset="-94143.63">14842 11125 88 0,'0'-14'158'0,"0"14"-21"0,0 0-11 16,0 0 3-16,13-15-14 0,3-2-13 0,-16 15-12 16,2 2-4-16,-1 2-1 0,0 0-12 0,1 4-3 15,-1 3 9-15,3 13-6 0,-3 5-3 16,1 5-1-16,-2-14-1 0,0 11 2 0,0 7-2 15,-11 49-7-15,3-27 1 0,-1 5-3 16,-1 1 4-16,0 4-3 0,0 0 7 0,0 1-12 16,0-2-6-16,2-2 2 0,0 0-10 0,0-4 5 15,2-2 6-15,0-4-8 0,0-2 7 0,3-4-3 16,-2-1-2-16,-1-5-22 0,2-2 19 16,2-5-5-16,-2-2-18 0,0-4 9 15,0 2 5-15,1-7-5 0,2-2-1 0,-2-3-21 16,2-4 13-16,-1-5 6 0,1-1-13 0,0-4 5 15,-1-1-6-15,1 3-5 0,1-8-25 0,0 0-45 16,0 0-47-16,0 0-62 0,-1 8-101 16,2-12-308-16,2-2 0 0</inkml:trace>
  <inkml:trace contextRef="#ctx0" brushRef="#br0" timeOffset="-93775.8">15569 11340 14 0,'5'-17'201'0,"0"0"-13"0,-1 4-16 0,0 3-8 16,-2 4-19-16,2 3-18 0,-3 1-6 15,0 4-16-15,1 1-6 0,-2 5-3 0,0 13-4 16,0-8-7-16,0 11-5 0,0 4-2 0,-11 40-16 16,4-24 3-16,1 3 5 0,-2 6-6 15,0-1-9-15,1 1 4 0,-2 0 6 0,2 2-16 16,0-1 6-16,-1 0-7 0,1 1 10 16,2-2-9-16,1-3 0 0,0-5-6 0,-3 0 2 15,6-3-9-15,-2-1-7 0,1-3 3 0,0-4-1 16,2 3-4-16,0-21 0 0,0 6-28 15,0 1-30-15,0 2-15 0,0-8-30 0,0-1-23 16,0-2-28-16,0-4-30 0,0-3-89 0,0-7-255 16,0 0 0-16</inkml:trace>
  <inkml:trace contextRef="#ctx0" brushRef="#br0" timeOffset="-93510.94">14855 12079 51 0,'-10'-17'203'0,"2"1"-19"15,6 0 1-15,2 16-20 0,14-26-14 0,4 11-9 16,5 4-15-16,5-3-15 0,5 1-10 16,5 1-11-16,7 1-8 0,4 1-5 0,3 1-5 15,4-1-16-15,5-1-7 0,2 4 3 16,1-1-7-16,-1 3-7 0,1-1-5 0,-3 1-1 15,-2-1-7-15,0 2-5 0,-5 2 4 0,0-2-14 16,-2 1-15-16,-4 0-25 0,-3 0-41 0,-4 1-49 16,2-2-87-16,-3 1-223 0,-4-2 0 15</inkml:trace>
  <inkml:trace contextRef="#ctx0" brushRef="#br0" timeOffset="-92889.43">16885 11535 108 0,'-2'-15'203'0,"-4"1"-26"0,-2 2 1 15,4 4-18-15,-2-1-18 16,0 4-9-16,0 3-19 0,-2 0-4 0,-10 0-19 16,6 2-11-16,-4 0-4 0,-32 16-10 0,22-4-2 15,-4 3-10-15,0 5 8 0,-2 5-9 0,-2 3-12 16,2 4 2-16,0 3 1 0,0 1 0 16,0 3 2-16,4-1-2 0,2 4 3 0,2-3-7 15,4-5-13-15,3 1 2 0,2-4 10 16,2-3-8-16,2-5-1 0,3 4 3 0,0-5 3 0,6-3-4 15,2-19-11-15,0 9 8 0,24 7 8 16,-3-15-16-16,-8-1 0 0,29-15 12 16,-14 4-19-16,4-4 10 0,0-2-13 0,4-4 0 15,-2-1 0-15,-2-1-5 0,-2 0-8 0,-2 0 7 16,0 4-7-16,-6 1-6 0,-2 3-2 16,0-1 3-16,-4 4 5 0,0-2 6 0,-4 5-12 15,-2 3 13-15,-2 4-13 0,-4 1 3 16,-4 1 2-16,0 0-2 0,4 15-1 0,-10 5 3 15,-2 10-2-15,-6-1 12 0,-2 6 1 16,-4 3 6-16,-2 3-3 0,0 1 5 0,-2 0 6 16,0-1 6-16,0 1-6 0,0-3 7 0,2-1-5 15,-4 0 15-15,6-3-17 0,-4-4 7 16,0 1-8-16,2-3-10 0,0-5 14 0,2 0 1 16,-4-3-8-16,1-2 10 0,0 0-7 15,-2-2 3-15,-3-2-5 0,1-3-11 16,-2-1 16-16,-6-1-7 0,2-1 5 0,0-3-22 15,-2 0-13-15,2-1 9 0,-1 0-15 0,2-4-29 16,-2 1-49-16,18-2-59 0,-6 0-116 0,-23-15-374 16,28 5 0-16</inkml:trace>
  <inkml:trace contextRef="#ctx0" brushRef="#br0" timeOffset="-91763.23">17251 12313 30 0,'0'-15'206'0,"0"15"-12"16,0 0 13-16,0-16-15 0,-16-2-26 16,14 14-16-16,2 1-27 0,-1 1-6 0,1 0-7 15,-1 2-15-15,-2 2-3 0,0 1-16 0,-2 12 2 16,-3 4-8-16,-3 4-1 0,3 3-5 15,-1 1-12-15,0 4 7 0,-2 1 5 0,0 4-8 16,1 0-7-16,-1 0-5 0,-1 3 0 16,1-1-2-16,2-1-6 0,1-5-1 0,-1 1 7 15,1-4-8-15,1-4-21 0,2-3 11 16,1-2-2-16,-2-4 13 0,6-4-2 16,-2-1 0-16,0-5-12 0,1-1 6 0,1-5 14 0,0 0-4 15,0 0-1-15,15 4-16 0,-2-11 7 16,8-4-6-16,3-1-15 0,-1-1 10 0,1-2-5 15,-1 2-2-15,-2 1 2 0,-1 1-7 0,-3 1 4 16,-1 1-5-16,-2 4 12 0,-4-1-17 0,-3 2 0 16,0 1-4-16,-1 2 11 0,0 1-15 15,-6 0 10-15,0 0 4 0,24 14-19 0,-12-5 12 16,-2 4 1-16,-2 4 2 0,-1-1 7 16,0 3 0-16,-3-1-2 0,0 3-5 0,-4 1 9 15,1-2-6-15,-1 0 3 0,0-10 9 0,0 3-10 16,0 2 0-16,0-2-1 0,0-2-14 0,0 1-3 15,0-5-33-15,0 1-14 0,0-8-26 16,0 7-17-16,0-7-24 16,0 0-57-16,11 15-66 0,-5-16-307 0,13-5 1 0</inkml:trace>
  <inkml:trace contextRef="#ctx0" brushRef="#br0" timeOffset="-91321.11">17862 12650 183 0,'-2'-13'224'16,"-8"-1"8"-16,0 3 2 0,-4 2-19 0,2 1-30 16,-5 2-17-16,2 6-11 0,5 0-32 15,-5 0-4-15,-21 12-25 0,16-1-8 0,0 2-7 16,-1 4-1-16,1 0-13 0,2 2-1 16,1 1-12-16,1-2 3 0,1 2 6 0,3-3-14 15,3-2-11-15,1-3 3 0,3-3 5 16,1 2 6-16,2-6-5 0,2 0 2 0,0-5-8 15,0 0-10-15,15 9 10 0,-6-7 8 16,17-4-17-16,-12 2-18 0,8 0 11 0,2 0-5 16,28-15 5-16,-26 11-20 0,-2-1-1 0,-2 3 4 15,-4-2-13-15,0 2 17 0,-6 0-4 0,0 1-8 16,-3 1-4-16,-9 0 2 0,0 0-4 16,8 0 10-16,-8 0-9 0,16 13 1 0,-15-7 6 15,1 1-2-15,-2 13 11 0,0-10-12 0,-14 21 4 16,4-11 5-16,-4 1 8 0,-3 2 8 15,0-3-13-15,-2-3 9 0,2 2 0 0,-2-4-2 16,2 3-1-16,-2-2-9 0,-1-3 8 16,1 2-1-16,-1-5-4 0,-1-1 3 0,0-2 17 15,-2 0-10-15,0-2 1 0,1 0-9 0,-5-4-2 16,2 2-13-16,12-3-16 0,-6 0-48 16,-1 0-42-16,-24-19-49 0,24 10-73 0,0-4-481 15,7-3 1-15,6-5 0 0</inkml:trace>
  <inkml:trace contextRef="#ctx0" brushRef="#br0" timeOffset="-90819.92">18368 10980 38 0,'2'-7'166'15,"0"3"-19"-15,-2 0-12 0,0 2 16 16,2 2-5-16,0 6 1 0,-2 0-11 0,6 14-14 15,-4 7-4-15,4 4 6 0,-2 2-10 16,-2 5-7-16,-2 6-4 0,0-17 1 0,0 16 3 16,-12 67-18-16,6-33 0 0,-2 2-22 0,-2 2-4 15,-2 1-14-15,1 1 1 0,1-1 9 0,-1 1-12 16,0-2-8-16,2-2 1 0,0 1-2 0,-1-5 5 16,1 0-10-16,0-3 9 0,-1-4-2 15,-3-2 2-15,2-1-3 0,1-2 6 0,-2-7-1 16,0 2-10-16,-2-5 1 0,-2-2 13 15,0 0-4-15,-2-4-2 0,-1 1 1 0,0-4-3 16,-1-2 1-16,-5 0-3 0,-3-1 10 0,1-5 1 16,0-1-1-16,-2-4-2 0,-2-1-1 15,-1-6-7-15,-1 3 0 0,-3-3-6 0,-1-1 3 16,-2-2-16-16,3-2-9 0,-1-4-21 0,3-4-36 16,2 0-40-16,2-5-51 0,-5-1-62 15,21-5-604-15,-6 0 1 0,-26-12 0 0</inkml:trace>
  <inkml:trace contextRef="#ctx0" brushRef="#br0" timeOffset="-90025.1">18891 10739 106 0,'1'-4'178'0,"-2"0"-12"15,2 0 0-15,-1 1-8 0,0 1-28 0,2-2-8 16,-2 4-3-16,-2 0 4 0,1 0-5 16,0 4-7-16,-2 1-14 0,-5 13 9 0,-1 2-19 15,-2 5 5-15,-1-1-13 0,0 2-1 0,-1 4-6 16,-1 1 15-16,-2-1-22 0,2 2-8 15,-1-2 6-15,2 3-19 0,1-5 11 0,0-5-22 16,1 4 7-16,0-3-11 0,3-7 10 16,-2 0-8-16,4-2-8 0,1-7 15 0,2 0 10 15,-1-3-6-15,4 0-11 0,-1-4 10 0,1-1-4 16,1-8-10-16,5-9 7 0,3-8-18 16,-1-4 0-16,3-3-17 0,6-7 8 15,-1-3-16-15,8-1-8 0,1 1-3 0,3 1-12 16,2 0-2-16,3-1 9 0,-1 4 2 0,0 0-9 15,1 5 5-15,-1-1-3 0,-2 5 3 0,0 4 7 16,0 1 9-16,-2 5 0 0,-2 1 1 0,1 10-3 16,0-1-1-16,3 9 14 0,-16 0 4 15,6 0-6-15,22 26 11 0,-23-7 3 16,-4 9 4-16,-4 6 0 0,-4 10 8 16,-5 4-7-16,-2-21 7 0,0 13 0 0,-14 56 2 15,5-43 10-15,-3-1-4 0,-1 2 1 0,-1-1 9 16,1-5-9-16,-2-1 0 0,1-5 11 0,0 2 0 15,0-3-11-15,-1-4 2 0,2 0-48 16,2-5-31-16,-2 0-55 0,2-2-74 0,0-4-112 16,3-1-359-16,6-4 0 0</inkml:trace>
  <inkml:trace contextRef="#ctx0" brushRef="#br0" timeOffset="-81165.25">18723 12708 23 0,'0'0'47'0,"0"0"-9"0,0 0 12 16,0 0-10-16,0 0-3 0,0 0 0 0,0 0 2 15,0 0-24-15,0 0 13 0,0 0-12 16,0 0 14-16,0 0-17 0,0 0 9 0,0 0 1 16,0 0-16-16,0 0-17 0,0 0 5 15,0 0-10-15,0 0 2 0,0 0-8 0,0 0 9 16,0 0-4-16,0 0-12 0,0 0-14 0,0 0-21 15,0 0-21-15,0 0-47 0</inkml:trace>
  <inkml:trace contextRef="#ctx0" brushRef="#br0" timeOffset="-80089.39">20820 11208 55 0,'0'-21'195'15,"20"-21"0"-15,-20 33-8 0,-8-19-8 16,2 15-19-16,0-5-17 0,-4 5-14 0,-2 2-19 16,-2 3-9-16,-5 3-8 0,8 5-9 15,-7 0-7-15,-30 19-9 0,14-7-4 0,-3 8-5 16,-7 5-13-16,-4 4 0 0,-1 5-9 15,-5 8 9-15,2 3-4 0,-2 10-4 0,-2 7 15 16,-2 8-9-16,1 5 27 0,0 3-12 0,1 4 7 16,-2 2-14-16,6 3 23 0,3 0-9 15,2 3 12-15,-1 4-5 0,6-4 5 0,4 1-9 16,4-2-10-16,3-1 11 0,6-4-4 16,2-3-14-16,2-2 12 0,6-1-3 15,4-1 5-15,2-5-13 0,2 1-1 0,6-5-4 16,1-36 3-16,0 16 1 0,17 62-8 0,-6-52-6 15,1 0 1-15,3-7-6 0,1-2 2 0,0-4-6 16,2-3-6-16,2-1 6 0,2-3 2 16,2-4-8-16,1-2-3 0,-1-2-10 0,3-3 4 15,1-5-14-15,-2-1-32 0,2-5-38 16,-2 0-45-16,0-7-51 0,4-1-43 0,-2-5-643 16,-14-3 0-16,8 0 0 0</inkml:trace>
  <inkml:trace contextRef="#ctx0" brushRef="#br0" timeOffset="-79489.34">20958 11859 23 0,'0'-7'201'0,"0"2"-26"0,-2-1-10 0,2 4-10 15,0-1-18-15,0 2-10 0,2 2-14 0,0 4-1 16,-2 1-6-16,6 14-12 0,-4 5 2 16,0 4-4-16,0 6 0 0,-2-18-11 0,0 13-4 15,0 6 0-15,-16 50 2 0,8-32-3 0,0 3-11 16,-4 3 11-16,0 1-2 0,0 6-8 16,1-3 1-16,-2 3 1 0,2-6-21 0,0-3 15 15,1 0-3-15,0-6-6 0,2-1-4 0,0-4-11 16,0-4 6-16,2-4 11 0,0 0-16 15,0-6-6-15,2-2-9 0,-3 1 7 0,3-6-16 16,0-2-6-16,1-4 6 0,1-4 0 0,-1-2-8 16,2-3 6-16,-1-4-48 0,2-3-27 15,0-2-45-15,0-2-41 0,2-2-66 0,0-4-420 16,9-8 0-16</inkml:trace>
  <inkml:trace contextRef="#ctx0" brushRef="#br0" timeOffset="-79129.36">21728 12021 121 0,'12'-17'208'16,"-2"2"-20"-16,-2 3 0 0,-2 3-19 0,0 5-15 15,-2 6-13-15,-3 0-18 0,2 5-1 16,-3 5-16-16,0 13-13 0,0-12 4 0,0 12-7 16,-19 38-12-16,7-20 7 0,0 4-5 0,-4 2 6 15,-1 2-16-15,-1 8 2 0,-2 0-6 16,0 1 8-16,2-4-18 0,-1 2 0 0,2-2-5 16,1-4 0-16,0-2-12 0,2-3 9 15,2-3 3-15,-1-5-13 0,4-1-7 0,-2-4 0 16,2-2 1-16,2-4-10 15,0 4-10-15,1-9-21 0,-1 0-33 0,3-5-19 0,1-6-18 16,1 0-15-16,2-7-20 0,-2-1-66 16,2-1-83-16,0-3-259 0,3-3 0 0</inkml:trace>
  <inkml:trace contextRef="#ctx0" brushRef="#br0" timeOffset="-78893.02">21052 12646 91 0,'-8'-23'223'0,"-2"3"-5"0,6 0-2 0,2 0-27 0,2 12-19 15,0-4-15-15,16-15-25 0,2 16-2 16,4 0-14-16,4 1-19 0,6 4-10 16,4-1 2-16,6 3-10 0,5 1-17 0,5 1-1 15,-26 2-16-15,18 0 3 0,8 0-5 0,6 0-6 16,2 0-4-16,64 14 6 0,-63-11-12 0,0 2 0 15,-1-1 0-15,-3-2-12 0,-1 2-12 16,-4-2-33-16,-3-2-34 0,-1 0-56 0,-2 0-58 16,-24 0-124-16,44-11-125 0,-30 4 0 0</inkml:trace>
  <inkml:trace contextRef="#ctx0" brushRef="#br0" timeOffset="-78283.69">23083 12152 160 0,'2'-11'202'0,"-2"4"-18"15,0-1 2-15,-2 2-25 0,0-1-14 0,0-1-12 16,-6-4-23-16,-2 2-2 0,-4 2-13 0,-6 4-10 0,-2 3-6 15,10 1-15-15,-8 0-3 0,-26 12-7 16,18-2-13-16,2 1-3 0,-4 3 6 16,-2 3-12-16,0 5-1 0,-4 1-2 0,0 5 9 15,4 1 7-15,0 1-18 0,0 0 15 0,6 0-11 16,0-1 1-16,4-2-7 0,6-2 1 16,0-2-1-16,4 2 1 0,2-3 3 0,4-3 7 15,6-10-8-15,12 14-1 0,4-12-7 0,6 0 15 16,6-8-4-16,2-1-7 0,-14-2-5 15,8 0 5-15,34-16-7 0,-22 7-6 0,2-5 5 16,0 1 5-16,-2-1-30 0,2 1 10 16,-4-3 3-16,2 3-14 0,-6 1 9 0,-2-2-4 15,0 6-7-15,-6-2-2 0,-2 1 18 0,-2 3-21 16,-2 2 13-16,-6-1-5 0,-2 3-8 16,-8 2 6-16,0 0 4 0,8 10 10 0,-14 8-2 15,-6 5 13-15,-6 4-22 0,-4 3 15 16,-4 5-11-16,-6 4 12 0,0 2 12 0,-4-1-2 15,4 2 0-15,-6-3 14 0,0-2-4 0,2-2-4 16,0-2-2-16,2-2 5 0,0-3-1 0,2-2-3 16,0-4-2-16,-2-2 6 0,2-1-1 0,2-4-1 15,-2-1-7-15,2-3 4 0,-2-2 2 16,0-1 1-16,-2-1-6 0,0-3 5 16,0-2 1-16,0 0 5 0,-2-2-24 0,18 0 3 15,-6 0-20-15,-6 0-38 0,-30-11-47 16,30 3-57-16,6 0-88 0,2-1-457 0,7-2 0 15,7-3 1-15</inkml:trace>
  <inkml:trace contextRef="#ctx0" brushRef="#br0" timeOffset="-77429.88">23519 12580 60 0,'-5'-2'187'0,"0"4"-7"0,-7 7-2 15,-6 5-4-15,0 1-19 0,-1 2-15 16,-2 3-14-16,-1 3-4 0,-2 3-14 15,2 2-1-15,-2 1-21 0,0-1 3 0,2 2-6 0,1-1-16 16,2-3-4-16,3 1 3 0,3-4-6 16,-2 1 8-16,5-2-12 0,0-1 4 0,6-2-17 15,4-5 25-15,0-14-11 0,11 22 7 0,-2-15-23 16,10-1 9-16,5-6 2 16,1 0-18-16,-11 0 9 0,8 0-1 0,30-17-16 0,-20 5 1 15,2-2-11-15,-2 1 1 0,2-3-13 16,0-1-8-16,-5 0 5 0,3 2-18 0,-1-2 9 15,-5 4-5-15,-3 2 2 0,1-1 6 16,-4 1 1-16,-3 1-14 0,-2 3 16 0,0 1-6 16,-6 2 0-16,-2 1-2 0,-3 3-5 0,-4 0-2 15,2 7 12-15,-8 6-4 0,-9 8 11 16,-2 2-13-16,-7 4 13 0,-3 2-2 0,-4 8 13 16,-5 2-12-16,-1 1 25 0,0 1-15 15,-3 3 23-15,2-3-20 0,0 0 23 0,0-1-11 16,2-2 12-16,0-2-16 0,2-3 10 0,-1-1-1 15,2-3 2-15,-1-1-12 0,4-3 8 16,0-1 2-16,-2-5-5 0,2 0 3 0,0-4 8 16,-2 1-16-16,2-5 2 0,0 0 12 0,0-1-4 15,0-1-17-15,2-5 13 0,-4-1-4 16,0 1-9-16,4-3-15 0,2-1-25 16,14 0-20-16,-2 0-45 0,-20-14-48 0,20 6-55 15,10 1-59-15,2-3-394 0,8-5 0 0</inkml:trace>
  <inkml:trace contextRef="#ctx0" brushRef="#br0" timeOffset="-76955.46">24503 13046 195 0,'-5'-4'193'0,"-3"2"6"15,-15 0-2-15,10 2-27 0,-10 0-3 0,-29 15-7 16,19-4-32-16,-7 5 7 0,-2 3-14 0,-2 3-16 16,-4 8 2-16,0 1-9 0,1 1 1 15,2 5-1-15,0 2-18 0,3 2-9 0,2-3 3 16,5 3-25-16,3-2 6 0,5-3 0 15,5-2-4-15,2 0 4 0,5-4-1 0,3-1-18 16,4-3 14-16,5 3-14 0,3-17 15 16,15 21-15-16,0-14 1 0,6-4 9 0,4-4-29 0,-1 0 15 15,6-5-16-15,0-4 19 0,0 0-17 16,-17-2-8-16,6 0 15 0,21-11 5 16,-21 4 4-16,-3-2-1 0,-3 1-25 0,-2-3 3 15,-7 1-6-15,-3-1 2 0,-1 11-11 16,0-11 5-16,-19-14-11 0,7 14 5 0,-1 0 2 15,0 1-6-15,-1 1-1 0,1 3 6 16,2 1-1-16,-2 5-2 0,-3-2 7 0,4 2-10 16,12 0-11-16,-11 0 17 0,-2 0 2 0,-15 17 0 15,14-9-14-15,4 4 4 0,-1-2 7 16,7-2-18-16,0 1 7 0,1-3-27 0,3 2-22 16,0-8-41-16,0 0-40 0,0 7-54 0,16 2-441 15,6-3 0-15</inkml:trace>
  <inkml:trace contextRef="#ctx0" brushRef="#br0" timeOffset="-76460.69">25055 11762 22 0,'-3'0'170'15,"2"5"-5"-15,1 5-13 0,1 15 5 0,-1-9-7 16,0 11-1-16,11 41-5 0,-4-19-6 16,-3 9-11-16,0 4 4 0,-3 13-19 0,-1-38 5 15,0 25-11-15,-11 84-5 0,2-60-15 16,-3 4 4-16,0 0 14 0,-3 1-22 0,-1 3 7 16,-1 0 27-16,0-1-8 0,2 2-2 0,-1-1 2 15,0-6 9-15,1 1-13 0,1-4 19 16,-1 0-9-16,0-1 5 0,-1-1-9 0,2-1-10 15,-4-5-8-15,1-1 4 0,0-5-11 0,-3 2-8 16,-3-7-6-16,2-2-3 0,-7 0 4 0,-4-6-6 16,-4 1-5-16,-4-5-4 0,-7-1-7 15,-6-5-1-15,-9-2 3 0,-10-5-8 0,-6 0-2 16,-10-3-9-16,-18-10-32 0,-12-5-89 16,-6-3-125-16,-3-5-870 0,1-5 0 15,-1-8 0-15</inkml:trace>
  <inkml:trace contextRef="#ctx0" brushRef="#br0" timeOffset="-74018.03">9341 14608 78 0,'0'0'119'0,"0"14"4"0,0-14-5 16,-14 0 3-16,14 0 10 0,0 0-14 15,0 0-5-15,0 0-1 0,0 0-8 0,0 0-4 16,0 0-5-16,0 0-11 0,0 0-10 0,0 0-5 16,-13 0-4-16,-2 28-6 0,15-28 0 15,-1 0-12-15,1 0 2 0,0 0-13 0,0 0 5 16,0 2-7-16,-1-2 2 0,1 2-4 15,0-2-3-15,0 1 16 0,0-1 10 0,2 0 3 16,0 1-4-16,2 1 8 0,0-2-13 0,1 1 5 16,3-1-9-16,11 2 13 0,5 0-15 0,0-2-5 15,4 2 10-15,-14-2-3 0,10 0 6 16,6 0 7-16,2 0-18 0,0 0 12 0,4 0-2 16,-1 0 3-16,45 11-6 0,-34-10 5 0,4 2 2 15,2 1-4-15,0-1-1 16,4 3-13-16,1-2 15 0,6 0-10 0,0 0-6 0,4-1 6 15,1 2 1-15,2-2-5 0,2 1-2 16,4 1 2-16,6-1-5 0,3 0 14 0,4 0-10 16,4 0-9-16,3 1 14 0,2 1 5 0,2 0-6 15,0-1 2-15,5 3-9 0,0 1-2 16,5-2-7-16,-1 3 0 0,-1-2 1 16,2 3 2-16,-2 0-11 0,7 0 3 0,-3 3-2 15,5 0-2-15,2 0 2 0,-3-1-5 0,-3 3 1 16,1-1 0-16,-2 1 0 0,2 0-4 15,-2 1 2-15,1 0-1 0,1-3 0 0,-4 4 1 16,1-1 0-16,-1-1-5 0,-1 1 7 0,0-1-11 16,1 1 3-16,0-2 0 0,1 1 8 0,-3 0-10 15,1-1-1-15,0 0 6 0,1 1-2 16,0 0 1-16,4-3 8 0,-1 0 3 0,2 1-9 16,-5-2 6-16,3-1 2 15,5 3-6-15,6-4-6 0,-3 1 8 0,2-1 3 0,1-1-2 16,-1 1-1-16,1-1-8 0,0-2 2 15,-4 1 0-15,2 0 0 0,0-1 7 0,-4 2-11 16,4-2 12-16,-3-1-18 0,-2 0 2 16,-1 0 6-16,-1 0-10 0,1-1 3 0,-4 1-10 15,-2-1 5-15,-2-1-16 0,2 2 4 0,-1-1 2 16,2-4-4-16,1 4-4 0,2-1 14 16,0 0-5-16,0 2 6 0,-1 0-10 0,0 0 9 15,2 0-16-15,0 2 10 0,-2-4 3 0,2 2-6 16,-4 1 8-16,-2 1-10 0,-1-5 12 15,-2 5 3-15,-2-2-6 0,-2 1 3 0,0-1 1 16,-4-1-8-16,2 3 12 0,-2-1 0 16,0 0-5-16,-3 2 3 0,-3-4-7 15,-3 2 10-15,-1 0-7 0,-2 0 10 0,-2 0-1 16,0-2-10-16,-2 3-3 0,1-3 1 0,0 1 2 16,-2-2-10-16,-3 0 11 0,-1-1-10 0,-1 1 9 15,2-2 13-15,-2 3-11 0,0-1 1 0,1 0-4 16,3-1 14-16,0 1-18 0,2 1 12 15,-2-3 1-15,0 3 3 0,-4-3-8 0,4 4 3 16,2-3 4-16,4-1 1 0,-2 0-11 0,2 2 13 16,4-2 2-16,0 4 12 0,-2-1-2 0,6 0-17 15,-1 0 2-15,0 0 17 0,-1 1 5 16,2 2-21-16,-2-3 6 0,1 2 7 0,0-1-9 16,1 2 18-16,-2-1-8 0,0-1-1 15,-1 2-1-15,-1 0-12 0,2 1 1 0,2-2 1 16,1 1 10-16,-3 2 1 0,0-1-4 0,-4 2-1 15,3-2 2-15,-3 2 5 0,-2-1-13 16,0 1 11-16,-4-2-7 0,-4 0 9 0,0 0-4 16,2 0-2-16,-5-3 0 0,-6 3-3 0,-1-1 7 15,-6-3-2-15,-6-1-7 0,-3 2 4 16,-5-1 0-16,-8-1 6 0,-1 0-8 0,-3 0 10 16,-5-1-9-16,3 1 1 0,-7-2-2 15,-2 2 2-15,-2-2 5 0,-2 0 0 0,-9 1-6 16,-4-3 4-16,0 3 10 0,-1-3-6 0,-2 1 0 15,-5-1-3-15,0 0-24 0,0 0-71 0,7 0-91 16,-7 0-99-16,4-1-625 0,-20-4 0 0,-11-7 1 16</inkml:trace>
  <inkml:trace contextRef="#ctx0" brushRef="#br0" timeOffset="-71745.36">10895 15572 95 0,'0'0'179'16,"0"0"-13"-16,0 0 17 0,0 0-7 16,0 0-10-16,0 0-19 0,0 0-18 15,0 0-13-15,0 0-2 0,0 0-4 0,0 0-20 16,0 0-5-16,0 0-2 0,0 0-11 0,0 0-8 15,0 0-2-15,-23 3-1 0,22 20-7 0,1-12-1 16,0 10-6-16,0 7-10 0,-12 33 2 16,6-24 13-16,1 5-5 0,1 5 5 0,-4 2-2 15,0 3 12-15,0 4-7 0,0-2 6 16,0 1-10-16,1 1 4 0,1-3-3 0,0 0-10 16,1-5 11-16,2-2 14 0,-1-2-21 15,0-2-10-15,2-1 3 0,-1-3 7 0,-1 1-15 16,4-5 3-16,-3-2 5 0,3-13-14 0,0 5 12 15,0 2-15-15,0-1 5 0,0-3-8 0,0-6-11 16,0 0 8-16,0-5 0 16,0-1-15-16,0-1-26 0,0-9-53 0,0 7-31 0,0-7-29 15,-12 4-25-15,11-8-36 0,0-2-15 0,3-15-422 16,-2 9 0-16</inkml:trace>
  <inkml:trace contextRef="#ctx0" brushRef="#br0" timeOffset="-71358.03">11441 15655 86 0,'10'-20'194'0,"-2"5"-12"0,-2 0-7 0,-2 6-7 16,-1 2-23-16,0 0-8 0,-2 2-8 15,2 0-22-15,-2 1-7 0,0 1-6 0,2 1-16 16,-3 2-4-16,3 3-6 0,-2-1-7 0,0 5-3 16,6 10-6-16,-3 6-11 0,1 7-3 15,1 2 9-15,-1 0-6 0,-2 5 2 0,-1 5 15 16,0 5 2-16,-1 7-2 0,-1 3 7 0,1 4-4 16,-1 1-12-16,2 1 16 0,-2-1-12 0,0-1 2 15,0-2 13-15,1-2-20 16,0 0 10-16,1-5-6 0,-2 0 11 0,1-1-11 15,0-7 8-15,1-2-21 0,0-5 5 0,1-1-28 16,-2-3 10-16,3 1-1 0,-1-6 0 0,0-1-26 16,-1-5-4-16,1-2-18 0,-3-4-21 0,1-7-2 15,1-2-24-15,-2-4-51 0,0-3-31 16,-2-2-35-16,2-2-23 0,-1-1-380 0,0-3 0 16</inkml:trace>
  <inkml:trace contextRef="#ctx0" brushRef="#br0" timeOffset="-71053.19">10844 16426 21 0,'-5'-4'193'0,"1"2"-13"0,1-2-10 0,7-4 152 0,8-1-178 15,7 0-13-15,5 0-16 0,4-1-7 16,5 2-12-16,6-1 1 0,5 1-8 0,5-3-6 16,3 2-8-16,7-3-13 0,-1 3-2 0,4-1 6 15,0-2-11-15,1 2 2 0,0 1-2 0,-2 0-13 16,-4 1 2-16,2 0-4 0,-4-1-13 16,-3 1 11-16,-3 2-5 0,-3-2-16 15,-6 0 6-15,-1 0-29 0,-3 0-20 0,-4-1-35 16,-3 0-31-16,1-1-44 0,-1 0-48 0,-7 1-105 15,0-2-124-15,-4 4 1 0</inkml:trace>
  <inkml:trace contextRef="#ctx0" brushRef="#br0" timeOffset="-70163.41">12986 15853 67 0,'-14'-12'194'0,"-4"3"-14"16,1 0-14-16,-2 1-8 0,-3 6-19 15,2 0-8-15,5 2-12 0,-8 0-10 0,-26 21-6 16,18-7-14-16,1 4-3 0,-3 3-3 0,0 4-14 16,4 6-7-16,-1 1 2 0,1 5 0 15,0 4-15-15,2 2 16 0,3 0-14 0,4 5 12 16,1 1 4-16,3-2-2 0,4-2-6 0,4 2-8 15,4-3 21-15,3-3-7 0,1-21-14 16,0 9 4-16,19 37-14 0,-6-36 7 0,4-3 9 16,5-1-9-16,3-5-6 0,6-4-2 0,1-5-12 15,4-2-23-15,1-4-10 0,-1-2-22 0,-17-4-26 16,9 0-16-16,3 0-20 0,30-16-8 16,-33 9-14-16,-1-2 0 0,1-1 13 0,-6 0 1 15,-3 2-9-15,-3-4 11 0,-3 3 3 16,-2-1 9-16,-6 2 12 0,-2 2 2 0,-1 0 40 15,-2 0 14-15,0 6 26 0,0 0 19 0,0-14 34 16,-15-12 6-16,5 11 5 0,4 2-13 16,-2-2-10-16,0 4-7 0,2-3-9 0,1 7 16 15,2-2-12-15,-1 1 0 0,2 2-19 0,0-2 9 16,2 8-10-16,0-14 0 0,14-15-2 0,-6 12-10 16,4 3 0-16,2 0 2 0,5 3-4 15,3 0 16-15,2 4-1 16,2 0 2-16,-2 3-5 0,1 1 2 0,-1 3 11 15,-12 0-8-15,5 0-10 0,22 11 9 0,-22-3-1 0,-1 1-2 16,-4 5-2-16,-4-3 1 0,-4 3 1 16,-2-2-14-16,-2-2 6 0,-12 21 12 0,0-10-15 15,-3 0 13-15,-2-5 17 0,-2 2 0 0,2-3-1 16,-2-2-7-16,0 0 6 0,1-3-13 16,-1-4 19-16,2-1-21 0,-3 0 9 0,0-4-19 15,10-1-3-15,-4 0-15 0,-5 0-14 16,-17-17-6-16,18 9-3 0,3-1-26 0,2-2-24 15,6-5-48-15,4 2-43 0,3 6-82 0,0-7-298 16,18-21 0-16</inkml:trace>
  <inkml:trace contextRef="#ctx0" brushRef="#br0" timeOffset="-69763.08">14161 15811 45 0,'-1'-8'179'0,"-2"1"-14"0,0 1-10 15,-2 3-8-15,1-2-14 0,-3 4-14 0,-1 1-3 16,-12 3-15-16,-4 5-13 0,-1 5-7 0,1 2-7 15,-5 2 1-15,-1 6-5 0,0 1-7 0,-4 7 0 16,0 5 6-16,-1 3-6 0,0 5-14 0,1 4 3 16,-2 4 7-16,4 1-8 0,1 2 7 15,3-1 0-15,4 1 1 0,0-1 9 16,5 1 5-16,5-2-6 0,2-3-11 0,4-3-4 16,-2-3-8-16,6-3 2 0,4-4 3 15,0-20-10-15,0 8-9 0,16 27-6 16,-5-27-1-16,4-4 9 0,3-3 5 0,4-3-30 0,4-4 10 15,5-5-6-15,1 0-15 0,0-4-18 0,-19-2-29 16,9 0-21-16,24-18-38 0,-22 11-40 16,-2-4-40-16,-5-3-66 0,-1-1-247 0,-5-3 0 15</inkml:trace>
  <inkml:trace contextRef="#ctx0" brushRef="#br0" timeOffset="-69571.95">13657 16627 57 0,'-20'-7'163'0,"1"-2"-14"15,5 3-9-15,0 2-13 0,5 2-7 16,4-1-5-16,5 3-22 0,0 0-8 0,-2-2-6 16,6 0-1-16,4 2-2 0,18-2-12 0,4-3-2 15,1 3-5-15,6-2 4 0,3 2-13 16,3-1 1-16,4 0-10 0,-1-1-17 0,2-1-13 16,0 1-38-16,-2-1-44 0,3 1-48 15,-4-4-92-15,1 0-102 0,-2 1 1 16</inkml:trace>
  <inkml:trace contextRef="#ctx0" brushRef="#br0" timeOffset="-68955.9">14814 16495 36 0,'0'-5'174'15,"-3"2"-9"-15,2-1-20 0,0 0 0 16,-1 4-9-16,1 1-7 0,-2 3-11 0,1 2-13 16,-8 13-4-16,1 5-7 0,-4 1-8 0,-1-3-10 15,0 8-7-15,-4 1 8 0,4 2-7 16,-1 4 6-16,-1 1-6 0,1 3 3 0,0 0-15 15,1-3-13-15,2 2 14 0,0-6-17 0,2 0-10 16,4-5 0-16,-4-2 9 0,4-1-8 16,0-5 9-16,2-1-10 0,2-9-1 0,0 0 1 15,2-11-16-15,0 0 15 0,12 7-6 0,8-19-17 16,3-3 5-16,2-2-13 0,3-1-1 16,1-1-6-16,1-3 4 0,-2 2-8 15,2 0-4-15,-6 3 1 0,-3 2 3 0,-1 3 0 16,0-3-11-16,-4 4 13 0,-1 1-8 0,-5 5-11 15,-2 0 4-15,0 1 2 0,-2 4 0 0,0 0 11 16,-6 0 3-16,0 0 3 0,20 19-3 0,-14-4 3 16,-1 1 11-16,-1 11 1 0,-3 0 1 0,-1 1 1 15,0-13 2-15,0 11-7 0,0 5-4 16,0 1-2-16,0-1-16 0,0-1-28 16,0-2-33-16,0-7-52 0,14 16-70 0,-5-31-257 15,4-4 0-15</inkml:trace>
  <inkml:trace contextRef="#ctx0" brushRef="#br0" timeOffset="-68543.52">15561 16678 69 0,'-22'-5'200'0,"-1"3"-18"0,11 2-4 0,-8 0-17 16,-29 14-17-16,25-4-2 0,-3 2-22 15,1 5 4-15,0 2-6 0,1 4-17 0,2-1-7 0,3 1-10 16,2-1 0-16,3 3-10 16,2-2-8-16,5-3 14 0,-1 1-9 0,2-4-7 0,3-4-20 15,0-5-3-15,4-8 5 0,0 0 2 16,16 12-15-16,4-15 6 0,-8 3-17 0,26-15 11 16,-11 8-14-16,0-2-13 0,-1-2 13 15,2 2-15-15,-4 0-5 0,4-2 11 0,-4-1-6 0,-2 6 2 16,-5 0-5-16,-2 1 2 0,-3 1-2 15,-6 2-3-15,1 2-7 0,-7 0 16 0,0 0-10 16,0 0 9-16,10 17-3 0,-16 1 6 0,-1 2 0 16,-2 4 2-16,-4 1-5 0,-5 2 14 15,-3 6-8-15,-3 2 6 0,-1 2-3 16,-3-2 17-16,0 0-8 0,-2 0-1 0,0-1-4 16,-2-2 8-16,-1-1-2 0,-2-1 2 0,-1-3 5 15,0-2-1-15,-4-1-22 0,-3-2 0 16,-2-2-30-16,-4-5-26 0,1-3-49 0,-3-3-45 15,-1-5-57-15,23-4-104 0,-10 0-221 16,-59-21 1-16</inkml:trace>
  <inkml:trace contextRef="#ctx0" brushRef="#br0" timeOffset="-67729.61">10566 14867 55 0,'0'-13'162'0,"0"13"-12"0,0 0-6 16,-15 0 6-16,-13-10-13 0,11 22-19 0,-2 7-3 16,-1 4-15-16,-3 8-9 0,-3 9 1 0,-2 7 0 15,-6 6-9-15,1 7-6 0,-4 8 9 16,-3 7-11-16,-2 3-6 0,2 9 5 0,0 9 18 16,-1 6-10-16,1 4 5 0,0 5-8 0,0 3 7 15,1 5-2-15,6-1-11 0,0-2-5 16,7-3 12-16,2-4-2 0,8-5-10 0,4-6 3 15,8-4-25-15,4-50-12 0,0 20 19 16,18 76-11-16,2-68-6 0,6-7 4 0,10-6-17 16,11-4-19-16,3-10 2 0,9-4-38 15,6-6-21-15,13-6-23 0,3-11-44 0,5-5-27 16,6-5-59-16,5-6-411 0,-45-2 0 16</inkml:trace>
  <inkml:trace contextRef="#ctx0" brushRef="#br0" timeOffset="-66829.69">16885 15755 78 0,'0'0'144'0,"0"-16"-3"16,0 16-9-16,0 0 1 0,18-26-13 15,-16 22-12-15,-2 2-9 0,0 0 3 0,2 4-14 16,0 2-3-16,-2 2-4 0,2 1-8 15,0 15-1-15,2 3 1 0,4 7 2 0,-2-1-3 16,-2 5 2-16,0 4-5 0,-2 6-5 0,2 3-9 16,-4 10 8-16,0-29-3 0,0 18-1 15,0 8 0-15,-14 70-3 0,4-55-11 0,2 1 2 16,-4 1 8-16,0 0-1 0,0-1 9 0,-2 3-17 16,0-2 9-16,2-1 0 0,-4-2-1 15,0-1-10-15,0-3 6 0,-4-1 6 0,0-4-6 16,-4 0-4-16,0-4 7 0,-4-3 7 0,-4 1 2 15,2-1 2-15,-6-1 0 0,-2-4 8 0,-4 2-10 16,-2-4-2-16,-2-1 0 0,-2-2-6 16,-3-2 5-16,-4 2-13 0,1-5-7 15,-4-3-12-15,0-2-10 0,-4-4 8 0,-3-3-18 16,4-3-16-16,2-3-11 0,2 0-48 0,3-4-28 16,5-6-44-16,4-5-54 0,7-5-46 0,22-1-515 15,-24-18 0-15,24-2 0 0</inkml:trace>
  <inkml:trace contextRef="#ctx0" brushRef="#br0" timeOffset="-66268.59">17706 15919 50 0,'2'-4'163'0,"-1"3"-7"16,-1 2 5-16,-1 3 6 0,-2 3-13 0,-6 8-19 15,-3 10-6-15,0-3-16 0,-3 4-6 16,-2 5-7-16,-1 5-4 0,-2-1-18 0,-1 1-6 16,2 1 2-16,-1 0-16 0,3-5-5 0,0 0 9 15,1-5-7-15,1-2 1 0,3 0-1 0,2-3-7 16,0-6-11-16,2-1 6 0,3 2 0 16,0-11-8-16,2 2 10 0,2-8-7 0,1 0-7 15,1-9 3-15,4-7-19 0,3-9 0 16,2 1-9-16,4-7-14 0,5-4 1 0,4-3-9 15,6-3-11-15,3-1 2 0,4 0-6 0,0 3-6 16,2 3 0-16,0 2-2 0,-1 5 11 16,-2 1-2-16,-1 6 1 0,-3 3 1 0,0 4 2 15,-2 3 14-15,2 5 1 0,-3 5 10 0,-16 2 1 16,22 10 7-16,-15 6-1 0,-4 4 5 16,-5 5 11-16,-6 6-7 0,-4-12 1 0,0 8 10 15,-12 44 0-15,2-28-11 0,-4 1 1 0,1 0-2 16,0-3 2-16,-3 0 5 0,2-4 1 0,2-1-4 15,0-4-2-15,3-1-18 0,0-5-19 0,2 3-20 16,0-4-38-16,3-5-26 0,4-10-62 16,0-1-139-16,0 0-104 0,18 1 0 15</inkml:trace>
  <inkml:trace contextRef="#ctx0" brushRef="#br0" timeOffset="-65749.02">20408 15766 77 0,'-30'0'173'0,"16"0"-18"15,-38 16-8-15,9-2-3 0,-6 9-12 0,-7 3-10 16,-3 10-13-16,-5 3-5 0,-4 9-2 16,-1 10-7-16,-2 5 1 0,-1 8 4 0,-3 6-1 15,1 7 11-15,2 5-13 0,1 4 3 16,3 5-6-16,3-1-4 0,5 1-2 0,4-2 7 16,6 4-17-16,6-2 8 0,5-3 1 0,6-5-14 15,5-2-2-15,5-2-10 0,6-4 10 0,3-7-7 16,6 0-23-16,3-5 10 0,5-2-8 15,0-36-19-15,12 62-3 0,1-37 3 16,3-6 3-16,6-4-10 0,4-2-4 0,2-7-22 0,4-3-13 16,4-3-36-16,0-7-36 0,3-5-33 15,1-6-42-15,5 1-71 0,-1-11-376 0,8 0 0 16</inkml:trace>
  <inkml:trace contextRef="#ctx0" brushRef="#br0" timeOffset="-65218.34">20777 16587 169 0,'-3'-4'158'0,"1"-1"-20"0,-1 5 3 0,2 1-3 15,-2 3-10-15,-4 11-4 0,-1 3-12 16,-1 6-12-16,1 5-3 0,-1 3-3 0,-1 4-7 16,0 8-1-16,-1 6-7 0,-2 5 7 0,-1 7-10 15,-3 0 1-15,2 5 0 0,-2 0 3 16,0 1-3-16,-1 1 3 15,2-1-2-15,-1 3-18 0,1-1 17 0,1-3-3 0,2-2-11 16,1-2-10-16,-1-6 0 0,2-2-10 0,2-5 4 16,1-4-14-16,-2-3 12 0,2-4-13 0,2-3-7 15,0-4 1-15,4-1-25 0,-6-5-17 0,2-2-16 16,5-10-37-16,0-3-37 0,-1-10-49 0,2-1-44 16,7-5-78-16,4-16-238 0,2-1 0 15</inkml:trace>
  <inkml:trace contextRef="#ctx0" brushRef="#br0" timeOffset="-64874.86">21642 16728 136 0,'22'-17'187'0,"0"4"-24"15,-2 0 0-15,-4 5-18 0,-3 4-9 0,-4 2-10 16,-9 2-8-16,0 0-16 0,14 15 4 0,-14-5-10 16,-2 16-2-16,2-9-15 0,-14 34-1 15,3-11 6-15,-6 7-7 0,-2 6-9 0,-1 3 4 16,-3 5-11-16,1 2 14 0,-2-1 4 0,2 2 2 16,2 1-23-16,0-1 21 0,2 3-17 15,2-2 5-15,1-1-9 0,2-2-14 0,1 1-2 16,4-6 2-16,-2 0-25 0,3-4 16 0,2-2-17 15,2-5-5-15,2-3-4 0,-2-2-20 0,3-5-6 16,0-19-16-16,0 9-8 0,0 0-15 16,0-1-32-16,0-4-34 0,15 7-35 0,-9-20-53 15,-4-8-325-15,2-5 0 0</inkml:trace>
  <inkml:trace contextRef="#ctx0" brushRef="#br0" timeOffset="-64639.18">21004 17702 160 0,'-28'-21'172'0,"6"4"-16"0,2 2 3 16,-2 0-21-16,6 2-14 0,1 2-15 15,6 0 0-15,5 1-17 0,4 10-4 0,0 0-5 16,28-19-5-16,-2 12-3 0,4-1-13 0,6 2-5 16,6-1 2-16,8-2-11 0,4 4 9 15,8-2-8-15,7-1-5 0,6 1-5 0,2 0-6 16,4-2 6-16,-3 2-18 0,2 0-6 15,0 1-4-15,1-1-12 0,-7-2-43 0,4-1-39 16,-4-2-33-16,0 2-55 0,-2-4-111 0,-4-2-63 16,-4 2 0-16</inkml:trace>
  <inkml:trace contextRef="#ctx0" brushRef="#br0" timeOffset="-64303.28">23163 16769 20 0,'-28'6'174'0,"-6"9"-15"15,0 2-19-15,-4 6 8 0,0 3-11 0,-2 8-13 16,0 3-3-16,0 9-11 0,-4 3-3 16,4 6 6-16,2 0-4 0,4 0-9 0,2 0-2 0,4 0-14 15,8-3 10-15,6 0-9 0,0 0 10 16,8-3-17-16,4-2-8 0,2-26-3 0,14 40-18 16,0-27 0-16,6-3-4 0,4-4-12 15,6-5-6-15,0-4-33 0,10-6-34 0,4-3-35 16,4-4-32-16,-24-5-52 0,12 0-36 15,8 0-63-15,48-13-141 0,-48 3 0 0</inkml:trace>
  <inkml:trace contextRef="#ctx0" brushRef="#br0" timeOffset="-63988.42">23338 17604 115 0,'-9'-19'155'16,"1"-2"5"-16,-3-1-2 0,-2-3-2 0,5 4-18 0,1-3-12 15,-4-1-13-15,7 4-21 0,2 1-9 16,0-3-6-16,2 12-8 0,0-6-9 0,19-21-14 15,-4 20-6-15,5 2-5 0,5 3 4 16,3 0-4-16,4 3 11 0,3 3-1 0,2 0-7 16,0 5 6-16,-18 2-6 0,9 0-2 0,33 11 3 15,-27-4 9-15,-5 8-14 0,-2-3 12 16,-3 1-8-16,-6 5 3 0,-3 3-5 16,-8 2-5-16,-7-10 3 0,-14 25-2 0,1-11-9 0,-7-2 15 15,-5 0-8-15,-2 0 7 0,-2-2 0 0,-2-5-11 16,-1 2 1-16,0-4 8 0,3 0-11 15,-2 0 10-15,3-8-24 0,0 0 9 0,-3-5-10 16,2-3-15-16,0 0-32 0,17 0-25 16,-22-13-34-16,17 2-28 0,6-1-57 0,7-5-67 15,4 6-229-15,0-8 0 0</inkml:trace>
  <inkml:trace contextRef="#ctx0" brushRef="#br0" timeOffset="-63678.92">24944 16673 148 0,'-2'-4'175'0,"-2"-1"-17"0,-6 4-10 0,-10 1-11 15,8 0-9-15,-30 14-11 0,12-3-14 0,-4 4 0 16,-5 3-6-16,-5 4-8 0,-4 7-12 0,-1 2 4 15,-2 5-13-15,-2 6 12 0,-1 5-19 16,2 5 0-16,2 1 8 0,-1 3-20 0,8-1 0 16,1 1-5-16,5-2 15 0,5-1-5 0,5 3 1 15,3-4-10-15,6 1 4 0,7-4-2 16,2-1-2-16,6-3-7 0,3-6 8 0,0-18-16 16,25 32 10-16,-2-21-19 0,5-6 1 15,7-3-17-15,5-6-36 0,0-4-37 0,4-4-41 16,-4-3-55-16,-21-6-52 15,10 0-287-15,37-13 0 0</inkml:trace>
  <inkml:trace contextRef="#ctx0" brushRef="#br0" timeOffset="-63498.07">24395 17554 113 0,'-8'-5'148'0,"3"3"-14"0,1 0-17 16,1 0 4-16,3 2-18 0,1-1-5 15,5 1-9-15,16 1 0 0,-10-1-14 0,11 0-8 16,5 0-5-16,4 0 0 0,3 0-11 16,5 0-8-16,2 0-24 0,4 0-33 0,2 0-26 15,1 0-75-15,51-11-102 0,-49 6-35 0</inkml:trace>
  <inkml:trace contextRef="#ctx0" brushRef="#br0" timeOffset="-62978.04">25515 17112 73 0,'-8'0'145'16,"1"2"-10"-16,-7 9-6 0,-1 4 8 0,-1 4-14 15,1 3-5-15,1 5-11 0,-2 3 1 0,-2 2-6 16,2 4-16-16,-1-4-5 0,1 2 5 15,1-2-7-15,2 2-1 0,4 0-10 0,1 0-5 16,2-6-9-16,2 4 2 0,3-3-1 0,1-18-3 16,0 5-3-16,13 17 5 0,-2-22-18 15,4-2-1-15,5-5 1 0,8-2-8 0,-14-2-2 16,9 0 9-16,29-17-7 0,-17 5-2 0,3-6-17 16,4 1-4-16,-1-4-3 15,0 0-1-15,-3 0-2 0,-2-1-7 0,-2 1 6 16,-3 2 2-16,-3 2-6 0,-4 2 5 0,-3 1-4 15,-1 1 1-15,-1 2-3 0,-4 1-7 16,-5 6 2-16,0 3 12 0,-10 1-7 0,0 0-1 16,5 18 14-16,-12 0 1 0,-5 5-9 0,-1 2 2 15,-4 5 8-15,-7 4 7 0,-2 6-3 16,-3-1 10-16,-3 6 0 0,0 4-3 0,-1 1-10 16,-2-4 6-16,2 5 4 0,-2-2-6 0,0-1 9 15,1-2-5-15,-1-1 4 0,2-4-14 0,1-2-1 16,-2-1 12-16,4-3 1 0,-4-2 5 15,1 0-11-15,-2-6-1 0,2-2 0 16,0 1-4-16,-3-4-7 0,1-2 2 0,2-4-7 0,-2-5-2 16,3 1-17-16,3-4-8 0,-3-1-6 15,4-6-28-15,14-1-14 0,0 0-24 0,-13-12-9 16,22-4-20-16,3 4-31 0,2 2-79 16,27-20-154-16,-3 10 1 0</inkml:trace>
  <inkml:trace contextRef="#ctx0" brushRef="#br0" timeOffset="-62494.2">26987 17334 74 0,'0'-3'129'0,"-7"1"-5"0,-2 4-16 16,-13 5 1-16,-4 4-2 0,-5 1-13 16,-4 8-10-16,-4 0 3 0,-9 7-15 0,0 5 7 15,0 5 5-15,-2 6-2 0,-2 4-9 0,3 2-4 16,0 4-10-16,2-2 0 0,3 4 6 16,0-1-5-16,6-1-1 0,2-4-4 0,4 0-6 15,8-2 0-15,-2-3-15 0,8-5 1 16,3-3 2-16,6-4-2 0,3 4 0 0,6-23-6 15,15 26-1-15,2-21-6 0,2-4-2 0,4-3-3 16,2-6-6-16,3 0-3 0,-13-5 8 16,7 0-2-16,5 0-14 0,28-17 4 0,-27 8-11 0,-4-2 8 15,0-3-6-15,-2 0-8 0,-2 0-3 16,-5-1 9-16,-3-2-10 0,-8-2 0 0,-4 6-5 16,0 13 4-16,-15-24-5 0,5 15 1 15,-5 2 7-15,-4 2 1 0,-2 5-6 0,10 0 3 16,-7 0 0-16,-26 20 3 0,20-9 6 15,-2 3-4-15,1 1-5 0,1 3-1 16,-1 0 5-16,2 1-2 0,2 1 4 0,3 0 4 16,1-1-1-16,5-1 2 0,5-1-28 0,6-7-46 15,1-10-48-15,0 0-94 0,17 9-112 16,-7-11 1-16</inkml:trace>
  <inkml:trace contextRef="#ctx0" brushRef="#br0" timeOffset="-62074.3">26999 16558 81 0,'1'-9'115'15,"3"5"-4"-15,0 2-5 0,3 4 3 0,7 7 3 0,4 6-8 16,-2 6 0-16,1 6-6 0,1 7 8 16,-1 7-12-16,-2 9 2 0,-2 9-7 0,-6 4-7 15,-3 12 2-15,-4 2 7 0,0-39-5 16,0 27 9-16,-15 88 11 0,8-61 3 0,-2-1-4 15,1 7 2-15,-4-4-7 16,2-1-3-16,0-4-13 0,-1-5-5 0,-2-4 6 0,1-3-9 16,-4-2-15-16,-3-4 5 0,-5-6-8 0,0-3 4 15,-9-2-4-15,-33 31 7 0,-3-11-15 0,-7-10 18 16,-4-6-14-16,-4-13 7 0,-2-6-18 16,-18-9-13-16,-7-10-70 0,-9-8-76 0,4-9-69 15,5-9-110-15,57 0-393 0,-78-20 0 16,66 1 0-16</inkml:trace>
</inkml:ink>
</file>

<file path=ppt/ink/ink36.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1T10:58:32.006"/>
    </inkml:context>
    <inkml:brush xml:id="br0">
      <inkml:brushProperty name="width" value="0.05292" units="cm"/>
      <inkml:brushProperty name="height" value="0.05292" units="cm"/>
      <inkml:brushProperty name="color" value="#FF0000"/>
    </inkml:brush>
  </inkml:definitions>
  <inkml:trace contextRef="#ctx0" brushRef="#br0">15500 14895 92 0,'0'0'157'0,"0"0"-14"0,0 0-19 15,0 0 4-15,0 0-3 0,-14 14-17 16,14-14-5-16,0 0-19 0,0 0-2 0,0 0-8 16,0 0-2-16,-19 24-3 0,18-20 6 15,1-1 2-15,0 2 8 0,-2 2-1 0,1 11-1 16,-2 5-10-16,1 0 5 0,-2 1-3 0,-2 1-4 16,5 3-2-16,-3 2-8 0,4 1-18 15,0-16 8-15,0 9 11 0,12 34 19 0,-1-31 23 16,5-1 11-16,8-5 24 0,8-2-2 0,9-6-3 15,9-7 1-15,-16-6-18 0,81-15-1 16,-16-3-18-16,13-8-10 0,14-7-11 0,102-40-7 16,6-6-2-16,6-5 0 0,0-1-24 15,18-7-33-15,-3-3-57 0,8 3-26 16,8 0-26-16,1 3-27 0,-6-1-34 0,4 4-33 16,0 5-7-16,-3 2-84 0,-10 2-411 0,-1 6 0 15,-9 1 0-15</inkml:trace>
</inkml:ink>
</file>

<file path=ppt/ink/ink37.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1T11:00:26.678"/>
    </inkml:context>
    <inkml:brush xml:id="br0">
      <inkml:brushProperty name="width" value="0.05292" units="cm"/>
      <inkml:brushProperty name="height" value="0.05292" units="cm"/>
      <inkml:brushProperty name="color" value="#FF0000"/>
    </inkml:brush>
  </inkml:definitions>
  <inkml:trace contextRef="#ctx0" brushRef="#br0">3805 12155 42 0,'0'0'171'15,"0"0"-12"-15,0 0-15 0,0 0-1 0,0 0-13 16,0 0-9-16,0 0-7 0,-13-14-9 16,13 14-15-16,0 0 0 0,0 0-14 0,0 0-10 15,0 0 0-15,0 0-5 0,0 0-6 0,0 0-10 16,0 0-6-16,0 0-2 0,0 0-5 0,0 0-1 16,0 0 4-16,0 0-4 0,0 0-2 0,0 0-9 15,0 0-1-15,0 0 5 0,0 0-2 16,0 0-9-16,0 0 4 0,0 0-1 15,0 0 8-15,0 0-9 0,0 0 3 0,0 0 1 16,0 0 6-16,0 0-1 0,0 0-2 16,0 0-5-16,0 0-1 0,0 0 2 0,0 0 0 15,0 0-3-15,0 0 11 0,0 0-12 0,-14 15 10 16,16 4 2-16,-2-10-1 0,0 9-1 0,0 3-3 16,12 29 16-16,-10-24-9 0,2 0-13 15,4 1 16-15,-1-1-5 0,1-1-5 0,3-2 0 16,-2-2-2-16,-2-2 2 0,3-4 2 15,4-2 9-15,0-4 9 0,4-2-5 0,0-3-6 16,-7-4-13-16,9 0 10 0,29-22 9 16,-15 6-5-16,8-5 13 0,4-3 3 0,6-7 7 15,8-2-15-15,4-3-1 0,-1-1 7 16,5-5-13-16,1-3-3 0,3-2-1 16,0-4-3-16,3-1 8 0,2 0-35 0,0-1 13 15,0 4-10-15,-1-3-5 0,-1-3-12 0,-3 5 17 16,0-2-6-16,-2 3 2 0,-2 2-6 0,-2 2-14 15,2 1-33-15,-4 3-49 0,-4 2-25 0,-2 2-56 16,-4 4-54-16,-4-2-404 0,-6 4 0 16</inkml:trace>
  <inkml:trace contextRef="#ctx0" brushRef="#br0" timeOffset="1855.14">6981 11650 3 0,'0'0'104'0,"0"0"-5"0,0 0-5 0,0 0-11 15,0 0 4-15,0 0-3 0,0 0-4 0,-14-14-12 16,14 14 5-16,0 0-16 0,0 0 4 16,0 0-9-16,0 0 6 0,0 0-6 15,0 0-15-15,0 0-3 0,-21-22 13 0,21 22-9 16,-1 1-5-16,1 1 1 15,-2 0 2-15,2 3 1 0,0 1 9 0,-1 2-7 0,-2 14 2 16,-1 1 2-16,3 3-2 0,-4 4 1 16,1 2 0-16,0 3 0 0,1-2 8 0,-2 3-3 15,-1 2-5-15,-2 0 11 0,4 5 0 0,-1 1-1 0,0 0 7 16,-1-1 7-16,2-1-18 16,0-4 12-16,0 3-6 0,3-5-19 0,0 2 0 15,1-21-6-15,0 8-5 0,0 0 4 0,0-2 3 16,10 20-10-16,-2-28 9 0,3-4-11 0,5-3 5 15,8-6-6-15,-8-2 0 0,33-11-5 16,-11-1 8-16,6-8-12 0,3 0 13 16,7-7 9-16,8-4 9 0,6-1 18 0,4-2-3 0,7-4-11 15,5-5-11-15,4-3 6 0,4-1 12 16,-1-2-5-16,3-5-8 0,1 2 10 16,1-1-3-16,3-5-5 0,1 3-18 0,0 3 0 15,-3-5-20-15,-4 0-4 0,1 2-29 0,-6 1-35 16,-3-1-44-16,-2 2-61 0,-3 3-73 0,-7 0-416 15,-5 0 0-15,-6 4 1 0</inkml:trace>
  <inkml:trace contextRef="#ctx0" brushRef="#br0" timeOffset="15717.19">7229 13588 4 0,'0'0'157'0,"0"0"-10"15,0 0-7-15,0 0 7 16,0 0-6-16,0 0-13 0,0 0-8 0,0 0-2 15,0 0 2-15,0 0-4 0,0 0-11 0,0 0-16 16,0 0-8-16,0 0-5 0,0 0 2 16,0 0-9-16,0 0 5 0,0 0-2 0,0 0-13 15,0 0-1-15,0 0 2 0,0 0-18 0,0 0 1 16,0 0 13-16,0 0 3 0,0 0-22 16,0 0-2-16,0 0-1 0,0 13 3 0,0-13-3 15,-5 28-6-15,-1-10-1 0,4-1-5 16,-2 0 2-16,1-1-5 0,-2 2 10 0,2 0 2 15,0 0-25-15,1-4-7 0,2 0 21 0,0-3-2 16,0-2-6-16,0 2 5 0,14 11 5 16,-6-10 9-16,3-1 15 0,0-3 9 0,1-3-3 15,0-3 5-15,-2-2-2 0,-2 0 3 16,6 0 0-16,24-13 0 0,-16 3 1 0,4-1 4 16,2-2 6-16,0-3-6 0,4-1 4 15,2-3-3-15,2-1-8 0,0 0-5 0,4-1 2 16,0-1-14-16,-1-2 0 0,2-1 0 0,-1-5-3 15,2 4-16-15,-2-3 4 0,1 0 6 0,0-3-13 16,2 1 3-16,0-3-6 0,-2-1-1 16,2-2 10-16,1-1-10 0,1-1-9 15,-1 0-2-15,-3 4-3 0,1-2-18 0,-1 2-3 0,-1 1-19 16,-3 1-21-16,1 2-6 0,-1 1-22 16,-2 3-23-16,-1 1-8 0,-2 0-17 0,0 1-10 15,-1 2-18-15,-2 2-20 0,1 1-23 16,-1 2-485-16,-4 2 0 0,1 0 1 0</inkml:trace>
  <inkml:trace contextRef="#ctx0" brushRef="#br0" timeOffset="17710.48">14186 13864 77 0,'0'0'91'15,"0"0"-7"-15,0 0 2 0,-13 0-12 16,13 0-8-16,0 0-14 0,0 0 2 0,-23 10-16 16,21-12 3-16,0 2-2 0,1-2-19 0,0 2 8 15,-1 0-12-15,1 0-8 0,1 0-5 16,-1 0-23-16,-1 0-11 0,2 0-17 0,-1 0-2 16,1 0-30-16,0 0-20 0,-1 0-37 15,1 0-54-15</inkml:trace>
  <inkml:trace contextRef="#ctx0" brushRef="#br0" timeOffset="18844.66">13382 13925 31 0,'0'0'34'16,"0"0"-2"-16,-15 0-3 0,15 0-11 16,-24 21-6-16,20-20-5 0,-1 1 5 15,1-2 7-15,0 3-8 0,0-2 0 0,0-1-12 16,-1 1 10-16,1-1-7 0,0 1-11 0,1 1 8 16,-2-1 0-16,2 1-16 0,0-2 5 15,3 0-6-15,0 0-12 0,0 0-15 0,-8 0-1 16</inkml:trace>
  <inkml:trace contextRef="#ctx0" brushRef="#br0" timeOffset="19690.48">13073 14028 78 0,'-2'1'100'16,"2"-1"-23"-16,-1 0 9 0,0-1-1 0,1 1-5 15,-2 0 15-15,2 1-16 0,-1-1 7 16,0 0 5-16,2 0-13 0,-2 0 3 16,1 0-2-16,-2 0-3 0,2 0 3 0,0 0-15 15,-1 0 2-15,1 2-3 0,-1-4-4 0,1 4 5 16,0-2 4-16,-2 0-7 0,2 0-9 16,-1 0 10-16,1 0-5 0,0 0 11 0,0 0 2 15,0 0-6-15,0 0 10 0,0-2-7 0,0 2 11 16,0 0-16-16,0-1 19 0,0 2-7 15,0-1 8-15,0 2 4 0,0-4 2 0,-1 4-14 16,1-2 15-16,0 0-13 0,0 0 4 16,0-2-4-16,0 2 4 0,0 0-5 0,0-1-8 15,0 1-8-15,0 0 4 0,0 1-19 16,1-1-4-16,0 0 4 0,2 0 5 0,0 0-9 16,-1 0 5-16,4 0-5 0,0 0-14 0,1 0 3 15,13 0-10-15,-11 0 11 0,7 0-7 16,4 0 6-16,2 0 3 0,2 0 10 0,1 0-9 15,2 0 2-15,-1 0 13 0,33-12-8 0,-28 10-1 16,3 0-2-16,1 0 5 0,-3-1-6 16,0 1-2-16,1 0 5 0,2 0-1 0,1 0-9 15,0 2 0-15,0-3 3 0,-1 2-2 0,1 0-4 16,0-3-1-16,-1 3-1 0,1 1 7 0,-2-1-3 16,1-1-4-16,1 1 5 0,1 0 7 15,1-3-2-15,-1 4-4 0,2-2 10 0,1 2-4 16,-2 0-2-16,-18 0-5 0,10 0-1 0,6 0 5 15,1 0 4-15,3 0-11 0,0 0 12 16,0 0 2-16,-1 0-5 0,-1 0-2 0,2 0 7 16,-3 0-20-16,-1 0 7 0,-1 0-3 0,1 0 12 15,-1 0-4-15,-1 0-1 0,-2 0-4 16,-2 0 0-16,-4 0-2 0,1 0-6 0,-3 0 8 16,-3 0-9-16,1 0-2 0,-2 0 13 0,0 0-10 15,-6 0-11-15,0 0 12 0,-5 0-15 0,0 0 13 16,-2 0-3-16,-7 0 3 0,9 0 4 15,-9 0-6-15,8 0-8 0,-8 0 0 0,7 0-13 16,-7 0 4-16,7 0 11 0,-7 0-4 16,0 0-4-16,6 0 0 0,-6 0-3 0,0 0-5 15,7 0-7-15,-7 0-7 0,0 0-17 0,0 0-18 16,7 0-39-16,-7 0-47 0,0 0-41 0,6 0-38 16,-6 0-1047-16,7 0 0 0,0 0 0 15</inkml:trace>
  <inkml:trace contextRef="#ctx0" brushRef="#br0" timeOffset="20836.23">16002 13759 125 0,'-4'0'145'0,"1"-1"3"0,-1 1-4 0,3-1-2 16,-2 1 5-16,1-2 0 0,0 2-2 0,-2-1-6 16,3 0 2-16,0 1 0 0,-1 0-11 0,1 0-23 15,0-2 12-15,-1 2-4 0,0 0 2 16,2-2-7-16,-2 2-12 0,2 0 0 0,-1 0 9 16,1 0-15-16,-1 0-13 0,-1 0 10 0,2 0-12 15,-1-2 0-15,1 2-8 0,0 0-9 16,3-1 0-16,-1 1-12 0,2 0-5 0,2 0 9 15,-1 1-11-15,3-1 8 0,12 0-19 16,-9 0-2-16,5 0 1 0,1 0 9 0,3 0-11 16,1 0 4-16,1 0 0 0,2 0 8 15,25 11-6-15,-24-11-7 0,3 1 11 0,0-1 1 16,0 0-8-16,2 1-5 0,-1 2-4 0,2-2 11 16,3-1-3-16,0 1-4 0,2 1 2 15,-2-2 1-15,2 0-4 0,-4 1-1 0,-16-1-7 16,10 0 2-16,4 0-4 0,2 0-2 0,0 0 1 15,-2 0-2-15,2 0 0 0,-2 0-2 0,0 0 9 16,-2 0-7-16,0 0 3 0,24-11-4 16,-40 11-7-16,4 0 5 0,2 0 0 0,-1 0-1 15,-2 0 3-15,-2 0-4 0,-2 0-2 16,-3 0 9-16,-2 0-1 0,-6 0 1 0,8 0 13 16,-8 0-1-16,8 0 4 0,-8 0 2 0,0 0-8 15,7-6-5-15,-12 4 4 0,-11 2-5 16,-2-2-3-16,5 2 9 0,-34-7-13 0,14 5 7 15,-8 0-4-15,-3-2-5 0,-6 0-1 0,-6-2-2 16,0-1 6-16,-8 2-8 0,0-3-10 16,-2 3 0-16,-2-1-4 0,2 2-5 15,3-2 3-15,0 0-4 0,6-1 0 0,1 6 3 16,5-2 10-16,5 2-9 0,6-2-4 16,4 2 8-16,-2 1-14 0,8-1 0 0,18 1-1 15,-6 0-3-15,1 0-5 0,-7 17 12 0,21-9 3 16,6-4 0-16,9 8 4 0,8-5 0 0,7-2 7 15,1 1 9-15,6-2-14 0,8 1 6 16,3 1 5-16,4-2 1 0,5-2 0 16,0 4 1-16,2-4-3 0,2 3 0 0,-2-2 1 15,0 0 0-15,0-2-5 0,0-1 5 0,0 1-7 16,-2-1-32-16,-28 0-32 0,10 0-42 0,8 0-43 16,2 0-48-16,0 0-704 0,46-15 1 15,-49 11 0-15</inkml:trace>
  <inkml:trace contextRef="#ctx0" brushRef="#br0" timeOffset="22760.22">19274 13759 56 0,'-15'0'127'0,"15"0"-4"0,-15 0-3 0,-5 20-4 0,14-20 6 15,0 2-7-15,1-2 3 0,-2-2-3 16,7 2-6-16,0 0 9 0,-6 0-9 0,6 0 1 15,-7 0-5-15,7 0-4 0,-7 0 8 16,7 0-17-16,0 0 3 0,-6 0 15 0,6 0-14 16,0 0 1-16,0 0 8 0,-8 0-11 15,8 0-11-15,0 0-11 0,0 0 5 0,-10-3-9 16,16 2-9-16,-1 1-19 0,3 0 14 0,15 0-9 16,-10 0-9-16,8 0-6 0,6 0 2 15,5 0-6-15,39 10 3 16,-27-5 13-16,2 0-20 0,0 0 13 0,5-1-5 15,1 2 7-15,3 1-4 0,-1 1 13 0,4-1-6 0,0-1-2 16,1 3-4-16,1 1 8 0,4-1-16 0,-1 1 4 16,1-1-7-16,2-2 12 0,2 3 0 15,-1-1-10-15,-2 2 4 0,-2-2-7 0,1-2 8 16,-1 2-9-16,-3-3-9 0,-2-1 11 16,-2 0-19-16,-4 0 12 0,-2-1-9 15,0-1 9-15,-2 0-13 0,-2 0 6 0,-4-1-6 16,-2 2 9-16,-4-1-12 0,-6 2 4 0,6-3 1 15,-5 0-3-15,-6-1 3 0,-2 1-1 16,-3-2-7-16,-6 0 5 0,-2 0-17 0,-4 2 2 16,-2-2 4-16,-4 0-5 0,-2 0 0 15,-2-4 11-15,-16-1-12 0,-3-1 2 0,-10-2 7 16,-2 1-10-16,-7-2 7 0,-10-2 3 16,-4-1 5-16,-6-1-11 0,-6-1 10 0,-2-1-3 15,-4-2-5-15,-5 0 5 0,-3 2-12 0,-4-3 10 16,-7 0-9-16,-5 3-1 0,-5-4 11 15,1 5-11-15,0 1 7 0,1 1 2 16,2 1-6-16,2 1 3 0,2 1 7 0,2-1 2 16,3 5-3-16,6-1-6 0,3 2 3 15,6 2 0-15,7 0 5 0,7 0-20 0,31 2 13 0,-11 0 7 16,-1 0-10-16,0 0 5 0,3 0 0 16,-32 12-1-16,41-8-23 0,5 3 6 15,7 0 4-15,12-1-2 0,7 0 9 0,10 3-13 16,14 1 21-16,10-5 0 0,12-1 11 0,13 0-12 15,8 0-4-15,10-4 17 0,6 4-9 16,6 0-6-16,6-1-1 0,-1 3 10 0,-2-3 3 16,-1 3-11-16,-4 2 3 0,-6-2 8 15,-10-1 3-15,-4 1 0 0,-8-1 19 0,-8 0-21 16,-6-3 3-16,-7 2 2 0,-6-1 9 16,-2 0-11-16,-14-1 3 0,-14-2-2 0,-5 0 1 15,-29-1 1-15,11 1-8 0,-14 0 11 0,-60-10-14 16,22 4 9-16,-4 0-12 0,-4-4 17 15,-8-1-8-15,-7 0 9 0,-8-1-1 0,-3-4-11 16,-4-1-1-16,-2 3 4 0,0-5 7 0,2 3 7 16,3 1 2-16,2 0-9 0,6 2 2 15,5-1 2-15,7 3-13 0,7 0-4 0,10 2 7 16,8 1-6-16,10 0-9 0,4 3-17 16,7 3-5-16,5-2-8 0,20 4 10 0,4 0 2 15,-1 8 0-15,30-3-13 0,11 1 0 0,11-2-1 16,13 2-12-16,18-1-32 0,8 1-18 0,14-1-19 15,6 1-32-15,5 1-36 0,6 3-44 16,2-2-337-16,0 0 0 0</inkml:trace>
  <inkml:trace contextRef="#ctx0" brushRef="#br0" timeOffset="26717.06">8008 16712 85 0,'-14'0'104'15,"14"0"2"-15,0 0-8 0,0 0-4 0,-14 0 9 16,-3-17-13-16,13 17 7 0,3-1 6 15,-3 1-4-15,2 0 5 0,0 0-5 0,-1-2-1 16,2 2-7-16,-1 0 0 0,0-2-9 16,2 4-8-16,-2-4-2 0,1 2-11 0,0 0-5 15,-1 0-13-15,2-2 3 0,-1 2-17 0,1 0 0 16,-1 2 3-16,1-2-1 0,1 4 17 16,0 0 5-16,2-1 13 0,4 12-8 0,1 2-3 0,1 1 11 15,2 4-7-15,1 0-5 0,1 0 1 16,2 2-10-16,3-1-6 0,2 3 2 0,6 1-19 15,2-2 2-15,1-2 18 0,4 0 17 16,5-4 8-16,4-4 31 0,6-4 3 16,4-7-7-16,4-4 1 0,-26 0 0 0,60-17-11 15,-24 3-6-15,0-2-2 0,2-5-4 0,-1-1-9 16,0-1 14-16,-6 4-9 0,0-6-4 0,-2 5-1 16,-3 1-4-16,-1-3-1 0,-6 4-8 15,-5 1-1-15,-6 2-9 0,-4 0-17 0,-4 6-4 16,-4 1 1-16,-3-1-11 0,1 2-6 0,-4 3-2 15,0 3 4-15,-9 1-6 0,3 0 9 16,21 14 9-16,-15-3 0 0,1 1 1 0,2 4 1 16,-2-2-11-16,2 1 3 0,3-2 2 15,2 0-1-15,4-4 14 0,-2-1 9 0,4-4 5 16,2-1 18-16,-16-3-3 0,8 0 12 16,45-13-4-16,-26 4-12 0,-2-2 8 0,2 1-1 15,0-5-9-15,-2 0-12 0,-2 2-2 0,-2-1 5 16,-1-1-3-16,-1 3-2 0,-2 2-6 0,1 0-10 15,-6 1-4-15,2 0 8 0,-3 1-12 16,1 0 1-16,0 3-3 0,1 1 6 0,-1-1-6 16,3 1 10-16,2 1-17 0,2 2 8 0,2-1 1 15,6 2-1-15,2 0-3 0,3-1 1 16,5 0 6-16,1-3-1 0,6-1-6 0,1 0 16 16,7-6 16-16,4 0-2 0,0-4 15 15,8-2-13-15,3-4 2 0,2-3-4 0,6 1 3 16,6-4-10-16,0-2 3 0,3 0-5 0,2-2-3 15,2 0-12-15,3-5 2 0,1 2 9 0,3-1-4 16,1-1 2-16,-3 3-19 0,5 0 13 16,-1-1-3-16,0 4 13 0,-2-2-21 0,-3 3-11 15,-3 3 14-15,-3-1 6 0,-5 6-21 0,-2 1 17 16,-6 1-12-16,-4 2-5 0,-3 0 10 0,-2 2 4 16,-4 0-20-16,-3 0-27 0,-5 2-40 15,-3-3-40-15,-1-1-55 0,-4-1-74 0,-1-5-1093 16,-6 0 0-16,0-5 0 0,-1-2 671 0</inkml:trace>
</inkml:ink>
</file>

<file path=ppt/ink/ink38.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1T11:01:06.395"/>
    </inkml:context>
    <inkml:brush xml:id="br0">
      <inkml:brushProperty name="width" value="0.05292" units="cm"/>
      <inkml:brushProperty name="height" value="0.05292" units="cm"/>
      <inkml:brushProperty name="color" value="#FF0000"/>
    </inkml:brush>
  </inkml:definitions>
  <inkml:trace contextRef="#ctx0" brushRef="#br0">26465 4972 31 0,'-14'0'114'0,"14"0"7"0,0 0-5 16,0 0-13-16,0 0 8 0,0 0-13 0,0 0-9 16,0 0-12-16,-13 0-2 0,13 15-3 0,0-15-4 15,-21 20 1-15,17-15-12 0,1-3 7 16,-1 2-3-16,0 2-11 0,-5 5-4 0,1-3 0 16,-2 4-4-16,1 0 5 0,2-2-11 15,-1 5 2-15,0 0-5 0,-1 1 2 0,0-2-1 0,1 4 1 16,1 5 2-16,0-2-5 0,-1-1 2 15,3 2 5-15,-2-1-3 0,3-1 4 0,0 3-1 16,-1 0-10-16,2 0 4 0,1-1-1 0,2-11-4 16,0 4 0-16,0 2 10 0,0 4 11 15,24 11 10-15,-11-16-7 0,2-7-6 0,3 0 1 16,6-3-4-16,-8-6-1 0,10 0-16 16,43-15 1-16,-22 2 2 0,3-4-18 15,5-1 2-15,3-7-6 0,2-2 3 0,2-1-9 16,3-1-7-16,-1-3 0 0,1 0-2 0,-1 0-9 15,2 2-4-15,-1 0 6 0,-1-1-13 16,0 1-3-16,-1-1 1 0,-3 4 10 0,0-5 4 16,-2 6-4-16,0-2-7 0,-2 0 6 0,-2 2-9 15,1-1 2-15,-3 4 3 0,-2-1-2 0,1 1 4 16,0 2-7-16,-2-1 2 0,0 1-13 16,1-1-3-16,2 2-38 0,-3 0-9 15,-4 7-33-15,2-1-48 0,-3 1-93 0,-1 0-85 16,-2 2 0-16</inkml:trace>
  <inkml:trace contextRef="#ctx0" brushRef="#br0" timeOffset="2205.71">18804 7153 33 0,'0'0'77'16,"0"-17"3"-16,-28-9-17 0,24 16 1 0,3 0-19 15,-2 1 5-15,2 0-1 0,0 1-2 16,-1-2-2-16,2 1-6 0,0 2 1 15,0-4-18-15,0-5 9 0,11-23-12 0,-4 16-13 0,5-4 4 16,1 5-14-16,3-4 13 0,3-2-6 16,5-1-14-16,4-3 2 0,4-4 14 0,2 2-18 15,4-2-2-15,2 0 14 0,1-1-2 16,2-1-20-16,2 1 3 0,3-2 1 0,3 3 11 16,3-2 1-16,4 0-1 0,5 0 20 0,4 1 5 15,5-1-6-15,1 2 5 0,4 3 13 0,2-2-20 16,4 4 29-16,3 4-5 15,4-1-4-15,-1 2 11 0,6 6-4 0,1 0 3 0,1 3 15 16,-2 1-12-16,-3 7 7 0,0 0-7 16,-3 5 4-16,0 2-5 0,-45 2 5 0,22 0 0 15,86 15 4-15,-61-6-13 0,-5 3 11 16,2 1-1-16,-5 6 4 0,-1 4-3 0,2 1 3 16,-3 5 5-16,1 3-3 0,-1 0-2 0,0 2-3 15,-3 3 9-15,2 3 1 0,-2-1 1 0,-6 3-13 16,-2 2 12-16,0 0-8 0,-4 4-18 0,-6 0 7 15,2-1-8-15,-2 2 6 0,0 0-13 16,-2 4 11-16,0-3-13 0,-6-2 4 0,2 1-2 16,-4 0 1-16,-2-2-11 0,-4 1 13 15,-2-1-12-15,-4-2 9 0,-2 1-2 0,-2 0-10 16,-4 0-2-16,-2-1 8 0,-2-2 4 0,-5 1 0 16,-2 1-12-16,-3-2 17 0,-4-2-12 0,-3 1-2 15,-4 2-4-15,-3-1 13 0,-2-22-5 16,0 11-3-16,-16 45-5 0,6-35 2 0,-4 0 4 15,-4 1-3-15,-4 1 1 0,-4-3-5 16,0-1 7-16,-5-2-1 0,-1 2 0 0,-3-3 22 16,-2-1-21-16,0 0 0 0,-3-1 11 15,-2-2 3-15,-4 2-16 0,-2-2 15 0,-6 1-9 16,0-4-11-16,-4 0 7 0,2-3-11 16,-2-1 12-16,-2-2 15 0,0 1-16 0,-2-2-16 15,0-1 9-15,-2-3 11 0,0 0-5 0,-2 2 7 16,-4-4-16-16,-6 3 31 0,-2-4 0 15,2-3 1-15,-1 2-4 0,-2 3 5 0,3-6 14 16,-4 3 1-16,-3-2 4 0,-1 0-2 0,-1-1-5 16,-1 2 4-16,1-2 6 0,-3 3-5 15,-2-3 4-15,2-1 9 0,0 0 0 0,-1 1-4 16,1-1-8-16,1-4 2 0,1 3-4 16,2 0 5-16,-2-3-2 0,4 0 1 0,2-1-11 15,1 1-7-15,3-1-5 0,1-2-6 16,5 1-10-16,0-2-1 0,4-2-5 0,0 1-3 15,34-2-11-15,-14 0-12 0,-8 0 1 0,-60-17-7 0,55 8 6 16,0-2-27-16,0-4 1 0,2-1-7 16,2 0-4-16,-1-3-12 0,1-1 2 15,2 1 4-15,1-3-20 0,0 1 5 0,3-1-10 16,2 1 5-16,-1-3-1 0,3 2 6 16,-1 0-5-16,2-3-1 0,0-1 16 0,-2 0 3 15,4-1-18-15,-2-1 4 0,4-2-9 0,-3 0 5 16,5 0 7-16,-1-4-4 0,3-1 6 0,3-1 11 15,1-3 0-15,-2-2 1 0,5-1 1 16,5-3 3-16,1 1-2 0,2-1-4 0,2 1-2 16,2 0 4-16,3-3 3 0,1 1-10 15,2 2 5-15,3-1 3 0,2-7-1 0,0 3-5 16,4 1 6-16,-1-4 10 0,3 26-4 16,0-10 8-16,0-9-7 0,12-48 0 15,-3 40 14-15,7 1-3 0,2-1-2 16,0 1 0-16,6 2 7 0,3 0-2 0,7 0 9 0,6-1-2 15,5-2 2-15,7-1 10 0,3-1-1 16,7 2 3-16,7 3 4 0,5-1 5 0,0 2-8 16,6 0 10-16,1 2-6 0,-1 2 8 15,1 0 1-15,1 1-2 0,0 5 0 0,1-2 13 0,0 3 3 16,3 3 7-16,3 0-4 0,-1 2 8 16,1 5-2-16,2-2 10 0,1 3-13 15,1 1-2-15,5 2-1 0,-2 1-3 0,1 2 10 16,3 5-10-16,-1 0 3 0,-1 0 4 0,1 0-10 15,0 3 7-15,1 2-7 0,1-1 4 16,2 3 2-16,1 1-1 0,4 1-5 0,-1-1-13 16,-2 3-9-16,-1 1-35 0,-2 1-32 15,0 1-71-15,-6 0-176 0,-2-4-12 0,-3 1 0 16</inkml:trace>
  <inkml:trace contextRef="#ctx0" brushRef="#br0" timeOffset="26899.06">28440 12005 26 0,'0'0'24'0,"-13"0"2"16,13 0-24-16,0-14-5 0,0 14-37 15</inkml:trace>
  <inkml:trace contextRef="#ctx0" brushRef="#br0" timeOffset="27591.24">27130 11013 78 0,'0'0'105'0,"0"0"-6"16,0 0-24-16,0 0 8 0,0 0-16 0,0-13 8 15,0 13-16-15,0 0-10 0,0 0 1 0,0 0 0 16,0 0-7-16,0 0-10 0,0 0-2 15,0 0-11-15,0 0 7 0,0 0-5 16,0 0-6-16,0 0-14 0,0 0-4 0,0 0-6 16,0 0-18-16,-15 0-23 0,-1-10-22 0,13 12-53 15,0 1-71-15,-1-1-30 0,-1 1 21 16</inkml:trace>
  <inkml:trace contextRef="#ctx0" brushRef="#br0" timeOffset="28695.3">26588 11193 100 0,'-2'0'131'0,"0"2"-12"0,0-2-6 16,0 1 0-16,1-1-3 0,0 0-6 0,-1 1-13 15,1-1-8-15,1 0 0 16,-1-1-11-16,1 2-8 0,0-1-8 0,0 1-2 0,-2-1-9 15,2 0 5-15,-1 0-15 0,1 0 0 0,-1 0-2 16,1 2-11-16,-2-4 1 0,2 4 2 16,0-2-7-16,-1 0-1 0,1 0 2 15,0 2-11-15,0-2 7 0,-1 0-6 0,1 0 6 16,1 0-7-16,-1 0-1 0,0 1-9 0,-1-1 6 16,1 0 8-16,0 0-1 0,-3 0-8 15,3 0 7-15,0 0 0 0,0 1-3 0,-1-1-7 16,1 0-4-16,1 0 5 0,-1 0-2 15,-1 2 4-15,2-2-2 0,-1 0 0 16,0-2-1-16,-1 2 2 0,1 0-1 0,1 0 1 16,-1 0-1-16,0 0 7 0,-1-1-2 0,2 1-5 15,-1 0 1-15,-1 0 1 0,1 1-7 16,0-1 14-16,0 0-8 0,1 0-1 0,-2 0 2 16,1 0-4-16,0 0-1 0,0 0-1 15,0 0 6-15,0 0-2 0,-2-1-1 16,2 1 5-16,0 0-3 0,0 0 2 0,0 1 0 15,0-1 3-15,0 0 0 0,0 0-7 16,2 0 2-16,-4 0-1 0,2 0-2 0,0 0-3 16,0 0 4-16,0-1 2 0,0 2-4 0,0-2 4 15,-1 1-7-15,1 0 3 0,1 0 1 16,-1 0 1-16,0 0 4 0,0 0-7 0,0 0 5 16,0 0 0-16,0 0 1 0,0 0-4 0,0 0 5 15,0 0-1-15,2 0-2 0,-2 0-6 16,0-1 3-16,1 1 3 0,-2 0 3 0,2 0-8 15,-1 1 2-15,0-2 2 0,0 1 1 0,1 0-1 16,-1 1 6-16,0-1-9 0,0 0 4 16,0 0 2-16,0 0-2 0,0 0 1 0,2 0 5 15,-2 0-6-15,0 0-2 0,1 0 2 16,2 0 8-16,-2 0-12 0,3 0 1 16,0 0 0-16,1 0 6 0,3 0-4 0,0 0 2 15,4 0 0-15,4 0-1 0,4 0 7 0,4 0-5 16,2 0 7-16,4 0-1 0,0 0-9 15,4 0-2-15,0 0 12 0,3 0-5 0,-3 0 3 16,40 10-2-16,-36-7 2 0,-18-3-1 16,10 0 3-16,4 0 1 0,3 0 4 0,0 0-5 15,0 0 6-15,-2 0 2 0,0 0-2 16,-2 0-3-16,-1 0 3 0,-4 0-2 0,-1 0-10 16,-5 0 6-16,-3 0 12 0,-6 0-5 0,-1 0 1 15,-4 0 3-15,-1 0 2 0,-7 0-3 16,0 0-9-16,8-12-2 0,-13 11 6 0,-3 1-9 15,-14-3-15-15,10 3 5 0,-28-4-2 0,10 3 0 16,-2 1-4-16,-4-2-9 0,2 1 2 16,0 0 6-16,6-2-8 0,2 3 6 0,5 0 1 15,0-1-3-15,10 1-6 0,0 0 1 16,3 0-2-16,2 0 5 0,0 0 6 0,1 0-5 16,1 0-3-16,1 0-1 0,3 0 16 15,0 0-9-15,-4 5 16 0,7-2-5 0,2-1 8 0,14 5-2 16,8 2 7-16,1-1-4 0,1-1-5 15,-1 1 3-15,3 1-2 0,2-3 6 16,2 4-2-16,-3-3 2 0,2 0-10 0,-2 1-1 16,-2 0-9-16,-2-4-39 0,1 1-66 15,-4-1-91-15,-1-2-190 0,-14-2 0 0</inkml:trace>
  <inkml:trace contextRef="#ctx0" brushRef="#br0" timeOffset="30579.95">22010 10908 73 0,'0'0'61'0,"0"0"-5"0,0 0-4 0,-15 0 8 16,15 14-23-16,0-14 3 0,0 0 11 15,0 0-7-15,0 0-8 0,0 0-10 16,0 0 3-16,-13 0 2 0,-2 18-14 0,15-18 9 15,-1 3-10-15,0-3-4 0,-1 1 16 0,1-1-20 16,1 0-7-16,-1-1 19 0,1 1-11 16,0 0 0-16,-2 0 4 0,2 0 4 0,0 0 5 15,0 0-9-15,0 0 11 0,2-4-8 0,-2 3-4 16,0 0 10-16,2-2-6 0,12-5 10 16,-2-2-21-16,0-1 9 0,4-1 3 0,2 1-11 15,2 2-8-15,-2-3-5 0,-2 5 20 0,-4 0-7 16,4-1-1-16,-8 4-9 15,-2 0 4-15,-2 2-2 0,0 0-8 0,0 2 17 16,-2 0 9-16,0 0 1 0,0-1 9 0,-2 1-5 16,0 0 11-16,0 0-2 0,-4 5 1 15,0-1 1-15,-12 9-9 0,-2 0 3 0,-2 1-19 16,-2-1 4-16,0 2-6 0,-2 0-2 0,0-2 11 16,2 3-16-16,-1-2-5 0,-1 2 5 15,3-3-6-15,3-1 1 0,2-2-10 0,2-4 1 16,4 2 3-16,2-5-3 0,2 2 6 0,2-1-8 15,1-2 6-15,3 1 8 0,0-3-3 0,11 4 5 16,13 3 7-16,9-6 2 0,-16-1-1 16,14 0 6-16,10 0 0 0,9 0-9 0,62-10 4 15,-44 7 6-15,-4 3-6 0,-6-3 2 0,-4 3-1 16,-30 0 3-16,8 0 3 0,4 0-5 16,-4 0 10-16,2 0 0 0,-4 0 8 0,-4 0 2 15,-2 0 3-15,4 15 4 0,-26-10-8 16,-8 0-2-16,-12 8-9 0,-6-3-8 0,-4 0-4 15,-4 2-6-15,-4 1 8 0,-2-1-3 0,0 1-7 16,-2 0-9-16,2-2 18 0,2 1-15 16,0-3-7-16,4 1 8 0,6-3-10 0,-2 1-2 15,6-3-10-15,4 2 9 0,0-2 8 0,8 1 4 16,6-1-4-16,4-5 17 0,0 0-7 16,14 6-7-16,12-4 6 0,6-2 7 0,-16 0-3 15,12 0 4-15,10 0 0 0,48-13 2 0,-40 9-1 16,-2 0-2-16,-8 1 11 0,-2-1 5 15,0 3-8-15,-6-1 5 0,-4 1 3 0,-2-1 2 16,-4 1 1-16,-6 1-2 0,-2-1 3 0,-4 1-4 16,-2 0 0-16,-4 0 7 0,-4 1-15 15,-2 0-7-15,-14 4-2 0,-4 1-4 16,-4 0-2-16,0 3-3 0,-2-1 7 0,0-1-16 16,0-1 11-16,4-1-7 0,2 1-2 0,4 2-5 15,4-6-8-15,0-1 2 0,6 3 5 0,4-3-4 16,-2-1 7-16,4 2-1 0,0-2 13 15,0 0 0-15,4 0 6 0,2-3-9 16,0-2 8-16,12-1-7 0,0-1 5 0,-6-1 4 16,0 3 5-16,0 1-3 0,-4 3 1 0,0-4 14 15,-2 4-1-15,0-2 8 0,-4 1-6 0,0 0 1 16,-6 1-3-16,-12-1-5 0,-2 1-2 16,8 1-7-16,-12 0-1 0,-2 0-6 0,-36 14-3 15,28-6 0-15,0 1 3 0,-2-2-10 16,2 2 5-16,2 0-3 0,5-2-10 0,0 2-3 15,2-3 9-15,7 2-6 0,4 2 0 16,8-4 1-16,8 2 6 0,0-8 2 0,23 8-2 16,6-8 9-16,-13 0-3 0,15 0 5 15,7 0-13-15,56-16-14 0,-34 9-68 0,4-3-146 16,0-3 15-16</inkml:trace>
  <inkml:trace contextRef="#ctx0" brushRef="#br0" timeOffset="53141.43">8196 11962 44 0,'0'0'86'0,"0"0"3"16,0-15-1-16,-14 15-8 0,14 0-5 0,0 0 2 15,0 0-6-15,-22-27-3 0,20 24-7 16,0 1-6-16,0 0 1 0,0 1-11 0,0-2 1 16,0 3-2-16,1-2 2 0,1 0-9 0,-1 1 3 15,-1 0-8-15,1 0 3 0,0 1-1 16,-1-2-6-16,2 1 0 0,-1 1 3 0,0-1-4 15,1 1 2-15,-2-2 3 0,2 2-7 16,0 0-6-16,0-2 4 0,0 2 3 0,-1 0-5 16,1 0-2-16,0-1 1 0,0 1 2 0,0 0-3 15,-1 0-3-15,1 0 5 0,0 0-4 0,1-1-6 16,-1 1-1-16,0 0 1 0,0 0-2 16,0 0-2-16,0-1 1 0,0 1-4 0,1 0 2 15,-1 0-3-15,0 0-1 0,0 0 1 0,0 0 3 16,0 0-1-16,0 0-5 0,0 0-1 15,0-2 4-15,0 2-2 0,-1 0 0 16,1 0-1-16,0 0 7 0,1-1-7 0,-1 1-7 16,-1 0 5-16,1 0 10 0,0 0-9 0,0 0-1 15,0 1 7-15,0 1-11 0,0-2 6 16,1 1 2-16,-1 0-2 0,0 2 0 16,0 0 0-16,0-2 7 0,0 3-8 0,2 1 2 15,-2-1 8-15,0 1-8 0,0 0 0 0,1 2 0 16,-1-2 4-16,0 1 2 0,0-6-5 15,0 8 2-15,0-1 10 0,0 7-6 0,0-1-7 16,0 3 5-16,0-3 3 0,0 3 1 16,0 2 2-16,0 2-7 0,0-2 8 0,0 3-4 15,0 0 5-15,8 23-4 0,-5-20 7 0,-2-1-2 16,3 4 0-16,-1-4-6 0,1 2 11 0,0-2 0 16,1 3-7-16,-1 1 4 0,3-1 4 15,-1 4-5-15,1-3 1 0,1 1 6 0,-4 0 3 16,3 2 1-16,1 0-5 0,-2 0-3 0,4-2-3 15,-2 2 10-15,-2 0 2 0,4 0-3 0,-2 1 4 16,-3-4 0-16,4 1-8 0,1 3-4 16,-2-2 12-16,1-3-3 0,-1-1 4 0,0 3-10 15,3-4 9-15,-1 1 3 0,1 1-17 16,0 1 12-16,-1 0 15 0,1 0-7 0,-4-2-12 16,3 2 8-16,0-1-3 15,0 1 3-15,0-1-15 0,0 3 20 0,2-3 3 0,-2 0-22 16,-1 3 7-16,2-2 14 0,-2-1-1 0,0 1-4 15,1 2-11-15,-1-3 2 0,0 2 2 0,2-1 2 16,0-3-7-16,-2 4 0 0,0-3 16 0,2 4-17 16,0-4 15-16,1 2-26 0,-2-1 15 15,1-1 0-15,0-3-22 0,2 3 9 16,-1-1 10-16,0 0 7 0,0 2-13 0,0-2 8 16,1-1-2-16,-1 1 10 0,0 1-1 0,3 0-6 15,-2-1 9-15,-1-1-2 0,0-1-1 16,4 1-10-16,0 1 2 0,0 2-7 0,-1 1 17 15,4-4-13-15,-2 1 2 0,2 0 6 16,-1-1-4-16,4 1-9 0,-1-1 6 0,-2 1-2 16,-1-1 5-16,0 0 4 0,1-4-5 0,-1 4-6 15,0-3 7-15,0 0-2 0,0 1-5 0,2-1-2 16,-3 1-1-16,2-1 4 0,1-1-1 16,-3 1 0-16,3 0 2 0,-4-1-2 0,4-1-3 15,-3 1 2-15,5-1 0 0,-2 2-1 16,2-2-9-16,1-2 7 0,0 4 6 0,-1-1-7 15,4-1-2-15,-2-2 3 0,1 3-2 0,2-1-3 16,-3-2 3-16,2 4 0 0,-3-5-1 16,1 3-12-16,1-2 11 0,0 0-7 0,-1 2 3 15,4-1 6-15,-4 0-3 0,0 1-7 0,2 0 0 16,4-1 7-16,0 2-8 0,0-2 4 16,2 0 1-16,0 0-1 0,1 0-1 15,1-4 2-15,-1 3-6 0,2-2 6 0,-3 0-5 16,2-1 3-16,0 2 3 0,-2 0-8 15,3 0 6-15,-5-1 3 0,2 0-6 0,-1 0-5 16,0-3 6-16,-2 6-1 0,0-6 4 16,-1 1 2-16,2 1-7 0,-5-2 4 0,-1 2-1 15,-1-1 1-15,1-1 1 0,1 0-5 0,-1 0 4 16,-3 1-6-16,1-3 0 0,-4-2 0 16,0 0 2-16,-2 0-2 0,-6-3 6 0,-3 3 1 15,-1-5-1-15,1 2-4 0,-2-3 7 16,1 0 3-16,-2 1 5 0,-2-1 0 0,2 0 2 15,-1 0-3-15,0 2 0 0,-2-3 1 16,3 1 5-16,-3-1-11 0,2 1 4 0,0-1 2 16,-1 2-8-16,0-2 2 0,2 1-1 0,-3 0 0 15,3 0-5-15,-1 3 3 0,1-4-1 0,0 1 1 16,1-1 0-16,-2 1-2 0,1 2-3 16,1-2 8-16,-1 0-8 0,1 1 1 0,1 0 7 15,0-2-3-15,0 0 3 0,-1 4-10 16,0-3 9-16,1-1-12 0,-1 1-1 0,-1 1 7 15,0 1 0-15,0-3-4 0,-1 1-1 16,1 1 3-16,0-2 1 0,0 1 0 0,-2 0 6 16,0-1-9-16,0 1 4 0,1-1 7 0,0 2-13 15,-1-2 9-15,1 2 2 0,-2-2-6 16,1 0-1-16,0 0 4 16,-2 0 0-16,2 0-5 0,-1 0-1 0,0 0-1 0,-1 0-11 15,0 0-11-15,0 0-35 0,0 0-17 16,0 0-49-16,0 0-41 0,0 0-22 0,6 4-23 15,-6-6-708-15,1 2 0 0,2-2 0 0</inkml:trace>
  <inkml:trace contextRef="#ctx0" brushRef="#br0" timeOffset="53774.14">9915 15404 54 0,'1'4'142'0,"2"0"-11"0,-1 2 0 16,5 10-7-16,0 4-1 0,-1 2-3 0,4 1-9 0,-1 6-6 15,-2 0 4-15,3-3-18 0,1 4-1 0,-2 2 4 16,3-2 4-16,2 4-18 0,2 1 7 16,1-1-3-16,-1 1-3 0,5-2-2 0,1 0-7 15,-2 2 13-15,6-3-8 0,1 0-4 0,3-3 10 16,-1 1-6-16,3-3-3 0,3-2-8 16,-2-1 16-16,2 0-6 0,-1-5 3 0,0-2 7 15,-1 0 1-15,2-2-11 0,-2-4 5 0,-2-1 17 16,1-5 0-16,0-1 13 0,4-2 3 15,-20-2 4-15,9 0 3 0,32-18 2 0,-22 2-14 16,3-5-8-16,0-1-16 0,4-7-2 0,2-4-8 16,2-3-21-16,0-7-4 0,2-5-20 15,0 0-10-15,2-5-12 0,-1 0-12 0,0-2-10 16,-1 0-3-16,3-2-7 0,-2 3-18 0,-2 2 3 16,-3-1-2-16,-1 4 1 0,-3 3 7 15,-2 1-17-15,1 4-22 0,-3 4-44 0,-1 0-33 16,-5 6-38-16,1 3-42 0,-2 3-634 15,-4 2 1-15,-2 3 0 0</inkml:trace>
</inkml:ink>
</file>

<file path=ppt/ink/ink39.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1T11:04:09.592"/>
    </inkml:context>
    <inkml:brush xml:id="br0">
      <inkml:brushProperty name="width" value="0.05292" units="cm"/>
      <inkml:brushProperty name="height" value="0.05292" units="cm"/>
      <inkml:brushProperty name="color" value="#FF0000"/>
    </inkml:brush>
  </inkml:definitions>
  <inkml:trace contextRef="#ctx0" brushRef="#br0">5361 7893 2 0,'-14'0'106'0,"14"0"-13"15,0 0 0-15,0 0-2 0,0 0-12 16,0 0-14-16,0 0 3 0,0 0-7 0,0 0-2 16,0 0-21-16,0 0-4 0,0 0 4 0,0 0-6 15,0 0-7-15,0 14 10 0,0-14-21 16,0 0 12-16,0 0-17 0,0 14 8 0,-14 19 6 16,22-12-7-16,0 4 17 0,2 4-19 15,-2-2 18-15,2 4-17 0,-2 4 13 0,4 0-11 16,-2 4-2-16,4 0 4 0,0 1 2 15,4-3-4-15,0-1-6 0,2-1 11 0,2-2-6 16,2-3 6-16,6-3 8 0,2-2-4 0,2-4 1 16,8-4 4-16,6-5-4 0,4-3 2 15,8-5-1-15,0-3-5 0,-28-1-1 0,70-12-1 16,-30 2-9-16,2-1 7 0,-2-2-4 16,0 0-8-16,-1 1 4 0,-4 1 1 0,-5 2-6 15,-2 1 2-15,-2 2-4 0,-4 1 7 0,0 3-6 16,-1 2 6-16,-28 0-5 0,14 0 3 15,5 0-3-15,52 13 7 0,-44-4 1 0,-1 2 1 16,2-1 5-16,5 2 3 0,2-1-1 0,4 2 7 16,2 0-5-16,3-1 11 0,3-1 2 15,5 0 1-15,3-4 2 0,2-1-6 0,2 0-5 16,2-4-3-16,-42-2-3 0,26 0 1 0,95-13-9 16,-65 4 9-16,0-3-5 0,-1-1-6 0,-1-1-1 15,-2-1 1-15,-1 1-13 0,-2 0 4 16,-2-1-6-16,-5 4-7 0,-6 3-4 0,-3 0 4 15,-5 1 0-15,-3 0 2 0,-3 1 1 16,-2 2-2-16,-4 2 7 0,-1 0-5 0,-1 1 4 16,0 1-2-16,0 0 6 0,-30 0 3 0,14 0-4 15,7 0 2-15,3 0 9 0,3 0-5 16,2 0 0-16,2 0 13 0,3 0-1 0,0 0-6 16,2 0 3-16,71-8 5 0,-59-1-10 0,5-3 3 15,6 1 3-15,5-6-3 0,1-2-3 0,6-4-5 16,2-2-1-16,4-1-16 0,3-3 4 15,2 0-2-15,2-3-2 0,1 2-4 0,-1 3-1 16,-2 0-8-16,1 1 5 0,-5 0-12 16,-2 3-42-16,90-23-281 0,-108 25-100 15,-4 1 0-15</inkml:trace>
</inkml:ink>
</file>

<file path=ppt/ink/ink40.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1T11:04:15.235"/>
    </inkml:context>
    <inkml:brush xml:id="br0">
      <inkml:brushProperty name="width" value="0.05292" units="cm"/>
      <inkml:brushProperty name="height" value="0.05292" units="cm"/>
      <inkml:brushProperty name="color" value="#FF0000"/>
    </inkml:brush>
  </inkml:definitions>
  <inkml:trace contextRef="#ctx0" brushRef="#br0">11428 15577 81 0,'0'14'140'0,"0"-14"-2"0,28 44-13 15,-28-35-9-15,9 18-13 0,-3-9-7 0,0-2-8 16,2 4-14-16,3 0-6 0,-2 5-7 16,3 1-6-16,-1 2 4 0,-2 3-14 0,2-1-4 15,0 5-5-15,-2 3 2 0,3 3-7 0,3 1-1 16,-1 4 5-16,2-2-9 0,3 0-10 16,5-2 8-16,4-1-6 0,4 0 9 0,5-3-9 15,6-6 2-15,6-6 15 0,8-4-4 0,9-7 4 16,8-4-10-16,7-6 1 0,-35-5 1 0,26 0-9 15,106-22-1-15,-60 4-5 0,2-5-1 16,5-4-2-16,3-1 10 0,3-2 2 0,-2 3 2 16,-4-3 17-16,-5 6-6 0,-8-1 2 15,-6 6 9-15,-10 1-7 0,-12 3-10 0,-5 3 1 16,-7 3 7-16,-8 2-4 0,-4 3-9 0,-6 4-4 16,-27 0 11-16,10 0 4 0,49 18-18 15,-41-5 15-15,0 2-6 0,-1 2 4 16,2 4 7-16,0-2-9 0,0 0-8 0,2 1-4 15,2-3 14-15,-1 1-7 0,5-6 1 0,-1-1-8 16,4-4-5-16,2-3-1 0,1-3-7 16,-28-1 5-16,19 0 13 0,74-12-22 0,-49 3 8 15,5-3-7-15,4-2 6 0,5 1-2 16,1-2 12-16,-1 2 6 0,1-1-6 0,0-1-16 16,-2 4 21-16,3-2-14 0,-3 1 3 15,3 1 2-15,-1 0-17 0,0 1 23 0,1-1 4 16,0-1-12-16,4 0-8 0,2-3-1 0,2-4 7 15,4 0-1-15,2-4 3 0,5 0-7 16,5-4 8-16,11-8-18 0,2-3 21 16,87-28-6-16,-2 2-19 0,1-4-5 0,0 1-28 0,-4 0-13 15,-40 14-18-15,39-14-18 0,-38 18-20 16,-27 9-17-16,-21 7-50 0,-4-3-107 0,-5 0-176 16,-7-2 0-16</inkml:trace>
</inkml:ink>
</file>

<file path=ppt/ink/ink41.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1T11:04:18.537"/>
    </inkml:context>
    <inkml:brush xml:id="br0">
      <inkml:brushProperty name="width" value="0.05292" units="cm"/>
      <inkml:brushProperty name="height" value="0.05292" units="cm"/>
      <inkml:brushProperty name="color" value="#FF0000"/>
    </inkml:brush>
  </inkml:definitions>
  <inkml:trace contextRef="#ctx0" brushRef="#br0">16273 7019 22 0,'-20'0'10'0,"-15"21"-5"0,19-18 9 0,0 6 2 15,1-1-11-15,1 2-42 0</inkml:trace>
</inkml:ink>
</file>

<file path=ppt/ink/ink42.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8T09:17:30.619"/>
    </inkml:context>
    <inkml:brush xml:id="br0">
      <inkml:brushProperty name="width" value="0.05292" units="cm"/>
      <inkml:brushProperty name="height" value="0.05292" units="cm"/>
      <inkml:brushProperty name="color" value="#FF0000"/>
    </inkml:brush>
  </inkml:definitions>
  <inkml:trace contextRef="#ctx0" brushRef="#br0">2852 2494 48 0,'0'0'72'0,"13"0"7"0,-13 0-7 15,0 0 4-15,0 0-12 0,0 0-3 0,0 0 12 16,0 0-18-16,0 0 3 0,0 0 3 0,0 0-11 16,0 0-12-16,0 0-5 0,0 0-9 15,0 0 11-15,13 0 0 0,-13 0 2 0,0 0-14 16,0 0-3-16,0 0 10 0,0 0-11 16,18 20 10-16,-17-20-9 0,-1 0 9 0,1 0 8 15,-1 0-11-15,0 0 12 0,0-2-4 16,2 2-10-16,-4 0-2 0,2 0 7 0,2 2 4 0,-2-2 1 15,0 0-14-15,0 0 6 0,0 0 4 16,1-2-1-16,-1 2-3 0,1 0 8 0,-1 0 10 16,3-1 12-16,0 0 4 0,1 1 0 15,2-4 2-15,10-3 2 0,4-3-7 0,4-3 16 16,0-1-11-16,0 0-8 0,2 1-6 0,0-3-16 16,8 0 17-16,-5-2-17 0,2 2 4 15,2-2-17-15,2-3 17 0,-1 1 2 0,1 1-15 16,1-3 1-16,4 1-13 0,-1-2 16 15,1-1-16-15,0 2 7 0,-2 0-16 0,0 0 23 0,0-3-15 16,0 4 5-16,-4 0-1 0,0 1 9 16,-2-1-24-16,-2 0 15 0,0 4-5 15,-4-1-5-15,1 0 5 0,-2 0 4 0,-2 2-6 16,1-1-1-16,-1 0 7 0,-1-1-6 0,0 2-9 16,0-1 6-16,0-1-14 0,0-2 4 15,-4 5 9-15,6-2-3 0,-4 3-11 0,0 1 16 16,-4 0-7-16,0 2-2 0,-4 3-10 0,0-1 6 15,-4 2-12-15,0 1-3 0,-2 2-18 0,-1 2-21 16,-1-2-15-16,-2 2-24 0,1 1-14 16,0-1-26-16,-1 1-24 0,-2 1-40 0,0 0-234 15,0 0 0-15</inkml:trace>
  <inkml:trace contextRef="#ctx0" brushRef="#br0" timeOffset="496.8">3354 3202 121 0,'-2'6'135'0,"0"-2"-12"0,1 1-14 0,0-2 10 15,1-2 1-15,0 0-13 0,2-1-11 16,0-1 6-16,2-3-5 0,8-5 1 0,1-6-11 15,4-2-5-15,1-1-1 0,-1 2 3 16,3-1-9-16,3-4 7 0,-2-2-14 0,4 0 5 16,2-1-1-16,1-4 1 0,0 1-10 0,3-1 5 15,-2 0-4-15,2 1-7 0,1-2-7 0,-3 0 5 16,0 2-2-16,1-1-4 0,0 1 8 16,1-3-7-16,0 3-8 0,-1 0-1 15,2-1 4-15,-2 3-13 0,2-3-4 0,0 4-4 16,-2-1-11-16,2 0 4 0,-2 3-11 0,-2 1-10 15,-2 2-25-15,0 1-9 0,-2 2-24 16,-3 0-29-16,-2 2-15 0,-2 1-20 0,-2 2-32 16,-4 1 2-16,-2 4-46 0,-6 2-260 15,-1 1 0-15</inkml:trace>
  <inkml:trace contextRef="#ctx0" brushRef="#br0" timeOffset="986.33">3806 3931 24 0,'3'4'119'0,"0"0"-10"0,-2 0 3 0,2-2 2 15,-1-1 24-15,2 1 1 0,0-4-8 16,2 0 10-16,8-8-6 0,0-1 3 0,3-4 4 15,2-2-3-15,-1-1-21 0,4-3 0 16,2-2 10-16,4-3-13 0,4-1 2 0,4-2-3 16,2-4 5-16,2 0-4 0,6-3 0 15,0 2-16-15,5-3-11 0,0 1 3 0,0 1-14 0,2 0-12 16,0 0 10-16,1-2-14 0,-1 2-5 16,2 0-5-16,-2 0 4 15,1-1-14-15,-1 4-1 0,-1-2-1 0,0-1-12 0,-1 3 6 0,-2 1-4 16,-2 3-3-16,-2 1-8 0,-3 2-1 15,-6 3 0-15,-2-2-30 0,-4 5-27 0,-2-1-23 16,-4 4-36-16,-2-1-16 0,-4-1-36 16,0-4-65-16,-2 4-521 0,-6 0 0 0,-4 0 0 15</inkml:trace>
</inkml:ink>
</file>

<file path=ppt/ink/ink43.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8T09:33:26.052"/>
    </inkml:context>
    <inkml:brush xml:id="br0">
      <inkml:brushProperty name="width" value="0.05292" units="cm"/>
      <inkml:brushProperty name="height" value="0.05292" units="cm"/>
      <inkml:brushProperty name="color" value="#FF0000"/>
    </inkml:brush>
  </inkml:definitions>
  <inkml:trace contextRef="#ctx0" brushRef="#br0">21466 5743 1 0,'0'-13'73'0,"-15"13"-9"0,-7-34 9 16,17 27-1-16,1 1-14 0,0 1-5 15,1 0 5-15,1 1 7 0,-1 1-22 16,2 0 16-16,-2 0-10 0,2 1-15 0,-1 0 1 0,0-1-11 16,2 2 5-16,-3-3 6 0,2 3-11 15,-1 0 0-15,2 0-2 0,-1-1-7 0,1 2 14 16,-1-1-13-16,-1 0-1 0,2-1-1 16,0 0 7-16,-1 0-17 0,1 1 10 0,0 1-2 15,-1 0-10-15,1-2-13 0,0 1 21 16,-2 1-22-16,2 0 1 0,0-1 3 0,0 1 19 0,0-2 1 15,-1 2-1-15,1 0-5 0,0 0-2 16,0 0-16-16,0-2-1 0,0 2 8 0,0 0 13 16,0 0-14-16,0 0 1 0,0 0-2 15,0 0-8-15,-1 0-3 0,1 0-25 16,0 0-10-16,0 0-15 0,1 0-28 0,-1-2-80 16,0-1-53-16,1 2 30 0</inkml:trace>
  <inkml:trace contextRef="#ctx0" brushRef="#br0" timeOffset="523.48">21630 5447 34 0,'0'0'92'0,"0"0"-7"0,0-1-2 15,-2 0-17-15,2 2 8 0,0-1-26 16,0 1 13-16,-1 5 15 0,0-2 2 0,-2 2-13 16,-2 12-4-16,-2 0-2 0,0 2-4 15,1 0-9-15,-1 3 8 0,0-1-12 0,1-1 3 16,2 0-9-16,-2-1 5 0,2 0-12 0,2-5 14 16,2-2-18-16,-2-4 6 0,2-9 6 15,0 8-6-15,0 0 1 0,0-8 10 0,11 13 7 16,-6-10-4-16,15-1 4 0,-8-2-12 0,10 0-2 15,28-16-11-15,-16 4-2 0,2-3 0 16,3-6-13-16,1 1 1 0,2-3-14 0,2-4 9 16,4 2-10-16,2-5-8 0,2 2-1 0,2-4 4 15,4 0-5-15,4 0 6 0,0-2-9 16,2 1 5-16,-2 0-7 0,0-1-3 0,2 6-4 16,6-3 1-16,-2 3 0 0,4-2-12 0,0 3 8 15,2 1-5-15,-4 0-15 16,0 2-5-16,-4 0-37 0,-3 2-34 0,-3-2-49 15,-5 2-106-15</inkml:trace>
  <inkml:trace contextRef="#ctx0" brushRef="#br0" timeOffset="4444.54">7576 8171 82 0,'0'0'89'0,"0"0"-10"0,0 0-7 16,0 0-12-16,0 0 6 0,0 0-19 0,0 0 19 15,0 0-23 1,0 0 9-16,0 0-12 0,0 0-19 0,0 13 12 0,0-13-7 0,0 0-1 15,0 0 1-15,0 0-6 0,0 0-10 0,0 0 6 16,0 0-1-16,0 0 3 0,0 0-11 16,0 0-14-16,0 0 24 0,0 0 5 15,0 0-4-15,0 0-16 0,0 0 5 0,0 0 10 16,12 26 12-16,-2-26-8 0,12 2-2 0,1 0 1 16,2 0 5-16,1 2-8 0,-1-2 1 15,4-1 6-15,1 1-1 0,-1-2 5 0,2 2-4 16,5 1-4-16,-3-2-1 0,3 2 9 0,1-2-9 15,3 3 6-15,2-3-6 0,4-1 4 16,4 0-4-16,0 0 7 0,-23 0-5 0,17 0-6 16,9 0-2-16,9 0 7 0,74-15-4 15,-63 12 2-15,2-1-8 0,-1 0-3 0,4-1 1 16,-2 1 8-16,2 0-8 0,1-1-1 16,3 0 6-16,-1 1-2 0,0-1-9 0,3 1 3 0,-2 1 0 15,6-3 9-15,1 3-11 16,1-2 10-16,2 1 2 0,0 2-2 0,-1-2-4 15,3 1 4-15,1 1 7 0,0 0-5 0,2 2-6 16,-1-3 6-16,10 2-11 0,-1 1 7 16,-1-1 3-16,0-2-7 0,-2 3 5 0,1 0-3 15,0-1-4-15,-53 1 8 0,26 0-2 0,14 0-4 16,4 0-1-16,6 0 3 0,2 0 5 16,101 11-2-16,-103-7-5 0,1-2-1 0,2 0 0 15,-2 1 1-15,2-1-1 0,2 0 8 16,2-2-9-16,-3 2 9 0,3 1-2 0,2 0 1 15,2 0-6-15,2-2-3 0,-1 1-6 0,0-2 11 16,0 0-3-16,0 1 2 0,0 0-4 0,0-1-4 16,2 0-1-16,-1 0 6 0,-1 0-6 15,-3 0 5-15,1 1-2 0,-3-1-4 0,0 0 5 16,0 0 1-16,-1 0-6 0,2 4 5 0,2-4 3 16,-4 2-4-16,-51-2-1 0,26 0-4 0,12 0-2 15,9 0 3-15,5 0-2 0,1 0 5 16,1 0 0-16,3 0-5 0,111-12 6 15,-107 12 0-15,-2-3-7 0,-2 1 3 0,2 0 5 16,-2 0 1-16,2 0-8 0,-2-2-3 16,0 2 2-16,0 1 6 0,1-2-6 0,2 0-3 0,-2 0-2 15,-1 1 8-15,1-1-7 0,-1-1-1 16,3 2-1-16,1 1 4 0,4-2-4 0,7 3 1 16,0-1-6-16,-3-1-1 0,0 0-1 15,-2 2 6-15,1 0-7 0,-2 0 5 0,-61 0 1 16,31 0-3-16,14 0-3 0,11 0 8 0,2 0 3 15,124 11-7-15,-118-6 2 16,1 0-2-16,3 1-2 0,0 1 1 0,-3-1 2 0,-2 1 6 16,-2 1-8-16,2-1 7 0,0-1-4 0,1 3 5 15,-8-1-7-15,-3 1-1 0,-5-1-3 0,-3 0 11 16,-7 0-9-16,-2 0-2 16,-5-2 3-16,-1 0-4 0,-6 2 1 0,-6-2 1 15,-2 0 4-15,-10-1 4 0,-2 0 1 0,-10-2-5 16,-4 2 5-16,-6-2-10 0,-8 0 1 0,-4 0 10 15,2 1-2-15,-6-4 10 0,-6 2-11 16,-2-2-2-16,-12 0 11 0,2 0-11 16,-2 0 12-16,-8 0-14 0,10-7-23 0,-24-3-52 0,-14 0-196 15,-6 1 63-15</inkml:trace>
  <inkml:trace contextRef="#ctx0" brushRef="#br0" timeOffset="7266.79">1564 9975 22 0,'0'0'86'0,"0"0"-4"15,0 0-26-15,0 0-4 0,0 0-3 16,0 0 12-16,0 0-21 0,0 0-6 16,0 0-2-16,0 0 5 0,0 0-5 0,0 0-3 15,0 0 2-15,14 0-8 0,-14 0-5 0,0 0-1 16,0 0 2-16,0-13-3 0,0 13 4 0,0 0 2 16,0 0-15-16,0 0 20 0,0 0-15 15,0 0-22-15,0 0 20 0,0 0-18 16,0 0 0-16,0 0 2 0,0 0 13 0,0 0 7 0,0 0-9 15,0 0 9-15,0 0 8 0,0 0-8 16,0 0 3-16,14 0 10 0,-14 0-4 0,24-15-3 16,-20 16 5-16,2-1-2 0,0 1-5 15,2 1-1-15,-8-2 5 0,6 0-2 0,8 0-2 16,16 8-3-16,-12-4 8 0,4 0-2 0,-1 0-3 16,2 2 11-16,3-2-5 0,4 1-5 15,-1-1 13-15,4 1 3 0,3-1-6 0,3 2 8 16,2-4-2-16,3-2 0 0,4 2 0 0,-22-2 0 15,12 0-2-15,10 0-3 0,4 0-3 16,6 0 2-16,3 0-4 0,2 0 1 0,65-14-3 16,-61 11-5-16,1-1 3 0,3 0 5 15,-1 0-5-15,4-1 1 0,0-1-6 0,4 1 1 16,3-1-3-16,2-1 9 0,-2-2-6 16,3 0-2-16,0-2-5 0,-1-1-2 15,2 1 8-15,-1-2-10 0,1 1 5 0,-2-3 2 16,0 1-2-16,-3 2-13 0,-4-1 9 0,0 3-3 15,-3-2-8-15,-3 2 4 0,-6 2-1 0,-3-3 5 16,-1 2 1-16,-6 0-9 0,-4 1 4 0,-3 0 0 16,-4 1 3-16,-5 1-2 0,-2 1 3 15,-2 0-4-15,-2 0 3 0,-1-1-1 0,-6 4 5 16,-5-2-4-16,-3 1-5 0,-3 1-1 0,-4-2-2 16,0 4 2-16,-4-1 9 0,1-1-6 0,-2 0 13 15,-1-1 0-15,0 3-8 0,2-3-15 0,-1 1-54 16,10-5-76-16,-2-1-109 0,0-1-152 15,1 0 1-15</inkml:trace>
  <inkml:trace contextRef="#ctx0" brushRef="#br0" timeOffset="13534.24">1126 12241 7 0,'0'14'23'0,"-13"-14"-1"15,13 0-7-15,-27 18 1 0,23-16-7 16,0 1 1-16,2-3-29 0,0 3-31 0</inkml:trace>
  <inkml:trace contextRef="#ctx0" brushRef="#br0" timeOffset="14154.91">862 12563 87 0,'-1'-1'124'16,"1"0"-5"-16,0-3-19 0,7-3-3 15,3 0-5-15,5-1-7 0,4-3-12 0,2-2-3 16,6 4 6-16,3-4 8 0,5 1-5 0,-6 1-16 16,-1 2 6-16,2 1 2 0,-3 0-5 15,2 1-17-15,2-1-3 0,1 5 2 0,0-5-12 16,4 4 3-16,2-2-3 0,2-1-1 0,3-1-3 15,-1 2 1-15,2-3 5 0,2 0-7 16,6-1-2-16,6-5-4 0,6 2 7 0,1 1-6 16,3-4 5-16,7-2-7 0,5 0-4 15,5 3 5-15,4-4-2 0,5-2-8 0,3 1 1 16,4-1 3-16,-1 2 1 0,1-2-3 0,7 2 3 16,4-2 0-16,3 0 5 0,-2-1 0 15,-1 1 0-15,3 0-1 0,-1 0-6 0,4-1 3 16,4 1-19-16,2 0 17 0,-5 1-2 0,2-3-1 15,-3 3-11-15,1 0 14 0,-7 0-4 16,-1 1 1-16,-5 0 0 0,-6 2-3 16,-5 2-7-16,-7 0 5 0,-6-1-10 0,-5 4 11 15,-6-2-11-15,-5 1 7 16,-6 2 3-16,-4-2-15 0,-6 3 8 0,-2-1-2 0,-4 0 1 16,0 1-6-16,-4 1 1 0,0 0 5 15,-4-1-6-15,0-1-26 0,-2 0-43 0,0 1-30 0,-4-3-42 16,0 4-63-16,0-1-271 0,-6-1 0 15</inkml:trace>
  <inkml:trace contextRef="#ctx0" brushRef="#br0" timeOffset="15411.87">3458 13767 73 0,'0'0'114'16,"0"0"-17"-16,-14 0 6 0,14 0-14 0,0 0-4 15,0 0-9-15,-27 23 3 0,24-23 4 16,1 0 0-16,-1 0-4 0,2 0-14 15,-1 0-4-15,0 0-6 0,0 0 2 0,1-1-13 16,0 1-5-16,-1 0 0 0,1 0-7 16,1 0 12-16,1 1 9 0,3-1 8 0,0 0-6 15,3 0-1-15,12-3 0 16,-7 3 2-16,29-12 1 0,-13 4-9 0,7-4-9 0,3-5-3 16,5 0 7-16,6-4-3 0,6-3-16 0,6-1 2 0,5-4 7 15,7 1-6-15,4-5 1 0,5-1 0 16,6 3-15-16,-1-2 6 0,2-2-7 0,3 6 4 15,0-3-8-15,0-2 6 0,2 5-6 16,-2-3 2-16,-3 3-7 0,-1 1 9 0,-2 0-6 16,-4 0 7-16,0 4-2 0,-2-5 2 0,-4 3-10 15,2-1 7-15,0-1 2 0,-2 0-11 0,-2 0 6 16,-2 1-1-16,-2 1-3 0,-4-1 0 0,0 0-13 16,-4 2 1-16,-2-2 3 0,-4 6-3 15,-4-1-5-15,0 1 3 0,-4 0-1 0,-4 2 1 16,-4 5 0-16,-2-2-14 0,-6 3-14 15,-2 3-24-15,-4-1-52 0,2 4-37 0,-4-1-151 16,-6 2-90-16,0-1 0 0</inkml:trace>
  <inkml:trace contextRef="#ctx0" brushRef="#br0" timeOffset="17290.8">4379 15862 102 0,'-15'0'113'15,"15"0"-12"-15,0 0-16 0,0 0 2 0,0 0 9 16,0 0 14-16,0 0-12 0,0 0 1 0,9-18-16 15,2 18 5-15,28 8-11 0,-7-3-5 16,0 0-1-16,1 3 1 0,3-3-4 0,4 4 2 16,3-4-11-16,4 5-1 0,-2-4 2 0,7 0-10 15,4 2-3-15,3-4 10 0,4-1-4 0,7-3-4 16,-35 0-10-16,20 0 5 0,73-13-5 16,-52 2-5-16,4-3-6 0,4-1-2 15,4-3-2-15,4-1 0 0,-2-3 3 16,2-2-2-16,-4 2-10 0,2-1-7 0,-2-1-4 0,-4 2-8 15,0 1 5-15,-3 5-4 0,-6 3-10 0,-6 2 2 16,-2 3 2-16,-5 3 2 0,-3 5 4 16,-32 0-6-16,13 0 2 0,48 16 0 15,-43-4 7-15,-1 5 2 0,-3 2 4 0,-1 3 5 0,-3 4 1 16,-1 3 3-16,0-1 11 0,-4 3 3 16,2-1-6-16,0 4 0 0,0-2 16 15,0 2-12-15,2-1 12 0,-1-1-6 0,1-1-8 16,1-3 9-16,2 0 2 0,2-4 23 0,1-3-16 15,0-6-6-15,2 0 14 0,6-7-5 0,-2 0-2 16,2-7-9-16,-23-1-22 0,14 0 15 16,58-20 3-16,-39 7-5 0,3-5-4 0,2 2-4 15,3-3-1-15,3 0-5 0,-1-2 3 0,2 0-15 16,0 3-6-16,0-1 0 0,2 2 5 16,-2 0-6-16,0 3-3 0,-4 2 5 15,0 0-7-15,-2 4 1 0,4 1 1 0,1 3 11 16,-3 0-2-16,-34 4 0 0,18 0 7 0,11 0-5 15,4 0 3-15,3 0 3 0,4 0-11 0,81 8 14 16,-75-6 9-16,-36-2-7 0,23 0 9 0,11 0 16 16,96-11-4-16,-71 1-18 0,3-3 13 15,10-2-12-15,7-4 8 0,10-6 7 16,7-2-3-16,100-23 0 0,-13 4-14 0,-5-1 14 16,-42 5-14-16,-27 8-16 0,71-18-6 0,-5 1 6 15,-43 11 2-15,-26 8-3 0,-15 3-13 16,96-17 11-16,-5 3 8 0,-48 12-15 15,-29 5-9-15,-19 3-11 0,2 0-32 0,2 1-37 16,0-1-63-16,0-2-78 0,-2-5-434 0,1 2 1 16,-2-8 0-16</inkml:trace>
</inkml:ink>
</file>

<file path=ppt/ink/ink44.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1T10:30:51.157"/>
    </inkml:context>
    <inkml:brush xml:id="br0">
      <inkml:brushProperty name="width" value="0.05292" units="cm"/>
      <inkml:brushProperty name="height" value="0.05292" units="cm"/>
      <inkml:brushProperty name="color" value="#FF0000"/>
    </inkml:brush>
  </inkml:definitions>
  <inkml:trace contextRef="#ctx0" brushRef="#br0">8995 13574 11 0,'0'0'82'15,"0"0"-12"-15,0 14-9 0,0-14-2 0,0 0 4 16,0 0-4-16,0 0-8 0,0 0-11 15,0 0 22-15,0 0-10 0,0 0-6 0,0 0 4 16,0 0-3-16,0 0-3 0,0 0 12 16,12 16-12-16,-11-16 7 0,-2 0-16 0,2 0 5 15,1-2-2-15,-2 2-16 0,1 2 9 0,-1-4 2 16,1 2 1-16,-1 0-2 0,0 0-8 16,2 2 7-16,-2-2-3 0,0 2-6 0,0 0-1 15,0 1-4-15,1 0 5 0,-1 0 1 0,0 2 7 16,0 1-3-16,1-1-1 0,-1 2 1 15,0 0 6-15,0 3-5 0,0 0 1 0,0 4-4 16,0 7 1-16,0 0 7 0,0 3-8 16,0-1 15-16,10 28-8 0,-9-21 4 0,3-3 0 15,0-1-15-15,2 3 3 0,-1 1-4 16,2-2 4-16,-1 4-7 0,4-1 8 0,-2-4-10 16,1 0-3-16,2 0-3 0,2 1 6 0,0-1 18 15,6-4 3-15,-2 1 10 0,2-1 14 0,2-1 5 16,3-2-6-16,2-2 9 0,4-5 13 0,6-1-11 15,6-2 0-15,3-5-9 0,6-2-9 16,-23-3 10-16,17 0 6 0,69-20-4 0,-36 3-15 16,8-6 15-16,13-6-11 0,9-10 13 15,9-5-9-15,93-34 2 0,3-10-2 16,8-5-6-16,7-1 4 0,7-1-14 0,5-4 1 16,22-2-7-16,2 7-11 0,5 0-29 0,-6 11-40 15,-8 5-15-15,-10 5-43 0,-9 5-10 0,-15 2-43 16,-10 5-46-16,-51 11-523 0,-31 9 0 15,-22 4 0-15</inkml:trace>
</inkml:ink>
</file>

<file path=ppt/ink/ink45.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8T09:34:36.477"/>
    </inkml:context>
    <inkml:brush xml:id="br0">
      <inkml:brushProperty name="width" value="0.05292" units="cm"/>
      <inkml:brushProperty name="height" value="0.05292" units="cm"/>
      <inkml:brushProperty name="color" value="#FF0000"/>
    </inkml:brush>
  </inkml:definitions>
  <inkml:trace contextRef="#ctx0" brushRef="#br0">19678 15408 2 0,'14'-15'155'0,"-14"15"1"0,0 0-9 0,0 0 6 15,14-16-1-15,4-4-11 0,-16 17 1 16,1-1-11-16,0 0 2 0,-1-1-9 16,1 0-1-16,0 2-18 0,-1-1 1 0,0 0 11 15,0-1-15-15,0 3-6 0,0-2-5 0,0 0-5 16,0 2-4-16,0-2-14 0,-1-1 1 0,0 2 2 15,1-4-10-15,-1 4-11 0,0-1-9 0,-1-2 5 16,0 1-12-16,0 5-4 0,0 0-4 16,0-14 9-16,-14-13-32 0,4 11 11 0,0 4-2 15,-2-2-16-15,-2 1 11 0,-2-1-4 16,-1 4-5-16,0 0 6 0,-2 0 2 0,-1 2-6 0,-3 3-24 16,1-1 10-16,-4 3 9 15,4 3 6-15,10 0-13 0,-6 0-4 0,-3 0 7 16,-24 18-6-16,19-6-3 0,2 0 7 0,-2 2 9 15,0 1 2-15,-1 4-6 0,-2 2 5 0,1 3-6 16,0-1 13-16,1 3-13 0,2 3 11 16,-1 0-6-16,4 0-12 0,-1 3 8 0,6 0 4 15,2 0 0-15,3 1 8 16,3-1-11-16,3-2 12 0,2 4-7 0,4 0 1 0,-1-2-9 16,1-19 10-16,13 31-3 0,-3-17 6 0,2-7-4 15,1-1 26-15,3 1-5 0,1-4 5 0,3-2-2 16,0-3 10-16,0-2 2 0,0-2-2 15,0-1-7-15,4-6 3 0,-10 0-4 0,4 0-2 16,28-13-13-16,-18 4 15 0,3-5-4 16,1 1-17-16,1-5 22 0,-2-2-26 0,2-2 24 15,1 3-13-15,-2-4-6 0,0 0-9 0,0-2 14 16,-3 0-17-16,-2 0-16 0,-1 1 4 0,0-1 12 16,-1 3-1-16,-2-1 1 0,-2 3 0 15,-1 3 6-15,-3 0-14 0,1 0 7 16,-4 2 1-16,0 3 4 0,-2-1-8 0,-4 6 10 15,-2 1-11-15,0 1 1 0,-2 2-19 16,-2 0 11-16,1 1-13 0,1 1 14 0,-4 1-4 16,0 0 10-16,0 0-18 0,0 0 14 0,8 16-3 15,-5 2 12-15,-3 3 8 0,0-9-11 0,0 8-1 16,0 5 4-16,0 4 6 0,-11 32 0 16,7-29-3-16,0 2 6 0,0 2-2 0,-3 0 4 15,1 3-10-15,0-1 13 0,0-1 2 16,0 2-11-16,1-2-5 0,-2-1 14 15,1 0 11-15,0-2-11 0,-2 1 9 0,0 0-10 16,2-3-5-16,-4 1 7 0,1-4-5 0,-3 1 10 16,1-3-1-16,-1-1-5 0,-1 0 3 0,-2-3-5 15,2 1 10-15,-3-2-1 0,-1-1 7 0,-2 1-9 16,-1-4 17-16,-1-1-5 0,-1 0 9 16,-2 1 5-16,-2-2 0 0,-6 1-8 0,-4-2-1 15,-7 2 3-15,-5 2-31 0,-7 0-1 16,-3-4-9-16,-2 4-26 0,-1-3-12 15,0 0-26-15,5 1-11 0,4-4-12 0,4 2-15 16,8-4-20-16,4-1-31 0,5-4-20 0,3 3-8 16,9-4-57-16,9-4-276 0,3-1 1 15</inkml:trace>
  <inkml:trace contextRef="#ctx0" brushRef="#br0" timeOffset="294.45">20908 15890 39 0,'6'-5'210'0,"6"-5"-12"0,2 1-2 15,2 1-21-15,4 0-17 0,2-3-7 0,4 3-16 16,2-2-16-16,0 0-16 0,4 1-13 16,4-3-11-16,7 1-6 0,1-1 3 0,2 0-16 15,6-2-9-15,3 3-13 0,4-2-11 0,1 1-38 16,-1-4-24-16,-2 4-66 0,-2-3-62 16,-3 0-121-16,-1 0-62 0,-9 0 0 15</inkml:trace>
  <inkml:trace contextRef="#ctx0" brushRef="#br0" timeOffset="545.4">21280 16175 25 0,'-16'21'215'0,"0"-1"-17"15,3-2-11-15,1-1-16 0,2-5-7 16,2 0-24-16,3-2 12 0,5-1-6 0,0-9-3 15,0 0-14-15,25 17-14 0,-5-11-11 0,4-2-1 16,4-1-24-16,3-3-4 0,4 2-5 0,-19-2-6 16,9 0-9-16,7 0-7 0,42-12-29 15,-33 7-18-15,2-4-32 0,1-1-35 0,0-1-41 16,-3 1-25-16,2-1-36 0,-2-2-82 0,1 0-163 16,-2-2 1-16</inkml:trace>
  <inkml:trace contextRef="#ctx0" brushRef="#br0" timeOffset="1113.42">22903 15486 49 0,'2'-6'289'16,"4"2"-26"-16,-4 0-26 0,0 3-27 0,-2 1-6 15,0 2-17-15,0 3-5 0,-4 12-16 0,-2 7-34 16,-2 3-8-16,-2 2-26 0,2 5-6 16,-4 2-2-16,0 1 2 0,2 5-31 0,0 0 10 15,0-3-9-15,2 1-13 0,0-1-6 0,4-3 6 16,-2-4-15-16,-2-2 12 0,4-2 4 16,0-4 8-16,0-5 29 0,0-3 11 0,2-4 6 15,0-3-3-15,-2-5-7 0,4 0-9 0,0-4-5 16,0 0-10-16,-4-19-15 15,4-5-16-15,-2-8-15 0,2 14-12 0,0-9 0 0,0-6-10 16,10-45 7-16,-2 28-11 0,4-3-14 16,2 0-9-16,2 0-9 0,6-1 5 0,2 1-11 15,6-1 19-15,6 3-1 0,4 2-21 0,4 2 30 16,2 4-23-16,2 3 22 0,2 7-27 16,-2 3 7-16,-3 3 9 0,2 5 10 0,-6 2-7 15,-5 7 8-15,-1 5-9 0,-3 1 3 0,-4 7 0 16,-15 0 7-16,16 27-1 0,-19 0-5 15,-10 11 10-15,0-18 5 0,-18 44-2 0,2-14-10 16,-1 0 17-16,0-2-8 0,-1-1 8 16,4-3 11-16,0-3 0 0,4 0-2 15,2-1 14-15,1-5 6 0,3 0 9 0,4-18 3 0,0 9-6 16,12 28 3-16,0-30 4 0,4-3-7 16,5-2-2-16,7 0-11 0,4-4 4 0,4-4-34 15,4-1-17-15,3-3-29 0,2-3-33 0,3-2-36 16,0-2-32-16,-22 0-27 0,11 0-23 15,50-12-494-15,-41 2 0 0,-3-1 0 16</inkml:trace>
  <inkml:trace contextRef="#ctx0" brushRef="#br0" timeOffset="1381.04">24216 15723 148 0,'-8'-20'181'0,"0"-1"3"15,2-1 25-15,-2 0 13 0,4 1-6 16,2 0-5-16,2 4-14 0,0 5-15 0,0-3-29 15,20-19-10-15,-4 17-27 0,6 3-7 16,2 2-8-16,4 3-2 0,4 2-21 0,1 2 6 16,3 3-3-16,-19 2 9 0,11 0-14 0,35 14-16 15,-28-2-16-15,-2 1-13 0,-4 4 11 16,-2 0-17-16,-6 2 15 0,-5 2-16 0,-5 2 4 16,-3 6-10-16,-8 1 12 0,0-15-16 15,-20 28-19-15,4-16 16 0,-5-1 4 0,-1-2-16 0,-3-1 22 16,0-3-23-16,-3-1 22 0,0-5-5 15,-2-1 5-15,5 0-13 0,0-5-21 0,-5 0 1 16,5-3-14-16,1-3-26 0,4-2-25 16,9 0-57-16,-3 0-50 0,-10-22-76 0,16 4-382 0,8 6 0 15</inkml:trace>
  <inkml:trace contextRef="#ctx0" brushRef="#br0" timeOffset="1712.05">25708 14733 19 0,'-9'-11'161'0,"-3"2"-7"16,-5 4-17-16,-5 2 3 0,9 3-9 15,-10 0-7-15,-30 15-5 0,18-2-3 16,-3 2 9-16,0 4-5 0,-2 5-1 0,3 4-1 0,-3 5 11 15,1 5-15-15,-1 6-5 0,3 4-13 16,1 7 5-16,3 1-10 0,1 1 6 0,2 3-12 16,6 3 1-16,3 0-15 0,2-1 3 15,5-3-19-15,0 2 3 0,9-1-20 0,5-8-1 16,0-25-15-16,0 12 4 0,20 47-6 16,-5-43-4-16,1-2-11 0,5-5 8 0,3-4-31 0,5-4-7 15,5-8-26-15,2-3-34 0,0-7-42 16,1-6-41-16,-17-4-38 0,11 0-356 0,35-14 0 15</inkml:trace>
  <inkml:trace contextRef="#ctx0" brushRef="#br0" timeOffset="1891.9">25410 15615 1 0,'-16'-16'172'0,"2"4"-3"0,4 2 9 15,0-4 7-15,4 8-12 0,0 0-23 0,2 1-18 16,4 1-7-16,0 4-10 0,0 0-16 0,12-6-4 15,10 1-7-15,7 2-12 0,2 0-10 16,6 0-7-16,4 0-27 0,10 0-42 16,6-1-42-16,6-1-69 0,4-1-52 0,-1-2-138 15,2-2-1-15,2 0 0 0</inkml:trace>
  <inkml:trace contextRef="#ctx0" brushRef="#br0" timeOffset="2246.31">27559 14414 130 0,'-31'-17'236'0,"1"2"-12"0,-4 7-11 16,4 3-24-16,-5 5-8 0,18 0 3 0,-38 13-24 15,18 6-6-15,-3 6-38 0,-3 8-1 0,0 9-15 16,-2 9 2-16,-2 8-31 0,0 5 14 0,3 7-8 16,0 6-20-16,3 2 1 0,4 1 9 15,4-3-8-15,3 3 9 0,4 0-4 0,4-6-13 16,2 2-4-16,8-4 2 16,0-1 0-16,4-4-17 0,4-2 18 0,2-4-12 0,2-32 0 15,0 10-8-15,12 56-27 0,-2-47-3 16,4-2-19-16,0-3-23 0,4-3-11 0,4-7-8 15,0-4-40-15,4-5-24 0,2-8-41 0,5-1-51 16,2-13-362-16,-16-2 1 0</inkml:trace>
  <inkml:trace contextRef="#ctx0" brushRef="#br0" timeOffset="2534.02">27972 14837 49 0,'3'-19'270'0,"1"2"-24"0,-4 7-21 15,2 5-27-15,1 1-11 0,-3 8-3 0,1 3-21 16,-3 12-7-16,0 4-7 0,2-8-6 0,-9 39-17 16,1-8-27-16,-3 3 7 0,1 8-6 15,-5 6-17-15,2 0-11 0,-2 5-2 16,2-4-15-16,1 2 11 0,2 0-8 0,4-5 2 0,-1-1 12 15,2-1-11-15,2-3-19 0,2-3-5 16,1-5-10-16,0-26-29 0,0 9-8 16,0 4-6-16,14 29-30 0,-6-37-29 0,3 0-39 15,4-6-50-15,9-7-55 0,-4-8-396 16,-7-6 0-16</inkml:trace>
  <inkml:trace contextRef="#ctx0" brushRef="#br0" timeOffset="2750.61">28515 15384 26 0,'16'-9'195'0,"4"-3"-9"16,1 1-18-16,3 2-10 0,1 1-13 15,5 2-7-15,2 0-22 0,1 1-14 16,2 1-1-16,3 0-11 0,2 1-10 0,3 1-5 0,1-1-13 15,0 0-17-15,0 1-24 0,1 1-22 16,-3-4-50-16,4 1-53 0,-4-3-75 16,1-1-128-16,-2-3 40 0</inkml:trace>
  <inkml:trace contextRef="#ctx0" brushRef="#br0" timeOffset="3217.97">30341 14897 220 0,'9'-2'311'0,"-2"2"-31"15,-2 4-38-15,-2-2-30 0,-2 5-19 0,-1-2-28 16,-5 11 12-16,-3 5-38 0,-7 2-3 16,-2-3-30-16,-3 9 10 0,-4-1-30 0,-3 4 8 0,-1 0-22 15,0 0 1-15,1 0 3 16,3-1-21-16,3-6 0 0,2-4 7 0,2-1-11 15,4-2 14-15,-2-1 13 0,3-4 29 0,1-2 6 16,5-4-7-16,6-7-2 0,-2-5-14 0,6-1-19 16,12-15-18-16,2 0-22 0,6-6-4 15,2-1-5-15,8-7-7 0,3 1-8 16,2-1-10-16,-1-4-13 0,4 4 1 0,0-1 16 16,0 1-14-16,-4 3 5 0,1 3-7 0,-1 4 3 15,-5 3 16-15,-2 2-2 0,-2 5 0 0,-2 3-8 16,1 2-1-16,-6 4-2 0,2 5 2 15,-14 1-5-15,14 17 9 0,-16-2-10 0,-7 8 9 16,-1-8 4-16,-19 36-10 0,2-14 16 16,-10 5-10-16,-9 7-4 0,-4-1 0 0,-5 2-1 15,-2-1 8-15,-1-2-10 0,3-5 10 16,-2-4-11-16,0 0 25 0,-1-3-2 16,2-2 6-16,-4-2-3 0,0-1-6 0,-2-3-11 15,1-1-12-15,-4 0-36 0,2-5-42 0,-1-2-48 16,-1-2-36-16,3-5-54 0,3-5-512 15,5-2 0-15,23-5 1 0</inkml:trace>
  <inkml:trace contextRef="#ctx0" brushRef="#br0" timeOffset="3379.49">29806 14933 54 0,'6'-32'207'0,"-1"4"-35"0,-2 3-10 16,-1 4-11-16,1 7-10 0,-3 2-16 0,1 1-8 15,-1 3-16-15,0 2-43 0,2 2-23 0,-1 3-25 16,2 1-18-16,1 1-15 0,9 9-29 0,4 3-39 16,7-1-95-16,0 0-96 0</inkml:trace>
  <inkml:trace contextRef="#ctx0" brushRef="#br0" timeOffset="3882.1">31663 15090 151 0,'6'5'247'0,"-5"2"-11"0,-1 1-17 16,-4 11-4-16,-5 0-10 0,-3 5-23 0,-4 1-14 16,-3 5-13-16,-3 4-17 0,-2 1-3 0,-1 3-30 15,-4 4-16-15,1 2-3 0,-2 1-2 16,2-1-10-16,1-1-11 0,0 3-19 0,2-3 10 15,2-6 2-15,5 0-11 0,0-2 12 16,4-4-13-16,0-3 9 0,4-3-4 0,-2-2 5 16,2-2 5-16,4-5 2 0,-2 0 13 0,4-5 19 15,0-2 7-15,0-5-8 0,2-1-8 0,2-3-11 16,0-6-15-16,7-11 1 0,1-3-12 16,3-10-8-16,-1 0-6 0,4-10-1 15,4-1-5-15,1-3-9 0,4-8-8 0,1-1-4 16,4-5 9-16,1-2 0 0,3-1-9 0,3-2-11 15,1 2 6-15,4 0-5 0,3 1-15 0,3 2 0 16,3 2-8-16,0 4-11 0,3 2 16 16,-1 4-3-16,-4 4 8 0,-1 7 16 0,-4 2-9 15,-4 7-4-15,-3 2 5 0,-7 4-2 16,-1 5-12-16,-5 3-4 0,-2 2 12 0,-8 8 3 16,-12 2 11-16,-1 24-10 0,-15-2-5 0,-8 5-3 15,-8 6 8-15,-7 5-17 0,-3 1 7 16,-2 1-20-16,0-1 11 0,1 2 1 0,3-3-5 15,3-3 9-15,3-2-23 0,4-5-7 0,4 1-28 16,0-8-21-16,7 0-25 0,3 1-1 0,8-5-22 16,7-4-42-16,1-13-57 0,20 6-324 15,5-10 0-15</inkml:trace>
  <inkml:trace contextRef="#ctx0" brushRef="#br0" timeOffset="4310.72">32340 14995 108 0,'22'-8'201'15,"-5"3"-14"-15,-6 0-3 0,-6 5-10 0,-5 0 5 16,-3 9-15-16,-1-4-13 0,-9 11 3 16,-2 2-18-16,-3 1-7 0,-4 3-13 0,-2 3-21 15,-1 4-4-15,-4 2-14 0,-1 2-7 0,1 1 1 16,0-1-22-16,1 0 11 0,3-1-14 0,3-2 7 16,2-5 8-16,3-3 8 0,1-3-11 15,0 2 39-15,3-4 0 0,2-5 27 0,0 1 5 16,6-10 3-16,2-1-14 0,3-2-19 15,3-12-35-15,8-6-34 0,3-7-1 0,6 1-23 16,4-1 2-16,4-5-14 0,8-2-5 16,3 1 4-1,2 2 2-15,30-18-4 0,-9 6 8 0,-4 9 6 0,-9 12-16 0,-6-1 13 16,-6 3-7-16,-6 4 24 0,-6 7-6 0,-3-1-4 16,-6 5-3-16,-2 3 2 0,-14 0 7 15,10 0-10-15,4 14 4 0,-12-1 11 0,-5 3 3 16,3-4-9-16,-17 30-5 0,7-9 7 0,-6 4 0 15,4-1-21-15,2-6 3 0,2-1 5 16,1 0 5-16,2 4 2 16,1-1-8-16,2 21 7 0,2-8 11 0,0-26 2 0,15 36-12 15,0-24-11-15,3-8-2 0,6-4-38 16,4-5-21-16,3-8-65 0,1-6-66 0,-13 0-64 16,37-18-529-16,-15-4 0 0,-4-4 0 0</inkml:trace>
  <inkml:trace contextRef="#ctx0" brushRef="#br0" timeOffset="4594.46">33381 14412 100 0,'4'-3'302'0,"-4"5"-30"15,2 5-18-15,0 6-20 0,0 6-8 16,0 6-31-16,-2 5-24 0,-6 10-4 15,0 7-22-15,-2 6-1 0,-2 11-21 0,-4 13-31 0,-2 7 4 16,0 5-3-16,-2 4-15 0,1 0-5 0,4 8 2 16,-2-12-13-16,2 3 19 0,2-10-11 15,4-7 6-15,-3-3 11 0,-4-9-6 0,2-4-13 16,2-12-2-16,-4-1-9 0,2-6-5 16,-6-2-2-16,-1-3-3 0,-8-3-2 0,-3-1-9 15,-16 1-7-15,-11-4 10 0,-16 2-2 0,-5-3-23 16,2-7-46-16,-1-2-73 0,-11-4-78 15,-7 0-122-15,-6 1-498 0,1-7 0 0,4-3 0 16</inkml:trace>
  <inkml:trace contextRef="#ctx0" brushRef="#br0" timeOffset="5896.36">24446 12278 204 0,'0'0'208'16,"-16"0"-9"-16,-4 20-15 0,16-19-22 16,4 0-11-16,4 1-13 0,16 1-24 0,8 2 2 15,1-1-10-15,8-2-11 0,9-2-12 0,-21 0-3 16,18 0-11-16,10 0-9 0,67-11-8 0,-51 5 5 15,2-1-4-15,0 0-12 0,1 0-4 0,-2 0 0 16,0 0-10-16,-4 0-9 0,-3 0-31 16,-6 2-27-16,-3 1-50 0,-6-2-43 0,-7 1-44 15,-6 0-118-15,-6-1-91 0,-9 2 0 16</inkml:trace>
  <inkml:trace contextRef="#ctx0" brushRef="#br0" timeOffset="6149.31">24887 12947 127 0,'-17'21'221'0,"1"0"-15"0,0-2-1 16,2-2-5-16,5-2-5 0,1-2-1 0,8-5 4 16,0-8-15-16,12 7-13 0,13-5-7 0,-10-2-22 15,10 0-7-15,45-17-24 0,-22 4-15 0,5 0 7 16,3-3-13-16,5-2-35 0,2-1-43 15,2-2-43-15,-1-2-46 0,-1-1-42 16,-2 0-41-16,-3 0-71 0,-5-2-312 16,-5-2 0-16</inkml:trace>
  <inkml:trace contextRef="#ctx0" brushRef="#br0" timeOffset="6672.03">26155 11738 197 0,'-25'-14'221'0,"2"1"12"0,3 0 10 0,6-2-31 16,6 0-22-16,5 2-14 0,3 3-1 0,20-12-27 16,1 3-29-16,2 6-1 0,4-1-20 15,7 1 2-15,5 0-12 0,5 3 8 16,3 3-2-16,2 0-20 0,0 4-6 0,2 2-3 16,-28 1-7-16,11 0-1 0,3 0-24 0,39 18-3 15,-44-9 2-15,-2 2-19 16,-4 3 2-16,-6 4 2 0,-4 3-5 0,-6 4-2 0,-4 3-4 15,-6 9-5-15,0-20-11 0,0 9 10 0,-14 36-3 16,8-30-11-16,0 4-3 0,2-1-2 16,2-4 14-16,2-17-3 0,0 6-13 0,0 3 21 15,12 24 6-15,-4-26-7 0,8 0-11 0,0-5 10 16,0 2 7-16,4-2-18 0,-1 0 13 0,2-3 4 16,-4 1-16-16,-2 0 6 0,1-1-5 15,-1 6 21-15,-3-3 0 0,-2-3 8 0,0 3-7 16,-5 3 13-16,-5-4 10 0,0-6-18 15,-11 22 22-15,-2-11-10 0,-6 0-3 0,1-2-3 16,-4-2-16-16,-3 2 11 0,-3 0 4 0,-4-2-7 16,0 3 4-16,0-2-5 0,-4 0 0 15,4 0-4-15,4-1-22 0,-4-2 0 16,6 0-32-16,2-1-34 0,0 1-47 0,3-3-58 0,2-1-74 16,10-5-365-16,5-3 1 0</inkml:trace>
  <inkml:trace contextRef="#ctx0" brushRef="#br0" timeOffset="7004.53">27048 12264 83 0,'1'-19'267'0,"-2"-1"18"16,0 4 30-16,1 9 5 0,0-3-29 0,0-1-26 15,0 1-19-15,0 1-25 16,0 2-30-16,0-4-14 0,10-16-21 0,0 13-20 15,-1 3-16-15,8 2-10 0,5 1-5 0,2 3-18 16,1 3-6-16,-11 2-6 0,7 0-9 0,3 0-20 16,29 16 0-16,-27-7-4 0,-1 3-9 0,-1-2-6 15,-5 10-10-15,-3-3-1 0,-4 1 0 0,-7 4-8 16,-4 5 4-16,-1-14-6 0,-16 28 1 16,2-14 5-16,-6 1-5 0,-2-1-6 0,-3-3 1 15,-3 0 3-15,-1-3-11 0,-2-2 15 0,0 0-5 16,2-3 4-16,-2-4-6 0,2 1-11 15,-1-5-21-15,1 0-40 0,1-7-56 16,16-1-57-16,-20-13-67 0,19-5-563 16,3-4 1-16,10-2 0 0</inkml:trace>
  <inkml:trace contextRef="#ctx0" brushRef="#br0" timeOffset="7235.84">28151 11623 222 0,'20'-5'216'0,"-7"5"2"16,-6 0-11-16,-5 5-15 0,-2 4-13 0,-5 15-18 15,-6 1-8-15,-2 3-27 0,-4 4-6 0,-6 4-11 16,-5 5-6-16,-3 3 5 0,-1 7-12 16,-6 2-7-16,-2-1 2 0,-2 3 14 0,0 2-18 15,0 2-5-15,1-3-2 0,5-2-20 16,1-1-5-16,6-6-33 15,3-1-3-15,-1-4-26 0,7-5-34 0,3-4-38 0,3-1-41 16,4-3-43-16,6-8-78 0,2-12-322 0,2-9 1 16</inkml:trace>
  <inkml:trace contextRef="#ctx0" brushRef="#br0" timeOffset="7432.96">27656 12089 193 0,'-6'-25'262'0,"-1"2"-11"0,3 5-18 0,1 4-5 15,1 3-19-15,0 2-21 0,1 1-22 0,0 2-17 16,1 6-20-16,0 0-16 0,0 0-13 0,12-4-25 16,6 8-15-16,1 3-13 0,1 5-46 15,1-1-42-15,2 2-36 0,-2 3-27 0,6 0-44 16,-1 2-60-16,4 1-249 0,0-1 0 16</inkml:trace>
  <inkml:trace contextRef="#ctx0" brushRef="#br0" timeOffset="7580.46">28228 12357 141 0,'7'1'228'0,"1"-2"14"0,-3-1 3 0,0-3 8 16,-1 1 5-16,-1-3 4 0,2-7-23 15,-2 0-7-15,0 3-12 0,-1 1-9 0,0 1-26 16,-1 1-18-16,0-1-25 0,6-8-34 0,-3 6-35 16,5-6-41-16,2 1-61 0,2 0-51 15,2-3-30-15,4 0-46 0,1 0-30 0,2 2-36 16,2-3-392-16,4-2 0 0</inkml:trace>
  <inkml:trace contextRef="#ctx0" brushRef="#br0" timeOffset="7923.42">29697 10835 126 0,'-19'-17'312'16,"-6"2"-19"-16,-3 9-38 0,-7 1-10 0,15 5-33 15,-12 0-28-15,-47 20-26 0,27-1-2 0,-2 6-27 16,-2 5-7-16,-4 11-6 0,-2 7-16 16,1 4 11-16,1 10-15 0,-1 5 0 15,1 7 12-15,4 5-2 0,1 3-8 0,6 2-6 16,4 1-9-16,4 0-15 0,5 0-2 0,5-2 4 15,4-3-13-15,7 0 9 0,3-4-22 0,5-1 6 16,5 0-1-16,5-3 0 0,2-38-12 0,0 16-5 16,16 62-8-16,-3-56-7 0,4-3-20 15,5-6-27-15,-1-7-10 0,6-2-25 0,1-6-18 16,1-4-37-16,4-7-37 0,2-8-31 16,2-3-64-16,0-7-471 0,-18-3 1 15,8 0 0-15</inkml:trace>
  <inkml:trace contextRef="#ctx0" brushRef="#br0" timeOffset="8472.15">29910 11434 128 0,'2'1'202'16,"-1"0"-16"-16,-1 2-4 0,0 3-3 15,0 0-6-15,-3 14-18 0,3-9 6 0,-12 31-20 16,3-12-20-16,-3 7-15 0,-1 2-8 0,-3 4-7 16,-3 2-4-16,-2 4-3 0,-1 2 1 15,1 1-4-15,0-1-10 0,-1 1 1 0,1 0-11 16,1-2 6-16,1-2-9 0,2-1 6 0,1-3-27 16,2-3 4-16,2-2-27 0,2-5-6 15,0-2-14-15,4-3-36 0,-2 2-16 0,2-5-20 16,4-4-31-16,2-14-44 0,0 3-45 0,13 7-139 15,-4-16-106-15,2 0 0 0</inkml:trace>
  <inkml:trace contextRef="#ctx0" brushRef="#br0" timeOffset="8773.54">30081 12093 143 0,'-3'0'221'0,"0"-1"-21"0,2 1 2 0,0 0-13 16,-1 0-24-16,4 1-4 0,3-1 1 0,0 1-9 16,14 3-21-16,2-2-3 0,-7-2-5 15,28 5-10-15,-10-1-12 0,2-4-4 0,0 4-27 16,1-2 7-16,2 3-11 0,2-4-9 15,0 2-26-15,-1-1-5 0,3 2-20 0,-3-4-36 16,-2 2-31-16,-1-2-28 0,-16 0-52 0,6 0-56 16,3 0-143-16,-3 0-107 0,22-15 0 15</inkml:trace>
  <inkml:trace contextRef="#ctx0" brushRef="#br0" timeOffset="10282.94">31386 11949 90 0,'-13'0'147'0,"13"0"-2"16,0 0-4-16,0 0 10 0,0 0 0 0,0 0-1 15,0 0-7-15,0 0 0 0,0 0 4 16,0 0 6-16,0 0-4 0,0 0 25 0,-13 0 10 16,13 0-4-16,0 0-6 0,0 0-14 0,0 0-22 15,0 0-15-15,-10-23-12 0,16 6-3 0,0-1-16 16,6 0-14-16,2-4-5 0,-2 3-13 16,6 0-3-16,1-1-3 0,0 4-10 0,1 0-10 15,2 1-5-15,2 4-2 0,1-1 4 16,-1 0-30-16,5 7 12 0,1-3-17 0,-2 4-13 15,0 1 3-15,-13 3-27 0,3 0 11 16,26 16-12-16,-22-6-2 0,-2 1 8 0,-4 6-1 16,-3 4 3-16,-2 1 0 0,-5 4-11 0,-3 3 17 15,-3-15-5-15,0 8-4 0,-20 33 14 16,5-23-11-16,-3 0 9 0,-1-2-13 0,-2 2 22 16,-1-4-2-16,0-2-7 0,-2-1 8 0,1-2 1 15,0-4 5-15,1-4-3 0,-1 3 0 16,-1-6 12-16,0-1 9 0,-2-3-9 0,4-4 20 15,-1-4-4-15,10 0 29 0,-3 0-10 16,-22-21 15-16,20 8-19 0,5 0-17 0,1-5-16 16,4 1-20-16,1-5-29 0,6 0-28 0,1 10-40 15,0-7-32-15,19-26-34 0,-6 23-71 16,3-1-304-16,3-2 0 0</inkml:trace>
  <inkml:trace contextRef="#ctx0" brushRef="#br0" timeOffset="10436.78">31775 11964 177 0,'2'3'173'0,"-1"0"-22"16,0 0 13-16,1-1-17 0,-1 1-14 0,0-2-30 16,3 1-43-16,2-2-49 0,2 0-64 0,14-3-90 15,-10 3-124-15</inkml:trace>
  <inkml:trace contextRef="#ctx0" brushRef="#br0" timeOffset="10861.5">32766 11538 61 0,'3'-3'285'0,"-5"0"-36"15,0 3-10-15,-6 0-28 0,-6 4-19 0,-7 7-16 16,-2 2-4-16,-7 8-22 0,-5 0-17 0,4 5-10 16,3-1-12-16,-4 7-14 0,-1 6-1 15,-3 3-26-15,2 4 6 0,0 2-13 0,2 0-4 16,4-1-26-16,1-1 8 0,3-1-8 0,5-1-7 16,3-3-17-16,3-4 3 0,5-2-4 15,0-6-3-15,5-1-6 0,3-15 10 0,0 3 0 16,20 17 6-16,-2-18-6 0,4-8-10 0,1-1 8 15,-10-5 20-15,6 0-20 0,10 0 24 16,35-21-17-16,-32 6 1 0,-3-2-6 0,-5-3 10 16,-7 2-2-16,-2-6-2 0,-7 1 2 15,-6 1 16-15,-2 10-19 0,0-2 3 0,-14-19 0 16,8 22-13-16,-2-2 12 0,-2 3 0 0,-2 0 3 16,0 3-12-16,-2-1 6 0,5 2-5 15,-2 1-5-15,2 5-7 0,-1 0 10 16,10 0-28-16,-12 0-40 0,-14 14-15 0,16-7-31 0,4 2-14 15,3-1-33-15,3 0-51 0,3-3-386 16,6 5 1-16</inkml:trace>
  <inkml:trace contextRef="#ctx0" brushRef="#br0" timeOffset="11177.4">33353 11371 197 0,'6'-11'306'0,"-4"0"1"0,2 3-31 0,-2 3-40 15,0 1-23-15,0 1-12 0,0 4-32 0,-2 9-14 16,-2 4-20-16,0 9 2 0,-2 14-5 16,-6 3-16-16,-4 9 3 0,-9 14-15 0,-5 9-12 15,-8 3-4-15,-8 6 1 0,-3 0-22 0,-1-5-2 16,0 1-13-16,3 0 11 0,2-4 3 15,1-7-8-15,3 0 6 0,2-5-11 0,1-4-4 16,4-9 0-16,2-8-7 0,1 1-11 16,-4-6 8-16,1-9 0 0,2-7-20 0,0-3 6 15,-9 2-13-15,-6-4-30 0,-6 1-29 16,-4-5-59-16,-5 1-46 0,-5-3-66 0,-2-4-613 16,-1 0 0-16,36-4 0 0</inkml:trace>
  <inkml:trace contextRef="#ctx0" brushRef="#br0" timeOffset="11912.15">26443 13617 165 0,'0'0'208'0,"-14"0"-8"0,14 0-2 0,0 0-6 16,0 0-10-16,0 0 9 0,29 9-36 15,2-20-5-15,11-4-33 0,9-2-2 0,9-2-9 16,6-1 0-16,12-2-13 0,3 0 9 16,3 1-29-16,5-3-4 0,-1 4-21 0,-1-1-32 15,-4 1-23-15,-6 0-39 0,-8 4-35 0,-6-2-28 16,-8 5-51-16,-7 0-42 0,-11-1-269 0,-7 4 1 16</inkml:trace>
  <inkml:trace contextRef="#ctx0" brushRef="#br0" timeOffset="12111.08">27068 13811 91 0,'-21'21'223'0,"3"0"-26"0,0-2 9 16,3-2 15-16,2-5-18 0,1-1-10 0,6-2 8 16,4-4-7-16,2-5-2 0,12 5-18 0,10-5-16 15,-7 0-15-15,10 0-18 0,41-14-9 16,-21 7-13-16,6-6-23 0,6-1-46 0,3 1-49 15,2-4-52-15,0-5-39 0,-2-2-43 0,0-2-62 16,-1-2-366-16,-3-3 0 16</inkml:trace>
  <inkml:trace contextRef="#ctx0" brushRef="#br0" timeOffset="12347.88">28299 13032 161 0,'1'-3'309'16,"-1"0"-19"-16,0 1-18 0,1-1-41 0,-1 3-8 16,2-2-16-16,-2 2-7 0,1 2-28 0,-1 3-13 15,1 1-13-15,-1 2-7 0,2 16-6 0,-2-10-15 16,0 8-22-16,0 5 2 0,0 7-8 16,0-1-21-16,0 2-28 0,0 1-42 15,6 37-50-15,0-37-24 0,3 0-30 0,0-4-32 16,3-4-33-16,3-1-36 0,1-5-397 15,3-5 1-15</inkml:trace>
  <inkml:trace contextRef="#ctx0" brushRef="#br0" timeOffset="12665.88">28763 13238 106 0,'9'-24'239'0,"2"-1"-16"0,2 1 4 0,1-1-9 0,1 4-7 15,1 1-32-15,1 0-19 0,5 0-5 0,2-1 8 0,1 2-3 16,4 3-9-16,1 2 5 0,0-1-6 16,-1 5-22-16,-2 3-5 0,0 0-17 15,-3 1-8-15,-2 6-19 0,-2 0-11 0,-13 0-9 0,5 0-11 16,9 17 9-16,-13-4-18 0,-1 7 2 16,-3 1-3-16,-1 6-11 0,-3 3 5 0,0-15-7 15,0 9-6-15,0 5 10 0,0 3-25 16,10 32 18-16,-4-35-13 0,2-1-10 0,1-4 4 15,3-3 3-15,3-2 3 0,6-2-8 0,4-8 3 16,6-3-24-16,-12-6-19 0,11 0-34 16,49-19-22-16,-27 4-38 0,4-4-39 15,6-6-44-15,3-1-490 0,4-6 0 0,1 0 0 16</inkml:trace>
  <inkml:trace contextRef="#ctx0" brushRef="#br0" timeOffset="12849.74">30613 12795 7 0,'12'-8'252'0,"-3"1"-24"16,-2 1-14-16,-2 3-2 0,-1-1-11 16,-1 1-10-16,-3 7-1 0,-1-3-1 15,-3 4-5-15,-7 8-19 0,-4 4-14 0,-2 0-22 16,-7 6-2-16,-1 4-24 0,-3 2-5 0,-4 3-8 16,-2 3-6-16,1 2-18 0,-5 3-1 0,0 1-3 15,-1 3-15-15,2-1-7 0,2 2-27 16,2-3 1-16,3-1-44 0,5-3-23 0,2-2-38 15,1-2-27-15,4-4-36 0,5-3-67 0,0-2-393 16,3-7 0-16</inkml:trace>
  <inkml:trace contextRef="#ctx0" brushRef="#br0" timeOffset="13037.91">30199 13042 108 0,'-4'-17'261'0,"3"4"-38"0,0 4 0 0,-1 1-22 16,2 2-34-16,0 6-23 0,0 0-33 16,0 0-36-16,7-9-39 0,-2 12-50 0,10 8-46 15,2 3-64-15,2 3-93 0,2 0-67 16,-1 0 0-16</inkml:trace>
  <inkml:trace contextRef="#ctx0" brushRef="#br0" timeOffset="13210.84">30768 13500 57 0,'8'-9'239'0,"-4"1"-17"0,4-6 30 0,-3 0-28 0,2 1-27 0,-2-1-23 16,-2 3-20-16,-3 0-37 0,2 2-53 16,0 0-46-16,-2 0-46 0,0-1-46 0,0-1-35 15,-19-12-93-15,3 7-125 0,-8 5 1 16</inkml:trace>
  <inkml:trace contextRef="#ctx0" brushRef="#br0" timeOffset="13652.26">27546 13522 44 0,'-67'-25'343'0,"8"0"-36"16,9-4-37-16,7-2-45 0,10-3 0 0,11-6-25 16,12 1-27-16,10 14-7 0,20-45-20 15,9 22-26-15,22-5-13 0,14 1 4 0,16 0-14 16,18-1 8-16,14 2-6 0,94-28-14 16,2 10 0-16,19 7 2 0,7 14-14 0,-1 11-6 15,-37 13-6-15,-22 11-4 0,-18 5 3 16,4 4-16-16,-30 4 2 0,204 22-2 0,-166-2-11 15,-26 3-4-15,-6 7-6 0,-10 4 3 0,-11 7-16 16,-9 2-1-16,-13 9 11 0,-12 4-15 16,-14 7 9-16,-16 5-11 0,-12 5 6 0,-16 4 1 15,-12 2-25-15,-11 0 19 0,-1-42-8 16,-27 73 5-16,-1-41-3 0,-5-5-8 0,-10-2 13 16,-7-4-18-16,-5-5 11 0,-4-4 13 0,-14-2 5 15,-15-6 5-15,-8 0 16 0,-5-8 14 16,-9-4 7-16,-6-4-5 0,-8-5 12 15,-11-2-5-15,2-5 2 0,-1-7-9 0,0-2-2 16,69-4-18-16,-30 0-3 0,-118-14-10 16,102 0-35-16,4-6-38 0,10-5-58 0,9-6-48 15,9-9-45-15,9-5-703 0,10-7 0 0,7-10 0 16</inkml:trace>
</inkml:ink>
</file>

<file path=ppt/ink/ink46.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1T10:30:03.553"/>
    </inkml:context>
    <inkml:brush xml:id="br0">
      <inkml:brushProperty name="width" value="0.05292" units="cm"/>
      <inkml:brushProperty name="height" value="0.05292" units="cm"/>
      <inkml:brushProperty name="color" value="#FF0000"/>
    </inkml:brush>
  </inkml:definitions>
  <inkml:trace contextRef="#ctx0" brushRef="#br0">16237 17181 106 0,'0'-14'131'0,"0"14"-4"0,0 0-8 15,0-16 4-15,-26-4-3 0,25 15-7 16,0 0-7-16,1-1-4 0,-2 1-6 0,2 1-3 16,0 4-6-16,0 0 0 0,-4-15-8 0,4 12-4 15,0-4-13-15,0 3 2 0,-1 0-6 0,1 0-1 16,-1 0-5-16,1 1-11 0,-2 0 10 15,2 0 9-15,-1 1-15 0,1-3 1 0,0 5-17 16,0 0 8-16,0 0 2 0,0 0-6 16,0 0 0-16,0-7-8 0,0 7-8 0,0 0-4 15,0 0 7-15,0-9 5 0,0 9 2 0,0 0-11 16,0 0-13-16,0 0 11 0,0 0 4 16,0-6-15-16,0 6 5 0,0 0 3 15,0 0-3-15,0 0 6 0,0-9 1 0,0 9-4 16,0 0-9-16,0 0-2 0,0 0 18 15,0-6-6-15,0 6-7 0,0 0-1 0,0 0 8 16,0 0-5-16,0 0-10 0,0 0 19 0,0 0-3 16,0-7 8-16,0 7-21 0,0 0 15 0,0 0-14 15,0 0 7-15,0 0-10 0,0 0 9 16,0 0-2-16,0 0 3 0,0 0-15 0,0 0 19 16,0-7-10-16,0 7 6 0,0 0-14 15,0 0 17-15,0 0-4 0,0 0 2 0,0-8-3 16,0 8-4-16,0 0 4 0,0-6 3 15,0 6 6-15,0 0-8 0,0-9 8 0,0 9-13 16,0-8-19-16,0 8 21 0,0-9-6 0,0 2 11 16,13-6-16-16,-11 8 4 0,6-10 18 0,-4 3-13 15,-2 2-5-15,1 0 18 0,4-4-5 16,-5 2-1-16,2 1-12 0,2-5 16 0,-1 2 5 16,0-2-18-16,1 5-5 0,-2 0 21 0,1-4-7 15,0 0-1-15,-1 1-20 0,2 1 26 0,0-2-4 16,1 1 0-16,1 0-14 0,-3 2 19 15,3-3-24-15,-1 1 16 0,0-2 7 16,1 1-11-16,0 1 2 0,0-2 1 0,1 3-12 0,0-1 3 16,3-3 10-16,0 3-1 0,-2-2 6 15,2 1-27-15,0 3 19 0,0-2-15 0,0 1 13 16,4-1-9-16,-2-1 11 0,0 3-16 16,2 0 12-16,0-1-1 0,4 1 6 0,-4-1-1 15,4 0-3-15,0 0 6 0,2 0-6 0,0 2-9 16,0 0-5-16,2-1 18 0,-2 0-3 15,2 4 9-15,0-3-6 0,2 1-6 0,-2 1 0 16,0 2 8-16,0-2-14 0,2 1 2 16,-4 0 4-16,3 3-4 0,-1-1-10 0,-1-1 17 15,-2 1-15-15,0-2 12 0,-1 4-4 0,2-1 11 16,-2 1-7-16,-2 1 4 16,2-2 8-16,0 0-14 0,-1 1 4 0,-3-2-16 15,1 3 11-15,-1-1 10 0,0 0-10 0,0-2-15 16,-1 3 11-16,-4 2-9 0,1-1 16 0,5-1-12 15,-1 1 10-15,-3-2 0 0,-1 4 0 0,6-2 8 16,-5-1-16-16,0 3-7 0,6-6 13 16,-6 6-14-16,-2 0-4 0,1 0 17 0,-4 0 13 15,1 0-11-15,-1 0 0 0,-8 0-16 16,8 0 2-16,-1 0 14 0,1 0-11 0,0 0 7 16,0 0-2-16,5 0-13 0,0 0-4 0,-1 0-6 15,-1 0-2-15,-2 0-11 0,-1 0-1 0,-1 0-15 16,0 0-24-16,-7 0-9 0,8 0-5 0,-2 0-28 15,-6 0-29-15,8 0-44 0,-8 0-201 16,8 0 0-16</inkml:trace>
  <inkml:trace contextRef="#ctx0" brushRef="#br0" timeOffset="3186.64">10360 15857 15 0,'-21'0'105'0,"-20"30"8"0,29-30-5 15,-2 0-4-15,0 0 8 0,-2 0-6 0,0 0 0 16,0 0-4-16,-18-10-3 0,19 3-3 0,1-1-7 15,0-1 2-15,6-3 7 0,-4-1-1 16,2-4-16-16,-1 2-7 0,2-2 11 0,-1-2-12 16,2 0 2-16,0-1-16 0,4-1 9 15,-2 0-14-15,2-2-20 0,1-1 9 0,3 12-8 0,0-8-4 16,0-2-11-16,0-2-9 0,11-29-8 16,-6 24-1-16,3 3 6 0,1-4-7 0,2 1-3 15,4-1-15-15,-5-2 7 0,6-4-8 0,2 2 9 16,0-3-4-16,1 1 0 0,1-2 7 15,2 3-4-15,-1 1 4 0,0-4-3 0,5 0-4 16,-1 3-2-16,34-45-9 16,-26 40 9-16,0-1-1 0,3 1 0 15,2 0 2-15,0-3-3 0,2 3-4 0,0 0-1 16,10-4 1-16,-2 0 3 0,1 1-8 0,3 0 12 16,2-1-1-16,0 2 9 0,2-1-9 0,2-2 12 15,2 4 10-15,0 1-8 0,2 0 3 16,0 1-2-16,1 0 13 0,1-1 1 15,-1 2-6-15,-6 3 2 0,2 1-2 0,-3 2 3 16,-2 1-4-16,0 0 3 0,-2 2-3 16,-3 3 4-16,-1-2 1 0,-3 1 0 0,0 3-1 0,1 0 4 15,0 2-10-15,-2-4-1 0,1 5 6 16,-1-1 3-16,-1 2 1 0,1-1 2 16,-1 1-6-16,-1 1 4 0,1 0-2 0,0 2 0 15,2 1-9-15,-1 0 7 0,0 0 5 0,0-3-6 16,0 6 0-16,-1-1 4 0,0 1-2 0,1 0-4 15,-2 3 1-15,1-3-1 0,0 2-5 16,-2 1-2-16,-1 3 4 0,-2-2-1 0,1 0-2 16,-3 2-2-16,-4 2 3 0,-3-4-7 0,2 3-4 15,-2 0-3-15,-1 2 9 0,-1 0-5 16,-4-2-1-16,-3 1 2 0,0-1 1 0,-3 0 1 16,2 2 6-16,-3-1-8 0,-3 0 0 15,-2 3 7-15,-2 2 0 0,-1-4-4 0,8 0 3 16,-5 2-1-16,-3-2-2 0,0 2 0 0,-3-1 1 15,2 1 4-15,-3 1-1 0,0 1-3 0,-1-3 6 16,1 3-3-16,-2 0-5 0,2-2 6 0,-2 0 7 16,-2 2-8-16,0 0 2 0,0 0-1 15,0 0-9-15,0 0 4 0,9 0 8 0,-2 0-9 16,3 0 7-16,16-9 1 0,-14 7 9 16,0 1-17-16,-2 1 9 0,5 0-1 0,2 0 7 15,5 0-5-15,-1 0-3 0,3 0 0 0,1 0 5 16,1 0-6-16,0 0 6 0,2 0 5 15,2 0 1-15,-1 0 1 0,2 0-8 0,-1 0 15 16,34 9-8-16,-32-4 2 0,-2 1 0 0,2-1 4 16,-3 1-4-16,2 0 0 0,1 3-11 0,0 1 6 15,1-2 3-15,2 2 2 0,-1 2-7 16,2 2 7-16,2 0 6 0,-1 0 8 0,1 1-22 16,1 2 7-16,-1 0-4 0,1 2 7 15,-3 1 5-15,2-1-10 0,-1 2 4 0,-1 0-2 16,-1 1-10-16,-2 0 21 0,-1 1-14 15,0 2-10-15,0 2-3 0,-4-1-1 0,-1 0 16 16,-2 3-2-16,-1-5 1 0,1 3 5 0,-3 1-8 16,-4-4-1-16,1 6-14 0,-2-2 13 0,1 1 1 15,-4-1 3-15,0 0 0 0,0-3-13 16,-2 3 7-16,0-3-4 0,-1 3 12 16,2 2-8-16,-2 2-11 0,-1 0 9 0,0-2 0 15,2-2-4-15,-7 3 5 0,3-4-7 16,0 2 12-16,0 0-4 0,-4 5-15 0,3-3 13 15,-1-1-15-15,0 2 17 0,-2-1 0 0,1 0-5 16,-1 0 12-16,0-3-18 0,-1 2 18 0,-1-1-2 16,0-1-3-16,0 0 13 0,-2 2-13 15,0-2 0-15,0-13 1 0,0 6 5 0,0 6 4 16,-12 27-7-16,7-24 4 0,0-3 23 16,-3 3-4-16,-3-3 6 0,2-1-10 0,-2-1-5 15,0 2 17-15,-1-1-22 0,-2 3 15 16,-2 0-9-16,-1 0 1 0,-3 2-8 0,0-3 8 15,-4 2-2-15,1 1-9 0,-1-1 1 0,-4 0 3 16,0 1 1-16,-1 3-9 0,-1-5 7 16,-2 2-7-16,2-1-16 0,-2-1 20 0,-2 1-12 15,1-3 12-15,0 4-17 0,-5-3 10 16,2-2-13-16,-1 0 24 0,-2-1 15 0,3-2-27 16,-4 1 13-16,-3 0 9 0,-1-4 5 0,1 4-2 15,-4-3-5-15,-1 1-8 0,0-1 4 0,-1-2 19 16,-3-1-18-16,0-1 16 0,-4 1-3 15,0-3 2-15,-3 1-15 0,3 0 12 0,-2-2 4 16,-2 2-6-16,-2-5-1 0,1 3-2 16,0-5 4-16,-1 0 10 0,-1 2 0 0,1-3-8 15,0-1-7-15,0-1 9 0,-2 2-12 0,0-2 2 16,-2-2 8-16,2-1-16 0,0 2 4 0,1-2 6 16,-7-1-7-16,4-2 5 0,-4 0 5 15,2 1 2-15,35-1-6 0,-17 0-5 16,-7 0 3-16,-3 0 4 0,0 0-7 0,-60-11 3 15,60 6 3-15,1 1-3 0,1-2 4 0,-3 0-9 16,5 0 5-16,-3-1-6 0,3-2 3 16,-1 1 1-16,1-3 7 0,-1 3 4 0,-1-2-8 15,-2 0-5-15,0-1 7 0,-1-1 6 16,0-1-7-16,3 1-8 0,0-3 3 0,2 4-3 16,2-4-12-16,0 3 6 0,3 0-11 0,-1-2-2 15,3-2-5-15,-2 1-17 0,3 1-1 16,-3-3 4-16,2 0-3 0,-2 0-6 0,1-2-5 15,1 0 0-15,1 0-6 0,0 1 3 16,-3-3 3-16,0 2-3 0,-1 0-9 0,0 0 0 16,0-1 5-16,2 0-10 0,0 1 0 0,3 0-2 15,-1 2 4-15,0 0 11 0,3 0-9 16,0 0-3-16,-1 1 9 0,1 0 2 16,5 0-2-16,0 0 3 0,4-3-3 0,2 4 15 0,0 1-13 15,5-1 10-15,0-2 0 0,5 3 8 16,3 2-1-16,-1-3-2 0,1 4-4 0,1-4-5 15,3 5 21-15,2-1-10 0,2 1-8 16,3 3 20-16,0-3-15 0,2 3 7 16,1 0 2-16,2 3 6 0,1 0-8 0,0 0-1 15,0 0-7-15,1 3-53 0,2-5-75 16,1 6-46-16,0-11-48 0,26-20-561 0,-7 11 0 16,4-3 0-16</inkml:trace>
  <inkml:trace contextRef="#ctx0" brushRef="#br0" timeOffset="9431.28">3313 7513 121 0,'0'-16'166'0,"0"16"-5"0,0 0-6 15,0-16-8-15,20-5-9 0,-21 16-22 0,1 0-6 16,-2 0-12-16,2 2-14 0,0-1-12 16,0 0 1-16,0 4-4 0,0 0-5 0,0 0-10 15,0 0-5-15,0-7-12 0,0 7-1 0,0 0 3 16,0 0 0-16,0-8-3 0,-9-1-12 0,5 6-3 16,0 3 2-16,-1-1-4 0,-11 5-4 15,5-4 1-15,-21 11-9 0,5-3-2 0,1 3-3 16,-4 2-1-16,1 2-5 0,-4 4 0 0,-1 2 4 15,-4 3-3-15,0 3-5 0,0-3 5 16,-2 6 6-16,1 0-7 0,0 4 5 16,1 2-3-16,3 1 10 0,3 4-5 0,4 0 10 15,1 1-9-15,6 1 8 0,2 1 1 0,2-1-5 16,5 1 6-16,1-1 3 0,6-3-7 16,1 0 6-16,3-2 7 0,1-1 3 0,0-22-2 15,0 11 2-15,13 28-13 0,-4-28 1 0,2-2 10 16,4-1-18-16,2-1 12 0,2-4 8 0,2-6-5 15,4-2-1-15,2-3-13 0,4-7 9 16,-15 0-6-16,30-11 6 0,-12 0-12 0,2-4-2 16,2-4 10-16,1-1-13 0,0-3-25 0,1 0-23 15,-3-4-38-15,-2 2-20 0,-3 2-40 16,-4-2-76-16,-6 5-217 0,-2-1 0 0</inkml:trace>
  <inkml:trace contextRef="#ctx0" brushRef="#br0" timeOffset="9664.67">2642 8222 140 0,'-6'-2'164'0,"2"0"-25"15,1-2 0-15,4-3-17 0,7-9-10 16,10-3-13-16,2-1-9 0,5 1-10 0,6-7 0 15,6 1-10-15,3 2-15 0,1-1-14 0,3 0-4 16,-1 2-19-16,2 1-24 0,-2 3-25 0,-6 0-33 16,5 3-19-16,-6 4-57 0,-6-3-43 15,1 1-74-15</inkml:trace>
  <inkml:trace contextRef="#ctx0" brushRef="#br0" timeOffset="10118.68">3381 7796 90 0,'3'2'129'0,"-2"4"2"0,0 1 0 0,2 12 20 16,-3-6-5-16,4 30-3 0,-4-27-7 0,0 10-3 15,0 5-20-15,0 3-3 0,0 6-14 16,0-1-3-16,-11 41 8 0,9-41-16 0,-1-1-5 16,2-4-5-16,-1-1-14 0,0-4 0 0,2-4-10 15,-2-4 5-15,1-6-1 0,1-3-15 16,-1-2 2-16,1-2-1 0,-2-2 7 0,1-5-6 15,-3-2-8-15,3-7-18 0,-1-10-7 16,-2-15-22-16,0 0-6 0,0-4 3 0,4-6-15 16,-1-2 1-16,-2-1-2 0,3 21 9 15,0-11-11-15,11-48 2 0,-3 36 2 0,3 3-1 16,-1-1-2-16,4 1 4 0,-2 7-6 0,0 2 3 16,-2 4 7-16,0 4 6 0,-1 3-6 15,0-1 9-15,-1 6 9 0,-1 4 3 0,0 3 0 16,-2 4 11-16,0 5 4 0,2 2-5 0,-7 2 7 15,16 17 0-15,-5 3 10 0,-2 7 8 0,-2 2-10 16,2 5 17-16,-4 6-3 0,2 4-7 16,0-1 14-16,1-1-7 0,1 4-9 0,0-7 4 15,1 1 8-15,0-3-9 0,1-6 17 0,0 1-9 16,1-3 2-16,-2-3 1 0,4-1-3 16,-2-3-7-16,1-6-11 0,3-3-3 0,-1-6-4 15,3-4-11-15,-8-3 2 0,6 0-8 16,22-23 1-16,-12 10-34 0,-5-1-27 0,-1-2-37 15,0 0-60-15,-1-4-95 0,1 4-256 0,-3-2 0 16</inkml:trace>
  <inkml:trace contextRef="#ctx0" brushRef="#br0" timeOffset="10485.62">3930 7977 30 0,'-1'-2'218'0,"2"1"-25"0,1-2-7 16,-1 0-19-16,2-1-7 0,6-10-17 0,0 0-23 15,5-1-15-15,2-2-11 0,4 4-11 16,4-3-12-16,2 1 1 0,2 0-14 0,2 0 5 16,0 2-9-16,0-1-12 0,0 2-18 0,-2 3-32 15,-2-1-36-15,-1 0-50 0,-2 5-53 16,-6-1-44-16,-6 5-129 0,-11 1 50 0</inkml:trace>
  <inkml:trace contextRef="#ctx0" brushRef="#br0" timeOffset="10680.29">4078 8240 201 0,'-6'14'231'0,"2"-3"0"0,0-3-7 15,2-4-26-15,0 1-22 0,4-4-12 0,0-2-12 16,2-4-28-16,8-5-5 15,6-2-23-15,4-4-7 0,-2-1-13 0,8-1 3 16,2-4-9-16,2 1-22 0,2-1 7 0,-2-3-19 16,3 4 4-16,-5-3-25 0,4 0-23 0,-4-1-34 15,0-1-50-15,-6 2-52 0,0-1-45 0,-5-1-107 16,-2 1-118-16,-4-3 1 0</inkml:trace>
  <inkml:trace contextRef="#ctx0" brushRef="#br0" timeOffset="10997.93">4216 7270 174 0,'-18'-16'203'0,"0"5"-22"0,2 2-2 0,8 6-14 16,8 3-9-16,0 0-8 0,-6 14-8 0,12 9-14 16,4 5-6-16,4 8-20 0,2 9-3 15,6 6-14-15,1 4-4 0,1 5-6 0,2 6-18 16,2 0 6-16,4 2-8 0,-4-2-3 0,1 2-14 15,0 3-9-15,-2-5 0 0,0 2 9 16,-2-2-11-16,-3-6-8 0,-1-5 7 16,-5-4-1-16,0-3-16 0,-4-3 6 0,-3-4 23 15,-3-3 4-15,-4-6 22 0,-2-16-9 16,0 7 1-16,-16 30 19 0,3-26-20 0,-6-2 6 16,-1-3-17-16,-6-6 11 0,-3 2 11 15,-3-3-5-15,-1-6 2 0,-2 0-22 0,2-3-39 16,-2-3-36-16,18-3-31 0,-6 0-46 0,-30-20-38 15,29 5-58-15,6-3-454 0,4-7 0 16,8-3 1-16</inkml:trace>
  <inkml:trace contextRef="#ctx0" brushRef="#br0" timeOffset="11556.89">5175 7707 18 0,'20'-14'246'0,"-4"2"-8"0,0 2 6 16,-4 0-23-16,-6 6-25 0,-6 4 10 0,0 0-31 15,4 11-22-15,-8 6 3 0,-4 6-15 0,-6 3-13 16,2 2-20-16,-2 5-4 0,-2 2-13 16,0 7-10-16,0 0-1 0,0 4-9 0,0-2-16 15,2 0-24-15,2-2 24 0,0-5-7 0,0-3-3 16,2-2 1-16,0-3 0 0,2-3-15 15,0-3 44-15,3-6 4 0,0-1-4 16,1-6-8-16,1-2-3 0,2-5-7 0,1-3-5 16,0 0-34-16,-6-13-6 0,4-10-3 0,-1-5-15 15,3 10-26-15,0-11-12 0,0-3-5 0,12-46-5 16,-4 31 11-16,1-1-22 0,1 1 17 16,0 0-14-16,2-2 14 0,0 2-7 0,2 5 12 15,2-1 7-15,2-3 6 0,2 9 16 0,2-1-1 16,6 6 9-16,0 0 14 0,2 4-3 15,0 7 3-15,-4 2-8 0,-2 4 10 0,2 2 9 16,-4 7-8-16,0 6-20 0,-14 0 20 0,14 27 2 16,-14 1 5-16,-6 4 3 0,-2-15-5 15,0 13-4-15,-16 50 0 0,4-30-7 0,0 0 21 16,0-2-4-16,2-3-8 0,0-5 13 16,0-4 13-16,2 0 9 0,0-8 7 0,2 5-8 15,0-6 2-15,0-4-8 0,6-2-8 16,0-5-17-16,0-16 11 0,10 22 2 0,2-14 4 15,2-6-6-15,-4-2-19 0,8 0 15 16,4 0-15-16,32-17-31 0,-26 8 1 0,2 3-44 16,0-1-45-16,-4-2-36 0,-2 1-31 0,-2 0-18 15,4 2-43-15,-6-3-424 0,-6 3 1 16,-4-1 0-16</inkml:trace>
  <inkml:trace contextRef="#ctx0" brushRef="#br0" timeOffset="11853.26">5705 8025 689 0,'-2'-5'199'0,"-2"1"8"0,-4-10 1 15,-4 3 12-15,8-5-13 0,-4 1-27 16,2-4-9-16,2 3-29 0,2 0-14 16,0 5-20-16,2 0 2 0,0 1-26 0,0-1-3 0,18-15-18 15,-6 11 11-15,4 1-10 0,4 1-18 16,4 2 21-16,0 1-13 0,8 3 12 0,-2 3-15 16,4-2-2-16,-2 5 12 0,-2-1-29 15,-16 2 15-15,4 0-7 0,24 14-16 0,-22-8 9 16,-4 3-2-16,-4 3-4 0,-6 7 4 0,-4-1 1 15,-2-8-16-15,0 9-8 0,-20 23 14 16,6-19-5-16,-2-1-17 0,-2-1 8 0,2-1-3 16,-4-3-3-16,4 3 9 0,-6-8-3 0,-2-1 4 15,2 1-3-15,4-4-1 0,0-2-18 0,-2-2-12 16,2-2-11-16,12-2-24 0,-6 0-46 0,4 0-13 16,-4 0-38-16,-10-17-27 0,14 11-61 15,4-4-467-15,4 0 0 0,0 0 1 16</inkml:trace>
  <inkml:trace contextRef="#ctx0" brushRef="#br0" timeOffset="12113.11">6506 7513 131 0,'0'-5'223'0,"-1"1"16"16,-3 2-8-16,0 2 6 0,-3 2-15 15,-10 5-22-15,-2 1 1 0,-4 3-19 0,2 4-14 16,-2 0-25-16,1 6 9 0,-4 4-24 16,-2 5 4-16,0 2-7 0,2 4-8 0,-2 3-8 15,2 3-7-15,2 2-6 0,0 1-2 0,4-2-10 16,-2 1-16-16,4-1-4 0,4 1 9 16,2-4-17-16,2-3-28 0,2-3-13 0,4-5-15 15,0 6-16-15,4-22-28 0,0 8-2 0,16 18-23 16,-4-28-40-16,6-2-31 0,0-3-44 0,2-5-51 15,-8-1-460-15,22-13 1 0,-12 7 0 16</inkml:trace>
  <inkml:trace contextRef="#ctx0" brushRef="#br0" timeOffset="12297.04">6211 8040 12 0,'-12'-15'254'0,"0"3"-2"0,0 1 5 0,8 0-27 16,0 2-14-16,0 1-27 0,4 8-19 0,0 0-11 15,18-26-28-15,-6 14-6 0,8 1-29 0,2-3 9 16,6 5-18-16,0 1-25 0,4 0-24 0,2-1-41 16,2-2-47-16,2 2-57 0,2 0-114 15,3-3-280-15,0 1 0 0</inkml:trace>
  <inkml:trace contextRef="#ctx0" brushRef="#br0" timeOffset="12850.34">7122 7809 98 0,'-6'-3'269'0,"0"0"-16"16,1 0-12-16,1 1-21 0,0-3-32 16,3-1-5-16,-1 0-28 0,4-1-36 0,4-10-4 15,6-1-15-15,4 0-17 0,4 0 7 16,2 1-14-16,-1 2-1 0,3 1 11 0,3 2-6 16,-1 1-3-16,4 2-8 0,-2 1 11 0,-1 0-11 15,4 3 0-15,-6 3-16 0,0-2 3 16,-14 4-12-16,5 0 5 0,16 15-10 0,-19-3 1 15,-6 3-14-15,-2 6-17 0,-5-10 17 0,0 8 5 16,-13 24-23-16,5-17 7 16,-1 0 0-16,-1-1-5 0,2-2-8 0,0-3 18 0,2 0-23 15,2-5 10-15,0-2 6 0,1-4-8 0,3-2 14 16,0-7-12-16,0 9-9 0,0-2 3 16,17 12 0-16,-3-10 7 0,2 1-10 0,0-3 1 15,0 0 0-15,0 1-5 0,0 2 3 16,-2-1-14-16,2 0 21 0,-4-1-8 0,-1-1-4 15,-3 1 14-15,-3 1-13 0,-1-2 17 16,-2-1 7-16,-1 3 1 0,-1-9-1 0,0 12-3 16,-19 20 2-16,6-16 0 0,-3 3 13 0,-5-2-6 15,-1 0-13-15,2-1-13 0,-1-1 20 16,-3-1-14-16,3-2 5 0,1-3-1 0,0-1-9 16,1 1 4-16,0-4-2 0,2 1-9 0,4-3-21 15,1-2-37-15,2 0-47 0,10-1-42 16,-10 0-61-16,2 0-499 0,-2-13 0 15,8 5 0-15</inkml:trace>
  <inkml:trace contextRef="#ctx0" brushRef="#br0" timeOffset="13169.07">7783 8031 19 0,'0'-6'267'0,"0"0"14"15,1-4-4-15,-1 3 1 0,3-10-17 0,-3 9-28 16,8-18-23-16,-3 10-21 0,5 2-30 16,0 2-19-16,5-1-22 0,4 2-15 0,6 3-1 15,0 6-12-15,5-3-4 0,0 3-7 16,-15 2-18-16,9 0-2 0,1 0-3 0,-1 0 1 16,20 19-12-16,-25-8-14 0,-8 0 10 15,-3 7-20-15,-8-2 5 0,0-3 4 0,-14 23-32 16,-2-15 19-16,-5 3 4 0,-2-2-2 15,-1-1-11-15,-1 0 6 0,0-2-12 0,-2-3 0 16,-1 0 2-16,4-2-6 0,1-2-5 0,-1 1-7 16,3-2-4-16,4-3-15 0,-1 0-32 0,6-6-14 15,3-2-31-15,9 0-29 0,0 0-44 16,-9-12-51-16,13-8-396 0,6 4 0 0</inkml:trace>
  <inkml:trace contextRef="#ctx0" brushRef="#br0" timeOffset="13408.44">8736 7692 2 0,'8'-4'276'0,"-4"2"-23"0,-1 1-7 16,-2 2 5-16,-2 1-39 0,-2 2-27 0,-2 0 12 16,-6 7-17-16,-3 3-7 0,-4 3-8 15,0 1-21-15,0 1-21 0,-2 6-4 0,-2 2-11 16,-2 3-6-16,0 2-12 0,0 0-5 0,-4 4-10 15,1-2-4-15,-1 0-22 0,4 2-27 16,3-2-33-16,-2-2-30 0,0-2-50 16,2-3-46-16,2-6-35 0,3-1-85 0,-1 1-348 15,0-10 0-15</inkml:trace>
  <inkml:trace contextRef="#ctx0" brushRef="#br0" timeOffset="13563.64">8330 7686 30 0,'6'-4'161'0,"1"3"-13"0,0-1-16 0,1 4 6 16,9 3-21-16,0 1-33 0,1 4-54 16,0 1-103-16,1 0-160 0</inkml:trace>
  <inkml:trace contextRef="#ctx0" brushRef="#br0" timeOffset="13750.08">8823 8091 125 0,'3'-4'305'0,"-1"-1"11"16,1-1-44-16,4-6-32 0,-2 2-10 15,0 2-30-15,-1 2-10 0,0 0-18 0,-1 2-47 16,0-1-26-16,-1 2-57 0,1 0-68 15,-2 0-66-15,1 1-73 0,-2 2-94 0,0 0-185 16,0 0 0-16</inkml:trace>
  <inkml:trace contextRef="#ctx0" brushRef="#br0" timeOffset="14520.78">2340 9606 145 0,'0'0'192'0,"0"0"-18"0,0 0-2 16,0 0-15-16,0 0-14 0,6 0-10 16,16-7-12-16,1-2-2 0,4-2-10 0,5 1-9 15,4-1-12-15,4-2-5 0,0-2-1 0,4 1-18 16,0 1-3-16,-1 0-5 0,-2 1-1 15,-2-1-13-15,-3 3-3 0,-1 1-9 0,-7 0-16 16,1 1-24-16,-5 0-26 0,-3 3-32 0,-3-1-45 16,-4 0-68-16,-3 1-143 0,-6-1-38 15,-2 2 0-15</inkml:trace>
  <inkml:trace contextRef="#ctx0" brushRef="#br0" timeOffset="14778.43">2364 9246 176 0,'-25'15'185'0,"0"2"-11"0,-1 5-3 16,1 2-11-16,4 2-23 0,-2 3-6 0,2 6-19 16,1 4-7-16,2 4-9 0,2 9-6 0,4 1 9 15,4-1-7-15,3 2-2 0,4 2-3 16,1-29 1-16,0 10-20 0,16 49-9 0,-3-41-6 15,3-7-1-15,5-1-8 0,2-8-11 0,4-6-15 16,7-7-22-16,5-7-49 0,4-7-29 0,-21-2-40 16,54-15-78-16,-24-2-265 0,1-9 0 15</inkml:trace>
  <inkml:trace contextRef="#ctx0" brushRef="#br0" timeOffset="15026.73">3200 9110 111 0,'5'-9'234'0,"-1"3"-24"15,1 4-12-15,-1 2 2 0,0 4-28 0,7 9-4 16,-3 7-3-16,1 5-21 0,-2 3-12 0,0 5-20 16,-2 6-11-16,0 4 0 0,-2 5-16 15,-3-23-6-15,0 15-7 0,0 8 1 0,0 1-14 16,0 3-9-16,0-2 9 0,-12 47-12 0,7-52-4 15,-5-3 3-15,-2-5 12 0,0-3-8 16,-4 0-25-16,2-3 4 0,-5-5-5 0,0-1-40 16,1-5-35-16,-1-4-26 0,-2-3-69 15,5-4-71-15,1-9-368 0,15 0 0 0</inkml:trace>
  <inkml:trace contextRef="#ctx0" brushRef="#br0" timeOffset="15536.43">4287 9083 198 0,'-27'10'236'0,"-5"2"-3"16,-2 6-12-16,-2 1-34 0,0 2-4 0,2 5-10 15,0 1-30-15,4 3-21 0,4 2-2 16,2 0 4-16,4 5-8 0,4 1-2 0,6 1-15 15,3 1-13-15,4 1 3 0,3-19-1 16,0 7-11-16,18 35-6 0,-6-31 7 0,4-3-10 16,6-6-13-16,0-1 1 0,6-8 6 0,6-2-18 15,0-7-9-15,2-3-13 0,-18-3-7 0,10 0-6 16,37-19-7-16,-31 8 11 0,0 0-13 16,-2-4-4-16,-3-1-4 0,-1-2-6 0,-3-1 15 15,-2-2 3-15,-2 1 0 0,-1-2 8 0,-1 1-14 16,-3 0-2-16,-1-1 1 0,-2-4 15 15,2 4-14-15,-2 0 0 0,1 3 6 0,-1 1-5 16,2-2 4-16,-1 1-5 0,5 3 14 0,0 0 20 16,3 1-19-16,1 3 12 0,-2 1-12 15,3 2 1-15,-4 3-8 0,-4 0 12 16,-2 3-11-16,-5 1 10 0,-9 2-8 16,7 0 7-16,2 12 0 0,-9-3 3 0,-5 11-17 0,-7 3 6 15,-2-2 2-15,-2 0 5 0,-2 1-9 16,-4-1 9-16,1-1-5 0,1 1 0 0,0-5 3 15,-3 0 8-15,3 1-7 0,2-5 13 16,2-1-7-16,2-4-7 0,4-2-38 0,2-4-49 16,8-1-29-16,0 0-74 0,-6-19-38 0,17 0-521 15,2-4 0-15,6-4 0 0</inkml:trace>
  <inkml:trace contextRef="#ctx0" brushRef="#br0" timeOffset="15765.34">5301 8821 61 0,'6'-13'231'16,"-6"4"-18"-16,-2 3 15 0,-4 6-3 0,-4 2-9 16,-8 7-13-16,0 6-20 0,-4 5-9 15,0 2-33-15,-4 10-14 0,0 7 17 0,-4 9 1 16,0 1-4-16,0 4-8 0,0 2-16 0,2 3-2 16,5-3-1-16,-1 3-17 0,7 2 1 15,-1-1-12-15,6-3-2 0,2 1-13 0,4-7-16 16,4-5-6-16,2-2-23 0,0-25-27 0,0 8 3 15,22 26-29-15,-4-31-22 0,3-7-56 16,10-6-18-16,1-6-36 0,-16-2-50 16,32-14-493-16,-16-1 0 0,-2-1 1 0</inkml:trace>
  <inkml:trace contextRef="#ctx0" brushRef="#br0" timeOffset="15905.92">5305 9578 680 0,'2'-29'125'0,"-2"15"24"0,-14-27 7 0,4 16 21 15,-2 3 18-15,-2-1 20 0,2-1-34 0,2 2-2 0,0 2-30 16,0 4-19-16,0 1-4 0,6 4-36 15,0 3 11-15,4 1-16 0,0 7-24 16,0-10 2-16,26-9 1 0,-4 5-24 0,6 4-11 16,4 0-54-16,6-1-47 0,4-1-55 15,2 0-77-15,2-6-438 0,4 4 0 0</inkml:trace>
  <inkml:trace contextRef="#ctx0" brushRef="#br0" timeOffset="16539.99">7220 9019 12 0,'-3'2'177'0,"0"-2"-12"16,1 5 3-16,0-1 10 0,-2 13-3 0,0 1 7 15,-2 6-14-15,-1 5 5 0,-1-3-17 16,-3 8-11-16,-1-2-23 0,2 6-3 0,-4-1-9 16,2 3-16-16,-1-1 0 0,1 5-8 15,-3-2 1-15,7-2-6 0,-1 0 4 0,2-3 10 16,-1-3-25-16,3-2 5 0,-3-1-5 0,4 0-34 15,1-6 14-15,3 0-22 0,-1-6-32 16,1-3-5-16,-2-4-20 0,2-3-11 0,0-9-21 16,0 8-33-16,0-8-62 0,0 0-25 0,0 0-78 15,11 13-283-15,-7-16 0 0</inkml:trace>
  <inkml:trace contextRef="#ctx0" brushRef="#br0" timeOffset="19281.91">8019 8734 74 0,'0'0'93'0,"0"0"6"0,0 0-7 15,0 0 0-15,0 0 0 0,0 0-2 0,0 0 8 16,0 0-7-16,0 0-4 0,0 0 5 16,0 0-10-16,0 0-7 0,0 0 9 0,0 0-7 15,0 0 4-15,0 0-9 0,0 0-2 0,0 0-12 16,0 0 1-16,0 0-2 16,0 0-10-16,0 0 10 0,0 0-9 0,0 0 4 0,-15-1 1 15,1 7-5-15,-4 5 10 0,-3 0 1 0,1 6-14 16,1-2-1-16,-1 2 3 0,-2 6 12 15,-2 1-9-15,-2 5 7 0,-2 0-7 0,0 6 6 16,-1 1-5-16,0-1-8 0,-2 3 9 0,3 0 6 16,0 1-16-16,1-1-13 0,3 2 11 15,2-3-19-15,2 1 4 0,2-3 3 0,4-2-5 16,2-1-4-16,1 0 7 0,3 0-6 16,5 0-3-16,2-6-4 0,1-13-5 0,0 6 8 15,17 21-18-15,1-22 18 0,-2-3-4 0,2-4-3 16,6-6 2-16,-1 0 1 0,5-5 4 0,-15 0-6 15,9 0-7-15,28-13 7 0,-22 5 4 16,-2-1-25-16,-4 1 19 0,-2-1-11 0,-4-2 25 16,-1 1 5-16,-3-3 12 0,-3 2 3 0,-5 1 2 15,-4 1-11-15,0 9 3 0,0-12 5 16,-21-13 0-16,8 12-12 0,-5 2 1 0,0 1-7 16,-2 1 10-16,-2 1-8 0,2 2-3 15,-1-1-12-15,1 3-3 0,1 2 3 16,3 0-8-16,16 2-15 0,-10 0 10 0,0 0-17 15,-2 0 12-15,-12 19-19 0,14-8-5 0,3-1-21 16,2 0-11-16,-3 6-26 0,5-5-8 16,3-11-26-16,0 10-20 0,0-2-23 0,17 13-45 15,-5-11-449-15,4-1 0 0,0-8 1 0</inkml:trace>
  <inkml:trace contextRef="#ctx0" brushRef="#br0" timeOffset="19472.88">7956 9410 9 0,'0'-7'249'0,"2"-1"14"16,-2 2 23-16,0 0-8 0,0-1-22 0,0 2-23 15,0 1-24-15,-2-2-29 0,2 0-8 0,0 6-23 16,0 0-17-16,0 0-31 0,0 0-26 0,0-8-50 16,0 8-32-16,0-7-28 0,11-3-47 15,-6 7-50-15,15-3-61 0,-2-1-126 0,0-1-144 16,2 2 1-16</inkml:trace>
  <inkml:trace contextRef="#ctx0" brushRef="#br0" timeOffset="19862.86">8383 9048 231 0,'-3'-6'232'0,"1"3"27"0,-1-1-9 16,-1-1-23-16,-1 4-14 0,1-2-22 0,-3 4-37 15,-8 7-2-15,1 3-25 0,-2 2-14 0,-3 6 11 16,6 1-25-16,-1 3-18 0,2 0-1 0,3 1 7 16,2 0-11-16,3-1-23 0,3-2 1 15,0-2 10-15,1-11-5 0,0 5-18 0,12 15 5 16,-6-13-2-16,5 1-5 0,1-7 8 0,1 0-20 16,3 0 4-16,3-2 4 0,-2 0-6 15,3-1-6-15,-2 1-8 16,-2-2-9-16,-2 1 6 0,-3-1-1 0,0-2 0 0,-3 0-3 0,-3 2 8 15,0-2-18-15,-1-1 15 0,-1 2 11 16,-2-2-8-16,1 3 11 0,-2-1-13 0,0-4 1 16,-14 17-6-16,-2-3 0 0,-5-1-2 0,-2-2 10 15,-2 2-6-15,-3-2-2 0,-4 2-8 16,-3 0 14-16,1-2-7 0,-2 0-19 0,0-3-2 16,2-1-29-16,1 0-17 0,-2-4-48 15,3-1-46-15,18-2-43 0,-6 0-59 0,-20-24-426 16,22 9 0-16,6-8 0 0</inkml:trace>
  <inkml:trace contextRef="#ctx0" brushRef="#br0" timeOffset="20010.56">8231 8898 75 0,'31'-20'151'0,"-1"5"-15"0,1 2-12 15,-2 2 11-15,2 1-25 0,0 2-7 0,1 5-10 16,1 0-8-16,-1 2-15 0,-17 1-14 15,6 0-17-15,3 0-43 0,24 13-37 0,-24-5-86 16,-3-1-126-16</inkml:trace>
  <inkml:trace contextRef="#ctx0" brushRef="#br0" timeOffset="20250.98">9058 8960 195 0,'4'-3'230'16,"-1"3"2"-16,-3 0-3 0,1 0-22 0,-1 0-15 16,-1 5-6-16,-3 1-17 0,-7 12-15 0,-4-1-25 15,-2 1-10-15,-3 5-8 0,-4 2-12 16,0 1-6-16,-3 4-11 0,-1-2-12 0,1 2-6 16,5-1-8-16,-4-4-16 0,5-1-20 0,1-2-19 15,1-2-42-15,-1-2-29 0,4-2-35 16,2-2-40-16,0-2-56 0,2-3-328 0,3-7 0 15</inkml:trace>
  <inkml:trace contextRef="#ctx0" brushRef="#br0" timeOffset="20394.78">8700 8910 4 0,'0'-16'221'0,"0"5"-18"15,0 0 9-15,2 2-6 0,-4 3-16 0,2 6-28 16,0 0-5-16,0 0-20 0,0-9-22 0,0 9-7 15,11-8-23-15,-6 9-10 0,10 11-29 16,-2 1-35-16,3 3-40 0,-2 5-45 0,0 2-73 16,1 1-135-16,-3 2-68 0,0 3 0 0</inkml:trace>
  <inkml:trace contextRef="#ctx0" brushRef="#br0" timeOffset="20571.04">9126 9367 211 0,'3'-12'239'0,"1"4"-7"16,0-1-24-16,-2 1-6 0,1 2-29 15,-2-1-23-15,2 0-15 0,-2 3-18 0,3-1-34 16,-2 1-26-16,-2 0-59 0,1 0-50 0,-1 2-62 16,0 2-47-16,0 0-143 0,-15-2 10 0,-6 6 0 15</inkml:trace>
  <inkml:trace contextRef="#ctx0" brushRef="#br0" timeOffset="20937.24">6721 9960 5 0,'-32'7'187'0,"1"-1"-7"0,4-2-3 0,3-1 0 16,6 1-7-16,6 0-9 0,5-2 3 0,7 0-4 15,3 0-8-15,6-2-20 0,12 1 24 16,-6-1-19-16,6 0 4 0,9 0-3 0,48-12-3 16,-22 6-3-16,6-2-23 0,3-1-4 15,7 0-2-15,6-3-2 0,4-1-8 0,8-1-11 16,9-6 3-16,6 1-7 0,6-2-6 0,5-3-13 15,7 2 2-15,5-3-14 0,5 2-3 16,3-2 0-16,-1 2-13 0,-3 3-19 0,-3 3-7 16,-6 0-5-16,-9 2-40 0,-11 4 20 0,-7 0-28 15,-9 1-47-15,-11 2-20 0,-8 1-21 16,-9 1-31-16,-10 2-34 0,-5-1-503 16,-12 1 1-16,-4 2 0 0</inkml:trace>
  <inkml:trace contextRef="#ctx0" brushRef="#br0" timeOffset="21334.85">7276 10759 84 0,'-8'6'208'0,"2"-2"0"0,4-2 12 0,2-2-19 15,4 2-14-15,2-4-6 0,16 0-7 0,-8 2-27 16,34-9-10-16,-6 4-20 0,12 0-4 15,10-1-12-15,10-3-6 0,9 3 3 0,5-3-12 16,5 1-21-16,6-1 13 0,5 1-20 0,7-1 12 16,1 2-27-16,1-3-4 0,-4 0 22 0,-1 0-22 15,-1 2-5-15,-4 2 5 0,-3-2-11 16,-7-1-12-16,-5 3-19 0,-6 0-36 0,-8-1-23 16,-6-1-38-16,-9 3-48 0,-7 0-33 15,-5-2-86-15,-10-2-265 0,-4 7 0 0</inkml:trace>
  <inkml:trace contextRef="#ctx0" brushRef="#br0" timeOffset="22172.33">7332 10152 146 0,'0'0'158'0,"0"0"-8"0,0 0 6 16,-14 0-18-16,14-14-9 0,0 14-23 0,0 0-3 16,-22-18-20-16,20 18-1 0,2 0-5 15,-2 2 3-15,2 3-5 0,0 1 7 0,-2 0-5 16,2 15 6-16,-2 0-10 0,2 3 2 16,-4-1-5-16,4 8 2 0,-2 0-8 0,0-1 20 15,0 4-15-15,0-2-8 0,2 2-11 0,-2 0 3 16,0-2-1-16,2-1-13 0,0 0-5 0,0-2-10 15,0-3 7-15,0 0 10 0,0-16-19 16,0 7 6-16,0-2 0 0,0 0-22 0,0-2-23 16,0-1 0-16,0-3-12 0,0 0-28 15,0-3-12-15,0-6-25 0,0 8-33 0,10-1-46 16,-8-7-91-16,2-1-200 0,0-3 0 0</inkml:trace>
  <inkml:trace contextRef="#ctx0" brushRef="#br0" timeOffset="22665.29">7474 10237 233 0,'0'-11'246'15,"-2"2"-3"-15,4-1-28 0,-4 2-9 0,2-3-34 16,0-3-13-16,0-2-17 0,16-18-21 0,-5 17-10 15,5-2-27-15,0 5 14 0,5-1-10 16,3 0 3-16,-1 4-16 0,1 0-3 0,3 4 7 16,2-2-22-16,-1 4-2 0,-3 0-18 15,1 3 7-15,-4 2 7 0,-11 0-16 0,4 0-2 16,-1 0 5-16,16 19-17 0,-20-6 10 0,-2 3-4 16,-5 5-2-16,-3-10-12 0,0 9 7 0,-13 27 5 15,2-17-13-15,-1-2-9 0,3 1 3 16,-5 1-23-16,6-4 1 0,-1 2 4 15,2-3-11-15,2-6-15 0,1-2 5 0,1 1 3 0,3-18 0 16,0 10 8-16,0 0 4 0,0-3-5 16,15 4 12-16,-4 1-3 0,-3-6 5 0,1-1-8 15,-1-1 3-15,-1 0 14 0,6 3-9 16,-2-3 12-16,-2 2-2 0,0-3 17 0,-2-1 2 16,-2 2 6-16,1 1 1 0,-1-1-3 0,-1-2 11 15,-1 4 5-15,-1-2-4 0,0 4-4 16,-2-8 20-16,0 0-12 0,0 13-9 0,-18 19-11 15,6-16 22-15,-2-1-24 0,-4-1-15 0,0 1 31 16,0 0-16-16,1-1-2 0,0 0-1 0,-3-1-29 16,-2-1-31-16,6-3-25 0,2 1-40 15,-4-1-39-15,2-1-64 0,3-3-433 0,4 1 0 16</inkml:trace>
  <inkml:trace contextRef="#ctx0" brushRef="#br0" timeOffset="22855.45">7879 10426 87 0,'12'-20'265'0,"0"2"-17"0,-1 0 27 15,-1 2-34-15,2 0-15 0,0 0-23 0,-1 5-18 16,1-3-25-16,5 3-25 0,-2 0 0 16,1 3-8-16,1 0-30 0,1 3 0 0,-2-1-22 15,2 2-41-15,1-1-39 0,2 3-63 0,-1 0-46 16,0 0-41-16,3-1-85 0,0 1-262 0,-2 1 0 15</inkml:trace>
  <inkml:trace contextRef="#ctx0" brushRef="#br0" timeOffset="23209">8672 10047 52 0,'-16'-16'265'0,"-2"2"8"0,-1 2 17 0,-2-3-23 15,1 6-27-15,0 2-26 0,1 0-18 0,-1 3-15 16,3 1-21-16,10 3-24 0,-2 0-14 16,-5 0-16-16,-14 15 5 0,12-2-21 0,3 3 1 15,-2 2-15-15,7 1-6 0,2 5-20 0,0 1 5 16,6-11-14-16,0 6 8 0,12 31-20 16,-4-25 5-16,2 3 1 0,0-3 1 0,2 1-19 15,0-3 11-15,2 2-9 0,-4 1 6 16,4-1 2-16,-2-3 0 0,-2-1-19 0,-3 1 5 15,-2-1-16-15,-2-3 25 0,-3 2-4 16,0-11-9-16,-12 18-14 0,1-12 1 0,-3 0-2 16,-4-3 15-16,-3 0-11 0,-2-1 16 0,-1-1-8 15,-1-1 1-15,1 0 18 0,-1-5-10 0,1 0-11 16,-2 3 23-16,2-5-10 0,3 0-4 16,1-2-5-16,12-1-27 0,-3 0-64 0,2 0-41 15,-4-12-39-15,10 3-42 0,8-7-549 0,5-7 1 16,4 2 0-16</inkml:trace>
  <inkml:trace contextRef="#ctx0" brushRef="#br0" timeOffset="23429.17">8912 10150 20 0,'24'-11'221'0,"-4"3"-10"16,-1 3-3-16,-4-3 0 0,-5 5 3 15,0 0-11-15,-4 0-30 0,0 1-27 0,-6 2 1 16,0 0-5-16,0 0-27 0,12 13-5 15,-12-6 2-15,-3 10-17 0,3-5-7 0,-15 26-1 16,5-12-12-16,-2-2-6 0,-3 3-2 16,-1 3-17-16,0-3-4 0,0-1-19 0,-1 3 4 15,1-3-41-15,0-2-33 0,1-1-27 16,2 0-48-16,-1-3-42 0,4-2-56 0,-2-4-325 16,1-1 1-16</inkml:trace>
  <inkml:trace contextRef="#ctx0" brushRef="#br0" timeOffset="23598.72">8790 10191 92 0,'-3'-22'253'15,"0"5"-21"-15,1 4-6 0,2 13-16 16,-3-19-19-16,3 12-29 0,0 7 3 0,0 0-29 16,0-7-20-16,25-5-9 0,-5 9-16 0,2 0-33 15,-10 3-31-15,6 0-38 0,5 0-49 0,26 18-58 16,-22-8-75-16,-3 1-121 0,-1 3-29 0,-3-1 0 15</inkml:trace>
  <inkml:trace contextRef="#ctx0" brushRef="#br0" timeOffset="23787.99">9123 10320 118 0,'-2'-14'193'15,"0"2"-16"-15,2 4 4 0,-2-2-27 0,2 4-5 16,0 6-33-16,-4-12-30 0,1 6-34 0,-5-5-44 16,-3 1-35-16,2 5-55 0,-10-3-79 15,-1 5-118-15</inkml:trace>
  <inkml:trace contextRef="#ctx0" brushRef="#br0" timeOffset="24233.82">7076 10562 67 0,'-27'0'225'16,"-9"0"-1"-16,-42-17-6 0,42 7-12 16,3-3-23-16,10-4-16 0,9-6-36 0,6-5-18 15,8 11-2-15,16-32-17 0,9 15-14 16,14 0-6-16,13-2-14 0,8-1 4 0,12-3 15 15,12 2-5-15,13-1-19 0,8-1 20 0,11 4-14 16,5 0 5-16,7 8-5 0,6 1 0 16,11 5-8-16,-4 5-11 0,-2 6-15 0,-6 5-1 15,-70 6 6-15,29 0-6 0,112 20-9 0,-101-4-3 16,-11 6-12-16,-9 5 0 0,-13 7-14 16,-11 5-1-16,-10 8 6 0,-13 1 2 0,-10 4-15 15,-10 3 13-15,-10 4-8 0,-6-31-2 16,-13 62 2-16,-6-29 17 0,-7 3-13 0,-6-4 9 15,-6-3 2-15,-3-4 6 0,-7-2 13 0,-4-4 17 16,-4-4 40-16,-3-3 24 0,-2-2 17 16,-7-5-19-16,-4-2 28 0,-8-4 19 0,-7-4-3 15,-1-3 13-15,-4-3-5 0,-5-4-6 0,-3-5-16 16,4-4-8-16,2-4-30 0,48 0-15 16,-92-15-23-16,46 0-23 0,3-6-21 0,4-6-15 15,6-3-27-15,4-6-20 0,11-4-27 0,6-2-12 16,8-5-11-16,12-2-61 0,12-5-58 15,12-5-708-15,14 29 0 0,18-63 0 0</inkml:trace>
  <inkml:trace contextRef="#ctx0" brushRef="#br0" timeOffset="63274.78">982 6868 39 0,'0'0'180'0,"0"0"-2"0,0 0-22 15,0 0 8-15,0 0-16 0,0 0-24 16,0 0-5-16,0 0-12 0,0 0-12 0,0 0 9 16,-21 31-21-16,20-15 3 0,1-4-16 15,0 8 1-15,0 8 5 0,0 4-8 0,0 5-11 16,-11 51 0-16,7-35-11 0,0-4-13 0,4 10 3 15,0 1 9-15,0-32-1 0,0 13 4 16,11 50 18-16,1-45-9 0,-2-2 24 0,9-13 43 16,1-3 1-16,3-3-5 0,5-8-5 15,0-8 6-15,2-7-16 0,-13-2-8 0,43-15-7 16,-7-4-5-16,8-8-17 0,6-8-6 0,9-7 5 16,14-13-14-16,6-7 2 0,78-56-14 15,6-6 1-15,2-1-16 0,0-5-11 0,4-2-8 16,-3 2-9-16,16-7-12 15,-3 3-15-15,0 9 2 0,-10 10-16 0,-7 3-2 0,2 11-12 16,-3 8-34-16,-40 20-37 0,-20 14-36 16,-15 12-77-16,-3 0-513 0,-1 9 0 15,-5 0 0-15</inkml:trace>
  <inkml:trace contextRef="#ctx0" brushRef="#br0" timeOffset="64785.09">253 12721 76 0,'0'0'135'0,"0"0"-1"16,0 0-18-16,0 0 5 0,0 0-18 0,0 0 2 16,0 0-14-16,0 0-10 0,0 0-5 15,0 0-11-15,0 0-3 0,0 0-1 0,0 0-15 16,0 0 0-16,0 0-2 0,0 0 5 16,0 0 6-16,-14 32 18 0,16-14 4 0,2-4-11 0,-1 4 10 15,0 6-9-15,1-1 2 0,0 3-11 16,0 3 8-16,-2 2-12 0,2 0 5 0,4-1-13 15,-1 0 7-15,5 0-16 0,-4-2 0 16,1-3-6-16,3-2 1 0,2-3 7 0,2 1 17 16,1-4 12-16,6-2-1 0,-1-4 26 0,8-3 0 15,-14-8 6-15,9 0-6 0,8 0-3 16,43-21-3-16,-23 0-1 0,6-6-18 0,5-8 8 16,7-6-20-16,-3 1 0 0,-8 0-3 0,2-7-1 15,12-7-15-15,6-10-12 0,7-4 1 0,66-57 10 16,-1 4-8-16,-2-2 2 0,-1 0-12 15,6 6-4-15,-30 21-26 0,-16 16-10 0,-13 13-26 16,1 4-28-16,-4-1-18 0,-3 4-13 16,-5 2-29-16,-5 5-21 0,-7 2-25 0,-5 5-35 15,-5 3-474-15,-6 4 0 0,-3 4 1 0</inkml:trace>
  <inkml:trace contextRef="#ctx0" brushRef="#br0" timeOffset="66043.09">125 16681 106 0,'0'0'120'16,"0"0"-1"-16,0 0 0 0,0 0 2 0,0 0 1 16,0 0-13-16,0 0-7 0,0 0-15 15,0 0 6-15,0 0-14 0,0 0-8 0,0 0-6 16,0 0-2-16,0 0 11 0,0 0 3 0,-20 43-6 16,23-28 9-16,0 8 4 0,1 0-16 0,-6 2-4 15,5 2 4-15,0 0 6 0,5 10-13 16,-3-5-2-16,0 2-3 0,1 2-10 0,3-1 9 15,-2-2-26-15,3 2 18 0,2 1-24 16,-1-4-1-16,6-2 17 0,1-3 5 0,3-1 21 16,3-2-5-16,3-3 12 0,-1-6 17 15,5-1-2-15,2-5 12 0,6-6-2 0,-19-3 7 0,13 0 9 16,51-30 0-16,-27 4-10 0,9-10-5 16,3-9 3-16,11-8-9 0,-4 0-6 0,-5 0-8 15,1-4 5-15,9-6-19 0,10-11-3 0,76-64-7 16,4-3 2-16,5-7-16 0,8-5 12 0,12-4 0 15,9-4 5-15,5 0 7 0,11 3-6 16,6-2-2-16,8 0-3 0,1 5-14 0,5 3-19 16,3 1-25-16,1 4-23 0,5 5-23 0,13-1-30 15,-3 7-77-15,-2 2-46 0,-6 6-860 16,-4 4 0-16,-12 5 0 0</inkml:trace>
  <inkml:trace contextRef="#ctx0" brushRef="#br0" timeOffset="87692.81">12525 4029 31 0,'0'0'52'15,"-24"-43"-14"-15,24 26 4 0,0 17-9 0,0-13-1 16,0 2 12-16,0 0-2 0,0 1-20 0,0 2 3 15,0 1 1-15,0-1-1 0,0 0-2 16,0 2-14-16,0 6 13 0,0-10-17 0,0 2 2 16,0 0-2-16,0-5-6 0,0 2 16 0,0 0-10 15,-10-7-15-15,9 12 4 0,-2 1-7 16,2 0-7-16,-3 3-9 0,3-2 0 0,-2 0-10 16,0 2-31-16,-1-2-43 0,0 1-52 0</inkml:trace>
  <inkml:trace contextRef="#ctx0" brushRef="#br0" timeOffset="108981.59">12174 5771 77 0,'0'0'64'0,"0"0"-1"16,0 0 13-16,0 0-12 0,0 0 1 15,0 0 12-15,0 0-12 0,0 0 5 16,0 0-4-16,0 0 2 0,0 0-11 0,-8-11-8 15,7 9 11-15,-1 2-10 0,0-3 6 16,-1 0-1-16,2 2-10 0,-1-3 0 0,0 3-7 0,-1-2-9 16,2 2 6-16,-2-2-10 0,0 1 11 15,2-1-14-15,-2 0 8 0,2 0-8 0,0 1-2 16,-1 0 2-16,1-1-15 0,0 2 9 16,-1-2-6-16,1 2-1 0,0-1-1 0,-2-1 11 15,2 2 16-15,-1-1-7 0,1-1 9 16,0 3-1-16,-2 0-2 0,2-2 14 0,-1-1-1 15,1 2-3-15,0 0-4 0,-1 1 6 16,2-2 0-16,-1 1-3 0,0 0-6 0,1-3 14 16,-2 3-14-16,2-1-1 0,0-1-10 0,0 0-7 15,0-1 0-15,0 0-3 0,0 4-5 0,0 0 14 16,0-7-11-16,0-1 1 0,0 1-13 16,0-2 15-16,0 1-5 0,0-5-3 0,0-1 1 15,0 1-13-15,0-4 12 0,0 2-9 0,0-1 6 16,0 4-10-16,0-1 9 0,0 2-6 15,0 1 10-15,0 0 4 0,0 2 0 0,0-1 5 16,0 2 12-16,0-1 8 0,0 2 21 16,0-3 6-16,0 3-2 0,0 6 17 0,0-9-14 15,0 9 14-15,0-9-7 0,0 9 7 16,0-9 2-16,0 9-5 0,0-8-9 0,0 8 0 16,0-8 5-16,0 8-6 0,0 0-1 0,0-7-1 15,0 7 1-15,0-8-2 0,0 8-7 16,0 0 1-16,0 0-10 0,0-8 0 0,0 8-1 15,0 0 3-15,0 0-14 0,0 0 0 0,0 0-4 16,0-7 4-16,2 1-4 0,-1 5-3 16,-1 1-1-16,0 0-3 0,0-1 0 0,0 1-5 15,0-1-2-15,0 1-5 0,0 0 4 16,1 1-6-16,1 0 3 0,-1 0 5 0,0 3 7 16,2 1 5-16,-2-1 12 0,2 3-2 0,4 7 0 15,-2-4-6-15,0-1 2 0,3 11 1 0,0-5 1 16,3 1-11-16,0 0 12 0,3 0 13 15,9-3 28-15,1 1 17 0,5-5 20 0,2-4 14 16,8-3-15-16,-17-2 5 0,16 0-6 0,58-15 0 16,-31 0 1-16,6-2-19 0,6-4-8 15,5-1-4-15,0-5-15 0,8-3 9 0,0-2-11 16,1-1-7-16,3-3-7 0,0-1-9 16,0-4 1-16,2 0-8 0,-2-5-13 0,-2 0-15 15,0-2-25-15,-1 2-47 0,-2-1-44 0,-1 1-52 16,-3 1-39-16,-2 3-32 0,-2-1-1258 15,-3 1 0-15,-5 1 1 0,-4 4 742 0</inkml:trace>
  <inkml:trace contextRef="#ctx0" brushRef="#br0" timeOffset="118451.43">30451 5843 80 0,'0'0'116'0,"0"0"2"0,0 0-2 0,0 0 3 16,0 0 12-16,0 0-16 0,0 0-4 15,0 0-8-15,0 0 4 0,0 0-6 0,0 0-5 16,0 0-13-16,0 0-4 0,0 0 8 16,0 0-6-16,0-13-12 0,0 13-5 0,0 0 6 15,0 0-6-15,0 0-14 0,0 0 8 0,0 0-14 16,0 0 5-16,0 0 4 0,0 0-14 16,0 0 1-16,0 0-2 0,0 0-5 0,0 0 4 15,0 0-15-15,0 0 11 0,0 0-7 0,-13 0 7 16,13 0-10-16,0 0-2 0,0 0 16 15,0 0-9-15,-20 7-5 0,19-3 2 0,-1 3-8 16,0-1-3-16,-1 11-8 0,-1-3 0 16,3-4 8-16,1 0 11 0,0-10 17 0,0 12 5 15,12 12 45-15,-2-12 11 0,4 1 3 16,3-2 11-16,11-3-11 0,4-1-3 0,10-4 2 16,4-3 4-16,-18 0 5 0,16 0 7 0,12 0-3 15,64-18-10-15,-49 10 0 0,4-3-8 16,3-2-14-16,2-1-14 0,8-4-18 0,0-1-19 15,4-2-2-15,2-3-13 0,4-4-9 0,-2-1-8 16,4-3-12-16,64-20-3 0,-5-3-10 16,-8 2-11-16,1 1-10 0,-6 3-10 0,-6 2-4 15,-8 5-11-15,-8 0-4 0,-7 4 4 0,-6 0 7 16,-4 4-12-16,-3 7-8 0,-6 1-4 16,-4 5-36-16,-10 5-31 0,-4 3-15 0,-4 4-24 15</inkml:trace>
  <inkml:trace contextRef="#ctx0" brushRef="#br0" timeOffset="151818.5">11893 4029 88 0,'-15'0'139'16,"15"0"-5"-16,0 0-2 0,0 0-3 0,0 0-5 15,0 0-14-15,0 0-2 0,0 0 7 16,0 0-5-16,0 0-11 0,0 0 2 0,0 0-5 16,0 0-9-16,0 0-1 0,0 0-7 0,0 0 7 15,0 0-10-15,0 0-11 0,0 0 2 16,0 0-1-16,0 0-6 0,0 0-9 0,0 0 3 15,0 0 3-15,0 0-16 0,0 0 6 16,0 0-7-16,0 0-12 0,0 14 10 0,0-14-4 16,0 0 3-16,0 0-14 0,0 0-8 0,0 0 9 15,0 0-9-15,0 0 4 0,0 0-11 0,0 0 6 16,0 0-17-16,0 0 7 0,0 0 4 16,0 0-1-16,0 0-9 0,0 0 0 0,0 0-2 15,0 15 12-15,0-15 3 0,-25 24-8 0,25-19 4 16,0 1-6-16,0-2 7 0,-1 0-12 15,1 0 11-15,1 2-2 0,-1-6-1 0,0 0-12 16,0 0 7-16,0 9 9 0,0-9 4 0,0 9-10 16,0-3 2-16,0-6-5 0,0 8 6 15,0-8-4-15,0 7 10 0,0 1-16 0,0-8 10 16,11 17-2-16,-10-13-8 0,2 1 3 16,-1-1 14-16,1 1-3 0,0-1-15 0,1 2 15 15,-2 0-12-15,2-2 6 0,0 1-7 0,4 6 15 16,-1-3-2-16,0-2-19 0,-2-3 17 15,-1 3-4-15,0-3 2 0,0 0-6 0,0 0 14 16,-1-1-9-16,1 0-8 0,0 0 23 0,0 1-9 16,0-1-6-16,0 1 19 0,1-2-12 15,-2 1 2-15,2 0-10 0,-1 0 11 0,0-2-2 16,0 2 3-16,1 0 9 0,-2 0-2 0,2 0-11 16,-2-1 5-16,1 1-8 0,1 0 1 15,-1 0 11-15,2-2-11 0,-1 1 6 0,0 0-4 16,-1 2-9-16,2-3 5 0,-1 0-1 0,0 0-3 15,1 1 16-15,0-1-14 0,0 1-19 16,0-1 28-16,1 3-10 0,-2-3-15 0,2 1 16 16,-1-1-8-16,1 1-3 0,-2 1 12 0,1-2-11 15,-1 1 6-15,0-1-8 0,1 1 12 0,-2-1-5 16,0 1-10-16,1 1 1 0,0-2-1 16,1 0 23-16,-2 2-4 0,-4-2-10 0,0 0-7 15,8 0 16-15,-2 0-6 0,-6 0 4 16,10 0-13-16,-2 0 12 0,0 0-16 15,-2 0 22-15,1 0-7 0,0 0-2 0,-1 0-3 0,1 0 0 16,0 0 1-16,-1 0-10 0,1 0 15 16,0 0-9-16,-1 0 17 0,1 0-2 0,0 0-31 15,-1 0-29-15,-6 0 2 0,10 0-37 16,-2 0-27-16,-2 0-24 0,1 0-17 0,6-9-48 16,2 2-392-16,-2-2 1 0</inkml:trace>
  <inkml:trace contextRef="#ctx0" brushRef="#br0" timeOffset="152968.97">12594 3961 15 0,'-5'0'156'0,"1"0"-6"0,0 0 0 15,0 0 2-15,1 0-1 0,-1 0-15 16,1 0-11-16,1 0-4 0,-1 0-9 16,0 0-14-16,2 2 1 0,-2-2-16 0,1 0-4 0,0 0-16 15,1 2-5-15,-2-4-12 0,3 4 4 16,-2 0-3-16,-1 1-4 0,0 3-4 0,-5 6-8 16,2 0-1-16,2-1-1 0,-4 1-8 0,1 0-6 15,-1 3 11-15,-3-2-2 0,5 0-6 0,-2 1-1 16,2-3 2-16,2 0-8 0,3-3 5 0,-2 1-7 15,3 0 5-15,0-1 6 16,0-8 2-16,0 9 1 0,0-1-6 16,0 5 9-16,0 2-4 0,16 17 11 0,-12-17-10 15,4-1 9-15,-1 0 2 0,2-2 9 0,-1 1-11 16,2 0 11-16,2 1 17 0,0-3-25 0,2 0 18 16,4-1 2-16,2 1-7 0,1-2-6 0,0-2 13 15,5-2-7-15,-2 1-16 0,7-1 1 16,-2-5 10-16,2 0-8 0,-15 0-8 0,8 0 0 15,5 0 9-15,2 0-4 0,1 0-12 16,1 0 15-16,29-13-12 0,-30 10-9 16,0 1 8-16,-2-1-13 0,-2-2 1 0,-3 2-11 15,0-3 13-15,-2-2 3 0,0 8-5 0,-3-7 15 16,-3 1-11-16,0 2 7 0,2-2-7 0,-3 2-1 16,-1-5 11-16,-1 4-2 0,1-2-1 15,0 2 5-15,-1-1-4 0,2-1 3 16,-4 0-7-16,-1 0-14 0,-2 3 7 0,-1-1 6 15,-1 2-7-15,-2 0 0 0,1 2-3 0,-1-3-4 16,-2 4 4-16,2-4-4 0,-2 3 10 16,-1 0 2-16,2 0-10 0,-2-1 4 0,0 2-1 15,1-1-4-15,0-1-7 0,1 1 3 16,-3 1 2-16,2-2-8 0,-2 1 14 0,2 0-1 16,-2 1-5-16,-1 0 9 0,0 0-6 0,0 0-1 15,0 0-7-15,0 0 0 0,0 0-4 0,0 0 0 16,0 0 15-16,0 0-8 0,0 0-1 15,11-9 8-15,-11 9-14 0,1 0 0 16,-1 0-2-16,1 0 6 0,-1-1-31 0,0 1 9 16,2 0-19-16,-2 0 23 0,0 0-20 0,0 0-8 15,0 0-14-15,0 0-5 0,0 0-18 16,0-3-6-16,-2 3-8 0,2-2-2 0,-1 2-13 16,0-2-3-16,-1 0-7 0,0 1-21 15,-2 0-6-15,2 1 2 0,-2-1-32 0,2 1-18 16,-4-3-278-16,2 2 1 0</inkml:trace>
  <inkml:trace contextRef="#ctx0" brushRef="#br0" timeOffset="155786.25">8440 4071 9 0,'-14'0'100'0,"14"0"4"0,0 15-5 16,-15-15 2-16,-2 22-9 0,14-19 10 16,0-1-9-16,1 1 3 0,-1-1-9 0,0 2 3 15,2-3-8-15,-2 1-5 0,1 0-7 0,0 0-7 16,1 1 12-16,0-1-11 0,-1-1 3 15,1 1-3-15,0-1 10 0,1 1 20 0,-2 1 6 16,1-3 18-16,1 1-16 0,0 0 16 16,0 0-11-16,-1 1 0 0,1-2 9 0,0 0-8 15,0 0-24-15,0 0 12 0,0 0-14 16,1 2-2-16,2-2-6 0,1 0-1 0,1-2-27 16,12-1 3-16,3 1 6 0,7-3-13 15,5-1 2-15,0-1-6 0,4 0-17 0,5 0 2 16,2-5 4-16,5 3 12 0,3-1-8 0,2-3 9 15,-4 4-8-15,2-3-6 0,0 0 2 16,-3 1 0-16,1-1-11 0,-3 1 11 16,-1-1-10-16,-1 1 6 0,-1 3 3 0,-3-3-15 0,-2 3 7 15,0-4 4-15,-5 3-13 0,-2 0 3 16,-1 1-8-16,-2-1 7 0,0 1 3 0,-1 0-6 16,0-2 4-16,-2 0 5 0,0-1-10 15,-1 2-4-15,4-3 1 0,-4 3 0 0,0-1-2 16,1 2-2-16,-5 0-1 0,-4-2-5 0,4 2 5 15,-6 2-6-15,-4 0-9 0,-2 1-5 16,0 3-24-16,-2-1-35 0,0 1-36 0,-2 0-15 16,0 1-19-16,-2 0-17 0,0-1-7 0,2-1-16 15,-2 2-23-15,0 0-444 0,2-1 0 16,-4 0 0-16</inkml:trace>
  <inkml:trace contextRef="#ctx0" brushRef="#br0" timeOffset="158289.01">8698 10085 9 0,'0'0'36'16,"0"0"7"-16,13 0-8 0,-13 0-12 0,0-14-14 15,0 14-22-15,0 0-16 0,0 0-25 0</inkml:trace>
  <inkml:trace contextRef="#ctx0" brushRef="#br0" timeOffset="158833.29">8738 10042 16 0,'13'0'106'0,"-13"0"-12"0,0 0-4 16,0 0-4-16,0 0 3 0,0 0 7 0,0 0-3 16,0 0-3-16,0 0-1 0,0 0-6 0,0 0-5 15,0 0 5-15,0 0-4 0,0 0 6 16,0 0-10-16,0 0-4 0,0 0 8 0,0 0-9 15,0 0 3-15,0 0-12 0,0 0-3 0,0 0 2 16,0-14 4-16,0 14 2 0,0 0 1 16,0 0 4-16,0 0-2 0,0 0 6 0,0 0 16 15,0 0 3-15,0 0-18 0,0 0 18 0,0 0-27 16,0 0 11-16,0 0-7 0,0 0 7 16,0 0-14-16,0 0-20 0,0 0 10 0,0 0 12 15,0 0-11-15,0 0-6 0,0 0 10 16,0 0-7-16,0 0 5 0,13 0-5 0,-13 0-19 15,24-21 5-15,-4 18-1 0,3-5-2 0,4 2-4 16,-1-1-1-16,5-3 3 0,1-1-13 16,4 0-3-16,4-5 5 0,4 1-5 0,4 1 6 15,3-2 4-15,2 0 7 0,6-2-15 0,1 1 12 16,1 0 0-16,1-2 9 0,-1 1-7 16,0-2-2-16,2 3 10 0,-1 0 5 0,-2 1-1 15,0-1 2-15,-4 2-6 0,-3-1 1 16,-1 2-1-16,0-2 3 0,-4 5 3 0,-1-4-10 15,-3 3-6-15,-2 1 4 0,-2 0-6 0,-3-2 7 16,-2 2-3-16,-5 3-4 0,-2 0-3 0,3 1-3 16,-3-4-9-16,-4 4 0 0,0 0-2 15,-4 1-3-15,-1 0-1 0,-3 0 9 0,-2 1-15 16,0 1-18-16,-5 0-21 16,-1 2-26-16,-1-1-29 0,-1 1-41 0,0-1-44 0,-1 0-35 15,-1 0-793-15,0 0 0 0,0-1 1 0</inkml:trace>
  <inkml:trace contextRef="#ctx0" brushRef="#br0" timeOffset="159892.41">10362 11738 138 0,'0'13'161'0,"0"-13"0"0,0 0 8 0,0 0-2 16,0 0-11-16,0 0-16 0,0 15 3 15,0-15-6-15,0 0-21 0,0 0 14 0,0 0-16 16,0 0-18-16,-22 22-3 0,22-22-12 0,-1 1-9 15,1-1-4-15,-1 2-20 0,1-1-2 0,0-1 7 16,0 1-9-16,0 2 6 0,1-1 9 16,-1 0-17-16,0 1 7 0,1 0-23 0,1 0 9 15,-2 1 8-15,1 0-3 0,-1-4 27 16,0 0 24-16,8 11 10 0,-4-9 21 0,0 3-3 16,1-1 8-16,9 3 2 0,2-2 1 15,1 0-4-15,4-2-3 0,-9-3-7 0,8 0-6 16,6 0 10-16,34-12-10 0,-20 6 13 0,8-3 3 15,10-3-11-15,13-4 9 0,6 0-6 16,7-4 17-16,8 1-17 0,5-4 2 0,3 0 5 16,7 0 0-16,2-2 2 0,3-2-10 0,3 2-8 15,1-1 2-15,-2 2-10 0,0 0-13 0,-3-2-7 16,-3 2-2-16,-2 2-14 0,-5 1-4 16,-4 2-9-16,-1-2-6 0,-7 0-1 0,-5 2-11 15,-8 1-14-15,-8-1-12 0,-9 2-10 16,-1-2-10-16,-10 4-31 0,-2-2-32 0,-4 2-52 15,-6 0-28-15,-4-2-31 0,-3 4-45 16,0-1-1222-16,-2-1 0 0,-4 2 1 16,-3-4 726-16</inkml:trace>
  <inkml:trace contextRef="#ctx0" brushRef="#br0" timeOffset="161281.73">10683 3973 103 0,'-15'0'204'15,"15"0"-18"-15,0 0 6 0,0 0-21 16,0 0-13-16,0 0-26 0,0 0-4 0,0 0-13 15,0 0-12-15,0 0-3 0,0 0-18 0,0 0-3 16,7 17 25-16,6-6 1 0,3 1-1 16,2 1 16-16,3 1-11 0,1-4 27 0,4 1 16 15,3-3 14-15,4-5-11 0,6 2-21 0,5-5-5 16,-19 0-8-16,17 0-11 0,60-14-9 16,-36 5-2-16,3-4-1 0,7-4-11 0,1-1-3 0,5-4-5 15,3-3-6-15,3-3-13 0,4-3-10 16,3-4-16-16,2-1-9 0,1 1-2 0,2-4-23 15,1 0-5-15,-1 0 8 0,3 1-23 0,-6 1-1 16,-2 4-4-16,-4 2-15 0,-6 1-37 16,-6 6-51-16,-3-2-30 0,-8 2-62 0,-3 3-660 15,-2 3 0-15,-6-2 0 0</inkml:trace>
  <inkml:trace contextRef="#ctx0" brushRef="#br0" timeOffset="171280.09">11600 7481 113 0,'-13'0'127'0,"13"0"-2"0,0-15-9 15,-15 15 11-15,-4-21-18 0,15 16-11 16,0 3-16-16,0-2-3 0,2 0-2 0,-1 2-20 15,-1-1 1-15,1 2-5 0,1-2-10 16,-1 1-1-16,2 0-8 0,-2 0-8 0,2 0 2 16,-2 0-11-16,2 1 10 0,-1-1-13 0,1 2 6 15,-2-1-3-15,2-2-13 0,1 3-1 16,-1-2 7-16,-1 2-6 0,1 0 10 0,0 0-1 16,-1 0-10-16,1-2-2 0,1 2 7 15,0 0-7-15,0 0 2 0,0 0-1 0,0 11 9 16,1-4 4-16,6 11 1 0,1 2-3 15,0 1 11-15,0 0-7 0,3 3 7 0,-1-1 6 16,2 2-7-16,4-4 2 0,0-1 7 16,0-3-12-16,2-5 10 0,-2 1 0 0,4-5 0 15,2-3 2-15,-7-5-3 0,8 0 9 0,38-24 3 16,-16 0 1-16,7-8 3 0,7-7-1 0,5-4 22 16,8-8-7-16,7-6 0 0,3-5 14 15,3-1-1-15,3-6 14 0,8-2-28 0,59-47 4 16,-30 22-16-16,-22 17-1 0,-11 11 0 15,1-1-6-15,3 2-2 0,0 2-8 0,0-2-9 16,-3 3-22-16,0 3-48 0,-4 1-40 0,-5 2-56 16,1 4-63-16,-5 0-408 0,0 2 1 15</inkml:trace>
  <inkml:trace contextRef="#ctx0" brushRef="#br0" timeOffset="174155.77">28451 6442 40 0,'0'0'125'0,"0"0"-11"16,0 0 5-16,0-14 2 0,0 14-1 0,0 0-11 0,0 0-1 15,0 0 3-15,0 0-10 0,0 0-1 16,0 0-14-16,0 0 16 0,0 0-6 15,0 0-20-15,0 0 10 0,0 0-20 0,0 0 1 16,0 0-5-16,0 0-14 0,0 0 4 16,0 0-8-16,0 0-4 0,0 0-9 0,0 0 8 15,0 0-8-15,0 0 12 0,-4 7-1 0,-6 9 4 16,0 0-14-16,-1 3 4 0,0 3 17 0,-2 1 1 16,1 1-7-16,-1 1-17 0,2 1 14 15,0-1-21-15,3 1 22 0,0-4-25 0,2 0 1 16,0-1-2-16,2 0 7 0,4-6 9 0,0-8 13 15,0 4-2-15,0 2 4 0,18 10 5 16,-5-12-7-16,4-2-2 0,6-5-13 0,4-2 14 16,-10-2 1-16,10 0-29 0,42-15 21 15,-22 3-14-15,7 0-15 0,5-6 14 0,5 0 0 16,5-5-1-16,6-2-26 0,2-3 15 0,9-2-12 16,2-2 3-16,4-3-21 0,3 0-1 15,4-1-4-15,2 0-13 0,-1 0-1 0,3-1 8 16,-3 1 5-16,-4-1-17 0,-2 5 1 15,-3 0 7-15,-2 2 4 0,-1 2-18 0,-2 1-5 16,-5 2-9-16,-3 4-15 0,-4-1-36 16,-6 3-46-16,-1 4-57 0,-6 0-358 0,-3 2 1 15</inkml:trace>
  <inkml:trace contextRef="#ctx0" brushRef="#br0" timeOffset="212619.33">26355 8810 19 0,'-18'-15'74'15,"-12"-6"-4"-15,22 15-14 0,0 4-25 16,2-1-4-16,0 0-21 0,-7-7-51 0,1 1-85 15</inkml:trace>
  <inkml:trace contextRef="#ctx0" brushRef="#br0" timeOffset="213469.71">24743 8269 173 0,'-3'0'181'0,"1"2"-7"0,0-2 18 16,0 0-6-16,-1 0-2 0,2 0-16 15,-2-2-7-15,3 0-20 0,0 0-7 0,0-2-4 16,0 0-7-16,1-1-16 0,1 1-6 15,-1-1-9-15,2-2-13 0,6-4-7 0,-1-4-17 16,1 3 12-16,1-2-14 0,2 1-12 0,2-1-13 16,2 0 11-16,3-2-18 0,4 1 6 0,-1 1 7 15,5 2-18-15,-2-1-1 0,3 4 2 0,3-3-9 16,0 3-6-16,-1 0 3 0,2 4-3 16,-1-2 4-16,1-1-3 0,-1 3-9 0,-3 2-4 15,0 1 6-15,-16 2-4 0,5 0 5 0,0 0 3 16,2 0 9-16,14 14-7 0,-17-7-7 15,-5 1-8-15,-2 3 11 0,-6 1 15 16,-3-2 3-16,0 4-13 0,-17 24 13 0,3-15-13 16,-2-1 5-16,-2 3-3 0,-5-1-5 0,-4 3 4 15,1 1 5-15,-4 1-9 0,2-2 6 16,-1 2 3-16,1-1-7 0,-1 0 7 0,2-2-3 0,3 1 9 16,1-2-7-16,3 1 1 0,0-1-8 15,3 1 12-15,1-2 0 0,3-3-5 0,1 2-10 16,1 3 21-16,2 1-5 0,1-2-8 15,1-1-2-15,3-2 14 0,4-11 6 0,0 5 0 16,0 0 12-16,15 17 4 0,-5-18-1 0,4-4-4 16,2-2 12-16,4-2-23 0,2-2 7 15,4-1 9-15,-2-3 1 0,-12-1 7 0,6 0-20 16,21-18 5-16,-19 10-4 0,-4-1-3 0,-3-4 4 16,1-1-14-16,-4-4-4 0,-2 1-13 15,-1-4-7-15,-4 0-1 0,-3 0-7 0,0 8 6 16,0-4-7-16,-18-26-10 0,6 16 3 0,-2 3 8 15,-2 1-6-15,-6-1-14 0,-2 0 8 0,-1-3 0 16,-3 2-2-16,-1 0 2 0,1-1 8 16,1 5-3-16,0 0 12 0,3 0-8 0,3 5 4 15,0-1 0-15,3 2-3 0,2 5 0 0,3-1-4 16,1 1-3-16,4 4-2 0,5 1 10 16,3 5-6-16,3 0-14 0,12 5-18 0,9 4-34 15,2-2-35-15,6 8-22 0,6 0-76 16,-1 1-381-16,4 2 1 0</inkml:trace>
  <inkml:trace contextRef="#ctx0" brushRef="#br0" timeOffset="213802.79">25756 8678 156 0,'4'-6'237'16,"-1"0"11"-16,2-10 25 0,-2 2-27 0,0-8-3 15,-2-3-30-15,2 2-23 0,1-1-12 16,0-2-22-16,2-1-27 0,2 4 2 0,2-1-26 16,2 2-22-16,2 3-8 0,2 1-13 15,4 1-16-15,0 2-6 0,3 3-12 0,-2 2 3 0,2 4-6 16,0 2-3-16,2 3-10 0,-13 1-1 16,6 0-9-16,22 13 0 0,-20-2-2 15,-4 4 10-15,-6 5-2 0,0 7-5 0,-9 5 5 16,-1-16-1-16,-16 33 2 0,-3-13-9 15,-3 0 1-15,-4 0 8 0,-2-1-4 0,0-1-2 0,0-2 2 16,1-5 6-16,1 1-9 0,2-4-8 16,1-1 15-16,2-5 10 0,-1-1-7 0,2-2-6 15,3-4-24-15,2-4-37 0,2-5-30 16,13-2-56-16,-8 0-69 0,-3-14-429 0,10-6 0 16</inkml:trace>
  <inkml:trace contextRef="#ctx0" brushRef="#br0" timeOffset="214067.3">26113 8495 201 0,'5'2'217'0,"0"-1"23"0,10 5 17 0,2-2-21 16,-2-4-25-16,9 1-11 0,-12-1-11 15,9 0-20-15,5 0-19 0,31-11-1 0,-24 8-22 16,3-1 3-16,3 0-36 0,-2 1 6 16,2-3-17-16,-2 1 1 0,2-1-32 0,-1 1 0 15,2 0-32-15,-2-1-17 0,-2-1-38 0,-2 2-42 16,0-4-48-16,-2 1-57 0,-1-4-65 16,0 1-328-16,-3 1 0 0</inkml:trace>
  <inkml:trace contextRef="#ctx0" brushRef="#br0" timeOffset="214582.63">27961 7883 168 0,'3'-13'227'0,"-2"2"10"0,-1 1-1 16,-2 1-21-16,-1 3-28 0,-8-4-25 15,-2 1-22-15,-6 5 3 0,-5 2-23 0,10 2 0 16,-8 0-16-16,-34 20-10 0,18-4-11 16,-5 5-6-16,-2 5 3 0,-2 6 9 0,-2 5-2 15,1 6-13-15,0 5-2 0,0 2 4 0,3 0-9 16,5 3 5-16,4-1-9 0,2-1-5 0,9-2-14 15,5-1 13-15,4-3-1 0,5-4-19 16,5-1 4-16,4 0-5 0,2-25 13 0,12 35-21 16,3-21 1-16,4-5-2 0,6-3-5 0,6-1 18 15,6-6-10-15,2-3 5 0,1-4 2 0,0 2-19 16,2-8 8-16,-3 1 1 0,-22-2-10 16,10 0 3-16,30-14 2 0,-30 2-1 15,-1 1 3-15,-2-1-15 0,-5-3 8 16,-4 2-12-16,-6-2 6 0,-5 4-20 0,-3-3 11 15,1 7-10-15,-2 7 4 0,0-10-6 16,-11-12 2-16,4 8-1 0,-1 4 8 0,-1 0 4 16,0-1-12-16,-1 5-4 0,2 4-4 0,-1 2-3 15,9 0-39-15,-12 0-20 0,-8 13-9 0,6-2-23 16,3 1-17-16,2 1-18 0,1-2-14 0,4 3-16 16,1-3-3-16,3-11-27 0,0 12-395 15,11 13 1-15</inkml:trace>
  <inkml:trace contextRef="#ctx0" brushRef="#br0" timeOffset="-214596.03">28049 8663 148 0,'7'-21'277'0,"-2"-1"15"0,1 0 7 15,-1-1-12-15,0 0-26 0,3 0-38 0,2 1-21 16,-6 1-20-16,6 0-22 0,4 0-12 15,2 2-14-15,1 3-20 0,0 0-10 16,6 1-9-16,-2 5-9 0,6 3-4 0,1 0-20 16,1 1-20-16,-2 6-3 0,-15 0-4 15,7 0-6-15,22 14 0 0,-21 0-7 0,-4 1-9 16,-5 4 4-16,-7 4 5 0,-4-10-13 0,-11 25 6 16,-4-13-4-16,-2 2 9 15,-6-4 2-15,-2 2-17 0,-2-1 1 0,-2-2 5 0,-2 0-8 16,-2-2-1-16,0-3 4 0,-2-2-10 0,3-1 2 15,0-3-6-15,1-1-22 0,3-3-7 0,-1 0-32 16,-4-3-28-16,2-1-42 0,16-3-47 0,-6 0-58 16,-27-14-431-16,23 7 0 0,2-5 1 15</inkml:trace>
  <inkml:trace contextRef="#ctx0" brushRef="#br0" timeOffset="-213947.99">25015 9282 104 0,'-4'0'177'0,"0"1"-10"16,0-1 2-16,1 0 4 0,-1 2-7 16,3-2-13-16,1 0-1 0,3 0-5 0,1-2-17 0,14 1 7 15,4-2-12-15,-9 3 6 0,32-7-8 16,-13 3 9-16,6-2-1 0,7 1 13 15,7-1 6-15,12-1-10 0,7-1 0 0,7 1-12 16,9-1-14-16,2 2-11 0,6-1-2 0,5 0-11 16,9-1-14-16,8-1-6 0,9 3-15 15,6 0-5-15,11 1-9 0,5 1-3 0,8 3-1 16,2 0-7-16,-79 1 4 0,40 0-12 16,19 0-3-16,162 12-8 0,-143-6 4 0,-5 2-5 15,-5 0-10-15,-4 2-3 0,-7-3 4 16,-2 2-5-16,-6-3 3 0,-8 2-1 0,-9-3 3 15,-7-1-8-15,-7-1-4 0,-7 0-5 16,-8-2 7-16,-45-1-3 0,15 0 5 0,5 0 4 16,1 0-3-16,-5 0-3 0,-5 0-5 0,-4 0-4 15,-5 0-44-15,31-14-64 0,-39 9-44 16,-7-4-53-16,-2 2-586 0,-10-1 0 0,-6-2 1 16</inkml:trace>
  <inkml:trace contextRef="#ctx0" brushRef="#br0" timeOffset="-213065.28">27547 9535 105 0,'3'-4'176'16,"-2"0"-4"-16,0-2-2 0,-1 2-14 0,-1 1 4 15,0-1-20-15,-10-6-16 0,-2 0 4 16,-3 2-3-16,-6 0-19 0,-2 2-2 0,-5 3 3 15,-3 2-8-15,-4 1-12 0,19 0 6 16,-10 0-10-16,-6 0-15 0,-41 16 1 0,36-7-2 16,-2-2-3-16,1 5-10 0,1 1-10 0,2 3 0 15,3-1 4-15,4 2-9 16,2 0 9-16,4 2 7 0,3-2 18 0,4 2-5 16,2 0 24-16,8-1 7 0,5-4-6 0,1-7-11 15,24 16-8-15,-3-12 1 0,6-2-12 0,6-2 1 16,6 2-18-16,1-2 6 0,3 1-10 0,1-1-4 15,-1-1 1-15,-2 2-10 0,-2 1-5 16,-2-2 12-16,-2 2-6 0,-2 0-9 16,-5 0 0-16,-1 1 1 0,-2-1 2 0,-6 2-7 15,-5 2 0-15,-2-1 3 0,-8 1-9 0,-4 0 8 16,0-4-2-16,-18 16 2 0,-1-6 0 16,-1-2-4-16,-5-1 3 0,-2-2-2 0,-5 1-2 15,-5 0-9-15,-2-3 13 0,-1 1 10 0,-3-2-6 16,1-3 13-16,-1 1-5 0,-1-3 6 15,-2 0 3-15,1-3 3 0,0-1-11 0,-3 0-3 16,25-2-30-16,-11 0-25 0,-4 0-23 0,0 0-37 16,-36-13-34-16,40 7-65 0,3-1-53 15,4-4-698-15,3-3 0 0,9-1 1 0</inkml:trace>
  <inkml:trace contextRef="#ctx0" brushRef="#br0" timeOffset="-212224.45">29279 8578 119 0,'0'0'228'0,"0"0"12"15,-14 0 4-15,14 0-9 0,0 0-4 0,0 0-5 16,0 0-17-16,0 0-36 0,0 0-13 16,0 0-11-16,2-27-28 0,21 22 5 0,2-2-21 15,5-1-8-15,7 2-30 0,3-1-3 16,4-3 5-16,5 1-9 0,3 1 5 0,3 1-30 15,3-1 13-15,0 3-15 0,2-1-23 0,-2 0-22 16,-2 4-34-16,-3-3-54 0,-4 1-46 16,-4 2-93-16,-5-3-404 0,-6 3 0 0</inkml:trace>
  <inkml:trace contextRef="#ctx0" brushRef="#br0" timeOffset="-211999.8">29521 8889 122 0,'-26'17'232'0,"5"-2"-26"0,-2-4 22 15,5 3 7-15,2-3 11 0,4-2-6 0,6-1-4 0,6-8-14 16,12 8-25-16,8-7-6 0,-6-1-30 16,8 0-20-16,41-11-4 0,-18 2-22 15,6 6-19-15,4-6-13 0,0 0-21 0,2 3-54 16,2-3-50-16,-3 0-39 0,1-1-41 0,-3 2-61 15,1-1-48-15,-4 1-394 0,-2 1 0 16</inkml:trace>
  <inkml:trace contextRef="#ctx0" brushRef="#br0" timeOffset="-211324.63">31097 7914 85 0,'-3'-7'179'15,"-1"3"2"-15,2 1-14 0,-1-3-1 0,0 4-18 16,1-1-14-16,0 0-23 0,0 0-14 16,-1 3-10-16,0 2 3 0,-1-1-17 0,-6 11 7 15,-4-1-3-15,2 4-3 0,-2 4-7 0,0 2-4 16,-2 1-8-16,2 1 7 0,-2 7-15 15,0-2-3-15,1 3 11 0,-1 1-9 0,1-1-4 16,1 4-3-16,2-4-6 0,1 1-3 16,2-2-4-16,-1-1-6 0,4 1 14 15,0-1 4-15,4-2 14 0,0-4 24 0,1-4 6 16,1-10-2-16,0 3-12 0,17 14-4 0,-3-15 11 0,3-1-17 16,4-6-5-16,3-1-5 0,7 1 6 15,1-4-13-15,-15 0 1 0,9 0-17 0,3 0 10 16,39-13-10-16,-32 8-9 0,4-1-10 15,0-2 8-15,3 2-2 0,-2-1-14 0,-1-2 15 16,0 1-4-16,1 0-25 0,-1 1 11 16,-3 0 4-16,-1 0-10 0,-4-2-27 0,-2 2-31 15,-4-2-13-15,1 2-25 0,-4-2-28 16,-5 0-39-16,-2 1-41 0,-5 3-421 0,-6-4 0 16</inkml:trace>
  <inkml:trace contextRef="#ctx0" brushRef="#br0" timeOffset="-210925.09">31370 8061 117 0,'-1'-4'217'16,"0"1"-20"-16,-1 0 10 0,2 0-30 16,-1 1-17-16,0 2 13 0,-2 2-22 0,0 2-4 15,1 3-9-15,-5 11-10 0,-4 7-5 16,1 2-6-16,-4 5-3 0,1 5-4 0,-4 8-11 16,-2-2-17-16,-1 2 6 0,-1 2-8 0,-2 2-15 15,3 0 2-15,0-2-7 0,1 2-4 16,-1-2-4-16,4-3 9 0,2 1-6 0,-2-2-1 15,4-3-10-15,1-4-7 0,0-2 8 16,2-4-9-16,1-2 2 0,0 1-6 0,1-4-5 0,3-3-3 16,2-2-13-16,-2-4 2 0,2-1-48 15,1-8-23-15,0 3-29 0,-1-4-49 0,2-2-39 16,0-4-107-16,3 0-376 0,1-2 1 16,1-2 0-16</inkml:trace>
  <inkml:trace contextRef="#ctx0" brushRef="#br0" timeOffset="-209735.11">29890 8252 126 0,'-20'-44'183'0,"18"18"-6"16,2 13-1-16,0-8 6 0,0-2 0 0,0-4-21 16,0-1 7-16,16-31 0 0,-11 30-12 15,2 0-21-15,2 0-9 0,0 3-2 0,2-4-22 16,3 1-13-16,4-1-6 0,3-2-14 0,2 0-10 15,2-2-17-15,6 0-7 0,2-1 11 16,6 1-22-16,3 0-16 0,9 0-1 0,2 1-11 16,6 1-4-16,5 2-5 0,5 4-8 15,8 2 3-15,5 1 11 0,8 4-8 0,6 4-1 16,4 2 7-16,1 6 7 0,3 2 6 16,0 3 0-16,-51 2-2 0,27 0-2 0,105 18 2 15,-85-5-8-15,-1 5 2 0,-3 1 5 0,53 17 6 16,-18 3-2-16,-18 2-5 0,-13 0 2 0,-15 2 7 15,-7 2-17-15,-15-1 5 0,-10 3 6 16,-9 6-3-16,-9 4 2 0,-7 3-5 0,-6 6 6 16,-12 5-4-16,-8 0-2 0,-2-33 2 15,-24 82 1-15,0-40-3 0,-6-2-5 0,-1-9 14 16,2-8-10-16,-1-5 0 0,-3 6 11 0,-3 0-1 16,-6 5 0-16,0-1-10 0,-1 0 20 15,-1-4 4-15,-3 0-10 0,1-7-3 16,-2-1-3-16,-3-2 3 0,-1-8 4 0,-2-2 9 15,-5-2 14-15,-4-7 4 0,-2-2 18 0,-8-7 15 16,-3-1 22-16,-6-6-9 0,-3-4 15 0,-7-4 2 16,0-3 30-16,2-6 7 0,43 0 7 15,-22 0 4-15,-94-21 0 0,68 4-4 0,2-4 7 16,-3-4-22-16,3-4-8 0,2-6-19 16,3-5-6-16,5-4-20 0,4 1-25 0,5-9-23 15,7-1-22-15,4-4-12 0,6 0-14 0,2-2-14 16,6-2-4-16,8 0-10 0,6-3-14 0,7 0-5 15,10-2-22-15,10-2-14 0,8 36-43 16,20-64-60-16,6 35-801 0,16 7 1 16,8 0 0-16</inkml:trace>
  <inkml:trace contextRef="#ctx0" brushRef="#br0" timeOffset="-191951.04">18466 9374 133 0,'0'0'157'0,"0"0"-2"0,0 0 4 16,0 0-10-16,0 0-5 0,0 0-8 15,0 0-1-15,0 0-3 0,0 0-2 0,0 0-17 16,0 0-12-16,0 0 16 0,0 0-25 16,0 0 18-16,0 15-17 0,0-15-11 0,0 0-10 15,0 0-9-15,0 0 2 0,14 27-9 16,-14-22-4-16,0-1 13 0,0 0 29 0,4-1 15 16,8 7 1-16,6-5 9 0,10-4-7 15,-10-1-11-15,12 0-8 0,56-13-9 0,-23 3-25 0,6-3-9 16,5-4-6-16,3-2-4 0,2-2-4 0,3-2-21 15,1-3-4-15,1 0 2 0,3-1-13 16,0-5-17-16,2 3 10 0,2-6-19 0,-2 3-2 16,2-1 3-16,-4 3-25 0,-2 4-23 15,-10 0-38-15,-3 2-41 0,-7 6-56 16,-5 0-518-16,-8-1 0 0,-7 6 0 0</inkml:trace>
  <inkml:trace contextRef="#ctx0" brushRef="#br0" timeOffset="-190931.06">19246 10254 77 0,'0'0'108'16,"0"0"-1"-16,0 0-9 0,0 0-14 0,0 0 8 15,0 0 1-15,0 0-19 0,0 0 3 16,0 0-3-16,0 0 3 0,0 0-9 0,0 0-7 16,0 0 4-16,0 0-12 0,0 0 2 0,0 0-4 15,0 0 1-15,0 0-11 0,0 0 5 16,0 0-6-16,-14 0 5 0,14 0-9 0,0 0 2 15,0 0-13-15,0 0 8 0,0 0 2 16,0 0-9-16,0 0 1 0,0 0 1 0,0 0-1 16,0 0-9-16,0 0-2 0,0 0 11 15,0 0-9-15,0 0 1 0,0 0 4 0,0 0 3 16,0 0-8-16,0 0 9 0,0 0-14 0,0 0 8 16,0 0-6-16,0 0 9 0,0 0-5 15,0 0 0-15,0 0-7 0,0 0 1 0,0 0-1 16,0 0-6-16,0 0 4 0,0 0-9 15,0 0 11-15,0 0 7 0,0 0 5 0,0 0 13 0,0 0 12 16,0 0 9-16,0 0 21 0,0 0-8 16,0 0 16-16,0 0-5 0,0 0 12 0,0 0 7 15,0 0 16-15,0 0 0 0,0 0-9 16,0 0 8-16,11-12-7 0,9 5-12 0,4-2 1 16,7-1-12-16,7-2 4 0,4-2 3 15,4-1 3-15,7 2 2 0,2-6 10 0,1 2-6 16,4-3-19-16,0-2-14 0,0 0-1 15,1-2-5-15,2 1-11 0,-1-2-8 0,5 0-11 16,0-2-13-16,-1-2-9 0,0 0-7 16,-1 0-8-16,6-2-3 0,-2 3-8 15,4-1-3-15,1-1-14 0,-1 3-6 16,-1 2-5-16,0-2-27 0,-3 4-67 0,-3 1-62 16,-2 1-39-16,-4 2-753 0,-4 6 0 0,-4-3 0 15</inkml:trace>
  <inkml:trace contextRef="#ctx0" brushRef="#br0" timeOffset="-188128.83">15075 10345 91 0,'0'0'121'0,"0"0"-4"0,0 0-11 16,-13 0-2-16,13 0-7 0,0 0-11 15,0 0-2-15,0 0-11 0,0 0 4 16,0 0-10-16,0 0 0 0,0 0 5 0,-27 25-10 15,26-25 6-15,0 0-10 0,1 0-2 0,-2 0-1 16,1 0 4-16,1 0 1 0,-1 1-6 16,1-1 1-16,0 0 3 0,-2 0-15 0,2-1 11 15,0 2-2-15,0-1-5 0,-1 0 0 0,1 0 4 16,0 0 2-16,0 0 10 0,0-1-5 16,0 1 18-16,0 3-6 0,0-2-5 0,1-1-12 15,-1-1 18-15,0 1-8 0,3 0-3 0,-2 0 3 16,2-2 5-16,2 0-10 0,1 0-3 15,7-3-1-15,6 1-20 0,2-2 12 0,4 1-3 16,6-3 4-16,-3 2-17 0,4 0 1 0,3-3-2 16,4 2 0-16,4-3-8 0,4 0-1 15,2 0-4-15,2-1 6 0,1 1-3 0,1 0 6 16,2-1 1-16,1 3 10 0,4-1 11 16,0 2-3-16,1-2 7 0,2 2-9 0,4 2 7 15,-2-3-2-15,3 3-11 0,-4 1 2 0,-4 0 0 16,1 1-7-16,-1 0 12 0,-6 1-6 15,-6-3-5-15,0 4-2 0,-4 1-1 0,-4-1 1 16,-8-1-5-16,4 2-7 0,-8-2 7 0,-2 2-2 16,-6 0 2-16,-2-2-8 0,-4 2 5 15,-14 0-2-15,8 0-4 0,-8 0-4 0,4 6 0 16,-10-6-4-16,-16 4 5 0,-4 1-7 0,-8-2 8 16,2 1-6-16,-4 1 6 0,-4-3-13 15,-4 1 0-15,0 1 4 0,-4-1-5 0,-4-2 1 16,-2 2 4-16,-1-3-3 15,-1 2 0-15,1-2-1 0,1 2-4 0,0 0 1 0,2-2 8 16,0 3-7-16,3-1 1 0,1 1-5 16,5-2 9-16,2 1-8 0,5 1-11 0,0-1-4 15,7-1-20-15,3 3 0 0,5 0 0 16,5 1-20-16,5 1-2 0,7-1 7 0,4-5 15 0,15 12 11 16,8-7-10-16,7-4 16 0,5-1-8 15,-12 0 19-15,13 0-11 0,12 0 0 0,8 0 9 16,72-12 4-16,-56 9 10 0,1-1-9 0,0 2 9 15,-5 2 7-15,-6-1 7 0,-36 1-4 16,14 0-5-16,0 0 10 0,-2 0 14 0,0 0 11 16,-4 0-8-16,-8 0-1 0,-6 0-5 15,-8 0-7-15,0 3-10 0,-18-3 3 0,-4 1 5 16,-12-2-14-16,10 1 11 0,-8 0-6 16,-4 0 1-16,-4 0-13 0,2 0-6 0,0 0-15 15,-26 11-11-15,30-9-35 0,6 0-33 16,3 0-55-16,4 2-18 0,7-1-15 0,4-3-49 15,8 0-536-15,16 0 0 0,-8 0 0 16</inkml:trace>
  <inkml:trace contextRef="#ctx0" brushRef="#br0" timeOffset="-186544.02">24599 6751 90 0,'0'0'153'0,"-13"0"-11"16,13 0-13-16,0 0 7 0,-24 19-7 0,20-17 2 15,1-2-8-15,0 2 1 0,1-2-9 16,-1 1-8-16,2 0 11 0,-1-1 5 0,1 2-9 15,0-2 10-15,-1 1-4 0,2-1-2 16,2 0-2-16,4 0-11 0,1-1-11 0,17-2-10 16,-11 3-18-16,31-10 5 0,-10 4-6 0,6 2 0 15,5 0-6-15,4-1 6 0,63-7 47 16,-53 9-53-16,0 0-17 0,-1 0 4 16,5 3-8-16,-4-2-1 0,-5 0-11 0,0 2-9 15,-8 0-12-15,-4 0 11 0,-24 0-8 16,10 0 10-16,2 0-14 0,-1 0-4 0,-4 0 0 15,-2 0 4-15,-6 0 3 0,-6 0-10 16,-4-1-6-16,-26 2 2 0,-6 1-8 0,6-2 3 16,-10 0 4-16,-50 6 9 0,22-4-7 15,-7-1 17-15,-2-1-15 0,0 1-12 0,-2 0 12 16,-3-1 13-16,34 0 10 0,-19 0-25 0,-8 0 26 16,-4 0 4-16,2 0-7 0,4 0 6 0,6 0-1 15,4 0-3-15,6 0-20 0,6 0 13 16,4 0-23-16,3 0 15 0,6 0 0 0,9 0 6 15,0 2 5-15,28-2-7 0,18-3 8 16,-10 3-10-16,12 0-11 0,10 0-3 0,8 0 7 16,9 0 0-16,8 0 2 0,3 0 8 15,2 0 7-15,68 13-15 0,-71-8 12 0,-7-1-9 16,-5 2-8-16,-6-3 7 0,-8-1-7 16,-5 2-8-16,-4 0 11 0,0-3 2 0,-6 3 3 15,-12-4-5-15,-8 2-14 0,-8-2 9 0,-3 0-6 16,-14 2-11-16,-5 0 16 0,-5-2 1 15,-8 1-11-15,1 0 3 0,-4-1 7 0,20 0 12 0,-10 0-5 16,-2 0-2-16,-1 0-12 0,0 0 3 16,3 0 0-16,5 0-27 0,4 0-7 0,5 0-5 15,-3 12-25-15,22-10-17 0,18 5-17 16,10-2-22-16,6 2-3 0,10-2-20 0,9 4-4 0,10 0-29 16,12 2-28-16,3-1-273 0,8 1 0 15</inkml:trace>
  <inkml:trace contextRef="#ctx0" brushRef="#br0" timeOffset="-181714.29">9379 14116 37 0,'0'0'112'0,"0"0"-7"0,0 0-10 0,0-15-6 16,0 15-5-16,-14 0-11 0,0-24 10 16,14 21-14-16,-1 2-5 0,0-2-9 15,1 2 7-15,0-1-7 0,-2 0-7 0,2 2-2 16,0-2 11-16,0 1-16 0,0-1 1 0,-1 0-2 16,0 2-3-16,2-3 2 0,-1 2-4 0,0 1 11 15,0-1-6-15,0 0-3 0,0 1-2 16,0 0 2-16,-1-3-8 0,1 3 2 0,0 0-9 15,0 0 13-15,-2 0-7 0,4-2-5 0,-2 2-2 16,-2 0 5-16,2 0-5 0,0-2 7 16,-1 2-4-16,2 0 6 0,-2 0-8 0,0 0 3 15,1-1-6-15,1 2 5 0,-1-1 2 0,0 0-2 16,0 0 11-16,0-1-8 0,0 2 0 16,0-1 7-16,1 0-13 0,-1 2 9 0,2 0-6 15,-2 3 0-15,1-1 4 0,-1 1-1 0,3 3 5 16,-2 11-2-16,6-1-3 0,-5 0 4 15,6 3-11-15,-2-3-7 0,0 1 8 0,2-2 0 16,4 0 0-16,2-2 32 0,2-3 28 0,2-3 4 16,6-3 0-16,4-1-10 0,-12-5 5 15,35-11-2-15,-13-4-16 0,8-2-14 16,4-4 0-16,4-6-6 0,8 0 5 0,4-2-19 16,4-3 10-16,3-5-5 0,2 1 1 15,-1-5-3-15,0 3-11 0,0-4 10 0,-1-3-17 16,-2 0 3-16,3 0 3 0,-2 0-7 15,0 0-14-15,0-1 3 0,-1-1-9 0,-2-1-4 16,-1 1-8-16,-1 0-48 0,-3 0-15 0,-4 4-35 16,-3 0-28-16,-1 2-33 0,-3 0-25 15,-1 0-480-15,-4 2 1 0,-2 2 0 16</inkml:trace>
  <inkml:trace contextRef="#ctx0" brushRef="#br0" timeOffset="-179884.04">29473 13014 95 0,'0'0'111'0,"0"0"-5"16,0 0-13-16,0 0-1 0,0 0-3 0,0 0-8 16,0 0 8-16,0 0-6 0,0 0 5 15,0 0-12-15,0 0 4 0,0 0-10 0,0-14-4 16,0 14-9-16,0 0-2 0,-14 0-5 16,14 0-1-16,0 0-5 0,0 0-3 0,0 0-7 15,0 0-7-15,-25-20 8 0,21 20-9 0,0 0 1 16,0 0-7-16,-1 2 2 0,-1 1-2 0,1-3-3 15,5 0-5-15,-19 9 8 0,6-2 5 16,0 3-8-16,1 0-1 0,-3 1 4 16,4 3-5-16,-2-1 3 0,1 2 3 0,1 1 0 15,-1 5-4-15,2-3 3 0,2 1-3 0,-2 1 7 16,5-1 2-16,-2 0-4 0,3-8 10 16,0 7 20-16,4-5 20 0,0-13 39 0,0 11 11 15,14 13-8-15,-1-11-12 0,6-3 8 16,6-4-11-16,7-1-11 0,3-3-8 0,-17-2 2 15,14 0-3-15,10 0-13 0,51-15-4 0,-37 7-1 16,4-5 5-16,4-1-17 0,4-2 5 0,3-1-16 16,3-4 0-16,2-3-13 0,7-2-14 15,5-3-6-15,4-1 3 0,7-6 0 0,5 2-16 16,-3-3 1-16,3 0-9 0,0 0-8 16,3 1-5-16,-2 0-20 0,-1 2 10 0,-1 0 0 15,-3 2-5-15,-5 0 2 0,-3 3 3 0,-9 2-5 16,-1 2-20-16,-8 0-30 0,-2 2-21 0,-1 2-42 15,-8 1-61-15,-3-1-447 0,-3 4 0 16,-6-2 0-16</inkml:trace>
  <inkml:trace contextRef="#ctx0" brushRef="#br0" timeOffset="-176772.54">26327 11511 129 0,'-18'-18'171'0,"-20"-14"5"0,21 20 28 16,4-3-7-16,-5 0 2 0,5 2 2 15,0 0 9-15,1-3-18 0,2 1-10 0,0-2-15 16,0 6-3-16,1-5-4 0,2 0-2 0,-1-1-12 16,2-2 12-16,-1 2-19 0,2-3-10 15,-2 2-9-15,3-2-4 0,0 0-13 0,1-1-12 16,1 1-9-16,-1-3-12 0,2-1-14 16,1 2-6-16,0 10-10 0,0-6 1 0,0-2-18 15,0-3-5-15,12-25 3 0,-3 24-11 16,-1-2 6-16,1-1-14 0,2 3 0 0,0 1-17 15,2 4 10-15,-1-2-5 0,1 0 5 0,2-1-10 16,1 2 0-16,3 2 4 16,1 3-3-16,2 0 4 0,2-2-16 0,4 0 6 0,6 2-5 15,3 0 19-15,6-2-14 0,5 2-6 16,1 0 4-16,0 2 11 0,4 0-4 0,-1 1-4 16,2 2 11-16,0 1-8 0,1 2 10 0,1-1-9 15,0 3 3-15,0 1 16 0,-2 2-7 16,1 2-8-16,1 0 2 0,-28 0 6 0,15 0 7 15,6 0-11-15,57 15 2 0,-52-7-11 0,0-1 24 16,-2 3-6-16,-2-1-4 0,2 2 13 0,-3 0-3 16,1 3 1-16,-2-1-15 0,-4 2 3 15,-4-2-5-15,-2 2 14 0,-2-1-1 0,-1 1-6 16,-3 0-6-16,-3 3 12 0,-2-1-9 16,-3 0 15-16,0 2-2 0,-4 2-16 15,-4 0 19-15,1 0 4 0,-2 3-19 16,-2 1 7-16,-2 3 1 0,-3 2 7 0,-3 0 2 15,-2 4-11-15,-3 2-8 0,0-17 22 16,0 8-17-16,-16 36 17 0,4-24-12 0,-4-1 9 16,-3 4 1-16,-1-1-9 0,-5 2 13 0,-3 2-5 15,1-1-14-15,-3-3 17 0,-1-1-10 16,-1 1-3-16,0-2 12 0,-3 0-1 0,2-5 2 16,-2 1 4-16,1-4 3 0,-4-1 1 15,2 1-9-15,0-5-1 0,-1-2 5 0,0-1 12 16,-2 0-9-16,1-3 4 0,-4-1 7 15,1 1-6-15,-2-4-3 0,-1 1 7 0,-2 0-10 16,-2-3 1-16,-3-1 5 0,0-2-1 0,-3 0 0 16,0-3 4-16,-6-1-5 0,1-3-7 0,-2 0 6 15,0-2 8-15,28-2-4 0,-13 0 8 0,-64-12-2 16,44 4-2-16,-3-3 6 0,-1-3 12 16,2-2 6-16,-7-4 4 0,2-2 10 15,1-4-4-15,0-2-4 0,2-2-11 0,2-3-11 16,4 0 5-16,1-3-16 0,2-4-6 0,5-1-13 15,3-3 9-15,2-3-21 0,6 2-9 16,3-5-1-16,6 2-13 0,4-5-1 0,4-1-20 0,7-2-9 16,2 1 3-16,9-5-6 0,7 4-5 15,3 28 6-15,11-54-6 0,7 29-3 16,8 4-3-16,10 0 4 0,8 1 3 0,12 4-2 16,12-2-2-16,9 8 17 0,7 4-7 0,5 4 3 15,9 4-3-15,2 3-16 0,3 8-29 0,-1 3-78 16,-4 2-72-16,-1 3-631 0,-5 2 0 15,-4-1 0-15</inkml:trace>
  <inkml:trace contextRef="#ctx0" brushRef="#br0" timeOffset="-175551.63">30279 11749 116 0,'0'0'157'0,"0"0"-2"16,0-15-3-16,-14 15-10 0,14 0-3 0,-26-25-11 16,21 23-15-16,-3 4-1 0,-1-2-15 0,-21 11-1 15,9-3-13-15,1 5-4 0,-3 5-1 16,1 4-5-16,-2 1-19 0,-2 3 5 0,0 4-8 16,0 2-6-16,0 2-7 0,-2 0 3 15,-1 4 5-15,2-2-6 0,-1 5 1 0,0-3-14 16,3-1 9-16,1 1-4 0,0-3-6 0,2-2 4 15,2 0 1-15,2-2 0 0,0-4 0 16,2-1-7-16,2-1 1 0,-1-3-2 0,1-1 2 16,4-2-6-16,-1-2-8 0,0-2 16 0,6-5 0 15,0-2 7-15,1-3 2 0,0 1 19 16,1-1 16-16,2-1 10 0,-2 0 1 16,2-3-13-16,-2 1 3 0,2-2-6 15,1 0-9-15,0 0-5 0,0 0 0 0,0 0-11 0,0 0-21 16,-3-14-14-16,4 10-23 0,1-2 8 0,-1 2-11 15,0-2-1-15,-1 2-12 0,3-3-10 16,-3 3-7-16,3-2 3 0,-2 1 0 0,0-1-15 16,1 1-5-16,-2-1-8 0,2 2-11 15,-2-1-23-15,2 0-21 0,-2 0-21 0,1 3-25 16,0-3-84-16,1 1-228 0,-1 0 0 0</inkml:trace>
  <inkml:trace contextRef="#ctx0" brushRef="#br0" timeOffset="-174270.72">30158 11838 130 0,'-13'-15'181'16,"13"15"0"-16,-16-34 16 0,18 15-14 0,-2 9-5 15,0-5-11-15,16-24 0 0,-4 16-25 16,3 0-13-16,0 2-15 0,6-1-4 0,0 1-11 16,6 0-7-16,2 2-16 0,6 1 9 15,-2-1-6-15,7 3-6 0,4 2-11 0,2-1 16 16,5 2-15-16,-1 3 0 0,4 4-15 0,-1 1 13 15,-1 3-6-15,-28 2-19 0,12 0 0 16,3 0-6-16,38 16-8 0,-44-8 1 0,-5 4-10 16,-5 2-4-16,-6 5 2 0,-11 3-1 0,-6-10-3 15,-16 28-2-15,-6-10 3 0,-6 2-4 16,-5 2-6-16,-3 3 0 0,-1-2-8 0,-1-2-3 16,4-4 15-16,-1 3 10 0,2-4-10 0,1 0 0 15,5-4 3-15,2-4-9 0,1-1 7 16,5 0 8-16,0-1-1 0,5 0 4 0,2 0 14 15,5-3 12-15,3-3-3 0,4-12 16 0,0 15-5 16,20 13 8-16,-4-15-1 0,1 1-8 16,3-1-7-16,4-2-11 0,3-1 9 15,-3 2 0-15,3 2-13 0,1-6 5 0,2 1 1 16,0 2-23-16,0-1-5 0,0-5-18 0,-1 1-35 16,-1 0-31-16,4 2-32 0,-4-6-29 15,-4 3-1-15,-4-1-20 0,-1-3-14 0,-5-1-15 16,-4 1-32-16,-2-1-367 0,-8 0 0 0</inkml:trace>
  <inkml:trace contextRef="#ctx0" brushRef="#br0" timeOffset="-173998.02">31000 12199 65 0,'-12'-18'144'0,"4"-3"9"0,-3 0 2 0,6-1 21 16,-1-1-12-16,4 2 5 0,2-2 9 16,0 12-15-16,0-4 7 0,16-21-25 0,-7 19-10 0,8-3-23 15,2 5-4-15,5 2 6 0,3-1-14 16,3 3 17-16,4 1 2 0,3-1-10 15,2 7-4-15,2 2-11 0,-2 1-2 0,-21 1-3 16,10 0-22-16,32 15-4 0,-30-8-13 0,-3 1-8 16,-3 4-7-16,-3 4-3 0,-5 2-8 15,-8 2-1-15,-8-11-4 0,-12 29 6 0,-8-16-1 16,-4 1-17-16,-3 1-9 0,-4-1 23 16,1-7-23-16,-1 1 8 0,0-3-10 0,1-2 18 15,0-1-12-15,2-3-4 0,2 0 13 16,-1-3-6-16,3 1-17 0,3-3-19 0,14-3-39 15,-2 0-33-15,-5-11-44 0,13 4-52 0,8-10-48 16,6-7-410-16,6 1 0 0,6-2 0 0</inkml:trace>
  <inkml:trace contextRef="#ctx0" brushRef="#br0" timeOffset="-173579.46">32061 11591 126 0,'16'-9'198'0,"-6"1"-17"0,-6 4 12 0,-5 2-7 15,-6 4-4-15,-7 3 1 0,-6 3-1 16,-3 3-4-16,-5 6 0 0,-7 10-14 0,-5 2 22 16,-4 8-6-16,-4 2 13 0,-2 4-20 15,-4 6-1-15,4 1-6 0,-4 0-10 0,6 2-8 16,3-3-4-16,3 2-16 0,5-8-5 0,4 5-17 16,5-5-7-16,4-2-8 0,4-5-15 15,6-2-19-15,2-2-8 0,6 2-13 0,6-6-16 16,0-17-18-16,19 19-30 0,1-16-16 0,5-7-28 15,5-3-41-15,-13-4-27 0,29-13-23 16,-14 3-2-16,0-4-8 0,3-4 4 16,-2-4-6-16,-1-1 4 0,-1-2 0 0,-3-1 7 15,0 0 12-15,-5-1 16 0,-2 1 1 16,-2 1 25-16,-3-3 12 0,-2 6 41 0,1-3 26 16,-3 1 17-16,0-1 17 0,1 0 15 15,-1 3 4-15,3 2 2 0,-3 4-5 16,-1 0-3-16,2 2 3 0,0 3 3 0,1 0 1 15,3 1-8-15,0 4-7 0,2 3 11 0,5 0-3 16,3 2 0-16,3-2-5 0,1 3-10 0,-15 0 9 16,9 0-22-16,6 0-14 0,-1 0-9 15,4 0-31-15,6 0-39 0,2 0-60 0,-3 0-119 16,-3 0-52-16,-4 0 0 0</inkml:trace>
  <inkml:trace contextRef="#ctx0" brushRef="#br0" timeOffset="-173328.88">32240 12082 139 0,'-6'-3'271'15,"-1"2"1"-15,3-2 22 0,0 1-28 0,3 0-10 16,1 1-20-16,2 1-33 0,2-2-21 0,15 0-7 15,6 2-17-15,-10 0-26 0,17 0-12 16,48 13-14-16,-28-9-20 0,2 0-3 0,-4 0-24 16,1 3-17-16,-3 0-33 0,0 1-27 15,-8-4-60-15,-5 2-39 0,-7-4-44 0,-7 3-47 16,-9-1-419-16,-5 0 0 0</inkml:trace>
  <inkml:trace contextRef="#ctx0" brushRef="#br0" timeOffset="-173105.57">32174 12392 75 0,'-21'6'243'0,"3"-2"3"15,5-1 20-15,4-1-4 0,9-2-16 16,0 0-19-16,-10-2-23 0,14 0-23 0,2 1-25 16,11-3-11-16,6 0-31 0,1 0 3 15,7 1-11-15,0-2-16 0,5 1 7 0,25-4-27 16,-3 0-24-16,-4-4-42 0,1 3-32 0,-4-1-35 15,-4-2-35-15,-6-2-41 0,-1 3-25 16,-3-4-91-16,-5 0-282 0,-1 1 0 0</inkml:trace>
  <inkml:trace contextRef="#ctx0" brushRef="#br0" timeOffset="-172830.97">32918 11839 175 0,'-3'-9'220'0,"1"2"-7"16,0 4-3-16,-2 1-5 0,-5 5-6 0,-3 6-14 15,0 2-11-15,-4 10-12 0,-7 6-16 16,-3 4 6-16,-9 6-16 0,-4 5-3 0,1-2-4 16,-1-1-20-16,4-2 4 0,-2 4-3 0,-3 2-15 15,1-1 0-15,0 1-2 0,3-3 7 16,2 2-8-16,0-3 5 0,4-3-20 0,2 0-4 15,2-3-1-15,1 0-5 0,2-2-18 16,3-1-21-16,3-4-25 0,3-1-56 0,-1-2-42 16,2 0-38-16,1-3-35 0,2-3-87 0,5-5-497 15,5-12 0-15,0 0 0 0</inkml:trace>
  <inkml:trace contextRef="#ctx0" brushRef="#br0" timeOffset="-171933.98">32602 12995 46 0,'-32'-2'215'0,"16"2"12"0,-9 0 9 0,-7 0-11 16,-3 0-22-16,-41 11-18 0,34-1-3 15,2 1-11-15,-1 1-21 0,2 4-17 0,1 5 7 16,1 0 5-16,1 3-13 0,1 5-7 15,4 2-9-15,3 1-4 0,2 3 1 0,4-1-1 16,5 1-22-16,4 1-5 0,5-2 1 0,2-2-5 16,6-13-2-16,0 8-10 0,18 27-11 15,-5-29-16-15,4-3-3 0,3-3 2 0,2-1-9 16,0-2-4-16,1-4 2 0,1-5-5 16,0 1-13-16,-1-3 2 0,-5-3-1 0,-6-2-13 15,6 0 7-15,25-15 0 0,-24 5 10 0,4-2-10 16,-5-1-4-16,2-3-5 0,0 3 0 15,-1-2 14-15,-3 0 8 0,-1 0-6 0,-1-2 11 16,0 3 1-16,-2 1-14 0,-2 2 14 16,1 2-3-16,-4-1-5 0,2 6-7 0,-4-1 6 15,2 1-2-15,6-5-10 0,1 3-1 16,3 6-1-16,-7 0 4 0,2 0 6 0,2 0 10 16,16 15-10-16,-17-6 1 0,-5 5 10 0,0-7-7 15,-4 2 13-15,-4-9-10 0,0 11 3 16,-13 14-5-16,-1-13-4 0,-2 3-2 0,-6-2-5 15,-1-1 2-15,-1-1 7 0,-4 0-5 0,4-1 2 16,0-1-1-16,1-2-2 0,2-1-3 0,3-1-9 16,1 0-17-16,4-4-9 0,3-1-32 0,5 1-41 15,5-1-37-15,0 0-29 0,-5-10-28 16,14-2-29-16,7-5-636 0,4-1 0 16,1-3 0-16</inkml:trace>
  <inkml:trace contextRef="#ctx0" brushRef="#br0" timeOffset="-171712.04">32943 13240 18 0,'35'-9'145'0,"-8"-1"11"16,-6 0 13-16,-8 3 6 0,1-1 5 0,-4 3 10 16,0 4-4-16,-1-2 6 0,-4 1-7 0,-5 2-16 15,-5 2-9-15,-7 6 9 0,-5 3-20 16,-5 6-12-16,-4 4-9 0,-5 7-5 0,-2 6-11 16,-7 0-24-16,-7 9-2 0,0 2-5 0,1 7 15 15,-1 0-14-15,11-8-3 0,4-3-9 16,7-9 9-16,2 2-18 0,2-2-1 0,2 2-12 15,6 0-13-15,1-5-15 0,2-3-29 16,5 2-3-16,5-16-21 0,0 11-22 0,24 28-40 16,-4-33-14-16,7-5-30 0,-1-6-36 15,-12-7-44-15,7 0-477 0,27-16 0 0,-25 2 1 0</inkml:trace>
  <inkml:trace contextRef="#ctx0" brushRef="#br0" timeOffset="-171548.97">32879 13689 10 0,'4'-31'97'16,"-4"16"12"-16,0-7 5 0,0-5 16 0,0 2 13 15,0 0 8-15,0 3-14 0,0 2 1 0,0 1-8 16,0 3-11-16,14-13-11 0,-6 14-19 16,2 7 2-16,4-1-22 0,4 3-5 0,6 0 3 15,0 1-10-15,0 1-20 0,-2-1-22 0,2-1-24 16,-2 1-24-16,0-2-26 0,-12 3-15 16,-2-5-21-16,-2 3-39 0,-6 6-50 0,-14-24-81 15,-4 11 9-15</inkml:trace>
  <inkml:trace contextRef="#ctx0" brushRef="#br0" timeOffset="-170967.59">29845 12255 21 0,'-89'-42'215'16,"5"-3"-19"-16,6 2-2 0,7-3-4 0,13 3 7 0,8 0 8 16,6-3 14-16,11 1-9 0,8 0-31 15,7 1-11-15,13 1-13 0,5 20-19 16,29-43-14-16,5 21-9 0,7 5-23 0,11 1 10 16,11 5 7-16,17 0-19 0,12 4 12 0,9 1-5 15,9 5-6-15,16 3-10 0,14 7 2 16,8 2-19-16,8 2-2 0,7 9-3 0,-26 1-1 15,259 18 3-15,-149 8-8 0,227 43 18 16,-247-17-47-16,-2 7 9 0,-15 8-16 16,-18 5-8-16,-20 3-10 0,-10 3 3 0,-12-1 3 15,-18 16 9-15,-18 1-17 0,-18 2-2 16,-14 8 17-16,-16 0-8 0,-16 1-1 16,-14-3-1-16,-16 6-4 0,-12 0 2 0,-8-51 5 15,-20 114 0-15,-8-53 2 0,-12 4-3 0,-2-3 9 16,-8-6-18-16,2-4 7 0,-6-10 10 15,2-11-2-15,-2-5-15 0,-2-6 11 0,-6-9 9 16,-3-8 5-16,-7-4 7 0,-8-6-11 0,-3-5 17 16,-6-9 4-16,10-13 8 0,1-7 16 0,6-8 15 15,-10-4 13-15,-6-4 10 0,39 0 0 16,-106-16 16-16,44-1 12 0,-6-7 13 0,-5-5 6 16,-6-7 8-16,-82-29 4 0,49 8-8 0,29 1 0 15,22 2-11-15,-66-43-11 0,40 14-11 16,30 8-10-16,16 6-9 0,2-4-24 0,5-2-4 15,4-2-35-15,8-4-15 0,6-1-62 0,8-2-20 16,7-1-25-16,9 2-29 0,9 0-17 16,8 1-27-16,11 6-16 0,11 2-48 0,2 38-1111 15,28-66 0-15,3 38 0 0,8 3 668 0</inkml:trace>
  <inkml:trace contextRef="#ctx0" brushRef="#br0" timeOffset="-169182.13">29362 16245 71 0,'-13'0'165'0,"13"0"-3"16,0 0 3-16,0 0 12 0,0 0-8 0,-14 0-6 16,14 0-2-16,-18 19 4 0,15-19 0 0,2 0-15 15,-1 0 12-15,1 0-13 0,-2 0 5 16,3 0-7-16,-1-1-4 0,1 1-11 15,3-1-12-15,1-1-11 0,2 0-9 0,12-1-8 16,6-4 6-16,4 1-19 0,0 1-18 0,5-2 6 16,4-2-8-16,5 2 1 0,4-2-8 15,4-2 2-15,2 1-21 0,4 1 8 0,4-2-18 16,3 0 0-16,5 3 2 0,-1-3 6 16,0-1-1-16,-4 3-15 0,-2 1 14 0,-4-1 2 15,-6 1 6-15,-3 1-13 0,-7-1 10 16,-3 3 6-16,-5 0 9 0,-2 0 9 0,-3 2 4 0,-8-3-5 15,-8-2-11-15,-8 2-3 16,-4 6-17-16,-16-4 1 0,-16 3 0 0,13 1-12 16,-13 0 2-16,-11 0-1 0,-58 13 1 0,37-4-13 15,-4-1 13-15,-1 3-3 0,-6-3-11 16,0 3 5-16,0 2-5 0,1 0-2 0,1-1 0 16,2 2-5-16,7-1 12 0,5-1-6 15,9-2 6-15,7 0-14 0,6-3-4 0,3 2-9 16,6-2 9-16,4 2 2 0,12-4-1 15,10-3 9-15,2-2-10 0,36-4 5 0,-20 4 0 16,45-13 10-16,-10 2-13 0,9 0 7 16,9-3 2-16,10-1-9 0,4 2 9 0,2 0-4 15,-4 1 6-15,-4-3 1 0,-6 4-2 16,-7-2 13-16,-8 3 2 0,-7 2 7 0,-6-2 10 16,-7 2-2-16,-8-2-9 0,-7-2-10 15,-7 0-7-15,-13 4-6 0,-13-3-4 0,-13 4 8 16,-7-1-7-16,-10 4 2 0,-6 2-3 0,-5 2-1 15,-7 0-4-15,-3-3 0 0,-3 3 5 0,31 0 4 16,-19 0 1-16,-10 0-6 0,-3 0-6 16,3 0 6-16,2 0 6 0,8 0 1 0,-46 13-24 15,82-13-13-15,-7 0 1 0,2 0 0 16,9 0-1-16,6 7 2 0,28-10 0 16,-2 3 6-16,45-12 0 0,-7 6 8 0,12 1 3 15,7-1 0-15,5-1 0 0,1-1 0 16,-4 2 9-16,-5 1-8 0,-8 1 9 0,-8-1 11 15,-8 3 10-15,-4-2 22 0,-12 3-5 0,-2-3 0 16,-18 3-5-16,-12 2-8 0,-18 2-3 0,-11 0-4 16,-11 7 4-16,-8 1-3 0,-9 1-4 15,-9 1-6-15,-6 1 4 0,-3 0-9 0,-7 3 7 16,1-1-14-16,2-2 14 0,4-2-5 0,9 1 7 16,7-4-3-16,8 1 10 0,7-2-2 0,6 1 6 15,7-4-3-15,8 3 8 0,14-3 0 16,9-5 3-16,21 4 5 0,-5-4-9 0,12 0 0 15,52-11-1-15,-16 5 3 0,8-3-8 0,10 0 3 16,5-3-3-16,3 2-7 0,1-1-1 16,-1-2-13-16,-4 2-9 0,-5-1-11 15,-8 1-33-15,-6 0-4 0,-10-6-21 0,-5 2-41 0,-8 2-20 16,-6-4-24-16,-6 0-21 0,-8 0-31 16,-5-3-682-16,-6 0 0 0,-4-1 0 0</inkml:trace>
  <inkml:trace contextRef="#ctx0" brushRef="#br0" timeOffset="-60017.07">26097 16066 32 0,'0'0'172'0,"0"0"6"16,0-17 13-16,20-6-8 0,-20 17 1 16,-2 0-8-16,2 1-22 0,0-1 14 0,0 1 2 15,0 5-23-15,0 0-18 0,0-8 12 0,0 8-11 16,0-8-18-16,0 8 0 0,0 0-17 0,0-9-12 15,0 9-16-15,0-6-3 0,0 6-2 16,0 0 5-16,0 0 3 0,2-10 31 16,-2 11-5-16,0 3 9 0,0 1 2 0,-2 1-5 15,-2 11-4-15,2 2 0 0,-2 0-3 0,-3 2-9 16,2 6-8-16,-1-5-6 16,-3 1-12-16,4 2 5 0,-1-2-8 0,1 2-14 0,1 0-6 15,1-2 0-15,3-13-4 0,0 5 0 16,0 3-7-16,20 18 24 0,-5-23 17 15,6-4 8-15,10-5 19 0,-15-4-12 0,13 0 13 16,55-19-16-16,-17 1 4 0,12-4-16 0,9-8-5 16,11-4-10-16,9-5 1 0,12-4-12 0,87-35 10 15,-6-1-7-15,1-1-16 0,-2 0 5 0,-3 2-13 16,-35 19 4-16,33-20-1 0,-38 16-12 16,-15 10-18-16,60-24 3 0,-39 18-37 0,-23 9-24 15,-18 8-13-15,83-36-11 0,-46 20-60 0,-24 11-29 16,-19 8-56-16,-1-2-918 0,4-3 1 15,4 2 0-15</inkml:trace>
  <inkml:trace contextRef="#ctx0" brushRef="#br0" timeOffset="-55138.51">18736 17146 89 0,'0'-17'129'16,"0"17"-3"-16,-22-30-4 0,20 22 13 16,1 1-8-16,0 2-6 0,1 0-3 0,-2 0-11 15,0-1-1-15,0 2 2 0,1-1-1 16,0 0-1-16,1-1-4 0,-2 2-5 0,1-2-6 15,0 3-8-15,-1-3-4 0,1 0 3 0,0 1 5 16,-1-1-6-16,1 2-4 0,0 0-5 0,-1 0 16 16,2 1-38-16,0 1 7 0,0-3-12 15,0 3 4-15,0-1 5 0,0 1-4 0,-1-1-4 16,0 3 11-16,1 0-14 0,-2 3 18 16,1 3-8-16,0 0 0 0,-3 17-5 15,-2 3-10-15,-2 4 14 0,0 2-17 0,-1 0 16 16,1 2-11-16,1 1-5 0,-5 1-14 0,4 4-1 15,0-5-9-15,0 5 2 0,2-3 9 0,0 1 2 16,-2-1-1-16,4-2-5 0,0-1-9 16,0 2 7-16,0-4 1 0,2 0 6 0,0-1-17 15,0-4 2-15,0-1 0 0,-2-4 2 0,4 2 10 16,-4-4-7-16,4-2-9 0,-2-3-10 16,0-1 19-16,0-3-24 0,0-2 4 0,0-1-27 15,0-2-37-15,0 0-28 0,0-1-26 16,-2 0-31-16,0-2-43 0,0-2-21 0,0-1-462 15,4 0 0-15,0 0 0 0</inkml:trace>
  <inkml:trace contextRef="#ctx0" brushRef="#br0" timeOffset="-54409.58">19702 17069 113 0,'2'-6'193'0,"-1"1"-14"0,-2 1 12 0,-1-1-4 16,-2 0-10-16,0 3-18 0,-2 1 1 0,-14 1-5 15,9 0-17-15,-10 0-3 0,-30 17-6 16,18-4-10-16,-5 6-6 0,-6 3-1 0,-1 4 1 16,-4 3-4-16,-1 3 8 0,0 2-15 15,2 3-8-15,-1 5-19 0,1 7-1 16,1 2 4-16,3 3-8 0,7 3 4 0,1 1-20 15,5-1 8-15,5-2-9 0,4-3-3 0,6 1-2 16,4-2-12-16,6-4 9 0,3-5 1 0,3-25-2 16,11 36-9-16,3-23 0 0,6-7-4 15,4-3 1-15,7-5-12 0,2-4 2 16,3-5 0-16,-1-3 0 0,-18-3-7 16,9 0 7-16,34-13 5 0,-30 3-20 0,-2-2 1 0,0-3 6 15,-4-1 7-15,-2 0-8 0,-4-5 7 16,-2-2-10-16,-4 3-1 0,-5-1 1 0,-3-1 3 15,-4 1 9-15,0 10-16 0,0-3 8 0,-20-18 0 16,5 17-6-16,-1 3-9 0,-4 3 5 16,-1-2 1-16,0 5-5 0,-1 3 2 0,10 3-9 15,-4 0 2-15,-2 0-6 0,-18 9-6 0,17 0-13 16,4 3-8-16,1 1-11 0,0 2-14 16,4 5-11-16,0 2-27 0,4 2-17 0,0 2-19 15,5 2-33-15,1-15-33 0,0 5-563 16,19 25 0-16,-6-25 0 0</inkml:trace>
  <inkml:trace contextRef="#ctx0" brushRef="#br0" timeOffset="-54197.82">19484 17813 173 0,'8'-11'233'0,"0"5"8"16,-3-3 11-16,-1 3-24 0,-1 0-25 0,1 1-13 0,-2 3-20 15,0-1-19-15,0 1 1 0,0-1-34 16,-1 0-17-16,0 1-15 0,2 0-21 0,0 0-32 16,1 0-37-16,1-3-31 0,8-3-34 15,1 0-49-15,0-3-17 0,5 1-60 0,0-4-84 16,1-1-112-16,0 0 1 0</inkml:trace>
  <inkml:trace contextRef="#ctx0" brushRef="#br0" timeOffset="-53928.11">19958 17344 88 0,'3'-1'209'0,"0"1"3"16,-1 0 9-16,1 1-5 0,-2 4-24 0,1-1 4 16,-1 1-19-16,-1 3-11 0,-1 15-7 0,1-10-18 15,0 8-11-15,0 5-17 0,-11 38-9 16,11-28-10-16,0-17 0 0,0 8 11 0,0 3-15 15,13 31 13-15,-3-34 5 0,2-1-10 16,1-4-13-16,4-5 1 0,3-3-7 0,6-8-9 16,2 2-2-16,4-7-16 0,-15-1-18 0,7 0-44 15,35-17-35-15,-25 6-37 0,2-4-24 16,0-2-34-16,-2-3-37 0,-2-1-45 0,-2 0-455 16,-4-4 0-16,-1 1 0 0</inkml:trace>
  <inkml:trace contextRef="#ctx0" brushRef="#br0" timeOffset="-53719.45">20585 17402 48 0,'-4'5'173'0,"-5"9"-2"0,-1 1-1 16,0 3 12-16,2 0-4 0,-2 6-21 16,-2 3-13-16,3-1-1 0,0 6 1 0,-1 0-26 15,0 7-20-15,2-2-10 0,-4 5-9 0,4 1-8 16,0 0 13-16,0 1-19 0,1-1 7 0,0 2-18 15,2-2-20-15,1-5-9 0,1 2-33 16,2-6-27-16,0 2-26 0,1-22-39 0,0 6-48 16,0 1-77-16,0-5-206 0,13 11 1 15</inkml:trace>
  <inkml:trace contextRef="#ctx0" brushRef="#br0" timeOffset="-53555.88">20534 17895 112 0,'10'-11'129'0,"-4"3"-23"16,6 0-13-16,6 0 2 0,0 3-4 0,4-1-15 15,3 0-3-15,4 1-7 0,1-1-16 0,2-3-10 16,0 3-40-16,5-5-41 0,3-3-44 16,0-4-97-16,-1-3-80 0,5-1 36 15</inkml:trace>
  <inkml:trace contextRef="#ctx0" brushRef="#br0" timeOffset="-53212.08">21371 17386 63 0,'-22'-3'221'16,"1"1"-2"-16,8 2 10 0,-5 0-2 0,-24 15-24 16,16-3-6-16,2 1-29 0,-1 4-11 0,-3 5-8 15,2 3-14-15,-2 1-9 0,-2 7-13 16,4 4 10-16,0 1 0 0,6 4-22 0,0 1 5 15,4 2-13-15,6 2-1 0,2-4-5 0,4-1 2 16,2 1-11-16,2-24-9 0,0 8-10 16,12 33-6-16,-4-26-6 0,-2-3-6 0,4-2-12 15,-2-3 5-15,0-4 1 0,0-1 1 0,0-3-8 16,-4-1 9-16,0-5-19 0,-2-1-1 16,-2 0 0-16,0-11-13 0,0 15 14 0,-16 12-7 15,2-12 10-15,-4 0-7 0,0 0-5 16,-6 0 6-16,0-2-8 0,1-4 0 0,-2 3 8 15,-2-1-18-15,0-2 6 0,1 1-3 0,-4-3-5 16,2-1-32-16,2 1-22 0,3-2-44 0,3-1-11 16,-1-4-43-16,21 0-48 0,-11 0-560 0,-4-14 0 15,14 5 0-15</inkml:trace>
  <inkml:trace contextRef="#ctx0" brushRef="#br0" timeOffset="-52974.63">21337 17911 141 0,'8'-3'186'0,"0"-1"3"16,7 0-3-16,-3 1 3 0,1 2-16 0,-1 0 4 16,8 1-15-16,2-2-7 0,-10 2 1 0,7 0-13 15,5 0-31-15,4 0 10 0,2 0-12 16,4 0-18-16,0 0-7 0,4 0-16 0,-1 0 5 15,3 0-8-15,2 0-7 0,40-7 7 0,-35 0-26 16,2-2-36-16,1-2-45 0,-2-3-45 16,2 1-58-16,-2-1-55 0,2-2-92 0,0 0-208 15,-2-2 0-15</inkml:trace>
  <inkml:trace contextRef="#ctx0" brushRef="#br0" timeOffset="-52467.38">23269 17232 32 0,'1'0'202'0,"0"2"2"15,-1 2 5-15,0 1-8 0,0 1 3 16,-1 15-9-16,1-10-25 0,-9 25 0 0,2-9 2 16,-2-1-6-16,-3 3-30 0,0 1 7 0,-2 4-18 15,0 2-10-15,-2 4-14 0,0 2-6 16,-2 2-24-16,2 1-1 0,0-2 15 0,2 4-25 15,0-5 2-15,2 1-12 0,0-3-5 0,6-3-39 16,-2-3-41-16,2-3-18 0,2 3-19 16,2-6-37-16,0-6-19 0,2-12-70 0,16 12-49 15,-4-16-315-15,2-4 0 0</inkml:trace>
  <inkml:trace contextRef="#ctx0" brushRef="#br0" timeOffset="-52114.86">23633 17561 6 0,'5'-17'251'0,"-1"6"-13"0,0 0 4 16,3-1-8-16,-3 2-32 0,6-1-32 0,4 0 2 15,4 3-27-15,2 1-23 0,4 2-14 16,4 2-7-16,3 2 10 0,-15 1 2 0,8 0-4 15,3 0 7-15,31 16-4 0,-28-11-7 0,-1 1-9 16,-2 3-1-16,0 3-6 0,-5-1-14 16,0 5-9-16,-5 0 6 0,-5 9-10 0,-8-3-9 15,-4-8-1-15,0 7 4 0,-23 22-11 0,6-17-10 16,0-4-6-16,-3 0-7 0,-3-2-10 16,4-1 20-16,-2-2 0 0,1-3-13 0,-3 3 8 15,2-4-1-15,1-2-6 0,4-3 5 0,-3-1-10 16,8-3-9-16,-1-2 6 0,12-2-36 15,-10 0-32-15,0 0-25 0,-3-12-36 0,10 5-43 16,3-1-32-16,2-15-41 0,-2 11-484 0,20-26 0 16,-6 13 0-16</inkml:trace>
  <inkml:trace contextRef="#ctx0" brushRef="#br0" timeOffset="-51949.09">24110 17552 14 0,'3'-3'161'15,"0"3"-27"-15,1 0-35 0,2-2-37 0,12-3-41 16,3-3-58-16,6 2-121 0,1-3-48 16</inkml:trace>
  <inkml:trace contextRef="#ctx0" brushRef="#br0" timeOffset="-51495.91">24614 17211 171 0,'1'-22'219'16,"4"-2"-1"-16,5 2 5 0,-1 1-25 0,6-1-8 15,1 1-28-15,2 2-10 0,4 3-17 16,6-1-17-16,4 5-14 0,6-2-3 0,5 5 9 15,-2 1-13-15,2 4 4 0,-3 2 14 0,-3 2-21 16,-19 0-8-16,6 0 1 0,29 17-15 16,-28-6-11-16,-3 5-21 0,-9 5 4 0,-9 3 14 15,-4-8-17-15,-13 32-9 0,-9-14 5 16,-4 7-7-16,-9 2 2 0,-1 3-2 0,-1 1-7 16,1 2-22-16,2 4-4 0,4 0-1 0,2-1-2 15,2-1 13-15,5-2-20 0,5 2 9 0,3-2 19 16,6-6 18-16,4-1-4 0,3-23 14 15,0 7 9-15,23 33-14 0,-7-32 8 0,8-5-11 16,5-2 9-16,1-5-6 0,0-1 5 16,1-5 10-16,0-4 12 0,5-5 9 0,-22 0 10 15,29-11 2-15,-19-1 8 0,-3-4-13 0,-3-2 0 16,-5-1-3-16,0-8 0 0,-5 1-12 0,-2-8-14 16,-4 2-5-16,-2 16-8 0,0-8 6 0,0-4-6 15,-12-26-12-15,7 29 2 0,0 3-7 16,-2 2-19-16,2 3-19 0,-2 2-18 0,3 3-40 15,3 3-66-15,-2 4-24 0,3 5-22 16,0 0-17-16,0 0-773 0,8-2 1 0,-4 6 0 16</inkml:trace>
  <inkml:trace contextRef="#ctx0" brushRef="#br0" timeOffset="-51182.94">25622 18008 717 0,'16'5'160'0,"-4"-5"-2"0,-2 0 22 0,0-3 7 15,4-5 1-15,-2-5-2 0,2-2 13 0,-1-5-4 16,-1 2 4-16,3 0-7 0,-2 0-9 16,0 2-25-16,3-3-11 0,2 1-12 0,2 2-16 15,-2-2-11-15,6 7-8 0,3 2-11 0,6 1-13 16,1 1 4-16,-2 3-6 0,4 0 2 16,-1 4-12-16,-21 0 0 0,8 0-17 0,-1 0-2 15,23 14-11-15,-28-9-16 0,-4 4-1 16,-5 1-6-16,-9 1 0 0,2-2-4 0,-25 22-9 15,2-9-3-15,-7-1-8 0,-4-1-4 16,-3 1-12-16,-3-4 0 0,4 0 1 0,-4-1-4 16,-2-2-14-16,6-2-15 0,4 1-11 0,0-5-11 15,0 1-20-15,2-4-23 0,0-4-19 16,20-1-35-16,-4 0-35 0,-6-13-545 0,19 0 0 16,8-5 1-16</inkml:trace>
  <inkml:trace contextRef="#ctx0" brushRef="#br0" timeOffset="-50850.02">27416 17347 100 0,'18'-9'210'0,"-9"5"-25"0,-1 3 13 0,-4 6-18 16,-3-1 2-16,-5 3-30 0,-6 14-13 15,-8-2-1-15,-6 5-21 0,-6 10-18 0,-8 8 14 16,-8 1-3-16,-6 6 22 0,-11 4-2 0,-1 5 10 16,-2-3-3-16,-4 8-21 0,-1-1 22 15,3 0 11-15,0 0-16 0,4-3 4 16,0-1-20-16,6 0-3 0,2-2-18 0,1-4-3 16,3 1-11-16,3-3-6 0,-2-4 2 0,6-2-17 15,-22 29-13-15,10-14-3 0,4-2-26 16,10-9-17-16,8-7-37 0,11-4-42 15,8-8-47-15,3-12-33 0,3 2-14 0,10-19-31 0,0 9-598 16,26-7 0-16,-2-10 0 0</inkml:trace>
  <inkml:trace contextRef="#ctx0" brushRef="#br0" timeOffset="-50210.86">28677 17729 5 0,'2'-5'178'0,"-2"2"-8"0,1-1-20 15,-2 2 16-15,-2 0-9 0,-1 2 11 0,-8 8-5 16,-5 2-12-16,-6 4 20 0,-1 4-20 16,-7 4 15-16,-2 6-6 0,-7 2-21 0,-5 8 20 15,-7 8-11-15,-4 1-17 0,-2 6-4 0,-2-1-10 16,0 3 2-16,4 2-6 0,-2-3-3 0,6-1-7 16,4 2 3-16,2-4-21 0,9 1-2 15,-11 26-8-15,15-4-3 0,14-10-8 16,15-7 4-16,4-32-12 0,31 41-7 0,1-31 13 15,8-6-11-15,5-6-11 0,15-5-9 0,7-9 2 16,11-6 5-16,6 0-13 0,-44-3-9 16,82-11 3-16,-49 0 5 0,-21-6-6 0,-9 3 0 15,-10-1 4-15,-4-3-4 0,-1-2-4 0,-4 0 7 16,-4-1 1-16,-4-1-8 0,-2-1 2 0,-4-6 1 16,-10 0-5-16,0 15 2 0,-18-25 2 15,3 18-7-15,-4 3 3 0,-6 1-5 0,-3 2-4 16,-4 0 1-16,-4 3 4 0,-4 3-2 15,0 3 5-15,-3 1-7 0,1 4 11 16,20 1-31-16,-7 0-26 0,-39 16-38 0,32-5-56 16,5 0-55-16,5-1-39 0,-2 1-727 0,12-2 1 15,9-1 0-15</inkml:trace>
  <inkml:trace contextRef="#ctx0" brushRef="#br0" timeOffset="-49358.05">28984 17666 110 0,'-10'-12'182'15,"1"1"-11"-15,-4 1-2 0,-6 8 8 16,-1 0-6-16,7 2-17 0,-9 0 12 0,-28 20-12 15,15-5-6-15,-1 4-16 0,-4 5 2 0,-4 3-13 16,0 7 3-16,-2 6-9 0,-1 3 0 0,0 3 15 16,2 4-12-16,4 0-5 0,3-2-5 15,1 0-13-15,10-3 10 0,6-1-10 16,4-4-6-16,9-2-8 0,6 0 2 16,2-21-3-16,28 30-3 0,0-23-17 15,10 1-14-15,7-2 6 0,8-4-10 0,7 0 1 0,-2-2-2 16,3 0-15-16,-2-4 1 0,-2-2-6 15,-5 2 10-15,-6-2-11 0,-4 1-3 0,-5-1-4 16,-5-2 1-16,-4-1 12 0,-1 2 7 0,-9 0 6 16,-1 1 7-16,-9-5 15 0,-8 3-5 15,0-9 4-15,-12 24-6 0,-2-15 2 0,-5 5-10 16,-2 0-4-16,-3-1-9 0,-4-2 7 0,-25 14-8 16,-1-6-3-16,-3 0-3 0,-1-2-5 15,-1-2 1-15,-2 0-1 0,2-2-1 0,-1-4-23 16,4 0-25-16,4-3-21 0,7-3-63 0,-1 0-39 15,25-3-45-15,-8 0-37 0,-30-17-758 0,39 7 1 16,0-1 0-16</inkml:trace>
  <inkml:trace contextRef="#ctx0" brushRef="#br0" timeOffset="-49173.3">28557 18068 110 0,'43'-23'177'0,"-2"-1"-3"0,9 3 16 16,4 2-12-16,6 1-9 0,8 2-22 0,7 3-23 0,6 1-14 15,5 1-6-15,2 2-1 0,6 3-7 16,3 2-11-16,4-1-16 16,5 4-37-16,-2-1-45 0,1-1-55 0,-3 1-136 0,-1-1-192 15,-1-2 0-15</inkml:trace>
  <inkml:trace contextRef="#ctx0" brushRef="#br0" timeOffset="-48483.89">29445 17479 210 0,'-39'-13'205'0,"-4"2"19"0,-6 3-10 0,-3 1-15 15,-5 5 3-15,-7 2-15 0,28 0 8 16,-77 11-7-16,35 3 3 0,-4 4-7 0,-3 3-2 16,-5 10-13-16,4 6-9 0,2 6-1 0,1 5-24 15,7 6-14-15,7 1-1 0,5 4-13 16,8-1-2-16,6 0-25 0,12-1 9 0,7-5-13 16,10 0-10-16,11-5-4 0,10-25-3 15,16 42 1-15,12-26-20 0,11-2 6 16,12-1-11-16,9-6-5 0,9 0-7 0,2-3-3 15,3 1 6-15,-3-3-7 0,-2 0-7 16,-3-6 5-16,-8 2 1 0,-6-1-1 0,-4-2-12 16,-8 1 26-16,-5-1 8 0,-5-3 11 0,-7 2 18 15,-4 3 11-15,-9 0-11 0,-10-2 2 16,-12 9-2-16,-10-1-9 0,-14-2-5 0,-7-2 6 16,-17 1-14-16,-9-4 7 0,-8 3-13 0,-7-3-1 15,-2-2-12-15,0-2-6 0,2 0 7 0,2-3 3 16,8-7-29-16,-5-1-9 0,2-1-27 0,38-2-32 15,-70-14-42-15,45 7-43 0,5-6-52 16,6-3-953-16,17 4 1 0,9-4 0 16</inkml:trace>
  <inkml:trace contextRef="#ctx0" brushRef="#br0" timeOffset="-48267.04">28343 17976 69 0,'21'-25'230'15,"2"2"-14"-15,1-1 13 0,5 4-30 0,2 0-4 16,2 1-37-16,10 3-19 0,9 0-4 16,5 5-25-16,7 2-10 0,11-6-8 0,8 7-5 15,8-1-22-15,5 1-26 0,2 4-26 16,6-3-43-16,6 1-54 0,0-1-47 0,0 0-119 15,-2 3-146-15,-5-1 1 0</inkml:trace>
  <inkml:trace contextRef="#ctx0" brushRef="#br0" timeOffset="-47422.93">30510 17220 132 0,'0'0'179'0,"0"0"-22"0,0 0 14 16,0 0-16-16,10 11-13 0,7-16-14 0,6-4-9 16,1 4-20-16,6-1 0 0,5 2-23 0,0 1-9 15,3 1 1-15,6 1-15 0,4 1-19 16,2 0-31-16,-26 0-38 0,13 0-71 0,4 0-102 16,-1 0-126-16,-1 0 1 0</inkml:trace>
  <inkml:trace contextRef="#ctx0" brushRef="#br0" timeOffset="-47213.04">30573 17734 19 0,'-24'24'174'0,"5"-1"2"0,1-4 14 0,3 0 1 15,3 0 8-15,5 2 4 0,6-9-24 0,1-6-25 16,19 17-10-16,-1-12 9 0,9-1-28 0,4-4-16 15,7-1-12-15,9-3-5 0,5 0-9 16,-25-2-36-16,15 0-36 0,10 0-29 0,60-14-42 16,-53 7-50-16,-4 0-48 0,1-4-90 15,-6 0-190-15,-2-1 0 0</inkml:trace>
  <inkml:trace contextRef="#ctx0" brushRef="#br0" timeOffset="-46763.72">31751 17038 22 0,'3'-3'154'15,"0"1"1"-15,-1 4 2 0,2 1 9 16,-1 1 7-16,-2 1-3 0,-1 2-16 0,-2 13-9 15,2-6 1-15,-14 29-17 0,4-14 7 16,-5 7-26-16,-1 0-4 0,-7 6-14 0,2-1-18 0,-8 7 0 16,-1-1 2-16,-2 3-11 0,1 0 23 15,2 1-12-15,1-4-8 0,3 3 4 0,0-1-7 16,5-1 15-16,3-5-9 0,1-2-6 16,2-4 11-16,4-2-14 0,0-4-22 0,4-1-25 15,0 2-15-15,5-2-24 0,1-19-22 0,0 7-26 16,0-4-35-16,12 11-44 0,-7-24-36 0,5 2-59 15,-2-3-317-15,9-6 1 0</inkml:trace>
  <inkml:trace contextRef="#ctx0" brushRef="#br0" timeOffset="-46539.01">31830 17686 148 0,'4'-8'219'0,"-1"2"20"0,1 2-6 0,-3-1 3 16,2 0-32-16,-2 4-6 0,0-2-31 0,1 1-29 16,0-1-10-16,0-1-6 0,-1 2-12 15,-1 1 2-15,1-1-29 0,1 2-40 16,-1 0-37-16,2 0-22 0,-1 0-40 0,1-1-45 16,1 0-36-16,3-3-73 0,-2 2-257 0,11-2 0 15</inkml:trace>
  <inkml:trace contextRef="#ctx0" brushRef="#br0" timeOffset="-46302.36">32294 17460 4 0,'2'-2'204'0,"0"1"-12"0,0-1 18 16,1 2 0-16,0 2-8 0,-2-1 6 0,0 4-25 15,1 0 9-15,-4 1-7 0,-2 10 5 16,-5 4-27-16,-2 2-14 0,-3 6-11 16,-4 2-12-16,0 2-34 0,-5 3 0 0,-1 1-3 0,0 4-24 15,3-1-28-15,0 0-29 0,2-1-42 16,4 0-6-16,3 0-36 0,3-4-30 16,4-4-33-16,5 3-54 0,13 19-578 15,2-35 244-15</inkml:trace>
  <inkml:trace contextRef="#ctx0" brushRef="#br0" timeOffset="-45864.71">32599 17692 209 0,'3'-14'242'0,"4"0"31"0,1-1 10 0,0 0-44 0,4 2-1 16,4 3-18-16,4-1-36 0,5 2-22 15,6 3-22-15,-14 6 5 0,12 0-20 0,6 0-7 16,2 0 4-16,43 12-7 0,-40-5-3 0,-1-1 4 16,-2 3-19-16,-11-1-4 0,-1-2-4 15,2 3-9-15,-11-2-27 0,-12 2 0 0,2 3-15 16,-6-6-7-16,-17 15 0 0,-2 0-6 16,-9 4-9-16,-2 0 2 0,-4 2 2 0,-3 5-17 15,2-5 7-15,5 4-16 0,4-5 8 0,4 3-1 16,3 2 2-16,3-4 3 0,8 0-6 15,1-1 5-15,7 2-3 0,0-16 10 16,0 6-17-16,19 24 8 0,-6-16 18 0,-1-1 2 16,2-8-17-16,-5 0 5 0,0 0-2 15,2-4-8-15,-2 0 6 0,-3 1 13 0,-1-3 0 16,-1 2 19-16,-3-2 2 0,-1-11 7 0,-10 22 3 16,-2-10-5-16,-7-3-1 0,-4-3 0 15,-2 0-8-15,-7-1-5 0,-5 0 2 0,-2-2-8 16,3 3 1-16,4-4-6 0,16-2-32 0,-9 0-25 15,-6 0-30-15,0 0-38 0,-1 0-45 16,-32 11-15-16,32-8-33 0,-3-2-40 0,2-1-606 16,6 5 1-16,1-4 0 0</inkml:trace>
  <inkml:trace contextRef="#ctx0" brushRef="#br0" timeOffset="-45639.95">31595 18445 185 0,'-24'4'200'0,"4"3"-5"0,11-2 21 16,3 0-12-16,9 0-24 0,8 5-9 16,10 0-20-16,4-1-22 0,12 0-15 0,7 1-4 15,5 1-34-15,3 0-8 0,1-1-33 0,-2 1-54 16,0-2-51-16,-1 1-51 0,-3-5-85 15,-6 1-199-15,-3-4 0 0</inkml:trace>
  <inkml:trace contextRef="#ctx0" brushRef="#br0" timeOffset="-45486.02">31607 18796 83 0,'-32'20'250'0,"3"-2"12"15,7-1 42-15,6-5 21 0,6 2-9 0,6 0-19 16,4-14-24-16,14 27-19 0,13-18-32 15,17-2-24-15,-9-7-52 0,18 0-94 16,19 0-130-16,88-20-143 0,-69 2-450 0,-4 0 0 16,21-8 0-16</inkml:trace>
</inkml:ink>
</file>

<file path=ppt/ink/ink47.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8T09:41:03.665"/>
    </inkml:context>
    <inkml:brush xml:id="br0">
      <inkml:brushProperty name="width" value="0.05292" units="cm"/>
      <inkml:brushProperty name="height" value="0.05292" units="cm"/>
      <inkml:brushProperty name="color" value="#FF0000"/>
    </inkml:brush>
  </inkml:definitions>
  <inkml:trace contextRef="#ctx0" brushRef="#br0">22875 11319 13 0,'0'0'43'0,"0"0"-12"15,0 0-3-15,0 0 12 16,0 0-18-16,0 0-7 0,-14 0 9 0,14 0 9 15,0 0-3-15,0 0-10 0,0 0 7 16,0 0-4-16,0 0 1 0,0 0 11 0,0 0-20 16,0 0 2-16,-14 0 10 0,14 0-11 0,-18-23 12 15,16 22-1-15,-2 1-3 0,4-2 10 0,-4 2-19 16,4-1 6-16,-2 1 9 0,0-1-1 16,0 1-27-16,0-3 14 0,0 3 2 0,0-1-1 15,2 1-7-15,-2-1 4 0,0 1-10 16,0-1 17-16,0 1-2 0,2 0-4 0,-2 0 7 15,0-2-12-15,2 2-11 0,-2 0 9 0,0 0-6 16,2-1 5-16,0 1 2 0,-2 0-2 16,0 0-8-16,2 0 14 0,0 0-21 0,0 0 10 15,-2-1-2-15,2 1 0 0,-2 0-11 16,2 0-10-16,0 0-8 0,0 0-11 0,0 0-3 16,0 0-28-16,0 0-20 0,0 0-27 0,0 0-44 15,0 0-43-15</inkml:trace>
  <inkml:trace contextRef="#ctx0" brushRef="#br0" timeOffset="1544.08">23373 11145 25 0,'-16'0'62'0,"-12"-5"-9"0,16 5 20 16,2 0 3-16,-6 0-6 0,0 0-2 0,2 0-4 16,0 0 4-16,2 0-2 0,2 0 5 0,0 0 3 15,1 0-2-15,0 0 5 0,2 0-2 16,7 0-3-16,-9 0 4 0,2 0-7 15,7 0-2-15,-8 0-2 0,8 0 2 0,-7 0-15 16,7 0 2-16,-8 0 0 0,8 0-6 0,0 0 4 16,-8 0-6-16,8 0-1 0,0 0-7 0,0 0 0 15,0 0 3-15,0 0-13 0,-10 9-2 16,16-7 2-16,0 0-8 0,12 5 5 0,6-5-12 16,4 2 4-16,2 0 1 0,0-2-8 0,4 3 2 15,3 0 0-15,4 0 0 0,6 4 1 16,4-2-9-16,3-1-3 0,2 3 3 15,3-2-1-15,1 0-5 0,3 1 5 0,-1 3 3 0,4-2-10 16,-1-3 0-16,2 2 8 0,2-1-8 16,1 0 2-16,0 1 5 0,-2 0-4 0,0-1 1 15,1 1-6-15,2 0-2 0,3-1 9 16,1-1-9-16,0 2 3 0,1-3-4 16,0 1 0-16,0-3 4 0,1 3-7 0,2 0 2 0,1-3-4 15,0 2 3-15,-2 0-9 0,2 0 5 16,0 1 3-16,-2-1-6 0,-5-1 0 15,-4 0 3-15,-5 2 5 0,0 1-6 0,-2-3-5 16,-1-2 5-16,-2 2 0 0,-2 0-3 0,-3-2-2 16,-1 3 4-16,-5-2-1 0,1-1-1 15,-2 1 1-15,-2 1 1 0,1-2 0 0,-2 1 1 16,0 1-6-16,-5-4 7 0,-20 0 2 0,10 0 0 16,3 0-4-16,2 0-1 0,0 0 4 15,-2 0-3-15,0 0 1 0,-4 0-11 16,-1 0 8-16,-3 0-11 0,16-15-40 0,-32 7-40 0,-3-1-153 15,-5 0 7-15</inkml:trace>
  <inkml:trace contextRef="#ctx0" brushRef="#br0" timeOffset="3743.99">15802 7274 23 0,'0'0'126'0,"-15"0"-11"0,15 0-5 0,0 0-8 15,0 0-9-15,0 0-6 0,-14 0-8 16,-2-9-10-16,13 10-4 0,2-1-13 0,-2 0-4 16,3 0-4-16,-3 0 0 0,2 0-4 0,0 0-10 15,-1 0-3-15,1 0-6 0,0 2 1 0,-1-2-8 16,1 0 7-16,0 0-1 0,1 0-16 16,-2 0 4-16,1-2-6 0,1 2-5 0,-1-1 12 15,1 2-11-15,0-1 0 0,1 0 7 0,-1 2-10 16,0-2 7-16,0 0-2 0,0 0-10 0,1 0 5 15,-1 0 2-15,2 0-2 0,-1 0-1 16,-1 0 11-16,1 0 0 0,1 2-12 16,-1-2 13-16,0 1 3 0,2 0-7 0,1-1 12 15,1 3-4-15,1-2 0 0,10 4 9 0,2 4-9 16,4-3 6-16,3 0 8 0,3 2-12 16,0-3 14-16,3 2-2 0,3-1-1 0,4 0-1 15,2-1 2-15,5 1 1 0,4-1-2 0,9 0-8 16,2 0 7-16,4-1 3 0,6-3-10 15,4 2 5-15,2-1-2 0,2 0-1 0,2 0-7 16,6-1 5-16,0 0-6 0,3 2-11 16,-2-1 2-16,-1 1 11 0,-2-2-8 0,-1 0 7 15,-2 0-10-15,1 4 3 0,-3-4 2 0,0 2-1 16,1-3-8-16,-1 2 7 0,-3-2 6 16,-2 0-10-16,0 2 2 0,-3-2 0 0,-37 0 5 15,17 0-13-15,6 0 3 0,1 0-2 16,-1 0 11-16,-1 0-6 0,0 0-3 0,-6 0-3 15,0 0 5-15,-4 0-7 0,43-13 8 16,-46 12-4-16,-3 0-2 0,-2-3-2 0,-3 2 3 16,-2-2-1-16,-17 4-2 0,7 0 10 15,2 0-10-15,-1 0 3 0,-2 0 1 0,-5 0-2 16,-2 0-6-16,-3 0-6 0,-2 0 2 0,-2 0-12 16,0 0-39-16,-1 0-57 0,-7 0-109 15,8 0-53-15,-8 0 0 0</inkml:trace>
  <inkml:trace contextRef="#ctx0" brushRef="#br0" timeOffset="5745.54">10833 15509 5 0,'0'0'118'0,"0"0"-16"15,0-16-15-15,0 16-12 0,-25-25-2 0,25 22 5 16,-1 0-16-16,-1 0-7 0,1 1-7 16,1-1-12-16,-1 0 9 0,-1 2-23 0,1-1-3 0,0 0 2 15,-1 2-10-15,1 4 1 16,0 1-4-16,-1 1 1 0,-2 13 10 0,0 2-1 15,2 3-5-15,-2 1 9 0,1 3-4 0,0 1 0 16,1 2 4-16,-1 1-5 0,3 3 9 0,0-1 3 16,0-17 2-16,0 9-3 0,12 31 1 15,-8-23 3-15,5-5-4 0,-1-1-2 0,3-3 6 16,0-1-10-16,1-1-2 0,2-2 1 16,2-1 0-16,4-3-9 0,0-1 6 0,6-5 3 15,-1-4-2-15,2-2 1 0,2-2-5 16,-13-3 5-16,9 0-3 0,3 0 0 0,35-14-6 15,-28 8 11-15,2-3 1 0,2 2-5 0,-1-3 5 16,1 0-6-16,1-1-2 0,-4 2 1 16,4-2-5-16,-4-1 3 0,0 1 0 0,-1 0 6 15,-1-2-11-15,-2 2 11 0,3-3-7 0,-3-1-2 16,0 1 0-16,-1-1 4 0,-2-3-9 16,-1-1 5-16,-1 3-4 0,-3-6 1 0,-2 0-4 15,-2-5 0-15,-3 1-14 0,-2-4 4 16,-2-1-7-16,-2 0-10 0,-6 0-4 0,-2-4 1 15,-3 17-10-15,0-7 3 0,-16-30-9 16,5 28 7-16,-2 5-1 0,-2 1 0 0,-2 6 2 16,-2 3-11-16,0 3 6 0,-4 8-4 0,12 1 11 15,-6 0-3-15,-23 21-6 0,17-6 18 16,6 2-6-16,-2 3 8 0,3 3 6 16,2 3 12-16,2 3 4 0,0 1 7 0,2 2-5 15,4-1-2-15,0 1 1 0,6 6 11 0,0-1 17 16,0-18 5-16,0 7 2 0,14 31 0 15,-6-29-4-15,2-1 12 0,4 2-7 0,0-5-3 16,1-2 1-16,1 1-3 0,3-6-3 16,-1 2 11-16,2-4-5 0,2 0 6 0,-1 0-8 0,6-4 2 15,-5-1-8-15,7-5-2 0,1-2-3 16,-14-3-5-16,29-12-27 0,-16 1-31 0,3-4-59 16,2-3-43-16,1-4-72 0,-3-4-130 0,2-4 0 15</inkml:trace>
  <inkml:trace contextRef="#ctx0" brushRef="#br0" timeOffset="6166.21">12509 15467 80 0,'-3'-2'123'0,"0"-1"-4"0,1 0-16 15,-1 1-9-15,0 0 1 0,2 1-8 0,-2-1-8 16,1 4 2-16,-1-1-14 0,-1 1-1 0,-5 12-18 15,-2-1 6-15,2 4-12 0,-2 1-4 16,2 3 0-16,1 0-7 0,2 1-5 0,0-1 2 16,-1-1-6-16,4-3-9 0,2-5 8 15,1-3 0-15,-1-1-8 0,-1-3 6 16,1 1-10-16,1-4 8 0,0 2 2 0,0-4 4 0,1-5 3 16,9-11-9-16,2-9-3 0,5-7-6 15,4-9-12-15,3-2-3 0,2-2-11 16,2-4 6-16,0 2-12 0,1-2-4 0,-1 3 5 15,-3 3 7-15,-1 5-7 0,-1 2-3 0,-3 5-7 16,-4 4 1-16,-1 4 1 0,-2-1 17 0,1 5-10 16,-5 2-7-16,0 6 16 0,1 5 0 15,-5 4-12-15,-5 2 0 0,0 0 19 0,19 21 6 16,-13-4-4-16,-2 3 6 0,2 7 6 16,-2 1 3-16,-2 8-6 0,2-6-2 15,0 4 0-15,0 6 3 0,0 0 6 0,3 1-1 0,2-1 2 16,2-3-6-16,2-3-33 0,5-5-9 15,-1-5 2-15,3-3-32 0,1-6-17 0,4-6-55 16,1-7-71-16</inkml:trace>
  <inkml:trace contextRef="#ctx0" brushRef="#br0" timeOffset="6589.33">13270 15146 30 0,'-8'-15'101'0,"0"3"-14"0,3 3 1 16,-1 3-16-16,2 1-1 0,0-1-14 15,2 4-2-15,-1-2 12 0,2 3-26 0,-2-1 7 16,0 2-14-16,1-2 3 0,-1 4-4 0,3-2-7 16,0 0 9-16,0 0-9 15,-11 11-1-15,9-7 3 0,0 2-11 0,0 1-5 0,2-1 11 16,1-1 6-16,0-1-2 0,1 2 3 16,-1-3-6-16,-1-3 2 0,8 7-2 0,0-7-8 15,12-2 14-15,-9 2-12 0,5 0-8 0,22-16-4 16,-16 11 1-1,-5 1 0-15,-5 0-18 0,-3 1 7 0,-1 1-13 0,-1 0-12 0,-7 2 8 16,0 0 2-16,7 0 2 0,-7 0-5 16,8 0 5-16,6 25 21 0,-10-7-10 0,-1 3 17 0,-3-8-9 15,0 9 6-15,-11 29-2 0,5-22 8 16,-2 5 8-16,-3-1-4 0,-2 0 0 16,-3 3 5-16,-2 1-3 0,1-1 9 0,-2 1-11 15,-2-2 15-15,1-1-10 0,0-1 4 16,0-3 1-16,0-3-4 0,3-3 3 0,-2-3 1 15,2-2-2-15,-2-2 3 0,-1 0-6 0,-1-5-4 16,2-1 0-16,-1-2 1 0,4-9-12 0,8 0-30 16,-15-19-34-16,12 1-60 0,3-12-104 15,5-5-85-15,3 14 1 0</inkml:trace>
  <inkml:trace contextRef="#ctx0" brushRef="#br0" timeOffset="6810.12">13856 14450 13 0,'4'9'111'15,"-3"12"-12"-15,-1-8-1 0,0 8-6 16,-16 35-2-16,5-14 0 0,-2 9 3 0,1 4-14 16,-3 4 3-16,2 7-3 0,1 3-4 0,3 1 4 15,1 0-13-15,2 0-2 0,5-2-1 16,1-36-6-16,0 15 3 0,17 61-6 0,-3-52-8 15,2-6-1-15,2-4-1 0,6-9-25 16,2-4-32-16,2-8-42 0,2-5-90 0,1-9-104 16,0-8-35-16,-15-3 0 0</inkml:trace>
  <inkml:trace contextRef="#ctx0" brushRef="#br0" timeOffset="6967.92">14156 15254 73 0,'2'-19'116'0,"6"-2"-13"16,3 2-23-16,2-3-3 0,6-3 6 16,6 2-16-16,3-3-9 0,4 0-10 0,4-2-48 15,3-1-59-15,0-3-114 0,2 0-69 16,-1-1 31-16</inkml:trace>
  <inkml:trace contextRef="#ctx0" brushRef="#br0" timeOffset="7330.7">14750 14491 14 0,'-12'18'126'0,"0"4"-22"16,1 3-2-16,1 0-13 0,-2 5-3 0,0 3 7 16,-2 5-6-16,1 2-8 15,-1 3 1-15,6 0-19 0,0-3 1 0,3-2-3 0,4-4-3 16,1-16 1-16,0 5-11 0,12 30 3 15,-3-32-9-15,6-6 1 0,3-9 4 16,7-5-3-16,-11-1-13 0,33-17-15 0,-11-1 1 0,4-3-5 16,3-3-16-16,-1-1-2 15,1 2-1-15,-4 6 0 0,-5-2-1 0,-2 4-18 16,-5 4 12-16,-2-1-6 0,-3 2-7 0,-5 2 18 16,2 3-13-16,-7 5 5 0,-12 0 23 15,8 0-9-15,5 11 10 0,-6 1-3 0,1 6 9 16,-6 2 10-16,1 1-5 0,-2 2-4 15,3 1 4-15,-2-1 6 0,-2 4 3 0,2-4-3 0,1 2-8 16,1 2-3-16,1-4-7 0,3 2-2 16,3-2-34-16,5 0-36 0,5-5-50 15,3-6-90-15,3-2-55 0</inkml:trace>
  <inkml:trace contextRef="#ctx0" brushRef="#br0" timeOffset="8000.75">16013 15055 65 0,'-14'-20'123'0,"4"-1"-6"0,0 2-16 0,2 1-12 16,4-1 8-16,2 4-11 0,2 3-9 16,17-20-5-16,-1 15-3 0,9-2-1 0,7 1-6 15,6-2-1-15,8 4 0 0,6-2-2 0,6 4-1 16,3 0-4-16,0 1-10 0,1 1 4 15,-2 3 0-15,0 3-3 0,-8 1-8 0,0 0-6 16,-8 3-3-16,-4-1-8 0,-8 0 0 0,2 0 2 16,-4 2-3-16,-6 1-9 0,-14 0 10 15,-2 0 1-15,2 12 3 0,-16-6-4 0,-12 4 3 16,-6-4-6-16,-4 0-2 0,0-2 2 16,-4-1-1-16,16-3-10 0,-10 0-6 0,-2 0 8 15,-28-19 2-15,28 8-6 0,2-5-1 16,2-4-7-16,4-1 3 0,4-6-8 15,6-4 0-15,6-1-1 0,4 13-8 16,12-41 0-16,2 18 1 0,8-3-6 0,4-2 5 0,6 0-3 16,4 1 1-16,2 3 1 0,2 0-3 15,0 3 8-15,0 3-4 0,-2 2 13 0,-4 6 4 16,-4 1-1-16,-2 4 5 0,-2 3-1 16,-6 5 10-16,1-1-5 0,-4 0 2 0,-1 4-4 15,-2 3 11-15,-4 5-11 0,-2 4 5 0,-8 1-5 16,0 0-2-16,15 26 4 0,-14-4 3 15,-1-4-2-15,-10 43 7 0,-1-5-5 0,-4 8 3 16,1 6 9-16,-2 4-8 0,1 4 6 0,2 0 2 16,1 0 7-16,1-1 5 0,3 0-13 15,1-4 4-15,7 0 3 0,-2-6-2 0,0-4-1 16,2-32 2-16,0 11 2 0,0 5-6 16,0 0-9-16,0-5 3 0,0-2-12 0,0-3 5 15,0-3 3-15,0-4 7 0,0-7-14 0,0-7 11 16,0-10-9-16,4-1 1 0,-9-21-18 0,1-8-9 15,1-10-3-15,1-2 1 0,2 15 6 16,0-12-15-16,24-49 10 0,-7 28-18 0,8 1 4 16,5-1-6-16,7 2 8 0,7 4-4 0,5 1 5 15,6 4 5-15,5 2-1 0,0 5 1 16,5 4 7-16,3 3 0 0,3 4 9 16,1 5 4-16,2 2-10 0,-2 6-27 0,-1 3-39 15,-3 5-57-15,-7 2-134 0,-6 2-39 0,-34 0 1 16</inkml:trace>
  <inkml:trace contextRef="#ctx0" brushRef="#br0" timeOffset="8362.84">14013 16737 80 0,'-19'14'116'16,"9"-2"-11"-16,3 3-10 0,7 1-1 0,0-7 6 15,11 25 6-15,-2-7-17 0,2-1-2 16,-3 1 4-16,5 4-6 0,-1 1-4 0,-1 8 2 15,1-1 0-15,-3 3-3 0,2 0-9 0,-1 4-4 16,0-2 5-16,-1 1-2 0,-1-3-17 16,0-1-2-16,1 0 8 0,1 0-11 0,-2-3-9 15,1-2 1-15,0-4 2 0,2-3 7 0,-2-5-39 16,3 1 4-16,0-9-20 0,3-7-45 16,-8-9-58-16,22-12-64 0,-9-9-114 0,5-9-72 15,1-12 0-15</inkml:trace>
  <inkml:trace contextRef="#ctx0" brushRef="#br0" timeOffset="8610.56">15003 16151 7 0,'7'-8'117'0,"-3"6"0"0,0 4-21 15,-3 7-1-15,2 12-2 0,-2 9-4 16,-1-12-5-16,0 9-7 0,-12 42-3 0,10-22 11 15,-4 2-17-15,1 2 13 0,1 5-8 16,0 3 5-16,3 4-3 0,1 2-7 16,0-31-1-16,0 15-9 0,14 70 2 0,-4-54-21 15,2-6-26-15,0-3-25 0,0-11-33 0,-3-3-21 16,4-6-33-16,-1-6-45 0,-8-9-87 0,0-10-24 16</inkml:trace>
  <inkml:trace contextRef="#ctx0" brushRef="#br0" timeOffset="8768.98">14873 17079 24 0,'-28'-19'113'16,"1"2"-9"-16,2 2 0 0,2 2-18 16,-1-1-5-16,1 3-9 0,6 2 1 0,2 1-15 15,2-1-7-15,6 1-13 0,3 3 17 0,4 5-23 16,18-18 10-16,7 5-5 0,7-2 5 16,8-4-15-16,11 2 3 0,7-1 4 0,12-5-4 15,8 1-16-15,9-3-40 0,8-4-27 16,2-1-45-16,1-2-61 0,2-5-110 15</inkml:trace>
  <inkml:trace contextRef="#ctx0" brushRef="#br0" timeOffset="9146.29">16291 16384 26 0,'-22'21'115'0,"-5"5"6"0,-1 1-9 0,-4 5-11 15,-1 4-8-15,-2 0 16 0,-1 3-22 16,0 1-6-16,0 0-2 0,-1 0-6 0,3 1-15 15,4-2-10-15,3-1 6 0,3 1-4 16,3-2-3-16,3-3-1 0,5-3-7 0,5-4 8 16,-3-1-3-16,6-8-4 0,2-6 10 15,3-12 1-15,12 4-8 0,6-15-2 0,4-7-11 16,6-5-3-16,6-4-21 0,2-2-5 16,5-3-2-16,0 3 4 0,-1 3-9 0,0 2-8 15,-4 0 2-15,-2 6-2 0,-1 2-10 16,-5 3 4-16,-3 3-2 0,3 1 2 0,-5 9 12 15,-12 0-8-15,15 11 12 0,-12 3 0 0,-6 4 6 16,-6 11 14-16,-2-14-7 0,0 9 7 0,-21 46-11 16,6-21 10-16,-5 4 2 0,-4 2 6 15,-4 2 3-15,-4 2 0 0,-2 1 3 0,-2-1 4 16,0-3-5-16,-2 3 8 0,-2-5-4 0,-1-2-1 16,0-5-3-16,-3-3 3 0,0-6 1 15,4-4-1-15,0-6-11 0,-2-6-41 0,5-8-60 16,8-9-69-16,14-5-81 0,-24-14-159 15,27-14 0-15</inkml:trace>
  <inkml:trace contextRef="#ctx0" brushRef="#br0" timeOffset="9644.48">17884 16224 9 0,'-8'27'157'0,"-3"1"-8"0,-5 7-17 0,-7 9-2 16,-2 6-8-16,-3 6 0 0,-3 6-10 0,3 7 6 15,-4 5-16-15,2 2-3 0,0 1-14 0,2 2-3 16,4-6 1-16,3-3-15 0,1-3 5 16,5-4-8-16,2-5-4 0,3-5-13 0,-1-2-3 15,3-8 2-15,0-5-5 0,1-4-8 0,2-4 7 16,-2 0-2-16,2-5-2 0,1-3 2 0,0-5-7 15,0-11 1-15,4-6 2 0,0 0-4 16,-11-27-10-16,9 0-12 0,2-9-13 0,0 15-3 16,0-18-10-16,0-13-5 0,18-69-10 15,-7 48-17-15,4-6 13 0,2-1-7 16,4-3-5-16,-1 0-1 0,5-2 0 0,5 0-8 16,2 2 3-16,5 2 14 0,3 6-7 0,4-1 0 15,8 6 7-15,0 2 14 0,5 4-3 16,2 8 24-16,-3 7 4 0,-1 7 1 0,-2 6 14 15,-5 8 1-15,-2 7 2 0,-6 6-3 0,-6 5 12 16,2 9 4-16,-21 1 1 0,17 26 5 16,-24 4 3-16,-8-11-1 0,-12 51-1 0,-7-10-11 15,-9 2 7-15,-4 2-9 0,-4-2-5 16,0-6 4-16,-1-1-3 0,1-5 3 0,1-6-7 16,2-9-5-16,3-4-1 0,4-3-11 15,-1-7-25-15,2-9-49 0,5-11-77 0,5-12-133 16,8-18-106-16,7 8 0 0</inkml:trace>
  <inkml:trace contextRef="#ctx0" brushRef="#br0" timeOffset="10002.66">18992 14861 42 0,'14'0'162'0,"-5"12"-11"0,-8 8-13 0,-1-4 6 16,-22 41-5-16,0-4-5 0,-6 10-10 0,-2 9 4 15,-6 8-12-15,-2 4 1 0,0-1-10 16,3 5-2-16,3-4-12 0,4 3 0 0,5-6-13 16,5-2-3-16,4-5-12 0,9-6-14 15,1-7-5-15,4-33-10 0,0 9-5 0,17 41-11 16,3-50-5-16,12-9-3 0,10-11 0 0,-16-8-13 16,61-16-9-16,-19-1-3 0,3-8 0 15,-1-1-11-15,-2 2 4 0,-5 0 1 0,-6 2 2 0,-7 2-6 16,-6 5 2-16,-5 3-2 0,-6-1 2 15,-2 4-4-15,-4 0 15 0,-2 1-6 0,-5 4 9 16,-5 3-8-16,-15 1 11 0,20 14 1 16,-15-2 3-16,-2 6 1 0,-3-7 0 0,0 7-4 15,0 4 6-15,0 3 2 0,-14 31-4 0,14-30-17 16,0-12-8-16,0 7-22 0,16 24-36 16,-1-25-34-16,9-4-58 0,3-9-87 0,-10-7-50 15,8 0 0-15</inkml:trace>
  <inkml:trace contextRef="#ctx0" brushRef="#br0" timeOffset="10786.61">20208 15905 28 0,'-15'-7'161'0,"0"7"-10"0,-5 4-7 0,10-4-8 16,-25 13-1-16,11 0-19 0,1 0-2 16,-1 2-9-16,0 2-7 0,-1 4-9 0,0 1-13 15,-2 5 5-15,2 1-10 0,1 1-10 0,0 3 1 16,4-1-6-16,2 0-10 0,2 1 4 15,4 0-6-15,3-3 6 0,2 0-7 0,3-4-10 16,4-15 7-16,0 2-5 0,26 10-1 0,-6-22-1 16,-7 0-13-16,31-27-5 0,-9 1-12 15,5-5-7-15,0-3-6 0,4-2 0 0,0-3-8 16,1 4 7-16,-6 0-8 0,-1 2 4 0,-6 6-3 16,-4 2 3-16,-1 1-5 0,-7 3 1 15,-1 2-2-15,1 2 10 0,-4 4-10 0,0 5 13 16,-6 5-3-16,-10 3 2 0,7 0 1 15,-7 0 11-15,17 14-6 0,-10 2 0 0,-4-1 8 16,-1 2-2-16,2 0 4 0,-2 3 2 0,-1-2 4 16,0 0-3-16,-1-4 2 0,2-1-3 0,-2-2 2 15,1-3 2-15,3 0 5 0,-3-3 10 16,3 0-1-16,2-5 4 0,3 0-6 0,22-14-9 16,-7-3 9-16,4-4-12 0,2-5 1 0,2-3-7 15,4-5-1-15,0-1-12 0,-1 3 6 0,-4-4-9 16,-3 2-5-16,-3 4 0 0,-2 3 7 15,-5 4-4-15,0 2 6 0,-1 0-7 16,-2 3-4-16,-3 5 0 0,-4 5 3 0,-4 5 3 16,-4 3 3-16,0 0-3 0,4 14 7 15,-14 8 1-15,0 6 8 0,-6 2 3 0,-3 7-3 16,-5 3 3-16,-5 5 0 0,-3 7 11 0,-4 2-7 16,-4 3 8-16,-4 1 0 0,0-2 3 15,-6 1 3-15,5-2-9 0,1-3-1 0,0-2-4 16,4-4 8-16,0-4-9 15,5-5 16-15,5-6-6 0,2 1 2 0,4-9-11 0,4-2-16 0,2-4 2 16,2-4 8-16,8-7-17 0,10-7-2 16,12-10 0-16,10-8-5 0,14-7-4 0,11-10-2 15,14-9 3-15,11-7 7 0,12-3-3 16,3-6 9-16,3 4-2 0,0-2 2 0,-3 2 0 16,-3 4 3-16,-6 3-2 0,-6 5-2 15,-7 2 5-15,-8 2 5 0,-8 8 6 0,-7 2-4 0,-6 4 12 16,-7 4-1-16,-4 3 1 0,-8 0-3 15,-7 3 0-15,-8 5 8 0,-4 12 2 0,-12-10-13 16,-6 12 7-16,-5 3 2 0,-3 3-2 16,-1 6 3-16,0 6-11 0,-1 2 10 0,-4 7 6 15,3 3-4-15,0 6 11 0,1 1 9 0,1 5-9 16,9-2 1-16,0-3-6 0,6 1-5 16,8-3 17-16,2 0-14 0,2-23-17 0,18 30-2 15,2-23-1-15,8-9-10 0,12-6-35 16,-16-6-27-16,61-15-59 0,-11-6-64 0,1-7-152 0,2-10-147 15,0-7 0-15</inkml:trace>
  <inkml:trace contextRef="#ctx0" brushRef="#br0" timeOffset="11241.41">19932 12810 4 0,'-7'-23'197'0,"10"8"-21"16,6 11-9-16,10 7-14 0,6 8-8 15,4 4-17-15,3 9-12 0,4 10-16 16,2 11-16-16,7 10-1 0,2 7-11 0,-1 17-6 0,5 10-7 15,0 11-2-15,1 6-3 0,40 79 6 16,-16-35-13-16,16 35-6 0,-16-36 7 0,-11-21-4 16,30 58 3-16,3-5-2 0,-18-39-3 0,-10-21 4 15,-3-17 3-15,45 67-10 0,-20-39 9 0,-15-22-4 16,-9-18-3-16,0 4-1 0,-2 2 5 16,-1 4-9-16,-2-2-12 0,-3-2 12 0,-4 1-3 15,-5-5-2-15,-7 0-11 0,-2-4 17 16,-10-3-8-16,-6 1-2 0,-6-3-3 0,-8-2 7 15,-6-2 12-15,-6-40-2 0,0 16-4 0,-22 76 2 16,-2-64 19-16,-8 0-17 0,-12-3-1 0,-11-1-22 16,-13-4 15-16,-8-2-12 0,-9-5 9 15,-8-4-11-15,-5-6-47 0,-6-7-32 16,-3-9-36-16,-1-7-32 0,1-8-36 0,7-10-20 16,54-3-45-16,-84-18-333 0,56-9 0 15</inkml:trace>
  <inkml:trace contextRef="#ctx0" brushRef="#br0" timeOffset="11742.82">23977 12547 196 0,'0'-2'184'0,"1"0"-15"0,-1 1-5 0,1 1-13 0,1 1-15 16,-2 2-7-16,1 4-14 0,0 14-2 15,-1-6-18-15,0 8-1 0,0 7-1 0,-12 43 5 16,3-17-1-16,-4 3-13 0,1 8-16 15,-3 8 11-15,-1 3-11 0,1 5-11 0,-1 3-16 16,4-1-1-16,2-4 21 16,2-1-13-16,2-2 2 0,5-4 2 0,-2-6-16 0,3-36-7 15,0 15-23-15,0 2-16 0,15 53-15 16,-6-54-29-16,2-9-20 0,2-2-35 0,2-9-41 16,4-9-95-16,3-3-227 0,2-10 0 0</inkml:trace>
  <inkml:trace contextRef="#ctx0" brushRef="#br0" timeOffset="12089.46">24596 13419 112 0,'-5'-22'213'0,"-3"1"-11"15,0-2-16-15,0 3-13 0,0-1-26 16,1 6-2-16,2-3-14 0,1 0-12 0,3 1-5 0,1 17-20 15,0-17-5-15,21-17-7 0,-4 15-19 16,6 2-3-16,6 2-2 0,9-2-3 16,4 2-1-16,5 0-15 0,5 5 0 0,-1 1 4 15,1 2-3-15,-2 3-3 0,-4 1-3 0,-24 3-8 16,9 0-4-16,33 12-12 0,-33-4 0 16,-7 3 2-16,-4 4 4 0,-7 8 3 0,-10 7-6 15,-3-15 1-15,-22 36-12 0,-2-13 15 16,-6 1 5-16,-9-1-3 0,2-2 10 0,-3-2 8 15,-2 0-3-15,4-5-3 0,-1-5 19 0,2-4-11 16,2-1 2-16,2-4-7 0,2-5-17 16,2-4-5-16,-2-5-28 0,18-1-43 0,-23-19-60 15,18 0-69-15,10-7-33 0,8 11-342 0,14-30 0 16</inkml:trace>
  <inkml:trace contextRef="#ctx0" brushRef="#br0" timeOffset="12544.78">26418 12753 57 0,'1'10'229'16,"-5"10"-30"-16,-4 7-8 0,-4 0-8 0,-5 5-16 15,-2 7-20-15,-1 3-7 0,0 5-1 16,-4 4-21-16,3 2-10 0,0 4-11 0,3-1-13 15,5-1-1-15,4 2-19 0,1-5 5 16,5-5-6-16,3-4-13 0,0-23-4 0,0 6-1 0,16 29 6 16,-4-28 17-16,8-11-12 0,4-7-9 15,7-9 14-15,-17 0 2 0,36-24-11 0,-10 1-8 16,4-7 3-16,5-6-1 0,1-4-28 16,5-2-13-16,-2-2 12 0,-1 0-18 0,-4 5 0 15,-4-2 0-15,-1 6-10 0,-6 3 3 0,-4 5-12 16,-5 3 16-16,-2 1-16 15,-6 6 11-15,1-1-7 0,-2 3-6 0,-3 3 5 0,-7 10 7 16,-1 2-1-16,-8 0 10 0,7 11 2 16,-5 10-3-16,-2-6 6 0,-16 33 6 0,0-6 9 15,-5 5-8-15,-7 10 2 0,-5 4 8 16,-7 6 13-16,-3 1-6 0,-3 3 5 0,0-3 0 0,-2 4-14 16,2 2 11-16,0-3-3 0,2 0 6 15,-2-3-10-15,5-4-1 0,-3-2 5 16,4-5-29-16,-4-5-5 0,0-1-36 0,0-6-32 0,0-3-37 15,-2-5-52-15,5-3-62 0,-2-8-389 16,6-5 0-16</inkml:trace>
  <inkml:trace contextRef="#ctx0" brushRef="#br0" timeOffset="12878.6">26724 13922 56 0,'40'-16'236'0,"-2"-1"-16"15,0 2-2-15,1 1-9 0,-2 0-15 0,0 1-18 16,1 1-11-16,0 1-13 0,2 0-4 0,5 1-1 16,0 2-16-16,6-3-25 0,3-4 4 0,4 2-12 15,3-4-2-15,2-2-1 0,-1-2-30 16,2-1-15-16,-2-3 4 0,-5-5-14 0,-4 5-13 16,-4-1-18-16,-5 2 7 0,-5 1 6 15,-7-2-11-15,-5 3-17 0,-5 1 14 0,-7 0-10 0,-6 1-4 16,-7 7-5-16,-2 13-8 0,-30-19 3 15,16 19 1-15,-10 0-4 0,-43 22 4 16,19-1 5-16,-4 5 8 0,-5 8 1 0,1 4 1 16,-1 5 3-16,2 1-5 0,3 2 12 0,5 1-9 15,6 3-22-15,4 1-13 0,10 0-18 16,8 2-10-16,11-6 7 0,8-25-10 0,23 39-15 16,9-28-22-16,15-5-10 0,13-8-4 0,12-4-21 15,12-9-25-15,7-5-44 16,-43-2-181-16,103-19 1 0</inkml:trace>
  <inkml:trace contextRef="#ctx0" brushRef="#br0" timeOffset="13227.33">28853 13801 15 0,'31'-16'181'15,"-9"3"-15"-15,-11 4-21 0,-10 4 14 0,-7 5-9 16,-13 5-3-16,-8 2 5 0,-2 2-3 16,-4 5 5-16,-7 1-8 0,-3 3-20 0,-2 3-1 0,-2 2-8 15,2 2 1-15,-2 2-11 0,2 0-8 16,4 3-6-16,1-2-10 0,4 3-5 0,1 1 14 15,4 0-15-15,3-1-19 0,7-4 22 0,4-1-15 16,5 0 11-16,4-1-2 0,6-6-7 16,2-19-1-16,22 15 2 0,3-21-13 15,6-1-5-15,6-14-8 0,7-3-11 0,5-1-18 16,1-4 2-16,2 1-23 0,-2-1-6 0,-2 3-1 16,-2-1-3-16,-5 5-2 15,-5 2-3-15,-3 2-11 0,-5 3-3 0,-3 1-4 0,-3 1-3 16,0 0 9-16,-6 8 3 0,0-1-4 15,-5 5 5-15,-11 1-1 0,8 0 16 0,3 12-2 16,-9-3 12-16,-2 1-16 0,0 11 21 0,0-12-12 16,0 10 2-16,-13 22-10 0,8-17-27 15,-2 0-22-15,0 3-38 0,2-7-24 0,2 0-32 16,3-13-29-16,12 12-98 0,3-12-186 0,4-7 1 16</inkml:trace>
  <inkml:trace contextRef="#ctx0" brushRef="#br0" timeOffset="13487.89">29506 13675 34 0,'-8'-1'207'16,"-9"5"-16"-16,-3 3 5 0,-4 4-6 0,1 1-23 0,-2 2-2 16,-1 4-19-16,1 0-8 0,0 0-11 15,-1 3-16-15,4 2-1 0,0 0-18 16,4-3-15-16,0 0 5 0,4-2 1 0,3-2-1 0,3-1-13 15,4-5-2-15,4-10-4 0,0 0 4 16,29 5-14-16,-15-5-5 0,34-11-4 16,-11 1-7-16,8-4-6 0,6-7-15 0,4 0-12 15,3-6-20-15,5-1-35 0,2 0-18 0,-4 0-14 16,-1 1-42-16,-3 1-36 0,-2 1-3 16,-3 4-23-16,-6 3-29 0,-2-1-191 0,-4 4 1 15</inkml:trace>
  <inkml:trace contextRef="#ctx0" brushRef="#br0" timeOffset="13833.24">30277 13623 29 0,'4'5'113'0,"0"-1"29"0,-2-3 39 16,2-2 15-16,2-2-18 0,11-7-15 0,3-5-15 15,-1-1-3-15,2-5 0 0,3-4-16 16,-1-6-12-16,2-1-12 0,2-9-11 0,-2 2-18 16,-2-5-8-16,-3-1-3 0,-3-3-8 15,-2 1 3-15,-6-1-24 0,-3-2 3 0,-6 2-5 16,0 25 5-16,-15-45-6 0,-1 26 7 15,0 3-6-15,-3 4-4 0,-3 2-20 0,-1 9-1 0,0 6 1 16,-4 9-8-16,11 9 0 0,-28 11 7 16,16 8-7-16,-5 10 10 0,-2 10-14 0,-2 11 8 15,0 13 20-15,-1 10-5 0,1 9 1 16,2 5-8-16,5 1 8 0,0 1 11 0,6 2-2 16,6-2 14-16,2-5-5 0,4-5 11 15,2-4-10-15,-2-10 8 0,3-3-10 0,1-8 7 0,-1-4-15 16,0-6 4-16,-1-4-3 0,1-8 4 15,-2 0-20-15,-5-4 6 0,-2-5-9 0,-4-3-16 16,-8-4-36-16,-8-2-23 0,-6-6-36 16,-6 0-30-16,-7-3-49 0,-3-3-53 0,-5-2-391 15,30 0 0-15</inkml:trace>
  <inkml:trace contextRef="#ctx0" brushRef="#br0" timeOffset="14201.03">25284 15487 167 0,'36'-14'208'0,"15"-4"-15"16,13-3-8-16,13-1-8 0,13-1-27 0,6 0-2 15,9 1-23-15,11-2-18 0,6 1-8 0,4 1-1 16,4 1-25-16,2 3-23 0,-2 2-39 0,-3-2-42 16,-5 2-59-16,-9-1-60 0,-11-1-139 0,-14 6-19 15,-16-4 0-15</inkml:trace>
  <inkml:trace contextRef="#ctx0" brushRef="#br0" timeOffset="14387.2">25620 15951 52 0,'-50'36'234'16,"4"-2"-22"-16,9-2-6 0,6-1-5 0,5-4-28 15,8-1 3-15,10 3-6 0,8-18-22 0,24 17-21 16,10-17-4-16,19-8-5 0,-16-3-6 16,99-17-18-16,-17-3-40 0,112-23-56 0,17-4-102 15,13-8-126-15,12-1-236 0,0-6 0 0</inkml:trace>
</inkml:ink>
</file>

<file path=ppt/ink/ink48.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8T09:41:32.712"/>
    </inkml:context>
    <inkml:brush xml:id="br0">
      <inkml:brushProperty name="width" value="0.05292" units="cm"/>
      <inkml:brushProperty name="height" value="0.05292" units="cm"/>
      <inkml:brushProperty name="color" value="#FF0000"/>
    </inkml:brush>
  </inkml:definitions>
  <inkml:trace contextRef="#ctx0" brushRef="#br0">10656 11287 93 0,'0'0'198'0,"0"0"-17"16,0 0 5-16,0 0-21 0,-13 15-17 0,13-15-14 15,0 0-10-15,0 0-13 0,-21 19-19 0,19-19-1 16,1 2-10-16,0-2 5 0,-1 0-9 0,1-2-6 16,-2 6 5-16,3-2-11 0,-1 0-2 15,2 3 15-15,-1 0-4 0,4 12 1 0,0-3-4 16,3 1 9-16,-2 3-18 0,2 0 8 16,1 0-10-16,1 2 0 0,3-2-16 0,2 3 4 15,2-5-4-15,0 4 25 0,3-4 11 0,4-2-6 16,2-3 16-16,3-3 6 0,8-2-7 15,-16-6-8-15,14 0 2 0,10 0-4 0,57-15 1 16,-38 0-14-16,2-5 2 0,6-4-6 0,3-6-5 16,6-2-5-16,3-6-8 0,9-7-7 15,3-6-8-15,1 0 4 0,3-4-8 16,0-1-15-16,1 1 0 0,-2 2-10 0,4-3-8 16,-1 6-8-16,2-2-9 0,1 1-9 0,-3 2-7 15,-1-3-18-15,-2 5-6 0,-2 2-33 0,-7-1-27 16,1 5-2-16,-3-1-22 0,-4 4-3 0,-6 3-17 15,-4 3-17-15,-6 3-27 0,-5 3-451 16,-6 1 0-16,-7 3 0 0</inkml:trace>
  <inkml:trace contextRef="#ctx0" brushRef="#br0" timeOffset="1114.97">10482 8746 105 0,'0'0'137'0,"-15"0"-16"0,15 0-13 16,0 0 9-16,0 0-2 0,0 0-3 15,0 0-6-15,0 0 1 0,-13 0-16 16,13 0-7-16,0 0-6 0,-18 23-4 0,18-23-4 15,-1 0-6-15,0 0 1 0,-1 2-10 0,1-4 7 16,1 2-10-16,0 0-2 0,-1 0-2 16,-1 0-5-16,2 0-4 0,0 2-13 0,2-1 3 15,-1-1 4-15,-1 2 4 0,4 2 13 0,0 0 5 16,9 7-9-16,2 0 7 16,2 0-3-16,3 1 13 0,3 3-7 0,2 0-16 15,5 0 21-15,2-4 6 0,4 1 12 0,5-4-8 16,7-1-17-16,2-3 21 0,4 0-8 0,4-3-12 15,-27-1-2-15,18 0-2 0,9 0 6 16,68-16-27-16,-56 4 20 0,-1-3-10 0,8 1 0 16,2-4 6-16,1-1-10 0,4-3-17 0,1-5-7 15,6 1 1-15,1-3-13 0,1-3 7 0,2 0-8 16,2-2-19-16,-1-3-7 0,1-3 7 16,2 3-5-16,-2 0-16 0,0-1 13 0,-2 3-3 15,-4 3-8-15,-3 4-10 0,-6 1-38 0,-4 3-29 16,-8 5-55-16,-4 4-57 0,-9 1-408 0,-6 5 1 15</inkml:trace>
  <inkml:trace contextRef="#ctx0" brushRef="#br0" timeOffset="3256.45">8483 15382 93 0,'0'0'120'0,"0"15"-8"16,0-15-2-16,0 0-22 0,0 0 7 15,0 15-6-15,-24 4-13 0,24-14-6 0,-1 0-3 16,1 2-2-16,0 0-13 0,-2 1-3 16,2 2 0-16,0 4-15 0,0 4 5 0,0 0 3 15,12 24 0-15,-8-20-14 0,3 0 7 0,-2-1-1 16,2 4 5-16,2-5-13 0,1 4 5 0,2-3 4 15,1 0 4-15,4-2-4 0,2-1-4 16,1-2 2-16,3-3 1 0,1 0-11 0,6-9-1 16,5-3 5-16,-18-1-8 0,39-14 5 15,-12-1-2-15,4-8 5 0,4-6-4 0,6-10 3 16,7-6-1-16,6-6-8 0,4-7 6 0,2-6-8 16,4-7 6-16,3-9 5 0,3-1-3 15,58-60-8-15,-6 5 5 0,-26 21-10 0,23-26 3 0,-27 24-11 16,-17 17 7-16,42-42 1 0,-24 28-4 15,-16 14-23-15,43-43-13 0,-33 32-28 16,-19 17-28-16,-9 18-74 0,-1-2-141 0,-3 5-71 16,-4 5 0-16</inkml:trace>
  <inkml:trace contextRef="#ctx0" brushRef="#br0" timeOffset="5730.76">29881 7824 1 0,'0'0'87'0,"0"0"-3"0,-13-15 4 16,13 15-1-16,0 0-7 0,0 0-1 0,0 0 8 15,0 0-8-15,0 0 0 0,0 0-1 16,0 0-7-16,0 0 1 0,0 0 1 0,0 0-12 0,0 0-1 16,0 0-4-16,0 0 0 0,0 0-2 15,0 0-11-15,0 0 0 0,0 0 8 0,0 0-3 16,-14 0-8-16,14 0-3 0,0 0 6 15,0 0-5-15,-18-18-2 0,16 19-3 16,1 0-2-16,0 2-6 0,-2-1-7 0,2 0 4 16,-1 2 2-16,1 1-13 0,0-1 7 15,1 4-3-15,-2-4 2 0,1 3-7 0,0 0 4 16,1-1-2-16,0 2 0 0,0-1-7 0,0-1 17 16,0-6 3-16,0 9 6 0,0-2 5 15,0 5 19-15,12 13 17 0,-4-9-9 0,2-1 25 16,2-3-5-16,7 1 11 0,6-3 3 0,7-4 8 15,1-3-6-15,10-1-3 16,-20-2-12-16,15 0-4 0,61-13 1 0,-34 5-5 0,6-3 1 16,4-4 3-16,7 0-4 0,7-4-11 15,0-3-5-15,4-1-6 0,1-6-6 0,3 1-10 0,2-4-20 16,1-4-10-16,4 0-14 0,2 1 4 16,-4-3-14-16,-2 2-9 0,1 2-11 0,-4 0-27 15,-2-1-9-15,53-17-41 0,-18 5-38 16,-14 12-34-16,-15 6-45 0,-9 3-493 0,-14 4 0 15,-10 4 1-15</inkml:trace>
  <inkml:trace contextRef="#ctx0" brushRef="#br0" timeOffset="6520.35">28725 12144 10 0,'-2'-3'153'0,"0"3"-4"16,2-3-10-16,-1 1-4 0,1 2-15 16,0 0-4-16,0 0-5 0,0 0-18 0,0 0-5 0,0 0-2 15,0 0-13-15,0 0 0 0,0 0-5 16,0 0-2-16,0 0-2 0,0 0-14 15,0 0 5-15,-13 17 10 0,14-13 8 0,-1 1 23 16,3 1 16-16,-1-1-1 0,9 9 13 0,2-5 22 16,6 0-4-16,2-5 6 0,12-2-8 0,-13-2-1 15,15 0-11-15,57-20-9 16,-23 4-5-16,10-3-4 0,2-5 2 0,6-3-14 0,6-5 4 16,6-5-12-16,2-3-2 0,3-7-4 15,0 0-10-15,4 0-10 0,-1-4-1 16,2-1-15-16,-1 2-9 0,3-3-19 0,-3 2-17 15,-5 0-12-15,-6 7-20 0,-8 0-15 0,-3-1-25 16,-5 6-10-16,-10 2-38 0,-5 2-27 0,-6 3-28 16,-5 1-18-16,-3 4-20 0,-7 1-600 15,-5 5 0-15,-1 2 1 0</inkml:trace>
  <inkml:trace contextRef="#ctx0" brushRef="#br0" timeOffset="7355.95">28749 15962 20 0,'0'0'138'0,"0"0"-6"16,-14 0-6-16,14 0 9 0,-31 23-6 0,20-14 0 15,1 2-7-15,2 0 3 0,1 1-11 16,4-3-7-16,2 0 15 0,-4 8-5 0,2-4-5 0,3-2-1 16,0-11 0-16,0 7 10 0,0 4-4 15,0-5 6-15,13 17-1 0,-2-12-10 0,1 0 19 16,3-3-4-16,2-3-7 0,7-3-22 15,5-2-5-15,-11 0-3 0,8 0 0 0,42-18-17 16,-17 4-1-16,6-3-5 0,7-5 7 0,8-5-7 16,8-5-10-16,4-6 8 0,10-7-19 0,14-4-3 15,4-8 1-15,87-49-12 16,2 4 1-16,2-2-9 0,-3 3-4 0,-4-5 15 16,2 13-16-16,4-6 0 0,-4 6-27 0,-10 4-11 15,-37 18-41-15,-21 12-21 0,55-26-20 16,-8 2-30-16,-12-2-34 0,-9 6-42 0,-5-2-596 0,-9 3 0 15,-12-2 0-15</inkml:trace>
  <inkml:trace contextRef="#ctx0" brushRef="#br0" timeOffset="11479.46">10160 5813 43 0,'0'0'158'0,"0"0"0"0,0 0-13 16,-15 0-4-16,15 0-9 0,0 0-23 0,0 13-5 15,0-13-13-15,0 0-8 0,0 0-13 16,0 0 0-16,-26 8-18 0,24-11-5 0,0-2-5 15,0-1-5-15,2 0-10 0,-1-3 0 0,4-9-4 16,-3 9-3-16,0-5-5 0,0-3 4 16,8-21-6-16,-4 16-6 0,0 4-6 0,0-5 3 15,0 3 1-15,0 1-1 0,2-6-14 0,4-1 2 16,1 0-1-16,-1-1 3 0,2 1-7 0,0 2 6 16,0 1-2-16,2-2 1 0,-1 2-6 15,3-2 7-15,4 0 4 0,0 0-4 0,1-1 3 16,2 0 3-16,2-3-9 0,2 3 11 15,1-1-10-15,1 0 9 0,2 1-2 0,2 0-1 16,2 2 1-16,0-3-1 0,-1 5 1 16,1-1-3-16,1-2 2 0,1 3 9 0,0 1-10 15,2-1 6-15,4 1-4 0,2-3-1 0,0 3-1 16,2 1-4-16,-2-1-2 0,2 2 10 16,0 2 8-16,1 0-12 0,0 0 4 0,1 2 0 15,-2 0-4-15,3 1 6 0,0 0-2 0,0 2 9 16,1 1 1-16,2 0-7 0,-1 1 6 15,-2 3 0-15,0-1-8 0,-2 2 2 16,0 2 3-16,-3 1-1 0,-2 0 6 0,-22 3-11 16,10 0 4-16,4 0 5 0,37 11-2 0,-35-4 1 15,-1 0-3-15,-6 1 8 0,1 4-4 0,-4-1 0 16,1 0-4-16,-3 2 5 16,0 2 1-16,-1 0 1 0,-2 0-1 0,-1-2 2 15,-2 5 1-15,-2 0-9 0,-1-1 7 0,-3 6-7 16,3 1 0-16,-5 1 8 0,-2 1 0 0,1 1-4 15,-5 3 6-15,3-1-10 0,-8 3 0 16,1 1 2-16,-1-15-2 0,0 9 7 0,0 3-4 16,0 1 3-16,-16 32 1 0,10-29-10 15,-4-2 3-15,2 2-7 16,-1 0 7-16,-2-2-1 0,1 0 9 0,-4 0-8 0,2 0-1 0,-2-1 2 16,-1 0-8-16,2-2 4 0,-5 0 6 15,1 1-3-15,-2-4 4 0,-2 2 0 0,0-3 2 16,-3-1-7-16,-2 1 10 0,0-1-3 15,-4 0-6-15,2 0 11 0,-4-4 1 0,-6 4 4 16,2-4-2-16,-3-2-1 0,3 3 4 0,-5 0 7 16,0-2 7-16,-3-3 8 0,-1 1-3 15,-2-2-3-15,-1-1-13 0,-3-1-2 0,-3-1 6 16,-4-3-11-16,-6 2 3 0,0-5-12 0,-1 3 6 16,-4-7-4-16,2-2-13 0,31 0 6 15,-16 0-5-15,-73-12-6 0,53 5 0 0,-7-6-16 16,-2 0 6-16,2-4-7 0,1-2-1 15,-1-1-11-15,0 1 5 0,1-5-13 16,0 1 3-16,1-4 0 0,1 1-1 0,2-3-2 16,4 2 4-16,3 1-6 0,3-2 9 0,6 0 0 15,6 1 4-15,2-1-12 0,6 2 9 0,5 0-3 16,3-1 10-16,5 0-11 16,6 1 12-16,5-1-13 0,8-5 15 0,12-5-18 0,16-3 6 15,14-3 6-15,16 0 7 0,12-5 2 16,13 3-6-16,15-3-18 0,6 1-88 15,4 3-173-15,0-2 92 0</inkml:trace>
  <inkml:trace contextRef="#ctx0" brushRef="#br0" timeOffset="61488.56">23767 12837 10 0,'0'0'110'0,"-14"0"14"0,14 0-14 0,0 0-1 15,0 0 0-15,-14 0 3 0,-2 25-6 16,14-25 1-16,0 1 3 0,1 0-1 0,0-2-3 16,-1 1 3-16,0-1-15 0,0 1 1 15,1-3-1-15,0 1-14 0,-1-2 0 0,0 1-12 16,0-1 0-16,1 0-11 0,0-2-5 0,-1 0-5 15,1 0-2-15,1-2-3 0,-1 2-3 0,1-15-8 16,-2 5 2-16,2 4-12 0,0 12-3 16,0-15 3-16,0 1-4 0,0 0-1 0,0-3-2 15,0-2-5-15,10-19 3 0,-6 19-10 0,1-2-7 16,-1-1 3-16,3 1-1 0,1-1 4 16,-2 2-4-16,2 0-3 0,0 0-6 0,2-1-3 15,-1 0 9-15,0-1-7 0,2 1 0 16,0-2 8-16,-1 4-15 0,0-2 8 0,0-1 0 15,2 2 1-15,-1-2-3 0,0 0 2 16,1 0-5-16,1-1-1 0,0-2 5 0,2 2 3 16,1-1-5-16,-3 3 6 0,1-2-10 0,0 3 4 15,2-1-7-15,-1 1 2 0,1-1 2 16,0 0-1-16,0 0-6 0,2 0-4 0,0-1 5 16,2 1 1-16,-2 0-1 0,0 3-2 15,2 2 0-15,-1-2-1 0,4 1 5 0,-3 2-2 16,0-4 1-16,0 3-7 0,3 1 13 0,-4-1-7 15,2 2-5-15,-1 1 1 0,-3 3 9 16,3-1-6-16,-1 0-6 0,0 2 5 0,1 1 3 16,-2 2-2-16,-2-1-3 0,2 1 3 0,-4 1 10 15,2-3-7-15,-1 4 9 0,0 0-4 16,1 2 3-16,-3-1-10 0,-1 1 13 0,0 0-1 16,-3 2 0-16,1-2-3 0,-2 2 3 0,9-2-6 15,-2 0 5-15,-3 2-8 0,-2-1 22 16,-2 0-22-16,0 1 24 0,0-1-9 0,-1-1-6 15,0 2-2-15,-1-1 13 0,0 1-5 0,0 0-6 16,0-2-4-16,-1 2 23 0,0-1-11 16,1-1 0-16,-1 2 12 0,-1-1-7 0,0 1 2 15,1-1-7-15,1-3 17 0,-2 4-19 0,1-2 7 16,-1 1-7-16,0-2 4 0,0 2 9 16,-1-3-8-16,1 4-7 0,-2-4 16 0,2 2-4 15,-1-2-3-15,0 1 8 0,-2-1-6 0,-1 0-1 16,0-2-59-16,0 6-55 0,0 0-163 15</inkml:trace>
  <inkml:trace contextRef="#ctx0" brushRef="#br0" timeOffset="63611.21">24093 12002 59 0,'-4'-3'104'0,"0"-2"-5"15,0 2-3-15,-4-9 3 0,0 3-4 16,0-4 1-16,1-3 2 0,1 1 0 0,-1 2-2 16,-1-6-2-16,1 0-5 0,2-1-7 15,-2-5-7-15,1 2-13 0,-3-1-3 0,1 0-4 16,2-3-7-16,-1-2-8 0,-1 3 1 16,0-2-15-16,3-3-1 0,-2 4-3 0,2-4-5 15,1 0-2-15,0-5-10 0,1 4 3 16,2-5-2-16,1 17 1 0,0-7-1 0,0-5-6 15,0-2-1-15,16-38 3 0,-11 33-6 16,2-4-2-16,2 2-8 0,0-3 4 0,1 1-5 16,2 2-1-16,0 1-13 0,1 0 8 15,1 1-6-15,0 1 5 0,4 2-6 0,-1 1 0 16,2-2 0-16,-1 0 2 0,2 1 0 0,2 4 0 16,0-2-10-16,4 2 2 0,2 2 6 15,-2-1 7-15,3 2-9 0,2 0 3 0,1 3 8 16,-2 0-21-16,4 3 11 0,-1-2-14 15,2 3 24-15,-2 1-1 0,0-2-13 0,2 4-2 16,4-1 8-16,-2 2-5 0,4 0-4 0,2 1 12 16,2 0 0-16,1 1-15 0,3 1-1 15,-2 0 6-15,1-1 3 0,0 3 11 16,1-3-11-16,2 3 3 0,-2 1-5 0,2 1-4 0,-1 0 15 16,2 1-5-16,0 1-6 0,2 2 15 15,-1 3-2-15,2-2 4 0,1 2-2 0,-3 1 0 16,0 0-6-16,-1 0 5 0,-2 3 3 0,-2 0 7 15,-26 0 1-15,13 0 3 0,4 0-3 16,42 15-2-16,-38-9 6 0,-3 3-12 0,-1 2 3 16,1-1 9-16,0 5 1 0,-2 0-1 15,0 2 2-15,-2 0-14 0,2 6 5 0,0-1 14 16,2 3-11-16,-4 4 2 0,-2-1 5 16,1 1 1-16,-5 3 5 0,2 1-2 0,-4 1 4 15,2-1 2-15,-4 2-5 0,-2-2 16 16,0 1-4-16,-2 1 3 0,0-2-9 0,-2 3 4 15,-1-1 5-15,-2 0-12 0,-2 1 11 16,-1 1 10-16,0 0-16 0,-1 0 9 0,-2 0 17 0,-3-1-15 16,0 0 1-16,0 2 10 0,-4 0-4 15,1-2 1-15,-2 6 11 0,-3-23-4 0,0 9-10 16,0 7 8-16,0 2 5 0,-14 43-7 16,8-36 8-16,-6 1 3 0,-2 2 3 0,-3-1-5 15,-4 6 9-15,-3-2 4 0,-5 0 13 0,-1 2-2 16,-2-1 1-16,-4 2 0 0,0-2 0 15,-2-1 7-15,0-1-5 0,-3 1 0 0,-1 0 8 16,-1-4-9-16,3 1-6 0,-5 0-3 16,-2-4 15-16,0 1-9 0,2-2-8 0,-7-3-13 0,4 1 8 15,-1-2-9-15,-1 0 1 16,1-4-10-16,1 1 10 0,0-3-10 0,1-1 0 0,-2-3-13 16,5-3 6-16,0-2-2 0,1-1 9 0,-1-2 1 15,0-1-19-15,0-3 13 0,-3-1-1 16,2-2 4-16,-2-2-7 0,-3-1 2 0,-2 0 0 15,0-4-2-15,-3 0-10 0,2-2 9 16,-1-2-1-16,1 2-3 0,0-4-9 0,-1 2 11 16,28-2 2-16,-14 0 3 0,-8 0-18 0,-56-11 12 15,48 5 0-15,0 1-8 0,0-2-3 0,2-2 15 16,0-2 8-16,0-1-6 0,2 0 8 16,2-3-15-16,2-3 2 0,-2 4-13 0,3-4 10 15,2-3-3-15,1-1 1 0,2-1-9 16,1-2 11-16,1-2-27 0,4-1 13 0,0-3 10 0,2-2-23 15,6 0 9-15,0-4-1 0,4-5-7 16,0 0 10-16,6-3-2 0,2-5-5 16,1-3-5-16,4 0-3 0,3-5-18 0,0 1-1 15,4-1-7-15,0 0 10 0,0 1 5 0,3-2-14 16,1 3 4-16,0 28 0 0,0-15-12 0,0-5-7 16,0-5 4-16,11-54-9 0,-10 52 14 15,6 2-10-15,-3-2 7 0,1 0-8 0,0 5 2 16,5-1 0-16,-2 2 2 0,0 2-6 0,1 1 9 15,3-2-8-15,1 3-1 0,2-1-1 16,2 0 1-16,2 2-9 0,2-2 0 16,3 3 1-16,2 0 4 0,-1 4-13 0,4 1 13 15,1 2 3-15,0 2 3 0,1 0 7 0,0 2-10 16,0 3 6-16,1 0 5 0,0 2 1 16,1 1-9-16,2 1 5 0,-1 0 12 0,0 3-2 15,4-1-1-15,-4 0-2 0,2 1-5 0,3 1 2 16,-2 1 18-16,1 1-14 0,0 1 2 0,4 0 13 15,0 1-4-15,5 0-6 0,5 2-18 16,0 2 12-16,4-2-10 0,3 1 0 0,2 3-4 16,0 4 10-16,5-1 12 0,2 2-6 0,0 1 9 15,0 1-2-15,4 2-5 0,1 2 7 16,-36 0 3-16,19 0 4 0,10 0 3 0,71 13-10 16,-69-4 8-16,-3-1 15 0,-3 0-12 0,-4 2 2 15,-1 3 2-15,-8-1 5 0,-1 0-6 16,-3 3 4-16,-3 0 2 0,-1 2-2 0,-1 2-3 15,-3 0 2-15,-1 5 0 0,0 2 11 16,-2 3-3-16,-1 3 7 0,-1 3 5 0,-4 3-5 16,-2 1 9-16,-3 0 0 0,0 1 2 0,-5 4 8 15,-2 0 12-15,-2 3-8 0,-2 0-2 16,-6 1 11-16,0 3-4 0,-2 0 15 0,-4 0-14 16,0-26 9-16,0 14 11 0,0 6 4 0,-14 51 1 15,6-45-11-15,-2-1 15 0,-4 2 5 16,2 1-8-16,-2 0 7 0,-2 2-1 0,-2 2 1 15,1-1 6-15,0-1-6 0,-2-1-3 16,-1 1 0-16,2-4 3 0,-2-2-12 0,0 2 9 16,-2-4-16-16,0-1 7 0,-2-1-14 15,-2-2 1-15,0-2-4 0,-4-5-11 0,1 2 6 0,-2-2-1 16,-3 0-11-16,-2-3 7 0,-3 2 3 16,0-3 2-16,-2-1-4 0,0-1 6 15,-1-2-11-15,-1-2 11 0,-2-1-7 0,-2-2-4 16,1-1-1-16,-4-1-7 0,2-2 6 15,-2 1 2-15,2-2-8 0,-4 0-3 0,-2-2 2 16,0 0 6-16,-4 1-7 0,0-2 11 0,-57 12 19 16,58-16-15-1,1 1 1-15,1-2-10 0,-1-3 9 0,-1 1-2 0,-3-4 1 16,-2-1 17-16,0-1-12 0,31-2-9 0,-16 0 6 16,-7 0 10-16,-61-17-5 0,55 8 20 15,1 1-22-15,2-5 8 0,0-1-8 0,3-1-5 16,-2-4-12-16,1-2 12 0,-2-1-11 15,2-3 6-15,1 1-15 0,1-5 4 0,2 0-4 16,3-4 7-16,0-1-16 0,4-4 3 0,2 4 2 16,2-7-15-16,2 1 10 0,4-6-3 0,2-4 3 15,4-1-18-15,0-2 14 0,2-3-6 16,4 1 3-16,2-2-7 0,2-1 5 0,5 1-4 16,1-2 1-16,4 2-16 0,4-2 5 15,1-1 3-15,3 31-4 0,0-18-3 0,15-59-5 16,-2 44-6-16,5 2-20 0,3 0-6 0,6-1-1 15,7 2-3-15,2-2-14 0,6 2-4 16,4 1 3-16,8 0-10 0,2 1-9 0,5 2 15 16,2 5-13-16,6 2-4 0,3 3 8 0,4 4 12 15,0 1-20-15,-1 3 25 0,0 0-6 16,-1 8-1-16,-2-3 7 0,1 3 21 0,0 2-7 16,1 1-3-16,2 2-1 0,0 0 11 15,-2 4-5-15,1-2 15 0,1 6 9 0,0 2-9 0,1 5 1 16,2 1 1-16,4 6-1 0,-42 2-1 15</inkml:trace>
  <inkml:trace contextRef="#ctx0" brushRef="#br0" timeOffset="64177.89">26676 11520 17 0,'-20'62'58'16,"-2"-3"7"-16,-2-2-3 0,-2-3 0 0,0 3 2 15,-2-2-7-15,-4-2 8 0,0 1-4 16,-3-1 15-16,-2-4-13 0,-2 2 2 0,-3-2-10 0,-4-2 17 16,0-1-17-16,0-3 6 0,1-2-5 15,-2-1-4-15,-1-2-8 0,0-2-2 16,0-1 1-16,-1-3-1 0,-3-1-7 15,-3-1-2-15,-2-1 4 0,-3-3-1 0,-2-1-1 16,1-2 9-16,-3 1-3 0,0-5-5 16,-3 0 2-16,1-3-8 0,2 0 2 0,0-4 5 15,-2-1 4-15,2-2 2 0,2-4-8 0,-2 1-1 16,-2-5 10-16,33-1-4 0,-16 0 1 16,-10 0-2-16,-68-17-2 0,58 7-8 0,1 1 3 0,-3-4-9 15,3-4 7-15,-4-3-7 0,1-1-10 16,0-1 11-16,-1-2-11 0,1-5 4 0,1 1-8 15,-2-2 2-15,2-4-11 0,2-1 3 16,3 0-10-16,0-2 7 0,5-4-10 0,1 3-4 16,4-3 1-16,6-2-14 0,1-2 12 0,1-3-6 15,6-2 1-15,0-7 4 0,3 0 7 16,6-2 3-16,4 0 1 0,4-3 3 0,6 2-9 16,4-2 7-16,2 2-10 0,10-1 2 0,2-1 2 15,0 32-6-15,18-62-3 0,2 31-5 16,6-3-13-16,8 2-15 0,6 1 6 0,4 2-16 15,4 2-21-15,7 2 4 0,2 3-8 16,5 3-12-16,2 0 6 0,4 4 2 0,2-3-8 16,4 3 11-16,3-2-23 0,4 5 12 0,2-1 10 15,2 2-5-15,5 3 1 0,1 1-4 0,1 3 15 16,7-1-3-16,4 8 3 0,1 1-2 16,1 5 7-16</inkml:trace>
  <inkml:trace contextRef="#ctx0" brushRef="#br0" timeOffset="64514.32">26650 11949 64 0,'-46'60'85'0,"-6"1"-10"16,2-5-5-16,-3-1 1 0,-5-2 8 0,0-6-9 16,-2 2-7-16,1-6-4 15,0 3-1-15,-1-7-17 0,0-3-4 0,-1 1 12 0,-3-6 10 16,-2-1-14-16,-2-7-1 0,-1-2 13 0,-4-4-2 16,1-7 7-16,-2-2 3 0,-3-5-3 0,0-3 1 15,38 0-3-15,-76-12-1 16,33-2-5-16,-4-3-2 0,-2-4-5 0,-1 0-8 15,0-5 1-15,-2-3-5 0,2 0-4 0,-3-3-16 16,0-4-17-16,1 2-51 0,4-3-67 0,-3-4-132 16,6 0-83-16,7-4 0 0</inkml:trace>
  <inkml:trace contextRef="#ctx0" brushRef="#br0" timeOffset="67268.16">28841 5423 54 0,'0'0'144'0,"0"-16"-15"0,0 16-8 0,0 0-14 16,0 0-6-16,0 0-18 0,0 0-11 16,0 0-9-16,0 0-5 0,-13 0-12 0,13 0-1 15,-29 9-2-15,19 12-5 0,-2 5 0 16,2-1-2-16,-1 6-2 0,-2 1 0 0,-1 2-3 16,1 3 13-16,0 3-9 0,-2-1 2 0,0 1-9 15,2 0 7-15,1-7-8 0,0 4-6 16,3-5-1-16,-1-2 3 0,1-2-3 15,1-2 0-15,0-5 18 0,4-4-3 0,-3 0 5 0,5-6 0 16,-1-1 12-16,2-5 16 0,-2 1 9 16,3-2 6-16,0-4-12 0,0-2 0 0,3-3-1 15,3-16-3-15,5-4-1 0,1-3-20 16,1-6-19-16,3-4 0 0,4-1-10 0,-1-3 0 16,5-1 2-16,-1-1 0 0,1 1-10 0,0 0 1 15,1 1-12-15,-1 1-5 0,2 3-16 16,0 2 7-16,-1 0-2 0,-1 4-3 0,-1 4-6 15,-2 1 4-15,-1 1 0 0,-3 5-9 0,1 4-5 16,1-1 5-16,-3 2-2 0,0 5-9 16,0 2-3-16,0 6-10 0,-8 3 9 15,14 12 3-15,-9 3 1 0,-1 6 1 0,-4 6 7 16,-3 8 7-16,-3 1 15 0,-2 5 1 0,0-20 7 16,-11 51 6-16,6-23-5 0,-3 3 4 15,1 0 0-15,0-1-4 0,1-2 4 16,2-2-3-16,-3-3 3 0,3-5 1 0,3-3-15 15,-1-1-13-15,0-2-7 0,2-18-26 0,0 5-3 16,0 2-3-16,12 20-9 0,-8-27-23 16,2-6-60-16,-2-6-80 0,2-3-14 15</inkml:trace>
  <inkml:trace contextRef="#ctx0" brushRef="#br0" timeOffset="68142.64">29370 5899 87 0,'15'-16'177'0,"-2"-3"-6"0,3 4 0 0,-3-2 4 15,2 2 3-15,1-1-14 0,1 2-10 16,1-4-26-16,0 4 4 0,1-2-9 0,2 3-4 16,1-2-8-16,-2 5-4 0,1 1-18 15,2 1-6-15,0 1-23 0,-1 1-12 0,-2 4-36 16,2 0-9-16,-13 2-9 0,4 0-5 16,17 11-14-16,-18-1-14 0,-2 2-2 15,-2 2 2-15,-2 3 1 0,-4 0 8 0,0 4 2 16,-2-11 12-16,0 5-3 0,-19 22-3 0,10-16 3 15,-2-2 16-15,-2-2 0 0,2-2-3 16,2-2 16-16,1-3 22 0,4-5 33 0,-4-1 14 16,4-2 13-16,0-2 1 0,4 0-17 15,0 0 7-15,-19-16-8 0,11-2-21 0,3 0 7 16,1-3-2-16,-2-4-14 0,6-1 4 16,0 11-3-16,0-8-17 0,12-28-8 0,-5 21-13 15,2 2 12-15,2-1-8 0,0 3 5 0,-1 3-11 16,4-2-3-16,-1 3-10 0,3-2-20 0,0 1 7 15,1 5 1-15,2-2-6 16,1 1-1-16,3 1-2 0,-1 1-6 0,1 0 0 0,1 1 4 16,1 3-4-16,-1 0 10 0,1 1-2 15,2 1-9-15,-2 1 6 0,1 2 2 0,-2 0-9 16,1 3 3-16,-4 0 1 0,1 0 9 0,-2 5 0 16,0-2 5-16,-2-2-9 0,-10 4 10 15,3 0 2-15,0 0 0 0,-1 0-4 0,0 0-7 16,-1 0 6-16,-1 0-8 0,-1 0 8 0,-7 0-2 15,26 17 5-15,-18-11-5 0,2 5-3 16,-2 2 6-16,-4-3-1 0,-3 1-6 16,-1-3 12-16,0 1 2 0,0 0 5 0,0-9-9 15,0 9 3-15,0-3 3 0,0 1 3 0,0 2 3 16,0-2 3-16,0-1-13 0,0 3 10 16,0 5-1-16,-12 16 3 0,9-17-6 0,1-1 9 15,-1-1 6-15,-1 5-3 0,1-4 0 0,1 6 4 16,-1-4-5-16,0-5-6 0,1 1 10 15,0 0 5-15,0-3-1 0,-1 2-7 16,3-3 3-16,-3 0-3 0,2 1-8 0,-2-1-1 16,2 1 14-16,-2-2-2 0,3 0-5 15,-2 1 0-15,2-1 1 0,-2 0-6 0,1-1 11 16,-2 0-1-16,2 2-9 0,0-4 1 16,-1 3-4-16,2-2 14 0,0-1-6 0,-1 1 7 15,1 0-6-15,-1 0 1 0,1-2-8 0,-2 1 3 16,2 0 12-16,-1 0-3 0,1-2 1 0,0 3-10 15,0-1 13-15,0-1-9 0,-1 1 4 16,1-1-10-16,0-1 9 0,0 0-5 0,0 0-3 16,0 0-4-16,0 0 15 0,0 7-6 15,0-7-5-15,0 10 3 0,0-2 7 16,0-1 2-16,0 7-4 0,13 18 6 0,-6-11 5 16,-1 3 3-16,4-1 1 0,0 2 1 0,-2-1 9 15,6 0 8-15,-2 3 14 0,1-3-6 0,2-1-19 16,-2 0 13-16,-1-4 1 0,4 1 8 15,-3-1-20-15,3 2-10 0,2-4 6 0,2-2-24 16,3 0-32-16,1-4-44 0,0-3-50 16,1-2-72-16,3-4-133 0,-13-2-153 15,5 0 1-15</inkml:trace>
  <inkml:trace contextRef="#ctx0" brushRef="#br0" timeOffset="68311.69">30778 5675 118 0,'12'-9'136'0,"6"1"-20"0,4 2-5 15,6 5 5-15,3-2-13 0,-15 3-24 0,8 0-20 16,35 14-34-16,-25-7-29 0,1 5-54 0,-4-1-115 16,-1 2-68-16,-3 2 35 0</inkml:trace>
  <inkml:trace contextRef="#ctx0" brushRef="#br0" timeOffset="68818.34">30069 6407 109 0,'-27'0'177'0,"-53"19"-12"0,27-10-15 16,1 3-5-16,1 1-9 0,2 2-17 0,1 4-16 16,1 1-15-16,2 0-3 0,3 3-8 15,4 3-14-15,2 1 0 0,4-1-4 0,4 2-1 0,2-2-15 16,6-1-4-16,4 0 1 0,4-1 5 16,4 2-6-16,4-3 5 0,4-11 2 0,0 1 4 15,19 15-7-15,-2-18-1 16,6 0-6-16,5-4 1 0,4-2-4 0,0-3 3 0,-15-1-5 15,10 0-9-15,4 0-6 0,36-16-2 16,-31 7-5-16,-3 3 9 0,-1 0 0 0,0 0 1 16,-4 1-8-16,-4 2 0 0,-3-1 1 0,-2 0-6 15,-6-1-5-15,-3 4 3 0,-1 1-7 0,-5-1 9 16,-4 1-7-16,0 0 11 0,0 0 10 16,0 0-5-16,8 13-8 0,-16 3 14 0,-4 0 2 15,-5 5-8-15,-2 1 0 0,-4 2 0 0,-6 7-10 16,-6-1 9-16,-1 4 4 0,-1-2-15 15,0 2 6-15,-1-2 6 0,3 0 3 0,2-4-10 16,2-2 17-16,2-1-14 0,4-2 8 16,1-1-8-16,4-6 5 0,0 1-16 0,2-2 3 15,4-2-17-15,-1-2-2 0,6 0-21 16,1-5-15-16,4-2-27 0,1-2-23 0,3-3-38 16,5-1-53-16,9-7-78 0,4-5-173 0,1 0 0 15</inkml:trace>
  <inkml:trace contextRef="#ctx0" brushRef="#br0" timeOffset="69123.16">30218 7011 23 0,'19'-12'233'0,"-1"2"-8"0,-2 0 26 0,-2 3-6 16,-4 0 4-16,-2 2-20 0,-1 0-29 15,-2 2-9-15,1 0-16 0,-1 1-28 0,0 0-11 16,2 1-26-16,10-3-1 0,-1 4-3 0,3 0-8 15,-8 0-7-15,3 0-10 0,18 14-21 16,-16-7-7-16,-1 0-20 0,-3 1-15 0,-1 7 8 16,-6-4-23-16,-2 0-9 0,-3-1 15 15,0 7-4-15,-17 21 2 0,3-14 5 0,-3-4-5 16,-3 1-5-16,-2-3-2 0,2 0 4 0,0-1-16 16,0 0 12-16,0-1 0 0,4-3-5 15,2-4-5-15,2 1 23 0,2-3-4 0,2-1-6 16,3-3-7-16,0-1-19 0,5-2-33 0,0 0-47 15,0 0-35-15,-4-15-65 0,10-2-448 16,4-2 0-16,4-5 0 0</inkml:trace>
  <inkml:trace contextRef="#ctx0" brushRef="#br0" timeOffset="69634.35">30968 6674 85 0,'1'5'161'0,"0"1"6"15,2-1 4-15,-2 4-4 0,5 9-1 16,-4 3-7-16,0-1-7 0,0 1 8 0,0 2-10 16,-2-10-6-16,0 6-21 0,0 5 1 0,0 1-16 15,-12 28-17-15,8-26-7 0,-2-3-3 16,2 2-8-16,-2-5-16 0,0 0-8 0,0-1-2 15,3 0-32-15,-4-5-39 0,3-3-39 16,0-2-49-16,2-3-48 0,-1-3-62 0,0-2-267 16,2-2 1-16</inkml:trace>
  <inkml:trace contextRef="#ctx0" brushRef="#br0" timeOffset="69847">31097 6454 185 0,'3'-15'197'0,"-2"4"18"0,2 3-3 0,-2 1-18 0,0 0-30 16,1 2-9-16,-1 0-20 0,0 3-21 15,-1-2-21-15,3 2-5 0,0 0-36 0,-1 2-12 16,4 0-18-16,-1 2-40 0,12 6-46 16,2-1-54-16,-2 0-52 0,2 0-142 15,-3 0 16-15,3 2 0 0</inkml:trace>
  <inkml:trace contextRef="#ctx0" brushRef="#br0" timeOffset="70214.2">31781 6596 50 0,'2'10'166'0,"-2"1"-3"0,-4 6-14 15,4-7 8-15,-16 18-18 0,2-5 2 0,-1-1-22 16,-5-1-12-16,1 2-11 0,1-3-12 0,2 3-1 15,1-2-6-15,0 1 4 0,2-4-7 16,1-4 6-16,4 4-8 0,-2-5 14 0,5-6 5 16,0-1 32-16,2-1 22 0,-1 0 5 15,3-2 10-15,1-3-26 0,4-3-12 0,8-7-13 16,2-2-16-16,8-3 2 0,3-3-23 0,5 0-31 16,3-2 2-16,4 1 3 0,2-3-7 15,0 2-15-15,-3 2-9 0,-2 3 8 0,-2 2-15 16,-2 1 17-16,-6 1-10 0,1 0 5 15,-4 1 1-15,-1 2-21 0,-5-1 4 0,-3 7-9 16,-3-3 7-16,-2 4-3 0,-2-3-16 0,-5 4-6 16,0 0 18-16,0 0-12 0,12 14-3 0,-13 5 7 15,-7 5-16-15,-3-1 17 0,-1 3-5 16,-1 4-2-16,-2 0-33 0,2 1-10 0,1-2-33 16,1 0-15-16,5 1-17 0,2-1-11 0,1-6-11 15,3-13-13-15,0 4-29 0,21 10-37 0,-5-15-285 16,4-6 0-16</inkml:trace>
  <inkml:trace contextRef="#ctx0" brushRef="#br0" timeOffset="70622.59">32686 6643 126 0,'0'-9'192'0,"-3"4"-9"0,-6 4 10 15,-6 1-10-15,-3 1-16 0,7-1 2 0,-20 11-19 16,10-2-6-16,-3 1-10 0,0 5-4 15,0 1-20-15,-3 4-19 0,-2 1-3 0,1 1-3 0,1 1-18 16,4 0-12-16,1-1 6 0,4 0-6 16,4-1 26-16,2 1-11 0,0-4-5 15,1-5 16-15,6 3 2 0,5-16 11 0,0 11-22 16,17 13 0-16,0-14-11 0,10-7 2 16,20-1-7-16,114-20 16 15,-106 6-68-15,-3-3-14 0,0 8-4 0,-3-2 6 16,-5 4 8-16,-6 1-9 0,-8 4-11 0,-4-3-10 15,-5 1 14-15,-4 1-19 0,-5 0 8 16,-12 1 2-16,8 0 17 0,-1 7-13 0,-11 1 21 16,-8 4 13-16,-8 7-2 0,-11 1 8 15,-10 8-7-15,-11 0 10 0,-1 2-7 0,-1 2-4 16,4 0-11-16,-8 3 23 0,-4 3 3 0,0-1-20 16,-1 2 31-16,2-3-1 0,2 0-15 15,2 2-13-15,0-6 10 0,2-3 16 0,1-1-22 16,2-2-41-16,1-3-22 0,-1 0-55 0,0-5-61 15,3-1-80-15,-1-5-443 0,0-4 0 16,-1-3 1-16</inkml:trace>
  <inkml:trace contextRef="#ctx0" brushRef="#br0" timeOffset="71582.39">28227 8016 17 0,'14'0'262'0,"-14"0"-25"0,0-18-17 0,0 18-15 16,0 0-32-16,26-23-2 0,-25 22-35 0,0-1-7 15,1 4-14-15,0-1-12 0,0 5-10 16,3 11-4-16,-1 8-10 0,-3 4-1 0,2 7-13 16,-3 1-3-16,0-16-9 0,0 11-6 15,0 8-9-15,0-1 0 0,0 2-12 0,-11 43-4 16,11-47-1-16,0-19 7 15,0 8-13-15,12 32 12 0,-5-28 5 0,1-5-9 0,5 0-10 0,5-5 14 16,6-5-3-16,2-5-1 0,4-1-15 16,4-5-7-16,2-4 13 0,-20 0 6 0,10 0-22 15,34-11 17-15,-28 5-18 0,1 1 8 16,-2-1-10-16,1 0 8 0,-8 1-12 0,0 1 12 16,-2 0-6-16,-6 2-4 0,-3 0 1 15,-2 1 1-15,-11 1-3 0,7 0 12 0,-7 0 11 16,6 0-12-16,2 13 3 0,-9-8 8 0,-7 9 7 15,-5 1-10-15,-5 4 0 0,-1 1 7 16,-5 1 1-16,-4 4-10 0,-3-1-1 0,-1 2 5 16,0 0 7-16,1-4-11 0,2 1-2 0,1-3 12 15,1-2-3-15,1-2 2 0,4-3 2 0,1 0-5 16,4-2-9-16,1-1-14 0,2-8-30 16,6 0-30-16,8-2-21 0,0 0-56 0,-10-23-49 15,15-3-127-15,7-3-212 0,7-5 0 16</inkml:trace>
  <inkml:trace contextRef="#ctx0" brushRef="#br0" timeOffset="71989.16">29199 8267 73 0,'27'-10'230'0,"0"4"-37"0,-5-1-2 0,-3 6-7 16,-11 1-6-16,0 0-5 0,4 18-15 0,-12-7 0 15,-5 13-27-15,-5 3-7 0,-2 1-12 16,-2 3-9-16,-1-1-11 0,-2 4-4 0,5-2-15 15,0 2-10-15,1 0-10 0,3-2 10 16,3 2-2-16,1-5 29 0,2-4 1 0,2-13 17 16,0 3 0-16,20 13-7 0,-2-20 0 0,7-4-14 15,-9-4-8-15,9 0-6 0,35-17-6 16,-20 5-14-16,6-6-7 0,2-5-19 16,2-1-4-16,2-3-6 0,1-2-12 0,-3 1 11 15,-4 2-6-15,-5 2 2 0,-4 2-18 0,-3 5 9 16,-5 1-1-16,-2 0 4 0,-4 2-18 15,-1 3-5-15,-4 1 4 0,-3 2-1 0,4 1-18 16,-19 7 25-16,0 0-13 16,2 17 3-16,-10 5 6 0,-6 1 1 0,-5 6-13 15,-8 3 5-15,-6 5 19 0,-7 8-4 0,-5 3-13 16,-4 4 19-16,-3 0-1 0,-3 2 5 0,-1 1-4 16,-2-1-7-16,2-3 9 0,-4-1-5 15,2-2-2-15,-1-3 4 0,2-1-39 0,-3-3-9 16,-2-3-22-16,1 0-24 0,-4-4-40 0,-2-6-30 15,-2 1-57-15,-2-7-448 0,-3-1 0 16,-2-6 0-16</inkml:trace>
  <inkml:trace contextRef="#ctx0" brushRef="#br0" timeOffset="72849.64">26579 9369 69 0,'-19'10'242'15,"1"2"-18"-15,2 3-7 0,0 3-13 16,1 4-26-16,1 1 2 0,0 4-20 0,-2 8-20 16,0 5-5-16,-1 6 0 0,-3 3-15 0,0 4-8 15,0 1-12-15,0-1-10 0,-1 6-9 16,1 0-10-16,0 1 7 0,1-2-10 0,0-3-14 15,3-5 0-15,3-2-26 0,-2-5 7 0,7-4 5 16,-1-8-6-16,0-1 7 0,-1-4 13 16,4-1 13-16,-2-1 11 0,2-7 35 0,2-5-12 15,3-9 2-15,1-3-17 0,0 0-12 0,-5-29-14 16,5 11-14-16,0-8-11 0,12-38-13 16,-3 15 4-16,-1-8-11 0,4-2 10 0,1-3-4 15,2-2-19-15,4 0 19 0,1 0-7 16,4 3-4-16,1 1 0 0,3 5 1 0,4 2-8 15,1 1 5-15,3 7-1 0,4 3-17 16,3 4-4-16,0 4 9 0,-1 3 3 0,3 8 9 16,-5 3 4-16,0 5-11 0,-2 4-5 15,-2 6-5-15,-2 5 8 0,-18 0-2 0,25 21 0 16,-21-3-2-16,-8 4 5 0,-6 10-5 0,-6-15 0 16,0 13 8-16,-19 50-12 0,8-31 6 15,-3 3 5-15,-2-6-1 0,1 0-7 16,1-4 5-16,4-3 6 0,-2-3-3 0,4-4 5 15,2-4-3-15,0 1-7 0,4-5 23 0,2-4-15 16,0-12 22-16,20 13-13 0,2-15 7 16,-8-6-2-16,11 0-6 0,39-18-16 0,-19 9 1 15,2-2-26-15,2 0-36 0,-2-1-28 0,1 1-25 16,-3-1-11-16,-6 1-13 0,-3 2 3 16,-4 0-14-16,-5 2-12 0,1-2 19 15,-4 6-5-15,-4-3 23 0,-8 4 4 0,-4 0 19 16,-4 0 12-16,-4 2 14 0,-2 2 13 0,1-2 28 15,-2 2 6-15,-1-4 27 0,0 4 14 0,-1-4 37 16,0 2 17-16,-1-2 25 0,1 1 42 16,0-1 4-16,-5-8 14 0,2 1-1 15,3-1-29-15,2 2 4 0,2-1-12 0,1 9-15 16,0-15-8-16,15-19-3 0,-2 13-10 0,4 2-24 16,2 3 7-16,6 1-24 0,2 1 12 0,6 1-15 15,1 0 11-15,-1 5-22 0,0 2 2 16,2 3-1-16,-1 3-2 0,-19 0 3 0,4 0-18 15,23 11-1-15,-26-5 0 0,-2 5 2 16,-5 6 0-16,-8 4-3 0,-17 28 20 16,-2-23-19-16,-6 4-9 0,-4-1 8 15,0-1 6-15,-1-4-9 0,1 1 5 0,0-4-10 16,1-1 13-16,6-3-16 0,-1-2 20 16,0-1-13-16,3-1 4 0,2-3-23 0,3-4-40 15,6-6-60-15,8 0-37 0,-4-11-20 0,12-7-38 16,7-1-540-16,8-8 0 0,6-3 0 0</inkml:trace>
  <inkml:trace contextRef="#ctx0" brushRef="#br0" timeOffset="73088.89">28399 9403 37 0,'25'-14'239'16,"-9"4"-22"-16,-1 3 18 0,-10 3-8 0,-5 4-21 15,-4 1 14-15,-3 2-24 0,-11 8-25 16,-5 6 11-16,-1-1-21 0,-3 5-24 0,-3 7-4 15,-4 6 12-15,-3 7-16 0,-3 7 5 0,-1 1-14 16,-1 4-2-16,2 2-6 0,2 1-10 16,4-1-1-16,4-1-11 0,2 0-13 0,5 0 2 15,4-1-12-15,3-4-12 0,4-4-4 0,4-3-36 16,6-2-10-16,2-24-23 0,10 32-28 16,5-23-13-16,6-5-24 0,9-7-35 0,8-8-42 15,-16-5-69-15,12 0-533 0,49-16 0 0,-36 2 0 16</inkml:trace>
  <inkml:trace contextRef="#ctx0" brushRef="#br0" timeOffset="73271.17">28464 10027 8 0,'-8'-15'263'16,"1"-1"-25"-16,2 5 25 0,1 1 0 16,0 4 16-16,1 0-10 0,1-1-29 0,0 2-16 15,1 1-23-15,0 0-35 0,1 2-31 0,0 2-10 16,0 0-33-16,24-13-15 0,2 5-18 15,5-2-21-15,4 1-54 0,3 0-54 0,2-2-37 16,4-1-46-16,3 5-69 0,-2-4-371 0,2-3 0 16</inkml:trace>
  <inkml:trace contextRef="#ctx0" brushRef="#br0" timeOffset="73528.36">29314 9839 170 0,'-7'2'374'0,"2"-1"-22"16,0 0-25-16,1-1-14 0,1 0-18 16,-1 0-16-16,1 0-20 0,1-1-20 15,0 1-17-15,1 0-30 0,4-3-19 0,3 1-15 0,17-5-17 16,5-1-19-16,4 1-16 0,7-2-18 15,1 2-45-15,2 0-36 0,2 0-63 16,0 2-59-16,-1-2-33 0,-1 3-45 0,-6-1-38 16,-4 1-549-16,-2 2 1 0,-4-2 0 15</inkml:trace>
  <inkml:trace contextRef="#ctx0" brushRef="#br0" timeOffset="73722.83">29313 10094 63 0,'-22'12'332'0,"5"-2"-17"0,4-2 6 0,-1 1-23 16,6-4-8-16,2-1-10 0,3-2-15 15,3 1-13-15,5-3-22 0,3 0-19 0,15-3-22 0,-7 3-19 16,33-11-19-16,-9 6-19 0,6-3-7 16,2-3-34-16,5-1-45 0,3-1-68 0,5 0-56 15,4 0-53-15,1-4-43 0,1 3-63 16,-2-1-543-16,0-2 0 0,-2 2 0 0</inkml:trace>
  <inkml:trace contextRef="#ctx0" brushRef="#br0" timeOffset="74576.77">31306 9153 150 0,'-26'0'199'0,"10"0"-4"0,-8 0 3 0,-36 16-4 0,21-7-22 15,-4 2-6-15,-2 5 15 0,1 0-22 0,-1 5-7 16,1 1-4-16,1 3 0 0,2 3-5 0,-1 3 3 16,4 3-9-16,2 0 3 0,4 3-15 15,0 3-1-15,6 2-12 0,4-2-2 16,4 1-9-16,4-1-15 0,6-1-7 0,1-1-18 0,4-4-17 15,3-17-5-15,16 29-10 0,0-20-20 16,10-5-20-16,6-2-18 0,5-2-24 0,8-6-40 16,6-2-23-16,5-5-19 0,-1-4-7 15,-2 0-6-15,-29 0 4 0,13 0 9 0,43-11 14 16,-40 7 3-16,-4-3 5 0,-2 2 16 0,-5-2 18 16,2 0 12-16,-3-1 3 0,-7 3 22 15,-2-3 27-15,-2 2 19 0,-2-1 24 16,-3-3 27-16,-4 5 14 0,-3-3 11 0,2 0 32 0,-3 1 4 15,-3 0 13-15,7-9 16 0,-4 0 7 16,1 0-21-16,-1 3 3 0,3-1-4 0,2 0-11 16,2-2-25-16,3 2-15 0,3 0 0 0,5 3-5 15,2 0-9-15,1 3-9 0,3 2-8 16,3 0 3-16,-2 1-12 0,3 5-10 16,-16 0-10-16,7 0 3 0,0 0-22 0,25 17-4 15,-30-8 2-15,-2 2-4 0,-4 1-15 0,-8 0 13 16,-4-12-12-16,0 14 2 0,-24 26 18 15,3-18-15-15,-4 2 11 0,-3-5-10 16,-2 3-3-16,1-7 10 0,0 3 1 0,2-5-1 16,-1 0 11-16,1-5-21 0,2 1 15 0,-2-2-5 15,0-5-4-15,15-2 3 0,-1 0-28 0,-2 0-13 16,-13-18-43-16,18 4-19 0,5-4-31 16,5 6-30-16,0-9-22 0,21-24-36 0,2 14-437 15,6-1 0-15,4-2 0 0</inkml:trace>
  <inkml:trace contextRef="#ctx0" brushRef="#br0" timeOffset="74830.92">32259 9150 64 0,'25'-20'270'0,"-1"4"-20"0,-2 0 24 16,-4 1 1-16,-2 1 4 0,-2 2-29 0,-1 3-14 16,-5 3-24-16,-1 0-40 0,-3 1-25 0,0 5-6 15,-4 0-19-15,-4 6-19 0,-7 10-4 0,-6 7 0 16,-10 6-12-16,-4 8-4 0,-5 4-2 15,-5 5 5-15,-3 5 5 0,0 7-16 0,-1 3-1 16,2 1-16-16,3 3 3 0,4-1-17 16,6-1 2-16,2-4-22 0,6-2-9 15,4-4-9-15,6-3 1 0,5-4-23 0,7-2-11 16,0-23-13-16,19 35-28 0,-1-21-48 16,8-8-31-16,4-1-39 0,5-5-88 0,2-10-466 0,3-3 1 15,0-4 0-15</inkml:trace>
  <inkml:trace contextRef="#ctx0" brushRef="#br0" timeOffset="75000.48">32263 9837 245 0,'-8'-17'243'0,"0"0"4"16,3 0-20-16,1 8-8 0,1-1-12 0,3 3-20 16,0 7-28-16,0-8-10 0,17-11-27 15,2 10-13-15,4 1-9 0,5 2-41 0,18 1-27 16,1 1-49-16,-3 1-39 0,-24 3-49 15,10 0-85-15,-1 0-140 0,-2 0-72 0,17 14 0 16</inkml:trace>
  <inkml:trace contextRef="#ctx0" brushRef="#br0" timeOffset="75833.23">28352 11332 29 0,'-1'-3'194'0,"1"2"-20"0,-2-2-15 15,2 2-4-15,0 0-13 0,-1 1 3 16,1 1-12-16,-1 2-12 0,-1 0 2 0,1 3-9 16,-3 14-13-16,-1-1 0 0,-1 2-10 15,2 1-3-15,-2-1-18 0,2 1-13 0,0-1-4 16,-2 1-4-16,4-1-9 0,-1-3 0 0,2 0 1 15,-1-4 5-15,1-3-15 0,0-1 14 16,1-10 2-16,0 0 10 0,0 8-2 0,0-8 9 16,12 14-7-16,-6-14-15 0,14-5-3 15,4-6 11-15,0-2-9 0,0-2-19 0,0-2 7 16,3 1-1-16,-3-1-4 0,-1 0-9 0,-5 1 7 16,2 2-3-16,-1-2-1 0,-4 5-3 15,-2 1-1-15,-1 0-1 0,-3 4-1 0,-3 0-4 16,-1 3-9-16,-1 1 5 0,-1 0-10 0,-1 2 5 15,-2 0-9-15,0 0 7 0,0 0 7 0,11 13 7 16,-10-8-21-16,1 1 15 0,-1 0-9 16,2 2 4-16,-2-3-18 0,0 2 4 15,2-2 14-15,-2 1 11 0,1-1 13 0,2 0 3 16,0-2 10-16,1-2 10 0,14 2-8 0,-11-3 4 16,6 0-19-16,25-21 3 0,-16 7-13 15,1 1 12-15,-1 1-10 0,3-2-2 0,-5 2 14 16,2 0-22-16,-2-2 5 0,-2 5 3 0,-3 0-2 15,0 1 8-15,-7 5-18 0,2-2 10 16,-3 3-12-16,0 1-8 0,-2 1 20 0,-6 0-9 16,0 0-2-16,10 0-1 0,-4 0 4 0,7 13-2 15,-3-2-10-15,-5 6 19 0,0-2-15 16,-1 3-22-16,-4 2-35 0,0-11-21 0,0 7-15 16,-10 21-27-16,2-15-27 0,0-2-25 0,-3-2-23 15,5-2-38-15,-1-5-339 0,2-5 0 16</inkml:trace>
  <inkml:trace contextRef="#ctx0" brushRef="#br0" timeOffset="76016.09">28693 11295 73 0,'-28'-41'195'0,"0"3"7"16,2-3 26-16,-1 5 14 0,3 1-11 0,4 2-10 16,3 4-8-16,-1 0-10 0,4 6-33 15,0-2-9-15,2 4-25 0,3 3-12 0,1 1-24 16,3 5-6-16,5 12-21 0,0-9-21 0,26-9-6 15,-4 9-35-15,4 4-26 0,9 1-28 16,0 4-31-16,-17 0-24 0,14 0-31 0,10 0-31 16,56 15-56-16,-38-7-294 0,5-3 0 0</inkml:trace>
  <inkml:trace contextRef="#ctx0" brushRef="#br0" timeOffset="76358.36">30043 10813 7 0,'8'-14'284'0,"-4"1"-44"0,-2 3 8 0,-2 2-6 16,-4 1-17-16,4 7-30 0,-7-11-5 0,4 8-14 15,-2-1-14-15,0 2-39 0,-1 0 5 0,1 2-10 16,0 2-19-16,-2 1 5 0,-4 12-19 16,-1 3-25-16,0 8 6 0,4 2-5 0,2 6 2 15,-2 6-17-15,5 3-22 0,0 4 21 16,1 3-14-16,2-24-6 0,0 12 12 15,0 6-4-15,0 3-14 0,0-2 8 0,0 1-12 16,0-5 1-16,0-2-7 0,0-1-7 0,0-2 0 16,0 0 19-16,0-6-5 0,-7 27 7 0,-1-33 7 15,-2-3-7-15,-2-2 4 0,-6-1-15 16,0-4 3-16,-4-5-7 0,-2 1 3 16,0-2-4-16,2-6-10 0,-4-2 10 0,12 0 4 15,-25-11 6-15,15 2 1 0,3-3-28 0,-1-2-35 16,5-3-45-16,5-7-39 0,5-5-41 0,7-7-47 15,11-1-481-15,5-1 1 0,8-5 0 16</inkml:trace>
  <inkml:trace contextRef="#ctx0" brushRef="#br0" timeOffset="76578.62">30261 10850 170 0,'22'-15'189'0,"0"2"-12"0,-4 0 20 0,2 3-11 15,-5 1-16-15,-3 1-7 0,-3 5-11 0,-1 1-11 16,-2 2-16-16,-6 0-4 0,5 13-5 15,-2 6-6-15,-2 1-19 0,0 10 1 0,-1-13-9 16,0 9-5-16,0 5-8 0,0 3-6 16,0 4 8-16,-13 43-17 0,9-35-7 0,0 1-6 15,0 3 2-15,1-2-7 0,2 3-15 0,0-4-32 16,1-24-26-16,0 8-48 16,0 4-30-16,17 35-24 0,-9-42-25 0,3 1-25 15,-1-13-49-15,1-3-225 0,4-5 1 0</inkml:trace>
  <inkml:trace contextRef="#ctx0" brushRef="#br0" timeOffset="76747.32">30593 11466 84 0,'5'-30'154'0,"3"1"6"16,-1 1 13-16,-3 0 24 0,0 4 9 15,1 0-22-15,-2 3 14 0,1 1-6 16,0 3-22-16,1 0-18 0,-2 2-9 0,4 0-21 16,1 2-8-16,2-1-22 0,5-1 0 0,4 1-13 15,3 1-10-15,5 2-28 0,-2 1-10 0,6 2-26 16,2 0-21-16,3-1-19 0,4 0-38 15,0-1-34-15,2 1-24 0,2 3-39 0,-3-3-51 16,0-2-256-16,-1 5 1 0</inkml:trace>
  <inkml:trace contextRef="#ctx0" brushRef="#br0" timeOffset="77244.07">31774 11053 330 0,'-1'-3'306'0,"-1"2"-22"0,1-1-29 16,0 0-50-16,-1 2-8 0,2 2-21 0,-4 1-4 15,2 2-31-15,-6 11 5 0,-4 8-11 16,1-1-35-16,-1 4-13 0,-3 3 0 0,-3 3-6 16,0 4 10-16,-3-1-27 0,1 2 5 0,-4 2-10 15,1-1-4-15,3-1-4 0,1 0-26 16,-1-3 3-16,3-1 8 0,1-3-1 15,1-2-11-15,3-2-1 0,0-4-2 0,2-1 0 0,1-3 7 16,2-2 11-16,3-4-2 0,-1-3 21 16,1-3 16-16,4-1 5 0,-3-3-2 0,2-3 0 15,1 0-5-15,-3-12-12 0,3-8-10 16,0 5-5-16,0-8-13 0,18-37-3 0,-8 21-4 16,4-4-8-16,2-6-7 0,4-2-4 15,2-5-19-15,2-3-9 0,2-2-7 0,2 2-5 16,5 1-4-16,0 4-2 0,0 5 7 0,2 2 9 15,-4 6 4-15,-1 1 0 0,1 7 1 16,-4 2-6-16,-3 7 9 0,-2 0 12 0,0 4-5 16,0 6 8-16,-3 0-19 0,-3 4 16 15,-4 5-21-15,-12 5 23 0,8 0-16 0,0 20 13 16,-13 7-2-16,-7 7 5 0,-8 7-3 16,-3 0 5-16,-2 4-6 0,1-5 4 0,0-1-7 15,2-1-12-15,2-6-6 0,3-1-26 16,1-4-10-16,3-4-38 0,1 3-30 0,2-7-8 15,8-7-16-15,2-12-27 0,10 11-46 0,8-16-414 16,4-6 0-16</inkml:trace>
  <inkml:trace contextRef="#ctx0" brushRef="#br0" timeOffset="77578.03">32370 10718 181 0,'20'-19'243'0,"-4"6"-3"0,-3 1-8 16,0-1 6-16,-5 7-9 0,-1 1-17 0,-3 3-33 15,-1 2 1-15,-3 0-17 0,0 4-18 16,-11 13-2-16,-4 4-8 0,-1 2-22 16,-2 8-8-16,-4 4-2 0,-2 4-6 0,0 4-20 15,3 1-1-15,0-1-3 0,-1-1-5 0,6-1-16 16,2-2 9-16,3-6-2 0,3-2 0 16,-1-1 3-16,5-6 1 0,2 1 7 0,2-16 7 15,12 14-9-15,0-14-4 0,7-4-11 16,5-3 3-16,-12-2-1 0,8 0-18 0,4 0-3 15,39-16 0-15,-31 10 0 0,-4 1-9 16,-7-1-8-16,-2 3 8 0,-4-1-3 16,-3-1-11-16,-4 2 13 0,-8 3-12 0,0 0-10 0,8 0 5 15,-8 0-12-15,0 0-11 0,6 0 1 16,-6 0-12-16,11 16-13 0,-14-5-21 0,6 3-37 16,-3-6-40-16,0 5-19 0,0 3-27 0,0 0-30 15,0 5-626-15,11 21 0 0,-2-26 0 16</inkml:trace>
  <inkml:trace contextRef="#ctx0" brushRef="#br0" timeOffset="78381.53">32963 11243 151 0,'2'-11'205'0,"-1"6"-1"0,0-3 15 16,1 6-18-16,-4-2-11 0,2 2-35 0,-2 4 7 15,-6 4-18-15,-3 4 1 0,-1 0 2 16,-5 10-18-16,-3-4-11 0,-2 2-10 0,-2 2-18 15,-1 5 2-15,1-2-18 0,-3 2 4 16,3 0-20-16,3-1 12 0,4-3-24 0,1-5 5 16,4-3-11-16,4-4 17 0,1 0 26 15,2 2 3-15,2-8-3 0,3-3 7 0,16 1-1 16,1-5-14-16,7-7-5 0,6 2 4 16,7-4-14-16,2-7-20 0,2 2-4 0,0-4 2 0,2-1-11 15,1 4-19-15,-9-1 6 0,-2 4-14 16,3 2 5-16,-8 4-1 0,-4 0-4 15,-4 5-4-15,-8-3 5 0,1 0-9 0,1 2-3 16,-8 3-2-16,1 1 8 0,-2-1-20 0,-5 3 14 16,0 0-1-16,0 0 5 0,8 17-12 15,-10-10-2-15,-4 6 7 0,2 3 9 0,-4-5-14 16,4-4 6-16,2 1-1 0,-1 1 14 16,-1 0 1-16,1-6-10 0,7 2 16 0,-6-3 6 15,2 0 15-15,0-2 6 0,4-2 2 0,5-4-9 16,6 1 3-16,5-1-17 0,0-2 7 15,2-3 2-15,1 2 4 0,2-3-17 0,-7-1-6 16,2 4 13-16,0 0 5 0,-8 1-16 16,0 2 3-16,-2 2-7 0,-2 0 11 0,-8 4-16 15,0 0-6-15,8 0-5 0,-8 0 2 16,0 0-2-16,6 21 6 0,-14-7-4 0,0 3-4 16,-8 5 8-16,-4 5 10 0,-4 3-2 0,-10 2 5 15,-6 2-4-15,-6 5 0 0,-6 3-2 0,0 0-3 16,-3 1 4-16,0-4 2 0,5-1 4 15,4-4-11-15,6-9 10 0,6-1 2 0,6-7-10 16,6 0 5-16,6-4 9 0,3-3 6 16,2-2 15-16,3-5 2 0,4 1 10 0,4-4 0 15,8-2-24-15,10-11-2 0,8-8-15 0,16-3-7 16,3-10-3-16,7-2-22 0,7-7 1 16,6 3 4-16,7-7-14 0,7-2 6 0,-3 6 12 15,-8-3 6-15,-2 12-11 0,-8-4 0 0,-10 1 13 16,-4 6 23-16,-12 1 7 0,-8 4 23 15,-6 4 2-15,-10 2 1 0,-2-3-1 0,-6 11 9 16,-12-17-1-16,0 14-7 0,-6 7-7 16,-6 5 4-16,-6 8-11 0,-6 6-3 15,-8 10-6-15,4 5-2 0,-10 9-4 0,0 4 0 16,3 3 6-16,2 5-9 0,7 5 2 16,2-2-7-16,3-1-4 0,9 0-8 0,4-1-12 0,11 0-4 15,5-6-4-15,4-22-14 0,17 33-12 16,4-21-27-16,11-6-10 0,7-4-28 0,6-2-47 15,5-9-53-15,4-6-668 0,-24-5 0 16,12 0 1-16</inkml:trace>
  <inkml:trace contextRef="#ctx0" brushRef="#br0" timeOffset="80423.05">23926 6847 5 0,'-16'-14'126'0,"-19"-11"-16"0,19 14-1 0,-2-1 8 16,0-3 8-16,-3 3 20 15,8 0 12-15,-2-1-22 0,3 0 20 0,0-1-8 0,3-1-16 16,-2 2 10-16,2-2-12 0,1 1-13 16,0-6-8-16,0-3-17 0,1 2-3 0,3-4-13 15,-1 1-23-15,-1-4 15 0,5 3-21 0,-2-5-9 16,3 3-3-16,0-1-16 0,0 14 12 16,0-8-10-16,11-30 1 0,-4 22-13 15,-1 1-5-15,2 0-7 0,0 3 5 0,6-1-12 0,-1 1 0 16,2-1 7-16,3-4-12 0,1 2 8 15,1-1-6-15,4-1-9 0,1-1-2 0,3 0 3 16,3-3-6-16,1 2-1 0,3-2-1 0,2 1 1 16,2-2 5-16,4 4-8 0,1 0 1 15,4-4 9-15,0 4-3 0,7-5-4 0,1 5 1 16,5-1 4-16,5 1-8 0,0 0 3 0,6 4-8 16,3-1 10-16,4-1-3 0,1 4-4 15,2 0 4-15,2 3-3 0,-1 2 9 16,0 2-7-16,1 5 4 0,1 0 1 0,0 3 5 15,1 2 3-15,-1 4-8 0,-2 2 11 16,-45 3-2-16,21 0-1 0,77 13 18 0,-65 0 0 16,-3 0-2-16,-3 6 7 0,-1 0-6 0,-4 5 11 15,0 4 4-15,-1 1-1 0,-3 1 9 16,-4 3 6-16,0 4 1 0,-3 1 11 0,-2 1 6 16,-3 2-7-16,-2 1 12 0,-2 0-1 0,-4-3-2 15,-2 8-2-15,0-3-4 0,-3 1-10 16,-2 1 8-16,-2 2-10 0,-2 0 10 0,-1-1-15 15,-4 1 3-15,-1 4 0 0,-2-3-8 0,-4 3-7 16,1-1 5-16,-5 2-1 0,-2 1 3 16,-3 0-6-16,-4 3-4 0,0-27 5 0,0 13-10 15,-15 58 1-15,4-43 16 0,-2 0-17 0,-4 0 17 16,-1 2-16-16,-3 0 3 16,-4-1 5-16,-3 3 3 0,-6-4 5 0,-2 1 2 0,-2-1 2 15,-5-3-6-15,-5 0 7 0,4-4 6 0,-4-2 5 16,0-3-14-16,-5-3 44 15,-4-4-1-15,-7-1-3 0,-4 1 16 0,-8-1 10 0,-4-6 1 16,-5 2 10-16,-6-6 9 0,-3-3 15 0,0-3-5 16,-6-4-5-16,-4 2 0 0,-2-6-1 15,1-3 7-15,-2-3-9 0,-5-1 3 0,3-4-11 16,-2 0-5-16,57-3-9 0,-109-11-3 16,58-2-10-16,1-3-9 0,2-3-12 0,8-6-28 15,2-6-28-15,4-6-19 0,4-6-11 0,7-4-10 16,5-4-10-16,5-2-14 0,8-5 4 0,5-2-23 15,7-3 2-15,11-5 16 0,9 0-25 16,9 0 13-16,7-1-15 0,11 33 0 0,20-66 5 16,12 34-14-16,13 2 16 0,22 0-25 15,14 2-54-15,14 3-52 0,9 6-625 0,12 3 0 16,0 3 0-16</inkml:trace>
</inkml:ink>
</file>

<file path=ppt/ink/ink49.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1T11:04:18.537"/>
    </inkml:context>
    <inkml:brush xml:id="br0">
      <inkml:brushProperty name="width" value="0.05292" units="cm"/>
      <inkml:brushProperty name="height" value="0.05292" units="cm"/>
      <inkml:brushProperty name="color" value="#FF0000"/>
    </inkml:brush>
  </inkml:definitions>
  <inkml:trace contextRef="#ctx0" brushRef="#br0">16273 7019 22 0,'-20'0'10'0,"-15"21"-5"0,19-18 9 0,0 6 2 15,1-1-11-15,1 2-42 0</inkml:trace>
</inkml:ink>
</file>

<file path=ppt/ink/ink50.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8T09:43:36.117"/>
    </inkml:context>
    <inkml:brush xml:id="br0">
      <inkml:brushProperty name="width" value="0.05292" units="cm"/>
      <inkml:brushProperty name="height" value="0.05292" units="cm"/>
      <inkml:brushProperty name="color" value="#FF0000"/>
    </inkml:brush>
  </inkml:definitions>
  <inkml:trace contextRef="#ctx0" brushRef="#br0">16350 9884 24 0,'0'0'146'0,"-15"0"-5"0,15-15 0 0,-25-6 4 16,20 15-2-16,1 1-2 0,-6-6-7 0,2 0-10 16,3 1-14-16,-3-3-3 0,1-1-1 15,-1 1-7-15,4 2-9 0,-1 2-4 0,2 1-8 16,1 1-11-16,-1-1-6 0,-4-8-10 0,2 5-6 16,1-1-8-16,1 2-5 0,1 0 6 15,-5-2 1-15,3-6-11 0,0 5-2 0,-1-2-9 16,1-2 2-16,1 2-1 0,0-5-3 15,1-2-4-15,-1 1-3 0,2 0-9 16,-1 1 2-16,1-2 4 0,-2-1-6 0,1-2-3 0,2 11 2 16,0-7-9-16,0-3 3 0,0-4 1 0,0-1 0 15,13-33-7-15,-12 30 5 0,3-2-4 16,0 0-7-16,0 0 8 0,0 0-4 0,2 4 1 16,-1-4-10-16,2 2 1 0,-1 0 4 0,1 1-4 15,0 0 5-15,1-1 1 0,0 4-9 16,-2-1 7-16,4 1 3 0,-1 1 0 0,2-1-1 15,-2 0 6-15,4-1-7 0,-1 2 8 16,0 0-1-16,0-1-5 0,0-1 7 0,2 4 6 16,-2-2-5-16,4 0-4 0,0-1 0 15,0 0 2-15,0 2-1 0,0 0 6 0,0-2-5 0,2 3 5 16,0-1 4-16,2 2-13 0,2-4 3 16,2 1 2-16,0 0-1 0,-2 3 0 0,2-2 7 15,0 2-10-15,2 2 2 0,0-3-6 16,6-1 10-16,-2 3-2 0,0 1 8 0,-2-1-5 15,2 4-4-15,-2-2 0 0,1 2 4 16,-1 1 7-16,0-1-10 0,-1 3 2 0,2-1 0 16,2 1 8-16,-1-1-9 0,1 0 4 0,0 2-5 15,-1 0 1-15,1 1 5 0,-3-1 4 16,-3 4-9-16,-1 1 2 0,0-1 1 0,-1-1-5 16,4 1 5-16,-3 0 0 0,0 3 0 0,-4 1-9 15,-3-1 7-15,-2 2 7 0,-3 1-10 16,-4 3 5-16,-2-1-1 0,-1 1 2 0,-2-2 2 15,1 3-1-15,-1 0 0 0,1 1 3 16,-2-2-8-16,1 0 5 0,-2 2 6 0,-1 0-13 16,0 0 3-16,0 0-13 0,0 0-23 15,8 0-37-15,-8 0-60 0,8 0-151 0,-8 0 80 0</inkml:trace>
  <inkml:trace contextRef="#ctx0" brushRef="#br0" timeOffset="1131.02">13862 8108 47 0,'-18'-11'164'0,"0"-2"-15"0,2 2-16 0,3-1-1 16,0-1-7-16,2 4-15 0,0-11-9 0,2 3-11 15,1 0-3-15,3-2-12 0,1-2-5 0,1-1-7 16,0 2 1-16,3-4-12 0,0 13 1 15,0-7-9-15,0-3 6 0,16-26-12 0,-6 21-5 16,2-2 6-16,4-2-11 0,5-2-18 16,4-4-2-16,3 1-2 0,4-5-5 0,4 2-7 15,3-2 3-15,5-3 0 0,11-1-17 16,6 1 1-16,6 0 4 0,5 2-6 0,8-1 8 16,8 2-14-16,3 2 10 0,1 2 3 15,8-1-8-15,4 5 9 0,3-2 2 16,4 4-12-16,1 0 10 0,1 3-4 0,1 1-7 15,2 3-3-15,1 1 4 0,1 4-6 0,1 0 1 16,-2 3 13-16,1 1-16 0,0 3 5 16,1 4 9-16,-4-1-19 0,3 6 9 15,0 0 9-15,-62 2-1 0,32 0-1 0,12 0 1 16,110 15 0-16,-104-5 0 0,0 3 10 16,-4 0-19-16,-3 2 17 0,-3 2 2 0,-6 3-6 15,-3-2 4-15,-6 2 8 0,-3 5 8 0,-5 1-5 0,-5-1-1 16,-6 2 0-16,-4 1 14 0,-2 1-10 15,-5-2-7-15,-3 4 11 0,-8 1 14 0,-4 2-2 16,-4 3-4-16,-2 1 1 0,-6 1 4 16,-6 3 4-16,-4 1-3 0,-4 1 6 0,-2 3-5 15,-8 0 20-15,0-24-11 0,-10 49 4 0,0-23-3 16,-6 1 15-16,-4 2-9 0,0-2 6 16,-8 0 0-16,0-2-7 0,-4-1 3 0,-4-1-8 15,-4-1 2-15,-1 1 2 0,-7-2 0 16,-2 1 1-16,-2-3 0 0,-4 1-1 0,-4-4-2 15,-3-2 6-15,-5-2 6 0,-1-1-8 0,-4-2 16 16,-3-1 5-16,-4-1-4 0,-2-2 11 0,-4-2-12 16,-6 1-4-16,-3-4 10 0,-2-2-6 15,-3-3 1-15,-1 1-4 0,-1-2 6 0,-2-4-10 16,-4 0-2-16,0-2-10 0,-4-1 5 0,-3-2-15 16,-5-1 8-16,1-3-1 0,2-1-4 15,0-3-12-15,59 0-1 0,-26 0 0 0,-113-12-12 16,86 6-1-16,0-2-5 0,4-1-8 0,0-2 5 15,-1 1-8-15,4-1-4 0,1-1-10 16,4-3 15-16,3 0-3 0,4-2 5 0,5-1-25 0,2-2 1 16,5-2 11-16,2-2 4 15,8-1-10-15,3-2-3 0,4 1 13 0,2-1-10 16,8-4 0-16,3 2 1 0,4-1 0 0,6-2 2 16,2 4-5-16,5-3-1 0,2 3-8 15,3-1 11-15,3 2-3 0,2 1-2 0,3 0 8 16,4 0 6-16,1 2-7 0,5-1 5 15,0-1 8-15,5-6 3 16,5 17-10-16,0-6 11 0,23-33-15 0,5 19-4 0,9 1-9 16,13-2-7-16,11-1-2 0,8 1-9 0,9 1-24 15,6 2-31-15,9 2-68 0,2 3-155 0,-1 3 33 16,0 4 0-16</inkml:trace>
  <inkml:trace contextRef="#ctx0" brushRef="#br0" timeOffset="6179.77">4706 13058 2 0,'0'0'144'16,"-15"0"-1"-16,15 0 7 0,0 0-1 16,-27 25-11-16,25-25-15 0,-1 0-7 0,0 2-24 15,1-2-9-15,-1-2-2 0,2 4-4 16,-2-2-16-16,2 0-5 0,-1-2-5 0,1 2 0 16,0 0-9-16,1 0-3 0,1-1-2 0,3-1 5 15,11-6-2-15,5-3-5 0,4-2 1 0,5-3-2 16,6-1-1-16,3-4-6 0,7-1 7 15,3 1-12-15,4-4 6 0,2 0-5 16,1 2-3-16,2-2 6 0,-1 2-5 0,-2 1 9 16,2 1-8-16,-2 2 0 0,2-1-1 0,-2 4-2 15,-2-1-4-15,2 2 2 0,0 2 5 16,-2 0-1-16,2 0-8 0,-4 2-2 0,4 0 6 0,-2-1 1 16,-4 3 2-16,2 1-7 0,-2-1 5 15,-2 2 0-15,-2-2-7 0,0 2 6 0,-4-3-6 0,2 1 2 16,-1 3 4-16,-2-4 1 0,-5 4 5 15,0-3-7-15,-4 4-7 0,1-3-6 16,-3 0 18-16,0 1-5 0,0 1-17 16,-3 1 15-16,-2 1-1 0,-3-2-2 0,-1 3 2 15,-3-2-9-15,-3 1-6 0,-2 3 7 0,-3-2 0 16,0 2-6-16,-2-1 11 0,-2 0-5 0,2 1-2 16,-2 0 5-16,0 1-16 0,0 0 2 15,-2-1 9-15,2-1-1 0,0 1 3 0,-1 0 3 16,1 1-15-16,0-2 17 0,0 0-11 15,0 1-4-15,1 0 7 0,-2-1-1 0,2 0-5 16,-3 2-6-16,2-2 10 0,0 0-5 0,-2 2 7 16,2 0-7-16,-1-2-3 0,1 2 12 15,-1-1 1-15,-2 1-14 0,2-2 11 0,-1 1 6 16,1 0-5-16,0 1-8 0,-2 0 8 16,-1-2 4-16,4 2-2 0,-3-2 0 0,1 2 6 15,-1 0-6-15,2 0-2 0,-3 0 2 0,2-2 7 16,0 2-9-16,-2 0 2 15,1 0-16-15,0-1 20 0,-1 1 0 0,0 0-9 16,0 0-7-16,0 0 19 0,0 0-3 0,0 0-20 16,0 0 14-16,4-3-18 0,-4 3 12 0,-1-1 4 15,1-2-10-15,-1 2 6 0,1-1-3 0,-3 0 4 16,2 0-12-16,-2-2 5 0,0 1-13 16,1 0-20-16,-1-2-20 0,0 3-27 0,1-2-25 15,-4 0-35-15,1 1-29 0,-11-5-107 0,1 1-139 16,-5-1 1-16</inkml:trace>
  <inkml:trace contextRef="#ctx0" brushRef="#br0" timeOffset="7885.15">4184 12804 103 0,'-4'0'158'0,"-2"-1"-13"0,0-1-3 15,4-2-14-15,-4 1-5 0,4-2-13 0,0-1-6 16,2-3-13-16,0-10-5 0,0 8-6 15,12-23-6-15,-2 9-13 0,2 3-8 0,0-1-2 16,4-2-8-16,6-1-3 0,5-6-4 16,5 1-5-16,4-5-13 0,8-1 9 0,4-3-3 15,4 0 0-15,3 1-6 0,2-1 5 0,3-1 4 16,1 1-1-16,1 0 0 0,2 3 0 16,-3 1-1-16,2 2-3 0,-3 0-5 0,-1 4-1 15,-3 1-5-15,-4 3 10 0,0 2-1 0,-6 1-1 16,-4 2-3-16,-2 2-3 0,0 2-2 0,-8 4-4 15,-4 1-5-15,-2 0-1 16,-2 2 4-16,-2-1-6 0,-2 3 11 0,0 3-3 0,-12 0 0 16,2 2 2-16,-2 0-10 0,-2-1 6 15,-2 3 8-15,-4 1-7 0,-2 3-8 0,-10 6-1 16,-8 6 3-16,-4 2-2 0,-12 4-2 16,-8 3 1-16,-8 2-13 0,-6 2 1 0,-10 3 3 15,0-2-6-15,-4 0 0 0,0 0-8 16,-3 1 12-16,-4 1-8 0,2 0 4 0,-1-1-5 15,0 2 10-15,3-1-8 0,0-2 10 16,4 0-5-16,2 0 1 0,2-3-2 16,6-2 3-16,5-1 0 0,4-3 7 0,8-2-6 0,4-3-3 15,6 0-8-15,4-2 19 0,2-3-17 16,2 1 10-16,4-4 7 0,3 0-1 0,3-1 7 16,5-2 6-16,11-4 5 0,-2-4-3 15,16-11 3-15,9-5-2 0,16-10 1 16,11-8-4-16,12-6-4 0,10-3-2 0,5-2 5 15,5-3-6-15,7-2 6 16,2 1-2-16,1 1 2 0,-1 4 2 0,1 0-4 0,-5 5-3 0,-7 7 7 16,-6 4-6-16,-8 0 2 15,-6 7-1-15,-10 2-1 0,-6 4-2 0,-6 2 10 16,-6 2-1-16,-2 3 4 0,-6 0 4 0,-6 5 0 16,-18 7 1-16,-4 9-8 0,-18 4-1 15,-8 8-1-15,-10 5-5 0,-8 1-7 0,-6 5-5 16,-4 2 0-16,-4-2-2 0,-6 2-4 15,-2 0 2-15,-1-2-1 0,1-2-1 0,1 2 2 16,2-4 0-16,2 0-11 0,4-3 2 16,3-3 6-16,7-1 0 0,9-4-2 0,3-2-4 15,4-1 12-15,6-2 1 0,4-2-7 0,2 0 0 16,-1-3 13-16,8-1 3 0,16-6 12 16,0-7-3-16,22-9 3 0,10-6-4 15,18-10-2-15,10-6-6 0,9-6 10 16,6-3 1-16,7-1-10 0,4 0-2 0,5-5 2 15,0 10 0-15,0 0 7 0,-5 2-8 0,-2 4 2 16,-6 4-4-16,-8 3-3 0,-8 7 8 16,-6 0-4-16,-8 2 6 0,-10 6-6 0,0 0 17 15,-8 3 4-15,-4 0 6 0,-14 11-10 0,-12 3 3 16,-12 9-6-16,-12 5 1 0,-10 4-5 0,-16 9-3 16,-6 3-8-16,-8 2-7 0,-4 3 4 15,-4-3-10-15,-6 3 2 0,0-3-6 16,0-2 1-16,1-1 1 0,3 1 3 0,5-3-8 15,2-3 3-15,7-5 6 0,7-2-7 0,7 0 2 16,5-3 2-16,5-2 6 0,5-3-9 0,6-2 6 16,0 0 7-16,6-3 10 0,19-6 4 15,-3-7 7-15,25-12-6 0,11-2 2 0,11-11-4 16,15-7 5-16,9-5-5 0,7-3-7 16,7 3 7-16,5-2-1 0,3 2 0 0,-1 1-8 15,-1 2 5-15,-3 4-1 0,-5 4 4 16,-6 2-1-16,-8 6-2 0,-8 1-2 0,-8 5 8 15,-6 2-4-15,-6 2 10 0,-12 4-3 16,-14 7 3-16,-12 4 3 0,-4 8-1 0,-18 7-8 16,-10 3-2-16,-10 5 3 0,-10 4-8 0,-4 3 2 15,-6 2-10-15,-6 6-8 0,-2-3 3 16,-2 1-2-16,-2-2-5 0,-1 2-5 0,0-4 6 0,3 2 1 16,3-2-5-16,2-2 4 0,8-3-9 15,6-2 10-15,8-4 0 0,4-3-4 16,7-2-1-16,4-3-3 0,6-2 5 0,7 0 27 15,10-6-3-15,14-7 11 0,18-9 1 0,14-8 7 16,12-9-10-16,10-5-3 16,9-5-1-16,8-6 5 0,8 3-6 0,-1-1 0 0,2 3-2 15,0-1-3-15,-7 7 3 0,-4 4-1 16,-4 1-6-16,-8 6 2 0,-10 1 6 0,-8 3 3 16,-4 4-6-16,-8 2 13 15,-6 6-5-15,-18 3 0 0,-12 9 7 0,-16 6-5 16,-10 7 3-16,-10 3-9 0,-10 4-5 0,-8 5-10 15,-4 1-3-15,-4 2-2 0,-4 1-1 0,-2 1 1 16,-2-1 1-16,-1-2-5 0,1 4-3 0,0-4 4 16,2-3 0-16,8-1-5 0,4-4-5 15,8-4 11-15,8-1-4 0,5-5-8 16,5-2 15-16,4-3 12 0,2 0 0 0,10-4 16 16,16-6 5-16,12-11-3 0,12-4 0 15,15-11-9-15,12-6 1 0,10-6-3 0,11-9 5 16,8 2-11-16,8-4 10 0,9-1-14 15,-1 0 10-15,-4 2-1 0,0 3-7 0,-4 6-1 16,-6 3-8-16,-8 6 4 0,-6 3-6 0,-8 5-14 16,-12 5-21-16,-6 5-1 0,-12 5-8 0,-8 5-39 15,-22 2-49-15,4 21-127 0,-20-1-9 16,-4 2 1-16</inkml:trace>
  <inkml:trace contextRef="#ctx0" brushRef="#br0" timeOffset="10905.18">10300 11793 15 0,'0'0'68'0,"0"0"-8"0,0 0-9 15,0 0-14-15,0 0-7 0,-14 0 19 0,14 0-19 16,0 0 2-16,0 0-23 0,0 0-20 16,0 0-15-16,-23 9-16 0,20-11-36 0,-1 2-74 15</inkml:trace>
  <inkml:trace contextRef="#ctx0" brushRef="#br0" timeOffset="12235.92">9111 12079 19 0,'0'0'125'15,"0"0"-3"-15,0 2-3 0,0-2-9 0,0 0 20 16,0 0-12-16,2 0-1 0,-2 1-16 16,0-1 0-16,0 0-9 0,0 0 7 15,0 0-14-15,0 0 0 0,0 0-2 0,0 1-14 16,0-1 1-16,0 0-3 0,0 0 1 0,0 0-6 16,0 1 5-16,1-1 2 0,-1 0-15 15,0 0 22-15,0 0-7 0,0 0-8 0,0 3-5 16,-1-3-4-16,2 0 3 0,-1-3-16 15,0 3 14-15,-1 0-4 0,1 0-7 0,1 0-20 16,-1 0 18-16,0 0-20 0,0-1 13 16,-1 1-2-16,1 0-6 0,1 0-6 0,-1 0 9 15,0 0-7-15,1 0-2 0,-1 0-7 0,0 0-9 16,0 0 16-16,0 0-21 0,0 0 14 0,2 0-3 16,-2 0 15-16,0-1-14 0,1 1-4 15,2 0 7-15,-1 0-15 0,4-1 9 16,11-2-1-16,2-2 12 0,2-1 4 0,-1 1-18 15,9-1 0-15,1-1 12 0,6 1-9 0,2-1 9 16,4 1-11-16,2-1-20 0,2-2 4 16,2 2 26-16,2 0-13 0,-1-1-4 0,0 1 7 15,2 0-6-15,-1 0 19 0,2 0-18 0,-2 0 11 16,1 0 0-16,0 0-19 0,-2 2 8 0,-1-3-13 16,2 2 16-16,-2-1-4 0,-3-1-3 15,1 3 9-15,-5-1 0 0,0 0-3 0,-3 1-4 16,-4-1 2-16,-2-2 0 0,-2 5 1 15,2-3-1-15,-6 2 0 0,1 1 8 0,-4-2-6 16,-7 4-1-16,0-1-2 0,-4-2-1 0,-2 0 0 16,-2 4-5-16,-2 0 5 0,-1 0 9 0,-1-2-21 15,0 2 10-15,0 0 7 0,-1 0-2 16,-2 0-4-16,0 0 7 0,-1 0 2 0,-6 2-13 16,-13-2-6-16,-6 6 13 0,-3-2-13 0,-12 5 12 15,-2-2 3-15,-4 1-10 0,-5 2 4 16,-6-1-1-16,-5 2 8 0,-3 1-7 0,-3-1-12 15,-3 0 3-15,-4 1 19 0,-2-1-11 16,-1 4 2-16,0-5-18 0,4 1 7 0,0-4 9 16,3 5-17-16,-1-3 22 0,1 1 3 0,2-1-16 15,3 1 8-15,2-3-14 0,3 1 1 0,4 0 14 16,5-3-11-16,3 3 13 0,5-3-8 16,6 1 20-16,4-3-13 0,2 1-7 0,3-2-5 15,5 2 5-15,3-2 0 0,3 2 4 0,6-2-13 16,4-1 20-16,4 0 2 15,4-1 7-15,0 0-16 0,14 3 19 0,12-5-4 0,-10 2-1 16,42-9-18-16,-14 1 27 0,8-3-11 0,5-3 0 16,6 3-4-16,6-4 5 0,5 3-3 0,2-4-6 15,1 1 6-15,0 2 7 0,3-1-8 16,1-1 0-16,1 1-2 0,0 1-3 0,-2-1-10 16,3 0 26-16,-5 0-11 0,1 2-6 0,-1-3 7 15,-2 4-1-15,-4-4-6 0,-3 5 4 16,-1-3 7-16,-1 2 3 0,-3-2 1 0,-2 5-2 15,-4-3 9-15,-4 3-12 0,-5 2 2 16,-3 1-15-16,-4-2 11 0,-3 3 18 16,-4-1-17-16,-3 2-3 0,-3-3 1 0,-6 1 2 15,-2 4-1-15,-8 0-3 0,-1-1 4 16,-4 2-9-16,-6 0 12 0,-6 2-17 0,-14 2 2 16,-10 3 12-16,-5 0-8 0,-4 2-6 0,-10 1-1 15,-8 1 9-15,-6 1 6 0,-6-2-2 0,-4 3-7 16,-5-2-11-16,-6 2 10 15,1-2 2-15,-6 1 6 0,-1-1-11 0,0-1-2 0,0-2 6 16,1 1-7-16,7-2 5 0,7 4-3 16,7-6 7-16,8 0-5 0,8 0 3 0,7-2-2 15,6 0 4-15,5-1 6 0,12-2 0 16,16 0-2-16,12-2-1 0,20-4 1 0,8-3 5 16,13 0-5-16,12-4 4 0,17 0-2 15,8-5-4-15,6 4 2 0,4-4 3 0,0 5-10 0,3-1 2 16,1 2 4-16,3 1 6 0,-2 1-10 15,-4 2 1-15,-1 1-36 0,-7 1-17 16,-3 1-27-16,-6-1-24 0,-8 2-35 0,-7 0-33 16,-5 4-60-16,-8-3-304 0,-7-1 0 15</inkml:trace>
  <inkml:trace contextRef="#ctx0" brushRef="#br0" timeOffset="21859.76">25975 2172 98 0,'0'0'105'0,"-13"0"-16"16,13 0-6-16,-23 6-14 0,18-8 3 15,-1 2-8-15,2-2-11 0,0 1 0 0,0 1-19 16,0 0-11-16,4 0 3 0,0 0-14 0,0 0 13 15,-6 0-6-15,-4 14-6 0,5 3 5 16,1 5-1-16,1 3-15 0,2 3 12 0,1-12 1 16,0 10 15-16,0 6-2 0,19 36-1 15,-7-28 7-15,2 3 0 0,2 1-4 0,2 3 15 16,3 2-4-16,2-2-3 0,0 0 10 0,1-2-11 16,1-2 2-16,-1-1 5 0,-1-4 0 0,3-4-7 15,0-2 5-15,-2-5-7 0,0-3 8 16,0-3-2-16,0-2 2 0,1-7-7 0,2-4-1 15,5-6 4-15,-15-2-8 0,7 0-6 16,31-27-9-16,-25 9-5 0,2-5 3 0,0-4-15 16,-3-6 3-16,3-5-13 0,0-1-6 15,-2-3 5-15,-4 1 4 0,-2 1 1 0,0-2-1 16,-2 1-15-16,-2 3 4 0,-2 1-8 16,0 0-3-16,-1 6 5 0,-4 0-11 0,-1 5 3 15,0 0 17-15,-1 2-5 0,-1 1 1 16,1 5-7-16,2 3-8 0,1 0-20 0,4 4-20 15,-2 5-8-15,3 2-26 0,-6 2-15 16,-1 2-65-16,-2 0-85 0</inkml:trace>
  <inkml:trace contextRef="#ctx0" brushRef="#br0" timeOffset="22492.69">27310 2525 62 0,'4'0'139'15,"-2"0"-11"-15,1 0-19 0,-2 0 2 0,-1 0-10 16,-1 1-8-16,-2 2-16 0,-9 10-4 16,-4-2-8-16,-4 8-12 0,0-1 0 15,0 4-4-15,-1 3-9 0,-3 3-4 0,3 3 1 16,-1 1 8-16,1 7-7 0,2-2 1 0,2 1-6 16,2-1 5-16,2-2-5 0,3-3-2 15,2-4 8-15,3 0-4 0,1-4-9 0,1-1 11 16,3-8 2-16,0-15 3 0,0 6-6 0,28 5-8 15,-4-17 1-15,5-4-5 0,-1-4-3 16,2-5-10-16,8-3-2 0,-2-7-6 0,0 1-8 16,1-3 1-16,0-2-3 0,-1 1 3 0,0-2-7 15,-4 4-1-15,-1 1-5 0,-3 2 2 0,-3 2-8 16,-1 3 8-16,-5 2 1 0,1 3 9 16,-4 1-14-16,-1 2 9 0,-2 2 2 0,-2 4 3 15,-2-1-6-15,-4 5-4 0,1-1-5 16,-1 5 9-16,-1-2-3 0,-4 2 4 0,0 0 6 15,14 18 0-15,-8-4-2 0,-5 8-7 0,2 2 7 16,-3-11 0-16,0 9-5 0,0 3-7 0,0 1-4 16,0 1-5-16,0-2 2 0,0-1-12 15,0-4 1-15,0-5 19 0,0-4 0 0,0-1 22 16,9 4 5-16,-6-13-10 0,-1-2 7 16,1-2 16-16,1-2-3 0,4-10 2 0,-1-4 7 15,1-4-6-15,-3-4-4 0,2 2-4 16,-2-5-4-16,2-4-7 0,-3 5-6 0,2-1-3 15,1-2 5-15,2 0-2 0,1-1-7 16,2 0-9-16,2 1 3 0,2 2 0 0,3 1-11 16,1 2 17-16,1 4-20 0,1-1 18 0,3 4 9 15,-1 3-14-15,0 4 6 0,-1 0-11 0,2 5 13 16,-1 4 9-16,-4 1-21 0,-9 3 14 16,3 0 5-16,16 25-5 0,-18-4 4 15,-8 6 7-15,-4-11-4 0,0 10 9 16,-18 44 2-16,1-21-1 0,-3 2 4 0,-4 5 4 0,-1 2-1 15,-2-1 5-15,-1-3-2 0,0-1-5 0,1-5-14 16,-1-1-9-16,3-5-6 0,1-5-28 16,3-5-22-16,2-5-27 0,2-3-7 15,-1-2-29-15,2-10-50 0,4-8-92 0</inkml:trace>
  <inkml:trace contextRef="#ctx0" brushRef="#br0" timeOffset="22682.93">27863 2790 99 0,'14'-11'127'15,"0"-1"-9"-15,-1 2-6 0,0 1-5 16,-2 4-3-16,0 0-14 0,-2 3-2 0,-1 1-11 16,-8 1-10-16,12 0-7 0,0 0-1 15,17 16-4-15,-13-8-6 0,4 2-4 0,-1 3 7 16,0 1-8-16,-1 0-13 0,1-2-9 0,4-1-18 16,-3-1-32-16,1 0-19 0,0-4-29 15,2-1-25-15,0-5-39 0,-13 0-72 16,24-11 10-16</inkml:trace>
  <inkml:trace contextRef="#ctx0" brushRef="#br0" timeOffset="23203.12">28544 2697 95 0,'1'4'118'0,"-2"3"15"0,0 2-6 0,-6 11-6 16,-1 5-6-16,-4 3-8 0,0 1-7 15,0 3-17-15,0 5-3 0,0-3 0 0,1 1-7 16,3-2-7-16,3-2-3 0,1 3 8 15,3-4-10-15,1-3-8 0,0-14 4 0,10 17-5 16,0-13-1-16,4-4 5 0,5-3-3 16,2-5-14-16,7-4-3 0,-14-1 10 0,6 0-13 15,26-16-12-15,-16 5-3 0,2-5-10 16,1-2-22-16,3-1-8 0,-1-2-5 0,-1-3-8 16,1 3 7-16,-5 4-3 0,1 0 9 0,-7 0 3 15,1 2-1-15,-3 0 7 0,-1 4 6 0,0 1-4 16,-4 0 25-16,-2 2-4 0,-6 1 1 15,-1 4-2-15,-1-1-3 0,-2 0 1 0,-1 4 6 16,0-2-7-16,0-1 0 0,-1 2 6 16,-2 0-6-16,2-1-3 0,0 0 2 0,-2 2 0 15,2-2 3-15,-2 2 2 0,0-2 4 0,1 2 3 16,-1-1-7-16,0 0 5 0,-1 1-2 16,0 0 0-16,0 0-9 0,-17-21-4 15,5 12 6-15,-4-3-12 0,-3 1 2 0,-1 2 0 0,-1-3 0 16,1 3-4-16,2 4 9 0,-1 1-10 15,2 0-1-15,2 2-1 0,15 2 7 0,-13 0 5 16,-13 15-10-16,16-5 3 0,0 6-3 0,4 5 11 16,2 4 9-16,4 3-9 0,0-13 10 15,10 29 9-15,-3-12 7 0,4 2-2 0,3 0 3 16,4 0-1-16,4-2 23 0,5 0-16 16,8 0 11-16,6-5-1 0,5 0-5 0,12-6-13 15,3 0-5-15,3-1 8 0,4-4-14 0,1-1-22 16,-1-3-48-16,-1-3-64 15,-2-8-89-15,-4 0-292 0,-33-1 0 0</inkml:trace>
  <inkml:trace contextRef="#ctx0" brushRef="#br0" timeOffset="23915.44">26247 1736 35 0,'-1'-1'159'0,"-2"1"-7"0,-1 2-13 16,-5 11 4-16,-4 4-10 0,-1 3-27 15,-2 8-10-15,-4 8-4 0,-2 5-6 0,-8 8-1 16,2 7-3-16,-4 0-11 0,2 3-2 16,-1 1-1-16,3-2 6 0,2-1-7 0,0-6-9 15,6-2 2-15,2-6-8 0,2-4-7 0,2-4-6 16,2-6-1-16,1-3 4 0,0 0 2 16,1-5 4-16,3-1 2 0,-2-4-4 0,6-5 12 15,0-7-22-15,3-4-1 0,-4-13-14 16,6-14 11-16,-2 11-32 0,0-9 5 0,0-9-8 0,9-47-18 15,-2 28-3-15,1-4-10 0,1-1-4 16,2 0-5-16,-1-1 6 0,6 1 1 16,4-1-9-16,3 6-3 0,2 0 0 0,3 3 8 15,2 0 2-15,-1 6-9 0,3 3 12 0,2 4-5 16,-2 2 18-16,2 3-2 0,0 3 0 16,-2 5 7-16,-2 4-5 0,0 2-3 15,-5 5 8-15,2 3-11 0,-1 5 20 0,-15 5 2 16,4 0-1-16,11 23 6 0,-19 3 3 15,-7 5 6-15,0-15-3 0,-13 37 4 0,2-12 1 16,-2-3 6-16,-1 0-3 0,1-2 9 0,-2-5-7 16,2 1-5-16,1-5 7 0,1-2-14 15,2 0 1-15,1-6-9 0,1-2-8 0,2-9-12 16,8-8-67-16,-1-5-141 0,12-11-106 16,-1-5 0-16</inkml:trace>
  <inkml:trace contextRef="#ctx0" brushRef="#br0" timeOffset="24148.25">26760 1635 63 0,'-10'22'155'0,"0"-4"-18"0,0 3-7 16,0-4 1-16,2-4-16 0,4-2-15 0,-2-1-2 15,4-1-11-15,-2-3-6 0,2 0-13 16,0-1-3-16,2-3 3 0,-2 0-16 0,2-2 1 15,6 1-2-15,16-8 0 0,2-2-12 16,6-7-6-16,6 0-1 0,3-3-3 0,-3 0-9 16,4 0-9-16,0 1-20 0,-2-1-15 0,0 3-39 15,-4 1-8-15,3 1-41 0,-3 1-10 16,1 2-54-16,-4-1-58 0,1 2 19 0</inkml:trace>
  <inkml:trace contextRef="#ctx0" brushRef="#br0" timeOffset="24383.66">27542 1489 76 0,'5'2'162'16,"0"-4"-13"-16,-2 2-11 0,0-1-3 16,1 0-12-16,-2-3-18 0,1 2-4 15,0-2-15-15,-2 0-10 0,-1 1-11 0,0-3-3 0,-1 2-13 16,-2-1 0-16,-2 0-8 0,-7-4-3 16,-2 2-10-16,0 1 7 0,-4 3-10 0,10 3 4 15,-6 0-11-15,-21 11 2 0,14-2-6 16,-1 3-4-16,1 6-6 0,4 1 5 15,1 2 2-15,0 3-1 0,4 5-4 0,1 1 6 16,6-2 1-16,5-10-2 0,0 5-2 16,21 24 9-16,0-27-10 0,10-4-12 0,8-4-49 15,5-3-54-15,1-3-36 0,-22-6-90 16,13 0-69-16,45-15 1 0</inkml:trace>
  <inkml:trace contextRef="#ctx0" brushRef="#br0" timeOffset="24803.41">28121 1450 98 0,'-21'10'178'0,"-3"1"-11"0,1 2-6 15,-3 3-8-15,-4 7-23 0,0 1-8 0,-2 2-10 16,-2 3-1-16,1 5-20 0,4 3 9 16,-1-1-16-16,5-1-3 0,2-4-11 0,3 3-11 15,3-8-4-15,2-1-1 0,-1-1 3 0,4-3 2 16,3-6-1-16,1-1 6 0,7-7-13 15,1-7 13-15,17-7-22 0,3-8 5 16,1-5-9-16,5-6-9 0,4-8 0 0,2-3-8 16,2-5-16-16,3-7 2 0,2-2-7 0,1-4-10 15,1-4-14-15,-1-3-3 0,-1 2-7 0,1 2 6 16,-3 1-4-16,-2 3 7 0,-2 5 4 0,-5 5-7 16,-4 7 5-16,-4 3 10 0,-1 2-3 15,-3 5 8-15,-3 4-2 0,0 0-1 16,-1 3 9-16,-4 4-6 0,0 4 1 0,-4 6-13 15,-4 6 12-15,-4 7-8 0,-2 14 7 16,-4 8 2-16,-3 7 5 0,-4 6 4 16,-2 5-3-16,0 0 3 0,-1 1 6 0,7 2 1 15,-2-2-9-15,6 2 9 0,6-2-12 0,3-3-2 16,0-22-17-16,14 39-1 0,-4-26-11 0,6-4-26 16,2-5-42-16,4-4-6 0,4-8-72 15,0-4-72-15,2-2-60 0,3-9 0 0</inkml:trace>
  <inkml:trace contextRef="#ctx0" brushRef="#br0" timeOffset="25018.38">28768 1511 114 0,'15'-8'201'0,"-5"1"-29"0,-4 0 14 15,0 2-23-15,1 2-18 0,-3 0-25 0,0 2 0 16,-3-1-19-16,-1 2-11 0,0 3-18 0,-3 1-1 16,-1 1-3-16,-6 11-3 0,-3 4-17 15,-1 2-7-15,1 1 2 0,-2 3-7 0,-1 5-5 16,0 4 5-16,2-1-5 0,0 3-4 15,4-1-9-15,2-3-28 0,2-3-21 0,0 2-34 16,2-7-15-16,0-2 1 0,4-10-39 0,0-13-55 16,5 3-143-16,-1-10 34 0,3-12 0 15</inkml:trace>
  <inkml:trace contextRef="#ctx0" brushRef="#br0" timeOffset="25126.52">28763 1417 69 0,'6'-29'145'0,"4"0"-7"0,-4 2-16 0,4 0 1 15,4 7-20-15,-2 2-9 0,8 3 1 0,1 6-19 16,5 2-3-16,0 3-14 0,4 4-11 0,-16 0-21 16,32 13-24-16,-16-3-14 0,2 2-50 0,-1 4-40 15,-2-1-78-15,2-1-112 0</inkml:trace>
  <inkml:trace contextRef="#ctx0" brushRef="#br0" timeOffset="25349.31">29386 1359 77 0,'-4'-2'166'0,"1"1"-17"16,-2 1-8-16,-2 1-6 0,2 2-7 15,-10 7-4-15,1 3-21 0,-1 3-6 0,-1 3-4 16,1 1-1-16,-1 2-11 0,0 1-13 0,-4 9-7 16,4 5 5-16,-1 3-12 0,1 3 6 15,1 0-17-15,2 3 4 0,2-2-9 0,5 1-6 16,0-3 5-16,4-3-3 0,2-22-20 0,0 9-11 15,14 31-13-15,2-33-24 0,3-6-32 16,9-4-54-16,3-11-97 0,-15-3-157 0,38-11 0 16</inkml:trace>
  <inkml:trace contextRef="#ctx0" brushRef="#br0" timeOffset="25560.12">29772 1323 130 0,'2'-9'170'0,"0"4"-18"0,-1 5-3 16,-2 4-2-16,1 1-9 0,-4 12-22 16,-2 7-5-16,0 2-13 15,-2 3-2-15,0 6-8 0,-2 7-4 0,0 6-6 0,-1 7-6 0,0 4-10 16,1 3-6-16,0 2-2 16,2 2-2-16,3-2-18 0,2-2-18 0,2-2-20 15,1-4-40-15,0-29-35 0,0 9-15 0,0 3-48 16,12 40-60-16,-7-47-133 0,3-5 0 0</inkml:trace>
  <inkml:trace contextRef="#ctx0" brushRef="#br0" timeOffset="25894.01">29905 2047 153 0,'20'-20'166'0,"1"3"-5"0,3-1 4 0,1 0-2 15,1 2-9-15,-2 3-17 0,4-1 1 0,1 2-7 16,2-2-15-16,3-1-12 0,2 4-17 0,-1-2-18 15,1 0 2-15,-1 1 2 0,-2 3-7 0,0-3-4 16,-5 2-14-16,-2 2-5 0,-1 0-12 0,-4-4-8 16,0 7 5-16,-5-4-3 0,-6 5 2 15,-2 2-6-15,-2-2-2 0,-4 4-10 0,-2 0 7 16,-4 0-13-16,-1 4-8 0,-8 9 9 16,-6 1-1-16,-3 2 1 0,1 2 2 0,1-2 0 15,-3 8-5-15,-2-3 8 0,2 5-5 0,2 3 7 16,1 1-11-16,1 1 6 0,5 0-3 15,2 1 6-15,5-1 0 0,4 2-5 0,3-18-4 16,16 26-4-16,4-23-24 0,6-3-18 16,7-2-19-16,8-6-30 0,5-5-19 0,7-2-52 15,-22 0-79-15,62-24-160 0,-27-1 0 0</inkml:trace>
  <inkml:trace contextRef="#ctx0" brushRef="#br0" timeOffset="26248.4">31332 1809 216 0,'-3'-6'194'0,"-5"5"-11"0,-9 6-13 16,-9 3-11-16,1 5-15 0,-6 5-6 16,-5 5-4-16,-1 2-14 0,-3 7 2 0,3 4-18 15,1-1 2-15,1-1-28 0,3 6 11 0,4-5 8 16,3-3-32-16,5-1 7 16,1-3-2-16,4-4 1 0,3 2-16 0,0-2 3 0,3-10 2 15,5 1 1-15,4-15-15 0,15 10 7 16,7-10-8-16,-7 0-22 0,29-19 9 0,-5 0-17 15,2-7 2-15,6-10-15 0,1-3 5 0,4-11-28 16,2-2-8-16,4-3 3 0,2-2 2 0,0 3-3 16,0-2 1-16,0 3-7 0,-2 0-2 0,-3 2-10 15,-9 5 4-15,-3 1 15 0,-6 3-3 0,-3 5 6 16,-6 4 12-16,-4 2 6 0,-4 5-4 16,-6 1 0-16,1 7 1 0,1-7 6 0,-5 12-13 15,-3 7-19-15,-11 8 16 0,-6 10 6 0,-9 4-7 16,-6 10 9-16,-6 5 0 15,-12 12 6-15,0 7-2 0,-5 10 22 0,-5 10 3 0,-2 8-6 16,-3 5-8-16,1 3-16 0,-2-1-14 16,5 4-29-16,3-1-53 0,2 3-35 0,6-2-104 15,6-1-184-15,4-3 1 0</inkml:trace>
  <inkml:trace contextRef="#ctx0" brushRef="#br0" timeOffset="26858.88">28219 4118 100 0,'-6'-10'149'0,"2"1"-9"0,2 3-8 16,-2 0-7-16,1 1-10 0,2 2-19 15,-1 0-8-15,1-1-14 0,0 3-3 0,-2 0-6 16,2 2-13-16,-1 4-12 0,1 1 4 0,0 17-7 16,-3 6 3-16,-2 3 11 0,1 9-7 15,-4 7 8-15,-3 8-3 0,-2 8 7 0,-3 2 6 16,-2 7-3-16,1 0 2 0,-2 3-2 16,2 0 6-16,0 1 0 0,4 2-4 0,2-1 8 15,3-1-17-15,1-6 10 0,4-4-17 0,3-5 1 16,1-33-17-16,0 11-3 0,0 3-17 15,12 41-15-15,-4-46-2 0,2-9-8 0,2-5-37 16,4 1-35-16,0-9-39 0,4-6-64 0,-4-10-144 16,-8 0-57-16,19-24 0 0</inkml:trace>
  <inkml:trace contextRef="#ctx0" brushRef="#br0" timeOffset="27231.55">27135 5223 118 0,'-21'13'166'0,"3"4"-18"0,2 5-9 0,4 2 0 15,5 5-17-15,3 5-19 16,3 3 1-16,1-15-7 0,12 47-14 0,1-18-6 0,6 0-10 15,4 2 0-15,2 0-4 0,6 1-4 16,2-3-4-16,5-1-2 0,3-2-1 0,6-7 0 0,1-3-7 16,5-2 0-16,2-6 12 0,3-5 5 15,2-6 12-15,5-6 4 0,3-5-4 0,3-3 25 16,-35-5 19-16,73-13 3 0,-34-4-30 16,2-5-3-16,3-7-11 0,10-10-28 15,-1-6-6-15,2-8-19 0,6-4-19 0,3-6 1 0,62-49-2 16,-34 25-22-16,-20 17 7 0,-19 6-21 15,-1 1-8-15,-2 4 5 16,-5 4-19-16,-5-2-28 0,-7 3-37 0,-3 6-99 0,-7-3-361 16,-7 2 0-16</inkml:trace>
  <inkml:trace contextRef="#ctx0" brushRef="#br0" timeOffset="28297">23741 7687 9 0,'0'0'126'0,"0"0"-8"0,0 0-7 16,0 0 3-16,0 0 5 0,0 0 5 16,0 0-7-16,-14 13 0 0,14 0 1 15,0 8-10-15,0 6-3 0,-12 35-7 0,6-26-11 16,-1 5 1-16,2 4-14 0,-2-1-14 16,3 0-1-16,3-1-7 0,-1-3-8 0,2-2 9 0,0-20-1 15,0 8-8-15,12 28 2 0,-2-31 1 0,8-11-8 16,6-10-3-16,-9-2-9 0,33-18 1 15,-9-7 4-15,3-7-12 0,6-5-5 0,3-7-4 16,5-7-12-16,0-4-12 0,2-2-15 0,-4 0 2 16,-4 0 2-16,-6 3 3 0,-2 2 2 15,-5 6 2-15,-5 6 17 0,-3 3 10 0,-5 5-6 16,-1 3 3-16,-4 6 4 0,-3 2-2 0,-2 1-3 16,0 4-1-16,-6 7 2 15,-4 7 2-15,-4 2 6 0,-2 8-3 0,-4 11 6 0,-4 7-2 16,1 1-10-16,-3 9 1 0,0 1 7 15,0 1 3-15,1 3-2 0,5-3 4 0,-1 2-4 16,6-2 1-16,1-21 18 0,0 9-2 0,10 29 21 16,-2-31-21-16,4-8 11 0,4-5-6 15,7-8 4-15,-11-3 1 0,24-18-12 0,-7 0-11 16,5-7-2-16,0-6-16 0,1-3-11 0,0-6-14 16,1-8-53-16,-3 0-39 0,-2-3-30 15,-1 2-63-15,-2 2-338 0,-1-3 0 0</inkml:trace>
  <inkml:trace contextRef="#ctx0" brushRef="#br0" timeOffset="28893.01">25343 6876 161 0,'-15'19'189'16,"1"1"-19"-16,-2 3-3 0,0 3-14 0,1 5-8 15,-2 3-15-15,1 5-22 0,0 3-10 16,2 3-4-16,4 0-8 0,2 0-4 16,2 3-7-16,2-2-8 0,4 0-9 0,0-25-2 15,0 9 8-15,19 36-1 0,-4-34-5 0,-1-5 1 16,5-5 0-16,2-5-8 0,5-4 7 0,7-9-12 16,-17-4-8-16,12 0 3 0,40-20-8 15,-23 4-10-15,2-4-2 0,0 1-8 0,-3-2-2 16,-4 2-10-16,-4 4-6 0,-3 0 1 15,-4 4-1-15,-3 1-6 0,-1 1 11 0,-4-1-5 16,-1 2 1-16,-5 3-9 0,-3 5 2 16,-12 0 14-16,8 0-7 0,0 0 11 0,9 19 0 15,-9-4 1-15,0 2-7 0,-4 5 3 16,2 2 21-16,-4 0-10 0,1 0 6 0,1 1-14 16,0-3 4-16,0-3-4 0,1 1 15 15,2-2 13-15,3-3-4 0,0-3 0 0,5-4-2 16,5-5 4-16,-8-3-3 0,9 0-15 15,29-21-4-15,-22 4 14 0,6-4-13 0,2-4-23 0,3-2 9 16,0-7-14-16,1 2 16 16,-4 0-8-16,-4 1-10 0,-4 5-5 0,-4 1 5 15,-3 2 9-15,-4 2 11 0,-2-1-4 0,-6 2-16 16,-5 4 18-16,-4 16-20 0,0-11-1 16,-26-6 7-16,12 13-3 0,4 4-7 0,-5 0 10 15,-21 17 4-15,13-2-9 0,2 1 8 16,0 6 8-16,-2 6 5 0,0 4 5 0,1 4-4 15,0 2 10-15,4-1-9 0,6 2-2 0,2-3-5 16,5 1 4-16,5 1-11 0,0-23-1 0,17 26-18 16,2-21-30-16,8-6-18 0,3-4-42 15,8-3-39-15,3-7-57 0,-20 0-256 16,45-15 1-16</inkml:trace>
  <inkml:trace contextRef="#ctx0" brushRef="#br0" timeOffset="29258.99">27080 7313 141 0,'-17'8'209'0,"-2"3"3"0,-4 2-8 0,2 2-23 0,-2 1-3 15,-1 5-18-15,-2 0-15 0,-4 1-16 0,2 4-11 16,0 3-6-16,1-2-8 0,3 1-4 16,2-3-22-16,2 2 0 0,4-4-4 0,2 2-11 15,0-4-6-15,2-5 1 0,4 1-10 16,4-8 4-16,2-3 5 0,2-6-2 0,22-1-20 15,0-10 0-15,4-4-1 0,6-9-13 16,2-5-8-16,9-7-13 0,5-3-12 0,3-6 3 16,2 3-3-16,-2-3 4 0,1 5-6 0,-4 1 4 15,-4 4-2-15,-6 7 10 0,-5 3-3 16,-5 0 6-16,-3 6-3 0,-3 2-8 16,-1 0 6-16,-2 2-10 0,-3 4 15 0,-4 3-7 15,-3 6-1-15,-9 2-4 0,0 0 3 0,9 19 1 16,-13 6 5-16,4-12 0 0,-14 36 19 0,4-13-8 15,-2 5-2-15,-1 0 4 0,1 2-9 16,1 0-2-16,3-2-3 0,0 0-25 0,3-3-41 16,5-2-44-16,0-17-41 0,0 5-78 0,19 27-279 15,-3-33 0-15</inkml:trace>
  <inkml:trace contextRef="#ctx0" brushRef="#br0" timeOffset="30417.12">29162 6797 150 0,'0'0'177'15,"0"0"-21"-15,0 0 10 0,0 0-3 0,0 0-19 16,0 0-8-16,0 0-11 0,-16 9 1 16,5 14-6-16,1 2-18 0,-4 4 10 0,-3 5-21 15,-4 6-3-15,-2 3-14 0,-2 1-6 0,2 5 1 16,-1 0-2-16,2 1-8 0,3-2 2 0,2 1 9 16,5 0 0-16,1-2 4 0,4-8 14 15,3-3-15-15,4-19-6 0,0 10-4 0,22 20 2 16,-5-30-2-16,11-4-17 0,8-5-2 15,6-6-6-15,-16-2-8 16,52-12 0-16,-19-1-5 0,1-6-14 0,4-4 3 0,3-5-3 0,-2-2-13 16,-1-2 8-16,-3 0-11 15,-5 2 3-15,-5 1-14 0,-7-1 14 0,-4 1-14 0,-4 2 1 16,-6 1-3-16,-5 1 5 0,-8 3-5 16,-2-1-11-16,-7 0 2 0,-1 0 11 0,-7 4-3 15,0 10-8-15,-11-12 7 0,0 12-6 0,-3 4 11 16,-6 2-7-16,10 3 7 0,-20 15 4 15,7 0 2-15,2 4 16 0,-2 4-11 0,-1 5 18 16,3 2-9-16,1 6 5 0,2-2-3 0,5 6 14 16,3-1 16-16,4 1-19 0,6-22-12 15,0 9 0-15,17 37-10 0,2-33-1 0,5-5-18 16,4-4-13-16,5-4-19 0,2-5-25 16,2-4-28-16,5-5-28 0,-1-1-63 0,-21-3-92 15,38-20-207-15,-19 3 1 0</inkml:trace>
  <inkml:trace contextRef="#ctx0" brushRef="#br0" timeOffset="30766.17">30335 7224 140 0,'-2'-7'187'15,"-2"3"-21"-15,-2-1 22 0,-2 4-20 16,-10 0-8-16,8 1-1 0,-6 0-19 0,-21 16 0 0,16-6-4 16,-3 3-15-16,4 1-13 0,0 3-4 15,-3 2-5-15,3 3 1 0,1 0-11 0,3-1-11 16,2 3 0-16,0-2-10 0,1-1 0 0,0 1 5 15,5-5-10-15,2-6 1 0,5-2 14 16,1-9-17-16,0 0-5 0,16 7 3 16,11-14-5-16,-1-4-15 0,4-3-6 0,4-4-21 15,4-1-10-15,0-5 7 0,1 0-3 0,2-2-9 16,-1 3 0-16,-2 2 1 0,-9 1-15 16,2 2 7-16,-6 4 5 0,-2 0 1 0,-2 1-9 15,-1 1 7-15,-4 4-10 0,-1-2 10 0,-2 5-7 16,-5-1-7-16,-1 4-4 0,-7 2 13 15,0 0-2-15,0 0-3 0,7 14-1 0,-13 7 23 16,-2 5-11-16,0-1-7 0,-2 3-1 16,-2 3 4-16,2 3-24 0,1-4-23 0,1 2-26 15,3 2-19-15,5-4-14 0,0-19-12 0,17 21-44 16,-1-17-63-16,4-7-255 0,4-7 0 16</inkml:trace>
  <inkml:trace contextRef="#ctx0" brushRef="#br0" timeOffset="31169.74">30878 7122 152 0,'-8'-15'207'0,"-4"4"-15"0,0 1 10 15,3 5-10-15,-4 5-17 0,3 0-25 0,1 0-15 16,-15 12-15-16,5 1 6 0,2 3-12 16,0 4-15-16,3 2-4 0,0 3-4 0,-1 1 1 15,3 2-3-15,-1 4-6 0,3 0-10 16,4-3 0-16,0 3-5 0,4-3-7 0,2-15 7 15,0 5-13-15,0 1-16 0,13 21 7 0,-2-25-7 16,2-2-14-16,2-3-17 0,2-1 7 16,3-2-10-16,-1-2-8 0,-1 1-26 15,-2-4 15-15,-1 5 9 0,-6-7-9 0,-1 1 3 16,-1 0-13-16,-2 0 9 0,-1 0 3 0,-1 0-5 16,1-1 20-16,-3 0 5 0,-1 1-15 15,0-2 29-15,0 0-6 0,-16 19-5 0,0-8-11 16,-2 2 16-16,-5 0-4 0,0 1 4 0,2-2 10 15,-3 0 0-15,-3 3-6 0,-1 0-8 16,-1-1 13-16,0-2-4 0,1 3-12 0,0-1 7 16,1-1-10-16,1-2 2 0,1 0-11 0,1-3 16 15,4-1-12-15,3 2 7 0,1-4-22 0,4-3-23 16,12-2-43-16,-7 0-70 16,0-17-73-16,11-2-409 0,6-7 0 0</inkml:trace>
  <inkml:trace contextRef="#ctx0" brushRef="#br0" timeOffset="31380.96">31060 6902 24 0,'21'-17'242'0,"-2"2"-32"16,-3 3-15-16,-3 5-5 0,-4 3-27 0,-2 4-8 16,-7 0-7-16,8 11-11 0,-8-1-22 15,-3 14 4-15,3-8-14 0,-10 37-3 0,2-12-10 16,-6 6 12-16,0 6-2 0,-2 2-3 15,1 3-4-15,0 1-2 0,3-4 4 0,3 3-20 0,2-3-22 16,5-4 12-16,0-2-38 0,2-25-21 16,0 10-40-16,12 43-23 0,-1-41-36 15,2-6-55-15,7-1-66 0,0-8-360 0,3-5 0 16</inkml:trace>
  <inkml:trace contextRef="#ctx0" brushRef="#br0" timeOffset="31569.75">31349 7454 97 0,'-1'-26'255'0,"-1"2"-16"0,2 13-3 0,0-1-26 16,0-3-13-16,0 4-25 0,0 1-9 0,0 1-34 15,0 1-3-15,0-1-14 0,0 0-20 16,16-15-5-16,0 10 6 0,4 3-22 0,4 3-22 16,2-5-24-16,0 4-36 0,0-3-46 0,2-1-46 15,3-1-50-15,0-2-69 0,-2-2-230 16,-2-2 0-16</inkml:trace>
  <inkml:trace contextRef="#ctx0" brushRef="#br0" timeOffset="31871.29">31893 6821 19 0,'2'-6'233'16,"1"2"-29"-16,0 1-6 0,-2 1-11 0,0-2-23 16,1 4-8-16,-2 2-19 0,0 1-12 0,-2 2-9 15,-4 16-13-15,-5 4 0 0,-1 3-8 16,-5 5-14-16,-2 8 6 0,-1 6-6 0,-3 3-11 15,-2 0-1-15,4 3 4 0,3 0-13 0,4-5 10 16,0-5 0-16,4-2 0 0,3-5 4 0,2-4-3 16,-1 0-5-16,2-3 2 0,4-5-4 15,0-14-14-15,0 4 15 0,20 13-16 16,-4-21-1-16,6-5-6 0,-8-1-13 0,6 0-9 16,30-13-6-16,-21 6-5 0,-1-2 1 0,1 1-19 15,-1 0 9-15,0-1 0 0,0 2 3 16,-4-1-13-16,-1 2 12 0,-3 6-2 0,-7-2-5 15,-3 2 4-15,2 0-7 0,14 12 0 16,-10-1-17-16,-4 6 10 0,-2 2-23 0,-4 2-23 16,-4 1-28-16,-2-8-32 0,0 7-39 0,-19 25-62 15,6-13-399-15,-5 0 0 0</inkml:trace>
  <inkml:trace contextRef="#ctx0" brushRef="#br0" timeOffset="32593.47">30685 8505 118 0,'-49'2'227'0,"27"-2"1"0,-8 0 10 0,-2 0 16 0,0 0-29 16,2 0-28-16,7 0-22 0,-6-4-30 15,33-6-23-15,9-1-4 0,9-3-21 0,9 1-7 16,6-1-11-16,11 0 4 0,3 1-19 0,6 1 17 15,2 1-3-15,2 2-8 0,-1 2-21 16,-1 4 17-16,-5-2-21 0,-4 3 22 0,-5 0-23 16,-5 1-20-16,-5 1 9 0,1 0 1 15,-23 0-18-15,4 0-9 0,14 15 21 0,-27-6-9 16,-11 4-13-16,-10 4-1 0,-6-3 11 16,-10 2-4-16,-6-3 7 0,-2 0-4 0,-3-3-6 15,1-3 0-15,2-1 4 0,0-2 10 0,2-4 19 16,22 0 5-16,-9 0-3 0,-30-10 15 15,30-1-14-15,3-1-28 0,3-8-3 0,4-4-14 16,5-5 0-16,5-3-19 0,4-6-4 16,2 17-3-16,23-46-11 0,-3 20-5 0,8 2-2 15,5-1 10-15,6 1 7 0,5 2-2 0,3 0-7 16,2 2 13-16,3 1 1 0,3 3 1 0,-3 2-3 16,2 1 3-16,4 3 14 0,-2 1-7 15,-4 4-2-15,0 4-8 0,-2-1 10 0,-4 4 0 16,-3 0 9-16,-3 6-12 0,-4 2 4 15,-1 3 4-15,-3 3 3 0,-16 5-8 0,5 0-8 0,23 21 3 16,-26-1 1-16,-8 9 9 16,-8 6 15-16,-2-15 1 0,-15 51-7 0,-2-12-1 0,-5 6-4 15,1 2-4-15,-4 3-9 0,2-1-1 16,-1-2 5-16,3-5 7 0,-1 0-7 0,1 0 5 16,-1-5 4-16,4-3-3 0,-1-4 2 15,0-5-8-15,1-1 14 0,-1-6-11 0,0-5 2 16,-3-6 2-16,4-5-2 0,-5-4-1 0,0-5-7 15,-1-8 1-15,2-5 16 0,10 0-5 16,-24-16 8-16,16 2 10 0,1-5 9 0,3-6 12 16,4-1 23-16,4-3-6 0,4-6 6 15,4 17-18-15,0-11-7 0,21-34-17 0,-3 24-7 16,6 4 9-16,8 4-3 0,4 3 4 0,4 3-7 16,5 4 5-16,6 4-2 0,3 5-5 15,4 0-8-15,3 6-5 0,-1 6-8 0,-31 0-22 16,15 0-24-16,57 15-27 0,-47-5-34 0,-6 4-30 15,-2 2-54-15,-11-1-406 0,-8 0 0 16</inkml:trace>
  <inkml:trace contextRef="#ctx0" brushRef="#br0" timeOffset="32982.87">29002 9080 10 0,'-4'0'226'0,"-1"2"-26"0,0-1-2 16,-1 1-18-16,-10 11-13 0,2 4-21 15,0 4-3-15,2 1-16 0,-1 4-16 0,0 6-15 16,2 0 1-16,-1 3-5 0,-1-2-15 0,1 4-18 16,4-1 5-16,-3 1-4 0,2-1-17 15,2 2-1-15,0-5-7 0,3 0 6 0,1 2-5 16,0-5-2-16,0-3-13 15,3-2-12-15,-1-5-27 0,1-3-9 0,0-17-15 0,0 10-23 16,0-10-56-16,14 12-57 0,0-21-91 16,0-2-130-16,4-6 0 0</inkml:trace>
  <inkml:trace contextRef="#ctx0" brushRef="#br0" timeOffset="33205.15">29367 8980 44 0,'16'-18'269'15,"-1"2"-10"-15,-2 2-21 0,-2 3-17 16,0 2-31-16,-5 5-36 0,-2 4-7 0,-4 0-11 16,2 11-5-16,-4 11-25 0,2-8 1 15,-13 32 4-15,1-11-8 0,1 3-19 0,-2 3 1 16,-2 2-19-16,-2 3 13 0,1 0-14 0,1 2 6 16,-1 0-8-16,2 0-23 0,-1 0-25 15,3-5-7-15,1 2-33 0,1-4-32 0,2-5-39 16,1-6-37-16,2 0-20 0,-1-1-53 0,1-5-325 15,-2-9 0-15</inkml:trace>
  <inkml:trace contextRef="#ctx0" brushRef="#br0" timeOffset="33385.25">29130 9421 179 0,'-5'-22'192'16,"-1"-1"-5"-16,2 4-3 0,2 2-11 0,-1 3-16 15,3 3-12-15,0 11-9 0,11-22-15 16,3 8-14-16,9 2-16 0,2 3-9 0,7 1-7 15,8 2-16-15,7 2-18 0,4 1-27 0,2 2-39 16,0 1-52-16,-23 0-46 0,14 0-75 16,8 0-125-16,4 0 23 0,0 0 1 0</inkml:trace>
  <inkml:trace contextRef="#ctx0" brushRef="#br0" timeOffset="33748.28">30109 9200 110 0,'-8'-2'185'0,"-12"8"-10"16,-3 0 12-16,-2 2-10 0,1 3-4 0,-2 2-23 16,-2 3-6-16,1 0-6 0,0 3-18 15,-4 3-15-15,1 0-6 0,0 0-1 0,2 1-8 16,4 0 0-16,2-3-21 0,4-3-2 0,4 2 10 16,-4 0-3-16,8-3 1 0,2 0 11 15,5-7 0-15,3-9 9 0,0 0-22 0,19 14 9 16,3-14-15-16,-7 0-7 0,6 0-13 15,30-11-1-15,-19 3-7 0,3 0-26 0,-1-1-22 16,2-1-3-16,-3 1-6 0,-2 1 6 16,0 1 6-16,-5 0-15 0,-3 0 14 0,-3 2-10 15,-3 1-7-15,-6 2 15 0,-2 0 6 0,-9 2-2 16,0 0 14-16,6 9 2 0,-10-3-1 16,-11 6-2-16,-4 5-8 0,-2-3 11 15,-6 6 2-15,-2 4-5 0,-6 0-11 0,-1 2 0 0,-1 3 9 16,0-5 4-16,1 2 3 0,1-5-13 15,3 1 12-15,3-1-3 0,4-2-1 16,2-4-15-16,0 1-24 0,5-3-6 0,1-2-32 0,11-6-25 16,6-2-58-16,8-8-70 0,12-7-394 15,4-3 0-15</inkml:trace>
  <inkml:trace contextRef="#ctx0" brushRef="#br0" timeOffset="34191.21">30777 9250 117 0,'28'-8'270'0,"-4"4"-19"0,-12 2-21 0,-4 2-1 16,-8 0-23-16,0 0-19 0,3 12-9 0,-11 3-17 15,-2 2-17-15,-2 3-19 0,-4-3 6 16,-1 8-19-16,-2 2-11 0,1-3 3 0,-5 7-24 16,2-2-10-16,2 1-11 0,0 2-4 0,1-1 11 15,3-2-20-15,-1 1 3 0,1-5-6 16,3-2-6-16,2 1-7 0,2-3 13 0,0-4-25 15,2-4 42-15,1-2 17 0,1-3 2 0,0-3-1 16,1-3-3-16,2 0-15 16,1-2-10-16,1-11-19 0,7-8-8 0,4-8-4 0,3-1-27 15,4-6-16-15,5-4-6 0,8-3-5 16,1-2-10-16,3-2-9 0,3 0 7 0,1-1 0 16,0 3-3-16,0 1 10 0,-4 3 3 15,0 3 6-15,-2 2-14 0,-3 6 9 0,-3 1 19 16,-1 3 11-16,-5 5-7 0,0 3-10 0,-1 0 14 15,-2 5 5-15,-3 2 1 0,1 1-8 0,-17 8 8 16,11 0-1-16,7 19 3 0,-15-8-5 16,-6 14 14-16,3-12 12 0,-22 29-22 15,0-11 8-15,-4 2 10 0,-4 1-10 0,-3-1-4 0,2-3-4 16,2-2 20-16,1 1-16 0,1-5-10 16,3-3-11-16,4-4 13 0,-1-1-3 15,4 1-39-15,2-6-23 0,4-7-28 0,7-2-24 16,4-2-36-16,4-12-44 0,10-7-396 0,3-2 0 15</inkml:trace>
  <inkml:trace contextRef="#ctx0" brushRef="#br0" timeOffset="34558.31">31472 8831 158 0,'24'-21'236'0,"-1"6"-3"16,-2-2-29-16,-2 4-17 0,-4 1-16 0,-5 5-6 15,-3 5-29-15,-7 2 1 0,0 0-10 0,3 13-4 16,-13 10-24-16,-2 2 8 0,-4 7-16 15,-2 3 1-15,-5 3-11 0,-2 4 1 0,1-1-2 16,-5 2 0-16,4-1-4 0,-1-1 2 0,2-2-4 16,3-3-1-16,1-1 3 0,4-6-10 0,0-2-4 15,3-2-4-15,1 0-1 0,2-3 2 16,2-5-10-16,3-8-10 0,5-1 5 16,0-8-12-16,0 0-4 0,27 6-8 0,-3-12-2 0,4-3-3 15,-4 1-12-15,5-4-2 0,3 3 19 16,-3-2-17-16,1 2-4 0,-3 1-6 0,1-1 9 15,-1 3 9-15,-9 0-17 0,2 0 6 0,-5 1 0 16,-3 1-16-16,-2 2 6 0,-10 2-1 16,0 0-4-16,9 0 0 0,-2 0 2 0,2 14 22 15,-9-7-14-15,0 1 2 0,-3 13-6 16,-6 3 10-16,2 0-14 0,-1-3-19 0,0-1-23 16,0 2-44-16,1-1-24 0,3-1-32 0,0-3-5 15,4-17-39-15,0 11-58 0,12 7-333 16,6-11 0-16</inkml:trace>
  <inkml:trace contextRef="#ctx0" brushRef="#br0" timeOffset="34836.18">33145 8650 146 0,'9'-4'227'0,"-2"0"-5"15,-1 1-12-15,-2 3-21 0,-4 3-14 16,-4 7-24-16,-5 4-6 0,-4 9-18 0,-6 11-11 16,-5 6 9-16,-5 11 0 0,-6 6-17 15,-4 3 21-15,-2 0-14 0,4 0-9 0,-3-1-12 16,2-1-28-16,2-7 11 0,2-3 2 0,3 1-5 16,3-7-22-16,3-5 10 0,5 0-17 15,0-7-17-15,2-2-9 0,9-4-34 0,-3-3-29 16,4-7-44-16,-4-1-39 0,9-2-7 15,2-5-39-15,1-6-47 0,9 4-333 0,3-13 0 16</inkml:trace>
  <inkml:trace contextRef="#ctx0" brushRef="#br0" timeOffset="35162.61">32347 8737 103 0,'-15'-8'196'0,"3"0"13"15,-1 1 23-15,6-2-13 0,1 3-18 0,0 0-18 0,4-1-32 16,-1-1 2-16,2 1-9 0,1 7-29 15,0-14-17-15,17-23-10 0,-2 16-1 0,3-5-10 16,6-1-16-16,22-20-20 0,6-1 13 16,3 2-28-16,5-2 6 0,5 0-14 0,8 0-5 15,3 3 1-15,7 2-14 0,1 1-9 16,4 4 9-16,-1 6-10 0,2 5 15 0,6-4-3 0,7 5-6 16,0 3-5-16,2 5-3 0,-8 5 7 15,-4 1-4-15</inkml:trace>
  <inkml:trace contextRef="#ctx0" brushRef="#br0" timeOffset="35326.78">33833 8919 2974 0,'-16'53'-49'0,"10"-6"-46"0,2-5-93 0,10-6-164 15,10-1-221-15,8-12 0 0</inkml:trace>
</inkml:ink>
</file>

<file path=ppt/ink/ink51.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8T09:45:25.711"/>
    </inkml:context>
    <inkml:brush xml:id="br0">
      <inkml:brushProperty name="width" value="0.05292" units="cm"/>
      <inkml:brushProperty name="height" value="0.05292" units="cm"/>
      <inkml:brushProperty name="color" value="#FF0000"/>
    </inkml:brush>
  </inkml:definitions>
  <inkml:trace contextRef="#ctx0" brushRef="#br0">12578 12783 99 0,'0'0'113'16,"0"0"0"-16,0 14-21 0,0-14 5 0,0 0-5 15,-16 27-3-15,16-24-12 0,0 2-15 16,0-1-12-16,0 0-30 0,0 0-31 0,1 0-16 15,-1-1-54-15,2-1-83 0,-2-2-69 16,0 0 34-16</inkml:trace>
  <inkml:trace contextRef="#ctx0" brushRef="#br0" timeOffset="1713.83">12866 13137 119 0,'0'0'147'0,"0"16"-15"16,0-16-11-16,-13 0-6 0,13 0-2 15,0 14-15-15,-20 4 0 0,19-10-12 0,-3 13-6 16,1 0 5-16,0 1 1 0,1 4-7 0,0 3 8 16,2 3 6-16,0-17-5 0,0 9 0 15,0 4-3-15,11 33-14 0,-6-29 4 0,2 2-13 16,2 0 13-16,2 0-2 0,1 2-8 15,3-3-2-15,1 0 17 0,4-1-27 0,-2 0 25 16,5-3-15-16,2-1 20 0,3-3-1 16,4 0 3-16,0-3-4 0,1 2 9 0,5-6-9 15,2 2 7-15,5-7-2 0,3-4-2 0,5-4-13 16,5-5 4-16,-28 0-19 0,17 0 4 0,68-11 1 16,-46 0-9-16,2 0-12 0,1-3 1 15,-1 0-1-15,3-2-16 0,0 3 3 0,-1 2-4 16,-2-3 2-16,-3 3-6 0,-3 1-2 15,-2 3-4-15,-3 0 3 0,-6 3-3 0,0 0-15 16,-7 3 16-16,-2-1-1 0,-23 2-4 0,8 0-3 16,41 11-3-16,-35-5 16 0,2 2-13 15,-2 2 5-15,-2 0-4 0,-2-1-4 16,0 3 6-16,2 0 2 0,-2-2-5 0,1 2-11 16,-2-1 10-16,2 1 8 0,0-3 3 15,2 0 14-15,0-7 5 0,0-2-13 0,-16 0 12 16,10 0-14-16,46-20 5 0,-26 6-8 0,1-5 5 15,2-5 0-15,0-6-3 0,3-6-6 16,5-6-5-16,2-2 3 0,2 0-1 0,0-1 8 16,2 2-8-16,-2 1-2 0,1 1 0 15,-4 3-3-15,-3 3 1 0,-1 6-10 16,-5 3 4-16,-3 0-13 0,-1 5 11 0,-6 3-3 16,0 0 1-16,0 7-11 0,-4-2 5 0,0 2 4 15,-2 3 3-15,0 2 2 0,0 0-8 0,2 3 4 16,0 1 5-16,2 1 2 0,-4-2 12 15,4 3 0-15,7 0-6 0,0-2 2 0,3-2 8 16,5-1 0-16,5-4-5 0,7-3 5 16,5-3 8-16,4-6 5 0,8-5-10 0,3-1 1 15,7-5 4-15,-1-3-12 0,6-1-4 0,-2-2 3 16,2 0 1-16,1 0 6 0,-3 1-1 16,-2 1-9-16,-5 4 0 0,-6 2-14 0,-6-2-7 15,-3 5-6-15,-4 4 4 0,-6 3-12 16,-5-1 10-16,-3 6-9 0,-1 2 6 0,-6 2 3 15,-4 3-3-15,0 3 1 0,-4 1-5 0,2 3 15 16,-22 1-4-16,11 0 4 0,44 10-7 16,-31 1 3-16,0-2 3 0,2 3-1 0,1-1 5 15,4 1-2-15,5 2 1 0,0-4 3 16,2 1 1-16,6-6 0 0,2-2-4 0,-32-3 9 16,21 0 6-16,86-13-8 0,-58 3 12 15,4-1 3-15,3-1 3 0,0-2-5 0,-1-2 0 16,0 3-2-16,-3-1 1 0,0 2-1 0,-6-1-2 15,2 4-3-15,0 0-3 0,-2 0 1 0,2 3-1 16,-3 5-5-16,-1 0 8 0,-2-2-5 16,-39 3 6-16,17 0-3 0,8 0 1 0,76 13 1 15,-65-6 1-15,-1 2 9 0,4-4-3 16,2 3 4-16,0 3-5 0,-2-1 4 16,0 0-1-16,0 0 5 0,2 0 11 0,2-3-5 15,8-3 7-15,2 3 7 0,2-5-11 0,-46-2 8 16,26 0-3-16,14 0-7 0,99-13-12 0,-84 1 2 15,1 0-7-15,4-3 0 0,0-3-8 0,6-4-9 16,1 0-2-16,0 0 0 0,0-3-6 0,5-3-2 16,-4 1 11-16,0 1-8 0,-5 3-2 15,-2-1-1-15,-2-1 6 0,-4 0-2 0,-2 3 2 16,-1-1 4-16,-3-1 4 0,1 2-11 16,-1 0 8-16,2 0-26 0,-5-1-28 0,0 0-32 15,-1 2-60-15,-2-2-67 0,-2-1-897 0,-2-2 0 16,0-1 0-16</inkml:trace>
  <inkml:trace contextRef="#ctx0" brushRef="#br0" timeOffset="5643.77">7851 13817 89 0,'0'0'174'0,"-15"14"-8"16,15-14-8-16,0 0-17 0,0 0-9 0,0 0-16 0,0 0-9 15,-13 13-15-15,-3 8-8 0,15-3-7 16,-3 9 4-16,1-1-9 0,2 8 3 16,-2 6 0-16,-1 7-14 0,0 7 13 0,0 4-16 15,-3 6 4-15,1 2 1 0,-1 4 4 0,0 6-9 16,3-3 4-16,-2 2-1 0,2-3-6 16,0-3-4-16,1-4 3 0,0-3-25 0,2-7 8 15,1-4-1-15,0-4-6 0,-4-6 2 0,4-24-5 16,0 10-14-16,0 1 16 0,0 0-23 15,0-5 21-15,0-2-9 0,0-6 3 0,0-4 5 16,0-2-19-16,-1 0-2 0,-1-18 9 0,0-13-26 16,2 3-10-16,-7-33-20 0,6 6 10 0,-2-4-12 15,2-8-7-15,-2-4-2 0,0-2-4 16,3-6-7-16,-1-3 0 0,1 35 3 0,0-19 7 16,0-8 8-16,13-71-3 0,-3 63-10 0,0 3 9 15,5 3-2-15,2 3-2 0,5 2 14 0,0 1 11 16,5 6 5-16,2 4 0 0,3 4 8 15,4 3 8-15,0 5-8 0,4 4 7 16,0 7 18-16,-1 4-4 0,2 9 3 0,-5 7-3 16,-2 5 1-16,-18 3 10 0,29 19 3 15,-21 3-5-15,-5 12 9 0,-5 10 1 0,-4 7 7 16,-5 9 3-16,-5 2 4 0,0-28-3 16,0 13-2-16,0 11 1 0,-11 58 7 0,6-60 1 15,0-6-5-15,-1-2 0 0,2-7-9 0,0-3 0 16,2-4-3-16,0 0-17 0,1-3 2 15,0-6 1-15,1-15-5 0,0 5 4 16,0-2 1-16,18 19-3 0,-7-24-7 0,5-5 10 16,4-1 3-16,-9-2-6 0,7 0-5 0,29-17 10 15,-16 8 2-15,3-2-5 0,8-4-10 0,0-1 2 16,5 1 10-16,-2-4-2 0,1 4-13 0,0 2 14 16,-4 0-11-16,-2 5-8 0,-6-1-16 15,-2 3-27-15,2 2-30 0,-6 3-10 0,-16 1-9 16,4 0-5-16,0 0-2 15,13 19-12-15,-18-10 0 0,-4 0 11 0,-3-3 22 0,0 2 20 16,-3-3 25-16,-1 1 32 0,0-2 22 16,0-4 24-16,0 0 34 0,0 0 7 0,0 0-1 15,-12 5-2-15,1-13-18 0,-1-4-10 0,0-5 5 16,-1-3-15-16,-1-4-7 0,1-2-11 0,2-1 0 16,3-2-11-16,3-6 6 0,2 3-10 15,3 13-6-15,0-5-10 0,18-31 3 0,-4 25 3 16,4 2 1-16,5 0 7 0,-1 3 2 15,4 3 1-15,2 2 11 0,-3 5 5 16,4 2 0-16,-1 4 1 0,0 4 4 0,6 1 7 0,-18 4-2 16,4 0 4-16,28 16-6 0,-26-3 4 15,-2 3 1-15,-4 5-8 0,-5 6 12 0,-3 4-4 0,-8 4-9 16,0-18-2-16,-11 32 6 0,1-16 0 16,-1 0-3-16,0-2 22 0,1-5-3 0,-2-1 2 15,-3 0-12-15,3-3 9 0,-3-2-9 16,1-4 3-16,-1-3-17 0,2-4 6 0,-2-1-23 15,4-6-1-15,11-2-34 0,-12 0-20 0,-10-13-39 16,11-3-56-16,7-3-65 16,3-7-360-16,1 10 0 0</inkml:trace>
  <inkml:trace contextRef="#ctx0" brushRef="#br0" timeOffset="5941.82">10167 13649 148 0,'16'-11'193'0,"-8"6"-12"0,-1 3-1 0,-5 0-26 16,-2 5-8-16,-4 1-16 0,-5 9-12 0,-7 5-6 15,-3 0-22-15,-1 7-8 0,-5 3-2 16,1 2-17-16,-2 4 14 0,-2 7-11 0,4 3 1 16,-2 7-7-16,0 6-14 0,2-3 4 0,2 9 7 15,3-1-3-15,1-1 2 0,4 1-2 16,6 0-3-16,0-1-9 0,4 0-7 0,2-1 17 15,2-30-8-15,0 13-6 0,14 57 4 16,-6-45-3-16,6-5-16 0,2-3 13 0,3-4-16 16,1-2 15-16,6-5-18 0,0-6-2 0,8-3-15 15,2-6-17-15,1-8-19 0,4-6-29 16,4-7-34-16,-23 0-43 0,46-11-42 0,-22-5-97 16,-4-7-202-16,-2 0 1 0</inkml:trace>
  <inkml:trace contextRef="#ctx0" brushRef="#br0" timeOffset="6109.03">10387 14724 127 0,'-28'-12'175'0,"0"1"3"16,-1 0-6-16,-1 0-12 0,2-1-13 15,3 4-14-15,5-3-23 0,1 4-9 0,5 3-16 16,3-2-13-16,7 6-10 0,2-4-9 0,2 4-10 16,19-9-3-16,3 4-8 0,6-5 1 15,2 4-5-15,6-4 6 0,8-1-8 0,3-2-28 16,1-2-40-16,3 0-41 0,2-5-95 15,2 2-160-15,-2-2 46 0,3-1 0 0</inkml:trace>
  <inkml:trace contextRef="#ctx0" brushRef="#br0" timeOffset="6345.48">11033 14587 131 0,'-12'5'189'0,"4"-2"-19"16,2-1-8-16,0 1-13 0,4-1-13 0,0-1-18 15,5-1-8-15,4-1-16 0,15-4-9 16,6-2-8-16,3-3-9 0,8-1 2 0,5-2-11 16,2 1-7-16,8-1-5 0,2 0-34 0,1-2-20 15,-2 2-50-15,2 2-52 0,-5-1-108 16,-4 3-118-16,-7 5 0 0</inkml:trace>
  <inkml:trace contextRef="#ctx0" brushRef="#br0" timeOffset="6554.1">11485 15023 44 0,'-14'20'203'15,"2"-4"-15"-15,4-2 0 0,1-3-15 16,2-2-19-16,3-4-14 0,2-5-3 0,0 0-10 15,24 1-11-15,2-7-20 0,4-1-9 0,10-7-2 16,8-4-10-16,10-5-7 0,7-1-8 16,4-1-22-16,8-1-27 0,3-1-39 0,3-1-35 15,2-1-33-15,0 3-43 0,1 0-87 0,-1 1-134 16,-1 0 0-16</inkml:trace>
  <inkml:trace contextRef="#ctx0" brushRef="#br0" timeOffset="7107.52">13339 14374 3 0,'-21'-14'198'0,"-4"3"-17"0,-5 2-15 0,-2 0-5 0,-1 5-4 16,-3 3-21-16,17 1-17 0,-9 0-9 0,-36 14-11 16,28-2-2-16,1 1-15 0,1 6-1 15,5 0-13-15,2 7-4 0,3 1-1 0,3 5-1 16,4 0-4-16,-1 3-9 0,8 5 2 0,3 0-12 15,3 2 7-15,4 3 3 0,0-24 0 16,15 45-12-16,-2-23 9 0,4-4-15 16,6-1 7-16,2-2 1 0,5-4-9 0,3-4-1 0,3-5-2 15,2-2-19-15,4-3 1 0,-1-7-7 16,2-4-8-16,-1-3 3 0,-3-4-4 0,1 0-12 16,-21 0-1-16,6 0 2 0,32-19-6 15,-27 11 7-15,-2 2 6 0,-3-6-9 0,-4 0 5 16,-2 0 12-16,-4 1-1 0,-2-4-4 0,-2 0 3 15,-9 6 10-15,5-5 3 0,0-1-6 0,-3 4 3 16,-1 2 4-16,-2-1-3 0,0 3-2 16,1-1-7-16,-1 1 13 0,0 0 2 0,1 0-14 15,3-8-2-15,6-4 3 0,2 3-6 16,4 0 4-16,3-2-8 0,4 4 9 0,2 3 2 16,2 0 2-16,1-1 2 0,0 4 8 15,1 3-6-15,0 1 8 0,0 1-10 0,-6 0 7 16,-3 1-10-16,-6 2 1 0,-15 0 10 15,10 0-12-15,0 0 0 0,-4 0-2 0,-6 0-4 16,8 16 8-16,-17-4-11 0,-6 6 8 0,-6-3 3 16,0 2 4-16,-6-4-4 0,-2 3 11 15,1-3-9-15,0 1 22 0,1-4-18 16,0-1 14-16,-2 1-11 0,4 0 6 0,1-8 4 16,2-1-16-16,12-1-27 0,-4 0-15 15,-11-17-36-15,16 2-58 0,9 3-52 0,0-8-88 16,24-25-180-16,0 15 0 0</inkml:trace>
  <inkml:trace contextRef="#ctx0" brushRef="#br0" timeOffset="7406.76">15010 13952 151 0,'12'-12'165'0,"-4"3"-6"0,-4 1-3 0,-3 4-15 0,-1 2-22 15,-4 2-2-15,-2 0-21 0,-13 12-4 16,-4 2-16-16,-3 6-10 0,-8 7 6 0,-4 10-8 16,-4 9 6-16,-2 5-2 0,-4 9-1 0,0 3-19 15,0 2-2-15,1 4 3 0,2 0 1 0,4 3 0 16,0-4-13-16,8-2-1 0,1-2 4 16,6-4-11-16,4 0 5 0,2-2-13 0,6-4 6 15,6-4-9-15,4-2-7 0,4-26 2 16,0 8 1-16,22 34 4 0,-6-35-2 15,6-8-7-15,9-7-12 0,5-5-15 0,9-8-9 16,-19-1-44-16,52-18-42 0,-26 0-40 0,-3-2-38 16,-3-3-74-16,-5-4-86 0,-5 3 0 15</inkml:trace>
  <inkml:trace contextRef="#ctx0" brushRef="#br0" timeOffset="7553.24">14783 14901 134 0,'-30'-13'159'0,"0"1"9"0,1 1 5 0,2 1-16 16,3-1-11-16,3 1-10 0,-1 1-16 0,5 2-15 15,4 0-19-15,3 1-3 0,5 0-15 0,5 6-15 16,11-15 2-16,7 2-7 0,5 0-16 0,13-1-26 16,6-3-53-16,4 3-75 0,2-4-98 15,2 2-115-15,-4 0 0 0</inkml:trace>
  <inkml:trace contextRef="#ctx0" brushRef="#br0" timeOffset="8177.03">11741 16378 73 0,'-33'30'121'15,"1"-1"-8"-15,3 3-8 0,-1-2-10 0,4 2-5 16,2 3-7-16,1 0 0 0,4 1-6 16,5 1-7-16,3-4-7 0,3-3-3 0,3 5 1 15,5-6-10-15,0-15-1 0,0 2-3 0,20 18 1 16,-6-24-5-16,5-7 4 0,-8-3-8 15,22-15-1-15,-9 0-3 0,-1-6-14 0,3-5-3 16,-2-1-6-16,0-2-8 0,-2 0-2 16,-1-2-3-16,-1 2 3 15,-4 3-2-15,0 1 11 0,-3 3-6 0,-1 2 1 16,-1 3-3-16,0 3 1 0,-2 1-3 0,-4 4 5 0,-1 2-7 16,-1 5-5-16,-2 0 8 0,-1 2-9 0,0 0 1 15,1 14 2-15,-1-7-3 0,0 15 2 16,2 3 5-16,-2-13 0 0,0 8-1 0,0 3 18 15,0 3-4-15,8 27 4 0,-3-26-7 0,0-2 8 16,1-1-5-16,0-2-7 0,1-2 7 16,1-6-1-16,0-2-7 0,-1-5 10 0,1-3-2 15,-2-2-5-15,-6-2-24 0,7 0-30 0,13-21-33 16,-5-1-53-16,-5-3-73 0,2-2-104 0,0-6 1 16</inkml:trace>
  <inkml:trace contextRef="#ctx0" brushRef="#br0" timeOffset="8561.26">12262 15996 25 0,'1'0'134'0,"-1"2"1"16,0 2-15-16,0 5-7 0,-1 17 2 0,1-11-9 16,0 10 0-16,0 7-15 0,0 4-4 15,0 6 0-15,0 2-1 0,0 6-11 0,0 1-12 16,0 2 10-16,3 56-10 0,5-54 2 0,2-1-13 15,4 1 2-15,0-2-6 0,2-4-18 0,3-3-7 16,-3-5-31-16,0-7-7 0,-1-4-14 16,-5-6-13-16,1-3-32 0,0-5 11 15,-5-10 2-15,-2-6 11 0,-4 0-30 0,0-14 34 16,-4-1-3-16,-2-7 6 0,-5 0 21 16,-4-3 27-16,3 1 9 0,-1 1-5 0,-3 0 6 15,-3 1-9-15,2-2 9 0,0 2 0 0,-1 1-10 16,1 1 5-16,1 0 1 0,1 3-4 15,5 2-3-15,2-1 5 0,2 2-3 16,6 0-3-16,0 7 10 0,18-18-2 0,-1 6-8 0,10 2 5 16,5 0-4-16,5-4 1 0,11 1 2 0,5-3-12 15,9 1-11-15,10-3-32 0,6-1-22 16,7-3-59-16,5 1-88 0,2-2-1 16</inkml:trace>
  <inkml:trace contextRef="#ctx0" brushRef="#br0" timeOffset="8907.71">13781 15868 40 0,'-36'-2'158'0,"20"2"-11"0,-9 0-18 0,-3 0-9 15,2 0-9-15,-18 15-3 0,28-2-16 16,3 3 3-16,5 6-16 0,5 6-1 0,3 6-1 15,0-18 5-15,14 40-10 0,-2-13-3 0,2 3-6 16,4 1-2-16,0 2-6 0,4-4-1 16,0 2 10-16,1-5-12 0,-2-1 3 0,2-3-10 15,-3-1-12-15,-1-7 12 0,-3-1-12 0,-3-2-10 16,-1-3 9-16,-4 2 1 0,-4 0 2 16,-4-15-14-16,0 5 8 0,-24 22-9 0,7-20-2 15,-5-1 1-15,-3 1 1 0,-4-1-7 0,-6-3 0 16,-1 2 5-16,-1-2-15 0,-3-2 4 0,-2-1 6 15,3-2-3-15,-2-5-13 0,1 2 3 0,21-6-11 16,-7 0-7-16,-1 0-24 16,-26-19-29-16,33 2-41 0,12-7-57 0,6-2-45 15,2 9-212-15,22-34 0 0</inkml:trace>
  <inkml:trace contextRef="#ctx0" brushRef="#br0" timeOffset="9297.43">14100 15820 42 0,'14'-15'156'0,"-2"0"-5"16,-1 3-20-16,-4 7-5 0,1 3 106 15,-8 2-122-15,5 12-18 0,2 7 5 0,-6 2-9 16,0 6-7-16,1 5 1 0,-1 6-10 16,-1-19 4-16,0 11-5 0,0 11 4 0,0 5-5 15,0 5-4-15,0 4-10 0,0 2 2 0,0 1 1 16,0 2-6-16,12 56 5 0,-3-59 3 15,1-3-28-15,2-3 9 0,0-6-15 0,2-4-32 16,1-5-12-16,-2-4-22 0,3-5-17 0,-1-3-18 16,0-7-34-16,-3-6-25 0,-3-8 14 0,-9-3-18 15,12-14-1-15,-7-1 40 0,1-6 34 16,-6-6 1-16,0 13 22 0,0-9 33 16,0-3-1-16,-18-31 11 0,5 31 22 0,2-4 11 15,1 1 11-15,-2 1-13 0,0 2 0 0,4-1-8 16,1 2-8-16,0 1 4 15,1 4-3-15,2-1-9 0,4 12 6 0,0-2-4 0,13-19 10 16,0 14-15-16,7 1-2 0,3-3 8 16,5 0-1-16,7-1 0 0,6-2-9 0,4 0-12 15,4 1-23-15,2 1-26 0,1 0-28 0,2 0-43 16,-1 0-64-16,-1 0-96 0</inkml:trace>
  <inkml:trace contextRef="#ctx0" brushRef="#br0" timeOffset="9795.29">15502 16076 38 0,'-2'22'189'0,"0"2"-16"15,2-9-4-15,-8 35-8 0,4-18-3 0,0 4-4 16,-2 4-10-16,-2 7-14 0,2 1-1 15,-4 5-16-15,4 2 0 0,-2-1-12 0,1 1-16 16,0 0-10-16,3-1 10 0,0-1-3 16,3-5-18-16,0 0 7 0,1-27-1 0,0 10-2 15,0 1-12-15,0 3 1 0,0-3-6 0,0-4 4 16,0-3 7-16,10 21-9 0,-10-46-2 16,0 10 2-16,0-10 4 0,-8 9-4 0,6-15-22 0,-2-16-14 15,-2-7-11-15,1-7-16 0,-2-4-6 16,2-7-9-16,-3-4-16 0,4-5-1 0,-1-6 4 15,1-4-2-15,0-1-10 0,1-1 11 16,2 1-3-16,1 1 2 0,0 32-6 0,0-14 9 16,18-65 7-16,-6 51 7 0,3 5 3 0,2 1-1 15,5 1 10-15,2 6 10 0,2 3-8 16,5 3 16-16,3 2 2 0,0 4 4 0,2 5 7 16,-1 4 2-16,0 8-13 0,-2 3 21 15,-4 4-21-15,-1 7 8 0,-13 6 19 0,22 15-10 16,-18 7-16-16,-8 5 10 0,-9 9 4 0,-2-16-5 15,0 12-4-15,-13 48 5 0,0-35-13 16,1-1 5-16,-3-2-10 0,-2-5-2 0,-1-1 14 16,1-4-8-16,2-5-1 0,1-2-9 0,2 0-13 15,-2-6-19-15,4-4-39 0,2-5-35 0,2-9-90 16,6-1-376-16,2-24 0 0</inkml:trace>
  <inkml:trace contextRef="#ctx0" brushRef="#br0" timeOffset="10175.34">16235 15186 98 0,'10'-11'194'0,"-5"8"-16"0,-1 3 2 16,-4 6-6-16,-1 4-19 0,-1 14 1 0,-6 4-10 16,2 10-17-16,-2 3-6 0,-3 6-3 15,3 9-4-15,-3 0-15 0,2 6-3 0,2-3 20 16,3 0-14-16,4 0 5 0,0-31-6 0,0 10-10 15,11 49-11-15,0-44-6 0,-2-5 2 0,4-8-31 16,2-2-21-16,2-7 13 0,5-6-15 16,4-5-12-16,4-9-7 0,-16-1-19 15,34-17-7-15,-10-1 7 0,4-1-5 0,-2-1-1 16,2 0 4-16,-6-1-10 0,-2 6 6 0,-4 0 0 16,-6 6 1-16,0-4-4 0,-4 2-3 0,-4 3 6 15,0-2 1-15,-2 5-3 0,-4 2 7 16,-2 1-3-16,-8 2 16 0,0 0-14 0,22 18 10 15,-18 2 6-15,0-3-5 0,-2 6-8 16,2 1 13-16,0 1-6 0,0 0-14 0,4 3-11 16,2-2-15-16,4-4-28 0,2 0-35 15,4-5-19-15,8-4-31 0,2-8-32 0,3-5-24 16,-18 0-168-16,33-15 0 0</inkml:trace>
  <inkml:trace contextRef="#ctx0" brushRef="#br0" timeOffset="10984.17">17319 15762 29 0,'-16'-16'184'0,"-2"5"-23"16,-2 2-6-16,-2 3 7 0,-1 1-9 16,-2 5-20-16,13 0-7 0,-6 0-2 0,-23 17-13 15,20-8-13-15,-1 5-3 0,2 2-2 16,2 3-10-16,2 4-16 0,-2-4 14 0,0 6-9 16,6 0-4-16,1 4-7 0,2 1-1 0,2-2-3 15,3 6-12-15,3 0-11 0,1-19 19 0,0 6-17 16,14 22-7-16,1-25-15 0,1-6 9 15,3-3-3-15,2-6-9 0,2-1-14 0,-11-2-3 16,5 0 4-16,27-18-6 0,-20 10-13 0,1-2 1 16,-2 0 1-16,2-1-2 0,-2 2-8 15,1-1 2-15,-1 3 3 0,-3-1-6 0,2 2 5 16,0 0 10-16,-4 2-5 0,1 0 5 0,-2 1-11 16,3 0 11-16,-8 1-1 0,-1 2-2 0,0-4 5 15,-3 4 6-15,1-2-2 0,-1-1-7 16,7-5 5-16,-1-3 1 0,2-4 7 0,3-5-6 15,-2-3 3-15,3-4 7 0,0-2-4 0,1-3-3 16,1-3 0-16,-2-1 8 0,0-2 5 16,-3 4-5-16,0-3 0 0,-3 2 8 0,-4 1-8 15,0-1 8-15,-4 6-1 0,1-3 6 0,-3 3 2 16,-3 4-5-16,-1 14 9 0,0-4 1 16,0 2-2-16,-14-7-7 0,8 18-1 0,0 2 7 15,-6 7-8-15,-2 9 13 0,-2 8 2 0,0 4-15 16,-2 9 10-16,-2 5 9 0,0 6-8 0,1 5 19 15,2 2-4-15,2 1-6 0,3 3 0 16,3 1 2-16,1-1 4 0,2-3-7 0,0 0 2 16,2-5-3-16,1 2 2 0,0-4-7 0,1-5 1 15,2-3-3-15,-2-1-5 0,2-6-1 16,-1 0 8-16,-2-2 2 0,-1-6-21 16,2-3 7-16,-5-3 9 0,-1-4-17 0,-4-2 10 15,0-2 2-15,-2-2-22 0,-2-3 11 0,0-2 5 16,2-2 8-16,1-2-16 0,1-1 7 0,3 0-19 15,1 1-7-15,8-1 0 0,0 0 1 0,-7 0 16 16,7 0-12-16,3-21 2 0,13 3-11 16,6-2 3-16,8-2 16 0,10-7-12 15,6-3 21-15,13-4-5 0,5-3 7 0,8-6-6 16,5-1 7-16,3-3-17 0,-3 2 9 0,-1-2 13 16,-3 1-11-16,-9 4-18 0,-7 0 6 0,-6 7-10 15,-7-1 6-15,-7 2-1 0,-9 3 1 16,-6 1-5-16,-6 6 16 0,-6-4-18 15,-8 8 16-15,-2 14 1 0,-22-11-8 0,2 17 12 16,4 2 11-16,-28 12-8 0,8 3-2 0,-4 6 11 16,-1 5 1-16,2 3 1 0,2 6 12 15,2 2-7-15,6 4 8 0,0 0-15 0,7 2 14 0,3 1-16 16,4-1 9-16,7 2 6 0,3 0 10 16,5-24-9-16,0 11 0 0,23 36-9 0,2-34-21 15,9-4 16 1,7-7-6-16,8-4-6 0,6-4-37 0,4-4-31 0,2-6-65 0,3-5-75 15,-32 0-454-15,58-16 0 16,-40 1 0-16</inkml:trace>
  <inkml:trace contextRef="#ctx0" brushRef="#br0" timeOffset="12050.74">4839 15771 54 0,'-107'-47'252'0,"9"-4"-28"16,7-1-17-16,7-4-25 0,8 1-11 16,6-4-20-16,9-3-21 0,9 0-8 0,8-4-2 15,6-2-20-15,10-3-4 0,10-1-17 0,14-9 0 16,4 37-15-16,26-88-3 0,8 36 0 16,16-4 11-16,15 3-12 0,67-76 2 15,15 2 8-15,13 12-1 0,15 5 12 0,9 6-31 16,16 4 25-16,16 10-7 0,10-3 15 0,8 10-12 15,16 3 0-15,4 7-5 0,3 9-13 0,14 5 6 16,5 10-1-16,-1 5 0 0,25 7 3 16,-8 10-16-16,2 10-4 0,-5 10-11 0,-4 4 5 15,0 11-8-15,-7 4 2 16,-5 8 2-16,7 1-2 0,3 10-6 0,14 5-8 0,-5 1 7 16,1 5-13-16,-147 2 6 0,288 15-17 15,-126 0 10-15,-8 5 6 0,0 0-14 0,-3 8 4 16,4 6 11-16,-3 5-20 0,-7 3 10 15,-9 2-6-15,-4 6 6 0,-4 5 0 0,-7 7-1 16,-9 1 1-16,-3 2-7 0,0 4-2 0,-9 1 2 16,6 10 2-16,-10 1 1 0,-8 6 2 15,-6 1 7-15,2 11-6 0,-10 7 9 0,-9-1-14 16,-14 0 3-16,-5 1 3 0,4 4 2 16,-7 4-5-16,-11 3-7 0,-10 4 7 0,-12 0-8 15,-33-21 1-15,-22-13 1 0,-15-4-13 16,49 55 11-16,-31-22 5 0,-23-16 7 0,-15-8-21 15,-4 1 16-15,0 7-11 0,-5 1 8 0,-2 6 1 16,-6 0 11-16,-2 3-10 0,-6 2-13 16,-5 2 4-16,-5-2 10 0,-5-3-16 0,-6 0 10 15,-4 0 0-15,-8 0-2 0,-1-3 7 16,-7-53 0-16,-15 105 3 0,-5-54-5 0,-8-2-11 16,-6-4 10-16,-12-2 1 0,-8 1-1 0,-9-4 13 15,-61 60-17-15,-13-17 11 0,18-35-6 16,10-20 13-16,-56 33-4 0,30-28 4 0,-39 12-3 15,23-27-6-15,18-14-11 0,-69 18 10 0,-10-6-3 16,2 2-2-16,-2-12 7 0,-5-6-5 16,-9-4 2-16,-5-2 0 0,-2-5 16 0,1-4-14 0,-6-3 19 15,42-8-12-15,26-6 0 0,-80 4 15 16,-8-4 11-16,17-3-9 0,0-3-5 0,38-7 12 16,-47 3-9-16,46-9 19 0,109-2-5 15,-88 0 4-15,-262-16 8 0,187 0-7 0,8-1 3 16,47-2 4-16,-41-7 6 0,4-4-8 15,5-5 0-15,-3-5 8 0,8-3 5 0,7-4-8 16,43 4 5-16,-40-16-12 0,4-5 5 0,0-3 8 16,6-8-8-16,-1-4-2 0,1-2-11 0,13-1 14 15,-3-2-13-15,-2-2-1 0,1-5 1 0,9 0-6 16,5-3-3-16,5-6-7 0,6 3 10 16,2-2-14-16,6-7 17 0,34 18-10 15,25 8-2-15,13 7 13 0,-63-53 14 0,9 3-17 16,38 18 3-16,20 18-3 0,14 8-8 0,0-6 5 15,5-2 2-15,2-5 0 0,4-4-10 0,6-4 6 16,4-1-10-16,3 1-9 0,6-5-17 16,7-3-10-16,5 0-36 0,5 2-22 15,6 3-34-15,6-5-45 0,7 2-28 0,6-2-80 16,6 55-945-16,12-106 0 0,4 51 0 0</inkml:trace>
</inkml:ink>
</file>

<file path=ppt/ink/ink52.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8T09:45:42.501"/>
    </inkml:context>
    <inkml:brush xml:id="br0">
      <inkml:brushProperty name="width" value="0.05292" units="cm"/>
      <inkml:brushProperty name="height" value="0.05292" units="cm"/>
      <inkml:brushProperty name="color" value="#FF0000"/>
    </inkml:brush>
  </inkml:definitions>
  <inkml:trace contextRef="#ctx0" brushRef="#br0">23678 11153 47 0,'-15'0'157'0,"15"0"-14"0,0 0-15 15,-13 0 1-15,13 0-15 0,-21 4-7 16,18-7-12-16,-1 0-17 0,1 1 1 16,1-2-12-16,-1-1 0 0,2-1-15 0,-1 0-2 15,1-1-11-15,-4-11-1 0,2 0 0 16,0-1 3-16,-1-2-7 0,2 2-11 0,0-1 2 15,2 5 3-15,-1-6-1 0,0 5-13 0,1 6 9 16,0-5-6-16,0-3-3 0,0-3-6 0,13-19 1 16,-8 17 2-16,2 1-5 0,1-3-6 15,3 0-9-15,1-1 10 0,-2 2-6 0,1-4-1 16,2 3 0-16,3 0 3 0,-1 0-4 0,-2-1 0 16,2-2 5-16,-2 0 6 0,1 0-7 15,-2 1-7-15,1 0 12 0,0 1-4 0,-1 0 1 16,0-2-5-16,0 3 3 0,0-1 0 15,-2 2-3-15,2-1-10 0,0 0 7 0,-2 1 2 16,4-2-5-16,-2 1-3 0,-2 0-3 0,2 1 1 16,2 1 0-16,-6 2-2 0,1 4 11 15,0 2-6-15,-1-3 4 0,1 2-19 0,-1 1 12 16,0 2-3-16,-3 4-2 0,0 0-17 16,1 3 11-16,0-8-13 0,1 7 20 0,0-1-19 15,3-3 6-15,0 0 7 0,3 1-3 16,0 1 8-16,-1 1-10 0,3-2 15 15,1-1 9-15,1 2-23 0,-1 1 10 0,2-1 4 16,-4-1-12-16,2 1 15 0,0 2-1 0,-2 1-1 16,-2-3 5-16,0 3-7 0,-4 0 5 15,3 4 4-15,-2-1-2 0,5-3-2 0,2 2 7 16,-3 3-5-16,3-5 15 0,1 1-21 16,-3 2 18-16,6 1-21 0,-3-2 17 0,0 1 13 0,2-1-12 15,1 0 3-15,0 2 1 0,0-1-2 16,3 1-3-16,1-4 3 0,1 2-14 0,-1 0 7 15,3-1-10-15,1 1 3 0,1 0 16 16,0 1-6-16,2-4-8 0,4 6 6 0,-3-2 2 16,2-2 0-16,4 0 8 0,-1 1-1 15,0 0-5-15,2 0 1 0,-2 1 5 16,2 0 3-16,1 3-15 0,-20 0 5 0,12 0 7 0,5 0 7 16,7 0-19-16,47 17 18 0,-42-11-12 15,2-1-3-15,0 2-7 0,2 2 18 0,0 0-12 16,-1 2 14-16,4 1 4 0,-1 3-5 0,-2 0-4 15,1 2 4-15,-4 0-8 0,3-2 2 16,-4 6 3-16,2-2 7 0,-3 0-9 0,1 2-4 16,0-1 11-16,-2 3 4 0,2 0-4 15,-2-1-9-15,0 1 13 0,-1 0 0 0,0 0-13 16,0-1 20-16,-2 3-5 0,-1 0-1 0,-1 3-2 16,0-1 10-16,0 0-4 0,-2 3 2 0,0-2-9 15,-1 5 2-15,-3-1-2 0,1-3 13 16,0 1-5-16,-3 1-1 0,-2 1 1 0,-3 0 1 15,-2-2-5-15,-2 0-1 0,-2-1 0 16,-2 3 3-16,-1-4-3 0,-2 6 0 0,-2-2 4 16,-3 2-1-16,0 2 0 0,1-2 14 0,-4 2-13 15,1 1 8-15,-2 2-4 0,1-2-5 16,-4 1 2-16,1-1 1 0,-2 0 7 0,-2 5-3 16,2-5-3-16,-3-3 0 0,0 2 1 0,0 2 7 15,-2 0-9-15,0-20 4 0,0 9 2 16,0 7-2-16,-11 37 2 0,6-31 4 0,-3-2-7 15,0 1 9-15,-2-3-6 0,0 4-1 16,-4-2-6-16,2-1 12 0,-1-3-2 16,-4 2 3-16,-1-2-2 0,1 0-5 0,-2-2 6 15,1-1-8-15,-4 0-3 0,2-3 3 16,-2 1 1-16,0-1-6 0,1-2 5 0,-2-1-4 16,-4 2 2-16,5-5-9 0,-4 1-4 0,1 0 2 15,-2-1 9-15,-1 1-2 0,2 0 0 16,-2-2 1-16,-3-1 0 0,3 1-6 0,-2-1 0 15,2-5 0-15,-2 4 1 0,4-1 1 0,0-2-5 16,-2 5 8-16,3-6-2 0,0 2-2 0,0-2-6 16,-2 2 7-16,2-2-6 0,-2 1 12 15,0 0 3-15,2-2-4 0,0-1-13 0,-1 0 9 16,1 1-1-16,-3-1-1 0,1-2 0 16,1 0 1-16,-1 0-7 0,-1-2 9 0,-1 0-14 15,-1 0 12-15,-2 1-2 0,0-1 9 0,0-1 3 16,-1 1-12-16,1-3 5 0,1-1-4 15,-1 0-9-15,0 0-2 0,0-1 6 0,1 0-3 16,-1 0 4-16,14-4-13 0,-6 0-1 0,-6 0 16 16,0 0-4-16,-2 0-8 0,0 0-3 15,-2 0 14-15,1 0-11 0,0 0 5 0,-33-7-9 16,33 5 12-16,0-1-4 0,-2-2 3 0,-1 1 0 16,1 0-5-16,-1 1 4 15,-1-1-7-15,1-2 10 0,1 0-15 0,-1 2 4 16,2-2 1-16,0-1 1 0,2-2 5 0,0 3 8 15,0-1-13-15,4-1-9 0,0-1 7 0,0 1 1 16,2-2-4-16,-2 1 15 0,1 0 0 0,2-3-15 16,-2 0 7-16,0 2 7 0,1-1-10 15,0-2-3-15,1 2-4 0,-2-4 13 0,1 3 1 16,0 0-5-16,0-2-6 0,-1 1-1 0,2-2-2 16,-2 0 12-16,2-1-3 0,1 0-1 0,0 0 1 15,0-1 4-15,0 1-13 0,1-1-1 16,0-1 5-16,1-2-5 0,0 2 8 0,2-2 0 15,0 1 0-15,1 0-9 0,-1-1 2 16,1-2-1-16,2 2 11 0,-2-1-5 0,2-1 4 16,0 1-9-16,1-3 4 0,1-1-3 15,0 0-3-15,2-3-3 0,-2 2 10 0,3-4-2 16,0-1-2-16,0-1 3 0,1 0-11 0,1-4-6 16,0 2-4-16,1-1 4 0,-2 1-14 15,2 0 2-15,1 0 5 0,0 0-6 16,-3 2 0-16,3 0 1 0,3-1 2 0,-2 2 2 15,3-3-1-15,0 3 4 0,0-4-5 16,4 1 4-16,0 16 3 0,0-8-3 0,0-4 4 16,15-32-5-16,-7 31 4 0,1-1-5 15,1-4-4-15,2 0 4 0,0 3-2 0,1 0-2 16,0 2-13-16,2-1 3 0,1 2-10 0,-1 1 7 16,1-2 3-16,0 3-10 0,-1 0 8 15,-1 2-1-15,1-1 7 0,1 1-2 0,-3 1 0 16,3-2-2-16,-2 3-3 0,0 1 3 15,0 0 4-15,0 1 15 0,0 0-9 0,0 1-6 16,4-2 10-16,2 4-15 0,0 0 2 0,0 6 1 16,2 0 12-16,6 3-27 0,-2 1-100 15,2 2-74-15,2 1 26 0,-2 0 27 0</inkml:trace>
  <inkml:trace contextRef="#ctx0" brushRef="#br0" timeOffset="4611.46">29083 14576 57 0,'0'-15'124'16,"-14"15"7"-16,14 0-10 0,-14-17-7 0,-7-9 2 15,13 19-5-15,0-7 0 0,0 3-2 16,0-4 2-16,3 2-5 0,-2 0-3 15,1-1-3-15,0-3-2 0,4 5 7 0,-5-6-10 16,2-1-12-16,1 2 2 0,0-2 2 0,0-1 8 16,-2-1-15-16,4 1 6 0,-1-1-7 15,-1-2 10-15,1 1-10 16,-1-1 0-16,3-4-5 0,0 1-1 0,-1-3-8 0,2 18-5 0,0-10 1 16,0-5-8-16,0 0-7 0,0-2-6 15,14-31-3-15,-9 25-14 0,-1 3-12 0,3 2 17 16,-1-2-25-16,2 0 19 0,2-1-1 15,0 0-22-15,1-2 16 0,-2 0-11 0,2-2-13 16,2 2-1-16,0-2 3 0,2-5 1 0,1 5-7 16,-1 0 1-16,1 0-9 0,2 0 9 15,1 1-9-15,0 1-3 0,2 3 16 16,-1 1-10-16,1-2-14 0,1 0 11 0,2 2-4 16,-2 1 4-16,4 0-4 0,-1 1-5 0,0 2 6 15,1 0 7-15,0 0-12 0,0 2 16 0,0 0-5 16,1-2 1-16,0 4-1 0,-2-1-8 0,2 1 13 15,-2-1-5-15,2 1 5 0,0 2-7 16,1-3-8-16,-2 1 5 0,2-1-5 0,2 1 2 16,-4 1-5-16,5 0 6 0,0 0 2 15,1 1 2-15,1 1-2 0,-3-1 1 0,1 2 4 16,-2 0-4-16,3 2-4 0,0 3 10 0,0-1-2 16,2 1 2-16,-1-1 0 0,2 3 1 15,-1 1 0-15,1 1-5 0,1 0 8 0,0 0 2 16,-1 0-7-16,1 4 0 0,0 0 7 0,0 1-3 15,3 2 2-15,-21 2 2 0,13 0-5 0,4 0 3 16,3 0 5-16,2 0-7 0,2 0 3 16,44 11-5-16,-43-6 3 0,1 2 2 0,1-2 2 15,-1 4-5-15,0-1-1 0,2 4 3 16,2 1 3-16,0 2-6 0,1 2 1 0,0 1 0 16,1 3 6-16,0 0 3 0,1 0-7 15,0 3 0-15,-1 0 3 0,-2 1 0 0,1 1-2 16,-2-1 8-16,-2 1-3 0,-1 2-4 0,-1-1 0 15,0 2 6-15,-5-2-7 0,1 2 10 0,-2-1-2 16,-1 2-3-16,-2-2-3 0,-4 1 13 0,2 1-7 16,-2 1 10-16,-2 0-6 0,-4 5-1 15,-1-3 0-15,3 2 9 0,-4-1-10 0,-2 3 9 16,-1-1-8-16,0 1 3 0,-3 0 5 16,0 1-10-16,-4 3 6 0,1 0 9 0,-1 0-1 15,0-4-13-15,-3 3 11 0,-1-1 2 16,-1 0 0-16,0-1-4 0,-2-2-1 0,2 4 1 15,-7-6 4-15,2 1 8 0,-2 2-10 16,2-3 3-16,-2 5-2 0,0-3 0 0,0-21 3 16,0 11-8-16,-11 31 4 0,8-26 8 0,-2 1-9 15,-2 0 3-15,1-3-1 0,-4 3-6 16,2-2 9-16,-2 0-9 0,0 2 14 0,2-2-4 16,-2 2-6-16,-2 0 4 0,0-1 3 0,0-3-8 15,-2 2 6-15,2 0 1 0,-2 0-6 0,0 0 8 16,1 1-5-16,-2-1 0 0,-1 0-2 15,0 1-1-15,2-1 3 0,-2-1-7 0,-1 4 20 16,-1-3-11-16,1 1 1 16,-2 0 4-16,-1-1 0 0,2-1-12 0,-2-1 4 0,0 0-4 15,-2 0-3-15,2-1 7 0,-1-1-7 16,0 1 1-16,-1-1 8 0,0 0 1 0,-1 1-4 16,0-1 11-16,1-1 0 0,2-2-19 15,-3 2 2-15,2-3-5 0,-1 2 15 0,1-5 1 16,0 2-16-16,-1-3 9 0,1 0 6 0,0 1-4 15,1-3 2-15,-1 0-3 0,0-1 0 16,0 0-4-16,-5-2 1 0,4 1-3 0,-2-2-3 16,0 2 6-16,-1-3-12 0,0-1 12 0,-1-1-13 15,0 0 6-15,-1 0 3 0,-2-2 6 16,1 2-14-16,0-1 20 0,1 0-8 16,-1-3 5-16,1 1 0 0,1-1 0 0,-2 0-6 0,0 0 5 15,0-1-13-15,1-1 21 0,0 0 1 16,2 0-9-16,1-1 0 0,-1 0-9 0,1 0 22 15,12-2-15-15,-7 0-7 0,-1 0-2 0,-1 0 7 16,-1 0 14-16,1 0-7 0,1 0-16 0,0 0 22 16,-1 0-10-16,-1 0-7 15,-18-11 13-15,20 7-1 0,0 2-11 0,0-3-2 0,0 0 12 16,2 5 7-16,-2-7-27 0,1 1 11 16,-2-3 11-16,2 3-15 0,-1-1 9 0,1 1 3 15,0-2-2-15,1 3-6 0,-1-5 4 16,2 0 12-16,-19-11-1 0,20 10-13 15,0 1-1-15,-2-3 14 0,4 0-12 16,-2 0-6-16,4 2-1 0,0-3 14 0,-4 3-17 16,2-4-10-16,0 3 12 0,-1-2-5 0,-1 2 9 15,1-3-16-15,3 2 27 0,-2-2-25 0,-1 0 17 16,3-1-6-16,-1 1 6 0,-1 1-6 0,1 0 3 16,1-2-2-16,-1-2-1 0,-1 4-2 15,4-2-5-15,-4-1-13 0,4 0 20 0,-2 0-1 16,1 0-7-16,-1-1 0 0,3 0-2 15,0-1 15-15,-2 1-26 0,2-2 30 0,1 2-5 0,-3 1-14 16,3-2 2-16,0-2-3 0,1 0-3 16,1-3 4-16,-1 2 12 0,-1 0-12 15,0 2 4-15,1-3-10 0,1 2 2 0,-2-3 4 16,1 3 0-16,-1-1-2 0,-1 1-9 0,1 0 10 16,0-1-8-16,-10-24-8 15,10 26 15-15,-1-1-13 0,1-2 13 0,0 1-7 16,-1-3 10-16,-2-2 7 0,2 1-8 0,-2-1 7 15,-1 1-11-15,3 0-9 0,-2 2 14 16,-1-1-2-16,0 0 9 0,0-1-11 16,0 0-3-16,1-1 0 0,-1 3 0 0,0-1 9 15,0-5-7-15,1 3 3 0,-2 1-7 0,0 0 16 16,1-1-3-16,-2 1-2 0,2 1-2 0,0 0-2 16,0 0 10-16,2 1-15 0,-1 0 8 15,0 0 3-15,-1 0-9 0,2-2 8 0,-2 0-2 0,2 1-1 16,0 0 1-16,0-1-3 15,1 3 3-15,0-1 9 0,-2 1 3 0,3 3-8 16,1-2-5-16,-1 1 5 0,2 1-8 16,-1-1 0-16,0 1 0 0,-1-1 11 0,3 3-11 15,-2 0 6-15,2-1 2 0,0 2 0 0,-1-2-7 16,1 3-1-16,0 0-1 0,-2 3 13 0,4 2 1 16,1 0-6-16,-1 1-3 0,2 2-5 15,-2-3 2-15,2 5-4 0,-1-1 12 0,1 0-6 0,0 0 2 16,1 0-2-16,-2 0-6 0,1 1 8 15,1-1-7-15,-4-12 4 0,3 6-15 0,1-1-53 16,0 14-59-16,0-9-154 16,0 0-186-16,0 0 1 0</inkml:trace>
  <inkml:trace contextRef="#ctx0" brushRef="#br0" timeOffset="6032.67">25498 10905 32 0,'-35'-46'10'0</inkml:trace>
  <inkml:trace contextRef="#ctx0" brushRef="#br0" timeOffset="8212.07">23567 5394 21 0,'-14'0'139'0,"14"0"12"15,0 0 4-15,-31 19 20 0,27-22-8 0,-1 0-12 16,1 1-2-16,0-3 3 15,0-1 0-15,-3-4-25 0,-1-5 3 0,3 4-32 0,1 0-7 16,0-6 1-16,-2-2-7 0,2 2-8 16,-1-2-11-16,2 0-18 0,-1-3 7 0,0 2-16 15,-1 0-2-15,2-3-7 0,-1 2-9 0,-1-3 7 16,0 1-15-16,-1-1-10 0,1 2-2 0,0-1 4 16,-1-2-12-16,-2-4-6 0,2 4 0 0,0-1-4 15,-3-2 11-15,4 2-3 0,-2 1-7 16,0-2 9-16,3 1-18 0,2 0 11 0,-4 1-4 15,2-1 2-15,2 4 5 0,-2 0-12 0,1 0 9 16,-1-1-4-16,3 4-3 0,-2-2 10 16,2 3-12-16,-2-1 12 0,3 2-4 15,0-4 6-15,0 13-8 0,0-7-3 0,0-2 11 16,0 2-8-16,0-1 2 0,12-9 6 0,-5 7-1 16,-3 0 2-16,1 1 2 0,0 0-8 0,5-2-3 15,0 2 6-15,0 1-7 0,0 0 2 16,2 1 3-16,-2 0 1 0,3 0 1 0,-1 0-4 15,1 1 9-15,2-1-15 0,0 1 7 0,2 0-3 16,-2-1-5-16,2 0-3 0,-1 2 6 16,0 0-5-16,1-1 0 0,1 1 3 15,-2 2 1-15,-2 1 1 0,1-1-5 0,-2 2 9 16,2 2-6-16,-2-1 0 0,3 2 1 0,0-1 3 16,3 2 0-16,-2 0-1 0,2-1-3 15,0 2-1-15,1 2 2 0,0-2 4 0,4-2-4 16,0 4 11-16,-2-2-4 0,2 0 1 0,2 3 0 15,-1-2-3-15,1 2-4 0,-2-2 16 0,0 1-9 16,-2 2-2-16,0-2-4 0,-1 1 9 16,-1-1-2-16,-9 2 7 0,6 0-8 0,3 0 4 15,3 0-7-15,1 0 7 0,36 13 4 16,-30-9-5-16,4 3 3 0,2-1 2 0,4 3 13 16,2 1-6-16,3 1 1 0,3 0 12 15,5 3-8-15,2 1-2 0,4 1 3 0,1 3 3 16,-2-1 1-16,1 2 1 0,-2 1 2 15,2 1 3-15,-3 3-8 0,3 1 5 16,-5 3 5-16,0 1 2 0,2 2-8 0,0 2 5 0,0 0 0 16,-2 3 0-16,2-1-4 0,2 2-5 15,-2 3-1-15,2 0 11 0,2 2-11 0,0 0-3 16,-1 3 8-16,-2-1-1 0,1 1-8 16,-3 2 10-16,-2-5-8 0,-2 4-3 0,-1-1-3 15,-2 2 12-15,-1-3-2 0,-4 3-1 16,-1-3 1-16,0 2-5 0,-4 0-12 0,0 0 11 15,-4 1 2-15,1 0-14 0,-5 4 14 0,0-2-5 16,-4 0-7-16,2 2 1 0,-6-3 3 16,0 2 7-16,-2-2-19 0,-4 2 4 0,0-2 11 15,-2 4-1-15,-2-2 0 0,-2-3 0 16,-2 2-6-16,0-3-1 0,-4-1 8 0,0 0 2 16,-1-2 4-16,-3-1-2 0,0-23 2 0,0 11-7 15,0 5 7-15,-17 43-3 16,9-37 11-16,-2-2 6 0,-2 1-10 0,0-1 3 0,0-1-8 15,-4 0 13-15,2-1-12 0,0-1 14 16,-2 1-10-16,0-1 11 0,-2-4-13 0,0 2 5 16,2-3 7-16,0-1-2 0,-4-3 5 15,3 3-8-15,-2-4 4 0,-1 0 11 0,1 1-10 16,-1-1 7-16,-2-3-4 0,2 3-2 0,3-2-6 16,-4-1-14-16,-2-1 18 0,2-1-3 15,-2 2-1-15,0-3 4 0,1 1 2 16,-5 0 1-16,-1-1-10 0,0 0-3 0,-1-1 10 0,-5-4 15 15,0 4-7-15,-4-2-4 0,1-2 12 0,-3 3 9 16,0-4-10-16,-3 3 1 0,0-1 9 16,-1-1-13-16,0-2 15 0,-2 3 7 0,3-3-19 15,-2-1 13-15,-2-3-6 16,0 1 1-16,1 0-8 0,-2 1 3 0,0-3-2 0,0 0 0 0,0 0-4 16,-3-2-12-16,-1 0 15 0,0 0 2 15,3 0-5-15,-3-1 0 0,2-3 1 0,1-1 3 16,-2 1 1-16,2-3 10 0,24 0-5 0,-11 0 4 15,-7 0 1-15,-46-11 11 16,43 3-9-16,2-1 2 0,2-2 2 0,-1-5-6 0,3-2-8 16,1-2-11-16,-2-6-14 15,2-3-3-15,2-4-7 0,0-1-8 0,-1-7-6 0,2 1-10 16,0-1-7-16,2-5-1 0,2-1-11 0,3-2-7 16,0-2 4-16,1 4-12 0,-1-1-3 0,4-5 5 15,1 0-18-15,1-1 5 0,2 2 4 16,1-5-13-16,1 0 12 0,2 1-11 0,0 0-8 15,3-2 27-15,2 0-6 0,3 2-12 0,1-4-12 16,1 1 7-16,2 0 20 0,5 2-17 16,0 0 7-16,0 27-4 0,0-13-10 0,0-6 1 15,15-55 2-15,-6 47 6 0,2-3 2 0,3 0-6 16,1 0-15-16,6 0 9 0,3-1-1 16,4 2-12-16,0 2 2 0,4 1-9 0,3 1-5 15,5 2 0-15,6 0 0 0,4 1-13 16,6 3-5-16,2 3 10 0,6 3-19 0,0 5 5 15,4 3-3-15,4 6-23 0,2 3-118 16,-6 2-60-16,-2 3 0 0</inkml:trace>
  <inkml:trace contextRef="#ctx0" brushRef="#br0" timeOffset="11154.37">25187 10437 35 0,'-13'0'187'0,"13"13"-18"16,0-13 8-16,0 0 12 0,0 0 3 15,0 0-12-15,0 0-2 0,0 0-18 0,0 0-1 16,0 0-6-16,0 0-5 0,0 0-27 0,0 0 7 16,0 0-2-16,0 0-6 0,0 0-13 15,0 0-16-15,0 0 0 0,8 8-15 0,9-18 7 16,-1 0 0-16,0-2-26 0,1 1-2 0,3-3-2 15,3 3-2-15,1-3-10 0,-3 1 3 16,2 0-15-16,-2 1 1 16,3 0 4-16,3-1-7 0,0 1-12 0,2-1-2 0,0 0 7 15,3 1-21-15,3-1-24 0,0 1-30 16,-2 0-30-16,0-1-30 0,-2 1-45 0,-2 1-30 16,-2 1-48-16,-3 0-401 0,0-1 1 0</inkml:trace>
  <inkml:trace contextRef="#ctx0" brushRef="#br0" timeOffset="11392.53">25299 10442 56 0,'-20'14'206'0,"3"0"-27"15,1-5-2-15,4-2-10 0,2-1-8 16,4-1 9-16,2-1-8 0,1 1 17 0,3-5-14 15,0 0 5-15,0 0 4 0,29 9-17 0,-7-11-27 16,-6 2-6-16,8 0-17 0,36-11-17 16,-23 3-5-16,3-2-1 0,4-3-19 0,-1 2-55 15,3 0-21-15,0-7-41 0,-2-1-30 16,-3-1-67-16,0 1-30 0,-5-2-74 0,-4-2-257 16,-1 1 0-16</inkml:trace>
  <inkml:trace contextRef="#ctx0" brushRef="#br0" timeOffset="11764.71">25746 9419 161 0,'-7'-28'234'16,"2"6"-12"-16,-1 3-19 0,2 2-12 0,2 3-21 15,-1 5-17-15,3 9-26 0,0 0 11 16,0 0-11-16,15-9 0 0,6 18-10 0,3 5-10 0,5 4-6 15,3 7 0-15,3 5 1 0,2 8-8 16,-1 6-15-16,-2 9-4 0,-2 5 1 16,-4 5-13-16,0 4-2 0,-5 3-18 0,1-1 1 15,-7 3-20-15,-2 1 20 0,-1-4-15 0,0 0-1 16,-2-5 1-16,-4-3-1 0,1-2-8 16,-1-5-1-16,-3-5 1 0,2-1-10 0,-6-3 0 15,2-4 6-15,-3-23-7 0,0 8 20 0,0 2 2 16,-16 31 3-16,5-33 6 0,-3-2 0 0,-6-3 8 15,-4 0-4-15,-6-4 0 0,-3 0 4 16,-6-4-22-16,-5-2 14 0,-1-1-10 16,-1-3 4-16,-2-1-8 0,2-3-5 0,-2-2-7 15,24-1-41-15,-10 0-41 0,-40-19-59 0,35 6-61 16,6-3-67-16,6-4-517 0,6-3 0 16,7-7 1-16</inkml:trace>
  <inkml:trace contextRef="#ctx0" brushRef="#br0" timeOffset="12709.96">27992 8235 16 0,'-13'-13'188'0,"-1"-1"-14"0,0-1 10 0,-1 0 11 15,0 3-22-15,-1 3-3 0,0 0-13 0,2 1-17 16,-1 2 6-16,2 2-21 0,2 3-15 16,0 1-2-16,3 0-22 0,-18 12 1 15,6 1-13-15,1 2 5 0,-4 5-5 0,-2 5-11 16,-2 2-8-16,2 5-3 0,-3 4-2 0,2 1-15 15,2 1 0-15,0 1 4 0,1-1-15 0,4 2 3 16,3-1 5-16,2-4-7 0,3 2 11 16,3-3-13-16,4 2 5 0,3-2-7 15,1-19 7-15,0 6-3 0,12 25 17 0,-2-29 2 16,5-3-10-16,4-6 21 0,3-3-7 0,-7-5-14 16,30-11-7-16,-10 1 3 0,1-7 7 15,2-3 2-15,2-3-14 0,2-4-7 0,-1 0-4 16,-4-4 18-16,1 1-11 0,0-2-19 0,0 0 4 15,-5 1 4-15,-4 3-12 0,-5 2 19 0,-1 1-7 16,-3 4 9-16,-1 1-2 0,-2 1 34 16,-1 4-4-16,-3 0 8 0,6-10 14 15,-12 19-46-15,-2 1-15 0,-2 5 4 16,-3 0-9-16,0 13-3 0,-7 12 9 0,-4 3-19 16,-5 6 15-16,-2 6-4 0,-4 7-5 15,-3 9 14-15,-2 5-2 0,-2 1-4 16,1 0-3-16,1-1 3 0,-1-5-1 0,2 0 5 15,0-2-14-15,1-5 12 0,0-4-5 0,3-3 4 16,2-5 0-16,0-1-13 0,3-6 6 16,0-2 8-16,-1-5-6 0,4-4 11 15,-5 0-13-15,2-2 8 0,-5-2-13 0,0-2 15 16,-1-7-1-16,-2 1-10 0,-2-5-5 0,2-2-9 16,10 0-7-16,-6 0-30 0,-27-11-12 15,21 1-28-15,6 0-25 0,0-2-22 0,2-1-24 0,6-5-46 16,5-2-514-16,5-2 0 0,3 10 1 15</inkml:trace>
  <inkml:trace contextRef="#ctx0" brushRef="#br0" timeOffset="13101.25">28668 8478 30 0,'-5'0'282'0,"1"4"-19"15,1-4 22-15,0 0-18 0,2 0-19 16,2-2-6-16,2 0-31 0,1-1-17 16,12-6-18-16,3 2-19 0,5-2-16 0,1-1-20 0,7 0-11 15,2-1-11-15,8 2-14 0,3 1-49 16,2-1-28-16,1 3-41 0,1 1-52 0,-3-1-55 15,1 1-89-15,-6-1-388 0,-6 2 0 16</inkml:trace>
  <inkml:trace contextRef="#ctx0" brushRef="#br0" timeOffset="13299.15">28688 8889 306 0,'-20'17'275'0,"1"-2"10"16,1 1-15-16,3-1-11 0,2-5-18 0,2 0-10 16,6-4-2-16,3 0-26 0,2-6-14 0,15 5-9 15,13-5-19-15,-12 0-24 0,11 0-10 16,6 0-14-16,43-13-27 0,-28 8-28 0,2-1-77 16,4 1-52-16,-4 0-58 0,-1 0-47 15,1 1-76-15,-5-3-424 0,-2-1 0 0,-6 2 0 16</inkml:trace>
  <inkml:trace contextRef="#ctx0" brushRef="#br0" timeOffset="15222.6">30379 8093 26 0,'0'-13'175'16,"0"13"-5"-16,0 0-6 0,0 0 6 0,0 0-14 16,0 0-2-16,0 0-18 0,0 0-11 0,0 0-13 15,0 0 4-15,0 0-15 0,0 0-2 0,0-14-16 16,0 14-6-16,0 0-12 0,0 0-10 16,0 0 13-16,0 0-19 0,0 0 1 0,0 0-10 15,0 0-4-15,0 0 1 0,0 0 2 16,19 16 8-16,-24 7 11 0,-2 5 0 0,-2 0 1 15,-1 4-2-15,-3 5-11 0,-3 4 4 0,0 0-16 16,-1-2-4-16,-1 3 5 0,1-2 5 16,2 2-14-16,-2-7-15 0,1 3 14 0,0-2 8 15,1-1-14-15,2-3-2 0,1-3-11 16,-1 0 0-16,3-4 7 0,0-2-5 0,0 3 8 16,5-4-6-16,-2-2 10 0,2-3-22 15,2-4-2-15,-1-2 14 0,2-3-5 0,0 0-4 16,0-3-2-16,0 1-6 0,1-2-25 0,0 0-21 15,1 0-4-15,0-1-24 0,0-3-20 16,0 0-19-16,0 0-40 0,10 7-46 0,-4-7-349 16,11-5 0-16</inkml:trace>
  <inkml:trace contextRef="#ctx0" brushRef="#br0" timeOffset="15699.72">30569 8734 142 0,'-1'-3'251'0,"-1"-3"34"0,2 2 11 15,-2-1 8-15,2-1-10 0,0 0-5 16,-4-9-12-16,4 15-12 0,0-13-28 0,0 0-25 15,0 0-21-15,0-4-29 0,12-15-14 0,-7 14-13 16,4 0-23-16,-2-1-12 0,2 1-16 0,3-3-14 16,2 3-14-16,2 1-8 0,1 2-4 15,3 0-6-15,1 3 5 0,1 1-25 0,2 1 4 16,2 3-2-16,2 1-5 0,-2 3-15 16,0 3-11-16,-12 0 2 0,3 0 2 0,23 12-18 15,-19-3-16-15,-6 4 3 0,-2 4-8 0,-6 2 2 16,-3 5 18-16,-4-10-1 0,-16 25 4 15,1-12 4-15,-3 3 6 0,-6-2-13 0,-2-1 7 16,1 3 10-16,0-3-5 0,1-3 3 0,1-2 7 16,2-1-8-16,-2-3 7 0,4-2-3 0,-2-1 13 15,1-3-11-15,4-2 29 0,0-4 15 16,0 2 14-16,4-7 10 0,3 2 0 0,9-3 3 16,-12 0-10-16,-8-17-9 0,14 9-8 15,4-2-20-15,-2-6-21 0,1-3-39 0,2 4-11 16,1 6-38-16,0-5-62 0,18-18-28 0,-7 12-45 15,2 4-632-15,2-1 0 0,1 2 1 0</inkml:trace>
  <inkml:trace contextRef="#ctx0" brushRef="#br0" timeOffset="15912.31">31025 8723 19 0,'0'-2'335'0,"0"0"2"0,1 1 22 16,1-3-23-16,0 2-21 0,0-1-34 0,-1 1-21 15,2-1-27-15,-2-2-38 0,0 3-33 0,3-2-46 16,11-5-69-16,0 1-44 0,1 0-66 0,5 1-51 16,0 0-43-16,5 1-75 0,-4 2-376 15,2 0 0-15</inkml:trace>
  <inkml:trace contextRef="#ctx0" brushRef="#br0" timeOffset="16474.41">31492 8629 270 0,'-2'-19'344'15,"-2"3"20"-15,-2-2 11 0,4-1-9 0,0-2-37 16,2 4-31-16,0-4-35 0,0 12-27 15,0-5-31-15,0-2-21 0,0-1-16 0,0 0-27 16,12-19-23-16,-4 19-18 0,3-1-10 0,6 0-13 16,5 2-11-16,0 1-11 0,4 1 3 0,3 1-13 15,3 2-9-15,2 1-4 0,0 4-7 16,1 1 0-16,0-2 2 0,1 3-6 0,-18 4-6 16,8 0-8-16,3 0-2 0,31 11-9 15,-33 0-4-15,-2 3-12 0,-5 1-8 0,-1 0-2 16,-6 6-20-16,-2 3 3 0,-6 3 4 0,-4 1-17 15,-1-13 27-15,-17 28-5 0,1-13-4 16,-5 1-8-16,-7 0 7 0,-3 1 19 0,-6 4 1 16,-3 2 2-16,-3-1-6 0,-1 2-1 0,1 1 2 15,-1 2 9-15,4-2 8 0,0-1 2 16,3-2-4-16,2 1 7 0,4-1-11 0,5-3-8 16,3-2 6-16,7-3-20 0,3-1 4 15,3 1-5-15,4-3 5 0,6-15-7 16,0 4 18-16,20 17 20 0,-2-15-21 0,6-7 14 0,6-3 8 15,0-3-9-15,5-2 8 0,-1-1 24 0,-18-1-5 16,6 0 10-16,33-11 24 0,-27 2 6 16,-3-1 2-16,1-3 9 0,-5-2 6 15,-2-2-6-15,-3-6 0 0,-6 0 13 16,-3-7-19-16,-7 1-1 0,0 10-7 0,-13-25-1 0,1 12-6 16,-4 0-1-16,-3 0-5 0,-1 2-6 15,0-1 1-15,0 3-6 0,0 3-4 0,4 0-1 16,-1 4 7-16,1-1-8 0,2 2-11 15,1 5-18-15,5 2-32 0,1 3-54 0,3 1-70 16,2 5-25-16,2 4-32 0,0 0-739 0,2 0 0 16,1 4 1-16</inkml:trace>
  <inkml:trace contextRef="#ctx0" brushRef="#br0" timeOffset="16820.18">32037 9137 46 0,'2'-6'376'16,"0"2"13"-16,-1-4-8 0,2-10-7 0,-1 4-9 15,2-5-1-15,-1-2-37 0,0-3-23 0,3-1-48 16,0-1-42-16,-1 4-18 0,0 1-21 0,3 2-30 16,3-2-26-16,0 4-7 0,5 0-23 0,2 1-10 15,0 2-10-15,3 5 1 0,1 3-13 16,5-1 8-16,0 2-15 0,2 2-4 0,-16 3-3 15,9 0-20-15,23 13 1 0,-12 0-25 16,-13 3-2-16,-8 2-6 0,-4 1-9 0,-8 10 5 16,0-16-2-16,-18 31-2 0,-2-11 6 15,-6-1-4-15,1-4 4 0,-3 1 3 0,-3-3-1 16,2-4-3-16,-4-1 6 0,-2-1-7 16,1-7-3-16,-1 1 10 0,0-2-12 15,2-4-15-15,1-3-20 0,1-1-19 0,-2-2-29 16,17-2-49-16,-8 0-28 0,-29-14-47 0,25 4-712 15,4-1 1-15,1-4 0 0</inkml:trace>
  <inkml:trace contextRef="#ctx0" brushRef="#br0" timeOffset="17854.5">28848 5409 52 0,'0'0'186'0,"0"0"-9"0,0 0-7 0,0 0 1 16,0 0-13-16,0 0-19 0,0 0 1 15,0 0 0-15,0 0-9 0,-38 11-12 16,25 12-16-16,-3 7 1 0,-1 2-19 0,-3 6 6 16,1 3-13-16,-2-1-8 0,0 3-18 0,-1 0-2 15,4-1 12-15,-2 2-9 0,2-6-3 16,1-3 5-16,4-3-11 0,-1-1 2 16,2-5-11-16,2 1 9 0,0-5-4 0,1-2 49 15,1-2 11-15,3-7 34 0,1-4 19 0,0-1 22 16,1-1 12-16,0-4-9 0,3-1-23 0,0 0-38 15,-5-27-16-15,5 1-16 0,0 11-13 0,0-8-10 16,0-8-25-16,16-38-16 16,-8 24-5-16,1 0-16 0,2-1-5 0,1 3-1 0,0-4-2 15,3 0 0-15,2 0-10 0,0 2-8 16,5-1 7-16,2 3-2 0,1 0-9 0,2 3 8 16,3 3-6-16,5 2-8 0,1 1 22 0,4 3-20 15,1 2 10-15,3 3-4 0,0 3-2 16,0 5 3-16,-3 2 8 0,-2 1-5 0,-3 5-7 15,-4 4-9-15,4 5 8 0,-23 1 5 0,24 16-10 16,-21 4 9-16,-9 4 21 0,-7-5 0 16,0 6-14-16,-24 39 18 0,3-20-10 15,-2 3 12-15,-2 1-10 0,-1 2 5 0,2-5-2 16,4-2-9-16,2-1 7 0,0-3 13 0,6-1 0 16,3-5-3-16,4-2-6 0,2 3 13 15,3-19 14-15,12 26-7 0,0-20-7 16,9-4-5-16,7-7-11 0,4-3-7 0,6-3-32 15,4-2-19-15,-19-2-25 0,10 0-33 0,49-11-30 16,-42 5-26-16,-2-1-22 0,2-1-486 0,-5 0 0 16,-3-1 0-16</inkml:trace>
  <inkml:trace contextRef="#ctx0" brushRef="#br0" timeOffset="18142.57">29726 5705 175 0,'3'-6'192'0,"0"2"9"0,-1-2 45 0,4-10 2 0,2 3 8 16,-4 0-2-16,4-3-8 0,-3 2-15 15,3-3-9-15,0 1-18 0,0 1-12 16,0 1-27-16,4-2-12 0,0 3-21 0,3-4-9 16,2 7-14-16,3-2-11 0,1 1-20 0,5-1-7 15,0 4-12-15,-1 4-10 0,2 1-9 16,0 3-5-16,-15 0-26 0,5 0-7 16,22 13-4-16,-21-6-2 0,0 3-8 0,-5 1 1 15,0 4-3-15,-5 4-3 0,-6 3 9 0,-2-10-10 16,-16 26 12-16,2-13-5 0,-2 0 2 0,-2-2-4 15,-1 0-11-15,-2-2 22 0,2-4 3 16,-2 0 7-16,1-2-11 0,-3 1 7 16,3-2-3-16,0-3-19 0,2-4-1 0,0-1-32 0,0-3-55 15,10-3-57-15,-6 0-52 0,-12-19-555 16,15 8 0-16,3-1 1 0</inkml:trace>
  <inkml:trace contextRef="#ctx0" brushRef="#br0" timeOffset="18421.16">30682 5177 14 0,'14'-13'225'16,"-6"1"-11"-16,-7 4 1 0,-4 1-6 0,-1 5-23 16,-5 2-19-16,-11-1-2 0,8 1-23 15,-27 15-4-15,11-2 5 0,-2 7 1 0,-5 5 2 16,-1 5-2-16,-3 6-1 0,-1 6-15 0,1 5-3 15,1 1-12-15,-1 8-4 0,4 0-11 16,3-1-21-16,3-1-5 0,4-2 4 16,2-3-12-16,-10 39 64 0,18-42-82 15,4-9-25-15,3 0-5 0,3-2-10 0,5 0-25 16,0-19-8-16,0 4-20 0,19 26-26 0,-5-27-27 16,6-3-26-16,2-8-36 0,3-2-22 15,3-5-66-15,-16-1-372 0,25-14 0 0</inkml:trace>
  <inkml:trace contextRef="#ctx0" brushRef="#br0" timeOffset="18586.39">30357 5785 51 0,'-6'-18'208'0,"4"4"1"16,-2 3 5-16,2 1-6 0,2 2 3 0,-1 1-23 0,1 7-7 16,0-9-14-16,19-16-20 0,-5 11-23 15,2 3-8-15,7-1-4 0,5 3-30 0,-1 2-25 16,1 1-19-16,4 1-36 0,1 2-37 0,2-2-33 15,0 3-56-15,2-2-41 0,-1 2-103 16,1 1-146-16,-1-2 0 0</inkml:trace>
  <inkml:trace contextRef="#ctx0" brushRef="#br0" timeOffset="18789.59">31038 5677 206 0,'-2'2'287'0,"-1"0"-2"16,2 0-23-16,-2-2-15 0,2 0-14 16,1 0-19-16,1 0-8 0,4-2-37 0,14 0-16 15,5 1-10-15,-11 1-22 0,7 0-30 0,7 0-17 16,4 0-34-16,1 0-45 0,0 0-33 16,29 12-33-16,-33-6-51 0,-5 1-56 0,-3-1-84 15,-4 1-252-15,-8-2 0 0</inkml:trace>
  <inkml:trace contextRef="#ctx0" brushRef="#br0" timeOffset="18976.87">31016 6030 40 0,'-18'13'212'16,"4"-2"13"-16,0-2 12 0,4 1 18 0,2-5-8 16,2 1 19-16,2-2-16 0,2 0-27 0,2-4-18 15,0 0-23-15,25-2-25 0,-12 2-19 0,31-10-17 16,-8 4-36-16,6 1-24 0,7-4-74 15,4 2-59-15,5-1-37 0,4 0-34 0,6-1-54 16,1 3-87-16,0 0-238 0,1-3 0 16</inkml:trace>
  <inkml:trace contextRef="#ctx0" brushRef="#br0" timeOffset="19475.64">32342 5685 99 0,'-8'-18'226'0,"-4"2"-7"0,-4 2 5 0,-3-1-1 0,-4 3-3 16,-2 4-13-16,-2 5-24 0,-2 3 3 16,13 0-30-16,-28 11-5 0,11 1-2 0,-4 8 7 15,-2 4 1-15,0 5-15 0,-2 4 1 16,4 5-14-16,3 1-14 0,2 4-2 0,6 1-12 16,2 1-11-16,5-3-12 0,3 1-12 0,5 1-30 15,10-4 1-15,1-20-6 0,13 37-28 16,3-21-9-16,8-4-11 0,6-3-31 0,3-3-7 15,2-1-34-15,1-4-7 0,-2-1-16 16,1-6-8-16,-4-1-4 0,-1-3 14 0,-3-2-1 16,2-3 16-16,-1-5 20 0,-16 0 18 0,6 0 20 15,2 0 19-15,18-16 20 0,-26 6 24 16,3 0 28-16,-2-1 12 0,-2-1 41 0,-2-2 25 16,2 0 8-16,1-1 4 0,-6 1-7 0,4-2-4 15,-4 0-2-15,6 4-8 0,0-7-20 16,2 7-2-16,3-3-21 0,2 0-7 0,13-1-13 15,5 2-3-15,5 7-5 0,-1-1-2 0,2 5-4 16,-23 3 5-16,8 0-14 0,4 0-4 16,33 13-11-16,-38-4 3 0,-5 1-13 15,-3 3-12-15,-7 1-5 0,-4-2-5 16,-4 3-2-16,-4 4-3 0,0-12 8 0,-27 24-1 0,-1-8-4 16,-5-4 1-16,0 1 4 0,-2-6 7 15,6-2-14-15,3-4 3 0,1 1 1 0,0-1-6 16,1-2-1-16,1-1-14 0,4-3-8 0,-2-2-18 15,13 0-10-15,-4 0-45 0,0 0-23 16,-16-15-38-16,18 0-55 0,6 3-640 0,2-5 0 16,2 8 1-16</inkml:trace>
  <inkml:trace contextRef="#ctx0" brushRef="#br0" timeOffset="19743.8">33283 5792 182 0,'7'-2'271'0,"4"-3"4"16,-7 3-19-16,-2 0-21 0,-7 2-13 0,-4 4-27 15,-10 3-9-15,-6 6-20 0,-11 2-26 0,-7 8-5 16,-5 5-22-16,-8 10-5 0,-4 11 3 16,0 4 0-16,0 5 0 0,0 1-23 0,4 1 1 15,13-11-10-15,9-2-1 0,8-9-11 0,2 3-9 16,3 1-9-16,2-4-22 0,6 3 8 15,2-4-13-15,3 0-14 0,4 16-8 0,4-30-6 16,14 45-32-16,6-28-7 0,10-8-23 16,8-4-32-16,4-5-31 0,9-5-42 0,12-7-65 15,-2-4-417-15,3-4 0 0,-37-3 1 0</inkml:trace>
  <inkml:trace contextRef="#ctx0" brushRef="#br0" timeOffset="19910.89">33161 6519 28 0,'-6'-13'276'0,"1"1"-20"16,0 4 17-16,2 3-31 0,-1-1-4 0,5 0-20 16,-1 6-29-16,12-13-4 0,6 10-23 0,3 2-17 15,11 0-15-15,5 4-35 0,5 3-27 16,2-1-67-16,-4-1-51 0,4 1-62 0,0 2-85 16,-8 0-193-16,0-1-50 0,-4-1 1 15</inkml:trace>
  <inkml:trace contextRef="#ctx0" brushRef="#br0" timeOffset="25133.73">31945 8703 138 0,'0'0'146'0,"0"-14"0"0,0 14 1 0,13 0 7 15,3-28 3-15,-15 24 3 0,2 2-15 0,-2-2 9 16,1 1-4-16,-1 1 0 0,0 0-17 15,1-1-3-15,-1 1 6 0,0 0-14 0,-1 1 3 16,3-2-15-16,-3 1 3 0,1 0-10 16,-1-2 7-16,2 4-23 0,-2 0-14 15,0-4 5-15,0 3-12 0,0 0-4 0,1 0-16 16,-2 1-6-16,1-2-12 0,0 1-5 0,0 1 7 16,-2-1-32-16,0 1 25 0,-1 0-28 15,-4 1 9-15,-9 2 0 0,-2 2 4 16,-4 2-12-16,1-3 8 0,0 6-23 0,-5 3 24 15,4-1-7-15,-5 2 1 0,-1 2 15 0,-1 4-20 16,-2 3 17-16,-2 4 5 0,1 1 21 16,-4 8-8-16,1 3-11 15,3 1 14-15,1 3-1 0,2 0 1 0,3 1-5 0,0 3 6 0,6-4-4 16,2 3 2-16,2 1 3 0,2 0 0 16,4 0-6-16,0-2 12 0,5 3-8 15,4-3 4-15,1-3 2 0,0 0-1 0,0-25-6 16,0 11-4-16,14 34 3 0,-6-27 1 15,2-7-13-15,0 0-1 0,1-2 0 0,2-3 3 16,1-1-2-16,0 1-5 0,4-3-4 0,0-4-13 16,-1 0-7-16,0-2-29 0,1-1-5 0,3-5-35 15,-2 0-30-15,2-3-34 0,2-1-29 0,-2-4-48 16,-1 1-603-16,-10-1 1 0,2 0 0 16</inkml:trace>
  <inkml:trace contextRef="#ctx0" brushRef="#br0" timeOffset="26354.34">30950 8968 59 0,'0'0'198'0,"0"-17"5"15,23-7 5-15,-20 18 9 0,-1 4-11 16,-2-3-8-16,2-1-13 0,-1 3 0 16,-2-1-23-16,-2 0 5 0,3 4-24 0,-12-3 2 0,-8 7-38 15,7-4-2-15,-29 12 10 0,12 3-26 0,-2 1-4 16,-7 4-9-16,-4 8-8 0,-1 6 18 15,-2 5 7-15,-4 3-4 0,-2 7-1 16,-1 6 7-16,-2 8-1 0,-1 1 3 16,3 9-5-16,-2 6 8 0,6 7-8 0,2-3-9 0,3 3 1 15,4 2-3-15,5-3-8 0,6-6-1 0,1 0-5 16,4-2-10-16,4-3-9 0,4-3 5 16,3-1-11-16,4-6 1 0,2-1-3 0,4-5 0 15,2 0-12-15,1-33-1 16,0 13-4-16,17 41-7 0,-5-39-3 0,4-4-19 0,0-4-12 0,7-4-14 15,1-6-10-15,2-3-35 0,2-6-20 16,2-3-36-16,3-2-39 0,3-5-44 0,-19-3-770 16,9 0 0-16,30-24 0 0</inkml:trace>
  <inkml:trace contextRef="#ctx0" brushRef="#br0" timeOffset="26787.37">30998 9598 66 0,'-4'-14'225'0,"2"3"-9"16,0 2 10-16,1 3-17 0,-2 0-15 16,3 0-12-16,-1 2-23 0,1 2-24 15,-1-1-10-15,1 6 13 0,-3 0 1 0,-4 12-9 16,-3 4 10-16,-4 9-26 0,-3 4 4 16,-3 11-9-16,-5-1-9 0,2 5-5 0,-1 1-6 15,-3 4-13-15,3 1-5 0,-1-1-14 0,0 2 8 16,2 1 0-16,3-3-5 0,-1-2-3 15,2-2-9-15,6-1-12 0,-2-9 7 16,2 2-2-16,3-6-10 0,5 0-18 16,0-6-30-16,-1 4-11 0,2-6-20 0,2-3-13 0,0-4-26 15,2-19-10-15,0 11-31 0,11 5-26 16,-3-13-61-16,0-1-470 0,9-4 1 16,-7 2 0-16</inkml:trace>
  <inkml:trace contextRef="#ctx0" brushRef="#br0" timeOffset="27152.98">31164 10033 9 0,'-4'0'273'0,"0"0"-21"0,0 2-7 16,1-2-11-16,0 0-3 0,1 2 0 16,-1-2-8-16,0 0-14 0,2 0-11 0,2 1-20 15,3 2-13-15,3-3-6 0,14 3-4 0,5 2-8 16,3-2-20-16,3 3-16 15,-1-4-3-15,2 1-7 0,3-1-13 0,1 2-11 0,-1 0-3 16,4 0-6-16,-3 0-17 0,0 0-4 16,-1 1 5-16,1-1-7 0,-3 1-9 0,-3-3-12 15,0 3 4-15,-2-1-7 0,-2-2-23 0,-3 2-19 16,-3 0-48-16,-2-2-35 0,-7 0-45 0,-2 0-25 16,-10-2-34-16,8 0-602 0,-1 0 0 0,0 0 0 15</inkml:trace>
  <inkml:trace contextRef="#ctx0" brushRef="#br0" timeOffset="27700.02">32083 10179 107 0,'-5'0'204'0,"2"1"9"16,1-1 13-16,-1 0 15 0,-1-1 9 15,0-1-9-15,1 0-4 0,1 1-3 0,-2 0-9 16,1-3-5-16,-1 0-6 0,1-1-2 16,1-1-15-16,-2 2-9 0,1-2-3 0,-1-8-25 15,1 1-15-15,2 2-19 0,1 0-16 16,0 11-9-16,0-10-18 0,0-4-9 0,12-15-3 15,-3 14-16-15,3 0-12 0,0 2-1 0,2 0-9 16,0 2-3-16,2 1-6 0,4 3-5 0,0 3-7 16,-4 1-10-16,4 0-8 0,-8 3-14 15,3 0-20-15,3 0 4 0,20 16 5 0,-22-5-17 16,-3 4 17-16,-4 2 2 0,-3 4 1 16,-6 3 6-16,0-11-8 0,-12 29 11 0,-4-11-5 0,-3 4 11 15,-5-2 0-15,-3 3 10 0,-2-2-9 16,-1 1-2-16,-1-4-9 0,0-2 8 0,-1-1 12 15,3-3 6-15,1-4-16 0,1-3 6 0,-1-1 13 16,3-3 4-16,1-5 5 0,-3 0 13 16,3-3 4-16,0-2 6 0,14-4 0 15,-6 0 7-15,-18-11-8 0,20-1-2 0,-1-1-12 0,3-4-4 16,3-3-19-16,3 0-1 0,4-3-16 16,2 11-24-16,0-7-3 0,0-2-9 15,20-22-35-15,-11 18-29 0,4 4-15 0,2 0-15 16,2 1-34-16,1 2-9 0,0 0-31 0,2 0-565 15,0 6 1-15,0-2 0 0</inkml:trace>
  <inkml:trace contextRef="#ctx0" brushRef="#br0" timeOffset="27911.91">32162 10231 161 0,'1'-1'289'0,"1"-1"-17"16,-2 1 11-16,1-2-2 0,-1 1-6 16,1 0-36-16,1-1-18 0,-1 1-19 0,0-1-18 15,3-2-50-15,0 3-29 0,0-2-38 0,11-3-49 0,2-2-44 16,2 3-55-16,-2-2-48 16,4 2-29-16,3 3-82 0,-2 0-285 0,0-2 1 0</inkml:trace>
  <inkml:trace contextRef="#ctx0" brushRef="#br0" timeOffset="28398.83">32649 10133 202 0,'-3'-15'293'0,"6"-2"41"0,1 1 3 0,-4 8-32 16,5-26-4-16,2 15-8 0,1-1-13 0,0 0-16 15,2 3-28-15,2-2-12 0,7-2-39 0,0-1-15 16,-1 5-20-16,2 1-10 0,8 0-20 16,2 2-19-16,3 3-7 0,2 4-15 0,-2 0-7 15,-4 7-5-15,-1-6-18 0,-14 6-13 16,3 0-12-16,3 0-14 0,12 16-17 0,-20-2-1 16,-5 4-13-16,-7 4 4 0,0-8-8 15,-20 34 14-15,1-11-3 0,-5 0-1 16,-7 5-3-16,-3 0-1 0,-1 1 16 0,0 3-10 0,1 1 7 15,0-4-3-15,2 1-12 0,3-1 9 16,2-1-19-16,3-2-8 0,3-5-3 0,5-3 3 16,5-7 1-16,3-3-5 0,2-3 7 15,6-2-4-15,0-17 30 0,0 12 5 0,20 3-3 16,-8-14 12-16,6-1-7 0,2 2 24 16,-10-2 21-16,19-17-4 0,-10 6 0 0,-1-2 2 15,-2-2 9-15,0 0-6 0,-5-10 5 16,-2-2-8-16,1 1 7 0,-9-2-12 0,-1 13-4 15,0-5 0-15,0-6 0 0,-15-32 2 16,11 30-13-16,0 3-1 0,-4 1-10 16,6 7-11-16,-1-2-14 0,0 3-36 0,1 2-14 15,2 4-26-15,0 10-42 0,0-11-32 0,12-9-31 16,0 13-25-16,1 2-650 0,6-1 1 0,-3 3 0 16</inkml:trace>
  <inkml:trace contextRef="#ctx0" brushRef="#br0" timeOffset="28698.65">33475 9783 120 0,'6'-6'276'0,"-2"2"-33"0,-4 3-13 15,4 2-40-15,0 1-7 0,-2 4-12 16,-4 7-24-16,4 4 30 0,-4 11-39 0,0 2 24 15,-8 10-12-15,-2 3-2 0,-4 12-17 0,-4 1-6 16,-8 7-20-16,-4 3-8 0,-8 7 4 0,-4-2-14 16,4-8-11-16,0-6-7 0,2 0-1 15,4-5-24-15,0-6 8 0,1-7-10 0,1 3-1 16,1-10-3-16,-1-4 3 0,3-3-5 16,-7-5-6-16,-1-1 3 0,-1-4-18 0,-2-2 3 15,-2-3 4-15,-1 1-4 0,6-11-28 0,21 0-4 16,-11 0-35-16,-2 0-30 0,-3 0-38 15,-28-17-34-15,33 7-52 0,0-1-548 0,6-3 1 16,3-4 0-16</inkml:trace>
  <inkml:trace contextRef="#ctx0" brushRef="#br0" timeOffset="29944.35">28420 11438 44 0,'-15'0'174'0,"15"0"5"0,-13 0 10 16,-4 19 17-16,13-19-15 0,0 2 12 0,1-2-18 15,0 0 9-15,1 2-3 0,0-2-9 16,0 0 7-16,0 0-15 0,1 1-4 0,1-2-22 16,-1 1 3-16,3 0-21 0,4 0 1 15,15-5-15-15,4-1-7 0,6-1-18 0,4-4-3 16,6 2-17-16,3-3-7 0,1 1 1 16,5 3-9-16,-1-7-16 0,0 4-16 15,3-2-20-15,-3-1-29 0,1 2-40 0,-6 2-40 0,-2 0-47 16,-7 1-46-16,-2 3-46 0,-2-1-499 15,-7 1 0-15,-6 4 1 0</inkml:trace>
  <inkml:trace contextRef="#ctx0" brushRef="#br0" timeOffset="30172.19">28503 11752 84 0,'-31'21'250'0,"3"-2"-18"0,5-2-19 16,2-5-9-16,1 3 10 0,1-5-6 15,3 1 8-15,4-4 1 0,6 2-15 0,0-5-17 0,5 0 2 16,1-4-10-16,13 1-18 16,9-1-18-16,-9 0-14 0,31-14-8 0,-8 5-8 0,3-4-14 15,2-1-18-15,4-3-26 0,2 0-46 16,1-1-32-16,1-2-61 0,-1 1-23 16,-1-1-32-16,-3 1-40 0,0 2-45 15,-4 2-453-15,-2 1 0 0,-3-1 1 0</inkml:trace>
  <inkml:trace contextRef="#ctx0" brushRef="#br0" timeOffset="30770.58">29385 11707 203 0,'-4'-1'245'0,"0"1"33"16,0-3-8-16,0 2 8 0,1-3-9 0,-1 2-12 16,1-2-19-16,1 0-20 0,0-2-8 15,1 1-19-15,1-1-9 0,0-3-21 0,3 3-12 16,6-12-16-16,3-3-9 0,1 0-19 15,5 0-15-15,-1 0-5 0,4 5-13 0,6-2-7 16,-2 2-9-16,1 1-3 0,2 0-15 0,0 3-8 16,-3 0-12-16,3 5 3 0,2-2-20 15,-2 3-1-15,-2 1-5 0,-2 5-23 0,-13 0 8 16,4 0-3-16,14 18-6 0,-20-2 2 0,-3 1 8 16,-6-6-5-16,0 7-3 0,-23 30 1 15,4-17 0-15,-9 7 17 0,-4 1-1 0,-1-2-5 16,-3 1 0-16,-2-4 13 0,1-2 4 15,0-2-8-15,2-4 16 0,2-5 26 0,2-2 13 16,3 0 6-16,1-4 9 0,3-2 2 0,0-1 6 16,3-5-6-16,4-3 0 0,1-4-13 0,5 0-22 15,11 0-22-15,-20-21-25 0,15 4-41 16,5-4-57-16,0 8-29 0,13-29-37 0,-1 16-42 16,0-2-672-16,5 0 0 0,1 1 0 15</inkml:trace>
  <inkml:trace contextRef="#ctx0" brushRef="#br0" timeOffset="30953.44">29673 11566 222 0,'4'0'233'0,"0"0"-1"0,-3 0-21 15,3 0-26-15,-1 0-30 0,1 0-16 0,0-2-40 16,11-3-47-16,2-5-44 0,3 2-57 0,3 2-76 15,1-2-134-15,1-1-17 0,2 0 0 16</inkml:trace>
  <inkml:trace contextRef="#ctx0" brushRef="#br0" timeOffset="31315.05">30158 11498 49 0,'-1'-5'316'0,"-1"-2"9"0,1 0 3 0,1-1 3 16,-1 1-18-16,2-1-32 0,-1-3-22 0,0-2-25 16,19-19-22-16,-7 15-22 0,1 0-18 15,2 4-14-15,2 3-24 0,3 1-10 0,-1 0-8 16,2 2-19-16,-1 4-14 0,1 1 1 16,-11 2-10-16,3 0 0 0,2 0-15 0,-2 0-8 15,14 16-3-15,-18-7-13 0,-1 3-13 0,-1 4 8 16,-3 0-5-16,-4 8-1 0,0-15-9 15,0 12 5-15,-11 29-7 16,4-21-1-16,2 1-6 0,-2 0 5 0,3-2 1 0,-1-1-16 0,4-6-7 16,1 0 5-16,0-13 0 0,0 1-4 15,16 13 12-15,-4-10 6 0,2-1-4 0,4-4 0 16,-6-7-6-16,7 0 2 0,5 0 9 16,4 0-3-16,1 0-15 0,35-17-4 0,-31 8-17 15,3 1-29-15,-1-1-40 0,0 0-56 16,-2 0-25-16,-1-1-49 0,-3 0-661 0,-1 0 1 15,-1-1 0-15</inkml:trace>
  <inkml:trace contextRef="#ctx0" brushRef="#br0" timeOffset="31903.16">32130 10876 135 0,'-3'-9'234'0,"2"3"-6"16,-2 3-18-16,2-1 4 0,-2 2-23 0,1 2-11 0,-4 3-14 15,-8 9-8-15,-5 5-15 0,-1 4-10 16,-4 5-28-16,-4 8 8 0,-4 3-12 0,-4 4 12 16,-3 9 8-16,-3 6-9 15,-1-1-12-15,0 3 2 0,3 3-10 0,-1-1-16 0,1 2-6 16,3-3 4-16,2 1-25 15,3-1 13-15,2-5-12 0,4-1 5 0,3-1-5 16,2-4 0-16,4-1-8 0,2-1-7 0,5-7-13 16,2 1-15-16,2-7-4 0,4-1-16 0,2-15-30 15,0 8-18-15,12 24-23 0,1-25-19 0,0-3-32 16,3-5-17-16,4-4-22 0,1-4-35 16,4-3-447-16,-13-5 0 0,8 0 1 0</inkml:trace>
  <inkml:trace contextRef="#ctx0" brushRef="#br0" timeOffset="32183.07">32030 11668 25 0,'4'-12'226'15,"-1"1"-21"-15,-1 4-1 0,0-1-12 16,0 3-25-16,0 0-4 0,-2 3-24 0,1-1 0 15,0 5-4-15,-1 0-13 0,-1 4-8 0,-2 12 0 16,-2 0-15-16,-3 6 6 0,-3 4-4 16,2-2-21-16,-3 3 3 0,1 5-22 0,-2-1 2 15,-2 0-7-15,1 2-5 0,0-2-5 0,1 2-2 16,-2-3-3-16,1 0-12 0,-1-3-13 16,4 0-34-16,1-2-23 0,-1 2-10 0,0-5-37 0,6-3-26 15,0 0-25-15,3-5-31 0,2-16-95 16,0 10-219-16,0-2 0 0</inkml:trace>
  <inkml:trace contextRef="#ctx0" brushRef="#br0" timeOffset="32543.27">32161 12096 58 0,'-4'-18'277'0,"0"4"5"0,1-3 30 0,-1 0-6 0,1 1-18 16,3 9-16-16,0-4-26 16,0 0-20-16,0-3-26 0,0-2-14 0,12-21-31 15,-2 17-20-15,3-1-7 0,4 3-15 0,2 2-10 16,1 1-16-16,4 0-1 0,0 4-23 0,2 1 2 16,2 0-14-16,12 5-4 0,-2-2-12 15,-6 7-14-15,-16 0-4 0,2 0-1 0,25 15-2 16,-27-6-16-16,-4 4 15 0,-2 4-6 15,-9 0 2-15,-1-6-18 0,-11 19 3 0,-2-10 8 16,-2-1 8-16,-3 1 3 0,0 1-13 16,-3-2-7-16,-2-1 5 0,2-3 6 0,-2 1-2 15,-1-3 0-15,4 1-8 0,-1-4 11 0,2-4 11 16,-1 0-10-16,4-3 0 0,1-2-21 16,5 0-23-16,2-1-41 0,8 0-34 0,-8 0-61 15,-3-13-51-15,8 6-577 0,2 0 0 16,6-14 0-16</inkml:trace>
  <inkml:trace contextRef="#ctx0" brushRef="#br0" timeOffset="32731.77">32594 11834 86 0,'4'-8'262'0,"-3"2"-36"0,3 0 16 15,-4-1-18-15,4 2-23 0,2-1-13 16,0 1-33-16,2-1-38 0,3 1-44 0,2-3-34 15,2 0-48-15,2 3-30 0,3-3-27 16,2 4-53-16,-4 0-91 0,1-1-133 16,-3 1 0-16</inkml:trace>
  <inkml:trace contextRef="#ctx0" brushRef="#br0" timeOffset="33174.6">32905 11671 25 0,'2'-22'259'16,"1"0"5"-16,2-1 29 0,3 0 4 16,3 1-12-16,0-5-25 0,7 4-26 0,-3 5-11 15,8-1-19-15,-1-2-21 0,4 9-23 0,0-4-17 16,4 2-12-16,-2 7-16 0,1 0-8 16,0 0-8-16,1 6-18 0,-5 0-5 0,-14 1-3 15,6 0-9-15,-1 0-16 0,15 21-8 16,-23-9 4-16,-6 4-25 0,-4 9-1 0,-8 3-2 15,-11 7 12-15,-10 6-27 0,-5 4 8 16,-5 3-15-16,1-1-8 0,-5 1-12 0,1 0 8 16,2-2-12-16,5 0-6 0,2-3-13 0,6-5-24 15,2-2-6-15,7 0 1 0,8-8 9 16,-1-1 9-16,5-6-6 0,7-4 1 16,-2-9 24-16,3-8 19 0,0 0 28 0,17 18-9 0,-7-20 39 15,2 0-3-15,17-9 62 16,-16 0-43-16,2-4 9 0,-3 1 10 0,-1-4-6 15,-5-2-1-15,2-1-4 0,-5-1-9 16,-2-2 6-16,-1 12-10 0,0-7 1 0,-12-26-11 16,7 19-7-16,-2 1-3 15,1 3-5-15,-2-3-2 0,1 1-12 0,-1 0-29 0,1 4-11 16,5 5-37-16,0 3-15 0,1 1-25 0,1 11-36 16,0-10-22-16,11-8-27 0,1 13-50 15,4-1-479-15,2 1 1 0,1 2 0 0</inkml:trace>
  <inkml:trace contextRef="#ctx0" brushRef="#br0" timeOffset="33475.71">33665 11340 205 0,'4'-2'218'0,"2"2"-4"15,0 1-8-15,-2 5-3 0,0 5-25 0,0 5-12 0,-2 5-1 16,0 9 7-16,-4 4-23 0,-4 7 10 16,-4 6-21-16,-8 12-7 0,-6 4 4 0,-8 0-13 15,4 1-26-15,-4-1-12 0,-8-2-8 16,8-2-3-16,-2-6 0 0,4-5-2 0,-2-3-11 16,6-2-6-16,-7-6 3 0,-6-5 10 15,3-5 4-15,-4-2-8 0,4-5-6 0,-9-3-5 16,1-6-3-16,-7 0 5 0,-3-4-14 15,-6 0-12-15,-8-5-29 0,2-2-67 16,37 0-59-16,-14 0-60 0,-58-16-80 0,42 5-492 16,2-3 0-16,2-4 0 0</inkml:trace>
  <inkml:trace contextRef="#ctx0" brushRef="#br0" timeOffset="35286.15">23849 11121 115 0,'0'-15'131'0,"-31"-16"-13"0,23 16-6 15,3 0 10-15,1-1-7 0,-2 0 6 0,0 0 1 16,2-1 7-16,0-2-4 0,4 5-8 0,-2-6 1 15,1 2-6-15,1 6-18 0,0-3-6 16,0-2 0-16,0-1-11 0,17-20-17 0,-7 17 4 16,-2-2-9-16,4 3-14 0,-4-2 7 0,5 0-17 15,-1-2 11-15,3 1-9 0,-1-2 0 16,4 2-11-16,-2-2-3 0,1-2 3 0,0 1-2 16,1-3 0-16,2 1-1 0,1-2-3 0,3 1-7 15,2 0-10-15,0-2-1 0,6 1 8 16,2 2-2-16,4-1 1 0,4-1 4 0,2 2-4 15,3 2 3-15,1 1-7 0,4 0 3 0,3 4-4 16,3 1 11-16,6 1-11 0,6 4 20 16,-1 1-6-16,4 0-3 0,1 6 5 0,2 3-9 15,4 0 15-15,-3 4 8 0,-37 1-12 16,20 0 11-16,80 11 5 0,-59-3-7 0,-1 3-6 16,0 2 0-16,-1 4 14 0,-4 0-6 0,-2 3 0 15,-1 5-18-15,-2 2 16 0,0 1 1 0,-2 4-4 16,-1 4-12-16,-2 2 14 0,-1 1-4 15,-2 1-16-15,-5 1 14 0,-1 1-6 16,-3 1 2-16,-2 5-4 0,-3 1 5 0,-4 1-3 16,-2 3-12-16,-2 4-4 0,-4 0 14 0,-4-1-11 15,0 0 8-15,-1-2-10 0,-5 4 6 16,0-6-1-16,-4 4 3 0,-2-2-3 0,-2-1-6 16,-4 0 0-16,0-2 5 0,0 1-4 0,-6-4 9 15,0 2-21-15,-4-1 16 0,-1-2 3 0,-3-2-3 16,1-1-5-16,-1-22 8 0,0 12-9 15,-12 39 12-15,6-32 8 0,-4-1-7 0,0-3-4 16,-4 0 18-16,0-1 3 0,-1-2-26 16,-2 1 31-16,-3-2-15 0,-2 2 1 0,-2-2-5 15,0-3-7-15,-4 2 9 0,-1 0-1 0,-3 0 5 16,0-2-3-16,-2-1-7 0,-2 1-7 16,-2-1 15-16,2-1-14 0,-5-6-4 0,-3 5 22 15,2-1-6-15,-10-2 1 0,-3 2-8 16,-6-5-2-16,-3 1 10 0,-3-2 3 0,-2-2 21 15,-5 3-5-15,0-6 20 0,-3 0 10 0,0-2 1 16,-7 1 8-16,0-7 1 0,-3 1 7 16,1-5 1-16,0 1-1 0,4-3 2 15,42-1-3-15,-19 0-7 0,-80-14 10 0,62 3-7 16,0-3-10-16,2-7 1 0,2 1-8 0,3-8-22 16,0-3-13-16,0-4-26 0,2-4-9 15,-1-6-11-15,2-3-10 0,2-4-9 0,4-2-13 16,0-4-17-16,0 0-5 0,3-6-9 0,3-6-7 15,3 0-2-15,6-1-8 0,2-3-27 16,5-5 16-16,6 1 6 0,6-3 0 0,7-2 9 16,7-2-6-16,6-2 20 0,7 44-6 0,13-83 3 15,7 45 16-15,12-3 0 0,11 1 22 16,10 2 5-16,11 0 5 0,11 1 21 0,9 6-24 16,10 1-18-16,74-44-33 0,-30 33-64 15,-20 19-80-15,-16 11-366 0,7 2 0 0</inkml:trace>
  <inkml:trace contextRef="#ctx0" brushRef="#br0" timeOffset="41595.97">11083 7556 19 0,'-14'0'146'0,"14"0"-2"0,0 0-8 15,0 0 5-15,0-13 22 0,-14 13-8 16,14 0-4-16,-19-18 8 16,18 17-13-16,-2-1-13 0,2 2-23 0,-1-1 8 0,1-1-14 15,0 2-3-15,-1-1-21 0,1 0-8 0,0 1-1 16,-1-1-15-16,2 1-1 0,-1 0-4 0,1 0-10 16,-3 0-8-16,2-3-7 0,0 3-10 0,-1 0 2 15,1 0-19-15,1 0 3 0,-1 0-20 16,1 0 2-16,-3 4 2 0,2 0 5 15,-1 0-5-15,2 3 1 0,-2 0 2 0,-2 10 5 16,-2 4-9-16,2 0 15 0,0 5 2 16,0-5 1-16,0 4-9 0,-1-2 4 0,0 2 8 15,-1 2-10-15,2-1 8 0,0 1 3 0,0-6-1 16,0 1-4-16,2-2 2 0,-4 2-1 16,5-3-2-16,-2-6-4 0,1 0 7 0,0-5-5 15,2 1 2-15,-1-4-5 0,1 2 0 16,-1-3 10-16,-1-1 19 0,2 1 13 0,-1-1 10 15,1 0 1-15,0-2 12 0,-1 1 13 16,1-2-6-16,0 0-3 0,1 0-15 0,-1-3-3 16,1-3-19-16,1 0 2 0,0-11-3 15,2-1 0-15,-1-5 2 0,1 4-18 0,1 0-2 16,-1 1-24-16,0-3 23 0,0 0-13 0,-1 1 12 16,4 0-12-16,-1-1-10 0,-2 1 20 15,-1 1-13-15,4-2-5 0,-5 0-4 0,4 2 0 16,-1-2 10-16,-1 0-1 0,1 1-3 0,1 0 8 15,-4-1-10-15,6 0 0 0,-1 2-8 16,1-2 4-16,1 0-4 0,2 1 13 16,-2 1-8-16,2 0-5 0,1 1 4 0,1-2-9 15,-1 1 15-15,3-1-10 0,1-3 9 0,0 2-3 16,1 4-9-16,2 0 0 0,0 1 10 16,1-2-4-16,1 1-12 0,2 2 4 15,1-1 2-15,-3 2 0 0,3-1-2 0,-4 2-5 16,-3 5 7-16,1 1 0 0,-2 3-3 0,-3 2-3 15,-1 2-14-15,-12 0 5 0,11 0 1 16,11 21 10-16,-11-6 1 0,-2 1 3 0,-1 4 6 0,-2 2-5 16,-4 5 12-16,0 1-1 0,-2 5 12 15,0-17-5-15,0 7-1 0,0 7 9 16,-14 32 8-16,12-30-1 0,-4 0-8 0,1 2 3 16,0-2 1-16,1-3 4 0,0-3-4 0,0-2-5 15,1-3 5-15,2-4-2 0,-2-2 3 16,2-4 2-16,1-1-14 0,0-1 5 0,0-1-5 15,0-1-16-15,0-7-30 0,0 0-26 0,0 8-28 16,0-8-45-16,12 15-111 0,-6-15-112 16,1 0 1-16</inkml:trace>
  <inkml:trace contextRef="#ctx0" brushRef="#br0" timeOffset="41822.51">11749 7529 30 0,'0'-7'243'0,"2"-2"-13"16,-1 3 15-16,2-12-26 0,2 0-27 15,4 0-13-15,-1-1-20 0,7-2-22 0,4 3-16 16,-1-1-21-16,6 3-11 0,4 1-14 16,3-1-15-16,3 2-21 0,2 1-10 0,4 1-31 15,2-1-32-15,1 2-65 0,-3 2-65 16,-2 1-68-16,-4 2-172 0,-2 1 0 0</inkml:trace>
  <inkml:trace contextRef="#ctx0" brushRef="#br0" timeOffset="42019.15">11904 7634 143 0,'-15'15'172'0,"3"-4"-4"16,1-1 39-16,5-1 9 0,-1-3 1 15,5-3-17-15,2 1 3 0,0-4-25 0,10 3-18 16,13-6-10-16,-10 3-27 0,31-15-20 0,-9 6-35 16,5 0-59-16,0-5-45 0,3 3-56 15,1-2-52-15,0 0-60 0,-1 1-257 0,-2-3 1 16</inkml:trace>
  <inkml:trace contextRef="#ctx0" brushRef="#br0" timeOffset="42243.48">12654 7121 82 0,'0'-4'229'0,"0"0"-22"0,-1 1-8 0,1 0-25 16,-2 3-13-16,2-1-24 0,0 3-11 15,0 1-13-15,0 4-21 0,-2 14 0 0,2-11-9 16,-6 33 0-16,0-13-14 0,2 3-7 0,-2 2-7 15,1 3-3-15,4 2-17 0,-5 0-7 16,2-1-18-16,0 0-18 0,3-3-36 16,-2-2-37-16,1-1-31 0,2-15-47 0,0 7-105 0,0 0-92 15,10 22 1-15</inkml:trace>
  <inkml:trace contextRef="#ctx0" brushRef="#br0" timeOffset="42643.28">13147 7144 150 0,'4'-6'215'0,"-1"0"-27"0,0 3-4 0,-1 1-11 16,0 2-11-16,-2 2-26 0,-2 2-2 0,-4 12-22 15,-2 5-3-15,0 5-9 0,-3-1-16 0,-1 3 3 16,1 0-11-16,1 2-8 0,2-3-7 15,0 2-14-15,1-2 2 0,0-4-4 0,2 0 5 16,0-5-9-16,2-4 14 0,-1-5-4 0,3-1 10 16,-1 0 5-16,2-3 8 0,0-5-8 15,0 0 13-15,0 0-8 0,16 10 0 0,8-10-3 16,-13 0-17-16,6 0-9 0,5 0-6 16,0 0-1-16,2 0 5 0,0 0-20 15,0 0 3-15,-1 0-7 0,-4 0 10 0,-3 0-16 0,-3 0 6 16,-2 0 0-16,-2 0-9 0,0 0-4 15,6 8-2-15,-3-2-5 0,-3 2 9 0,-2 0-17 16,-3-1 10-16,-3 2-9 0,-1-9-1 0,0 16 7 16,-21 20-1-16,5-15 3 0,-4-3-10 0,-3 1-1 15,-1 0-21-15,-2-4-35 0,-2 0-20 16,-2 1-50-16,2-5-36 0,3-1-62 0,-2-1-375 16,1-4 1-16</inkml:trace>
  <inkml:trace contextRef="#ctx0" brushRef="#br0" timeOffset="42842.64">13286 7002 85 0,'31'-26'168'16,"2"3"-3"-16,3 2-7 0,1-1-1 0,2 2-23 15,1 2-12-15,4 1-19 0,2 4-16 16,-1-1-25-16,0 3-38 0,1 1-40 0,-5 3-49 15,-1 2-60-15,-7 3-155 0,-2 0 85 16</inkml:trace>
  <inkml:trace contextRef="#ctx0" brushRef="#br0" timeOffset="43361.34">10544 7645 123 0,'-72'-11'181'0,"8"-6"-13"0,6-2 10 16,8-4 3-16,10-7-11 0,11-2-23 0,12-7-13 15,14-6-8-15,3 22-14 0,35-53-18 16,5 22-15-16,13-1-12 0,12-2-27 0,18-1-9 15,13-1-9-15,12 3-4 0,77-31-9 16,-29 23-5-16,-23 14-5 0,-11 9-3 0,4 2-9 0,88-22 11 16,-45 18-7-16,-24 9 5 0,-16 8-10 0,15 2-1 15,3 3-1-15,-2 4-9 16,0 6 9-16,0 3-7 0,-4 1 15 0,-5 7-7 16,-72 0 7-16,121 13 0 0,-70 2-2 15,-7 5 1-15,-11 6 9 0,-10 5-7 0,-11 6-7 16,-5 5 11-16,-11 5 2 0,-7 6-1 0,-12 7-1 15,-11 8 12-15,-10 6-10 0,-10 5 1 0,-7 5 4 16,-3-42 3-16,-17 90-7 0,-2-47 10 16,-6 3-13-16,-6 0 12 0,-5-3-2 0,-5-4 3 15,-3-2 3-15,-8-4 6 0,-4 1 7 0,-8-5-1 16,-10-3 21-16,-4-5 13 0,-8-6 8 0,-5-4 7 16,-5-5 10-16,-8-6 9 0,-8-5 3 15,-3-6 22-15,-13-2 1 0,-2-5 4 16,-7-3-10-16,-6-5-5 0,-4-4-3 0,-3-2-6 15,-3-5-13-15,2-5-32 0,78 0-14 0,-144-16-22 0,77 2-12 16,4-3-61-16,8-9-41 0,5-1-55 16,6-5-51-16,6 1-497 0,6-4 1 15,9 1 0-15</inkml:trace>
  <inkml:trace contextRef="#ctx0" brushRef="#br0" timeOffset="45340.75">9453 4657 36 0,'0'0'47'0,"0"0"1"0,0 0-4 15,0 0 9-15,0 0-1 0,0 0-2 0,0 16 10 16,0-16 0-16,0 0-5 0,0 0 4 16,0 0-3-16,0 0-18 0,0 0 11 0,0 0-8 15,0 0 10-15,0 0-5 16,0 0 8-16,12 25-1 0,-11-25 2 0,-1 0-10 0,0 0-3 15,1 1-2-15,-1-1 3 0,0 2-6 0,0-2 2 16,0 0-5-16,2 0 5 0,-4 0-3 16,4 0 8-16,-4 0 1 0,4 0 2 0,-1-2 10 15,2 1-7-15,1-1-15 0,13-7-4 0,6-2-8 16,-1 0-8-16,5 0-3 0,4-2-10 16,2-3-6-16,3 0-2 0,6 2 5 0,2-1-3 15,6 0-10-15,4 1 4 0,2-3-9 16,3 1 13-16,3 0-12 0,5 1 3 0,3 3-12 15,-1-2 19-15,0 1-17 0,2 2 10 0,0-1 1 16,2 3-8-16,0 4 2 0,2-2 6 0,-1 4 0 16,0 1-1-16,-40 2 1 0,20 0 4 15,7 0 7-15,71 15 0 0,-64-6-1 0,-3 2-4 16,1 3 14-16,-1-1 0 0,-4 4 2 16,-2 0-10-16,-3 2 10 0,-1 2 1 0,-5 0 8 15,-2 1-6-15,-2 4 1 0,-4 1-4 0,-2 1 3 16,-2 1 2-16,-4 5 13 0,-2-2-10 0,-3 3 10 15,-2 3-2-15,-3 0 1 0,-5 2 7 16,1 5-12-16,-3-2 0 0,-2 3 4 16,-2 2-10-16,0-1 8 0,-4-2-5 15,-1 1-1-15,-2-3 5 0,-2 0 3 0,-2-2 2 16,-2-1 9-16,0-19 4 0,0 7 0 16,0 7 9-16,-17 35-1 0,6-35 0 0,0 0 2 15,-4-4 2-15,-1 0-10 0,-3-1 1 0,-1-1-2 16,-4-3 10-16,-4 1-10 0,-1 0 10 15,-4-2-5-15,-2-3-2 0,-1 1 1 0,-1-1-11 16,-2-3 10-16,-2 1-10 16,-2-6 13-16,-2 1-11 0,-3 3 8 0,-5-4-18 0,-7-4 28 15,-4-1 0-15,-2 0 1 0,-2-4 5 0,-1-4-4 16,0-1-4-16,33 0-15 0,-19 0-4 16,-76-12-8-16,53 2 13 0,-5-4-26 15,-1-3 2-15,-2-2-10 0,-1-1-10 0,0-5 2 16,-3 0-13-16,0-3-18 0,-2-3 5 15,3 0-9-15,2 1-4 0,5 0-7 0,0-4-3 16,6 2 1-16,4 3-1 0,3-3 2 0,4 0-1 16,2 2-1-16,6 2-2 0,2-1 7 15,6 2-3-15,4 1 8 0,3 0 2 0,6 0 1 16,4-1 4-16,3 3 16 0,5-2 5 0,5-3-1 16,5 1-9-16,12-6 14 0,2 16-25 15,24-39-14-15,2 20-10 0,12-4-16 16,16 1-4-16,10 1-9 0,5 0 2 0,6 3-2 15,2 4-30-15,3 0-77 0,-4 4-140 0,-2 2 45 16,-4 1 1-16</inkml:trace>
  <inkml:trace contextRef="#ctx0" brushRef="#br0" timeOffset="47351.51">18988 6077 88 0,'-13'0'99'0,"13"0"7"16,0 0-4-16,0 0-1 0,0 0-2 16,0 0 2-16,0 0 2 0,-15 0-9 0,15 0 0 15,0 0 2-15,0 0 3 0,0 0-15 16,-18 24-4-16,16-24-5 0,1 0-2 0,1 0-10 16,1 0 11-16,2 0 1 0,4 2-6 15,11 0-3-15,-6-2-2 0,10 0 4 0,6 0-6 16,4 0 1-16,4 0-19 0,2 0 4 0,6 0-15 15,3 0-2-15,2 0 17 0,5 0-6 16,1 0-3-16,1 0-11 0,3 0 4 0,-1 0 4 0,4 0 6 16,-1 0-5-16,2 6-10 0,63 4-12 15,-63-9 12-15,2 3-12 0,-1-3 1 16,2 2-4-16,-1-2-9 0,0 1-2 0,-1 2 16 16,2-4 2-16,0 0-2 0,4 0-15 0,0 3-10 15,1-3-7-15,-36 0 2 0,15 0 20 16,8 0 3-16,2 0-12 0,0 0-7 0,0 0 0 15,-2 0 5-15,-4 0-1 16,2 0-10-16,0 0 4 0,-3 0-3 0,2 0 8 16,-2 0-7-16,50-14-2 0,-51 10 10 0,-2 2 9 15,-1-2-14-15,0-1 1 0,2 1 9 16,-3 2-8-16,0-2-6 0,2-1 8 0,-2 1-3 16,-3 2-5-16,2-3-2 0,-5 1 0 0,0 0 0 15,2-2 4-15,-4 4-13 0,0-3 13 16,0 1-1-16,0 2-4 0,0-2-1 0,0 2-5 0,-2-1 1 15,0-1 6-15,-2 2 1 0,-4 0 1 16,0 1 2-16,4-2-1 0,-2 1-2 16,-2-1-1-16,-2 1 3 0,0 0 8 0,-2 0-12 15,0-2 2-15,-2 3 8 0,-4-3-1 0,2 2-4 16,-2-2 6-16,-4 3-7 0,2-4-1 16,-4 5 4-16,-6 0 7 0,0-2 3 0,-2 0-6 15,-2 2 2-15,0 0-6 0,-6 0 0 16,0 0 4-16,6 0-4 0,0 0 0 15,-6 0-2-15,8 0 0 0,-8 0-15 0,0 0-28 16,8 0-45-16,-8 0-56 0,8-5-95 16,-8 5-113-16,-2 2 1 0</inkml:trace>
  <inkml:trace contextRef="#ctx0" brushRef="#br0" timeOffset="63849.78">30702 12723 35 0,'0'0'90'0,"0"0"4"0,0 0-21 15,0 0 7-15,0 0-14 0,0 0 12 16,0 0-10-16,0 0-2 0,0 0-7 0,0 0-4 16,0 0-16-16,0 0 3 0,0 0-6 15,0 0 4-15,0 0-20 0,0 0 11 16,0 0-12-16,0 0-27 0,18-19 14 0,-20 18-35 0,2-1-9 15,-1 2 7-15,0-1-32 0,1-2-6 16,-2 0-46-16,0 1-56 0,0-1-39 16,0 3 26-16</inkml:trace>
</inkml:ink>
</file>

<file path=ppt/ink/ink53.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8T09:47:03.255"/>
    </inkml:context>
    <inkml:brush xml:id="br0">
      <inkml:brushProperty name="width" value="0.05292" units="cm"/>
      <inkml:brushProperty name="height" value="0.05292" units="cm"/>
      <inkml:brushProperty name="color" value="#FF0000"/>
    </inkml:brush>
  </inkml:definitions>
  <inkml:trace contextRef="#ctx0" brushRef="#br0">14362 4754 41 0,'0'0'115'0,"-14"0"1"16,14 0-7-16,0 0-4 0,0 0 1 16,-14 0-7-16,-2-29-5 0,15 29-17 0,-2-2-2 15,1 1-9-15,0 1-3 0,0 0-13 0,0-2-1 16,1 2-10-16,0-1 3 0,-2 1-3 15,3-1-5-15,-1 1-4 0,-1-2-4 0,1 2 3 16,1-2-8-16,-1 2 0 0,1 0 4 0,-2 0-5 16,4-2-2-16,2 0-1 0,1 1 2 15,10-4 0-15,3 0-9 0,2-1 3 0,6-1-1 16,3 1-4-16,2 1-1 0,6-3 5 16,2 0-4-16,5 3-3 0,6-3-3 15,-2 2 3-15,4 0 2 0,1-1-3 0,3 0-1 16,3-1 1-16,1 0-1 0,3 1 3 0,2-2-4 15,6 3 10-15,2-3-1 0,1 2-8 16,2-3 1-16,0 0-1 0,4 1 3 0,1-1-3 16,4 1 3-16,-1 0 1 0,1-1-5 15,1-1-1-15,-2 3 2 0,0 0-3 0,1-3 3 16,0 4-3-16,-2-3-1 0,-2 3-5 0,-3-1 5 16,0-1-1-16,-2 3 3 0,0-1 0 15,0-2 1-15,0 2 6 0,1 0-9 0,-2 0-4 16,2 2 13-16,-2-1-4 0,1 1 6 15,0-1-4-15,2-3-8 0,-1 3 4 0,1 0-1 16,0 1-3-16,2-1 1 0,-2 2 3 0,-2-2 5 16,0 1-12-16,-4 0 5 0,0 1 6 15,0 2-10-15,1-2 1 0,1 1 3 0,1-1 3 16,-1 0-6-16,2 0 4 0,3 2-11 0,-2-2 8 16,2 1 4-16,-2-1-6 0,2 0 7 15,0 1-15-15,-1-1 9 0,1 0 3 0,0 0-6 16,1 1-1-16,-1 0 4 0,1 1-5 0,-1-1 8 15,1 1-7-15,-2 1 6 0,-2-2-5 16,0-1-5-16,2 3 11 0,-2-1-5 0,0 0-5 16,1 1 8-16,3 0-5 0,1-3 5 0,5 3-3 15,-1-1-7-15,0-1 9 0,1 0-1 0,-2 1-4 16,-43 2-7-16,22 0 8 0,11 0 3 16,6 0 1-16,6 0-4 0,1 0 1 0,1 0-2 15,87-10 13-15,-90 10-16 0,2-3 6 16,-1 1 9-16,3 2-4 0,0-1 2 0,3 0-7 15,-1 1 1-15,-1-4 4 0,0 4 6 0,2 0-14 16,0-2 8-16,4 1-5 0,2-1-3 16,-2 2 3-16,0 0 3 0,0-1-5 15,0 0-4-15,0-2 7 0,-1 1-3 0,1 1-8 0,-1-2 4 16,-2 0-2-16,2 1-7 0,-1 0 9 16,2-1 0-16,3 2-5 0,-3-2 6 0,-1 1-8 15,2 0 10-15,-1 2-9 0,1-3 8 16,-1 2 0-16,0 0 1 0,-48 1-6 0,23 0 11 15,10 0-10-15,4 0 1 0,3 0-11 0,-1 0 8 16,0 0-6-16,-1 0 13 0,0 0-15 16,-2 0 5-16,-2 0-3 0,80-10 9 0,-86 10 1 15,-40 0 0-15,16 0-10 0,5 0 14 16,4 0-9-16,-2 0-2 0,-1 0 5 0,-5 0-1 16,-2 0-5-16,-6 0 17 0,-2 0-21 15,31-10 13-15,-42 9 4 16,-4 1 8-16,-2-2-16 0,-5 0 10 0,-6 2-5 0,-3 0-8 0,-3 0 6 15,-9 0 15-15,7 0-21 16,-1 0 4-16,-6 0 2 0,8 0-9 0,-8 0 5 16,8 0-9-16,-8 0-5 0,7 0 7 0,-7 0-14 15,8 4 5-15,-11-2-47 0,-13 3-176 16,-4-1 27-16</inkml:trace>
  <inkml:trace contextRef="#ctx0" brushRef="#br0" timeOffset="2820.6">3325 6713 20 0,'-13'0'98'0,"13"0"-15"15,0 0-21-15,0 0-3 0,0-13 0 16,-15 13 5-16,15 0-24 0,-19-15 0 16,18 13-3-16,-2 2 4 0,2-2-21 0,-2 2 2 15,2 0 11-15,-2 0-22 0,2 0 22 0,0-2-13 16,-1 2-8-16,0-1 13 0,0 1-12 15,1 0-1-15,0 0-3 0,-1 0 10 0,4-2-5 16,-4 2-4-16,2 0 4 0,0 0-2 0,-1-1-25 16,1 1 14-16,1 1 3 0,2-2 17 15,2 0-22-15,14-5 3 0,4 1 12 0,6-4 8 16,3-1 2-16,5 0-9 0,2-1 3 16,2 0 11-16,2 0-6 0,2 0-2 15,-1-1-8-15,0 1 2 0,3-2 0 0,-2 3-6 0,1-1-5 16,3 0 11-16,0 3 2 0,-2 0-13 15,4-3 14-15,-3 2-8 0,2 3-1 0,0-1 6 16,2-1-3-16,1 1 7 0,1 1 0 16,-1-2-3-16,2 3-11 0,-1-1 18 0,1 0-12 0,-1 1-1 15,0 1 0-15,-2-1 3 0,3 1-2 16,-4-2 5-16,3 2 1 0,0 0-8 0,-1-1 7 16,-1 0-6-16,-2 1 4 0,-4-2 1 15,-2 3-4-15,-2 0-2 0,-4-1 1 0,-2 1 6 16,-2 0-8-16,-2-2-2 0,0 2-1 15,-2 0 1-15,-4 0 4 0,-2 0-7 0,-4 2 4 16,-4-2-1-16,-4 2 2 0,-2-1-2 0,-2 2-4 16,-2-2 3-16,-2 2-2 0,0 0-2 15,0 0 2-15,0-2 0 0,0 2 0 0,0-1 4 16,0-1-7-16,-2 2-3 0,2-1 3 0,-2 0 5 16,2 1-9-16,-4 0 4 0,4 0-3 15,-2 0-12-15,0 0-9 0,-2 0-17 0,0 0-26 16,0 0-94-16,-4-2-160 0,0 0 82 15</inkml:trace>
  <inkml:trace contextRef="#ctx0" brushRef="#br0" timeOffset="20499.09">2154 14766 202 0,'-14'14'215'16,"14"-14"-14"-16,-25 27-22 0,21-22-2 16,1 1-15-16,-1-5 1 0,3 2-21 0,-2-1-11 15,2 1 8-15,0-1-19 0,-1-2-4 0,2 4 0 16,-1-3-10-16,0 0 2 0,1 1-13 15,-2-4 6-15,1 4-10 0,1-1-22 0,0-1 6 16,0 0-1-16,1 2-19 0,1-1-10 16,0-2 13-16,2 1 2 0,4-2-8 0,14-3-15 0,4-4 10 15,4-2 0-15,7-3-11 16,7-1-17-16,7-3 6 0,7-3 0 0,7-1 10 16,7-4 2-16,3 1 6 0,3-1 16 0,10-2 0 15,7-3 4-15,4-1 5 0,6 1 6 16,2-3 4-16,-1 3-9 0,2 1 8 0,0-2-3 15,2 0-6-15,-1 5 1 0,3-2-15 0,-1-3-6 16,1 2 3-16,4-2-12 0,3 3 0 16,1 1-5-16,5-3 4 0,3 1-7 0,2 0-4 15,-2 1 1-15,3-2 9 0,1-1 1 0,4 0-7 16,-2 0 6-16,-2-1 1 0,0 2-13 16,-4-1 11-16,-4 2-6 0,-4 0-2 0,-4 1-3 15,-4 4-7-15,-4 0 10 0,-2 0-5 0,-9 2-7 16,-9 1-7-16,-4 1-1 0,-8 4 8 0,-5-2-6 15,-9 3 0-15,-4 0-7 0,-6 1 11 16,-4 3-7-16,-5 0-7 0,-3 2 0 0,-4 0-10 16,-4 1-22-16,-4 3-23 0,-1-2-26 15,-3 0-42-15,-4 0-47 0,-1 0-38 0,-3-1-882 16,-6 1 0-16,-2 2 1 0</inkml:trace>
  <inkml:trace contextRef="#ctx0" brushRef="#br0" timeOffset="22260.95">1110 13293 4 0,'-153'-74'141'15,"82"38"-5"-15,7 1 2 0,6 1-2 0,0-2-1 16,8-2 8-16,3 1-17 0,4 1 0 15,4-1-14-15,3-2 0 0,2 1-7 0,1-5-4 0,4-4-7 16,1 0 7-16,5 2 15 0,4 1-11 16,2 0-16-16,2-2 11 0,2-3-9 0,5-2-23 15,7-1-3-15,1 24-13 0,10-47 1 16,1 19-12-16,2 3-5 0,5-3-4 0,0 1 8 16,8-2-12-16,0 2-9 0,6-2 2 0,2 0 6 15,4 2 13-15,2-2-12 0,3 5-18 0,2 0-9 16,4 0 15-16,5 1-16 0,0 0 22 15,4 3-3-15,2 0 5 0,-7 5 2 0,-5 9 4 16,-1 0-3-16,3-1 7 0,4-4-18 16,3-3-6-16,6 1 10 0,1-5-3 0,3 1-10 15,4-1-9-15,5 4-8 0,2-1 12 0,4-3 0 16,7-2-7-16,4 0 5 0,5 1-7 16,4-1 12-16,1 0-11 0,2 1-14 0,3 2 23 15,1 1-10-15,2 1-6 0,1 0-3 16,1 3 5-16,2 1 11 0,1 1-26 0,-2 2 15 0,0 2-12 15,2 2 0-15,0 0 12 0,1 2-1 16,2-2-8-16,-1 5 14 0,0-1 4 0,-2 0-4 16,-1 2-6-16,-1 2-11 0,4 2 3 15,-2 1 8-15,-1 1 2 0,-2 1-5 0,-2 0 2 16,-6 5-2-16,1 3 10 0,-2 0 1 16,0 2-10-16,0 2 15 0,-2-3-10 0,-2 4 9 15,0 4-5-15,0 0 8 0,-2 1-8 0,-50 1 14 16,26 0-8-16,10 0 4 0,99 12-12 0,-86-4 6 15,1 0 3-15,0 3-1 0,1 2 6 16,-6 1 2-16,2 2-14 0,2 2 11 16,0 2 5-16,-1 1 9 0,2 1-16 0,-1 0 6 0,-1 2-1 15,0 0 0-15,0 2 16 0,-1 0-14 16,-1 1 14-16,0 2-17 0,-1 1 6 0,0 4-16 16,3-1 20-16,0 3-5 0,-2-3-2 0,-1 4-1 15,-4-1-6-15,1 1 12 0,-2-1 6 16,-2 3-4-16,4 0 8 0,-3 1-7 0,-3 4-4 15,-3-1 10-15,-2 4-10 0,-2 0-1 16,-2 0-6-16,-5 2-1 0,-1 0 4 0,-1 1-4 16,-4 0 10-16,-2 1-20 0,-4 2 10 15,-1-1 7-15,-3-1-9 0,-2 1 5 0,-4 3 1 16,-2 0-15-16,-3 1 6 0,-3 1 10 0,-4 3 9 16,-2-1-15-16,-2-1-19 0,-6 1 21 15,-2 1 0-15,-2 0-11 0,-5-2 16 0,-2 3-13 0,-3 0 9 16,-3 1 1-16,-4 2-13 0,-2 0 0 15,-3-31 6-15,0 15-19 0,-15 68 17 16,3-51 3-16,-2 0-7 0,-2 1 0 0,-3-2-5 16,-1 1 0-16,-5 2 11 0,-6 1-8 0,-1-1 22 15,-1 1-17-15,-7-1-4 0,-2 1-12 16,-1 0 15-16,-3 0 3 0,-2-2-5 0,-3 0 5 16,-4 0-7-16,-4-4 7 0,-1 1-3 0,-4-1 4 15,1-3-3-15,-2 1-16 0,-4 2 15 16,-5-3 15-16,-4 1-8 0,-6-2-8 0,-4 0 1 15,-4 1 5-15,-6-1 6 0,-2 0-18 16,-4-1 12-16,-4-3 7 0,-7-1-9 0,-1 0 6 16,-80 30 4-16,47-21-2 0,21-13 27 0,4-7-7 15,-77 27 0-15,38-22-1 0,24-5 12 16,19-7-14-16,-10-2 1 0,-1 0 10 0,-2-2-3 16,-2-4-4-16,1-1 8 0,-4 0-2 15,0-1-4-15,0-3 5 0,-2-2-7 0,0-2-4 16,-4-2 2-16,-2-2 2 0,2 2 0 0,-2-5-12 15,2 0 1-15,-4-3-9 0,-1 0 8 16,-1 1 13-16,-4-4-19 0,1-2-5 0,3 1 14 16,-1-3-11-16,77-1 5 0,-40 0 9 15,-20 0-5-15,-148-13-4 0,135 4 5 0,4 1 1 16,3-2 9-16,0-1-5 0,4-4 17 16,3-2-10-16,5 2 0 0,2-7 6 0,7-3 5 0,3-1 3 15,-1-4 1-15,-64-20 2 0,18 2-3 16,16-4 11-16,13 4-8 0,15-2 10 15,8 1-15-15,8-2 22 0,7 3-22 0,8-6 12 16,4-2-12-16,7 3 6 0,5-6-12 0,4-3 5 16,8 1-8-16,-3 5 9 0,3 2-14 15,2-2 24-15,2 3-13 0,5 0-2 0,0 0-8 16,9 1 2-16,-1-1 7 0,3 0-16 0,3 1-3 16,2 0-4-16</inkml:trace>
  <inkml:trace contextRef="#ctx0" brushRef="#br0" timeOffset="22366.4">164 12492 1313 0,'63'-76'-321'0,"-1"5"73"0</inkml:trace>
  <inkml:trace contextRef="#ctx0" brushRef="#br0" timeOffset="25047.36">16475 11941 44 0,'0'0'176'0,"0"0"-23"0,0 0-15 0,0 0 6 15,0 0-12-15,0 0-8 0,0 0-6 16,14 25-4-16,-22-3-8 0,-2 3-11 0,0 3-6 15,0-2 5-15,0 9-16 0,-4 1-6 16,2 3-6-16,-2-1-2 0,0 4-20 0,0 3 0 16,0-1-12-16,1 0 3 0,1 0 1 0,0-5-10 15,3-1-2-15,2-3 1 0,-1-5-8 0,1 2 9 16,1-5 5-16,-1-5 19 0,3-3 25 16,0-3 29-16,3-4 36 0,-2-1 2 0,2-5 8 15,-1 0 21-15,1-3-1 0,1-1-8 0,0-2-1 16,1-5-16-16,7-10-20 0,3-8-5 15,1-3-24-15,3-5-11 0,2-1-14 0,3-7-20 16,3-9-11-16,1 1-10 0,0-3-17 16,4 2-13-16,0-4-3 0,2 2-15 0,0-1 4 15,2 2 4-15,2-2-2 0,0 3-3 16,-2 2-3-16,2 3-4 0,0 3 5 16,-6 4 1-16,6 2-5 0,-4 4 0 0,2 1 9 0,0 6 7 15,-2 4-3-15,-1 3 2 0,-2 4 1 16,-1 3 2-16,2 3 5 0,-1 6-7 0,-15 0-3 15,23 17-5-15,-18 2 13 0,-4 4-7 0,-1 7 12 16,-2 2-9-16,-4 4 6 0,-3 4-7 16,-3-18-11-16,0 12 11 0,0 6 7 0,-13 46-2 15,7-42-11-15,0 0-5 0,-1-1 17 16,-1-6-2-16,3-1-27 0,1-2-13 0,0-2-30 16,-2 0-21-16,4-3-26 0,-1-5-10 0,2-3-20 15,-2-2-27-15,2-6-19 0,1-1-21 16,0-12-469-16,0 0 1 0,6 5 0 0</inkml:trace>
  <inkml:trace contextRef="#ctx0" brushRef="#br0" timeOffset="25581.15">18636 11360 146 0,'0'0'166'0,"2"0"0"0,-2 1-1 16,-2 0-5-16,4 5-4 0,-4 1 3 0,-2 16-21 0,-2 6-4 15,-2 1-1-15,-2 6-8 0,-2 7-28 16,0 6 10-16,-4 4-17 0,0 3-15 0,2 2-6 16,-4 4 1-16,2 1-10 0,0-2-16 15,0-1 9-15,0-3-4 16,0-3-6-16,2-1-15 0,0-2 3 0,2-2 2 0,0-4-17 16,0-2 14-16,2-5-10 0,2-3-3 0,-2-1 6 15,2-3-2-15,1 0-12 0,1-5-16 16,0-3-19-16,2-6-16 0,-1-1-8 0,2-5-29 15,-1-2-17-15,2-4-16 0,-1-1-27 0,3-4-50 16,0 0-115-16,0 0-94 0,-3-16 1 0</inkml:trace>
  <inkml:trace contextRef="#ctx0" brushRef="#br0" timeOffset="26081.53">17817 11615 52 0,'-15'-17'204'0,"5"2"-5"15,0-4 7-15,0 2 1 0,4 2-13 16,4 1 14-16,0 2-27 0,2 2-5 15,0-4-10-15,0-2-2 0,16-25-16 0,-6 19-15 0,2 0 2 16,2 0-16-16,2-2-6 0,3-2-8 0,2 2-11 16,3-2 5-16,2-4-25 0,3 3 0 15,3-3-8-15,1 0-15 0,3-1 5 0,2-3-10 16,1 2 1-16,1 0-3 0,2-1-1 0,4 0-5 16,0 0 2-16,5 1 5 0,-3 4-1 15,6 0-5-15,0-1-7 0,-2 5-7 0,-4 0 6 16,0 2-13-16,-2 2-1 0,-4 1 10 15,0 2 2-15,-4 2-17 0,-2 3 10 16,-2 1-9-16,-5 4 4 0,-1-1-14 0,0 1 7 0,-3 2-4 16,2 5 2-16,-15 0-14 0,5 0 5 15,23 14 13-15,-21-1-15 0,2 4 6 0,-5 3-3 16,0 4 4-16,-1 4-5 0,0 2 5 16,-2 4-7-16,2 6 0 0,-2-1 0 0,2 1 6 15,-3-1-13-15,0-2 5 0,0 0-15 16,1-1-17-16,-1-3-23 0,0-1-3 15,-1-2-34-15,0-2-37 0,0-1-37 0,1-1-38 16,1-3-561-16,-1-2 0 0,1-4 0 16</inkml:trace>
  <inkml:trace contextRef="#ctx0" brushRef="#br0" timeOffset="27959.05">14256 14233 124 0,'0'-15'140'0,"0"15"-1"0,0 0-11 0,13 0 1 16,-13 0-17-16,0 0-7 0,0 0-10 16,0 0-8-16,0 0-8 0,0 0 3 0,0 0 14 15,0 0 8-15,13 0-5 0,7 0-4 0,-12 20-2 16,-1 7-4-16,-3 5-6 0,0 0 7 16,1 8-10-16,-1 4 3 0,2 6-6 0,-4 5-7 15,0 4-2-15,-1 5-12 16,-1 4 3-16,0-33-5 0,0 18-1 0,0 9-9 0,-12 76 5 0,11-68-1 15,-3 2 6-15,0-3-10 0,-2-4 16 16,1-4 4-16,0-6-13 0,3-4-2 0,-2 2 7 16,0-7-8-16,0-6-5 0,2-2 2 15,-1-2-14-15,-2-7 3 0,2 0 13 16,0-5 22-16,2-4 14 0,0-7 9 0,-1 0 3 16,1-10-15-16,-3 0-8 0,4-3-25 15,0 0-5-15,-13-30-20 0,6 5-12 0,2-4-16 16,-2-4-1-16,-2-3-11 0,3-5-22 15,1-4-10-15,-3-2 5 0,0-2-19 0,0-2 15 16,0-4-10-16,-1-4 1 0,1-3-9 0,0 2 6 16,0-3-18-16,0-2 5 0,1-3-1 0,2 0-13 15,2-1 3-15,3-4 4 0,0 37-7 16,0-17 5-16,24-71 7 0,-8 55 13 0,4 3 5 16,5 2 12-16,6 3 10 0,4 2 3 15,5 3 7-15,2 3 4 0,2 6 20 0,3 5 9 16,1 3 2-16,1 7 4 0,0 6 8 15,-2 4-10-15,-3 4 21 0,-3 7-4 0,-3 6 6 16,-2 4-15-16,-20 1 11 0,25 16 1 0,-18 1 9 16,-6 7 3-16,-5 9-3 0,-8 9-2 0,-4-20-5 15,0 16-4-15,-23 53-5 0,7-42-10 0,0-1 15 16,-4-2 5-16,0-7-16 0,-2 1 12 16,0-7 15-16,-2 1-11 0,2-2-6 15,-2-5 19-15,2-4-11 0,1-2-5 0,2-5-15 16,-2-1-24-16,-3-4-37 0,2-6-33 15,2-5-28-15,10 0-24 0,-13-15-16 0,14-1-31 16,7-2-35-16,2 4-376 0,0-7 0 0</inkml:trace>
  <inkml:trace contextRef="#ctx0" brushRef="#br0" timeOffset="28288.5">15814 13796 49 0,'-3'-5'220'0,"-2"4"-8"0,-3 0 9 15,-11 5-26-15,9-4-20 0,-29 14-19 16,12-4-16-16,-5 7 3 0,-1 2-16 0,-2 6-14 16,-3 5-7-16,1 5-11 0,-4 5 1 15,0 6-21-15,3 6 15 0,-2 5 3 0,2 2-14 0,0 4-9 16,5 4 10-16,1 1-22 0,3 2 32 15,2 0-21-15,6 1-7 0,2 0 8 0,3-2-5 16,4 1-3-16,6-4 4 0,4-4-11 16,1-4 0-16,1-31-4 0,17 52 3 15,-1-32-5-15,6-4-2 0,7-7-22 0,3-3-3 0,8-9-11 16,8-8-36-16,4-9-47 0,1-7-35 16,-26 0-40-16,54-18-52 0,-25 0-51 15,-6-5-412-15,-5-2 0 0,-5-1 1 0</inkml:trace>
  <inkml:trace contextRef="#ctx0" brushRef="#br0" timeOffset="28459.25">15609 14859 91 0,'-31'-16'180'0,"2"-3"11"0,3 4 31 0,1-1-12 0,3 3-23 16,0 0-22-16,3 0-5 0,3 3-29 16,1 1-9-16,6 3-31 0,4 0-2 15,3 1-14-15,2 5-8 0,22-15-5 0,2 5 0 16,12-1-26-16,10-2 3 0,4-1-37 0,7 0-41 15,5-1-37-15,6 1-72 0,2-1-80 16,2-1-195-16,3 2 0 0</inkml:trace>
  <inkml:trace contextRef="#ctx0" brushRef="#br0" timeOffset="29157.06">16725 14644 36 0,'-18'-7'272'0,"0"-1"-12"16,4-1-16-16,0 2-12 0,2-4-39 16,4 1-8-16,2-1-11 0,4 1-37 15,2 10-9-15,0-13-33 0,22-18 1 0,-4 15-8 16,6-2-18-16,4 1 15 0,8 0-6 0,4-2 4 16,6 5 2-16,-4 0-21 0,5 2 13 15,-3 3-8-15,-4 2 4 0,-1 4-23 0,-3 1-14 16,-18 2 5-16,8 0-3 0,0 0 1 15,24 15-17-15,-33 0 18 0,-2 3-25 0,-7 5 10 16,-8 3 9-16,0-12-14 16,-15 27 4-16,3-16-7 0,-4 3 10 0,-1-1-6 0,-5-3-20 0,0 2 20 15,0-7 8-15,-6 0 16 16,0-2-3-16,-1-4 12 0,-4-1-4 0,-1-7-2 0,0-1-4 16,-4-4-7-16,22 0 9 0,-32-16-20 15,16 4-17-15,6-7-4 0,0-2-13 16,6-2-20-16,6-3 16 0,8-7-22 0,4-6 1 15,2 18-2-15,24-46-21 0,-2 20 23 0,6 0-8 16,4-3 19-16,6 2-5 0,6-2 14 0,4 3-13 16,2 1 6-16,2 3 10 0,0 2-3 15,2 4 10-15,-8 1 14 0,1 7 4 0,-4 2-15 16,-5 4 13-16,-4 2 0 0,-2 5-4 0,-4 2 11 16,-2 5 2-16,1 5 6 0,-16 4-10 15,5 0-3-15,17 23 4 0,-21-3-9 0,-4 10 9 16,-4 6 4-16,-4 8-8 0,0-18-9 0,0 14 2 15,0 10-3-15,-12 61-5 0,8-52-8 0,-2 1 1 16,4 0 11-16,-2-1 0 0,-2-1-17 16,2-2 5-16,0-3 0 0,3 0-16 15,-2-5 3-15,1-2 8 0,-4-7 17 0,1-2-19 16,-3-1 9-16,-2-9 1 0,-4-1-9 16,-2-5 5-16,-5-4 10 0,-3-3 3 0,-4-6-14 15,-4-1 33-15,15-7 4 0,-10 0 10 0,-38-18 8 16,26 4 20-16,-1-6-4 0,1-3-4 15,2-2-13-15,5-2-18 0,3 0 2 0,5 1-19 16,2-1-14-16,8 2-2 0,6-5 4 0,8-1-12 16,0 17 10-16,29-29-19 0,2 11 19 15,7 3 3-15,9 1-3 0,8 0-3 0,7 4 2 16,6 0-20-16,4 2-23 0,4 4-16 16,0 0-36-16,1 5-36 0,2 0-39 0,-6 1-36 15,-2 2-542-15,-3 2 1 0,-3-2 0 0</inkml:trace>
  <inkml:trace contextRef="#ctx0" brushRef="#br0" timeOffset="29456.29">18706 13765 259 0,'4'2'247'0,"0"1"6"16,0 1 4-16,5 7-17 0,-2 8-12 16,-2 6-9-16,-1 4-10 0,-4 8-19 15,0-15-18-15,0 13-13 0,0 10-14 0,-16 63-16 16,8-48-24-16,3 2-3 0,-2-3-10 0,0 0-18 16,3-2 3-16,3 0-13 0,-2-7 1 0,1 2 0 15,2-31-21-15,0 10-10 0,0 4-10 16,0-1-21-16,0 2-40 0,13 28-37 15,-13-41-23-15,7-4-9 0,2-6-34 0,2-12-41 16,-3-1-47-16,18-18-421 0,-6 1 1 0</inkml:trace>
  <inkml:trace contextRef="#ctx0" brushRef="#br0" timeOffset="29706.95">19674 13619 126 0,'11'-25'278'16,"1"1"-16"-16,-1 5-18 0,-5 6-20 0,-2 6-4 16,-1 7-18-16,-3 3-13 0,-4 16-32 0,0 8-18 15,-3 7 1-15,1-1-26 0,-2 9-4 16,-3 3-18-16,2 6-7 0,-3 4-1 0,1 5-15 16,2 0 9-16,-3 3-20 0,8 4-10 0,-2-5 3 15,2 1 10-15,2-4-25 0,2 1-14 16,0-31-1-16,0 11-39 0,0 5-37 15,0-2-45-15,0-1-30 0,0-4-31 0,0-3-38 16,0-6-67-16,0-3-280 0,-3 8 1 0</inkml:trace>
  <inkml:trace contextRef="#ctx0" brushRef="#br0" timeOffset="29892.66">19182 14284 186 0,'-15'-15'226'0,"4"1"-10"0,2 3-8 0,4 0-15 0,5 11-16 16,0 0-20-16,22-20-14 0,2 14-13 16,8 1-7-16,3 0-18 0,9 2-13 0,5 0-11 15,9 0-10-15,6-3-17 0,7 4-32 16,4-5-40-16,5-3-52 0,1 3-28 0,6-2-78 16,1-5-107-16,0 3-102 0,-3-6 0 0</inkml:trace>
  <inkml:trace contextRef="#ctx0" brushRef="#br0" timeOffset="30311.96">20758 13933 6 0,'-18'-1'268'15,"-2"1"-31"-15,8 0 34 0,-8 0-22 0,-26 15 12 16,22-5-7-16,-2 1-9 16,-4 4-22-16,2 6-14 0,-4 3-27 0,-4 5-15 0,2 4-16 15,-1 1-15-15,2 2-12 0,5 1-12 16,0-1-15-16,4-1-4 0,0-2-10 0,5-1 1 15,4-4-3-15,3-5-4 0,0 1-1 0,3-5-1 16,4-1-5-16,3-7-6 0,2-11-1 0,0 0-14 16,19 9-2-16,1-18-16 0,3-3-15 15,5-5-6-15,4-1-11 0,0-3 0 0,2 2-16 16,1-2 13-16,-2-1-15 0,-2 4 10 0,0 1 8 16,-5 5-20-16,-2 1 0 15,2-1 4-15,-6 4 9 0,-2 7-5 0,-11 1 3 16,2 0 13-16,11 14 1 0,-13 2 7 0,-7 4 8 15,0-8 0-15,0 8-3 0,-20 33-1 0,5-19 2 16,-6 5-7-16,-4 3-3 0,-6 5-1 0,-2-1 8 16,-2-2-14-16,-1 2 10 0,0-3-1 15,-3-3-7-15,3 0 5 0,2-5 3 0,-4-1 11 16,1-3 3-16,-4-3 2 0,-1-1-1 16,-3-5-3-16,-2 0-7 0,-2-1 7 0,-4-5-24 15,2-4-19-15,-1-2-39 0,1-1-32 0,5-3-29 16,2-4-35-16,24-2-41 0,-8 0-50 0,-30-17-605 15,34 1 0-15,11-4 0 0</inkml:trace>
  <inkml:trace contextRef="#ctx0" brushRef="#br0" timeOffset="30857.37">21586 14088 103 0,'12'-6'251'0,"-10"6"-26"0,0 2 6 0,-5 5-8 15,-4 8-13-15,-3 8-9 0,-5-2-31 0,2 10-2 16,-5 6-7-16,1 3-20 0,-3 5-12 16,0 4-15-16,-3 4-14 0,2 3-12 0,-2 1-6 0,-1 1-5 15,3-1-5-15,1 0 7 0,-3-3-5 16,6-3-4-16,1-2-3 0,0-5-11 0,2-3-11 15,2-5 10-15,3-4 5 0,1-4 2 0,-1-3 19 16,-1 0 12-16,2-9 1 0,6-3 1 16,-2-7-15-16,1-6-15 0,3 0-9 15,-5-15-15-15,2-13-8 0,3 12-6 0,0-10-21 16,13-41-9-16,-3 21-10 0,0-5-13 0,4-3-5 16,0-3-22-16,4-5-5 0,-1 1 16 15,6 1-8-15,-1-1-2 0,6 2-5 0,3-2-1 16,4 4 8-16,2 2 13 0,7 4 4 0,3 1-7 15,4 3 15-15,1 3 8 16,-3 6 22-16,2 2-19 0,-2 6 31 0,-3 4-8 0,-2 2-2 16,-4 7 0-16,-7 6 14 0,0 3-9 15,-17 8-5-15,6 0-4 0,18 16 18 0,-28 4-6 16,-12 12-1-16,0-14-6 0,-22 43 11 0,0-16-18 16,-8 4 2-16,-7 0 5 15,-2 0 6-15,-1-4-25 0,0-3 25 0,2-2-8 0,2-6 7 0,2 0 5 16,2-8-24-16,3-2-5 15,5-3 9-15,1-2-13 0,2-4-60 0,5-8-38 16,16-7-46-16,-16-12-68 0,17-11-511 0,-1 8 1 16,28-36 0-16</inkml:trace>
  <inkml:trace contextRef="#ctx0" brushRef="#br0" timeOffset="31222.77">22713 13135 246 0,'22'-20'242'0,"-2"4"-18"16,0-1-6-16,-6 9-19 0,-4 6 1 16,-10 2-4-16,2 13-11 0,-8 14-7 0,-10 8-31 15,-8 14-5-15,-6 11-20 0,-4 7-3 16,-6 4-21-16,2 5 14 0,2 3-8 16,4-3-3-16,2-1-9 0,6-3 2 0,2-2 0 15,10-5 2-15,0-4-6 0,4-7-5 0,4-3-1 16,4-29-8-16,0 9-8 0,16 33-3 15,0-38-2-15,6-7-1 0,4-6-18 0,6-9-8 16,-14-4-27-16,12 0 10 0,42-23-5 0,-26 6-19 16,2-3-4-16,0-1 6 0,-2 4 11 15,-4-2-4-15,-10 2 3 0,2 6 2 0,-4-1 18 16,-6 3-4-16,0-3-1 0,-2 3-2 0,-4 1 10 16,-6 0-20-16,0 6 8 15,-4-2-2-15,0 4-22 0,-8 0 14 0,0 0-1 0,6 14-14 16,-8 5 10-16,-2 2 2 0,0 5 0 0,-4 0-27 15,0 4-62-15,2 2-40 0,0 0-32 0,4-2-45 16,2-17-682-16,0 7 1 0,22 21 0 16</inkml:trace>
  <inkml:trace contextRef="#ctx0" brushRef="#br0" timeOffset="32079.35">23902 13913 98 0,'0'-7'241'16,"-1"1"-3"-16,-2 3 5 0,-4 3 3 16,-1 0-12-16,-10 5-15 0,-4 6-35 0,-3 2-4 15,0 1-16-15,-2 7-19 0,-1 1-31 16,0 8 4-16,0-1-17 0,1 3 2 0,2 0-2 16,2 0-31-16,3 0-8 0,3-1 12 0,4-3-23 15,2-1 5-15,4-3-7 0,5-7 9 0,2-17 7 16,0 11-11-16,29 3-3 0,-6-18 7 15,5-3-11-15,0-7 4 0,1-3-12 0,8-5 0 16,5-3 2-16,3-6-16 0,-1 5-4 16,0-3-1-16,-1 0-15 0,-7 3 16 15,-3 5-11-15,-2 2 8 0,-6-1 8 16,-2 3-6-16,0 1 3 0,-3 2 10 0,-3 3-14 0,-5 1 0 16,-3 3 3-16,-1 3-15 0,-4 4 9 15,-4 0-2-15,0 0 4 0,2 12-4 0,-9 4-7 16,-1 5 8-16,0 2-5 0,-1-3 2 15,1 4-8-15,1 1 3 0,3-1-9 0,1-5 13 16,3-1-15-16,-1-4 15 0,1-7 9 16,15 12 12-16,-3-13-6 0,0-6 5 0,1 0-1 15,30-13-14-15,-13 1 8 0,2-3-5 16,4-2 2-16,2-9-4 0,2-1-11 16,2-4 0-16,-1-2 2 0,-1-4-4 0,-1 1 0 0,-2-1-2 15,-2 1-1-15,-5 4 2 0,-2 3 8 0,-2-1 8 16,-5 4 7-16,-4 5 3 0,2 1-2 15,-4 1 5-15,-1 2-17 0,-2 5-13 16,-4 4 1-16,-4 8-3 0,-4 0-3 0,-1 8 4 16,-8 10-4-16,-2 6 4 0,-5 5 0 0,-5 6-7 15,-6 6 4-15,-6 7 4 0,-3 4 4 0,-4 4-10 16,-2 0 4-16,1 7 7 0,-2-4-13 16,5 1 9-16,-2 0 1 0,1-3-6 0,3-2-8 15,0-4 1-15,1-3-2 0,7-6 8 16,0-4 8-16,4-2-18 0,2-6 13 15,4-5-3-15,3-3 3 0,-1-1 1 0,3-4 3 16,1-8-2-16,6-7-15 0,8-6-18 16,3-2-8-16,12-12 11 0,3-1-5 0,8-4-4 15,6-3 6-15,6-4 7 0,4 2 10 0,4-7 0 16,3-3-18-16,4 1 12 0,2-2 8 0,3-1 6 16,3-1 8-16,2-2 8 0,0 1 23 0,-1 4 3 15,-4-3 2-15,-2-1 0 0,-4 4 10 16,-4-1 15-16,-8 4-4 0,-3-1 8 0,-7 0-8 15,-5 4-15-15,-7 0-10 0,-7 1 4 16,-5 3-17-16,-7-2 2 0,-1 19 0 0,-17-22-11 16,-4 21-4-16,-6 6-2 0,11 6-3 0,-33 13-1 15,14 2 4-15,-2 7-5 0,-5 9 3 0,2 2 2 16,-1 12 2-16,1 5-8 0,0 3 1 0,4 3-9 16,3 1-8-16,7 4 7 15,6-4-12-15,4-2-4 0,7 1 0 0,6 0-21 16,3-32 4-16,19 49-11 0,4-27-15 0,11-7-3 15,16-3-35-15,8-2-31 0,9-6-36 16,8-9-45-16,9-5-721 0,8-7 1 0,9-4 0 16</inkml:trace>
  <inkml:trace contextRef="#ctx0" brushRef="#br0" timeOffset="32521.92">28487 12840 205 0,'8'-8'191'0,"0"1"-3"0,-2 6 9 16,-2 1-18-16,-1 2-3 0,-2 5 10 0,-2 13-13 16,1-9 2-16,-12 31-12 0,-3-6-3 0,-3 4-7 15,-5 11-6-15,-10 12-8 0,-7 11-15 16,-6 5-17-16,0 4-10 15,-5-1-23-15,-1 1 11 0,3 3-12 0,-1 1-3 0,4 0-7 16,2-2-14-16,2-4 4 0,2-2-13 0,4-1-12 16,6-8 15-16,2-2-12 0,2-2-22 15,5-6-8-15,4-7-28 0,2-3-33 0,2-9-27 16,2-3-40-16,-1-6-26 0,5-4-34 0,1-1-27 16,0-7-417-16,4-10 0 0</inkml:trace>
  <inkml:trace contextRef="#ctx0" brushRef="#br0" timeOffset="33079.68">26494 13335 134 0,'-21'-18'192'0,"5"2"-1"0,1 0 13 0,0 0 0 16,6 0-11-16,0 0-22 0,3 0 11 16,6 1-3-16,0 4-24 0,0-2-20 0,19-22 3 15,-7 9-8-15,4 4-12 0,7-3-17 0,2-2 6 16,4-1-30-16,3-4 14 0,5-2-7 15,5-2-15-15,2-2-7 0,6-3 13 0,-2-3 0 16,13-2-5-16,2-2-9 0,5-4-8 0,7-2 9 16,6-1-14-16,6-2 2 0,4-1 14 15,5-2-13-15,5 1 2 0,4-1-13 16,67-39 6-16,-32 21-8 0,-23 15 3 0,-18 9-7 0,2 3 5 16,2 2-9-16,-3 4 0 0,-3 1-7 15,-3 5-3-15,-2 1 3 0,-6 4 1 16,-5 7-6-16,-3 1 10 0,-7 5-7 0,-5 1 0 15,-8 4 8-15,-6 5-9 0,-6 6-4 16,-5 4 7-16,-22 1-1 0,31 11-3 0,-23 4 3 16,-6 9-5-16,-6 6-1 0,-4 9-1 0,-9 6 2 15,-2-20-5-15,-10 53 2 0,-1-20-4 0,-5 0 0 16,-1 6 1-16,-2 1-1 16,-2 4-3-16,1-1 8 0,1 0 7 0,2 2 0 0,1-2 8 15,4 2-6-15,4-4-21 0,4-1-40 16,4-35-72-16,0 15-82 0,18 53-147 0,-3-48-609 15,5-7 0-15,3-6 1 0</inkml:trace>
</inkml:ink>
</file>

<file path=ppt/ink/ink54.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8T09:48:11.131"/>
    </inkml:context>
    <inkml:brush xml:id="br0">
      <inkml:brushProperty name="width" value="0.05292" units="cm"/>
      <inkml:brushProperty name="height" value="0.05292" units="cm"/>
      <inkml:brushProperty name="color" value="#FF0000"/>
    </inkml:brush>
  </inkml:definitions>
  <inkml:trace contextRef="#ctx0" brushRef="#br0">3544 10758 3 0,'0'0'139'0,"-16"0"-19"0,16 0-14 0,-24 12-1 16,20-11-5-16,0-1-26 0,1 0-4 16,-1 0-4-16,1 0-18 0,1 0-3 0,-1 0-14 15,0 0 1-15,2-1-8 0,-2 1-14 0,3 0-1 16,0 0 4-16,0 0-13 0,0 0-6 15,0 0 17-15,0 0-11 0,0 0 2 16,0 0-8-16,-5 0 17 0,9 0-10 0,3-1 7 16,11 0 4-16,-7 1 2 0,9 0 6 0,32-12-12 15,-19 6 4 1,5 0-4-16,8-1 6 0,0-4-6 0,7-1 3 0,6 1-13 0,6-2 14 16,6-1-7-16,5-2 10 0,2 0-5 15,4-1-5-15,6 2 2 0,0-2-2 0,3 4-3 16,1-4 0-16,1 2-4 0,2 2 18 0,-1-1-13 15,0-2 0-15,1 3-6 0,-2 1 5 0,1 0 1 16,4-2-9-16,4 3 8 0,-2-1 4 16,2 3 2-16,0 0-3 0,0 0 0 0,-2 0-1 15,0 2 4-15,4-2-3 0,-5 3 2 16,5 0 6-16,0-1-2 0,1-1-11 0,1 4 18 16,0-4-1-16,1 2 1 0,2-3-5 0,-2 0-14 15,1 3 16-15,2-3-7 0,-4 3-5 0,0-1 3 16,-3 3-8-16,-3-2 10 15,-4-1-3-15,-4-1 3 0,-1 5 3 0,-2-3-8 0,-4 2-1 16,-1 0-4-16,-1-2 13 0,-4 2-9 16,-1-1 0-16,-3 0-11 0,-2 1 16 0,-5 0-10 15,-1-1-1-15,-2-1 8 0,-2 2-5 16,0-2 3-16,-2 1-2 0,-1-1 3 0,3-1-4 16,-2 3-7-16,-1-3 7 0,-2 2 3 0,-2 2-2 15,-4-1-7-15,-3 0-5 0,-5-2 16 0,-1 1-9 16,-5 3 6-16,-1-2 0 0,-3 0-8 15,0 1-1-15,0-1 0 0,-4 0 3 0,-2-1 5 16,-4 3-9-16,0-1 6 0,-4 0-4 16,-5 0 6-16,-5 2-5 0,0 0-12 15,-4-2 7-15,1 3 5 0,-2 0-21 0,-2-4 11 16,1 3-37-16,-1-3-109 0,-3 2-152 0</inkml:trace>
</inkml:ink>
</file>

<file path=ppt/ink/ink55.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8T09:48:22.005"/>
    </inkml:context>
    <inkml:brush xml:id="br0">
      <inkml:brushProperty name="width" value="0.05292" units="cm"/>
      <inkml:brushProperty name="height" value="0.05292" units="cm"/>
      <inkml:brushProperty name="color" value="#FF0000"/>
    </inkml:brush>
  </inkml:definitions>
  <inkml:trace contextRef="#ctx0" brushRef="#br0">6157 15480 44 0,'0'0'26'0,"0"0"-4"0,0 0-11 16,-14 0-21-16,14 0-18 0</inkml:trace>
  <inkml:trace contextRef="#ctx0" brushRef="#br0" timeOffset="22491.31">27119 16292 60 0,'13'18'71'0,"11"9"-27"0,-17-19 5 16,-2-2-7-16,-1-1 4 0,0-1-4 0,0-1-24 15,-2 1 2-15,0-2 1 0,0 0 5 0,-1 2 3 16,0-2-9-16,1 0 2 0,-1 2 2 15,-1-3 2-15,1 2-9 0,-1-2 9 0,0 0-6 16,2 0 2-16,-1 1 15 0,-1 0 1 0,1-2 8 16,1 1 8-16,-2 0-10 0,0-1 5 15,0 0-13-15,0 0 4 0,0 0-2 0,0 0-2 16,0 0-2-16,0 0-6 0,0 0 5 16,0 0-15-16,-4 5 7 0,2-5 0 15,0 0-10-15,-1-1-6 0,0 1 6 0,1 0-4 16,-2 0-6-16,0-1 8 0,0 1 0 0,-2-1 2 15,2-1 1-15,-2 1 3 0,2-2-4 16,0 1 6-16,-14 0-12 0,6-2 5 0,3-1 0 16,0 3 1-16,-1-1-6 0,1 2 1 0,-6-5-3 15,3 3 6-15,-5-3-4 0,2 1 15 16,0-1-1-16,1 2-5 0,-1-2-4 16,-2 1 2-16,1 1 7 0,0-2-1 0,0 3 8 15,0-5-3-15,1 5-2 0,-1-4 3 0,0 2-5 16,0 1-5-16,0-3 0 0,-2 1 7 15,4 2-12-15,-4-2-1 0,0 1 8 0,2-1-13 16,0 1 5-16,2 0-10 0,-2 2 8 16,0-1-1-16,2-3 1 0,-2 3-5 0,4 0 6 15,2-1-7-15,0 1-3 0,2 1-1 16,2 0 2-16,-1 2 13 0,0-1 3 16,2-1-12-16,1 0 1 0,0 1 4 0,0 1-7 15,0 0 6-15,0-1-6 0,1 0 0 0,-1 2-20 16,2-2-12-16,-1 0-6 0,1 1-9 0,0 0-25 15,-2 0-15-15,2-2-29 0,0 0-11 16,-2-1 5-16,2 0-29 0,-1-2-23 0,-6-8-45 16,-2-2-2-16</inkml:trace>
  <inkml:trace contextRef="#ctx0" brushRef="#br0" timeOffset="23726.41">27170 14522 37 0,'0'0'65'16,"-36"18"22"-16,26-17-6 0,2 1-4 16,2-2-7-16,2 0 5 0,4 0 20 15,0 0-5-15,-10 0-2 0,3 0 0 0,7 0 0 16,-9 0 2-16,9 0-2 0,-8 0 4 15,8 0-15-15,-8 0-7 0,8 0-6 0,-7 0 3 16,7 0-13-16,0 0-1 0,-6 0-5 0,6 0 1 16,0 0-8-16,-7 0-8 0,7 0 1 15,0 0 1-15,0 0-13 0,-7 0 3 0,7 0 1 16,0 0-3-16,0 0-5 0,0 0 0 16,-9 1 2-16,12-1-4 0,1-1-13 0,12-5-1 15,1 0 7-15,4 1 3 0,5-1-10 0,2-1 1 16,-1 0 3-16,3 1 5 0,-2-2-10 0,4 0 5 15,0 1 2-15,4 0 3 0,2-2-2 0,2 3-5 16,2-4 3-16,1 2-4 0,1 0 8 16,0-3 1-16,1 2-4 0,2-3 2 0,-1 3-8 15,4-2 1-15,2-1 7 0,0 2-9 16,-2-2 2-16,4-2-1 0,-2 3 4 0,0-2-5 16,-2 2 9-16,1 1-5 0,-3-1 2 0,-1 1-5 15,-2 1 1-15,-1-1 4 0,-3 0 3 16,-2 2-3-16,-4 0 7 0,-2 2-11 0,-2-1 6 15,-3-1 2-15,-3 3-4 0,-4 1-3 16,-2 0 9-16,-6 1 3 0,-3 2 8 0,-2-2-10 16,-3 2 7-16,0-2-3 0,-2 0-1 0,-2-2-11 15,-1 5 9-15,0 0-1 0,-10-6 3 16,-12-3-14-16,-3 3 7 0,-7 1-7 0,1 1 1 0,-5 0 3 16,-4 2-1-16,-4-1 1 0,-4 3-6 15,-4-2 9-15,-2 1-6 0,-4 1-5 0,1-3 9 16,26 3-2-16,-15 0 4 0,-12 0-10 15,-6 0-10-15,-66 11 7 0,62-7-7 16,-3 0 10-16,2 1-4 0,2 0 6 0,-1 4-1 16,3-2-1-16,1-1-5 0,4 3 11 15,1-1-13-15,3 1 10 0,3 0 1 0,3 3-4 16,0-1-4-16,6-2 11 0,1 2-7 16,4-1-2-16,6 1 10 0,1-2-10 0,4-2 1 15,0 4-2-15,4-2-7 0,2-1 0 0,4-4-4 16,0 4-19-16,8-5-11 0,0 1-3 15,4-2-3-15,2 2-23 0,-2 0-4 0,4 0-15 16,-2-3-26-16,4 1-24 0,0-2-38 0,0 0-90 16,0 0-66-16,4 0 0 0</inkml:trace>
  <inkml:trace contextRef="#ctx0" brushRef="#br0" timeOffset="25612.78">22061 14545 110 0,'-14'0'106'0,"14"0"3"0,0 0-14 16,-14 0-10-16,-5 16 0 0,16-16 8 15,-1 0-17-15,2 0-8 0,-1 0-15 0,0 0-4 16,1 0-2-16,0 0-12 0,1 0-6 0,-2-2 1 16,2 2 1-16,-2 2-2 0,2-4-12 15,1 2-8-15,-1 0 8 0,1 0 1 0,0 0-8 16,0 2-10-16,2-2 14 0,1 0 2 0,2 0-8 16,2 0 5-16,13 0 1 0,-9 0-3 15,9 0-5-15,8 0-1 0,34-11 2 16,-20 7-4-16,4 1 3 0,8-3 2 0,6 0-9 0,0 4 10 15,6-3 0-15,4 3 1 0,6-2 2 0,2 2-1 16,2 0 0-16,4 2 5 0,2-1 5 0,0 1-7 16,-42 0 5-16,22 0 3 0,11 0-3 15,7 0-5-15,1 0 3 0,2 0 3 0,1 0 6 16,0 0-10-16,0 0 0 0,88-7-1 0,-89 4 6 16,-3-3-9-16,-4 2 0 0,1-2 0 15,-4 0-4-15,-1 0 2 0,3-4 3 16,-3 3 0-16,-3-1-1 0,-1-2 1 15,-7 3 2-15,-2-2-8 0,-4 3 6 0,-6-3 2 16,-5 2-2-16,-5-1 5 0,-5 2-4 0,-6-1 2 16,0 2 0-16,-4 2 4 0,-2-1 0 0,-6 0-3 15,-4 2 0-15,-4 0 8 0,-4 1-4 16,0 1 11-16,-4-1-10 0,-2 0 3 0,1-1-2 16,-3 2-3-16,-3 2-11 0,-1-2-2 0,-14 3 1 15,-6 1 1-15,-8 0-6 0,0 0-4 16,-8 2 2-16,0 1 0 0,-4-1-6 15,-2 2-6-15,-3-3 7 0,-4 3 0 0,-3-3-10 16,-4 1 0-16,-2 1 4 0,0 0 4 0,-4-1-12 16,1 0-1-16,-3 2 1 0,-1-3 3 0,-2 2-5 15,0 0-1-15,-5-2-3 0,0 3-6 16,-3-1 2-16,0-1 4 0,-2 0-4 0,-2-2-5 16,-2 1 5-16,1 1-1 0,1-1-7 0,3-3 1 15,3 2-2-15,1-1 14 0,4-3 3 16,2 2-7-16,2-2 6 0,36 0 6 0,-18 0-10 15,-4 0 9-15,-58-11-5 0,56 6 9 0,8-1-9 16,2 1 10-16,6 0 4 0,4-2 1 16,2-1 9-16,8 3-3 0,-2-3-1 0,6-3-3 15,8-2 1-15,6-4 13 0,8 7-8 0,12-24 0 16,8 10 3-16,8 0-6 0,4-5 1 16,8 1 2-16,8-3-12 0,8-2 7 15,6 2 5-15,2 1-6 0,4 3 4 0,-4 2 3 0,0 3 7 16,-6 4-7-16,-6-1 11 0,-8 4 2 15,-6 3 12-15,-3 0 3 0,-6 1 3 16,-2 2 7-16,-10 0-5 0,-11 4-3 0,-6 5 0 16,-18-2 0-16,-15 4-3 0,12-2-3 0,-50 11-9 15,10-1 4-15,-15 3 3 0,-10 1-5 0,-4 1 7 16,-4 3-7-16,-2-1-1 0,-6 1-4 16,-4 1 7-16,-2-2-5 0,-2 5-9 0,0-3 4 15,1 2-5-15,1-1-9 0,-1 0-3 0,-1 0 2 16,3-1 9-16,3-1-7 0,1 1 2 15,6-3-1-15,1 1-6 0,6-1 7 0,4-2 6 16,6 0-4-16,1-1 7 0,8-3-1 16,7-1-5-16,4-2 7 0,10 1 4 0,6-3-3 15,5 2-7-15,4-4 16 0,1 2-10 0,7-4-7 16,16-1-6-16,-2 0 2 0,-3-16-12 0,24 0 4 16,9-2-1-16,10-4-1 0,9-4 4 0,9-3-3 15,10 1 6-15,8-4-8 0,6 1 7 16,8-1-3-16,3 0 5 0,4 2-11 15,2 1 4-15,4 0 4 0,0 5-5 0,1 0 8 16,-5-1-5-16,-1 7-4 0,-5 2 7 0,-3 1-3 16,-9 0 3-16,-5 4 5 0,-7 2-3 15,-7-1 3-15,-5 3 3 0,-5 2 0 0,-7-1-1 16,0 4 10-16,-7-2 4 0,-3 1 2 0,-10 2 2 16,-4 1 5-16,-8 0-8 0,-6 4-8 15,-12 2 1-15,-12 1-3 0,-2 2 3 0,-6-3 3 16,-8 4-1-16,-2 0-4 0,-1 1-6 0,-1-2 2 15,0 0-3-15,4-2-5 0,2 1-1 16,3-3-25-16,6 2-19 0,-1-2-23 0,3 4-27 16,1-5-16-16,2 4-12 0,0-1-30 0,-1-1-45 15,2-4-129-15,-1-2 1 0</inkml:trace>
  <inkml:trace contextRef="#ctx0" brushRef="#br0" timeOffset="26725.39">20032 14314 13 0,'-38'-6'131'16,"0"-5"-9"-16,3-2-2 0,2-3-3 15,1-2 0-15,1-3-12 0,-1 0-17 0,4-5-2 16,0 0-6-16,3-1-3 0,-1-5-13 16,4 0-4-16,2-4-2 0,1-2-10 0,0-4-6 15,2-3 1-15,0-1-6 0,1-1 2 0,1-4-10 16,0 2 8-16,1 1-1 0,0-4-4 16,0 0-6-16,-1-1 4 0,0 0-8 0,-1-1-5 0,0 2 9 15,0-1-8-15,2-1 0 0,-1-1-6 16,0-3 5-16,0 1 5 15,0 2-11-15,2-1-2 0,0 1 2 0,2-2 5 0,-1 1-13 16,1 0 5-16,3-1-9 0,2-2 2 16,2 3 1-16,1 0-7 0,3 0 4 0,0 28-2 15,0-14 5-15,15-58 0 0,-6 42 2 16,3-1-5-16,3 2 10 0,3 2-5 0,1-3 3 16,2 5 1-16,1-5 6 0,4 5-5 0,4 0 3 15,4-1 1-15,0 1 2 0,4 0-6 16,2 2 6-16,2-1-3 0,4 2-9 0,0-1 11 0,2-1-5 15,3 2-2-15,1-2-1 0,3 1-4 16,-1 0 4-16,4 1-1 0,6 2-1 0,1 1 8 16,3 4 2-16,3 0 2 0,2 1-3 15,4 3 3-15,3 2-6 0,2-1 12 0,0 2-9 16,2 3-2-16,3 0 10 0,0 2-2 16,5 0-8-16,2 2 4 0,4 1 0 0,1 3 9 15,-1 4-6-15,5 0 6 0,3 4-10 16,2 0-5-16,4 2 12 0,1 4 5 0,-3 2-2 15,2 2 0-15,8 7-2 0,-60 0 11 16,32 0-9-16,122 16-6 0,-94-5 7 0,0 1 2 16,0 3 3-16,-4 5-9 0,2-1-3 0,-4 4 20 15,0 0-11-15,-2 2 8 0,-3 2-19 16,-2 3 2-16,-6 3 6 0,-3 4 4 0,-5 3-11 16,0 0 7-16,-3 1-16 0,-2 2 6 0,-2 1 4 15,-4 1-6-15,-3 6-4 0,0-2 1 0,-3-1 9 16,-6 4-5-16,1 2-8 0,-4 1 0 15,-1 4 1-15,-2 2 12 0,-2 0-17 0,-2 5 11 16,-3-1-22-16,0 0 14 0,-3 2-3 16,-2 1 12-16,-2 0 1 0,-2 2-21 0,0 0 11 15,-2 1 0-15,-2 0 4 0,-3 0-3 0,-4-1-4 16,1 0 13-16,-4 1 0 0,0-3-30 0,-5 2 14 16,-4-1 0-16,0-3-14 0,-5 0 14 15,-3-2 9-15,-2 2-7 0,-3-1 8 0,-3 1-6 16,-2-1-3-16,-5 0-5 0,-2-31 12 0,0 16-7 15,-10 64-1-15,-1-49-6 0,-4-3 8 0,-3 3 4 16,-4-5-13-16,-2 1 0 0,-4 1 4 0,-4 0 7 16,-4 1 7-16,-4-2-4 0,-4 2-2 15,-5-1 12-15,-2 1 1 0,-8-2-11 16,-5-1-3-16,-6-2 17 0,-9-1 6 0,-4-3-7 16,-2-1 12-16,-6-3 1 0,-5-3-12 0,-8-2-1 15,-2-5 26-15,-6-1-6 0,-4-3 5 16,-6-2 12-16,-6-5 13 0,0-5-16 0,-11-7 16 15,-3-2 3-15,-2-3 5 0,-6-9 5 0,72-3 3 16,-40 0 8-16,-250-23 6 0,176 3 2 0,28-1-4 16,-74-16 6-16,54 4-3 0,34-2-2 15,20 1-1-15,-86-27-16 0,48 8-1 0,28 6-8 16,20-1-8-16,1 1-12 0,3-2 5 16,4-5-3-16,-2 3-5 0,6-2-1 15,4-4-8-15,6-1-9 0,3-1-4 0,4-4-3 0,9 1-2 16,4 0-13-16,8-3-33 0,6 0-26 0,8-2-47 15,6-1-35-15,12 1-69 0,3 2-1021 0,8 0 0 16,5 2 1-16</inkml:trace>
  <inkml:trace contextRef="#ctx0" brushRef="#br0" timeOffset="30083.05">2168 15932 68 0,'0'0'160'0,"0"0"-3"15,0 0 7-15,0 0 3 0,0 0-6 0,0 0-27 16,0 0-7-16,0 0-6 0,0 0 1 16,0 0 10-16,-10 5-14 0,2-16-10 0,0-2 8 15,2 0-15-15,-3 1-6 0,1-1-8 0,0 0-2 16,0-2-13-16,0 2-3 0,1-8-34 15,1 0-7-15,0-4 5 0,0-1-3 0,2-1-3 16,-2-3-12-16,2 2-12 0,2-4 4 0,0-1-9 16,0-1 6-16,2 2-17 0,0 0 10 15,0 14-15-15,0-7 3 0,0-6-12 0,0 0 3 16,12-34 7-16,-7 30-5 0,-1 4-4 0,3-1 2 16,1-2-5-16,1-1 1 0,0-1 1 15,2 2 3-15,0-2 1 0,-1 0 7 0,4-3-1 16,-1 1-4-16,2 0 3 0,1 0-5 15,0 2 8-15,-2 2-5 0,2 4 7 0,-1-2-9 16,0 0 12-16,2 2 1 0,-2 0-2 16,-1 1-1-16,1 0-1 0,-2 0 0 0,1 1 4 15,0 1 2-15,-3-1-1 0,2 4 3 0,-1-1 1 16,1-2 2-16,-2 3-5 0,1 0-1 16,-2-1-1-16,1 4 0 0,2-3-2 0,-5 0 1 15,3 1 0-15,1 0 1 0,0-3-6 16,1 3 6-16,3-2 3 0,-2 3-3 0,0 1 2 15,1 0 1-15,4-1 1 0,-2 0 6 0,3 1-9 16,-3 0-6-16,-1 2 16 0,3-1-9 0,-3 2 0 16,4-2-3-16,-3 4 7 0,-3 0 2 15,-2 4-4-15,-2 0 5 0,-2 4 3 0,-2 1 4 16,-1 2-3-16,-1 1 0 0,-1 2-5 16,-1-1 7-16,0 1-1 0,0 0 0 0,0 1 3 15,-1 0-7-15,0 0 7 0,1-2-12 0,-1 2-1 16,0-1-13-16,1 0-14 0,-1 2-18 0,-1-1-10 15,1 1-24-15,-1-1-23 0,2 1-46 16,-2-1-77-16,2-1-41 0,-2 1 1 0</inkml:trace>
  <inkml:trace contextRef="#ctx0" brushRef="#br0" timeOffset="31781.58">5675 12674 15 0,'-16'0'167'16,"16"0"1"-16,-12 0-3 0,-10 15 18 0,16-17 0 16,-8-3-21-16,2-1-3 0,4 1-28 15,0-1-17-15,-4-2-4 0,2-1-12 0,-4 0-14 16,6-4-11-16,-2-1 0 0,2 0-12 16,2 0-14-16,-2-1-14 0,4-1 5 0,2-3-12 15,0 1 0-15,-2 0-5 0,4-3-10 16,0 11-5-16,0-5 6 0,0-3 2 0,0-5-10 15,16-21-2-15,-10 18 0 0,4 1-1 16,4 3-1-16,-2-2 2 0,2-1-1 16,0 1 1-16,4-1-6 0,4-1 2 0,4-3 10 0,2 3-5 15,4-2 5-15,2-1-7 0,2 1 1 16,-2 2 0-16,6-1 11 0,0-1-11 0,2 2 3 16,2-1 5-16,-2 1 4 0,2 1-1 0,2 0-9 0,2-1-1 15,0 2-1-15,3 3 2 16,-2-2-3-16,2 1 9 0,2 1 0 0,-2 2-7 15,1 0 14-15,0 1-4 0,4 0 1 0,3 1 1 16,2 2 4-16,0-2-7 0,-1 2 1 0,0 4-2 16,-1-3-1-16,-3 5 0 0,-1 0 9 15,0 1-11-15,-1 2 1 0,-2 1 13 0,2 1 0 16,-2 4-15-16,0 0 20 0,-1 0-9 16,-27 0-12-16,15 0 3 0,5 0 16 15,50 13-15-15,-44-9 9 0,-1 3-5 0,0-1-12 16,1 2 2-16,-1 0 12 0,0 1-2 0,-2 0-11 15,1 2 1-15,-3-1 11 0,1 1-3 0,-2 0-14 16,-2 1 18-16,0 1-10 16,-2 1 6-16,1 0 1 0,-1-2 2 0,1 5 1 15,-1 0-15-15,0 0 1 0,-1-1 2 16,0 4 3-16,-1-3 6 0,1 0 5 0,-3 2-12 0,0-1 7 16,-1 3-6-16,-2-2-3 0,2-1 15 15,-3 2-16-15,-2 2 6 0,-2-1-15 0,-1-1 9 0,1 3 14 16,-3 0-9-16,0 1-9 0,-4-1-5 15,3 2 6-15,0 1 11 0,-3 1-9 16,1-1 9-16,-2 2 1 0,-2 0-8 0,1 0 1 16,-2 3 8-16,-1-1-19 0,-2-1 7 15,-1 3-3-15,-2 2 4 0,-2-2-2 16,-4-4 4-16,1 7 1 0,0-1 4 0,-3 3-10 16,-2-3-12-16,1 4 20 0,-2-21 6 0,0 10-26 15,0 4 13-15,-14 33 2 0,9-31-9 0,0-4 7 16,-1 0 5-16,-2 1-8 0,0-1 23 15,0-3-17-15,-2 4-3 0,0-1-9 0,0-2-3 16,-1 0 17-16,-1 0 0 0,0-1 7 0,-1 0-3 16,-2 0-18-16,-2 1 7 0,1-1-12 0,-2-1 26 15,1 1-13-15,-2-1 1 0,1-1-1 16,-2 1 0-16,1-2-9 0,-4 3 14 0,3 0-9 16,-3 1-9-16,1-1 12 0,-1 1 2 15,0-1-9-15,-1-1 16 0,0 0 2 0,0-2-8 16,-2 1 8-16,0-2-8 0,0 0 17 15,-1-2 0-15,2-1-35 0,-1 1 28 0,0-3-13 0,0 0-7 16,0 4 15-16,-2-4 5 16,1-4 18-16,-1 2-9 0,0 1 3 0,0-2 0 0,-4 0 5 15,-1-1-17-15,-2-1 24 0,-4-1 6 16,1-1-8-16,-2-2 17 0,-2 2-15 0,-2-1 20 16,-1 1-17-16,-3-2 10 0,-1-3-5 0,-1 3 4 15,-3-1-3-15,0 2-2 0,-2-4 1 16,2 1 0-16,-5 1-10 0,-3-2 15 0,-4 1-10 15,-3 1-5-15,-4-2-5 0,0 1 12 16,0-2 4-16,0-2 3 0,2 2 0 0,0-3 4 16,-1-1 6-16,35 0-5 0,-17 0 6 0,-8 0 1 15,-6 0-3-15,-70-12-4 0,67 7-11 16,-2-2 2-16,4-2-12 0,0 2-5 0,2-6-4 16,3 2 1-16,2 0-3 0,3-1-10 0,2-4-7 15,4 1 1-15,0-2-6 0,4-2-1 16,4-2-10-16,2-1 0 0,4-3-3 0,0-5-14 15,4-2-7-15,2-1-2 0,-2-4 3 0,8-1-20 16,4-1 7-16,2-2-6 0,4-4-5 0,4 2-4 16,6-4-4-16,2 0 12 0,2-2-7 15,2 25-1-15,12-48-1 0,0 25 16 0,4-2 10 16,4 1-22-16,2 3-22 0,0-1-21 16,6 2-37-16,-2 4-43 0,2-1-58 0,0 5-516 15,0 6 0-15,2-1 0 0</inkml:trace>
  <inkml:trace contextRef="#ctx0" brushRef="#br0" timeOffset="45449.95">15543 17557 4 0,'-17'0'113'0,"17"0"-14"0,-30 6 10 0,24-6-10 16,2 0-7-16,-2 1 13 0,2-1-4 15,-1 0 3-15,1 0-11 0,4 0 0 16,0 0 3-16,0 0-9 0,0 0-1 0,-8 0-3 0,8 0 5 16,0 0-11-16,-7 0-3 0,7 0-6 15,0 0 5-15,0 0-18 0,-8 0 7 0,8 0-5 16,0 0-6-16,0 0-10 0,0 0-3 0,0 0 0 15,0 0-9-15,0 0-18 0,-10 0 7 16,10-1-8-16,0 1-10 0,0-2-10 0,1 2 0 16,3-1-7-16,1-1 11 0,14-1-5 15,2 0 13-15,6-2-5 0,5-2-2 0,-1 3 5 16,2-3 1-16,6 3-3 0,1-4 13 0,1-1-5 16,3 1 8-16,6 3-5 0,2-4 7 0,4-1-7 15,1 2 1-15,4-2 10 0,3-1-1 16,6 0 0-16,2 0 1 0,4-2 3 0,2 1-9 15,4-1 7-15,2 1 1 0,2-2-5 0,4-1 5 16,0 1 2-16,2 2-18 0,1-2 13 16,0 1 7-16,-1 1-6 0,3-2-3 0,2 2-6 15,2 1 5-15,-1 0-7 0,0 0-2 16,0 0 9-16,-3 1-2 0,-3 0 7 0,0 2-3 16,-2-1-4-16,0 0-10 0,-2 2 8 0,3 0-9 15,-5 0 8-15,-4 1-2 0,-2 2-1 16,-4-1 3-16,-4 1-8 0,-2 0 3 0,-9 0-13 15,-4 1 5-15,-3 0-4 0,-6-2 15 16,-4 3 0-16,1-1 1 0,-9 1-7 0,-4-1 9 16,3 0 1-16,-6 0 2 0,-2-2 1 0,-3 3 6 15,-2 2-8-15,-9-2-1 0,-1 1 0 16,-3 0 6-16,-1 1-14 0,-1 0 2 0,-2 0 7 16,1-2-1-16,-1 2-9 0,-1 0 5 0,-1-2 1 15,1 2-10-15,0 0-37 0,-2-1-60 0,2-2-63 16,7-8-68-16,-4 2-363 0,1-4 0 15</inkml:trace>
</inkml:ink>
</file>

<file path=ppt/ink/ink56.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8T09:49:14.919"/>
    </inkml:context>
    <inkml:brush xml:id="br0">
      <inkml:brushProperty name="width" value="0.05292" units="cm"/>
      <inkml:brushProperty name="height" value="0.05292" units="cm"/>
      <inkml:brushProperty name="color" value="#FF0000"/>
    </inkml:brush>
  </inkml:definitions>
  <inkml:trace contextRef="#ctx0" brushRef="#br0">13552 8883 20 0,'0'0'27'0,"-38"-32"4"16,29 23-14-16,-1 0-22 0,4 1-21 0</inkml:trace>
  <inkml:trace contextRef="#ctx0" brushRef="#br0" timeOffset="755.81">12020 8301 25 0,'0'0'69'15,"-15"-14"-1"-15,15 14 1 0,0 0-19 0,-32-35-10 16,25 26-9-16,3-1-11 0,-1-4 14 15,0-6-18-15,1 1 5 0,1-4-14 0,0 2-15 16,3-1 6-16,0 12 7 0,0-8-7 0,0-4-6 16,12-29 0-16,-4 21 3 0,0 3-14 15,3 1 16-15,0-2-14 0,2-3-1 0,2 0 3 16,2-2-3-16,3-2 0 0,3-3-10 0,6-1 6 16,1-2-6-16,6-2-7 0,0-2 0 15,6 3-12-15,2-3 6 0,1 0 2 16</inkml:trace>
  <inkml:trace contextRef="#ctx0" brushRef="#br0" timeOffset="4022.57">14332 7034 20 0,'0'0'214'0,"-15"0"-22"0,-10 2-5 0,17-10-15 16,4-3-19-16,0-9-18 0,2-1-15 16,2 11-20-16,0-4-1 0,0-6-16 0,0-2-21 15,22-24-3-15,-13 20-11 0,4 1-2 16,3-1-6-16,2 2-15 0,0-5-6 0,4 2 3 15,0-2-11-15,2 2-5 0,0-2-4 0,3 1 3 16,2-2-7-16,0 0-4 16,3 0 1-16,1-3-4 0,3 3-2 0,2-2 4 0,2-2-1 15,-1 6 2-15,2-4-6 0,3-3 10 0,0 3-1 16,1-1 4-16,5 1-3 0,0 1 1 0,2-1-1 16,0 2-1-16,6 0 2 0,-1 1 8 15,3-1-3-15,2 3-2 0,-4-2 4 0,0 4-8 16,-1 3 9-16,-1-1 3 0,-2 2 4 15,2 2-9-15,-1 0 1 0,2-1 1 16,2 2 4-16,0 2-2 0,-2 1 4 0,2 3-5 0,-2-2-1 16,-1 4-5-16,0 0 14 0,0 3-10 15,-3-2 1-15,1 2 1 0,2 0-1 16,-4 3 3-16,0 3-7 0,0 1 4 0,-4 0-2 16,-24 0-2-16,12 0 0 0,4 0 5 0,44 15-1 15,-44-9-7-15,0-1 12 0,-2 2-6 16,-4-1 4-16,1 3-4 0,-2 1-4 0,-1-2 3 15,-2 2 3-15,0-1-11 0,0 2 12 16,-2-4-6-16,-3 5-1 0,2-1-5 0,-2-2 5 16,2 3-5-16,-3-1 4 0,2 0 1 0,0 2 8 15,-2-3-5-15,0 1 1 0,-3 0-7 16,2 1 5-16,-2 1-5 0,-1-3 8 0,-2 1-9 16,1 0 5-16,-2 3-3 0,-1-2-1 15,0 2 4-15,-2 1-7 0,-2 0 7 0,0 2 0 16,-3 1-5-16,0 2-2 0,-1 1 8 15,2-1-8-15,-4-2 6 0,0 7 9 0,-4-2-4 16,2 0-3-16,-2 2 2 0,0-1 10 16,-2 0-1-16,0-9-3 0,0 4-4 0,0 6 5 15,0 2 0-15,-10 31-4 0,3-29 11 0,0 0-7 16,-2 1 0-16,0 4 3 0,-2-2-13 0,-1-1 11 16,0 1-3-16,-3 1-2 0,-1 1-1 15,-1-2 6-15,-2 2 2 0,-1-2-6 0,-2 2 1 16,1-2 0-16,-3 0-5 0,0-4 6 0,-3 2 1 15,0-1 5-15,-2-3-12 16,-2 0 9-16,-1-1-14 0,-1-2 15 0,-2-1-13 0,2-1 9 16,-8-1-7-16,-5-2 18 0,-3-1 3 15,-3-4 10-15,-4 0 5 0,-7-3 7 0,-1-3 33 16,-4-2-16-16,-8-4 3 0,38-1 2 0,-22 0 13 16,-88-13-25-16,59 3 3 0,-4 0 2 15,-5-10-24-15,-2 1-6 0,3-4 1 0,-3-3-10 16,-1-2-21-16,-1-3-22 0,0-1 3 15,0-4-10-15,-2 1 1 0,1-3 0 0,0-1-25 16,-1-2-4-16,4 0 11 0,6 2-23 0,5-3-8 16,5 2 2-16,5 0 1 0,6-1-5 15,5 2 12-15,7 3 0 0,8-1 1 16,5 3 7-16,8-1 5 0,5-1-3 0,10-2 9 16,9 0-2-16,12-1 4 0,17-5-8 15,14 1 3-15,18 0 2 0,15 0-6 0,13 2-43 16,13 3-50-16,5 1-130 0,8 1-92 15,2 2 0-15</inkml:trace>
  <inkml:trace contextRef="#ctx0" brushRef="#br0" timeOffset="10847.95">31 11591 1658 0,'48'-30'17'16,"-20"14"1"-16,1 0-12 0,2 0 0 16,-2-1-1-16,4 2 8 0,-2-2-9 15,2 1-4-15,-1-2 0 0,0 3-5 0,-1 0 11 16,4-2 5-16,-3 2-14 0,-2 1 2 0,1 1 9 16,0-1-7-16,2 4 8 0,-4-3-9 15,-1 2 7-15,1 0-4 0,-2 1-3 16,-3 4-5-16,4-4 10 0,-3-3-3 0,-2 4-4 15,0 3 6-15,-2-4 2 0,-2 0-3 0,-1 4 0 16,0-3 3-16,3 1-3 0,-1-2 0 16,0 1 0-16,1-1-4 0,-1 1 4 0,0 1 2 15,-2 1-5-15,-2 0 1 0,0 0 2 16,-2 2 7-16,-2-2-2 0,-1 3-10 0,-2-1 4 16,-1 3 1-16,-1-2 4 0,0 0-8 15,-2 0-7-15,-2 2 15 0,1 0-7 0,0 0 0 16,0 2-5-16,-1-2 7 0,-1 2 2 0,0 0-2 15,-1 0-10-15,0 0 11 0,-1 0-4 0,0 0 5 16,0 0-10-16,0 0 2 0,0 0-1 16,2 2 6-16,-2-4-6 0,1 2-4 0,0-3-7 15,-1 2-46-15,4-4-20 0,2 2-67 16,-2-6-88-16,2 2-78 0,-2-1 0 0</inkml:trace>
  <inkml:trace contextRef="#ctx0" brushRef="#br0" timeOffset="12616.05">2481 9609 83 0,'0'0'117'15,"0"13"-17"-15,0-13 5 0,0 0-9 0,-15 0-6 16,15 0-5-16,0 0-4 0,0 0-4 15,0 0-23-15,0 0 3 0,0 0-3 0,0 0-11 16,0 0 7-16,0 0-14 0,0 0-6 0,0 0 5 16,0 0-18-16,0 0 6 0,0 0 0 15,0 0-1-15,0 0-4 0,0 0-7 0,0 0 13 16,0 0-4-16,0 0-11 0,0 0-1 0,0 0 7 16,0 0-3-16,0 0 5 0,6 20-8 15,10-25 2-15,4 1-2 0,1-2 4 0,4-1-1 16,1-2 0-16,0 3-4 15,2-1-3-15,2-1-7 0,-2 2 11 0,4 0-5 0,-4-1 5 0,0 2 0 16,-2-3-3-16,4 1-5 0,-4 1 7 0,1-2-3 16,-3 6-4-16,1-5 1 0,3 0-2 15,0 0 4-15,-1-2 1 0,1 3 0 16,-1-3 4-16,1 4-6 0,0-1 2 16,-3 1-2-16,2-1 5 0,-2 0-5 0,-1 2 7 15,-3-1-8-15,1 2 0 0,-6 0-8 16,2 0 9-16,-3 1-4 0,-4 0 1 0,-2 0 6 15,-2 1-5-15,-1 0 2 0,0 1 0 0,-2-1-3 16,0 1 0-16,0 0 9 0,-2 0-3 0,1-2-15 16,0 2 15-16,-1 0-6 0,1-1 4 15,0 1-5-15,-2 0 5 16,-1 0-7-16,0 0 5 0,0 3-8 0,-3-2-3 0,-2 1 7 16,-10 8 7-16,-2-3-4 0,-6 3 2 15,-2-1-5-15,-3 0-5 0,-1 1 9 0,-7 0-9 16,-4 1 10-16,-3 2-4 0,-5-3-7 15,-4 2-7-15,1-1 7 0,-1 2 8 0,-1-2-4 16,-2 1-7-16,2-1 4 0,0 1-7 16,-1-1 14-16,5 1-14 0,1-2 6 0,7-2 5 15,2-1-2-15,6 0-3 0,3-1 4 0,2-1 1 16,2 0-10-16,8 0 12 0,2 1-19 16,2-2 24-16,6 0-4 0,6-1 13 0,2 1-2 15,0-4 10-15,10 4 2 0,13 0-6 0,5-2 1 16,7-2 0-16,-19 0-3 0,12 0-2 15,7 0 2-15,6 0 1 0,3 0 2 0,3 0-3 16,1 0-2-16,3 0 2 0,53-14 7 16,-51 12-7-16,2-1 2 0,-1 2-7 0,2-2 3 15,-1 1-2-15,0 2 1 0,2-3-4 0,0-3 0 16,2 6 7-16,-2 0-10 0,1 0 8 16,-30 0-12-16,16 0 2 0,5 0-5 15,3 0 13-15,1 0-6 0,1 0 3 16,-1 0-6-16,-1 0 2 0,-3 0 1 0,-2 0-5 15,-4 0-2-15,-3 0 1 0,0 7 0 0,-4-7 2 16,28 10-6-16,-40-8 10 16,-4-2-10-16,0 4 2 0,-8-3 3 0,-4 2 6 15,-6 0-3-15,-2-1-5 0,-4 4-4 0,-8 1 12 16,-6 4-4-16,-4-1-4 0,-2 1 11 0,-2 0-12 16,-4-1 6-16,-4-2-3 0,-2 0 0 15,-4 1 6-15,-2-2-4 0,-4 2 3 0,-1-3-2 16,0 2 0-16,5-2 11 0,3-1-2 0,4-2-7 15,5 1 4-15,-1-2-2 0,6 2 3 16,3 0-9-16,8-4 1 0,2 1 6 0,4 0-1 0,8-1 4 16,1-1-7-16,7 1 14 15,16-2-14-15,-7 2 6 0,9 0-8 0,40-9 10 16,-19 6-1-16,2 1-6 0,6 0-3 0,-26 2 1 0,15 0 5 16,10 0 1-16,6 0 2 0,0 0-5 15,4 0 3-15,2 0-3 0,0 0-6 0,-1 0 3 16,-2 0-4-16,60 13 4 0,-66-13-1 15,-2 4-4-15,-7-2 1 0,-3 0 4 0,-5 1-5 16,-5-2 5-16,0 3-6 0,-7-1-3 16,-3-3 7-16,-7 0-2 0,-9 2 2 0,-8 0-8 15,-7 2 6-15,-13 1 4 0,-9 1-4 0,-3 0-4 0,-9-1 0 16,-5 3 0-16,-9-3-2 0,-3 1 9 16,-6-4 0-16,-2 2-3 0,-6 0-5 0,-2 0 5 15,-1-2 7-15,1-1 7 0,5 1-4 16,4-2-9-16,6 2 9 0,8-2-14 0,28 0 10 15,-7 0 0-15,-4 0-8 0,3 0 7 16,8 0 0-16,8 0-1 0,8-6 5 0,26 1-8 16,12-3 5-16,5 2-2 0,10 0 1 15,7 1 1-15,6-1-1 0,6 2-2 0,2-1-10 16,3 3-8-16,2-2-6 0,-1 2-17 0,-3-1-24 16,2 2-49-16,-4-2-70 0,-3 3-178 0,-5-4 17 15,-6-1 0-15</inkml:trace>
  <inkml:trace contextRef="#ctx0" brushRef="#br0" timeOffset="21278.83">8790 16956 115 0,'0'16'147'0,"-15"-16"-12"16,-8 23-16-16,19-20 12 0,0-2-17 0,2 1-7 15,-2 0-8-15,2 1-2 0,0-2-3 0,0-1 8 16,1 2-7-16,1-1-5 0,-3 1-7 16,2-1 1-16,1-1 8 0,-1 2-17 0,-1-1 9 15,1-1-11-15,0 1 4 0,1-1-4 16,-3 0-3-16,3 1-11 0,-1-1 16 0,1 0-6 15,-2 2-15-15,2-2 1 0,-1 0-13 0,1 0 17 16,-1 0-9-16,1 0-21 0,0 2 2 16,0-2-11-16,0 0-5 0,0 0-9 0,0 0-1 15,0-2-8-15,1 2-18 0,2-2-3 16,1 1 9-16,8-6-1 0,8 0 6 0,4-1 9 16,1-2-17-16,6-1 19 0,9-4-6 15,1-2 14-15,7-3-3 0,4 1 3 16,7-3-11-16,5 1 7 0,5-4 3 0,5-1 23 15,3 1 1-15,6-1 7 0,3-1 10 0,5-1-3 16,3-1 11-16,6 0 3 0,5-1 21 0,2-5-11 16,4 3 10-16,8-3-2 0,5 1 6 0,5 0-8 15,86-22-4-15,-46 13 5 0,-24 8-1 16,-16 5-6-16,6 1-5 0,2 1-2 0,5 2-8 16,94-16-5-16,-53 10-2 0,-26 4-15 15,-18 8 8-15,2-1 0 0,5 0-9 0,90-13-2 16,-51 12-4-16,-32 2 7 0,-19 5-11 0,-2 0 2 15,-3 1-2-15,-1 2 3 0,-1-1 6 0,-3-1 3 16,-5 1-5-16,-6 1-1 0,-5-1-1 0,-7 2 1 16,-5 0 0-16,-7-1 1 0,-5-1 0 15,-5 1 6-15,-4 0 0 0,-7-1-5 0,-4 1 6 16,-6 1 3-16,-3-4 3 0,-3 3-12 16,-3-2 2-16,-1 2-7 0,-5-3 10 0,2-3-1 15,-1 0-13-15,-1 1-14 0,-2-3-17 16,-2-2-68-16,-1 1-57 0,2-3-87 0,-10-1-917 15,-5-4 0-15,-3 2 0 0</inkml:trace>
</inkml:ink>
</file>

<file path=ppt/ink/ink57.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8T09:59:02.225"/>
    </inkml:context>
    <inkml:brush xml:id="br0">
      <inkml:brushProperty name="width" value="0.05292" units="cm"/>
      <inkml:brushProperty name="height" value="0.05292" units="cm"/>
      <inkml:brushProperty name="color" value="#FF0000"/>
    </inkml:brush>
  </inkml:definitions>
  <inkml:trace contextRef="#ctx0" brushRef="#br0">13932 13891 29 0,'0'0'101'0,"0"0"-5"16,0 0-8-16,0 0 10 0,0 0-25 0,0 0 27 15,-14 0-1-15,14 0-10 0,0 0-3 16,0 0-2-16,0 0-14 0,0 0-4 0,0 0-11 15,0 0-3-15,0 0-6 0,0 0-2 0,0 0-7 16,0 0-8-16,0 0 4 0,0 0-5 0,0 0 1 16,0 0-7-16,0 0-2 0,0 0-2 15,0 0-1-15,0 0-2 0,0 0 3 0,0 0-2 16,0 0-4-16,0 0 6 0,0 0 2 0,0 0-1 16,2-17-4-16,6 17 7 0,2 0 3 15,8 0-9-15,2 0 13 0,4 0-1 0,2 0-6 16,2 0 1-16,4 0 1 0,2 0 11 15,0 0-12-15,2 0 0 0,3 0 13 0,4 0 1 16,2 0-1-16,4 0-9 0,3 0 2 16,3 0 7-16,3 0-16 0,2 0 17 0,0 0-4 15,3 0-9-15,0 0 5 0,66 7 0 0,-62-5-3 16,2 0-5-16,2-1 8 0,1 0 8 16,1-1 4-16,1 2-14 0,-2-1 1 0,-37-1 4 15,17 0-13-15,10 0-2 0,3 0 11 0,0 0-9 16,1 0 4-16,-1 0 4 0,62-14-8 0,-65 10 5 15,0 0 4-15,-1-1-7 16,-1 0-8-16,0 0 4 0,-1-2 10 0,1-1 0 0,-6 2-7 16,4 0-5-16,-2 0 15 0,0-2 5 15,-2 2-6-15,-4-1-19 0,2 1 24 0,-2 0 1 0,-2-2-11 16,0 1 2-16,0 0-24 0,-4 0 16 16,0-2-18-16,1 3 27 0,-2-1-10 0,-1 0 0 15,1 1-22-15,0 0 3 0,-1 1 17 0,0-1-5 16,0 2-14-16,0 1 16 0,2-1-15 0,0-1 21 15,-1 5-24-15,-1-3 23 16,0 1-18-16,0 2 12 0,-4-2-7 0,1 2 0 16,-22 0 15-16,11 0-17 0,2 0 1 0,2 0-5 15,1 0-4-15,-1 0-6 0,-3 0-2 16,-2 0 7-16,-4 0 3 0,-2 0-5 16,-2 0 6-16,-5 0 5 0,-3 0-12 0,-3 0 1 0,0 0 8 15,-1 0-7-15,-7 0-6 0,7 0 6 16,-7 0 10-16,6 0-13 0,-6 0-14 15,7 0-12-15,-7 0-20 0,0 0-48 0,0 0-42 16,0 0-47-16,11 2-51 0,-15-4-341 0,-2 0 0 16</inkml:trace>
  <inkml:trace contextRef="#ctx0" brushRef="#br0" timeOffset="990.97">9760 14215 28 0,'-8'-4'112'0,"-2"1"-4"0,4 1-5 0,-2 1-16 16,4-1-2-16,0 1-11 0,2-2-9 15,-2 3-1-15,2-2-10 0,0 2 3 0,0 0-5 16,2 0-14-16,0-3-9 0,2 0 3 15,0 2 6-15,2-3-17 0,12-3-5 0,2-1 7 16,0-3-5-16,4 1 0 0,4 1 7 0,2-1-12 16,0-1 6-16,7-2-3 0,5 3 2 15,2-1-4-15,5-1 6 0,6 1 1 0,3 1 0 16,10-1 3-16,2 1 6 0,3 0 0 16,1 1 0-16,10 4 10 0,8-4 0 0,0 2-7 15,7 1 4-15,2 1 0 0,1 0-1 16,0 1 11-16,3 2-10 0,-1 0 11 15,5 0-6-15,1 1 6 0,-52 1-2 0,29 0-2 0,17 0-4 16,10 0 1-16,3 0 8 0,7 0-8 16,3 0 3-16,3 0-2 0,0 0 1 0,1 0 3 15,1 0-16-15,0 0 1 0,1 0-3 16,1 0 0-16,-3 0 0 0,-1 0 0 0,-3 0-12 16,-3 0 0-16,-3 0 3 0,-3 0 6 15,-2 0-3-15,-3 0-7 0,-4 0-16 0,-3 0 12 0,-4 0-4 16,-4 0 1-16,90-7 3 0,-101 6-2 15,-3-3 7-15,-4 0-8 0,-3-2-1 0,-3 1-1 16,0-1-5-16,-3-1 5 0,-2-1-11 16,-3 2-1-16,-6-1 10 0,-2 2-6 0,-2-4 2 15,-7 5-2-15,-2-1 2 0,-4 0 11 16,-3 1-9-16,-2 0 6 0,-3 0-5 0,-1 0 6 16,1 2 0-16,-1-2-7 0,-4-1 5 0,4 0-13 15,-5 1 3-15,-2 2 7 0,-3 0 0 0,-12 2-2 16,5 0-10-16,2 0 3 0,-2 0-24 15,-2 0-6-15,-2 0-38 0,8-11-29 0,-14 9-53 16,-1 2-66-16,-1-2-297 0,-1-2 0 16</inkml:trace>
</inkml:ink>
</file>

<file path=ppt/ink/ink58.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8T09:59:45.785"/>
    </inkml:context>
    <inkml:brush xml:id="br0">
      <inkml:brushProperty name="width" value="0.05292" units="cm"/>
      <inkml:brushProperty name="height" value="0.05292" units="cm"/>
      <inkml:brushProperty name="color" value="#FF0000"/>
    </inkml:brush>
  </inkml:definitions>
  <inkml:trace contextRef="#ctx0" brushRef="#br0">24451 6776 100 0,'-17'0'154'0,"17"-17"3"0,-30-4 5 0,25 17 2 15,1 1-7-15,0 0-10 0,1 0-4 16,-1 0-10-16,2 1-7 0,-1-1-24 0,0-1 0 16,1 3-12-16,-1-1-14 0,2 0-7 0,-2 1 1 15,0 0-9-15,2-1-15 0,0 0 4 16,-1 2-8-16,1-1-6 0,0 0-11 0,-2 1 1 16,2-1-1-16,1 1-6 0,-3 0-14 0,2 0 10 15,1 0-3-15,0 0-1 0,0 0-9 16,-7 12 6-16,0 2-8 0,1 1 2 15,-1 3 9-15,0 2-9 0,2 1 6 0,-4 2-4 16,-1 6-1-16,2-4 20 0,0 3-9 0,-4 1 5 16,4 3-12-16,-4 2 12 0,2 1-4 0,0 5 6 15,0-1-5-15,-2 2-4 0,2-2 4 16,-2 0-8-16,1 0-7 0,2-4 2 16,-2 1-1-16,2-3-1 0,1-1 14 0,0-3-17 15,-2 1 7-15,5 0 1 0,-3-4-11 0,1-1 11 16,2-1-12-16,-2-3 10 0,2-4-6 0,1-1 6 15,0-2-6-15,-1 1 2 16,2-5 9-16,0 0 1 0,3-3-1 0,-1-1-13 0,0-1 9 16,-1 0-15-16,1 0 10 0,1-3-19 15,-1 2-12-15,-1-3-9 0,1 3-12 0,1-2-17 16,-1 0-17-16,-2 0-28 0,2 0-29 0,1-2-47 16,0 0-101-16,0 0-97 0,0 0 1 0</inkml:trace>
  <inkml:trace contextRef="#ctx0" brushRef="#br0" timeOffset="501.59">24068 7015 104 0,'-3'-28'186'0,"3"11"-10"0,0-8-1 0,9-31-22 0,5 24-7 15,4-2-19-15,8-2-20 0,7 3-13 16,6-1-4-16,9-1-1 0,2 4-10 0,7 2-11 16,2 1-7-16,5 5-17 0,2 2-6 15,5 4-10-15,-4 3-10 0,-2 6-7 16,-2 2 3-16,-5 4-15 0,-31 2 2 0,10 0-16 0,46 13 5 15,-46-4-2-15,-6 1 7 0,-7 6-4 16,-3-1 2-16,-7 7 9 0,-10 2-3 16,-4-10 0-16,-19 31 1 0,-2-18 2 0,-7 3 2 15,-6-2 0-15,0 3 10 0,-4-1-1 0,1 1-5 16,0-1 1-16,1-4 4 0,1-1 3 16,4-3-3-16,3-1 2 0,4-5-1 0,3 0 1 15,1-1-3-15,1-1-7 0,5-1 13 0,4 2 8 16,2-1 7-16,4-5-6 0,4 4 10 15,0-6-7-15,15 18-2 0,-4-8-1 0,5 0 6 16,-3 3 4 0,3-2-8-16,3 0 16 0,-1 2-7 0,4 3 9 0,0 1 11 0,5-2-2 15,-2 1-20-15,1 0 10 0,-2-3-8 16,1 3-8-16,-1-2-12 0,-1-3-22 0,-2-2-47 16,-1 1-33-16,3-2-60 0,-1 0-39 15,-3-9-100-15,1 3-191 0,-1-8 0 0</inkml:trace>
  <inkml:trace contextRef="#ctx0" brushRef="#br0" timeOffset="1288.79">25419 7318 84 0,'24'-1'192'0,"-1"-1"-25"0,-9 2 5 15,8 0-13-15,3 0-6 0,34 12-14 0,-26-9-4 16,2-1-15-16,-3 2 0 0,1-2-4 0,6-1-4 15,-19-1-16-15,13 0 3 0,6 0-6 0,3 0-17 16,49-16 0-16,-44 10-16 0,1-4-20 16,-4 0-12-16,-3 0 2 0,-6 0-16 15,-3-1-9-15,-5-1-11 0,-5 0-10 0,-2-6-4 0,-8 2 7 16,-6 0-7-16,-6 0 8 0,0 8-4 16,-26-17 5-16,5 11 1 0,-7 2 13 0,-4-3 3 15,-7 9 3-15,1-3 20 0,-1 1 5 16,0 1-2-16,3 5 0 0,0-2-7 0,19 4-10 0,-6 0 10 15,-32 15 6-15,26-4-5 0,1 4 10 16,3 6-8-16,2 4 18 0,4 3-3 0,2 4 11 16,6 0-9-16,3 2-9 0,6-2 9 15,2-15 3-15,10 29-8 0,5-18-1 0,9-2-3 16,4-4 5-16,8-2-15 0,8-4-7 0,4-4-29 16,3-2-32-16,5-5-27 0,7-2-22 15,-31-3-20-15,16 0-7 0,64-14-13 16,-51 3-24-16,0-5-2 0,-2 0 8 0,-6-4 28 15,-2-2-3-15,-3 0 29 0,-8-1 37 16,-4 0 38-16,-6 1 23 0,-2-1 24 0,-8 0 18 0,-4 1 20 16,0-3 23-16,-8 2 14 0,0 2 7 15,-6 1-25-15,-2 11-7 0,0-3 1 0,-14-15-21 16,4 16-2-16,-2 2 4 0,0 2-5 16,-2-2-11-16,-2 9-12 0,8 0-6 0,-22 16 8 15,6-1-15-15,2 4 4 0,2 5 16 0,-4 2-11 16,3 3 7-16,2-1 1 0,1-1-7 15,4-1 2-15,3-3 1 0,0 1 22 0,2-3-11 16,2-4-10-16,2 0 16 0,2-4-13 0,3-13 16 16,0 10-11-16,0-3-1 0,24 7-1 15,-4-11 2-15,-7-3-17 0,6 0 0 0,5 0-2 16,28-13-15-16,-24 6 11 0,-2 1-5 16,0 0-7-16,-4-1 1 0,-6 1 12 0,0 2-11 15,-2 1-3-15,-4 0 7 0,-2 0-25 16,0 3 10-16,-4-1-12 0,1 0 9 0,-1 1-14 15,-4 0-2-15,0 0 1 0,0 0 14 16,0 10-3-16,-6 5 0 0,-5 0 4 0,-5 5-11 16,-2-1 20-16,-2 2-17 0,-2 1 19 0,-2 3 7 15,-2-2-6-15,2-1-14 0,-2 1 4 16,2-2 3-16,0-2 1 0,2 0-14 0,0-3 15 16,1 1-6-16,3-3-16 0,0-5-5 15,5 1-25-15,-2-3-36 0,5-5-24 0,10-2-46 16,-8 0-46-16,8 0-440 0,-11-17 1 15</inkml:trace>
  <inkml:trace contextRef="#ctx0" brushRef="#br0" timeOffset="2405.75">27327 7271 140 0,'5'16'143'0,"-5"4"1"16,0-8 0-16,-26 29 7 0,7-14-15 15,-5 4-7-15,-1 0-15 0,-2-1-12 16,3-2 0-16,1-1-11 0,3 0-3 0,3-7 7 16,1 2 1-16,0-1 16 0,2-3 5 0,5-1 14 0,-2-5 38 15,2-1-8-15,4-6-6 0,2 0-10 16,3-5-19-16,5-5-9 0,14-5-22 16,0-5-5-16,2-2-13 0,3-1-22 0,4-5-29 15,3 2-39-15,1-2-18 0,1-1-25 0,2 1-19 16,0-1-31-16,-1 3-19 0,0 0 2 15,-2 3-24-15,-2 2-17 0,-2 0-7 16,-2 4-8-16,-4 1 12 0,1 0 31 0,-4 3 7 16,-5 0 16-16,-7 3 29 0,-3 2-2 0,-4 0 40 15,0 3 11-15,-7 0 7 0,2 3 10 0,0 1-9 16,-5 7 13-16,1-1 5 0,1 1 16 16,3 0 10-16,2-1 33 0,0-4 0 0,3 2 14 15,0-8 28-15,0 0 20 0,19 17 4 16,-2-12-4-16,9-3 5 0,2 0 1 0,-12-2-19 15,10 0 6-15,5 0 8 0,2 0-22 0,42-15-24 16,-38 7 5-16,0 2-9 0,-2-3-4 16,-3 0-12-16,-4-1-13 0,-1-3-6 15,-5 2-20-15,1-2-8 0,-6-1 9 0,-5-1 0 16,-4 2 3-16,-5 0-21 0,-3 13 8 16,0-10 5-16,-17-7-1 0,1 10-9 0,-3 3 1 15,-4 4 2-15,11 0-11 0,-6 0 15 0,-26 21-1 16,17-7-1-16,-4 8-6 0,-2 4 4 15,1 5 2-15,-1 1-4 0,2 3 9 16,6-1 1-16,2-2-5 0,2-1-15 0,6-2 8 16,3-2 6-16,2 3 17 0,3-4-15 0,4-4 11 15,3-12 16-15,11 16 2 16,2-12-9-16,7-3-8 0,4-4 7 0,4 0-10 0,7-5 14 16,-21-2-19-16,12 0 16 0,38-13-4 15,-24 3 5-15,1-1-10 0,-1-1-13 0,0-3 5 16,0-5 4-16,-3-1-19 0,-1-2 1 15,-2-1-3-15,-5-4-5 0,0-3 1 0,-3 1 2 16,-1 0-6-16,-6 2 15 0,-1-1-1 0,-3 3 6 16,-2 2-3-16,-1-1-8 0,-1 4 13 15,-3 1-2-15,0 4 11 0,-1 3-12 0,-3 5-19 16,-3 3-1-16,-1 5 10 0,-4 5-12 0,-9 12 8 16,-1 4 2-16,-3 9-1 0,-6 6 6 0,-1 6-10 15,-2 3 6-15,-4 6-3 0,2 2-12 0,0 1-1 16,2 1 10-16,-1-1-8 0,2 2 0 15,1-5 9-15,1-1-5 0,0 0 11 0,5-3-9 16,-1 0 2-16,-1-7 12 0,5-2-12 16,1-5 5-16,2-2 7 0,2-5 3 0,-2-1 4 15,3-3 4-15,1-2 6 0,3-9 17 16,1-7-2-16,1-2-6 0,3-2 12 0,0-8-4 16,3 0 1-16,6-14-1 0,2-2 7 0,2-3-8 15,3-4 5-15,5-1-11 0,1-1 25 16,3-2-7-16,4-3 22 0,2 0-6 0,5-1-7 15,47-37 54-15,-35 39-87 0,4-1-1 16,6 1-6-16,4-4-19 0,3 0-16 16,2-1-2-16,-2 1-6 0,-5 1 2 0,-3-1-16 15,-2 3 1-15,-6 1-4 16,-9 2-3-16,-3 3 15 0,-5 2-2 0,-4 2 2 0,-6 3 6 16,-5 5-7-16,0-3 7 0,-9 6 10 15,-5 6-8-15,-3 11 3 0,0 0 8 16,-18-4 5-16,-3 15-8 0,1 8 15 0,-2 8-1 0,-5 6 4 15,-2 7-9-15,-2 4 8 0,3 5 3 16,0 3-5-16,2-1-4 0,0 0 18 0,5 2-6 16,0-3 2-16,2 2-10 0,3-4 3 15,1-1 0-15,2-2 11 0,1-2-9 0,1-4 15 16,1-2-5-16,2-1-6 0,0-6-5 0,1-2 4 16,-2 1 8-16,2-2-6 0,2-9-9 15,-2 1-8-15,3-6-7 0,1-4-26 0,1 1-38 16,-1-6-23-16,0 2-57 0,1-5-101 0,-1-1-127 15,4-3 0-15</inkml:trace>
  <inkml:trace contextRef="#ctx0" brushRef="#br0" timeOffset="2599.59">29147 7885 42 0,'26'-4'257'0,"-4"4"-36"0,-10 0-13 0,6 0-21 0,22 15-18 16,-23-7-13-16,-2 5-19 0,-5 4-10 15,0-2-6-15,-4 2 5 0,-2 6-18 0,-4-12-13 0,0 8 5 16,-17 27-33-16,6-20 0 0,-3 2-6 16,-2 1-27-16,-3-1-28 0,0-2-33 0,-1-1-32 15,2-2-32-15,-1-4-64 0,0-1-73 16,2-4-205-16,4-10 1 0</inkml:trace>
  <inkml:trace contextRef="#ctx0" brushRef="#br0" timeOffset="2768.22">29181 7679 58 0,'10'-39'210'16,"2"3"-32"-16,4 4-16 0,3 5-25 15,5 3-27-15,3 3-26 0,2 6-17 0,4 1-18 16,2 9-18-16,-2 3-3 0,-17 2-21 0,31 15-11 16,-24 1-29-16,-2 6 12 0,-2 4-28 0,-5 5-2 15,-4 2-21-15,-5 3-47 0,-2 4-72 16,-3-19-35-16,0 11 30 0</inkml:trace>
  <inkml:trace contextRef="#ctx0" brushRef="#br0" timeOffset="3332.44">29495 8088 198 0,'3'-6'190'0,"5"-7"-1"0,3-1-7 16,2-4-15-16,2-3-14 0,2 3-17 16,3-3-3-16,3 5-16 0,5 0-11 0,5 0-3 15,5 5-2-15,2 0-8 0,0 2-12 0,-2 2-10 16,0 3-5-16,-4 2-1 0,1 2-24 15,-21 0 5-15,6 0-11 0,23 15-6 0,-30-1 1 16,-7 1-14-16,-6-5-1 0,-18 22 5 0,-4-5-9 16,-5 2 3-16,-6-2-3 0,-3 1-5 15,-1-5-6-15,2 1 1 0,2-7 5 0,3-2 13 16,2 0 12-16,4-5 15 0,0 0 2 0,3-7 9 16,13-3-7-16,-2 0 11 0,-10-13-8 15,15 2 0-15,2-3-17 0,3 4-20 0,0-8-23 16,15-27-27-16,-3 21-4 0,0-5-14 0,7 5 1 15,5-4 0-15,4 1-1 0,4 3-2 0,4 1 3 16,3 3 9-16,2 3 14 0,-1 4 2 16,1-1 17-16,-4 7 11 15,-1-1 9-15,-1 2 4 0,0 3 10 0,-6 0-17 0,-2 3 7 16,-17 0 6-16,20 11-5 0,-16-2-11 16,-4 3 4-16,-5 4 11 0,-4 3 2 0,-1-4-2 15,0-8-22-15,0 1 12 0,0 1 3 0,0-1 21 16,0-1 41-16,0-7 33 0,0 6 2 15,0-6 0-15,0 0-4 0,7 12-15 16,0-13-8-16,13-5-17 0,0-3-6 0,4-2-18 0,-2 0-6 16,5 1-8-16,-2-1-4 0,5 0-9 15,-1 1 3-15,0 1 1 0,0 3 3 16,0-2-10-16,-1 4-6 0,-1 3-1 0,-15 1-3 16,5 0-3-16,22 12 2 0,-21 4 0 15,-2 1-4-15,-2 4 1 0,-9 7 0 16,-5-11-7-16,0 8 8 0,-17 40-10 0,-3-25-8 15,-6 4-43-15,-3 2-25 0,-4-1-25 0,-3-1-20 16,-4-4-25-16,-2-1-33 0,-2-3-30 0,-4-6-451 16,-1-4 0-16,-3-5 0 0</inkml:trace>
  <inkml:trace contextRef="#ctx0" brushRef="#br0" timeOffset="3932.46">24823 6838 40 0,'-76'-45'156'0,"8"-1"3"16,8 0 18-16,8 0 12 0,8 1-9 0,9-1-18 15,13-3-14-15,11-1-13 0,11 26-6 16,20-52-23-16,13 27-1 0,15-4-8 0,20 0-18 15,16 1 1-15,15 1-11 0,16 2-7 0,98-25-6 16,10 12-23-16,2 9 0 0,11 12-7 0,15 8 2 16,8 9-15-16,11 16-7 0,10 8-12 15,5 12 10-15,2 13-16 0,-2 7-6 16,-4 7 5-16,1 10-5 0,-5 5-3 0,-13 9 0 16,-9 5 4-16,-5 4-1 0,-14 9 1 0,-13 3 2 15,-10 7 6-15,-7 1-2 0,-7 5 7 0,-11 2-4 16,-9 9 9-16,-12 6 8 0,-11 6 4 15,-36-19-2-15,-20-11-4 0,-16-6-5 0,46 59 10 16,-35-24-8-16,-23-13-3 0,-19-14 8 0,-6 8 7 16,-9-4-5-16,-7 3-6 0,-10 1 14 15,-10 3 3-15,-11 2-19 0,0-52 4 16,-31 103-1-16,1-54-2 0,-9-4 2 0,-10-3 9 0,-11-2-7 16,-10-2 10-16,-6-4-7 0,-11-2 13 15,-64 39-15-15,30-31 1 0,11-26 7 0,5-13 3 16,-10-5 9-16,-9-7-6 0,-86 20-6 0,29-22 5 15,20-12 6-15,-78 3-15 0,42-17 17 16,21-5-7-16,12-8-3 0,23-1-2 0,-283-27 7 0,142 1 3 16,-4-10 10-16,0-3 5 15,-2-9 5-15,3-2 30 0,-21-5 3 0,10-7 3 16,7-3 6-16,8 2-8 0,0-4 4 0,15-7-11 16,9 0 0-16,7 0-5 0,14 1 0 0,19 3-16 15,8 1-2-15,51 10-3 0,34 8-7 16,14 0-11-16,8-2-21 0,4-6-35 0,11 0-35 15,11-4-41-15,11-1-25 0,13 2-32 0,13-1-31 16,15 5-36-16,15 2-504 0,9 28 0 0,17-45 1 16</inkml:trace>
  <inkml:trace contextRef="#ctx0" brushRef="#br0" timeOffset="4666.29">24624 10054 146 0,'-24'17'169'0,"-4"4"-12"0,-6 3 13 15,-5 3-11-15,-2 1-12 0,-2 5-17 0,-1 0-6 16,1 1-7-16,-1 0-2 0,2-1-14 0,0-1-4 16,2-5 3-16,6 2-14 0,2-3 1 15,4-2-12-15,3-3-11 0,4-5 22 0,1 2 3 16,1-4 25-16,4 0 30 0,6-5 18 16,1-7-4-16,8-2-12 0,2-5-23 0,13-11-14 15,5-6-13-15,7-6-7 0,5-9-25 16,5-3-9-16,5-2 0 0,-1 1-9 0,2 1-10 0,-3 1-3 15,-2 3 5-15,-2 4-5 0,-2 3-5 0,-3 4 1 16,-3 4-23-16,-3 1 11 0,-3 4-6 16,-2 0 1-16,-2 7-14 0,1 1-7 15,-2 3 2-15,-1 5 3 0,-9 0-5 16,12 16-5-16,-9-2 9 0,1 4-9 0,-3 0 14 16,-3 6-11-16,2 3 6 0,0 3 0 15,-1-8 2-15,0-1-1 0,-1 0 18 16,2-8 24-16,1 0 13 0,4-5 4 0,2-4 6 15,-3-4-6-15,28-11-5 0,-9-1 6 0,9-5-7 0,5-2-7 16,3-5-14-16,2-1-11 0,0 0 2 16,-2-1-11-16,-6 5-6 0,1 0 5 0,-6 1-5 15,-4 5-1-15,-4 1 3 0,-3 2-11 16,-1-1-7-16,-4 3-6 0,-1 4 8 16,-1 4-19-16,-18 2 3 0,11 0 4 0,10 14 2 15,-11 0-19-15,-5 2-6 0,-2 6-30 0,-3 7-35 16,0-14-52-16,0 9-26 0,-15 37-14 0,6-20-621 15,2 0 1-15,-1 0 0 0</inkml:trace>
  <inkml:trace contextRef="#ctx0" brushRef="#br0" timeOffset="4945">25364 10658 77 0,'10'-2'156'0,"4"-5"3"16,0-5 4-16,2-7 15 0,0-2 13 0,1 0-1 15,3-6-7-15,0-2 7 0,4-3-4 0,-1 0-11 16,3 0-2-16,4 0-8 0,2 2-25 15,2 4 9-15,5-1-7 0,1 4-7 0,3 2-20 16,1 3 1-16,0 4-21 0,-4 3-8 0,-2 1-17 16,-5 5 0-16,-4 2-12 0,2 3-13 15,-21 0-26-15,6 0 4 0,15 18 0 0,-26-7 0 16,-10 8-10-16,-8 2 6 0,-14 5 2 16,-5 2-16-16,-5-1-3 0,-6-1-11 0,-1 1-18 15,4-1 4-15,1-5-4 0,6-1-6 0,2-3-13 16,4-3 13-16,2-3-15 0,1 0-15 15,3-5-25-15,3-1-28 0,18-5-31 0,0 0-11 16,-4-25-46-16,18 2-430 0,4-2 0 0</inkml:trace>
  <inkml:trace contextRef="#ctx0" brushRef="#br0" timeOffset="5366.09">26375 10170 2 0,'30'-1'189'0,"-8"3"-6"0,-14-2-15 0,6 15 10 16,-14-4-7-16,-8 10-11 0,-3 5-11 15,-5 1-14-15,-4 3-12 0,-4 5-4 0,-1-1-7 16,-3-1-5-16,0 3-13 0,1-2-6 0,0-1-13 16,2-2-4-16,1-3-5 0,5-5 15 15,1-3 25-15,2 1 0 0,1-2 21 0,3-4 28 16,1-1 11-16,5-5 14 0,2-4-9 16,4-5-5-16,4-3-28 0,6-11-15 0,5-4-21 15,5-1-20-15,3-7 3 0,1-8-14 0,2-6-21 16,5-2-19-16,1-1-4 0,4-4-3 15,0 0-15-15,0 1-6 0,-3 3-9 0,5 0 2 16,-4 2-8-16,2 4-1 0,-3 2-8 16,-1 3 3-16,0 3 10 0,-4 3 3 0,-4 4-13 15,0 2-6-15,-2 3 1 0,0 3 6 16,-4 4-10-16,0 6-7 0,-18 4-5 0,18 15 14 16,-18 6 5-16,0-6-9 0,-26 34 8 0,0-4 5 15,-2 4-9-15,2 1 4 0,-2-5 9 16,2 2-1-16,3-2-12 0,6-5 2 0,1-3 5 15,2-3-4-15,5-5 19 0,3 3-9 0,4-4 5 16,2-17 9-16,13 21 1 0,6-16-24 16,5-7-22-16,7-3-33 0,5-5-36 0,-14-1-44 15,14 0-71-15,60-18-524 0,-32 0 0 16,3 1 1-16</inkml:trace>
  <inkml:trace contextRef="#ctx0" brushRef="#br0" timeOffset="5577.75">27876 10112 168 0,'-4'-20'206'0,"-4"7"-15"16,-4-1-1-16,-5 3-11 0,-5 6-2 0,-3 4-20 15,10 1-11-15,-7 0-11 0,-36 21 2 16,20-4 3-16,-5 7-21 0,1 7 24 0,-5 2-8 16,0 9 1-16,-3 2-20 0,-2 3-4 0,2 5 0 15,2-2-20-15,3 1-4 0,4 2-14 16,3-1-15-16,5-2 13 0,6-2-24 15,4-3-7-15,6 1-29 0,6-5-13 0,7-5-23 16,4-17-12-16,0 4-29 0,19 26-28 0,1-32-32 16,8-4-48-16,2-4-50 0,3-9-389 15,-14 0 1-15</inkml:trace>
  <inkml:trace contextRef="#ctx0" brushRef="#br0" timeOffset="5745.35">27540 10622 120 0,'3'-25'215'0,"-2"4"-14"0,-1 10-5 0,0-4-11 15,10-13-14-15,-8 14-24 0,1 7-15 0,2 0-21 16,3 1-2-16,7 0-17 0,5 5-9 16,-8 1-8-16,9 0-18 0,6 0-27 0,34 11-31 15,-24-4-27-15,10 1-27 0,2 1-48 16,7 1-51-16,3-1-164 0,2 1 1 0,6 1 1 16</inkml:trace>
  <inkml:trace contextRef="#ctx0" brushRef="#br0" timeOffset="6304.24">29334 10363 149 0,'-12'21'182'16,"-3"2"1"-16,1-1-4 0,0-1 2 0,-2 5-15 16,-2-3-9-16,-2 4-7 0,-2-3-25 0,2 2-12 15,-2 0-12-15,3 1-15 0,0-6-5 16,3 0 0-16,0-1-9 0,2 0-8 0,3-5 1 15,0-2-1-15,1 0 30 0,3-5 35 16,2-3 23-16,2 0-9 0,3-5-14 0,1-5-16 16,9-10-19-16,3-4-8 0,4-4-13 15,6 1-14-15,5-8-10 0,1-3-8 16,3 0-13-16,6-1-13 0,3 0 4 0,0-2-15 16,1 4 17-16,-1 0-18 0,0 4-11 0,1 3-7 0,-2 3 15 15,-4 2 1-15,0 5 3 0,-3 0 9 16,-1 4-19-16,-4 4 8 0,3 2 5 0,-4 5-11 15,-15 0 1-15,20 21-1 0,-19-1 12 16,-4 6-11-16,-9-9 1 0,-12 37 8 0,-8-14 1 16,-12 5-9-16,-10 10-2 0,-8 0 7 15,-3 1 1-15,-2-3 9 0,2-4-13 0,-1-1 9 16,4-3-3-16,-2-3 5 0,2-4 14 0,-2-5-6 16,-1-3-8-16,1-4 5 0,0-2 10 15,2-4-9-15,-2-5-8 0,2-3 5 0,2-3-4 16,4-3-30-16,6-6-51 0,19 0-37 15,-30-15-60-15,24 0-74 0,7-7-516 0,10-8 0 16,8 12 0-16</inkml:trace>
  <inkml:trace contextRef="#ctx0" brushRef="#br0" timeOffset="6488.95">29199 10231 167 0,'10'-13'209'0,"-5"7"-24"0,-1 1-15 15,1 4-15-15,-2 2-10 0,0 4-16 0,1 1-11 16,5 14-23-16,2 5-4 0,1-2-27 0,6 6-18 16,6 1-15-16,8 4-31 0,7-1-38 0,6-1-55 15,7 0-68-15,8-1-141 0,6-1 49 0</inkml:trace>
  <inkml:trace contextRef="#ctx0" brushRef="#br0" timeOffset="6822.29">30662 10776 91 0,'7'-2'268'0,"-4"1"-20"0,-6 1 9 0,-2 1-21 16,-3 2-30-16,-14 2 8 0,-4 5-20 0,-5 1-23 15,-2 4-11-15,-3 4-14 0,-5 0-10 16,-3 5-21-16,-1 1-5 0,0 3-15 0,1-2-8 16,4 1-1-16,2-2-2 0,6-3-4 15,4-5-19-15,4 1 25 0,2-5 5 0,0 2 8 16,5-3 15-16,2-3-6 0,7-5-8 0,8-4-10 15,3-5-20-15,16-15-19 0,2-2-16 16,7-7-16-16,4-5-24 0,8-7-3 16,3 2-9-16,3-1 8 0,6-3 2 0,0 1-6 15,2 5 1-15,1-1 4 0,1 4 1 16,-3 2-3-16,0 5-3 0,-2 1 4 0,-2 6 13 16,-3 2-15-16,-2 3 0 0,-6 4 13 0,0 1-12 15,-5 5-10-15,2 5 8 0,-21 0 6 16,30 19-9-16,-24-2 8 0,-8 5 15 0,-5 10-7 15,-7-14-15-15,-20 48 15 0,-4-15-15 0,-5 4-29 16,-5 1-49-16,-2 1-28 0,-1-2-27 16,1-3-29-16,3-4-30 0,2-1-520 15,0-7 0-15,5-6 1 0</inkml:trace>
  <inkml:trace contextRef="#ctx0" brushRef="#br0" timeOffset="7034.68">30573 10856 72 0,'7'-27'209'0,"3"9"-33"0,6-1-10 16,0 1-12-16,8 7-16 0,4 3-13 0,4 2 1 15,0 2-15-15,2 4-12 0,-16 0-16 0,10 0-11 16,39 13-7-16,-27-6-33 0,0 1-34 16,0 0-32-16,1 2-49 0,1-2-60 0,-4-1-111 15,1-1-24-15,-3-5 0 0</inkml:trace>
  <inkml:trace contextRef="#ctx0" brushRef="#br0" timeOffset="7211.84">31618 10676 100 0,'7'-3'272'0,"-2"0"-19"0,0 4-10 16,-2-1-27-16,1 3-23 0,-1 0-14 16,-1 1-10-16,0 3-3 0,-1 13-21 0,-1-8-7 15,0 9-7-15,-12 26-10 0,1-15-3 0,-1 2-30 16,-3 2-5-16,-3 0 1 0,-1 3-26 15,-2-1 0-15,-2-1-2 0,2 2-45 0,-2-5-33 16,2-2-30-16,-1-5-27 0,0-2-33 0,1-4-25 16,1-5-41-16,4 0-38 0,-1-10-306 0,17-6 0 15</inkml:trace>
  <inkml:trace contextRef="#ctx0" brushRef="#br0" timeOffset="7365.66">31306 10806 58 0,'11'-38'183'16,"1"1"-21"-16,1 3-5 0,7 6-17 15,4 0 0-15,4 7-15 0,4 2-10 0,6 6-8 16,2 5-15-16,4 2-6 0,2 5-1 0,-22 1-12 16,11 0-2-16,46 17-10 0,-36-6-11 0,-3 1-27 15,-2 4-27-15,-3-1-22 0,-2 2-40 16,-5 2-25-16,0 2-49 0,-6 0-104 0,-3-2-46 16,-1-1 1-16</inkml:trace>
  <inkml:trace contextRef="#ctx0" brushRef="#br0" timeOffset="7712.59">32222 11009 1 0,'0'9'165'0,"-2"-3"3"0,-2 15-7 0,-2-5 15 15,-6 2-5-15,0-1-6 0,-4 0 2 0,-4 0-15 16,0 0 4-16,-4 0-18 0,-1 0-2 16,-3-1 5-16,0 0-30 0,0 0-16 0,4 0 6 15,2-1-27-15,0-4-1 0,3 0 45 16,3-6 41-16,3 3 20 0,3-5-11 15,10-3-19-15,-2-6-17 0,12-3-9 0,5-6-19 16,5-3-17-16,5-7-18 0,3-3-17 16,3-3-17-16,2-7-12 0,6-5-31 0,2 3 4 15,5-3-8-15,32-20 13 0,-2 8-23 0,-8 6-4 16,-1 9 6-16,-3 6 12 0,-3 4-10 0,-5 7-8 16,-2 9 2-16,-8 0 15 0,-2 7-2 15,-5 3 0-15,-10 4-9 0,-17 0 12 0,23 13-6 16,-19 6 13-16,-7 6-15 0,-6 12-6 0,-15 9-4 15,-11 4 33-15,-21 14-13 0,-14 5-3 16,0-10 6-16,5-6-35 0,2-6-23 16,-2 0-44-16,-2 2-18 0,2-3-33 0,3-1-17 15,2-4-39-15,4-2-430 0,4-7 1 0</inkml:trace>
  <inkml:trace contextRef="#ctx0" brushRef="#br0" timeOffset="7866.57">32362 11055 39 0,'46'-33'146'16,"1"6"-12"-16,3 3-10 0,-5 12-19 0,0 3-16 15,-2 9-13-15,-22 0-10 0,9 0-23 16,31 13-36-16,-36 1-24 0,-5 2-48 0,-16 0-109 16,-4-7-54-16,-22 23 34 0</inkml:trace>
  <inkml:trace contextRef="#ctx0" brushRef="#br0" timeOffset="8632.77">26975 11645 134 0,'-11'12'175'16,"-2"1"-7"-16,-2 0 1 0,-1 6-14 0,-3 0-10 15,2-1-9-15,-2 3-19 0,-1 1 0 16,-1 2-16-16,1-2-10 0,0 2-16 0,0-1-5 16,0-2 0-16,4 0-6 0,-2 0-16 0,4-3 4 15,2-4 8-15,0-3 10 0,2 1 24 0,4-5 38 16,2-3-3-16,4-4-13 0,0-4-15 0,12-8-21 15,8-8-13-15,2-2-16 0,4-9 1 0,10-7-27 16,2-1-10-16,8-5-6 0,2 0-5 16,3 0-1-16,2-2 12 0,-1 1 1 0,-2 5-9 15,-2 1 0-15,-2 6-7 0,-4 4-3 16,-5 3 21-16,-5 3-9 0,-3 1 8 16,-3 5 6-16,-5 2-7 0,0 3-11 0,-2 3 2 15,-3 4 1-15,-16 5 6 0,0 0-10 0,1 26 2 16,-11-4-9-16,-5 3 7 0,-6 8-1 15,-5 5 2-15,0 2 0 0,-2 3-8 0,1 0-11 16,2-2 13-16,5-3-16 0,2-2 12 0,5-4-4 16,2-2 23-16,3 1-12 0,7-4 2 15,1-17 11-15,15 21 17 0,2-18-1 0,3 0-11 16,3-2 1-16,-2-4-11 0,2 1 7 0,-1 0 4 16,1-2-3-16,-3 1-3 0,-1-1-10 0,-1 2 1 15,-3-1 20-15,-4-1-5 0,-1 2-14 16,-2 0 28-16,-2-1-1 0,-2 0-4 0,-4 2 11 15,0-9 0-15,0 11-1 0,-18 18-3 0,-2-15 1 16,0 2-1-16,-6 1-15 0,-4 0 4 16,-3-2-10-16,-6 3 2 0,1-3-18 0,-1-1 17 15,0 5-21-15,1-3 1 0,0-6-11 0,1 4 0 16,2-3-34-16,2-4-35 0,2 2-15 16,0-3-26-16,3 0-30 0,4-2-34 0,15-4-47 15,-3 0-461-15,4 0 1 0,0-19 0 16</inkml:trace>
  <inkml:trace contextRef="#ctx0" brushRef="#br0" timeOffset="8944.18">27184 12139 89 0,'40'-7'163'0,"-2"1"0"0,0 3 12 0,4 0 1 15,-2 0 14-15,0 0-1 0,-2 2 15 0,1 1-6 16,-3-2-8-16,-1 0 2 0,1 2 9 16,1-2-14-16,0 2-12 0,2-5-10 0,-2 1-11 15,4-3-28-15,1-1-13 0,-1-2-6 16,-1-1-18-16,0-4 5 0,-4 0-15 15,-1-3-5-15,-6-2-26 0,-5 1 5 0,-3 0-17 16,-3-1-12-16,-5-3-15 0,-6 4-6 16,-7 12 8-16,0-7 3 0,-23-10 2 0,-1 13-17 15,-1 8-2-15,9 3 13 0,-8 0-10 0,-36 22-3 16,22-6-16-16,-3 3 2 0,2 3-1 16,-2 3 3-16,4 0-5 15,2 3 4-15,4-2-34 0,5 3 9 0,3-1-7 0,6-3-10 16,5 3-5-16,7 1 0 0,5-15-7 0,13 22-6 0,3-19-8 15,6-4-11-15,8-1-10 0,2-6-25 16,5-5-34-16,-16-1-24 0,13 0-71 0,46-20-269 16,-32 4 0-16</inkml:trace>
  <inkml:trace contextRef="#ctx0" brushRef="#br0" timeOffset="9134.34">28484 11857 102 0,'12'-16'250'16,"-4"3"-18"-16,-3 6-10 0,-3 4-22 0,-4 5-29 0,-2 2-3 15,-6 11-23-15,-6 6-4 0,-2 2-20 0,-2 7-14 16,-2 7-10-16,-5 1-7 0,-1 4-10 16,0 3-5-16,-1 3 0 0,2 0 13 0,0 2-22 0,2-1 4 15,2 0-14-15,2-1-7 0,2-2-27 16,3-2-10-16,0-5-36 0,6-1-26 16,0-4-42-16,5-5-40 0,2 1-52 0,2-7-79 0,1-14-211 15,0 3 0-15</inkml:trace>
  <inkml:trace contextRef="#ctx0" brushRef="#br0" timeOffset="9293.5">28311 12423 94 0,'12'-29'231'15,"-2"5"-20"-15,1 1-2 0,0 4-24 0,-2 1-12 16,2-2-18-16,-1 8-10 0,2-4-20 16,3 7-15-16,2 0-12 0,2 0-1 0,2 4-9 15,2 1-23-15,4-1-27 0,1-2-30 0,1 2-17 16,2-4-36-16,-1 1-39 0,1-2-34 15,4 1-51-15,-3-2-61 0,0-4-115 0,-6 2 1 16</inkml:trace>
  <inkml:trace contextRef="#ctx0" brushRef="#br0" timeOffset="9479.12">28942 11968 95 0,'0'-6'239'0,"0"1"-26"16,0 3 2-16,-1-2-27 0,0 5-11 0,-2 2-19 15,0 4-17-15,-6 9-5 0,-2 4-15 0,-1 6-10 16,-2-1-6-16,-1 5-13 0,-2 5-10 15,-2 3 7-15,-2 2-24 0,-3 3-1 16,3 1-20-16,-3 3 3 0,2 2-25 0,0-1-39 0,0-4-35 16,4-1-36-16,-1-3-45 0,6-3-47 15,-2-5-109-15,7-4-123 0,0-1 1 0</inkml:trace>
  <inkml:trace contextRef="#ctx0" brushRef="#br0" timeOffset="9767.34">28873 12601 158 0,'23'-12'206'0,"1"1"-19"0,0 0 10 16,1 1-6-16,0-2-3 0,1 4-10 16,0 2 10-16,-2 1 6 0,3 0-34 0,-2-1-1 15,3 2-2-15,3-2-22 0,2 0 3 0,-2-1-3 16,1-1-20-16,-2 0-15 16,-2-2-4-16,-1-1 1 0,-4-3-20 0,-1 3-3 0,-3-6-5 15,-3 2-25-15,-5-1-2 0,-6 5-5 16,-5 11 3-16,0-13-13 0,-20-10 6 0,3 13-11 15,-7 6 1-15,-8 3 4 0,16 1-9 0,-34 12-6 16,13 0 4-16,1 4-2 0,-1 2 1 16,-1 2-7-16,1 3 5 0,1 2-7 0,0 2-5 15,3 3-2-15,5 1-29 0,4 0 7 16,4-1-22-16,3 0-13 0,6-4 15 0,6 5-1 16,5-18-19-16,13 25-24 0,4-18-11 15,5-4-17-15,7-3-30 0,4-2-41 0,10-3-58 16,2-5-360-16,-21-3 0 0</inkml:trace>
  <inkml:trace contextRef="#ctx0" brushRef="#br0" timeOffset="10022.48">29773 12563 24 0,'3'-8'229'16,"-6"0"-22"-16,-2 11 2 0,-11 0-22 16,-8 3-16-16,-4 4-21 0,0 3-11 0,-3 2-25 15,0 2 2-15,-2-1-10 0,2 4-17 0,2-1-4 16,1-1-18-16,2 0-8 0,5-2 19 15,1 1 3-15,7 0 21 0,5-1 5 16,8-5-4-16,0-11 5 0,22 15-8 0,6-11-12 0,7-2-12 16,-18-2-11-16,15 0 1 0,55-21-17 15,-28 6-34-15,5-5-26 0,4-2-20 0,5-3-25 16,0-3-1-16,5-2-25 0,0 2-34 16,0 3-26-16,-4-1-12 0,0 4-23 0,-4 0-71 15,-3 2-231-15,-8 0 0 0</inkml:trace>
  <inkml:trace contextRef="#ctx0" brushRef="#br0" timeOffset="10900.41">25575 13538 175 0,'-17'20'182'0,"-1"-3"-8"0,1 9-1 0,-2 4 0 16,-1 2-11-16,-2 4-9 0,-2 1-12 15,1 3-18-15,-2 7-15 0,-1 0-19 0,1 0-4 16,0 2-14-16,2-2 1 0,0 0 0 0,5-4-12 16,-1-2-7-16,0-5-6 0,5-5-11 0,2-7 3 15,1 1 9-15,0-1 60 0,2-5 34 0,1-6 20 16,4-9-16-16,4-4-18 0,-1-14-16 16,6-12-15-16,2-5-34 0,3-5-5 0,4-8-29 15,2-3-4-15,4-6-25 0,2-3-5 16,2-2-21-16,4 2-10 0,6 0 13 0,-2 2 3 15,5 3-8-15,0 4-4 0,3 5 7 16,0 3-4-16,3 5 7 0,0 4 14 0,1 3 4 16,-2 5-3-16,1 5 4 0,-3 2-1 0,-4 3 2 15,-3 6 4-15,2 5 0 0,-20 1 0 0,23 13 11 16,-23 6-5-16,-10 7 3 0,-5-11-10 16,-18 38 9-16,-2-11-5 0,-6 2 1 0,-4 0-5 15,0 3 14-15,-2 0-1 0,2-3 0 0,3-3 9 16,2 0 3-16,2-2 15 0,4-1 0 15,3-4 8-15,7 0-18 0,1-4-2 0,7 0 11 16,1-16-1-16,21 24-8 16,0-18-3-16,9-1 0 0,7-6 2 0,8-1-9 0,6-6-9 15,2 1 3-15,3-5 14 0,-26-2-7 16,17 0-10-16,62-15 2 0,-46 3-8 0,-1 3 0 0,-2-6 10 16,-6-2 1-16,-4-3-2 0,-4-2 1 15,-6-2-17-15,-7-3-3 0,-7 1 2 16,-6-1-8-16,-5 0-6 0,-7-3-4 0,-8 1 4 15,0 15-27-15,-20-22 30 0,4 18-9 16,-4 4-7-16,-2 3-3 0,-4 4 16 16,-6 7 3-16,16 0 7 0,-30 16-4 0,14-1 19 0,-2 6 0 15,2 3-7-15,2 8 5 0,0 2 15 0,2 4-24 16,6 4-6-16,3 1-26 0,4 2-22 16,9-1 1-16,6 0 0 0,0-23-16 0,21 39-19 15,-2-26-8-15,9-2-25 0,8-4-27 16,9-5-35-16,8-4-48 0,5-6-370 0,6-7 1 0</inkml:trace>
  <inkml:trace contextRef="#ctx0" brushRef="#br0" timeOffset="11332.82">27073 14168 173 0,'-12'-29'297'0,"0"3"14"15,0-1-21-15,2 3-38 0,-1-5-23 0,2 2-20 16,2 2-24-16,3-3-33 0,4 1 9 15,0 13-29-15,12-26-11 0,1 17-18 0,6 2 1 16,6-1-21-16,6-1-6 0,4 5-1 0,2 2-1 16,5 5 3-16,-1-2-5 0,3 5-8 15,-3 3-12-15,-5 3-4 0,-1-2-12 0,-19 4-9 16,8 0-8-16,24 22 8 0,-29-4-13 16,-9 3 12-16,-8 7-6 0,-2-13-8 0,-24 36 1 15,-2-10-7-15,-4 4-19 0,-12 5-15 16,-2 0-20-16,-1 2-14 0,-2-1-5 0,-1-4 1 15,0 1-1-15,3-7-9 0,-1-1-15 0,5-8-4 16,2-2-14-16,5-5-4 0,2-4-10 0,4-5-26 16,4-5-6-16,1-2-23 0,8-9 18 15,15 0 13-15,-9 0 16 0,1-18 38 0,8-1 18 16,0 8 32-16,13-23 16 0,-2 11 25 0,1 1 17 16,1 1 11-16,3-2-6 0,3 5 8 15,-2 2 5-15,3 7 3 0,2 1 10 0,-1 1 9 16,2 7-4-16,-10 0 5 0,23 11 4 0,-12 2-12 15,2-1 6-15,0 3 0 0,1 2-10 16,0 3-1-16,-1 3-10 0,2-1-20 0,0 1-36 16,-1 0-36-16,1 0-43 0,3-3-95 0,-2-1-155 15,3-4-17-15,0 1 1 0</inkml:trace>
  <inkml:trace contextRef="#ctx0" brushRef="#br0" timeOffset="11555.48">27919 14303 186 0,'1'-4'269'0,"3"0"-15"0,-4 1-12 0,1 2-10 15,-2 4-21-15,0 0-7 0,-2 1-20 16,-6 11-20-16,-1 6-22 0,0 0-22 0,-5 3-7 16,3-1-9-16,-1 1-26 0,-2 2-36 0,2-2-45 15,-3-1-34-15,1-1-37 0,-1-2-33 16,1 2-39-16,2-4-32 0,1-5-25 0,1-4-247 15,3-4 1-15</inkml:trace>
  <inkml:trace contextRef="#ctx0" brushRef="#br0" timeOffset="11689.74">27779 14088 2 0,'4'-35'169'0,"-4"20"-11"0,12-27-18 15,-3 14-12-15,4 6-8 0,5 4-13 0,2 3-17 16,4 9-13-16,5 3-17 0,-13 3-23 0,9 0-31 15,34 19-19-15,-20-4-39 0,1 4-40 16,-2 3-86-16,2 5-79 0</inkml:trace>
  <inkml:trace contextRef="#ctx0" brushRef="#br0" timeOffset="12036.69">28625 14308 109 0,'0'-6'225'0,"-6"-6"7"0,-6-2 1 16,-3-1 13-16,-6 2-2 0,-2 2-20 0,-1 3-3 15,-5 2-17-15,-2 6-20 0,16 0-12 16,-7 0-10-16,-32 21-24 0,24-9-11 0,-1 5-18 16,0 1 0-16,1 3-21 0,2 4-13 15,1 3-4-15,3-1-10 0,1 1-11 0,7 0 4 16,2 1-10-16,3-1 2 0,2-4-6 16,9 1 1-16,0-18 10 0,16 16-1 0,4-15 0 15,4-5 0-15,6-1 11 0,-15-2-6 16,32-15-7-16,-11 4 4 0,4-5-2 15,0-6-6-15,0 1-15 0,0-1-4 0,-3-1-22 0,-1 3 12 16,-3-1-6-16,-1 1-11 16,-6 4 4-16,-5 2-12 0,2-2 3 0,-3 5-4 15,-4 0-7-15,-3 2 10 0,-1 2-19 0,-4 3 14 16,-3 4-11-16,-5 0 9 0,0 9-5 16,-5 7-3-16,-4 1 6 0,-3 4-5 0,0 3-32 15,-2 0-38-15,1-3-33 0,0 4-27 0,-1 0-30 16,4-1-8-16,4-3 1 0,5-7-8 15,1-7-21-15,20 8-404 0,-3-12 0 0</inkml:trace>
  <inkml:trace contextRef="#ctx0" brushRef="#br0" timeOffset="12422.31">29245 13863 214 0,'5'-19'277'0,"-2"11"-23"0,-5 1-24 0,-2 3-12 15,-2 5-22-15,-8 6-17 0,-4 6-22 0,-2 2-17 16,-2 5-8-16,-4 1-22 0,-1 8-9 16,-4 4-11-16,3 5-7 0,3-2-12 0,3-3-2 15,0 1-5-15,8-4-19 0,0 0 19 0,6-3-7 16,3 1 7-16,5-15-4 0,0 4-9 16,25 21-2-16,-7-21-2 0,4-2-6 0,3-2-12 15,3 1-1-15,3-3-11 0,0 1 12 16,1-1-6-16,0 0-4 0,0 2-5 0,0 0-25 15,-6-2 13-15,1 3 1 0,-4-2-3 0,-1 2 6 16,-3-2-17-16,-4 2 26 0,-7 0 16 16,-4-1 4-16,-4-4-20 0,0 0 14 0,-20 14-15 15,-3-7 12-15,0-2-9 0,-5 1-3 0,-2 1 3 16,-5-2-4-16,-1 2-1 0,1-5 2 0,-1-1 0 16,4 1-5-16,2-6 6 0,-2 1-20 15,0 0-1-15,4-2-32 0,7-3-38 0,10-1-47 16,-1 0-56-16,-8-15-62 0,17 4-468 15,13-8 1-15,6-4 0 0</inkml:trace>
  <inkml:trace contextRef="#ctx0" brushRef="#br0" timeOffset="12600.65">29692 14218 198 0,'26'-10'239'0,"-4"5"-11"0,-1 3 0 15,-6 0-18-15,-15 2-5 0,6 0-2 16,6 12 7-16,-13-5-1 0,-4 9-21 0,-3 4-21 15,-6 0 1-15,-2 0-23 0,-5 4-17 0,-3 1-13 16,-3 1-12-16,-1 2-21 0,-3-2-7 0,-2 5-32 16,1-4-22-16,3 0-53 0,-1-2-35 15,2-2-37-15,4-3-37 0,3-4-50 0,4 1-23 16,5-6-390-16,5-4 0 0</inkml:trace>
  <inkml:trace contextRef="#ctx0" brushRef="#br0" timeOffset="13157.9">29722 13972 130 0,'11'-34'246'0,"1"3"-16"15,-1 3-15-15,1 2-15 0,1 1-33 16,0 1-33-16,1 1-16 0,-1 7-30 16,-1 2-42-16,0 9-42 0,-3 2-20 0,-2 2-9 0,-7 1-23 15,0 0 6-15,21 22-6 0,-14-8 13 16,-3 4-12-16,-4-3 4 0,0-5-3 0,0 3 15 15,0 6-5-15,-11 20 20 0,7-18 0 16,3-6 23-16,-2-5 15 0,3 1 29 0,0-5 24 0,0-1-3 16,0-5-1-16,0 0 8 0,7 1 1 15,-2-2 10-15,13-4-1 0,-4-4 0 16,5-4-7-16,1 3 12 0,1-1-5 0,4 1 10 16,2 0 11-16,0 3-3 0,1 0-10 15,2 1 1-15,2 4-18 0,2 2 10 0,3 0-31 16,-21 0 2-16,7 0 0 0,27 16-13 0,-26-5 10 15,-1 2-8-15,-3 3-15 0,-8 2 10 16,-1 6 2-16,-11-9-7 0,-15 31-12 0,-8-12 14 16,-10 5-12-16,-10 3-28 0,-5 0-24 0,-8 1-25 15,3-2-4-15,2-2 3 0,2-3-12 0,4-4 17 16,5-6 9-16,5 0-13 0,6-5 14 16,4-4 12-16,1-2 3 0,6-2-18 0,8-6-4 15,6-3 2-15,4-4-5 0,8 2-2 0,0-2 7 16,13-5-1-16,2-1 4 0,5 1 6 15,1 0 4-15,3 2 18 0,2-1 15 0,0 4 4 16,0-1 11-16,-18 1 21 0,8 0 7 16,4 0-2-16,30 12 12 0,-33-6 4 0,0 2 1 15,-2 3-9-15,-2 2-7 0,-3-1 9 16,-2 1-22-16,-3 0 1 0,-1 2-8 0,-5 4 0 16,-2-4-14-16,-2 4-33 0,-3-6-19 15,0 5-26-15,-12 23-24 0,5-21-33 0,-1 3-16 0,1-6-24 16,1 3-12-16,2-4-17 0,4-16 4 15,0 13-28-15,17 6-272 0,-6-16 0 16</inkml:trace>
  <inkml:trace contextRef="#ctx0" brushRef="#br0" timeOffset="13368.14">30710 14638 113 0,'18'-9'242'0,"-2"3"-20"0,-4 1-5 15,-2 3-17-15,-2 2-14 0,-1 0-11 0,-7 0-8 16,0 0-5-16,0 0-16 0,7 0-10 15,-1 15-19-15,-7-6-16 0,-4 7-18 0,-7 3 2 16,-3-1-10-16,-2 1-13 0,-3-2-39 16,-2 2-36-16,-2-1-26 0,2-2-25 0,0-1-25 15,-2-3-23-15,3-1-11 0,2-4-18 0,6-5-34 16,13-2-26-16,-7 0-188 0,-2-10 0 0</inkml:trace>
  <inkml:trace contextRef="#ctx0" brushRef="#br0" timeOffset="13534.25">30842 14284 118 0,'20'-16'216'0,"0"-3"-12"0,0 7-7 15,0 4-9-15,-2 1-15 0,-2 3-12 16,-4 1-20-16,-12 3-8 0,9 0-22 0,0 0-16 16,3 12-1-16,-8-5-33 0,-2 0-35 0,-1 0-18 15,-1 1-27-15,1 13-17 0,-1-12-34 16,0 6-28-16,0 2-37 0,0 0-66 0,0 2-141 15,0-2 0-15</inkml:trace>
  <inkml:trace contextRef="#ctx0" brushRef="#br0" timeOffset="13716.55">31236 14567 113 0,'4'8'170'0,"4"4"-2"0,-4-2 9 0,0 4 2 15,-3-5-14-15,2 11-3 0,-1 1 2 16,-2-12-5-16,0 7-16 0,-13 21-13 0,6-14-14 15,-5 2-4-15,-1 1-7 0,0-4-11 16,-5 4-6-16,-2-2-11 0,-1 2-8 0,0 1-18 16,-3-4-28-16,0 4-37 0,0-6-28 0,1 0-37 15,2-1-46-15,2-2-32 0,2 0-62 0,3-2-239 16,6-4 1-16</inkml:trace>
  <inkml:trace contextRef="#ctx0" brushRef="#br0" timeOffset="14376.97">31286 14861 10 0,'23'-17'214'0,"-2"2"-17"0,-2-1 3 16,2 2-8-16,1 2-14 0,-4 1-18 15,2 4-20-15,2 1-8 16,-3 1-10-16,4 5-29 0,-2 0-12 0,-9 0-23 0,5 0-35 0,5 0-25 16,-1 0-18-16,0 0-12 15,22 11-20-15,-25-9 5 0,-5-1-13 0,-4 3-7 0,-1-3-8 16,-1 4 3-16,-3 0-14 0,-3-2 24 15,1 0-14-15,-4-1 2 0,1 2 18 0,0 0 5 16,-2 0 33-16,2 0 11 0,1-4 27 0,-4 5 6 16,2-1 28-16,1-1 12 0,0-2 6 15,-1 2 10-15,2-1-3 0,-1-2 0 0,1 0 18 16,-1 3 3-16,1-1 3 0,-2-1 9 16,2 2-16-16,-1-1 5 0,1-2 4 0,0 0 14 15,0 0 22-15,0 0 4 0,0 0 0 16,0 0-2-16,0 0-14 0,-3 3-5 0,6-5-12 0,0-1-5 15,3 0-9-15,12-5-14 0,0 0 0 16,5-3-20-16,-2 0 0 0,3-2-7 0,2 0-9 16,0 0-2-1,2 0-13-15,0 1 1 0,-1-2-2 0,-2 0-4 0,2-1-2 16,0 2-11-16,-2 2 1 0,0-1 0 0,-1-1 2 16,3 1-2-16,-2 6-7 0,-6-4-1 0,1 3-20 15,-4 1 3-15,-3-1-12 0,-1 4-7 16,-3-1-2-16,-1 0 3 0,-2 3-7 0,-1-1 8 15,-1 0-19-15,-1 2 4 0,-1 0-11 0,2 0 7 16,-4 0-1-16,0 0 7 16,0 7 4-16,-2-1 9 0,-8 5-7 0,0 2 8 0,-4 4 0 15,-2 0 18-15,-1 5-10 0,0-2 1 16,0 3 7-16,-3 1-15 0,0 4 11 0,-3 0-9 16,-1 3 15-16,-3 3 10 0,2-2 5 0,-2 1 9 15,1 2-11-15,-1-2 24 0,2 1-18 0,-1-3 13 16,1 1 1-16,0-2 5 0,1 0 3 15,1-1-2-15,-2-2 1 0,-3 0-2 0,0-3 0 16,-3-3-12-16,0-4 4 0,-1-1-1 16,-5-3-8-16,-3-8 3 0,-6-1 10 0,-4-2-21 15,22-2-25-15,-65-17-18 0,24 5-21 16,-75-25-197-16,68 16 66 0,-6-2-50 16,0-2-519-16,-6-6 0 0,2 0 0 15</inkml:trace>
  <inkml:trace contextRef="#ctx0" brushRef="#br0" timeOffset="15145.12">26774 15376 231 0,'-22'-10'229'0,"8"-4"-2"16,8-4-15-16,6 9-19 0,22-23-17 0,0 14-22 15,12-3-12-15,7 0-28 0,7 2-5 16,4 0 6-16,6 4-22 0,2 1 1 0,2 3-17 15,-1 2 9-15,-1 2-12 0,-5 2-15 0,-4 2-22 16,-7 1 9-16,-6 0-19 0,-22 2 0 16,10 0-15-16,-2 0 19 0,14 17-8 0,-35-5 7 15,-11 7-9-15,-11-1-3 0,-11 5 1 16,-8 1-9-16,-7 2-4 0,-7-1-11 0,-5 3 12 16,-1-3-2-16,1-3 11 0,1-2-14 0,4-4 3 15,2-2 7-15,6-3 25 0,4-2 18 16,3-4 20-16,4-2 6 0,19-3-5 0,-3 0-28 15,-7-24-17-15,26 3-12 0,12-1-14 16,10-5-17-16,12-5-4 0,11-4 9 0,10-2-23 16,15-4 17-16,11-1-2 0,4-2 3 0,5 4-1 15,2-3-16-15,4 3 6 0,0-1 1 0,-1 3 2 16,-7-1 0-16,-6 2-1 0,-8 6 22 16,-8 2 6-16,-8 3 1 0,-8 1 7 0,-8 5-6 15,-4-2 5-15,-8 3-18 0,-3 3 0 16,-8 2 1-16,-5 0-13 0,-6 9-8 0,-8 4 5 15,-4 4 1-15,-9 9-1 0,-5 8 2 16,0 6-8-16,-8 9 3 0,-3 9 6 0,-6 10 3 0,-3 8-4 16,0 5-9-16,1 5 1 0,1 1 6 15,0 1-1-15,4 3 4 0,3-4 5 0,2 3 3 16,2-3-1-16,2-4 11 16,2-2-1-16,3-5 6 0,0-3 1 0,1-8-3 0,2-6-2 15,0-2 10-15,2-6-7 0,-1-6 29 16,-1-3 16-16,-3-6-5 0,-2-5 5 0,-4-6 8 15,-1-6 15-15,11-4-10 0,-28-12 8 0,18-3 5 16,-1-8-15-16,0-7 3 0,3-6-11 16,2-3 3-16,4-2-26 0,6-1-11 0,6 0-5 15,2 22-32-15,18-41 2 0,6 23-19 0,7 2-20 16,9 5-16-16,8 5-4 0,8 4-10 16,4 5-8-16,5 7-3 0,4 6-28 15,-34 4-18-15,16 0-17 0,63 23-30 0,-54-4-49 16,-9-1-290-16,-8 7 0 0</inkml:trace>
  <inkml:trace contextRef="#ctx0" brushRef="#br0" timeOffset="15424.63">26251 16564 143 0,'-41'23'237'0,"2"-1"-16"0,3 4 4 0,4 2-33 16,2 1-17-16,0 5-16 0,1 2-9 15,0 3-18-15,-1 1 12 0,-1 5-32 0,1 2-16 16,-1 1 3-16,2 1-28 0,-1-2 9 0,2-1-22 16,3 1 8-16,0-3-16 0,3-1-2 15,2-4 15-15,2-4-18 0,3-3 4 0,2-5-40 16,-1 0-33-16,4-4-28 0,2-3-12 0,5-8-19 15,2-5-47-15,1-7-54 0,10-1-31 0,6-13-253 16,2-6 0-16</inkml:trace>
  <inkml:trace contextRef="#ctx0" brushRef="#br0" timeOffset="16144.45">26087 16588 109 0,'20'-35'146'0,"6"3"-11"0,3-1 2 15,7 1 7-15,4 4-11 0,5 0-5 0,9 3 3 16,6 2-7-16,6 2-2 0,2 3-5 0,5 0-1 16,1 4-5-16,0 4-11 15,-6 3-4-15,-7 1-16 0,-6 6-10 0,-31 0-21 0,9 0 1 16,-1 0 1-16,28 19-10 0,-47-4 10 16,-13 6-20-16,-11 3 3 0,-15 8-1 0,-6 2 5 15,-6 5-3-15,-6 2-8 0,-3-2-1 0,2 3 0 16,0-1-3-16,5-3 11 0,2 0-15 15,4-2 0-15,4-2-2 0,6-4 15 0,2-1-8 16,4 0 6-16,5-4 12 0,5 1-2 16,7-4-1-16,1-10-16 0,24 15 22 0,-2-16-12 15,8-6 4-15,6 2-8 0,6-4-1 0,6-3-12 16,-24 0 21-16,17 0 6 0,62-17 8 16,-42 6 0-16,2 0-6 0,3-5 2 0,-1-1 19 15,0-2-3-15,-1 0-8 0,-5-1-13 0,-2-3 2 16,-5 0 3-16,-4-1-7 0,-4-1 1 15,-4-1-24-15,-8-4-21 0,-4 1-4 16,-7-1-10-16,-5-2 4 0,-6 2-13 0,-8-3 0 0,-2 17 4 16,-14-30-4-16,-1 26 3 0,-4 1-4 15,-4 6-8-15,-7 6 13 0,14 7 5 0,-33 13-8 16,12 5 22-16,-5 9-6 0,-2 7-14 16,2 5 4-16,0 3 12 0,5 4-4 0,4-1 0 15,2 0 20-15,8-1-10 0,6-1-3 16,6-1 10-16,3-6 6 0,6-3-2 0,2-18 17 15,13 27-22-15,2-20-3 0,7-5 24 0,8-8 1 16,6-3-14-16,6-6-1 0,-18 0-13 16,54-19 18-16,-24 2-5 0,6-5 6 0,6-8-18 15,0-5 2-15,3-3-12 0,-2 1-10 16,0-3 13-16,-9 2-18 0,-3 2 1 0,-6-1 28 16,-5 5 0-16,-6 5 6 0,-5 1 9 15,-5 4 2-15,-3 2 0 0,-6 5 0 0,2 0-4 16,-6 10-18-16,-15 5-6 0,5 5 9 15,-10 13 6-15,-8 6-10 0,-3 4 18 0,-11 9-23 16,-4 6 12-16,-5 4-5 0,-2 6 11 0,-5 5-10 16,-4 0 8-16,1 2-3 0,-4-1 2 0,1 2-1 15,1-6 2-15,0-2-2 0,5-2 11 16,2-8-27-16,-2-2 16 0,8-3-6 16,0-6 1-16,0-4-15 0,7-2-35 0,4-7-49 0,2-6-34 15,2-6-42-15,4-7-64 0,16 0-480 16,-12-22 0-16,13-1 0 0</inkml:trace>
  <inkml:trace contextRef="#ctx0" brushRef="#br0" timeOffset="16489.5">28432 16721 39 0,'31'-4'252'0,"-10"3"-38"15,-13 1 4-15,4 26-26 0,-9-4-8 0,-3-9-23 16,-15 27-6-16,0-8-21 0,-3 0-15 15,-4 5 3-15,0 5-22 0,-1-1-23 0,2-1 15 0,-1-1-25 16,4-2-3-16,3-3-16 0,2-5 11 16,-1-3 5-16,6 1-3 0,3-7 3 0,5-5 19 15,0-15 8-15,16 10-11 0,5-14 13 16,6-5-8-16,8-7-9 0,3-1-12 0,5-5-15 16,1-3 8-16,1 0-1 0,-1 3-13 15,-2 1-9-15,-4 0-11 0,-4 4 17 0,-5 3-12 16,-2-2 7-16,-5 4-5 0,2 1-3 15,-5 1-15-15,-5 4 14 0,-2 3-7 16,-12 3-7-16,8 0 3 0,-8 0 1 0,18 24-16 0,-17-11 11 16,-2 3-13-16,1-5-36 0,0 9-36 15,0 4-25-15,-11 26-19 0,8-22-25 0,2 0-21 16,1-2-22-16,0-16-5 0,11 20 6 16,1-15-19-16,2 0-343 0,2-9 0 0</inkml:trace>
  <inkml:trace contextRef="#ctx0" brushRef="#br0" timeOffset="16845.34">29099 17142 964 0,'16'-38'8'0,"-1"-4"31"16,-2 0 18-16,1 0 16 0,-4 1 14 16,1-1 26-16,1 6 13 0,-1 1 10 0,1 3-12 15,0 0-6-15,1 4-12 0,3 5-6 0,1 4 2 16,7 0-6-16,0 4 12 0,3 5-19 16,0 1-5-16,6 7 0 0,-17 2 7 0,5 0-11 15,29 14-9-15,-29 1-20 0,-2 5 1 16,-7 5-1-16,-8 7-3 0,-4-15-11 0,-18 37-11 15,-3-12 14-15,-10 5-18 0,-6 0-10 0,-4 1-11 16,-6 3-10-16,-2-4-36 0,-2 1-10 16,0-5-7-16,1-3-10 0,0-5-4 0,2-2-2 15,5-5 7-15,3-5 26 0,5-3 10 0,6-6 25 16,3-5 1-16,1-1-6 0,6-7 0 0,19-1 6 16,-6 0-10-16,-2-11 1 0,10 4-1 15,10-8 13-15,7-1 7 0,1 3-7 16,5 0 6-16,-1 4-8 0,3 1 2 0,2 1-8 0,2 3 1 15,2 2 10-15,-17 2 3 0,8 0-2 16,4 0 4-16,1 0-17 0,33 15 2 0,-32-11-11 16,1-1-25-16,0 1-25 0,-3 0-23 15,-3-4-35-15,4 0-64 0,-17 0-87 0,6 0-116 16,19-11 0-16</inkml:trace>
  <inkml:trace contextRef="#ctx0" brushRef="#br0" timeOffset="17070.96">29942 16667 148 0,'12'-22'308'0,"-1"5"-27"15,-2 6-18-15,-2 4-20 0,-2 6-27 16,-1 3-9-16,-3 2-33 0,-1 2-1 0,0 4-22 16,-5 17-10-16,-2 0-21 0,-1 5-13 15,-2 3-14-15,-2 3-6 0,-2 3-14 0,0 2 1 16,-2 5-26-16,0-1 13 0,1 4-19 0,-1-2 6 15,4 5-21-15,-1-3-34 0,6-2-24 0,-2-2-28 16,4-6-36-16,2-1-31 0,3-23-41 16,0 7-61-16,0 4-365 0,17 18 0 0</inkml:trace>
  <inkml:trace contextRef="#ctx0" brushRef="#br0" timeOffset="17190.16">29958 17217 26 0,'13'-27'155'0,"5"-3"-19"0,3 3-13 15,4 2-16-15,7 1-7 0,4-1-36 16,4 1-38-16,7 1-43 0,4-3-58 0,6 4-162 0,7 0 16 16</inkml:trace>
  <inkml:trace contextRef="#ctx0" brushRef="#br0" timeOffset="18556.41">24475 8860 164 0,'0'0'161'0,"0"0"-20"0,0-16 4 16,0 16-14-16,0 0 0 0,-21-25-6 0,21 22-11 15,1 2-11-15,-1 0-11 0,-1 1-17 16,-1 1 3-16,1 3-10 0,-8 14-4 0,-3 7-7 15,0 4-10-15,-3 6-8 0,-2 7 9 16,-6 5-8-16,-1 6-6 0,-4 5 1 0,-3 5-9 16,-3 10 16-16,-6 7 7 0,-4 5 0 0,-1 5 2 15,-2 6-9-15,-2 2 1 0,-3 6 8 0,0-2 4 16,1 1-6-16,0 1-6 0,2 5-4 0,2 0-10 16,1-1 7-16,2 1-9 0,1-3 2 15,0 3 6-15,3 3-5 0,0-1-2 16,4 3 11-16,-4-1-18 0,3 1 1 0,1-3 18 15,0 1-12-15,-1 0 3 0,-2 3 2 0,4-1-5 16,1-2 3-16,0 2-5 0,0-1 6 16,2 1-3-16,-2-3-22 0,4 1 22 0,0 4-19 15,2 4 20-15,0-2-3 0,4 1-15 16,0-1 9-16,0 0-1 0,4 1 2 0,-2 2 4 0,4 6-21 16,2-3-3-16,2 0 13 0,0 1 3 15,6-2-9-15,0-2-2 0,0 2 1 16,4-4-1-16,0 1 3 0,4 3-7 0,0-2 12 15,0-61-18-15,0 28 14 0,14 114 1 0,-4-86-8 16,2-2 2-16,0-3 16 0,4 3-11 16,2 2-19-16,4-9-1 0,0 7 9 0,4-9 6 15,2 3-18-15,6 1 20 0,2 2-6 16,2-5-6-16,4 3 2 0,0-3 8 0,0-1-6 16,4-3-17-16,0-1 25 0,3 1-1 0,0 0-5 15,6 0-4-15,4 0 9 0,-1-4-16 16,6-2 4-16,2-3 10 0,0 1-2 0,4-5-17 15,0-6 23-15,4-1 6 0,-1-2 9 16,50 46-11-16,-12-13-13 0,-7-11 9 0,-8-2 11 16,-2-10-5-16,-8 0-12 0,10-10 20 0,6-8 4 15,-1-3 13-15,-1-3-11 0,-1-4 7 0,-1-6-6 16,9 0-10-16,13-5 23 0,8 1-11 16,4-8-13-16,0 1-5 0,-11-2 19 15,2 2-27-15,3-5 6 0,11 0 20 0,2 3-34 16,-5 0 23-16,-5-2-3 0,-9 1 0 15,-5 0-5-15,5-5 11 0,7 2-17 0,2-4-10 16,-6 1 11-16,-7-4 2 0,0 0-2 0,2-4-17 16</inkml:trace>
  <inkml:trace contextRef="#ctx0" brushRef="#br0" timeOffset="19324.28">33849 11354 3108 0,'-6'-63'-83'0,"-8"-3"-2"16,-2 3-27-16,-4 5-77 0,-6-1-111 0,-4 2-285 16,-6 3 0-16</inkml:trace>
  <inkml:trace contextRef="#ctx0" brushRef="#br0" timeOffset="167057.21">9006 12651 9 0,'0'0'157'0,"0"0"-3"16,-15 0 2-16,15 0-2 0,0 14-2 0,0-14-15 16,0 0-16-16,0 0-10 15,0 0-5-15,0 0-21 0,0 0-2 0,0 0-7 0,-27 27-3 16,27-27-19-16,-1 1 7 0,0-1-16 15,1 1 8-15,-2-1-9 0,1 0 0 0,1-1-3 16,0-3-8-16,0 2-9 0,0-1-6 0,0-1-7 16,0 0-1-16,0-1 6 0,0-1-10 15,1 0-5-15,2 0 9 0,0-1-3 0,3-8 3 16,2 2-5-16,-1-1-2 16,4-1-2-16,-2 2 5 0,6-1-10 0,-2 2 8 15,3-1 3-15,3 0-1 0,2-1-3 0,3 0 0 16,-1 3 2-16,2-1-7 0,2 1 2 0,0 1 8 0,2-1-8 15,3 1 6-15,-3 0 6 0,5 0-2 16,-5 1 3-16,3 1-4 0,-1-1-5 0,-2 1 8 16,2-1 12-16,-2 3-6 0,0-4-4 0,-2 2-8 15,-1-1 7-15,1 0 6 0,0 3-4 16,-1-3 1-16,2 3-3 0,2 0 0 0,-4-1-8 16,-2 0 9-16,-2-1 3 0,2 2-1 15,-4-1 6-15,-2 1-15 0,5 1 6 16,-1 2-2-16,-4-2-1 0,-1-3 1 0,-1 3 3 15,-1-1-5-15,-5 3 6 0,0 1-16 0,-4 0 13 16,1-2-18-16,-2 4 12 0,1-2-1 16,-2 2-9-16,-2-2 10 0,1 0 1 0,0 2-2 15,1 0-7-15,-3 0-2 0,2-2 8 16,-3 2-11-16,0 0 10 0,0 0-1 0,0 0 2 16,0 0-10-16,0 0 4 0,0 0 5 15,6 0 1-15,-6 0-13 0,0 0 14 0,0 0 0 0,0 0 5 16,0 0-18-16,7 0 7 0,-7 0 1 15,0 0-7-15,0 0 4 0,0 0 11 0,0 0-11 16,0 0 3-16,0 0 6 0,0 0-18 16,0 0 13-16,7 0-6 0,-7 0 11 15,0 0-12-15,0 0-3 0,0 0 3 0,0 0-11 16,0 0 7-16,0 0-10 0,8-2-5 0,-7 2-9 16,-2 0 1-16,-1-2-11 0,2 2 2 15,-1 0-2-15,1-1-1 0,0 1-4 0,-1 0 0 16,-1-2-2-16,1 1-11 0,-2 0-9 15,2 1-21-15,-2-4-2 0,2 4-36 0,-3 0-35 0,1 0-94 16,-1-3-30-16,0 1 1 0</inkml:trace>
  <inkml:trace contextRef="#ctx0" brushRef="#br0" timeOffset="171023">8606 10133 82 0,'0'0'89'0,"-15"0"-1"15,15-15-1-15,0 15-1 0,0 0 3 0,-13 0 15 16,-3-27-12-16,13 26-7 0,0-3-4 0,1 2-12 16,0-2 3-16,0 3-4 0,0-3 5 15,1 3-10-15,0 0-13 0,-2-1 5 16,2 0-1-16,-1 2-11 0,1-2-4 0,0 0-10 16,1 2-1-16,-2 0 1 0,1-2-7 0,1 1-1 15,-1 1 1-15,-1-2-4 0,2 1 0 16,-1 1-1-16,1 0 2 0,0 0-5 15,0-1 6-15,0-1-7 0,0 2-8 0,0 0 5 16,0 0-3-16,0 0 0 0,0 0 1 16,0-8-9-16,12-2 8 0,-9 7-6 15,1-1 3-15,1 1-4 0,7-5 2 0,1 1-6 0,5-1 9 16,0 1-4-16,5 1 3 0,4-1-1 16,1 0 4-16,6 2 0 0,4-3 2 15,4 1 1-15,4-2 0 0,-1-1-1 0,3 2 0 16,3-3-1-16,0 0 2 0,1 0 5 0,0-3-10 15,-2 4 4-15,1-1-3 0,0 1 1 16,-5 2-3-16,1-2-4 0,-4 2 6 0,-1 0-6 16,-2-4 5-16,-4 6-2 0,2-1 8 0,-1-1-6 15,-1-1-5-15,-2 1 1 0,-2 1 4 16,0-1 0-16,0 2 4 0,-2-3-13 0,0 3-1 16,1-1 13-16,-6 3 1 0,2-7-11 15,-6 7 2-15,-4 2-4 0,-5 0 0 0,-1 0 4 16,-3-1-1-16,-1 1 4 0,-2 1-5 0,-1 0-1 15,0 1 0-15,-1-2-3 0,-1 0 1 0,-2 2 1 16,0 0-3-16,0 0 7 0,0 0-6 16,0 0 5-16,7 0-1 0,-7 0 0 0,0 0-3 15,0 0 7-15,8 0-8 0,-8 0-1 16,0 0-1-16,7 0 5 0,-7 0 0 0,0 0 0 16,16 16 5-16,-14-12-1 0,1 2-1 15,0 0-1-15,5 7 5 0,-2 5-10 0,-2-2 4 16,4 0 6-16,-1 0 5 0,-4 5-8 15,2-2 0-15,-1 3 5 0,3 0 6 0,-3 2-9 16,2 0 4-16,-4 2 14 0,3-1-4 16,-1 0-2-16,1 1 3 0,1 1 3 0,1 1 0 15,-2-1-11-15,-1 0 8 0,-1 2-2 0,1-1 6 16,0-1-3-16,0 1 1 0,-2 0 2 0,4 1-4 16,-5 0-11-16,2-1 11 0,-1-1-2 0,1 2 3 15,-2-3-6-15,-1-13-2 0,0 8 1 16,0 1 14-16,0 3 2 0,0 2-17 15,0 1 16-15,0 2-6 0,11 29-1 0,-8-29-3 16,-2 4-3-16,0-2 1 0,1 3-3 0,-1 2 7 16,0-1-13-16,-1-3 3 0,0 1 8 15,0-1-12-15,0 0 16 0,0 0-3 0,0-17 5 16,0 6-10-16,0 1-4 0,0 3-2 0,0 0-6 16,0-1 16-16,0-1-10 0,0 1 15 15,0-2-7-15,0-1-11 0,0-1 11 0,0 0 2 16,0-1-11-16,0-1 11 0,0-2-8 15,0-3 8-15,0 4 0 0,0-2-16 0,0-1 10 16,0-2-1-16,0 0 11 0,0-4-8 0,0 1-13 16,0-2 18-16,0-1 10 0,0 2-16 15,0-9 13-15,0 9-12 0,-6-2 2 0,6-7-1 16,0 9-8-16,0-9 16 0,0 7-6 0,0-7-8 16,0 9-1-16,0-9 11 0,0 7-12 15,0-7 10-15,0 0-15 0,0 7 10 0,0-7 0 16,0 0-7-16,-7 8 6 0,7-8-15 0,0 0 16 15,0 8 5-15,0-8-3 0,0 0 2 0,0 0-21 16,0 0 10-16,0 6 3 16,0-6-10-16,0 0 6 0,0 0-6 0,-8 7-6 15,-1 3 14-15,5-9-12 0,-3 1 10 0,2 1 3 16,-2-1-1-16,0 0-8 0,-8 2 16 16,-1-1-10-16,-1 4-5 0,-2-4 8 0,1-1-19 15,-1-2 13-15,-1 2 1 0,0 2 16 0,0-3-18 16,1 1-12-16,5 0 15 0,-6 0 5 15,0-2-9-15,1 0 0 0,-1 0 1 0,11 0-7 16,-4 0 21-16,-3 0-15 0,-2 0-1 0,-2 0 2 16,0 0 7-16,-2 0-8 0,0 0-7 15,-2 0-6-15,-2 0 15 0,0 0-10 0,-4 0-7 16,-1 0 0-16,-1 0 14 0,-34-11-12 0,31 11 7 16,-2 0-5-16,5-4 10 0,-2 4-2 15,0-3-7-15,-1 1-15 0,3 1 11 0,-4 0-2 16,0-3 8-16,-35-1-7 15,35 0 9-15,0 2 0 0,2 0-14 0,-1 0 14 0,0 1-8 16,0-2 2-16,2 3 6 0,1-1-12 16,-5 0 13-16,7-2 2 0,-4 1-17 0,2 1 14 15,1-1-3-15,0 1-3 0,3 1 9 16,0-1 1-16,0 1 7 0,3 1-17 0,12 0 9 16,-7 0-2-16,-4 0-5 0,-3 0 9 15,-1 0-2-15,1 0-10 0,-1 0 4 0,-1 0 6 16,-3 0-11-16,-1 0 3 0,-2 0 15 0,0 0-6 15,1 0 4-15,-1 0-2 0,-1 0-8 16,0 0-3-16,0 0 7 0,3 0-3 0,-3 0 7 16,1 0 0-16,-36 9-17 0,34-9 13 15,1 1-7-15,20-1 3 0,-9 0 4 0,-6 0 0 16,-2 0-10-16,-2 0 16 0,2 0-8 0,1 0 1 16,0 0-4-16,1 0 9 0,0 0-3 0,-26-17-7 15,32 17 2-15,-3-2 6 0,-3-1-11 16,2 1 4-16,-1 2-3 0,-2-1 2 0,2-1-4 15,0 2-4-15,-2-1 2 0,1-1 15 0,-1 1-5 16,1-2 2-16,1 1-3 0,0 2-6 16,15 0 0-16,-6 0 8 0,-3 0 2 15,0 0-3-15,1 0 3 0,-1 0-1 0,2 0-3 16,-2 0 7-16,0 0-9 0,0 0 0 0,0 0 2 16,-2 0-7-16,2 0 8 15,0 0-5-15,-24-11 9 0,24 11-5 0,0-4 4 0,2 3-11 16,-2 1 9-16,-2-2 0 0,4 0-5 0,-2 1 2 15,0-6 0-15,0 5 2 0,0 0-3 0,-2 0 0 16,4 0-2-16,-2 0 0 16,1-1 11-16,0 1-9 0,2-2 0 0,-2 2 1 0,-1-1 4 15,3 2-4-15,0-3 0 0,-1-1 2 16,0 1 5-16,0 0-1 0,0 0 3 0,-2-1-9 16,4-1-5-16,-2 0 6 0,2 0-2 0,-2 1-2 15,2-2 4-15,0-1-4 0,0 1-2 16,-2-1 2-16,2 1 6 0,-4-1-8 0,4 2 3 15,-2 2-2-15,0-3-3 0,2 1 4 0,0 1 5 16,2-1-8-16,0 1 5 0,-2 0 6 0,4 0 2 16,0 1-7-16,4-1-3 0,0 1 3 15,-2-3-2-15,4 5 10 0,0-2-6 0,2 0 0 16,0 0 2-16,0 2 1 0,0-2 0 0,4 2 5 16,-8-7-6-16,2 6 1 0,2-1 8 15,0 0-11-15,2 2 3 0,0 0 9 0,0 0-15 16,2-2 2-16,-4 2-4 0,4-1 12 15,-10-5-9-15,4 4 8 0,0 0-8 0,4-1 9 16,-2 3-9-16,2 0 10 0,0 0-3 0,0-1-8 16,0 0 4-16,0 0-6 0,0 1 2 15,-6-5 4-15,-4-1 3 0,6 2-2 16,0 2-3-16,2 1-4 0,2 0 8 0,0 0-10 16,-2-1 8-16,2 1 2 0,0 2 1 0,2-3-3 15,-2 2 3-15,-8-5 10 0,4 3-10 16,-2-3-8-16,2 1 7 0,0 1 3 15,2 1 1-15,0 0-7 0,2 0 6 0,0 2 1 16,0-1-2-16,0 1-7 0,0-2 8 0,0 2 5 16,0-2 3-16,2 1-12 0,-2 0 3 15,2 0-13-15,-10-3 22 0,6 1-10 0,0 0-1 16,4 0-9-16,0 0 8 0,-2 1 6 0,-6-4-3 16,6 1-7-16,2 1 1 0,-2-1 5 15,2 1-10-15,2 1-6 0,-2 0 13 0,0-1-15 16,-4-10 3-16,0 4 7 0,2-4-2 0,2 5 3 15,2 0 0-15,-2-1-7 0,0-2 4 16,1-4 8-16,-1 1-17 0,0-2 15 16,3 6 3-16,-1-2-17 0,1 4 12 0,0 0-18 0,1-9 1 15,-3-1 14-15,3 11 6 0,0-3-17 16,0-5 14-16,0 1 4 0,0-3-7 16,0 1-15-16,0-2 15 0,0 5 9 0,0-2 1 15,0-1-28-15,0 3 3 0,0-2 13 16,0 1 5-16,0-4-10 0,0 3 1 0,0 0 17 0,0 0-15 15,0-1 12-15,0 0-10 0,0 1-9 16,19-19 19-16,-15 19-10 0,2-1-8 16,-4 0-4-16,6 2 10 0,0 0-1 0,-2 0-11 15,0 0 23-15,2 0-14 0,2 2-4 0,0 0-1 16,-4-2 8-16,4 3-3 0,-2-1 3 16,4 1 0-16,-2 0-3 0,2-1 3 0,0-4-4 15,0 6 4-15,2-2-4 0,0 1-1 0,2-3-10 16,2 2 21-16,2-1-6 0,-2 1-6 15,0 0 17-15,2 1-6 0,0 0-4 0,-2 2-1 16,0-1 15-16,0 1-6 0,2 1-7 16,2-2 1-16,2 1-4 0,0 1 11 0,0 0 2 15,2 1-7-15,0-3 11 0,2 2-4 0,6 2 4 16,-2-3-6-16,2 4 14 0,0-3-11 0,2 1-2 16,0 3 7-16,0-2 4 0,2-1-7 15,0-1-4-15,2 4 7 0,-2-2-4 0,0 5-2 16,-2-3-1-16,2 2 11 0,-2-1-4 15,0 2 7-15,-2 1 1 0,2-1 2 0,-1 3-15 16,0-2 10-16,-19 3 2 0,10 0 8 16,5 0-5-16,1 0 2 0,1 0 5 0,1 0-11 15,-2 0 1-15,0 0 9 0,1 0-7 16,0 0 8-16,-2 8 7 0,32 5-19 0,-34-9 13 16,2-2-7-16,1 3 12 0,2-2-4 15,0-1-10-15,-2 1 15 0,2-1-8 0,1 2 9 16,0-3-6-16,0 1-2 0,-2 2 6 0,2 0-6 15,-2-3 0-15,2 2-1 0,-2 0-11 0,4-2 13 16,-1 1 0-16,-4-1 7 0,4 0 0 16,-2 2-11-16,-16-3-7 0,8 0 15 15,5 0-13-15,1 0 0 0,1 0 7 0,34 11-13 16,-35-9 3-16,4-2 3 0,-4 4 4 0,0 0-1 16,0-1 12-16,-1 1-5 0,-3 0-24 15,0-2 7-15,0 2 3 0,-4 0 15 0,-2-1-14 16,1-1 5-16,-2 2 4 15,1-1-1-15,-2 3-11 0,1-2 8 0,-1 0 5 16,1-1 4-16,-1 0-4 0,0-1 2 0,0 3-18 16,0-1 20-16,-1-2 3 0,0 3-11 0,-1-2-4 15,0 2 4-15,-1-3 0 0,0 2 0 0,2 0-3 16,-2-1 7-16,1 2-6 0,0-1 5 0,0-1-10 16,-1 2 12-16,2-1-4 0,22 1 15 15,-16-1-8-15,3 0-7 0,2-1-6 16,0-3-2-16,1 3 8 0,1-2-7 15,0 1 8-15,1 1-8 0,1-3 3 0,0 1-3 16,1 0 8-16,2-1-10 0,-1 2 6 0,-20-2-5 16,8 0-1-16,6 0 1 0,-2 0 1 15,1 0-9-15,-1 0 5 0,-1 0-8 0,0 0 9 16,-1 0 0-16,1 0 4 0,-2 0-8 0,-1 0 4 16,0 0-1-16,0 7 5 0,26 0-4 15,-26-5 0-15,0-2 5 0,2 0 4 0,0 2-13 16,0-2 11-16,0 0-11 0,-1 0 9 0,0 2-11 15,-2 0 3-15,2-2-2 0,-2 1 1 0,-2-1 6 16,2 1-10-16,-2 1 2 16,-1-2 6-16,1 3 8 0,-1-2 0 0,2 2-10 15,-2-2-6-15,0 0 9 0,2 3 7 0,-2-2-11 16,2 0 4-16,-2 0 1 0,-2 1 8 16,2-1-9-16,-3 1 9 0,-2-2-12 0,-4 0 2 15,-1 2-1-15,1-3-2 0,6 4 1 16,-3-1 5-16,-2-2-1 0,-2 0 6 0,8 3-8 15,-1-2 9-15,-4 0-8 0,7 0 3 0,-6 0-5 16,-2-1 10-16,-2 1-9 0,0 0-4 16,-2-2-2-16,0 2 13 0,0-1-6 0,0 0 4 15,8 2-5-15,-4-1-2 16,-1 2-5-16,-2-3 10 0,0 2-7 0,1-1-3 0,-2-2 7 16,-3 2-1-16,3 0 0 0,8 2 3 15,-3-1-1-15,-1-1-1 0,-2 0 8 0,-1-2-2 16,-1 2-8-16,0 1 4 0,-1-3-1 0,-2 3 4 15,2-1-8-15,-1-1 10 0,1-1-1 0,0 1-7 16,-1 1 0-16,1-1 2 0,-2 0-10 16,2-1 10-16,-2 1 3 0,1 1-7 0,-1-2 1 15,0 2-2-15,-1-2 2 0,0 1 1 16,0-1-3-16,0 1-1 0,-1-1 1 0,1 2 3 16,0-2-2-16,-3 1-5 0,2-1 2 15,0 1 4-15,-1-1 0 0,0 0-1 0,-1 0 7 16,2 0-13-16,-2 1 6 0,0-1 5 15,1 0-6-15,-1 0-2 0,0 0-3 0,-1 0 4 16,2 0 8-16,-1 0-7 0,0 0-1 16,1 0-3-16,-2 2 6 0,1-2-3 0,-1 0 2 15,1 0-3-15,-1 0 4 0,0 0-2 16,0 0 0-16,0 0-4 0,0-2 1 0,2 4-1 16,-2-2-3-16,0 0 8 0,0 0-14 15,0 0-14-15,-2 2-26 0,-2 1-20 0,-1-2-118 16,-8 6-134-16,-3-3 39 0,-2 0 0 15</inkml:trace>
  <inkml:trace contextRef="#ctx0" brushRef="#br0" timeOffset="189674.78">4404 15199 8 0,'0'0'43'0,"0"-15"-20"0,0 15 6 16,0 0 12-16,-27-28-7 0,27 24-5 16,-1 0-7-16,1-1 13 0,-1 1-18 0,1-1-4 15,0 0 10-15,-2-1 4 0,2 1-3 16,0-1 1-16,-1 2 3 0,1-2-4 0,0 2-9 15,-1-1 10-15,1 2 12 0,-2-1-23 16,1 0 19-16,1 0-14 0,-1-1-9 0,-1 2 8 16,2 0 16-16,-1 0-15 0,0 0-12 15,1-1 8-15,-2 1-2 0,2-1-2 0,-1 2-4 16,0-1-1-16,-1 1 7 0,1 0 3 16,0 0-12-16,1 0-19 0,-2 0 2 0,2 1 3 15,0 0-13-15,-1-1-14 0,1 2-3 0,0 0-4 16,0 0-3-16,3-2-26 0,-5 2-44 0,1 0-34 15</inkml:trace>
  <inkml:trace contextRef="#ctx0" brushRef="#br0" timeOffset="193807.2">4280 14655 55 0,'0'0'81'0,"0"0"-23"15,0 0 0-15,0 0-3 0,0-14-7 16,0 14-4-16,0 0-2 0,0 0-15 0,0 0-12 15,0 0 9-15,-20-23 4 0,19 21-17 0,-1 0 11 16,2 1-4-16,-1 0-3 0,0 0-2 0,-1 1-7 16,-2 0-9-16,3 0-2 0,-3 0-14 0,0 1 14 15,0 0-6-15,0 0-10 0,-2 3 9 16,-4 5 3-16,-4 1-13 0,0 3 14 0,2 0 3 16,0 4 2-16,-2 0-2 0,0 2-2 15,0 5 7-15,0-1-5 0,0-2 20 0,2 4-25 16,0 1 12-16,-2 2 18 0,2 2-15 15,0-3 5-15,2 1 0 0,0 0-17 0,-2 0 14 16,4 2 0-16,-4-3 3 0,4 3-14 0,-2 1 3 16,1-1 8-16,0 0-4 0,-1-2-1 0,2 2 4 15,0-1-2-15,2 1 1 0,-1 1-6 16,-1 0 11-16,1-1 3 0,2 4-11 16,-2-2 15-16,2 2-19 0,1 0 8 0,0-2 8 15,0 2-5-15,0 1 6 0,1-3-5 0,1 2 0 16,0-3 4-16,0 1-10 0,-1-3 8 15,3 4 4-15,-1-4-11 0,1-15 16 0,0 8-12 16,0 3-4-16,0 0 7 0,0 3 1 16,12 25 4-16,-11-27-27 0,2-2 13 0,-1 1 12 15,2-2-11-15,-2 3-10 0,2 0 11 0,-2-2-2 16,5 0-1-16,-6-1-3 0,2-1 17 0,-2 3-18 16,2-1 7-16,1 1-6 0,-3-2-9 15,2 1 12-15,1-1 7 0,-3-1-9 0,2 2 6 16,-2-1 1-16,1-2-16 0,-1-1 13 15,2 1-2-15,-2-3 11 0,2-3-13 0,-2-4 5 16,-1 1 4-16,1-3 6 0,1-2-13 16,-1 1 14-16,-1 1-1 0,0-2-3 0,1 1-14 15,1-2 0-15,-1 1 1 0,-1-1 1 0,1 2 2 16,1-1 2-16,-1-2 4 0,-1 2-2 16,0 0-17-16,1-1 30 0,-1-1-21 15,2 1 15-15,-1-1-6 0,-1 1-10 0,1-1-1 16,-1 1-4-16,2 0 12 0,-1 0 4 0,-1 1-11 15,1 0 4-15,1 0 8 0,-2 0-9 16,1 0 14-16,0 2-11 0,-1-2-2 0,2 1-3 16,2 9 4-16,-2-2-1 15,0-4 7-15,-1 0-6 0,2-1-1 0,1 9 3 0,-2-2 10 16,0 0-19-16,0 1 17 0,4 3-1 0,-2-1-12 16,-2 2 15-16,2 0-4 15,2 3-6-15,0-1 6 0,0-1 8 0,0 1-12 0,6 0 0 16,-2 2 8-16,-2 0 0 0,2 1 7 15,0 2 1-15,2-5-12 0,0 2 4 0,0-1-3 16,2 0 2-16,-2 3-4 0,2-3 6 0,0 2-15 16,0 1 7-16,0-1 9 0,0 5-17 0,2-5 3 15,0 1 12-15,0 0-7 0,1-2 12 0,2 1-10 16,1-1-5-16,0 1 0 0,1-1-7 16,1-3 11-16,-1-2 1 0,3 4-4 0,0-1-8 15,0-3 16-15,1 1-17 0,2-1 13 0,1 0-12 16,0-2 12-16,0 1-6 0,2-1 7 15,2 1-13-15,-2-4 11 0,1 2-11 0,4 2 19 16,1-7 1-16,-2 2-5 0,4 0-2 0,1-1-1 16,2 0-13-16,2-2 10 0,3 1-2 15,4-2 8-15,0 3-9 0,2-3 5 0,0-2 1 16,2 3-2-16,0-5-4 0,0 3 4 0,-2 0-1 16,0-1-2-16,4-2-6 0,0 1 10 0,6-1 5 15,-2-3-11-15,6 0 4 0,2-1 5 16,2-2-7-16,0-1-3 0,-34 0 7 0,16 0-3 15,10 0 7-15,74-14 3 0,-60 6-13 16,3-2-1-16,4-1 1 0,5 0-10 0,-2-1 12 16,1-1-2-16,-3-1 1 0,-1-1-4 0,1 1 2 15,4-3 0-15,1 3 2 0,1 1 8 16,0-3-11-16,88-13-7 0,-88 15 0 16,-4 0 14-16,-2 2-5 0,-1-2 3 0,1-1-3 15,0 2 2-15,3-2 6 0,-1 1 2 16,5 0 2-16,2-1-11 0,-1 1 7 15,-4-1-2-15,0-5 4 0,-1 6-4 0,0 1-4 16,-1-2 9-16,1 0-4 0,-1-3 1 0,-1 4 0 16,-4-3 1-16,-3 2-5 0,-4-2 1 15,1 0 8-15,-2-3-9 0,0 4 2 0,-1-5-3 16,-4 3-1-16,0-3-3 0,-1 0-1 16,-2 0 9-16,-1 2-13 0,0-3 4 0,-5 1 0 15,0 0 8-15,-5-1-7 0,-2 1 1 0,-4 0-3 16,0 1 11-16,-4 0-10 0,-2 0 3 15,-4 1 2-15,1-1 2 0,-6 2 2 16,2-1 1-16,-2 2-2 0,-2-2 12 0,-1 1 0 16,0 1-2-16,-5 0 0 0,0 1-5 0,-2 2 6 15,0-4 4-15,-1 3-8 0,-2 0 5 0,0 0-1 16,0-1 2-16,-1-1-7 0,0 0 5 0,2 0-3 16,-2-2-9-16,-1 2 0 0,2-1 10 15,0-2-6-15,0-1-8 0,-2-1 1 0,0-2 2 16,1 2-1-16,-3-1-5 0,3-1 1 0,-3 0-7 15,0-1 4-15,-2 1 9 0,4 1-9 16,-5-5 2-16,0 0-7 0,2-2 6 0,-3 1 3 16,1-2-12-16,1-1 0 0,-2 0-1 15,-2-1 10-15,2-2-7 0,-1 2 6 0,-2-3 0 16,1-1-5-16,0-1 0 0,0-2 5 0,-2 1-6 16,-2-2 0-16,1-1 0 0,0 0 1 15,-1-1-3-15,0-4 8 0,-2 1 3 0,0 1 6 16,0-2-8-16,-3-2 6 0,2 0-5 0,-3 0 0 15,0-3 8-15,0 27-10 0,0-13 4 16,0-5 5-16,-12-51-3 0,6 46 1 0,1 0 4 16,-2-1-2-16,1 3-5 0,-2-2-2 15,-2-3-1-15,1 4 2 0,-2-1-3 0,1-1-7 16,-1 2 5-16,-1 0-5 0,0 0-3 16,1 5 0-16,2-5 5 0,-3 3-10 0,3 1 5 0,-3 0-5 15,1 0 8-15,0 2 4 0,1-1-2 16,0 0 0-16,1 2 7 0,-2 2-4 15,1 0-5-15,-1-2-2 0,0 4 6 16,-1 2 0-16,2 0 5 0,-2 2-9 0,1 3 3 16,0-1 4-16,-1 6-2 0,2-2-3 0,-1-1 2 15,0 2 8-15,1 1-8 0,-2-2 2 16,-2 3-2-16,5-1 1 0,0 4 3 0,-2 0-5 16,0 0-1-16,2 1 0 0,-2 2 10 0,2 1-8 15,-2 0 2-15,2 3 2 0,0-2 1 16,-1 2 4-16,2-3-8 0,-1 3-1 0,0 0-1 15,1 0 11-15,-2-1-7 0,5 3 2 0,-3-2-5 16,-3-1 5-16,-1 3 5 0,2-3-9 16,0 3 4-16,-2 1-5 0,2-2 4 15,-2-1 3-15,1 0 0 0,-1 1 2 0,-1-1 2 16,-2 2-2-16,0-1-6 0,2 0 6 16,-4-3-2-16,-1 1-6 0,0 1 6 0,0 0 2 15,0 1-4-15,-3-4 2 0,1 2-4 16,-3 1-1-16,0-1 3 0,-1 3 5 15,-1 0-7-15,-2 1 1 0,1-1-6 0,-2 1 2 16,0-1 8-16,-2 0-6 0,0 1-3 16,-2 1-3-16,1 0 6 0,-1 1-2 0,-3-3-2 15,1 1 0-15,-2 0-1 0,1-1-5 0,-3 1 1 16,4 2 13-16,-1-1-13 0,0 2 5 16,2-1-2-16,0 2-5 0,-1 0 9 0,1 1-1 15,1-4-4-15,0 2 0 0,0 2 1 0,0-1 2 16,0-1 5-16,0 1-13 0,0 3 3 15,-1-2 0-15,0 1 0 0,-2-1 6 0,3 3-4 16,2 0 9-16,-2 1-12 0,1 0 2 16,3-2 6-16,1 3 0 0,-1 0-10 0,2 0 13 15,12 0-10-15,-7 0 5 0,-4 0 1 16,-2 0-7-16,-2 0-1 0,-1 0 6 0,-31 15-10 16,29-15 12-16,-3 3-2 0,5 0-3 15,-1 0 8-15,-3-1-9 0,1 0 5 16,-2 0-2-16,-1-2-5 0,-1 2 5 0,1 1-2 0,-3 0-1 15,1-2 6-15,-2 1 0 0,0 0-2 16,0 1-3-16,-4 0 8 0,1-1-6 16,-1 2 0-16,1 0 4 0,-1-1-5 15,0-1 12-15,-1 1-3 0,0 1-9 0,-2 0-4 16,2 0 12-16,-1 0-2 0,1 1 2 0,0-2-10 16,1-1 6-16,0 1-8 0,1-1 6 15,0 0 7-15,1 0 8 0,2 1-12 16,0 1 1-16,0-1 11 0,1-1-13 0,0-1 5 15,2 2-11-15,0 0 21 0,-3 0-16 0,0 1 10 16,-3 0-18-16,-4 0 12 0,3 1-2 16,-4 3 5-16,0-2-17 0,2 1 20 0,-3-1-4 15,1 1-4-15,0 1-2 0,2 1-3 16,0-1-9-16,-1 1 9 0,0-1-9 0,1 1 13 0,-1 0-4 16,0 1 5-16,2 0 5 0,0 1-17 15,-1-2 6-15,2 3 14 0,-2-3-21 16,2 2 9-16,-2-1 4 0,2 1 0 15,2-2 2-15,0 1 6 0,1 1-11 0,-2 1 1 16,3-1 3-16,0 2-9 0,2-2 6 0,-2 1 6 16,2-1-12-16,-2-2 7 0,4 3 13 0,0-1-17 15,-2-1 17-15,4 1-10 0,-2-2-3 16,2 3-2-16,2-3 12 0,0 1-12 0,4 0 0 16,-2-2 12-16,0 2-4 0,2-1 2 0,-2 0-4 15,0 0-3-15,2 0-2 0,0 0 10 16,0-1-12-16,4 1 3 0,-6-1 13 0,4-1-10 0,0 1 4 15,0-1-17-15,0 1 13 0,0-1-1 16,2 1 4-16,0-3-12 0,-2 4 9 0,0-2-6 16,0 2 0-16,-2-3 8 0,4-1-9 15,0 4 15-15,-1-2 2 0,1-2-3 0,-1 3-11 16,-2 0-3-16,0-2 17 0,2 2-30 16,1-2 11-16,-3-2 13 0,0 3-9 0,2-1-1 15,-3 3-1-15,0-3-5 0,0 2 6 16,1-1 13-16,-2-2-24 0,0 3 5 0,-1-4 0 15,2 2 17-15,-1 3-23 0,-1-4 14 0,-3 0-5 16,2 2-9-16,-1 1 2 0,0-1-7 0,-1 4 24 16,0-1-16-16,-1 1-2 0,1 0 1 15,1-1 14-15,0 1-19 0,0 0 8 16,2 0 15-16,0 1-15 0,0-1 11 0,0-2 5 16,4 1-3-16,0 0 9 0,-2 0-21 15,4-1 17-15,-2 1-3 0,1 0 14 0,-3 1-30 0,3 0 11 16,-1 2 3-16,5-1 12 0,-4 1-4 15,1 1 6-15,2-2-23 0,1 3 21 0,-2 1-8 16,1-1 9-16,0-1-14 0,4 2-4 16,2-3 10-16,1-1-7 0,2 1-13 15,1-4 15-15,2 1-13 0,2-1 5 0,2-2-7 0,0 1 3 16,2-2 3-16,-4 7-2 0,3-4 14 16,1 3-3-16,1-3-11 0,-1 0 13 0,-1 8-4 15,2 0 15-15,-2-1-6 0,1 0-4 0,1-1-4 16,1 2 0-16,-1 1 13 0,0-3-4 0,2-3-10 15,-2 8 4-15,2-6 9 0,-2 7-11 16,1-7 13-16,0 4-9 0,0 2 14 0,0-2-15 16,0 1 8-16,-1 0-7 0,-2-2 7 15,5-1 9-15,-3 4-1 0,2 2 1 0,-1 0 4 16,2-2-5-16,-2-7-12 0,2 6 7 0,-2 3-6 16,2-8 3-16,-1-1 2 0,1 7 9 15,0-14-18-15,0 4 4 0,0 0 13 0,0-1-15 16,0 1-1-16,0-2 3 0,0-2-10 0,0 2 24 15,0-8-1-15,0 9-27 0,0 0 2 16,0-9 15-16,0 8-8 0,0-1 4 0,0-7 6 16,0 10 0-16,0-4-9 0,0 2 0 15,0-1 5-15,0-7 5 0,11 19-13 0,-10-12-5 16,2-1 11-16,-1 2-3 0,5 9 12 16,1-1-10-16,-1 0 4 0,1-1-13 0,-2-2 2 15,2 2 13-15,2-1 4 0,-1-1 9 0,-1 3-22 16,1-1 14-16,1-1-6 0,0-1 10 15,0 2-6-15,0 0-13 0,0-2 12 0,-1 2-6 16,-5 0 0-16,3-4 0 0,-1 3 10 0,1-1-13 16,1 2 8-16,0-1-7 0,-1-1-1 15,-1 1 11-15,-2 2-10 16,0-4 5-16,2-3-8 0,-1 7 7 0,0-7-9 0,-1 0 9 16,-1-1-3-16,0-1 11 0,-1-2-13 15,1 2-5-15,1-1 8 0,3 8 11 0,1-4-7 16,0-1-8-16,1 1 6 0,0-3-6 0,5-1-15 15,2 0-32-15,1-3-22 0,-10-3-75 0,6 0-128 16,19-12 43-16,-12 4 34 0</inkml:trace>
</inkml:ink>
</file>

<file path=ppt/ink/ink59.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8T10:05:09.197"/>
    </inkml:context>
    <inkml:brush xml:id="br0">
      <inkml:brushProperty name="width" value="0.05292" units="cm"/>
      <inkml:brushProperty name="height" value="0.05292" units="cm"/>
      <inkml:brushProperty name="color" value="#FF0000"/>
    </inkml:brush>
  </inkml:definitions>
  <inkml:trace contextRef="#ctx0" brushRef="#br0">12238 9637 7 0,'0'0'26'0,"0"0"-7"0,0 0-9 0,0 0-18 15,0 0-38-15</inkml:trace>
</inkml:ink>
</file>

<file path=ppt/ink/ink60.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8T10:17:07.916"/>
    </inkml:context>
    <inkml:brush xml:id="br0">
      <inkml:brushProperty name="width" value="0.05292" units="cm"/>
      <inkml:brushProperty name="height" value="0.05292" units="cm"/>
      <inkml:brushProperty name="color" value="#FF0000"/>
    </inkml:brush>
  </inkml:definitions>
  <inkml:trace contextRef="#ctx0" brushRef="#br0">7459 9775 75 0,'0'0'74'0,"0"0"-10"0,0 0 12 15,-15 0-5-15,15 0-17 0,0-13-12 0,0 13 9 16,0 0-21-16,-24-17 8 0,23 17-5 15,-2-2-13-15,2 1-1 0,0 1 8 16,-2-1 6-16,2-1-6 0,-1 0-17 16,1 0 14-16,0 0-15 0,-2 0-5 0,2-1 18 0,-2 1 0 15,2 0-20-15,-1 0 0 0,1 2 5 0,-2-3 4 16,3 1 6-16,-1 1-6 0,0-3 3 16,1 3-3-16,-2 0-23 0,2 0 1 0,-1-1-4 15,1 1 15-15,1 0-16 0,1-1 16 16,3 0 5-16,0 0-7 0,11-5-2 0,6 0 8 15,0 0-12-15,8-2 7 0,-1 2-9 16,3-2 16-16,9 1-6 0,2-2 13 0,5-1 0 16,3 3-11-16,5-3 16 0,2-2-12 15,1 0-6-15,2 3 7 0,2-1 2 0,1 2 9 16,3 0-2-16,1-1-6 0,1 1-7 16,0 0 9-16,-2 1-12 0,1 0 24 0,-3 2-23 15,-2-2 18-15,-3 0-19 0,-5 3 16 0,-3-2 0 16,-6 2-2-16,-2-1-4 0,-4 1-5 15,-2-1 3-15,-5 2 2 0,-2-2 1 16,-3 2-3-16,-4-1-1 0,-4 1 3 0,-1 2-1 0,-5-1-5 16,-3 3 8-16,-3-1-8 0,-1 0 5 15,-1 1-3-15,-2-2-3 0,0 0-7 0,0 2 1 16,0 0 2-16,0 0-6 0,-1-1 0 16,1 1 2-16,0-1-21 0,3 0-46 0,6-5-76 15,2 0-138-15</inkml:trace>
  <inkml:trace contextRef="#ctx0" brushRef="#br0" timeOffset="2130.61">8802 10806 23 0,'0'-20'150'16,"-16"-19"-6"-16,16 29 0 0,-6-16 9 0,4 10-10 15,2 5-12-15,0 11-8 0,0-10-11 0,0 1-20 16,0 2-6-16,0 7-10 0,0-10-3 16,0 3-6-16,0 7-7 0,0-8-6 0,0 8-14 15,0-7 0-15,0 7 0 0,0-8-8 0,0 8-9 16,0 0 4-16,0-6-4 0,0 6-11 16,0 0 0-16,0 0 1 0,-6-9-5 15,8 13 5-15,0 1 5 0,4 12 3 0,-1 2 4 16,-1 3-6-16,0 5 14 0,0 3-1 0,1 3-10 15,-2 4 7-15,0-5 0 0,-1 2-8 16,1 3 6-16,0-2-5 0,1 6-3 0,-2-3 18 16,4 2-10-16,-2 1-3 0,1-4 2 0,0-1-5 15,2-1 5-15,1-2-12 0,-3-1 11 0,2-2-16 16,0 2-11-16,-2-3-25 0,0-5-28 16,-1-1-34-16,2-2-52 0,-4-5-76 15,0-5-261-15,-2-11 1 0</inkml:trace>
  <inkml:trace contextRef="#ctx0" brushRef="#br0" timeOffset="2494.41">7931 11857 1 0,'-13'16'199'0,"-1"-2"9"0,5-3 10 0,1-2-4 0,4-3-19 0,3-2-16 16,1-4-18-16,8-3-12 0,14-6-4 0,4 0-27 15,8-5-13-15,8-2-2 0,3-4-17 0,7-2-5 16,4 0-11-16,1 0 0 0,5-1-15 16,4-2-3-16,2 2-5 0,0-1-2 0,-1 1-12 15,0 2 2-15,-5 0-51 0,-3 1-39 16,-7 0-37-16,-4 0-57 0,-5 1-88 0,-5-3-268 16,-2 3 0-16</inkml:trace>
  <inkml:trace contextRef="#ctx0" brushRef="#br0" timeOffset="2942.12">9350 10906 37 0,'8'-13'207'0,"-1"4"-13"0,-2 4-5 16,0-1-11-16,-1 4-18 0,2 2-11 0,-2 4-5 15,0 0-27-15,6 12-1 0,-6 2-20 16,3 6-3-16,0 0-7 0,-2 2-8 0,-1 5 1 16,0 0-22-16,-3-1 4 0,-1-14-11 0,0 7 0 15,0 2-1-15,0-2-9 0,0-1 6 16,0-3-2-16,0-4 0 0,0-3 4 0,0-3-1 16,0-2-3-16,0-7-1 0,0 6 5 15,12-19-20-15,4-6-5 0,0-3-4 0,2-6-11 16,2-6 3-16,2-3-6 0,4-3-10 0,0-5 6 15,3 2-17-15,1 1 14 0,0 2-15 0,-4 3 5 16,4 4-1-16,-4 4-4 0,-4 0 10 16,0 7 2-16,-4-3-12 0,2 9 8 0,2 2-10 15,-4 5 7-15,2 4 4 0,-13 5-8 16,3 0 13-16,16 21 2 0,-16 2-5 0,0 6 8 16,-6 4 5-16,-4 10-3 0,0-19-6 15,0 10 12-15,-14 48-9 0,10-37 3 0,-1-4-12 16,1-4-21-16,-1-5-20 0,2 0-16 15,-1-5 5-15,4-8-10 0,0-19-16 0,0 8-77 16,15-4-91-16,2-17-183 0,-1-11 0 16</inkml:trace>
  <inkml:trace contextRef="#ctx0" brushRef="#br0" timeOffset="3121.1">10279 10226 196 0,'5'-13'191'0,"-1"6"-17"0,0 6 0 0,-1 3-10 0,1 6-8 16,1 12-13-16,-1 8-14 0,0 10-18 16,-1-1-9-16,-2 6 16 0,-1-18-19 0,0 16-5 15,0 11-13-15,0 9 2 0,-14 71-9 0,8-59-28 16,1-4-15-16,-2-6-40 0,3-2-26 16,-1-6-50-16,5-4-43 0,0-8-44 0,0-8-56 15,0-17-150-15,0 3 1 0</inkml:trace>
  <inkml:trace contextRef="#ctx0" brushRef="#br0" timeOffset="3434.54">10363 10870 181 0,'9'-25'218'15,"2"2"2"-15,5-2-24 0,3 7-9 0,7-1-5 16,0 4-6-16,2 1-20 0,4 5 3 16,1-1-25-16,2 1-12 0,1 3-20 0,1-3-6 15,4 1 2-15,4-1-3 0,2-2-15 0,1 0-15 16,-1 0 13-16,-2-4-27 0,-4 0 0 15,-3 1-7-15,-5 0-3 0,-6-7-17 0,-7 0 8 16,-7 0-18-16,-6-4 4 0,-7 13-15 0,-12-23-5 16,-7 16 0-16,-2 6-1 0,-6 1 5 0,-2 5-2 15,-9 4-7-15,4 2-11 0,16 1 12 16,-6 0-4-16,-32 17 4 0,27-1-9 0,0 0 24 16,1 5-7-16,4 3-5 0,0 4 12 15,3 2 2-15,3 5-7 0,5 3 16 0,2 5-6 16,5 0-21-16,4 1 2 0,2-24-4 15,0 9-3-15,23 32-1 0,-7-34-12 0,4-1 4 16,8-11-19-16,6-5-27 0,8-6-46 0,-21-4-36 16,12 0-83-16,49-26-301 0,-30 5 1 0</inkml:trace>
  <inkml:trace contextRef="#ctx0" brushRef="#br0" timeOffset="3662.28">11461 10535 68 0,'-1'-2'245'0,"-3"2"-10"0,-1 0-7 0,-9 8-27 15,-3 1-18-15,1 4-16 0,-1 0-12 0,-2 2-23 16,2 5 6-16,-2-2-15 0,2 0-12 16,-1 3-3-16,4-3-14 0,2 1-16 0,1-6 2 15,2 0-7-15,2-5 5 0,2 1-17 0,1-3 6 16,4-5-18-16,4-2 15 0,8-6-16 16,6-6-17-16,4-3-7 0,3-3-8 0,3-4-8 15,3-10-6-15,3-2-8 0,4-4 0 0,2-3-17 16,1-1-16-16,7-3-29 0,3 0-56 15,1 3-60-15,0 3-54 0,-2 1-307 0,0 0 0 16</inkml:trace>
  <inkml:trace contextRef="#ctx0" brushRef="#br0" timeOffset="4073.88">12649 9984 184 0,'-23'-4'217'0,"0"2"-6"16,9 2-10-16,-10 0-15 0,-3 0-23 0,-30 16-22 16,25-4-10-16,-2 4-26 0,1 5 0 0,-4 7-5 15,1 6 1-15,-2 8-20 0,2 5-2 16,2 3-3-16,4 3 3 0,1 0-12 0,4 2 10 16,3-1-20-16,4-1 14 0,2-5-4 0,7-3 1 15,2-6-21-15,6-2 9 0,1-21 5 16,16 26-17-16,-2-23-1 0,13-7-2 0,3-8 11 15,-14-4-19-15,11 0-18 0,41-20 20 0,-24 4-13 16,1-8 1-16,1-2-20 0,2-4 0 0,-3-4 7 16,-2 1-9-16,-6-4-12 0,-4 3-7 15,-3 0 12-15,-8 0-3 0,-3 0-12 0,-6 4 5 16,-2 1 2-16,-4-2-7 0,-7 18 1 16,0-5 8-16,0 0-3 0,-16-16-2 0,8 27 0 15,-3 7-7-15,-5 6 9 0,-3 8 0 16,2 4 8-16,-2 9 8 0,1 6 5 15,-1 1-13-15,4 5-1 0,5 0-5 0,3-1-17 16,6 0-5-16,1-20-16 0,17 34-24 0,0-24-29 16,10-5-41-16,6-7-48 0,5-4-106 15,4-5-163-15,4-3 1 0</inkml:trace>
  <inkml:trace contextRef="#ctx0" brushRef="#br0" timeOffset="4468.46">13254 10442 208 0,'0'-1'235'0,"-1"1"-19"16,-3 6-4-16,-6 6-20 0,-3 5-8 0,-3 2-19 16,1 2-11-16,-2 4-12 0,-4 3-4 0,-2 6 0 15,-2 2-33-15,-2 7 9 0,0 1-15 0,1 1 0 16,-1 0-7-16,3-3-25 0,2-5 24 16,0-3-3-16,4-2-9 0,2-6-10 0,2-2-5 15,1-1-2-15,0-1 9 0,3-6-7 16,2-7 3-16,6-7-4 0,2-2-22 0,2-24-19 15,6-6-11-15,4-4-23 0,4-6-9 16,4-9 5-16,4-3-21 0,6-10-2 0,4-3-13 0,5-3-9 16,-1 0 0-16,2 3 2 0,2 1-6 15,-2 5 18-15,-2 4 3 0,-2 6-7 16,-2 6 18-16,-2 3-5 0,-6 7 19 0,1 2-7 16,-4 6 7-16,-3 4 2 0,0 6 2 15,-2 4-1-15,-4 8 3 0,-14 3 20 0,14 20-3 16,-15 5 18-16,-8 5-4 0,-13 12-5 15,-4 3 4-15,-10 6 6 0,-4-3-11 0,0 2 14 16,1-5 5-16,0-1-5 0,5-5 5 0,3-5-11 16,3-3-6-16,5-1 9 0,2-8-13 0,1-5-9 15,3-2-50-15,6-10-55 0,11-5-66 16,-3-9-59-16,13-9-356 0,4-9 1 0</inkml:trace>
  <inkml:trace contextRef="#ctx0" brushRef="#br0" timeOffset="4661.31">13644 9865 17 0,'20'-23'214'0,"1"8"-29"0,-2 10-3 16,-19 5 8-16,21 11-23 0,-13 7-19 15,-4 6-12-15,-4-7 4 0,0 11-15 0,0 10 9 16,-13 58-15-16,3-32 5 0,-2 6 4 0,-1 2 2 16,-2 6-31-16,1 2-23 0,-2-1-19 0,2-2-30 15,4-2-24-15,2-6-37 0,0-3-33 16,2-10-28-16,2-5-56 0,2-8-63 0,-2-8-246 15,4-3 0-15</inkml:trace>
  <inkml:trace contextRef="#ctx0" brushRef="#br0" timeOffset="4810.35">13682 10505 148 0,'7'-47'216'0,"1"4"-11"0,3 2-13 0,1 4-18 15,1 1-13-15,4 4-12 0,3 1-26 16,3 5 0-16,2 2-4 0,6 1-20 0,4 1-19 15,1 3-13-15,4 0-31 0,2 0-33 0,2 2-48 16,2 0-48-16,-1-2-95 0,0-2-144 0,2-3 22 16,0-2 1-16</inkml:trace>
  <inkml:trace contextRef="#ctx0" brushRef="#br0" timeOffset="5144.6">14778 8866 184 0,'5'2'181'0,"5"8"-19"15,4 5 5-15,2 7-8 0,2 9-9 16,2 7-18-16,1 9-10 0,0 6-4 16,1 10-9-16,-2 11-8 0,-2 10-16 0,1 10 1 15,0 3-20-15,-3 8-1 16,2 6 8-16,-2 1 0 0,4-3 5 0,3 0-5 0,-3-1-5 0,1 2 6 15,-1-3 6-15,-1-5 12 0,-2-2 8 0,-2-4-13 16,-4-3 1-16,-2-8-2 0,-6-4-7 16,-3-4 6-16,0-39-9 0,-16 68 20 0,-8-34-14 15,-12-4 11-15,-11-4-9 0,-13-4-8 16,-11-5-2-16,-11-4-8 0,-17-5-7 16,-6-7-8-16,-8-4 5 0,-5-9-17 15,1-2-25-15,1-9-30 0,0-6-23 0,4-1-52 0,59-8-50 16,-94-11-68-16,63-9-640 0,17-9 1 0,18-9 0 15</inkml:trace>
  <inkml:trace contextRef="#ctx0" brushRef="#br0" timeOffset="6692.82">17982 10854 5 0,'0'0'239'0,"-14"15"-32"0,14-15 3 16,0 0-14-16,0 0-14 0,0 0-3 0,0 0-17 16,0 13-19-16,0-13-4 0,-19 15-25 0,40-15-6 15,-7 0-1-15,11 0-20 0,4 0-3 16,40-13-18-16,-27 8 1 0,2-3-3 0,2 0-8 0,2-1-8 16,2-1 6-16,3 0-28 0,1-2 2 15,2 1 3-15,2-1 2 0,0-1-8 0,-3 3 3 16,0-1-13-16,-3 2 13 0,-2 0-13 0,-2 0-1 15,-2-2-12-15,-4 2 7 0,-3-1-32 16,-6-1-26-16,-1 0-45 0,-2 1-62 0,-6-5-71 16,0 1-329-16,-3 0 0 0</inkml:trace>
  <inkml:trace contextRef="#ctx0" brushRef="#br0" timeOffset="7042.36">19638 10169 213 0,'4'2'197'0,"0"1"-8"0,-1 3-16 16,8 8 5-16,-2 4-26 0,0 1-3 0,2 6-8 15,-2 5-20-15,-2-3-5 0,1 5-10 0,-1 4 2 16,-2 0-11-16,-1 3-8 0,-4 2 5 16,0 6-11-16,0-23 13 0,0 11-11 0,0 9-2 15,0 1 6-15,-11 49-22 0,9-49-18 16,-2-1 9-16,1-5-11 0,0-3-6 16,1 0-14-16,-1 0 16 0,0-4-22 0,2-5 14 15,0-2-14-15,-1-4-21 0,1-1-13 0,0-7-22 16,1-3-20-16,0-1-10 0,-2-5-14 0,2-4-28 15,4 2-74-15,2-5-82 0,6-13-280 0,4-3 0 16</inkml:trace>
  <inkml:trace contextRef="#ctx0" brushRef="#br0" timeOffset="7290.73">20324 10127 215 0,'20'-23'199'0,"0"3"6"0,0 5-14 15,2 5-18-15,0 5-5 0,-12 5-21 0,21 13-4 16,-11 1-22-16,-1 6 1 0,-6 5-12 0,0 5 9 16,-5 6-13-16,0 5 4 0,-1 6-16 15,-4-1 9-15,-3-20 0 0,0 14-28 0,0 9 9 16,-11 59 0-16,8-46-16 0,-2-3-8 0,1 0-19 16,1-4 9-16,-1-5 3 15,2-2-14-15,-1-4 10 0,0-5-22 0,2-2-16 0,-2-4-12 16,1 0-19-16,-1-5-26 0,3-6-27 0,-3-2-17 15,2-7-34-15,0-4-38 0,1-9-89 16,0 0-325-16,4 1 0 0</inkml:trace>
  <inkml:trace contextRef="#ctx0" brushRef="#br0" timeOffset="7503.21">21152 10797 76 0,'22'-13'294'0,"-4"-1"-22"15,-3 0 1-15,-2 5-30 0,-1-1-14 0,-4 2-19 16,-1 2-25-16,-2 1-24 0,-1 0-14 0,0 0-16 16,-1 2-6-16,-1 0-26 0,1 0-18 0,1-1 2 15,8-5-37-15,1 2-61 0,-1-1-47 16,2 2-52-16,-1-1-57 0,-1 1-76 16,-3 2-265-16,-2 1 0 0</inkml:trace>
  <inkml:trace contextRef="#ctx0" brushRef="#br0" timeOffset="8042.39">22819 10073 220 0,'-14'-19'208'0,"-4"4"1"0,-2 2-15 15,-8 3-16-15,0 6-17 0,-8 1-24 16,20 3-5-16,-14 0-11 0,-40 17-12 0,28-4-10 16,2 4-16-16,4 2-12 0,0 5 5 0,4 7-2 15,0 4-4-15,4 6 13 16,2 2 1-16,4 5-1 0,6-1-11 0,4 1-3 0,4 2-1 16,8-2-12-16,0-23-4 0,16 42 8 0,0-20-11 15,4-3-5-15,6-1-7 0,2-3-1 0,4-2-1 16,2-3-1-16,-2-1-15 0,2 0 11 15,-4-5-12-15,-2 0 11 0,-2-3-20 0,-4-4 19 16,-2-2 0-16,-2 2 1 0,-2-3 2 16,-6-4 9-16,-8-1-13 0,-2-7 17 0,-24 17-12 15,2-14 2-15,-8 1 0 0,-4-3-10 0,-2-1 18 16,-4-1-18-16,0-1 10 0,-2-1 5 0,0 3-13 16,-6-3-3-16,4 1 7 15,2-3-8-15,2 2-4 0,2-3-16 0,2 1 10 16,0 0-23-16,9-2-5 0,-1 0-12 0,7 1-34 15,13-1-70-15,-4 0-69 16,0-17-620-16,13 6 0 0,11-7 1 0</inkml:trace>
  <inkml:trace contextRef="#ctx0" brushRef="#br0" timeOffset="8324.75">23549 10141 208 0,'32'-13'213'16,"-4"5"-2"-16,0 4-10 0,-6 4-14 0,-12 0-21 15,11 23-7-15,-12 0-8 0,-1 5-8 16,-4 4-19-16,-4-13 3 0,0 13-3 0,-10 51 4 16,-1-30 9-16,-6 9-9 0,-1 5-4 15,0 3 7-15,-1 2-18 0,0-2-1 0,5 4-22 16,0-5 0-16,4-1-1 0,-1-6-15 0,4 1-7 15,2-4-7-15,2-6-16 0,2-2-8 16,1-29-14-16,0 11-51 0,0 3-58 0,15 33-92 16,-7-40-155-16,4-5-374 0,-3-9 0 0,0-9 1 15</inkml:trace>
  <inkml:trace contextRef="#ctx0" brushRef="#br0" timeOffset="10290.84">12421 13425 126 0,'0'0'204'0,"14"-17"-18"0,-14 17 2 0,23-23-13 16,-22 23-19-16,-2 0-23 0,-3 5-3 0,-7 11-16 15,-6 4-21-15,-2 5 7 0,-2 4-15 0,-2 8-6 16,-2 0-13-16,-2 5-8 0,-1 4 8 15,-1 1 0-15,0 6 0 0,-1 1-2 0,0 3 8 16,0 2-4-16,4-1-2 0,1 0-20 0,1-2 10 16,1-3-3-16,3-4-4 0,0-1-2 15,5-2-17-15,-1-6 9 0,3-2-16 0,2-5-14 16,1-4-4-16,0-2-8 0,1-4-21 0,1-1-54 16,0-5-14-16,0-8-72 0,8-9-74 0,0 0-292 15,-20-26 0-15</inkml:trace>
  <inkml:trace contextRef="#ctx0" brushRef="#br0" timeOffset="10303.34">11755 13569 51 0,'24'-11'209'16,"5"7"-21"-16,-14 4-6 0,6 0-16 0,31 18 1 15,-16-2-11-15,-2 4-21 0,2 6-3 0,2 5-5 16,-1 4-18-16,0 3 8 0,2 3-10 15,-1 3 7-15,0 3-12 0,0 2-5 0,0 2 6 16,-1-2-10-16,-1 2-6 0,-1-3 0 16,-1-5-14-16,1-1-1 0,-3-2-20 0,-1-6 6 0,-1-2-23 15,-4-4-9-15,0-4 7 0,0-1-41 16,-4-4-13-16,0-6-37 0,-1-2-72 16,1-7-53-16,-5-4-98 0,-10 0-269 0,17-13 1 15</inkml:trace>
  <inkml:trace contextRef="#ctx0" brushRef="#br0" timeOffset="10776.92">13706 13406 80 0,'0'0'134'0,"14"0"-13"0,-14 0-10 16,0 0-3-16,0 0-6 0,0 0-9 0,0 0-11 15,0 0-9-15,0 0-4 0,0 0-13 0,0 0-4 16,0 0-19-16,13 0-29 0,10 13-55 15,-18-9-138-15,3 0-79 0</inkml:trace>
  <inkml:trace contextRef="#ctx0" brushRef="#br0" timeOffset="11309.81">13415 13992 3 0,'0'-3'195'0,"0"-1"-19"16,0-2-7-16,0 3-11 0,2 1-1 0,-4-2-21 15,2 4-16-15,0 4-8 0,-1-2-16 0,1 5 1 16,-3 12-12-16,3-4-5 0,-6 30 2 0,3-8-3 16,-1-1-3-16,3 8-2 0,-5 1-6 0,4 2-5 15,0 2 16-15,0 1-9 0,0 2 10 16,-2-1 4-16,2 2-16 0,-2-2 0 0,0-2 7 16,2 0-5-16,-2-2-18 15,2-3 3-15,0-2-2 0,0-2 4 0,-1-2-18 0,2-4 11 16,-1 2-10-16,0-2-4 0,-4-5 9 0,5-4-9 15,0-3-19-15,-1-6-9 0,2-16-30 16,0 11-27-16,0-3-35 0,0-8-40 0,0 7-76 16,2-3-458-16,6-18 1 0,2-11 0 0</inkml:trace>
  <inkml:trace contextRef="#ctx0" brushRef="#br0" timeOffset="11992.11">14169 13261 90 0,'1'-5'194'0,"-1"0"-19"16,0-2-2-16,0 5-20 0,0-3-19 15,0 3-8-15,2 2-15 0,-1 0-4 0,2 1-4 16,-2 5-8-16,7 9-6 0,-1 4-14 0,3 5 3 16,0 4-12-16,-1 2-4 0,-1 1 1 0,0 5-12 15,3-2-7-15,-1 1-1 0,0 2 4 0,2-4-16 16,0-3 9-16,0 1-4 0,0-5-14 16,-2-1 6-16,1-2 14 0,-3-5-11 15,-1-2 1-15,-2-7 17 0,3-5-18 0,-8-4 1 16,25-14-27-16,-7-5 3 0,0-7-13 0,2-6 1 15,-1-6-6-15,1-7-10 0,1-4-11 16,1-4-1-16,0-3-3 0,0 0-1 16,1 4-1-16,-3-1 0 0,1 4-1 0,1 4 3 15,-2 3 2-15,0 5 3 0,0 3 9 0,4 5-4 16,0 6-2-16,0 3-11 0,-1 5-30 16,1 4-42-16,2 7-32 0,0 2-75 0,-14 2-142 15,18 16 0-15</inkml:trace>
  <inkml:trace contextRef="#ctx0" brushRef="#br0" timeOffset="12370.03">15153 13179 170 0,'-7'-17'198'0,"-1"2"-18"16,-3 0-7-16,1 4-23 0,-4 1-11 0,2 3-1 15,-1 6-19-15,2 1-20 0,2 0 3 16,-22 14-14-16,9 0-17 0,0 3 1 0,0 7-2 0,-1 4-17 15,0 7 0-15,1 0-5 0,2 7 4 16,1-1-5-16,4 0 1 0,2 0-6 0,4-7-12 16,2 1 3-16,2-5-2 0,-1 1 8 15,4-6-7-15,2-14-3 0,0 0 13 0,13 11-7 16,2-14 4-16,-1-8-12 0,-3 0-7 0,21-20 1 16,-9 4-12-16,2-1 6 0,0-5-13 15,2-5-8-15,-2 2 15 0,2-2-13 0,0 2 1 16,-5 0-10-16,-2 4 9 0,-1 3-3 15,0-2 1-15,-3 3-4 0,-3 4 6 0,-2 2-9 16,-2 4-2-16,-4 2-4 16,2 5 9-16,-7 0-9 0,0 0 8 0,16 25-5 0,-12 0 15 15,-1 5 3-15,-3 7-10 0,0-19 4 0,0 9-28 16,0 6-32-16,0 0-48 0,0 3-37 16,0-1-37-16,10 25-92 0,1-43-106 0,1-4 1 15</inkml:trace>
  <inkml:trace contextRef="#ctx0" brushRef="#br0" timeOffset="12617.75">15507 13302 196 0,'-3'-1'204'0,"1"4"-15"0,-8 8-9 16,0 5-3-16,0 4-34 0,-2 7-11 0,2-1 2 15,0 3-13-15,0 2-11 0,0 1-3 0,1-2-24 16,0-1 5-16,1 1-7 0,1-3-2 15,0-3-9-15,2-5-2 0,2-4-9 0,2-4-4 0,-2-3-6 16,3-8 51-16,10 6-53 16,4-16-20-16,6-7-3 0,0-4-11 15,6-9-10-15,3-2-10 0,2-4-8 0,4-2-9 16,-1-3-14-16,4-1 5 0,-2 3-15 16,0-1-31-16,0 3-28 0,-2 4-54 0,-2 3-42 0,-1 0-253 15,-2 4 0-15</inkml:trace>
  <inkml:trace contextRef="#ctx0" brushRef="#br0" timeOffset="12993.8">16099 13172 142 0,'2'6'195'0,"-2"-1"-12"0,0 2 17 0,-2-1-18 15,5 15-13-15,-3-11-13 0,0 7-10 0,0 6-26 16,-11 27 6-16,9-19-17 0,-4 0-23 0,-2 0 0 15,-1 3-17-15,-3 2 1 0,1 3-5 16,-1 0-14-16,0-1-29 0,0-2-42 0,2-3-34 16,-2-3-24-16,1-4-15 0,-1-1-19 0,3-6-5 15,-1-6-9-15,2-8 6 0,2-5 20 16,6 0 28-16,-8-25 7 0,6-4 3 0,0-4 12 16,-1-8 3-16,2-6-7 0,-2-7 18 15,-1-1 12-15,1-4 43 0,2 1 28 0,0 2 17 16,1-1 26-16,0 5 11 0,0 26-5 0,0-8-19 15,0-4-9-15,0 1 2 0,13-33-12 16,-4 41-2-16,5 5-5 0,0 3-10 0,8 7 0 16,3 2-3-16,2 4-19 0,2 7-6 0,-13 1-21 15,8 0-20-15,31 18-26 0,-23-6-7 0,1 6-23 16,0-1-10-16,-1 5-31 0,0-2-67 16,-2 2-93-16,-1 1 43 0</inkml:trace>
  <inkml:trace contextRef="#ctx0" brushRef="#br0" timeOffset="13341.51">16505 13168 107 0,'-2'-3'210'0,"0"-1"-11"0,-2 0 5 16,0 0-18-16,-2 2-17 0,0 0-15 15,0 2-23-15,0 0-7 0,-4 0-19 0,-18 15-17 0,10-3 0 16,2 3-4-16,-2 6-8 0,2 0-16 16,-1 4 14-16,2 2-13 0,-1 3-11 0,2 3-10 15,0 1 4-15,0-2 10 0,4-3-5 16,2-2-1-16,0 0 4 0,2-5-19 15,0-3 13-15,4-2 6 0,0-5-17 0,2-12 12 0,11 8-3 16,0-9-8-16,7-8-6 0,6-3-17 16,0-3-2-16,2-4-11 0,2-3 6 0,0-5-6 15,4 1-6-15,-4-1-15 0,4 1 7 16,-8 5 6-16,0 0-7 0,-2 4-4 0,-2 0 6 16,-4 2 9-16,-2 2-3 0,0 4 0 0,-4 1-11 15,-4 3 8-15,0 1-2 0,-2 4-3 16,-4 0 10-16,0 0-7 0,0 17 4 0,-8 7 5 15,0 6-6-15,-4-1-17 0,0 1-34 0,0 1-31 16,0 0-40-16,2-4-41 0,4 1-30 16,0-9-279-16,6-19 0 0</inkml:trace>
  <inkml:trace contextRef="#ctx0" brushRef="#br0" timeOffset="14094.12">16877 12921 34 0,'8'-27'227'0,"-2"4"-12"16,0 5-10-16,2 2-25 0,-2 6-17 0,-2 4-23 16,-2 6 0-16,2 3-27 0,0 2-8 0,-4 4-5 15,-2 16-15-15,2-9 2 0,0 8-15 16,-14 36 15-16,4-18-7 0,-2 4-3 0,2-2-5 16,-2-1 4-16,4-2-8 0,2-3-7 0,-2-4 3 15,2 0-14-15,4-4-11 0,-2-5-9 16,2-3 15-16,2-12-5 0,0 0-8 0,12 7-2 15,0-15-1-15,8-1-5 0,-10-1-4 0,28-11-4 16,-11 8-9-16,1-5 3 16,-1 2-1-16,-3 1-8 0,-3 1 0 0,-2-2-5 0,-3 4 6 15,-4-2-5-15,-3 4 5 0,-2 0-10 16,-7 0 21-16,0 0-10 0,0 0-5 0,13 14 12 16,-14-7-15-16,-7 15 10 0,-2-1-7 0,-6 8-4 15,-4-1 12-15,0 2-5 0,-4 0-2 16,-1 3 3-16,0-3-1 0,1-2 12 15,2-4-20-15,2-3-3 0,4-1 3 0,-4 0-9 16,4-1-7-16,4-6-4 0,-2-4-8 16,4-2-16-16,4-6-11 0,6-1-21 0,-6-10 3 0,4-10-1 15,2 6-13-15,0-6 13 0,14-35-3 16,-6 16 5-16,4-4 13 0,0-1 20 0,4-3 9 16,2-1 15-16,2 1 17 0,2 1 12 0,1-1 4 15,2 1-2-15,3 2 14 0,2 2-8 16,2 1 8-16,0 4-4 0,0 4 4 0,0 2-3 15,0 6-3-15,0 3 7 0,-3 4 2 16,-1 4 2-16,0 4-3 0,1 4 0 0,-2 2-4 16,-15 4 1-16,19 15 5 0,-13-1 5 0,-4 6-3 15,-8 3 6-15,-6-7 1 0,0 11-5 16,-21 42-4-16,2-22-2 0,-2 1-3 16,0 2 2-16,1-5 2 0,2-2 3 0,2-2 0 0,3-6-10 15,1-6 6-15,4 0-2 0,0-3 8 16,4-5-5-16,4-21-2 0,12 19 4 0,0-17-5 15,15-10-12-15,-1-1 3 0,6-6-16 0,4-6 11 16,-1-4-8-16,2-3 2 0,2-1-9 16,-2-2 1-16,-4 0 7 0,-5-1-6 0,0 3-9 15,-5 0 7-15,-2 2 5 0,-6 1 10 0,-4 5-19 16,-2-6 13-16,-5 5-3 0,-4 13-7 16,0-4 9-16,0 3-7 0,-17-4 3 15,6 14-9-15,-8 7-2 0,-2 4-1 0,0 6 3 16,-1 6 7-16,-2 3 7 0,2 8 16 0,-2 4-4 15,4 1-5-15,2 3-3 0,4 1-2 16,1 1-2-16,5-1 14 0,4-3-2 0,4-20-18 16,0 6 1-16,18 32 7 0,2-32-16 0,8-3-18 15,4-5-28-15,12-6-61 0,5-3-66 0,6-7-145 16,-24-2-191-16,17 0 0 0</inkml:trace>
  <inkml:trace contextRef="#ctx0" brushRef="#br0" timeOffset="14556.38">19392 13148 216 0,'-6'-4'207'0,"1"4"-9"16,2 0-4-16,-2 2-23 0,0-1-1 0,-6 13-24 15,-2 1 2-15,-4 3-28 0,2 3 7 0,1 0-20 16,-2 1-24-16,0 0 5 0,2 2-7 0,1-1-8 16,-2 3-18-16,3-5 3 0,3-1 9 15,1-4-21-15,0-4 8 0,3-2-3 16,1-4-7-16,1 2 4 0,0-5 0 0,5-3-9 16,2-6-6-16,9-10-1 0,4-3-24 15,2-4-9-15,6-1 0 0,1-5-9 0,2-3-14 16,2 1 3-16,6 2-5 0,-3 1 7 15,0 3-2-15,2 3 10 0,-3 3 0 0,-1 4 0 16,-1 3 11-16,-3 1 0 0,1 2-9 0,-3 3 7 16,-2 4 2-16,-14 2 0 0,17 13 4 15,-16-2 6-15,-3 6-1 0,-7-5 7 0,0 8 12 16,-20 33-1-16,1-13 6 0,-9 3 5 0,-6 4 4 16,-4 0 9-16,-3 2 0 0,-3-2-7 15,0-3-7-15,-1-2 9 0,-2-4-2 0,-2-3-6 0,4-3-5 16,1-1-2-16,-1-3-8 0,1-1-5 15,2-9-20-15,2-1-43 0,2-4-30 0,4-3-48 16,2-6-51-16,-1-2-70 0,20-2-383 16,-22-25 1-16</inkml:trace>
  <inkml:trace contextRef="#ctx0" brushRef="#br0" timeOffset="14706.53">18851 13237 62 0,'1'-33'200'0,"-1"14"-15"0,0-4-4 16,0-3-10-16,0 2-17 0,0 1-13 15,0 4-15-15,0 7-19 0,15-9-13 0,-8 19-4 16,11 0-20-16,-7 2-7 0,9 0-21 0,27 17-29 16,-14-10-40-16,3 5-30 15,3 4-32-15,2 2-64 0,6 0-102 0,2-2-25 0,3 3 0 16</inkml:trace>
  <inkml:trace contextRef="#ctx0" brushRef="#br0" timeOffset="15146.93">20166 13274 249 0,'12'2'235'0,"-2"-4"-12"0,-2 4-17 0,-3 0-18 0,-2 2-20 0,-2 3-18 15,-2 1-2-15,-3 12-14 0,-4 6-3 16,-2 1-16-16,-3 3-14 0,-2 6-13 0,-5 6 7 16,0-1-9-16,-2 3-10 0,-2-1 2 15,0-2-7-15,0 1-9 0,2-3-12 0,4-3 1 0,2-5-6 16,-2-3-4-16,5-2 11 0,-2-3 20 15,5-3 0-15,-2-2-19 0,4-3 18 0,2-6-10 16,0-3-4-16,2-4-2 0,4-2-5 0,0 0-27 16,-3-14-13-16,8-12-7 0,1-6-36 15,3-2-3-15,2-7-22 0,2-5 4 0,3-4-7 16,0-5 4-16,4 0-12 0,0-2-4 0,4-1 14 16,3-4 0-16,1 3 10 0,2 3 5 15,1 2 5-15,5 2 1 16,1 3 6-16,2 6 3 0,1 2 10 0,0 7-3 0,-4 1 6 0,-1 9 2 15,-2-1 3-15,-2 12-2 16,-3 1 3-16,1 7 10 0,-17 5 5 0,17 12 1 16,-17 4 4-16,-12 8-5 0,0-8 6 0,-25 33 10 15,2-10-3-15,-7 3 0 0,-4 1-3 0,1-3 8 16,-3 0 0-16,1-3-12 0,2-1 12 16,0-5 2-16,2-1-8 0,4-6-3 15,2 0-9-15,5-6-23 0,1-2-15 0,1 0-11 16,2-3-25-16,6-6-58 0,6-4-73 0,6-8-359 15,8-8 0-15</inkml:trace>
  <inkml:trace contextRef="#ctx0" brushRef="#br0" timeOffset="15606.53">21050 13104 109 0,'18'6'205'0,"-6"1"3"0,-8 5 9 0,-4-1-12 16,-4 7-5-16,-6 6-24 0,-4 0-16 0,-4 3-24 15,-4 5 9-15,-4 2-5 0,-4 3-21 16,0 1 0-16,0 2-10 0,2-1-7 0,0-2-5 16,1-2-15-16,3-5-6 0,5-4-2 0,1-1-5 15,2-6-2-15,0 2-15 0,4-4 1 16,0-2-20-16,4-8 2 0,4-5 2 0,4-2-8 16,0 0-16-16,-2-29-7 0,10-1-3 0,3-4-23 15,6-5-11-15,9-6-2 16,6-6-15-16,4 0 3 0,5-2-7 0,2 2 3 15,1 0 13-15,6 1 5 0,-4 3 5 0,-2 3 0 0,0 4 7 16,-4 1 1-16,0 7 1 0,-5 5 4 16,-3 1 5-16,-6 5 4 0,-2 4 2 15,0 1-3-15,-2 7 11 0,-6 4-13 0,-16 5 15 16,6 0-5-16,5 20 1 0,-16 1 13 0,-5 9-6 16,-4-2-1-16,-4 8 15 0,-2 2-1 15,-1 5 12-15,0 3-7 0,1 6 16 0,2-2-23 16,2 0 26-16,7-1-31 0,0-4 12 15,3-2-12-15,5-4 5 0,1-20 1 0,11 32 5 0,1-19-11 16,4-3 3-16,2-4-2 0,8-2-37 16,3-2-36-16,4-6-53 0,2-5-107 15,4-5-452-15,1-3 0 0,-20-2 0 0</inkml:trace>
  <inkml:trace contextRef="#ctx0" brushRef="#br0" timeOffset="21342.01">15710 17009 37 0,'13'-15'192'0,"-13"15"-9"15,0 0-11-15,0 0-2 0,14 0-21 0,-14 0-15 16,17-29 0-16,-16 28-7 15,1 1-19-15,-4 1-10 0,1 3-13 0,-3 0-2 0,-7 9-5 16,-3 4-3-16,-2 2-10 0,-4 0-5 0,1 0-7 16,-1 5-5-16,-3 2-7 0,-1 2 2 15,-1 2 2-15,-3 3-3 0,-2 2 16 0,0-1-10 16,-5 8 3-16,2 4-10 0,-2-2-8 16,0 3 11-16,3-5-1 0,0 3-9 0,3-2-8 15,1-1 0-15,2-3-3 0,3-3-5 0,2-4 0 16,2-3-8-16,4-2-21 0,1-5-23 15,3 0 6-15,0-3-13 0,2-6-15 0,2-7-19 16,5-6-18-16,2 0-30 0,-3-11-24 0,4 1-5 16,-1-12-11-16,0 10-12 0,0-6-19 0,0-9-42 15,0-1-56-15,0-6 0 0</inkml:trace>
  <inkml:trace contextRef="#ctx0" brushRef="#br0" timeOffset="21604.29">15009 17183 74 0,'-3'-13'161'0,"0"2"-22"16,1 5-18-16,0-1-6 0,1-1-5 16,0 4-10-16,-1 1-18 0,2 1-4 0,0 2-9 15,3 0 1-15,1 3-5 0,9 8-2 0,3 4 3 16,3 2 3-16,5 2 1 0,0 4 0 0,3 3 8 16,2 1-5-16,0 2-12 0,3 1 14 15,-1 1 2-15,-1 4-5 0,2 1-3 0,2 1-16 16,-2 1 11-16,0-1 2 0,-2 1-16 0,4-2 5 15,-5-1-4-15,2-2-2 0,-4-5-13 16,-3-1 1-16,-2-2-5 0,-2-4-11 16,-1-3 4-16,0 0-26 0,-3-2-28 0,-3-5-12 15,-1-7-37-15,-3-3-41 0,-1-1-48 0,15-15-72 16,-7-3-234-16,-1-5 0 0</inkml:trace>
  <inkml:trace contextRef="#ctx0" brushRef="#br0" timeOffset="22085.45">16031 17323 32 0,'-4'-1'199'0,"0"0"-11"0,2-3-21 0,-1 0-12 0,2 2-21 16,-1-5-22-16,9-12-11 0,5 1-13 15,8-2-5-15,4-1-14 0,9 1 0 0,7-6-10 0,7 3 0 16,6 0-4-16,6 1 0 0,1 1 0 15,-1 3 4-15,-1 3-9 0,-2 4 11 16,0 1-8-16,-10 4-1 0,-4 3-3 0,-24 3-14 16,8 0 7-16,26 13 1 0,-32 2-3 0,-6 6-1 15,-4 8-1-15,-10 8 5 0,0-21 0 16,-16 40-11-16,4-17 12 0,-2 0-11 0,2-1-8 16,0-4 6-16,0-2 2 0,4-4-11 15,0 1-15-15,2-2 9 0,4-1-15 0,2-16 6 16,10 15-14-16,4-13 3 0,8-6 11 0,4-3-5 15,6-3-1-15,-16 0 4 0,40-14-5 16,-14 1 3-16,7-2-12 0,2-4-9 0,3-2 7 16,4-2-8-16,4-2-3 0,0 0-24 15,-2-2-29-15,-3 3-38 0,3-1-61 0,-7-1-39 0,-2-1-259 16,-5 1 1-16</inkml:trace>
  <inkml:trace contextRef="#ctx0" brushRef="#br0" timeOffset="22518.9">17908 16037 141 0,'-3'-3'191'0,"3"0"-10"0,0 4-5 16,0 2-9-16,0 3-16 0,0 4-11 16,0 18-17-16,0-13-20 0,0 12-9 0,0 4 0 0,0 2-7 15,0 4-10-15,0 3 6 0,12 41-2 0,-7-37 3 16,2-3-1-16,1-3-1 0,3-1-10 15,-2-3 29-15,3 0-9 0,0-7-7 0,-1-3-3 16,7-3 2-16,2-6-19 0,2-10 10 16,3-5 1-16,-10 0-18 0,28-15-13 0,-17-2-10 15,4-4-22-15,-1-6 2 0,2-5-15 0,-2-3-3 16,-1-6-15-16,0 0 7 0,0-4-14 0,0 1-14 16,-4-1 4-16,4 3-6 0,4 0-5 15,-2-1-9-15,2 5-24 0,2 2-34 16,2 3-33-16,2 1-23 0,0 3-56 0,0 5-283 15,-1 5 0-15</inkml:trace>
  <inkml:trace contextRef="#ctx0" brushRef="#br0" timeOffset="22879.05">19167 16024 179 0,'-17'-8'208'16,"-3"5"-2"-16,-3-1-7 0,-2 2-20 0,10 2-25 15,-9 0-2-15,-25 16-11 0,18-2-19 16,-1 1-12-16,1 2-4 0,1 6-3 0,2 1-9 16,0 2-12-16,1 3-1 0,3 3 2 0,3 0-13 15,1 2 19-15,4-2-18 0,4 2 1 16,4-2-15-16,2 1 10 0,4-3 2 0,0-6-8 16,2-14 0-16,0 3 14 0,26 8-18 15,-9-20-1-15,-6-1-19 0,7 0-13 0,30-24 6 16,-13 7-11-16,0-4-4 0,3-2 4 15,0-2-16-15,-4 0-26 0,0 2 6 0,-4 1 10 16,-2 2-18-16,-4 4 6 0,-1-1-6 0,-3 2 2 16,-1-1-4-16,-3 5 2 0,-3 1-8 0,-4 4 15 15,-2 1-5-15,-7 5-4 0,0 0 5 16,13 14-4-16,-10 6 17 0,-3-10-2 0,0 12-15 16,-12 29-16-16,5-20-34 0,-1-1-57 15,-1 0-33-15,6 1-58 0,3-4-307 0,0-18 0 16</inkml:trace>
  <inkml:trace contextRef="#ctx0" brushRef="#br0" timeOffset="23160.2">19653 16002 209 0,'0'-8'201'0,"0"6"-6"15,-1 0-8-15,-2 6-14 0,-1 0-17 16,-5 8-9-16,-2 4-16 0,-1 4-8 0,0 3-16 15,-1 2 5-15,2 1-9 0,-1-1-7 0,0 1-17 16,3-1 7-16,1-2-1 0,1-5-10 16,2 0-2-16,1-6-8 0,1-4-10 0,3-8-3 0,0 0-9 15,0 0 1-15,27 9-17 0,-7-20 4 16,2-2-7-16,5-5-2 0,2-4-7 0,3-4-15 16,3-1-5-16,0-3-15 0,1-2-18 15,0 0-32-15,1-4-21 0,-5 4-39 16,-1 5-21-16,-1-4-27 0,-3 4-26 0,-4 1-254 0,-3 5 1 15</inkml:trace>
  <inkml:trace contextRef="#ctx0" brushRef="#br0" timeOffset="23522.27">20066 15875 14 0,'-1'9'164'0,"1"-1"1"0,0 0-2 15,0 1 9-15,0-2-8 0,0 5-12 0,0 5-10 16,0 2-8-16,0 4-12 0,0 0-15 0,-12 27-14 15,7-22 5-15,2 1-13 0,-5-1-17 16,0 0-1-16,-1-3-6 0,-1 1-7 0,2-4-25 16,2-4-17-16,-2 1-12 0,0-6-15 0,1-1-15 15,2-6-18-15,-2-3-34 0,0-3-20 16,7 0-25-16,0 0 4 0,-18-25-17 0,7 2-5 16,0-5-28-16,2-2 9 0,-2-4-4 0,-1-6 18 15,-2 1 48-15,0-7 100 0,-2 1 55 16,2-4 35-16,-1 4 21 0,0-1 15 0,3 3-9 15,2 1-7-15,2 6-9 0,1 3-10 16,0 4-7-16,2 1-1 0,1 2-7 0,4 10-6 0,0 6-3 16,12-12 0-16,0 12-3 0,4 4-9 15,7 3 2-15,-11 3-7 0,9 0-19 0,28 18-3 16,-19-8-16-16,-1 1-15 0,2 4-32 16,-2 0-18-16,2 3-29 0,1 3-43 0,0 0-17 15,-2-2-60-15,0-2-132 0,2 1 0 0</inkml:trace>
  <inkml:trace contextRef="#ctx0" brushRef="#br0" timeOffset="23857.71">20420 15807 146 0,'-8'0'191'16,"-10"2"-10"-16,0 3 8 0,0 2-9 16,0 2-14-16,-2 5-19 0,0-1-1 0,1 1-14 15,2 3-16-15,-1 4-11 0,2 1-13 0,0 3-2 16,0 1-8-16,2 2 1 0,0 1-2 15,2-4-4-15,2 1-5 0,3 1-9 0,-2-3 10 16,3-3-19-16,2-5 10 0,3-5-7 16,1-11-9-16,0 0 0 0,20 11-18 0,0-15 12 15,8-5-8-15,-4-5-8 0,3-1-7 0,1-4-19 16,2-4 5-16,4-3-15 0,-1-1 0 0,2-2-4 16,-3 2-2-16,0 1-3 0,-4 2 4 15,-3 4 0-15,-2-1-5 0,-3 7 10 16,0-1-10-16,-4 1 10 0,-3 3-2 0,0 4-4 15,-3 1 1-15,-5 6 4 0,-5 0 18 0,0 0-5 0,8 13-6 16,-11 7 10-16,-1 1 3 0,-4 8-10 16,-1-3 6-16,-2 4-9 0,-2 1-1 15,1-1-8-15,0 0-5 0,1 1-26 0,2-2-26 0,1-1-31 16,0 1-44-16,4-4-52 16,4-9-140-16,0-8-92 0,15 5 0 0</inkml:trace>
  <inkml:trace contextRef="#ctx0" brushRef="#br0" timeOffset="25382.47">22067 14793 32 0,'0'-14'177'0,"16"-15"-6"16,-22 12 4-16,6 9-8 0,-4-9-12 16,0 6-8-16,0 5-15 0,0-1-10 15,-4-5-15-15,0 6-2 0,0 1-14 0,-2 2-17 16,0 1 6-16,-1 2-4 0,-6 0-12 0,-29 15-8 16,18-4-4-16,-2 0-9 0,-4 5 1 15,-2 4-7-15,0 1 2 0,0 0 0 16,-1 5-4-16,1 6 2 0,1 0-1 0,3 4-7 0,0-4-1 15,4 5-6-15,0 0-9 0,7-1 9 16,1-2-1-16,4 0 2 0,2-2-8 0,5-5 8 16,2 4-4-16,6-3 6 0,1-17-6 15,0 7 9-15,24 14 0 0,-4-21 3 0,8-4-17 0,4-6 17 16,-16-1-17-16,9 0 14 0,39-17-9 16,-24 5 5-16,-1-3 6 0,0-2-10 15,-2-4-18-15,2-3 16 0,-4 1-7 0,2-7-16 16,-2 3 15-16,-7-4-17 0,2 2 7 0,-2-1-2 15,0 0-9-15,-2 1 4 0,-4 3-2 0,-2 2 9 16,-2 3-7-16,-2 2-4 0,0 0 0 16,-4 4-4-16,0 3-7 0,-2 7 7 0,-2 0-12 15,-8 5 15-15,6 0 3 0,10 21-5 0,-12 6 6 16,-4 9 1-16,0-17 10 0,0 15 2 16,-16 53 6-16,2-28 6 0,0 3 16 0,-2 0-10 15,-4 3 21-15,4-4 15 0,-4-2-10 16,0-4 12-16,0-1-1 0,2-2-1 0,0-5-13 15,-1-4 5-15,2-3 0 0,-5-2-2 0,-2-4-3 16,-1-4 2-16,-3-2-7 0,-3-1 11 0,-3-4-16 16,-4-5 7-16,-1 1 4 0,-3-6-11 0,-2 1-4 15,-2-7-5-15,0-1-13 0,-2-3-5 16,0-2-7-16,24-1-14 0,-11 0-4 16,-45-15-23-16,37 5-25 0,3 1-23 0,5-5-48 15,6-6-59-15,9-1-102 0,6-2-422 0,10-5 0 16,4 14 0-16</inkml:trace>
  <inkml:trace contextRef="#ctx0" brushRef="#br0" timeOffset="29824.75">22255 17649 1 0,'0'0'189'16,"0"0"-2"-16,0 0-11 0,0-15 8 0,0 15-13 16,0 0-20-16,0 0 5 0,0 0-7 0,0 0-4 15,0 0-25-15,0 0-9 0,0 0 1 0,0 0-15 16,0 0-14-16,0 0-6 0,0 0-7 15,-2-15-6-15,-2 19-4 0,-8 11-11 0,0 0 8 16,0 4-25-16,-4 4 9 0,0-1 1 0,0 4-1 16,-4 1 5-16,0 5-4 0,-2 0 3 15,0 5-3-15,-6 5 7 0,0-4 5 0,-3 1-2 16,0-1-1-16,1-2 1 0,-1 2-13 0,2-6 15 16,1 0-21-16,1-5 22 0,0 2-9 15,3-4-14-15,0 2-3 0,0-5-1 0,3-1 7 16,-1 0-14-16,4-6-1 0,-2 2 2 15,4 0-25-15,2-4-39 0,1-4-8 0,1-5-42 16,3-4-52-16,9 0-18 0,-20-11-25 16,10-3-36-16,1-3-405 0,2-5 1 0</inkml:trace>
  <inkml:trace contextRef="#ctx0" brushRef="#br0" timeOffset="30063.44">21463 17722 93 0,'-1'-22'121'15,"2"3"-3"-15,-1 10-2 0,11-10 10 0,-1 9 9 16,1 5 5-16,8 0-4 0,-1 5 13 16,-3 0-2-16,28 16-7 0,-13-4 7 0,6 5-9 15,-1 2-13-15,0 3 2 0,-1 4-3 16,1 7-2-16,-3-3-5 0,-2 2-1 0,-2 3-14 16,0 0-13-16,-3 0-6 0,3 1-2 0,-8 2-12 15,3-2-1-15,1-2-22 0,-4 1 11 0,0-3 2 16,-8 1-29-16,8-4 10 0,-4-2-10 15,2 3-14-15,-2-8-35 0,2-1-34 0,-4 0-31 16,-2-3-8-16,-2-7-30 0,-2-4-29 0,0-5-49 16,0 0-422-16,-8-2 0 0</inkml:trace>
  <inkml:trace contextRef="#ctx0" brushRef="#br0" timeOffset="30633.23">22685 17808 256 0,'-10'-13'256'0,"0"2"2"0,4 1-33 0,2 2-19 0,0 0-26 16,0 1-20-16,4 1-13 0,0 6-28 0,0-9-23 15,18-14-8-15,0 7-16 0,4 0 5 16,2 3-9-16,6 0-11 0,6 2 11 0,6 0 3 16,2 1-2-16,0 2 10 0,2 6-6 0,2-5 4 15,-4 3-6-15,-4 1 3 0,-4 0-5 16,2 3 3-16,-6 0-24 0,-19 0 7 0,4 0 6 15,18 12 3-15,-22-3 2 0,-7 2-12 16,-10 5-3-16,-3 6-14 0,-6-1 11 0,-3 3-22 16,-2-3 7-16,1 0-1 0,-3-4 7 0,5 2-11 15,5-1 4-15,-2-2-11 0,2-3-7 16,8 0-11-16,0-3 3 0,2-10-9 16,12 20 15-16,3-10-15 0,4-1 9 0,3 0 3 0,1-1 0 15,2-2-19-15,1 2 13 0,-1-1-3 16,0 2 10-16,-3 2-7 0,-2 1 6 0,-3-3 6 15,-1 3 7-15,0 1 2 0,-7 2 4 16,-2 0 1-16,-6-2 7 0,1 8-4 0,-2-12-3 16,-16 23 1-16,1-7 3 0,-2-4 4 0,-6 0-3 15,-6 0-4-15,-1 2-5 0,-4-2 2 16,-2-3-5-16,0 0 2 0,2-1-13 0,-2-3-6 16,2-1-10-16,0-2-30 0,4-1-36 0,0-1-33 15,-2-4-31-15,6 0-41 0,2-5-44 0,14 0-655 16,-18-14 0-16,16 3 1 0</inkml:trace>
  <inkml:trace contextRef="#ctx0" brushRef="#br0" timeOffset="31024.17">24172 17257 195 0,'22'-15'214'0,"-4"1"-10"0,-4 3-10 16,-2 4-3-16,-2 5-21 0,-10 2-13 0,0 0-6 16,10 15-9-16,-12 8-9 0,2-11-31 0,-8 32 6 15,0-12-14-15,2 4-9 0,-4 2-13 16,2 3 8-16,0 1-15 0,0 3-4 0,4 0 5 16,-3-1-14-16,4-1 4 0,3-22-22 0,0 8-6 15,0 2 25-15,0 4 4 0,0-4-2 0,18 29 26 16,-10-38 9-16,2-6-2 0,0-5 11 15,8-6-8-15,4-4-15 0,-8-1 0 0,24-20-11 16,-11 6 1-16,4-6-14 0,-2-5-32 16,4-8-8-16,-2 0-8 0,0-3-13 0,-2 0-2 15,0 1-15-15,-2-3-3 0,-2 4 8 16,-1-2-20-16,-2 0-10 0,-2 4-8 0,-3 0 21 16,-1 6-2-16,-1-1-3 15,-2 7-1-15,0-3 11 0,3 6-28 0,-2 2-27 0,0 1-33 16,4 1-29-16,-2 8-30 0,2 3-56 0,-3 1-354 15,-15 1 0-15</inkml:trace>
  <inkml:trace contextRef="#ctx0" brushRef="#br0" timeOffset="31442.85">25240 17344 183 0,'0'-6'232'0,"0"-1"8"16,-2 1-13-16,-1 2-21 0,-1 0-22 0,-1 4-18 15,-3 0 1-15,-14 9-25 0,-2 3 2 0,3 4-29 16,-4 2-4-16,-2 5-9 0,-1 2-7 16,1 4 11-16,1 3-7 0,-2 0-5 0,5 2-23 15,3-3 3-15,3 2-15 0,1-4-23 16,2-3 22-16,1-2 0 0,2-1 29 0,-2-4-21 16,4-2-2-16,6-5 5 0,3-12-7 0,0 0 2 15,23 2-10-15,-2-14-6 0,3 0-31 16,4-8 10-16,3-3-15 0,3-3 5 15,4 0-14-15,-4-5-1 0,0 3-5 0,-1 1-10 0,-1 5-5 16,-1 1-6-16,-5 2 0 0,-6 2-11 16,2 2 19-16,-2 0 2 0,-3 4-8 0,-4 1-7 15,1 2 2-15,-4 5 0 0,-10 3-3 0,7 0 0 16,-7 0 8-16,13 19-9 0,-15 0 11 16,2-6 7-16,-10 26 2 0,4-10 3 0,-4 0 4 15,1 1 2-15,-2-2 6 0,1 4-5 0,2-2-3 16,-3-2 2-16,3-1 4 0,1 3-21 0,1-7-21 15,-1-3-13-15,2-1-2 0,5-6-12 16,-2-5-20-16,2-8-7 0,0 0-37 16,8 7-43-16,-1-12-24 0,6-7-96 0,6-4-188 15,0-4 1-15</inkml:trace>
  <inkml:trace contextRef="#ctx0" brushRef="#br0" timeOffset="31763.67">25716 17410 157 0,'2'2'168'0,"-4"3"10"0,1 0 9 16,-4 11 0-16,-3 6-4 0,-4 1-2 15,0 0-14-15,-4 2-1 0,-2 2-14 0,-2 2 8 16,2 1-24-16,-1-2-31 0,0 1 22 16,3-5-13-16,4 0-16 0,-1-1-10 0,0-4 3 0,-1-2 0 15,5-5-8-15,1 1-11 0,4-6-11 16,3-7-3-16,3 0-8 0,5-5-4 15,0 1 2-15,9-7-7 0,1-7-29 0,7-3-10 16,4 0-8-16,3-5 8 0,2-3-25 0,2-2 1 16,3-1-16-16,0 3-11 0,2-2 5 15,0 3 4-15,-6 3 5 0,4-1-3 16,-1 3 8-16,-2 1-4 0,0 1 3 0,-2 1-6 16,-1 5-15-16,-4 0-22 0,-1 2-37 0,-3-1-32 15,-2 4-25-15,4 4-28 0,-8-3-95 16,-4 5-147-16,-4 1 1 0</inkml:trace>
  <inkml:trace contextRef="#ctx0" brushRef="#br0" timeOffset="34105.21">27051 16330 59 0,'-16'0'184'0,"16"0"-9"15,-14 0-9-15,-3 24-3 0,13-24-20 0,0 0-7 0,1 2-20 16,-1-2 5-16,2 2-5 16,0-2 5-16,0 0-13 0,0 0-8 0,1 0 16 0,1 2-19 15,1-2-5-15,1 2-22 0,2-1 10 16,1-1-10-16,2 0-8 0,13 1 9 0,-8-1-10 15,6 0-20-15,5 0 5 0,3 0-5 0,31-13 11 16,-28 7-3-16,2 2-11 0,4-5 15 16,-1 1-19-16,5 0-9 0,1-3 3 0,4 0-1 15,1-4 3-15,1 2-11 0,3-2 6 0,-1-2-5 16,-1-3-18-16,-1 5 2 0,-2 0 18 16,1-2-14-16,-2 1-2 0,0 0-2 0,-5 1-6 15,0 0 17-15,-6 4-15 0,-2 1 2 0,-3-1-4 16,0 2 12-16,-7 1-9 0,0 1-1 0,-3-1-5 15,-4 6 12-15,-3 0-18 0,-2 2 11 16,-8 0-9-16,0 0 12 0,8 0-5 16,10 25 6-16,-12-6-11 0,-5 3 21 0,-1-9-10 15,0 8 9-15,-11 31-13 0,3-17 18 16,-2 3 18-16,-5 3-20 0,0 1 5 0,-1 5-6 16,-1 2 4-16,-4 0-19 0,-1 2 5 0,2 0 12 15,-1 0-11-15,0 1-2 0,2-4-9 0,2-1 20 16,2-2-7-16,-1 0 1 15,4-5-9-15,-1-2 20 0,3-4-16 0,0-2 1 0,2-2-1 16,0 0 12-16,1 0-9 0,0-8 4 0,2 0-6 16,-2-5 8-16,3-2-17 0,0-4-9 15,2-1-7-15,0-4-10 0,1 0-32 0,-2 0-7 16,2-3-31-16,0-1-33 0,-1-2-33 0,2 0-49 16,0 0-409-16,0 0 1 0</inkml:trace>
  <inkml:trace contextRef="#ctx0" brushRef="#br0" timeOffset="34726.39">28595 16756 151 0,'1'-2'246'0,"0"0"17"15,2-1-2-15,0-1-17 0,-1 0-17 16,1 0-23-16,6-9-30 0,-1 5-16 0,-4 1-6 16,2 1-13-16,0 1-25 0,0 1 5 0,-1 0-25 15,0-1 3-15,-1 3-13 0,2-1-3 0,-2 0-2 16,0 0-3-16,-2 2-23 0,2-1-2 16,0 0-20-16,-1 2 5 0,-2-2-9 0,-1 2 0 15,0 0 2-15,2 4-9 0,-5-1 8 16,-1 3-5-16,-7 8-12 0,-1-3-11 0,-1 3-23 15,1-5-15-15,-1 0-28 0,-1 3-9 16,4-3-14-16,0-3-24 0,4-1-12 0,0-1-10 16,1 0-3-16,2-1-26 0,3-3-27 0,0 0-57 15,0 0-226-15,-2-11 0 0</inkml:trace>
  <inkml:trace contextRef="#ctx0" brushRef="#br0" timeOffset="35173.4">29740 16111 90 0,'6'-17'174'15,"2"2"-8"-15,-5 4-10 0,0 5-4 0,-5 2-6 16,2 4-4-16,-12 0-4 0,-8 9-10 0,-2 5 0 15,-6 1-7-15,-3 6-9 0,-4 4-9 16,-6 4-8-16,-5 8-1 0,-2 2 9 0,-4 8 5 16,-1 1-2-16,-2 6-9 0,2 3 7 15,1 3-8-15,-1 2 0 0,3 0-7 0,5 0-7 16,1-1-10-16,8 3-19 0,4-4 9 0,4-1 5 16,8-6-8-16,4 0-2 0,6-6 2 15,7-5 5-15,3-23-34 0,12 36 12 0,1-24-1 16,6-6 4-16,4-3-9 0,-1-5-11 0,5-7 13 15,0-1-2-15,4-3-7 0,-1-5 2 16,-17-1-7-16,26-11 2 0,-13 1-15 0,-7-3-9 16,-3-5 7-16,-5-4-15 0,-5-1-16 15,-3 1-16-15,-3 9 22 0,0-3-12 0,-20-23-6 16,8 18 11-16,0 4-1 0,-3 0 0 16,3 3 4-16,-1 6-13 0,0 1 2 0,1 4 3 15,12 3-13-15,-10 0 3 0,-12 12-5 0,6 2-12 16,4 5-35-16,1-1-21 0,2 4-23 15,4 1-17-15,2 3-18 0,3-15-15 0,0 6-18 16,21 20-348-16,-4-20 0 0</inkml:trace>
  <inkml:trace contextRef="#ctx0" brushRef="#br0" timeOffset="35495.57">29495 17126 8 0,'6'-29'194'0,"-6"15"7"0,10-30 12 0,-7 15 11 15,0 0-3-15,2 1-17 0,-1 2-35 0,3 2-13 16,-2 1-8-16,4 1-22 0,3 1-17 16,4 6-22-16,0 2 6 0,7-1-14 0,1 3-5 15,4 4-8-15,3 3 2 0,-3 3-5 0,-13 1-6 16,6 0 1-16,26 11 1 0,-25-2-10 16,0 5-4-16,-4 0 2 0,-4 3 8 0,-5 6-18 15,-6 1 8-15,-3-9-5 0,-12 28 3 0,0-10-9 16,-6 2-6-16,-2-1 5 0,-1 5-1 15,0-3-14-15,-2-1 4 0,2-4 6 0,3 1-10 16,4-3 28-16,-1-5-2 0,3 1 6 16,5-3-8-16,1-1-7 0,6-5-9 0,0-16 6 15,13 27-20-15,3-21 6 0,7-1-12 0,5-2 6 16,-12-3-30-16,14 0-25 0,52-16-55 16,-27 5-34-16,4 0-27 0,5-2-41 0,4 1-531 15,1-3 0-15,1-2 0 0</inkml:trace>
  <inkml:trace contextRef="#ctx0" brushRef="#br0" timeOffset="36158.87">31400 16535 4 0,'-2'-5'185'0,"1"1"-12"16,-2 0-4-16,1 4 4 0,-4 2-4 0,-7 6-13 16,-3 2-10-16,-4 4-9 0,1 3-18 0,-3 2 3 15,-8 4-15-15,4 2-10 0,-2 1-5 16,-3 3-8-16,0 0-16 0,5 0-17 0,-2-1-7 15,5-3 0-15,2-3 7 0,2-3 7 0,2 1 13 16,1-3 37-16,2-2 29 0,6-5 5 16,2-4-17-16,-1-4-20 0,7-2-9 0,-1-7-6 15,3 0-19-15,12-13-11 0,0-3-20 0,5-2-1 16,2-3-18-16,6-5-5 0,-2 1-1 16,6-4-25-16,4-1 1 0,-2 0-11 0,2-1-7 15,1 2-6-15,-2 0-15 0,0 4 21 0,-4 4 3 16,1 1-4-16,-3 1 8 0,-3 5-2 15,-1 2 2-15,-6 4-6 0,2 0 7 0,-4 6 0 16,-1 3 4-16,-15 6 12 0,9 0-7 16,-2 0-7-16,4 17 3 0,-9 0 4 0,-2-6-6 15,0 9 5-15,-10 28-1 0,3-18-6 16,-1 1-1-16,1-3 11 0,1 2 1 0,-1 2-7 16,2 0-4-16,1 0 16 0,0 2-3 0,2 2-7 15,1-4 7-15,1-14 1 0,0 5 17 16,0 2-20-16,0 2 0 0,0-2 21 0,0-1-15 15,0-2 14-15,0 1-3 0,0-2 14 0,0 0 9 16,0-5 1-16,0-2-5 0,0-1 17 0,0-4 9 16,-1 10-4-16,-9-4 14 0,0-3-23 15,-5 1-1-15,-4-1 5 0,-1-1-22 0,-2 0 13 16,0-1-8-16,-1 1 13 0,-2-3-18 16,-1 0-2-16,2 2-7 0,-1-2 1 15,1 0-15-15,3 5-24 0,-1-5-23 0,2 1-29 0,2-2-30 16,3-2-22-16,4 0-27 0,2-3-25 15,4 0-43-15,5-2-427 0,0 0 1 0</inkml:trace>
  <inkml:trace contextRef="#ctx0" brushRef="#br0" timeOffset="36544.81">31430 16992 47 0,'3'-2'187'0,"1"2"2"0,1 0 5 16,1 2 5-16,0 0-8 0,14 3-1 16,4-3-23-16,5 3 13 0,4-2-14 15,-1-2-4-15,7-1-15 0,-17 0 0 0,11 0-19 16,47-11 5-16,-31 4-35 0,-1-2-4 16,-2-2-12-16,-1-7-25 0,-4 3 2 0,-2 0-11 15,-3-3-2-15,-7 2-6 0,-2-1 5 16,-4-3-23-16,-3 4-13 0,-6-2 12 0,-3 0 9 15,-3 3-17-15,-4 6-11 0,-4 9-3 0,0 0 14 16,-15-13-1-16,-2 21-1 0,-4 1 3 16,-2 2-11-16,-5 6 6 0,-4 4-1 0,-1 2 2 15,-2 4-8-15,-2 3-4 0,-1 3-2 0,1 2-5 16,4 0 9-16,1 1-1 0,5 0-27 16,6-2-1-16,2 0-9 0,4-6-3 15,6 1-4-15,5-5-10 0,4-14-11 0,13 16-19 16,3-17-14-16,7-5-15 0,-11-4-29 0,7 0-2 15,25-23-9-15,-18 9-33 0,1-9-36 0,-2-3-204 16,3-6 0-16</inkml:trace>
  <inkml:trace contextRef="#ctx0" brushRef="#br0" timeOffset="36727.15">32270 16758 93 0,'16'-21'193'16,"-3"3"-21"-16,-4 4-1 0,-1 7-2 0,-4 3-10 15,-2 5-2-15,-1 3-9 0,-2 3-4 0,-6 11-9 16,2 3-10-16,-3 6-6 0,-2 0-5 15,-2 7 4-15,-1 2-28 0,-3 1 0 0,-3 10-13 16,-1 1-10-16,1 2-5 0,-1 0-1 16,0 0-19-16,0 1 2 0,2-6-45 0,5-3-24 15,0-3-26-15,5-3-44 0,0-4-22 16,5 0-39-16,3-17-49 0,0 2-270 0,0-2 0 16</inkml:trace>
  <inkml:trace contextRef="#ctx0" brushRef="#br0" timeOffset="36872.18">32406 17197 37 0,'28'-16'118'0,"-2"4"-18"0,-2 7-10 0,3-2 1 0,0 7-7 0,1 0-5 16,-13 0-20-16,29 12-6 16,-14-5-20-16,5 0-35 0,2 0-52 0,3-3-40 0,-20-4-103 15,11 0-19-15</inkml:trace>
  <inkml:trace contextRef="#ctx0" brushRef="#br0" timeOffset="37196.85">33005 17129 55 0,'-11'-3'204'0,"-2"5"13"0,-6 2 8 0,-2 2-8 0,-5 5 5 16,0 4-18-16,-4 0-17 0,-6 5-6 16,-2 2-3-16,-1 3-24 0,-4 1-15 15,7-2-16-15,3-3-20 0,5 0-1 0,-4 2-17 16,1-3 17-16,5 0-29 0,2 1 12 0,2-3-37 15,1 0 0-15,5-4 25 0,1 0 1 16,2-4 18-16,5-2-14 0,5-4-1 0,3-4-13 16,0 0-9-16,37 5-6 0,-18-5-14 0,40-9-13 15,-11 0-1-15,3-7-1 0,-1 3-8 16,5 1-1-16,-3-2-18 0,-4 2 8 0,-5 1-4 16,-9 2 7-16,-3 3 7 0,-10 1-15 15,-11 5 9-15,2 0 1 0,0 0 2 0,8-10 0 16,-20 10-2-16,0 0 10 0,5 21-18 15,-14-8 12-15,-6 4 9 0,-9 2-17 0,-5 5 1 0,-9 2 8 16,-4 7-84-16,-4-3-65 0,0-1-77 16,6-6-611-16,4-2 0 0,8-9 0 0</inkml:trace>
  <inkml:trace contextRef="#ctx0" brushRef="#br0" timeOffset="39313.57">4791 7711 22 0,'-13'-14'171'16,"13"14"-12"-16,-28-18-13 0,22 16 6 0,1 2-7 16,1-2-7-16,1 2-20 0,-1-1-3 15,0-1-13-15,2 1-8 0,-1 0-15 0,2 1-5 16,-2 0-17-16,2 0-4 0,-1 0 1 0,2 0-9 16,0 1 7-16,2-1 3 0,2 1 2 15,1 1 5-15,2-1-8 0,14 1-15 0,4 3-1 16,5-1 11-16,3-3-1 0,3 3-4 0,4-3 1 15,6 0-10-15,3 2-4 0,4-2-7 0,5 0 10 16,6-1-5-16,0 2 10 0,8-2-6 16,-36 0-6-16,20 0 5 0,14 0-5 0,8 0 6 15,8 0-5-15,4 0 3 0,4 0-9 16,4 0 9-16,104-14-5 0,-94 11-8 0,3 1 9 16,5-2-4-16,-3 1 5 0,2-1-12 0,2 0 6 15,2 0 9-15,2 2-8 0,2-1-7 0,5 2 8 16,2-1 1-16,-3 1-4 0,0-2 16 15,3 2-19-15,4-1 2 0,2 0 4 16,0 2-11-16,1 0 10 0,2-2-6 0,2 2 18 0,2-1-12 16,1-2 6-16,3 3-11 0,-2-1 12 15,7 1-16-15,-1-2 7 0,-77 2-4 16,35 0-5-16,19 0 15 0,9 0-18 0,5 0 6 0,3 0-18 16,149 13 19-16,-146-9 1 0,-3-3-2 15,3 2-2-15,-2 0 10 0,1-2-11 0,1-1-7 16,-73 0-8-16,37 0 8 0,21 0 9 15,8 0-13-15,11 0 2 0,4 0-4 0,0 0 16 16,160-11-12-16,-156 6 1 0,2 3-7 16,-2-2 15-16,-1 3-21 0,0-3 20 0,2 0-5 15,-1 3 1-15,-4 1-15 0,-4-2 5 0,-4 0 7 16,-2 2-17-16,-74 0 20 0,35 0-12 16,16 0 9-16,6 0-14 0,5 0 21 15,-1 0-14-15,3 0-3 0,2 0-2 0,1 0-5 16,1 0 11-16,3 0 2 0,1 0-6 0,1 0 4 15,1 0 0-15,0 0 11 0,0 0-18 16,2 0 16-16,-2 0-20 0,0 0 17 0,0 0-15 16,140 7 14-16,-149-5 0 0,-1 2-9 0,3 0-2 15,0-1 9-15,-2 2 2 0,1 1-12 16,1 0 3-16,-1 0 1 0,-2 3 18 0,3-4-17 16,8 4 0-16,-1-2-1 0,0 1 13 15,-1-1-11-15,1 2 9 0,3 1-11 16,-3-2 15-16,-1 1-14 0,3 1-1 0,-4-1 9 15,-3 0-7-15,-2 1-21 0,-3 1 11 0,1 0-1 16,5 1-6-16,-10-3 19 0,0 2-17 16,0 1 12-16,-3 1 7 0,6-2-4 0,-1 3 12 15,1-3-20-15,-5 1 3 0,0-1 16 0,4 2-14 16,2-1 0-16,0 2-2 0,0-1 2 16,0 1-11-16,-4-1 5 0,0 1 12 0,0-2-4 15,3 3 0-15,-6-5-5 0,3 4 0 0,-4-1 15 16,-1 0-6-16,-4-3-15 0,-3 3 13 0,1-1-18 15,-5-3 10-15,-6 2 3 0,1-4 15 16,-4 2-17-16,-5 1-14 0,-2-4 19 0,-1-2-3 16,-7-1-11-16,-4 1 9 0,-5-4-15 15,-6 3 25-15,-5-1 2 0,-7-1-13 0,-6 1-12 16,-32-2 16-16,10 0-2 0,4 0 5 0,1 0-4 16,-5 0-8-16,0 0 17 0,-3 0 4 15,-4 0-1-15,24-13-6 0,-36 12-5 0,-3 1 5 16,-4-1-4-16,-2 1-1 0,-2-2-8 15,-1 2-1-15,-2 0-3 0,0-2-17 0,-2 2-53 16,-4-4-104-16,0 3-243 0,-13-7-145 16,-8-4 0-16</inkml:trace>
</inkml:ink>
</file>

<file path=ppt/ink/ink61.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8T10:22:32.396"/>
    </inkml:context>
    <inkml:brush xml:id="br0">
      <inkml:brushProperty name="width" value="0.05292" units="cm"/>
      <inkml:brushProperty name="height" value="0.05292" units="cm"/>
      <inkml:brushProperty name="color" value="#FF0000"/>
    </inkml:brush>
  </inkml:definitions>
  <inkml:trace contextRef="#ctx0" brushRef="#br0">14558 8031 90 0,'0'0'181'0,"0"0"-8"0,0 0-2 0,0-13-15 15,0 13-8-15,-14 0-10 0,14 0-22 16,0 0-2-16,0 0-13 0,0 0-9 0,0 0-9 15,0 0-16-15,0 0-5 0,-22-20 1 0,20 20-14 16,2-2 0-16,-1 2-4 0,1 0-2 16,-1 2-9-16,1-2-10 0,-2 0 1 0,2 0 7 15,-1 0-8-15,1 0-1 0,0 0-8 0,0 0 1 16,0 0-8-16,-2 0 7 0,2 0 1 16,-1 0-12-16,1 0 6 0,0 0 3 0,-2 0-2 15,2 0-3-15,-1 0 0 0,0 0-2 0,-1 2-5 16,2-4 5-16,0 4 2 0,0-2 2 15,0 0-11-15,0 0 0 0,2 0 7 0,-2 0-3 16,0 0-3-16,0 0 4 0,0 0-10 16,-2 0 8-16,2 3-3 0,-1-2 4 0,0 4 0 15,-2 0-6-15,-2 12 3 0,-1-2 4 0,-2 3 1 16,-1 0 3-16,-2 2-5 0,1 3-1 0,-2 3-4 16,1 1 7-16,-1-1-9 0,1-3 3 15,1 1-1-15,-2 0 6 0,0-1 1 0,0 4-6 16,0-2 3-16,1 0 1 0,2-4-6 15,-1-3 1-15,1-1 14 0,1-2-4 16,3-4 13-16,1-5 5 0,1 2 23 0,-1-3-2 0,3 1 18 16,-1-2-12-16,0-1 8 0,0-1-1 15,1 0-2-15,0 2 5 0,1-3 0 0,-2-1 6 16,2 3-13-16,0-3-6 0,0 0 4 16,0 0-16-16,-4-12-8 0,4 3 1 0,-2-8-13 15,2 8-3-15,0-6-19 0,0-5 19 0,0-1-11 16,0-1-10-16,0-2-7 0,0 2 7 15,0-1-10-15,13-25 7 0,-10 25-4 0,-2 1 10 16,3-3-14-16,-1 1-1 0,1-1-10 16,0 1 4-16,0 1-2 0,0 0 10 0,1 3-6 15,0-1 8-15,1-1-1 0,-1 4 6 16,0-1-3-16,2-2 7 0,0 1-14 0,1 0-3 16,-2 3 3-16,2-4-1 0,0 3-1 0,0 0-1 15,0 1-1-15,2-1-3 0,-2 0 14 16,1 0-10-16,2-1 3 0,-1-1-4 0,0 1 4 15,-1 1 5-15,2 1 0 0,-2 0-2 16,2 1-1-16,-2 0 4 0,-1 1-6 0,3 0-2 16,-3 0 13-16,3 1-9 0,-2-2 8 0,-1 1 0 15,2 0-7-15,0-2 13 0,2 0-5 16,3-2 1-16,2 0-4 0,1-1 0 0,2 1-9 16,-1 2 6-16,2-1 3 0,0 0-3 0,1-1-5 15,4 0 6-15,0 1-1 0,0-2 5 16,2 3 1-16,0-1-8 0,-1-1 4 0,2 3-4 15,-1 1 3-15,0 1 0 0,-1 1 4 16,-2-1 1-16,3 5 1 0,-2-1-4 0,-4 6-3 16,-2-1-7-16,-1 3 1 0,-12 2 2 15,6 0 3-15,15 12-5 0,-13 2 8 0,-5 4-4 16,2 3 3-16,-2 6 5 0,-3 2-3 0,0 0 9 16,-2 4 1-16,-1 1 5 0,0 2 7 0,-1 0 4 15,-2 1 5-15,2 2 0 0,-2-1 1 0,-1-3 3 16,0-19 3-16,0 11 8 15,0 5-6-15,0 4 21 0,0-2-8 0,0 0-6 16,0-2-8-16,0-4-10 0,0-1 4 0,0-3-18 16,0-5-13-16,0-2-18 0,0-4-35 0,0-2-33 15,0-3-28-15,0-1-22 0,-8-7-68 0,-4 12-247 16,6-12 1-16</inkml:trace>
  <inkml:trace contextRef="#ctx0" brushRef="#br0" timeOffset="160.1">14893 7772 133 0,'-24'-12'220'16,"1"-3"-5"-16,2 2 11 0,1 5-28 0,5 1-9 0,4-3-6 0,3 1-29 0,8 9-12 0,12-19-19 0,7 11-18 15,6-4-1-15,7 0-31 0,2 1-8 0,6 2-32 16,4 0-20-16,8-2-25 0,2 1-35 16,4 0-33-16,3 0-34 0,1-1-44 0,2-2-85 15,2-1-138-15,-2 0 0 0</inkml:trace>
  <inkml:trace contextRef="#ctx0" brushRef="#br0" timeOffset="405.72">16186 7200 173 0,'-5'-3'194'0,"-3"2"-9"0,-8-2 7 0,-4 3-9 15,8 0-9-15,-23 11-7 0,12-2-29 0,-1 6-5 16,3 2-12-16,-2 6-12 0,2 4-8 15,-3 6-9-15,0 7 3 0,0 3 10 0,1 5-7 16,3-1-13-16,3 2-8 0,2 4 9 16,5-4 0-16,2-2 3 0,1-2-15 0,4-6 1 15,2-2-16-15,1-19-6 0,0 9-3 16,11 31-17-16,-3-33 5 0,6-4-12 16,4-4-22-16,4-10-2 0,5-3-28 0,-14-4-44 15,30-13-36-15,-16-1-27 0,-1-7-34 0,2-4-66 16,2-4-358-16,-1-5 0 0</inkml:trace>
  <inkml:trace contextRef="#ctx0" brushRef="#br0" timeOffset="642.24">16333 7104 138 0,'5'-29'170'0,"0"7"-20"16,-1 1 2-16,2 6-7 0,-2 4 5 0,1 5-7 15,-1 6 1-15,3 2-7 0,1 9 1 0,4 7-3 16,-4 5 11-16,0 4-21 0,-2 11-6 0,-4 7-19 15,0 8 3-15,0 4-18 0,-2-29 9 16,0 17 1-16,0 6 9 0,0 4-16 0,0-1-2 16,0-1-4-16,0-2-6 0,0-3-4 0,8 41-4 15,-4-51-22-15,0 0-26 16,-2-5-14-16,2 1-32 0,0-8-17 0,2-3 0 0,-2-6-20 16,0-8-31-16,4-5-49 0,-8-4-105 0,20-17-367 15,-4-6 1-15</inkml:trace>
  <inkml:trace contextRef="#ctx0" brushRef="#br0" timeOffset="814.23">16529 7518 133 0,'-4'-32'154'0,"4"18"2"16,0-5-2-16,0-2-15 0,-8-18-9 15,8 27-9-15,0 2-18 0,0 10 3 0,0-7-23 16,10-4 2-16,-4 9-11 0,12-2-3 0,2 0-8 16,4 3-5-16,-10 1-6 0,6 0-13 0,8 0 3 15,0 0 0-15,4 0-20 0,0 0-20 16,0 0-22-16,30-14-28 0,-30 7-59 0,-2 1-38 15,-2-3-81-15,-2-1-95 0,-1-1 0 16</inkml:trace>
  <inkml:trace contextRef="#ctx0" brushRef="#br0" timeOffset="1123.09">17049 7208 150 0,'-1'-1'132'16,"0"-2"-10"-16,-1 3-8 0,1 2 9 0,0 2-14 16,-1 1-3-16,0 1-1 0,-2 12-7 15,-2 2 6-15,4 2 2 0,-1 5-1 0,-1 1-6 16,3 2-13-16,-1 0 1 0,2-16-9 0,0 6 17 15,12 27-5-15,-8-24 34 0,2-2-4 0,0-3-13 16,0-6 26-16,-4-2 9 0,5-5-3 16,-2 0-13-16,3-5-6 0,-8 0-9 0,18 0-20 15,22-16-4-15,-15 4-13 0,-1-1-18 0,0 0-10 16,-1-4-4-16,-1-2-1 0,0 4-9 0,-4-1 6 16,2 0-21-16,-4 1-3 0,0 3-10 15,-4 2 21-15,0-2-24 0,-4 4 4 0,-2 3-15 16,-1 1 20-16,0 1-13 0,-2 1-18 15,0 0 20-15,-3 2-16 0,0 0 3 0,0 0 7 16,2 14-16-16,-4 7 1 0,2-11 11 0,-11 27-2 16,6-8-35-16,-1-3-29 0,4 0-21 15,-1-5-23-15,3-10-22 0,0 5-1 0,0 1-9 16,16 12-45-16,-3-18-51 0,3-6-312 16,-1-5 1-16</inkml:trace>
  <inkml:trace contextRef="#ctx0" brushRef="#br0" timeOffset="1867.25">17645 7347 177 0,'5'-18'246'0,"-1"2"-4"0,0 5-23 0,-1 2-15 0,-3 3-29 0,0 0-18 15,0 6-12-15,0 0-24 16,-9-2 4-16,-5 12-29 0,-3 5 3 0,0 3-29 0,-5 7-2 0,-4 5 2 16,-2 4-4-16,-3 4-5 0,1 2-1 15,2 0-3-15,1-1 13 0,3-3-16 0,5-1-10 16,2-4 20-16,2-5 4 0,2-4 24 0,2 3 2 15,1-6 8-15,6 1 6 0,0-10 10 16,4-6-14-16,0-4-13 0,10 2-9 0,8-7-7 16,4-6-1-16,0 0-18 0,4-6-2 0,0-1-10 15,2-3-5-15,-2-1-16 16,4-1-6-16,-4-2-17 0,1 4-2 0,-1 0 1 0,-2 1-2 16,0 3 8-16,-2 2 0 0,-1 2-8 15,-5 0-1-15,-1 1-16 0,-3 5 21 0,-4-1-17 16,0 5-4-16,-4-1-5 0,1 0 4 15,-1 4-7-15,-4 0-1 0,0 0 1 16,5 11-1-16,-5-2-24 0,-2 11-21 0,2-11-37 0,-11 23-1 16,7-13-18-16,1 0 5 0,-1-6 5 15,4-3 0-15,-2-3 11 0,0-1 18 0,1-1 20 16,1-1 21-16,0-1 2 0,0-3 4 0,1-3 10 16,-1-1 11-16,2-3 9 0,0-12 8 0,-2 7 5 15,0-6 22-15,0-7 17 0,0-5 0 0,0 1 14 16,16-33 11-16,-6 28-12 0,3-1-12 15,3 4 5-15,3-1 2 0,-2 0 2 16,3 4-15-16,0-1 2 0,-1 7 6 0,-1-1-5 16,1 5 0-16,1 1-5 0,-1 4 9 0,1 1-18 15,-2 6-5-15,2 6-5 0,-10 0 7 16,3 0-10-16,14 19-3 0,-15-4 6 0,-5 8 11 16,-6 7 3-16,-1-13-16 0,-19 38 16 0,2-9-3 15,-7 1 13-15,-3 1-25 0,-2 0 23 16,-5 0-8-16,2-2-10 0,-2-1-13 0,3 0-9 15,-1-2-14-15,1-4-24 0,3-6-26 16,3-6-19-16,1-1-24 0,1-7-17 0,-2-6-21 16,4-2-14-16,2-7-4 0,19-4-25 0,-20-15 5 15,13 0-7-15,9 0 17 0,-2 6 59 0,10-22 30 16,-3 7 38-16,6 1 37 0,2 1 24 16,-2-2 12-16,5 3 18 0,0 2 14 0,1 4 19 15,1-3 18-15,0 4 9 16,-1 2 7-16,1 6-12 0,1-3 26 0,-2 4-15 0,1 5 3 15,-11 0-24-15,6 0 5 0,2 0 1 16,19 20-19-16,-20-8 9 0,-1 4 0 0,1 3-26 16,-2 0-2-16,1 2-47 0,4 2-34 0,-2 1-38 15,4 1-31-15,4-1-55 0,7 1-56 16,1-3-385-16,4-3 1 0</inkml:trace>
  <inkml:trace contextRef="#ctx0" brushRef="#br0" timeOffset="2557.12">20060 7249 130 0,'-14'21'147'15,"1"2"-8"-15,0 1-10 0,-5 1 4 16,2 5-18-16,-2 2-11 0,0 0-12 16,2-2-4-16,3-4-12 0,0-2 0 15,-3-1-5-15,5-3 20 0,3-2 48 0,0-4 52 16,3-3 31-16,-1-2-13 0,2-4-1 0,3-4-11 15,1-1-37-15,1-8-19 0,5-8-22 0,2-6-18 16,2-4-18-16,1-2-19 16,4-3-15-16,2-1-15 0,2-1 10 0,3-2-24 15,1 2-9-15,2-1 16 0,-1 4-19 0,2 2-11 16,-4 1 2-16,-3 6 7 0,2 0-22 0,-2 4 14 16,2 2 9-16,1-2-11 0,-4 8-16 0,2 6-1 15,-1 3 17-15,-10 0-5 0,19 23-2 0,-12-3 10 16,-4 4-10-16,-1 10-3 0,-6 6 14 15,-5-19 2-15,0 13-6 0,0 4 15 0,-17 47-4 16,9-42 3-16,-3 2-25 0,-2-4 25 16,-4-3-4-16,-3-5 8 0,-2 3-26 0,0 0 13 15,-5-5 18-15,-4-5-1 0,-2-1 14 16,-6-2-9-16,-5-2 7 0,-2-1 14 0,-5-3 12 16,-4-4-8-16,-2-2 12 0,-3-2-8 0,-1 0-7 15,-2-4-19-15,0-3-22 0,34-2-3 0,-14 0-45 16,-49-11-66-16,49-1-66 0,10-1-58 15,7-8-576-15,12-2 0 0,7-8 1 0</inkml:trace>
  <inkml:trace contextRef="#ctx0" brushRef="#br0" timeOffset="2718.82">19674 7165 143 0,'-12'-21'207'0,"-4"4"-6"0,-2-3-8 16,-4 3-13-16,2 2-8 0,-1 4-27 0,4 0-14 15,6 7-6-15,2-2-17 0,1 2-38 0,2 4-25 16,4 0-19-16,2 0-7 0,2 8-24 16,16 6-47-16,6-1-26 0,4-1-64 0,4-2-112 15,6 2-55-15,5-2 0 0</inkml:trace>
  <inkml:trace contextRef="#ctx0" brushRef="#br0" timeOffset="3188.81">20948 7245 134 0,'16'19'177'0,"-6"4"-8"0,-8 9 17 15,-2-17-1-15,0 15-10 0,-24 42-16 0,4-22-19 16,0 2-10-16,-2 2-12 16,0 3-9-16,-1 0-11 0,2-1 1 0,2-3-14 0,2 0-5 15,2-6 3-15,3-5-15 0,1-5 6 0,1-2-16 16,2-7 13-16,-2 1 53 0,4-6 26 15,0-3 33-15,-2-3 25 0,4-8-25 0,2-7-19 16,2-2-19-16,-2-12-11 0,2-8-32 16,-1-12-24-16,-2-4-12 0,2-1-11 0,0-6-29 15,-1-6-16-15,0-4-14 0,-1-5-14 0,0-2-15 16,2-2 12-16,0-1-20 0,1-1-2 16,0 32 6-16,0-13-9 0,14-62-3 0,-2 48-5 15,2 4 15-15,6-2 11 0,6 5-25 0,5 2-2 16,5 4 9-16,7 3 14 0,1 6-8 15,2 4 1-15,0 4-1 0,-4 6 13 0,2 6-4 16,-2 10 7-16,-4 5 3 0,-21 2-8 16,29 17 10-16,-26 9 7 0,-6 12-9 0,-8 6 18 15,-4 2-12-15,-2-21 25 0,-12 52-1 0,0-26-10 16,-6-4-7-16,0-2 9 0,-4-6 10 16,-3 0-3-16,3-5 8 0,-4-4-7 15,-2-2 19-15,0-3-11 0,2-3-5 0,0-2-1 16,2-5-11-16,2-1-28 0,2-2-46 0,2-6-54 15,18-6-74-15,-8 0-498 0,-4-19 1 16,16-4 0-16</inkml:trace>
  <inkml:trace contextRef="#ctx0" brushRef="#br0" timeOffset="3616.34">21484 7047 219 0,'15'-5'246'0,"-6"6"-10"16,-2 3-18-16,-4 2-15 0,-2 4-7 0,-2 10-8 15,1-6-6-15,-10 29-17 0,2-8-8 0,-1 7-8 16,-3 1-24-16,0 4-2 0,1 0-33 0,2-3 5 16,1 1-17-16,1-5-4 0,2-5 1 0,-1-3-14 15,2-1 1-15,-1-4-14 0,2-3 22 16,-1-3 16-16,2-8 21 0,2-2 0 16,0-5-8-16,0-6-11 0,2-2-16 15,4-17-23-15,0-5-24 0,2-6-14 0,0-6-1 16,2-6-27-16,1-3-3 0,-1-2-4 15,2-4-1-15,-1 3 5 0,2 1-1 0,1 0-14 16,2 4 10-16,1-1 3 0,3 3-5 0,1-1-8 16,3 5 30-16,4 3-22 0,2 2 14 15,2 3-17-15,0 3 36 0,1 6-4 0,-1 4-7 0,3 5 5 16,0 4-6-16,2 7 2 0,-21 0 6 16,24 15-1-16,-20 6 2 0,-4 8-2 15,-7 8 9-15,-2 4 4 0,-6 6-19 0,-1-22 19 16,0 10-20-16,-12 52 13 0,6-40-7 0,-1 1-3 15,-1-7 9-15,0-1 12 0,1-3-13 0,1-3 2 16,0-2-2-16,1 2-17 0,2-5-24 16,1-3-22-16,2-15-18 0,0 5-18 0,16 13-45 15,2-21-67-15,9-6-499 0,-11-2 0 0,33-12 0 16</inkml:trace>
  <inkml:trace contextRef="#ctx0" brushRef="#br0" timeOffset="3825.54">22667 7434 42 0,'16'0'350'0,"-6"0"-38"0,-4 4-9 0,-4 1-40 0,0 2-13 16,-4 2-23-16,-4 9-15 0,-6 3-12 0,0 3-6 15,-4-1-22-15,0 3-5 0,-6 1-21 0,-4 7 1 16,0 0-2-16,-2 4 0 0,0 3-14 16,0-3-1-16,0-2-10 0,4 2-16 15,-2-2-13-15,4-4-12 0,2-1-28 0,2-5-35 0,0-2-34 16,4-3-29-16,0 2-51 0,4-6-32 15,-4-4-23-15,6-7-61 0,0-6-621 16,8 0 1-16,-2-13 0 16</inkml:trace>
  <inkml:trace contextRef="#ctx0" brushRef="#br0" timeOffset="4528.35">24636 6992 3 0,'-10'-13'218'0,"-1"0"-1"0,-2 2 4 0,-1 3-16 0,-2-1 1 16,-4 5-16-16,-1 3-8 0,8 1-20 16,-7 0-12-16,-24 21-26 0,16-7 1 15,0 5-9-15,-2 5-13 0,0 4-14 0,0 5 3 0,2 3-5 16,0 0-6-16,2 5 1 0,4-2-12 16,-1 1 6-16,6-4-13 0,3-2-2 0,2-4 15 15,3-2-5-15,2-1-7 0,3-3 13 0,4-14-4 16,0 3-9-16,18 13-8 0,0-21-1 15,-4-5 4-15,7 0-22 0,36-16 1 0,-23 9 1 16,1-7-7-16,1-1 4 0,0-1-15 16,0 0-2-16,0-2-5 0,0-1-2 15,-3 4-9-15,-3-1 8 0,-5 3-5 0,-2 0-17 16,-1 2 13-16,-2 0-13 0,-1 1 13 0,-4 2-25 16,-3 5-2-16,-4 2 2 0,-8 1 9 15,6 0-2-15,8 22-1 0,-16 4 19 0,2-7-6 16,-12 34-10-16,-1-14 14 0,-4 4-1 15,-6-1 10-15,-1 5-1 0,-1-2 15 16,-2 0 4-16,0-3 10 0,1-1-11 0,-2-3 14 16,0-4 19-16,-4 3-1 0,0-6 2 0,1-1-3 15,-1-4-13-15,-3-1 13 0,3-3-14 16,-4-2 4-16,0-4-12 0,-7-3 9 0,3 0-14 16,-1-3-9-16,-1-5-26 0,4-3-24 15,17-2-37-15,-8 0-48 0,-32-10-71 0,31 0-46 16,5-1-701-16,5-5 0 0,7-7 0 0</inkml:trace>
  <inkml:trace contextRef="#ctx0" brushRef="#br0" timeOffset="5362.82">26073 7195 115 0,'-7'-14'240'0,"4"-3"6"15,-1-4 11-15,4 1-25 0,0 10-7 16,0-8-13-16,11-24-39 0,1 17-20 15,0 3-7-15,7-3-19 0,3 2-24 0,4-2-18 16,4 2-14-16,5 0-6 0,6 1-12 0,3 3-8 0,4 2-6 16,2 3-2-16,-4 3-6 15,0 3-4-15,-4 2 1 0,-5 5-9 0,-1 1-6 0,-24 0-10 16,32 15 12-16,-28 1-7 0,-4 6 4 16,-12-10-6-16,-16 33 10 0,-6-10-14 15,-8 7 16-15,-4 5 12 0,-5 4 5 0,-5 3-20 16,-1 2-10-16,-2 0 4 0,-1 0 10 0,2 2-5 15,3-4-3-15,3-1 9 0,4-3 6 0,4-5-7 16,5 1 2-16,3-6-4 0,7-5 0 16,2-3 9-16,7-2-8 0,3-1 16 0,5-16 1 15,19 15 0-15,-1-14 2 0,9-9-5 16,4-4-10-16,-15-1 15 0,8 0-17 0,29-12 25 16,-24 4-6-16,-1-3 25 0,-2-2 21 0,-4-1-14 15,-3-4-8-15,-4-3-14 0,-2-3-15 0,-4-5-13 16,-7-3-14-16,-2 14-13 0,-18-28 0 15,1 16-24-15,-3 1 18 0,-3 0-7 16,-3 2 3-16,-5 4-1 16,0 0 2-16,-1 5-3 0,3 1-8 0,2 5-35 0,-1 3-6 15,3 7-22-15,14 2-28 0,-3 0-49 0,-17 23-37 0,23-2-544 16,5-1 0-16,3-14 1 0</inkml:trace>
  <inkml:trace contextRef="#ctx0" brushRef="#br0" timeOffset="5617.18">26730 7372 203 0,'-12'-11'226'15,"-6"0"19"-15,-6-1 15 0,-4 2 6 16,-2 4-29-16,-1 2-38 0,0 3-11 0,16 1-22 16,-8 0-10-16,-28 17-13 0,25-1-21 0,0 5-1 15,1 4 5-15,0 4-7 0,2 7-14 16,3 1-1-16,1 1-7 0,6 3-2 0,2-5-5 15,5 1-26-15,4-4-9 0,2-14-11 0,0 6 1 16,14 27-7-16,0-27-21 0,6-4 3 0,6-6-17 16,7-2-34-16,8-6-39 0,3-6-60 15,-21-1-51-15,51-12-67 0,-22-2-476 0,8-8 0 16,0-3 1-16</inkml:trace>
  <inkml:trace contextRef="#ctx0" brushRef="#br0" timeOffset="6288.2">28004 6989 102 0,'17'-11'303'0,"-3"5"-26"0,-4 4-36 16,-4 2-10-16,-2 6-35 0,-3 3 1 16,-5 13-22-16,4-10-27 0,-9 35-14 0,-1-11-5 15,-2 4-6-15,-1 4-9 0,-3 4-5 0,1 3 3 16,-1 2-18-16,-1-4-3 0,1 0-17 0,3-4-2 15,-1-2-14-15,2-6-14 0,3-2 6 0,0-6-11 16,1 0 10-16,-2-4 4 16,4-2 8-16,3-7 10 0,-1 0 26 0,1-5 24 0,2-5-7 15,-2-4-1-15,3-2-24 0,-1-10-16 16,4-8-10-16,1-7-22 0,2-5-8 0,-2-2-27 16,3-4-8-16,2-5-3 0,1 1-21 0,2-2 16 15,-3-1-8-15,2 0 1 0,2 1-12 0,4 2 6 16,-1-1-7-16,0-1-7 0,0 1-4 15,2 3 13-15,-1 2-6 0,2 2-6 0,1 0 13 16,0 2-1-16,1 4-9 0,2 0 0 0,1 4 5 16,-2-1-6-16,4 2 18 0,-2 2 7 15,2 3-14-15,-2 4 1 0,0 2-14 0,3 0 17 16,-2 4-8-16,-2 5-7 0,-2 2 1 16,-11 1 13-16,14 15 1 0,-14-1-4 15,-3 8-9-15,-7-11 11 0,0 9-6 0,-17 29 2 0,5-21 13 16,-7 2 2-16,2-2-16 0,-2 3 10 15,-2-1 6-15,3-2 5 0,1-6-12 0,1 1 20 16,1-2-8-16,1-3 17 0,2-2-4 16,2-3 15-16,2 0 1 0,3-5-5 0,4-1 22 15,1-7-11-15,0 0 1 0,25 16-11 0,-1-12-1 16,4 1 4-16,3 1-18 0,-3 1 4 0,4 1 2 16,-2 0 7-16,2 2-3 0,-2 0 7 15,-2 1 2-15,0 3-7 0,-2 1 1 0,-2 2-7 16,-2 1 16-16,-5 0-4 0,0 2 13 15,-6 6-8-15,-4 4-3 0,-7-16 10 0,0 8 3 16,-23 28-9-16,4-24-5 0,-3 0-2 0,-5-1-4 16,0-2 6-16,-3-2-3 0,-1-3-13 15,-1-1 17-15,1-2 6 0,-1-2-14 0,-2-3 10 16,3-1 11-16,-2-2-4 0,-1-2 4 0,1-1-11 16,1-3-8-16,16-1-18 0,-5 0-21 15,-3 0-39-15,-24-18-47 0,25 5-42 16,6 1-57-16,5-3-604 0,4-6 0 0,8-1 0 0</inkml:trace>
  <inkml:trace contextRef="#ctx0" brushRef="#br0" timeOffset="6658.64">28604 7322 222 0,'7'3'225'0,"9"4"-15"16,-2 0-1-16,2 1-19 0,3 4 0 15,2-3 0-15,2 4-3 0,4-4-4 0,1-1-14 16,0 1 10-16,5-3-15 0,7 0 4 0,4-3-21 16,2 0-13-16,-20-3-11 0,13 0-5 15,53-12-23-15,-36 1-4 0,-2 1-9 0,-5-3-6 16,-2-2-22-16,-6 1 6 0,-5-4-40 0,-4-1-1 16,-4 1-8-16,-7-3-24 0,-6-4-8 15,-10 3 0-15,-5 10 9 0,-16-22 5 0,-2 17-10 16,-5 2 23-16,-2 4 9 0,-5 0-8 15,-2 5 8-15,-1 4-26 0,14 2 9 0,-39 20 13 16,15-2-9-16,-1 9 11 0,-3 7 10 0,5 3-13 16,4 3-4-16,1 1-1 0,11 2-21 15,-1 0 6-15,4-1-26 0,9-2-5 0,4-2 14 0,6-3 1 16,4-17-2-16,11 26-7 16,4-22-5-16,6-1-8 0,6-6-34 0,5-4-27 15,5-4-26-15,-17-7-33 0,12 0-88 0,46-20-361 16,-30-1 0-16</inkml:trace>
  <inkml:trace contextRef="#ctx0" brushRef="#br0" timeOffset="6840.14">29810 7019 81 0,'11'-19'282'0,"-3"5"-44"0,-3 6-23 16,-1 5-15-16,-2 4-31 0,-2 4 1 0,-3 13-23 15,-2 8-5-15,-6 4-1 0,-4 7-19 0,-2 7-11 16,-4 6-17-16,-5 4-3 0,0 8 6 15,-1-3-21-15,0-1 6 0,4 0-21 0,3-5-15 16,3-2-33-16,1-2-35 0,3-5-34 16,2-5-30-16,3-3-24 0,3-4-48 15,3-4-81-15,2-18-238 0,0 5 0 0</inkml:trace>
  <inkml:trace contextRef="#ctx0" brushRef="#br0" timeOffset="7010.38">29722 7583 233 0,'12'-28'245'0,"-1"5"-7"15,0 0-10-15,-1 3-30 0,2 3-27 0,3 1-12 16,4 5-20-16,5 2-13 0,5 3-10 16,4 4-10-16,1 2-4 0,-15 0-26 0,12 0 8 15,48 12-28-15,-31-5-31 0,2 0-37 16,1 0-62-16,1-2-56 0,1 1-77 0,-2-3-263 0,0-1 0 16</inkml:trace>
  <inkml:trace contextRef="#ctx0" brushRef="#br0" timeOffset="7323.75">30702 7387 55 0,'-17'-3'300'16,"2"0"-27"-16,2 3-4 0,1 0-30 0,-23 16-22 15,10-3-34-15,2-1 8 0,-3 5-32 16,-4 3 4-16,-1 4-17 0,-1 2-2 0,-1 3-20 16,1 1 9-16,1-2-13 0,5 0-5 15,3-3-7-15,2-2 7 0,3-2-19 16,4-1-4-16,2-1-6 0,4-1 3 0,4-4-27 15,4-14 12-15,16 17-8 0,2-16-13 0,-4-1-5 16,6 0-9-16,34-21-9 16,-19 5-11-16,5-1-9 0,1-5-17 0,2 1 7 0,0 0 1 15,-2 0-11-15,-1 3 1 0,-4 0 4 16,-4 2-6-16,-4 2-5 0,-4 3 13 0,2 0-18 16,-5 1 20-16,-4-1-11 0,-1 6 2 15,-16 5-4-15,10 0 5 0,3 13 5 16,-12 8 4-16,-1-9 2 0,-12 30 1 0,-4-10-5 15,-5 2 0-15,0 11-28 0,-6 2-53 0,-2 2-39 16,-1 1-43-16,0 0-40 0,0 0-566 0,-2-2 0 16,-1-5 0-16</inkml:trace>
  <inkml:trace contextRef="#ctx0" brushRef="#br0" timeOffset="8161.17">25331 8683 262 0,'-11'-3'327'15,"3"1"12"-15,3 0-30 0,0-2-36 16,2 0-27-16,2-2-24 0,1 1-27 0,8-11-42 16,6 0-4-16,9-2-17 0,5 0-13 0,9 4-15 15,5 0-16-15,2-1-16 0,4 5-9 16,4 2-14-16,0 1-16 0,0 6-11 0,-28 1-18 15,12 0-16-15,41 14 6 0,-41-2-6 0,-7 1 1 16,-6 6 7-16,-7 1-4 0,-7 7-14 0,-9-11 16 16,-12 30-7-16,-5-12 17 0,-7 5-8 15,-7-2 4-15,-2-5 11 0,-3-1 13 0,-3-5 4 16,-2-4 36-16,0-3 2 0,1-6 17 16,-2-2 13-16,6-7 5 0,0-2 6 0,19-2-12 15,-31-20-16-15,21 4-27 0,5-4-8 16,2-5-17-16,5-5-14 0,7-4-17 0,4 0-14 15,4 13-7-15,13-42-10 0,7 19 11 0,8-1-13 16,8-5-7-16,7-1 3 0,8 1 11 16,7-2 1-16,8 1 0 0,3-2-3 0,-1 6 5 15,1-2-2-15,-1 4 8 0,-3 4 6 0,-4 3-3 16,-4 3 5-16,-5 1-11 0,-4 6 12 0,-8 1 8 16,-4 5-2-16,-4 3-10 0,-4 0 5 15,-4 6-17-15,0 2-14 0,-5 2 1 0,-10 7 1 16,-9 2 16-16,10 13-13 0,-12 8 11 0,2-5 3 15,-14 34-3-15,3-7-11 0,-2 10 8 16,-2 4-1-16,-1 4 8 0,1 5-15 0,3 3-9 16,2 1 11-16,0 2-1 0,1-1-2 15,1 3 10-15,1-3-6 0,3-1 13 0,0-6-5 16,-1 1-4-16,2-7 4 0,3-5 12 0,-4-3-3 16,2-7-5-16,-1-6 9 0,-1-4 8 15,-1 0-1-15,-3-7-3 0,-2-9 12 0,-3-3 3 0,-4-8 0 16,6-6 30-16,-6 0 12 0,-21-23 17 15,16 3 2-15,-1-7 17 0,2-7 8 16,-2-4 15-16,2-2-10 0,3-3-4 0,2-2-4 16,6 1-28-16,3 1-18 0,4 2-13 0,3 22-1 15,16-39-16-15,6 19-13 0,7 5-5 16,6 4-1-16,11 1-3 0,9 5 5 0,8 3-6 16,6 3 0-16,6 5-10 0,2 3-33 15,-1 5-39-15,-2 4-46 0,-38 1-24 0,18 0-46 16,64 14-497-16,-62-5 1 0,-4-1 0 0</inkml:trace>
  <inkml:trace contextRef="#ctx0" brushRef="#br0" timeOffset="8612.41">25951 9605 12 0,'-4'-2'255'0,"3"0"-19"0,-1 2 2 0,2 2-30 0,0 0-23 0,0 2-8 16,2 2-14-16,3 14-4 15,-1 3-14-15,-1 5-22 0,-1 3-7 0,0 6-24 0,0-1 4 16,-2-16-19-16,0 9 0 0,0 7-10 15,-14 42 2-15,8-35-15 0,0 3 0 0,2-3-12 16,-4-1 3-16,1-4-8 0,0-2-26 0,2-7-23 16,-2 1-13-16,1-4-19 0,-1 0-15 15,2-12-36-15,-3-7-42 0,1-4-76 16,7-3-326-16,-23-14 1 0</inkml:trace>
  <inkml:trace contextRef="#ctx0" brushRef="#br0" timeOffset="8794.49">25455 9831 129 0,'-9'-25'224'0,"2"-6"-9"0,7 19-12 0,0-8-25 16,20-18-2-16,-1 19-33 0,3 4-6 0,10 2-10 15,10 0 1-15,4 1-4 0,10 1 0 0,8 0-16 16,4 1-13-16,3 3 3 0,5-1-16 16,3 0-8-16,8 1-6 0,-1 0-35 0,5 1-29 15,-3 1-67-15,-1-2-51 0,-1-2-80 0,-1 0-137 16,-3-3-111-16,-4 1 0 0</inkml:trace>
  <inkml:trace contextRef="#ctx0" brushRef="#br0" timeOffset="9025.39">27322 9247 62 0,'-27'0'274'0,"14"0"-20"0,-30 12-7 16,18-2-34-16,-2 4-4 0,0 3-25 0,1 4-10 15,-1 2-32-15,0 4 13 0,-2 3-8 16,-1 5 14-16,4 5 3 0,0 0-26 16,2 4 3-16,3 1-13 0,2-2-12 0,6-1-3 15,2-1-18-15,3-3-5 0,6-2-19 0,2-19-6 16,0 8-11-16,20 22-12 0,0-28-15 16,6-4-19-16,10-5-40 0,8-5-54 0,6-5-41 15,-22 0-50-15,64-16-71 0,-21-1-453 0,2-5 0 16,6-4 0-16</inkml:trace>
  <inkml:trace contextRef="#ctx0" brushRef="#br0" timeOffset="9352.1">28436 9200 164 0,'-12'-24'279'0,"-5"6"-24"0,-6 6-11 15,-5 2-19-15,-5 4-10 0,15 6-42 0,-7 0-5 16,-35 14-17-16,21 3-12 0,-3 2 0 0,0 6-4 15,-2 5 12-15,-4 7-21 0,0 5-7 16,2 1-5-16,0 3 0 0,5 2-11 0,5 4-16 16,5 1-3-16,5-2-14 0,6 0-14 15,6-3 3-15,6-1-19 0,4-2 9 16,4-24-10-16,12 38-2 0,0-22-2 0,3-4-12 16,2-3 0-16,2-1-9 0,-2-3 3 0,-1-5-11 15,-1 0 3-15,-2 1 1 0,-1-3 9 16,-4-5 1-16,-6-2-5 0,-2-12-3 0,-30 23 12 15,5-14-17-15,-14 3 10 0,-2-3-5 0,-8 1-2 16,-2 1-7-16,-5-1 8 16,-4-1-4-16,-2 1-18 0,2 3-42 0,1-6-47 15,4 1-50-15,1 0-56 0,4-3-621 0,4 3 1 16,3-5 0-16</inkml:trace>
  <inkml:trace contextRef="#ctx0" brushRef="#br0" timeOffset="10153.11">25451 11166 57 0,'-3'0'225'16,"1"2"-27"-16,-2 1-5 0,1 3-21 0,-4 5-12 16,1 7-14-16,-1 0-10 0,-2 5-6 0,6-4-14 15,-1 3-7-15,-1 3-4 0,2 1-12 0,0-1 5 16,2-1-12-16,1-10 2 0,0 2-6 0,0 1 8 15,15 18-4-15,-7-19-1 0,-2-2 1 16,5-5 1-16,5-3-4 0,3-3-17 0,-7-3 5 16,9 0-14-16,28-18-14 0,-18 7 7 15,-2-1-10-15,2-1-18 0,0-1 11 0,-1 2-4 16,-2-2 4-16,-1 1-3 0,-3 2-1 0,4-2-15 16,-8 7 0-16,-1-3 12 0,-2 3-23 15,-5 0 12-15,-1 5-22 0,-2-1 8 0,-9 2-4 16,0 0 4-16,9 0 9 0,5 13-9 15,-10-9 0-15,2 14-6 0,0-4 12 16,-4-1 2-16,1-2-12 0,-2-1 0 0,-1 0-1 16,2 0-7-16,-2-4 3 0,1 0 7 0,0-1 21 15,-1 0 17-15,3-2 14 0,1 0 1 16,3-2 8-16,3-1-2 0,7 0-5 0,21-12 4 16,-12 3-14-16,-1 0 1 0,2-5-15 0,-6 3 11 15,4 0-15-15,2 1 4 0,-3 0-9 16,-4 3-5-16,0 2-3 15,-3-3 2-15,1 4-2 0,-4 2-11 0,-2-1 6 0,-12 3 4 0,12 0-13 16,16 17 4-16,-14-5 4 0,-2 0-6 16,0 2 10-16,-3 0-11 0,-1 5 0 15,-3 2 7-15,-2 0-20 0,-2 3-7 0,-1-11-28 16,0 5-18-16,-12 25-17 0,3-18-25 0,2-3-21 16,-1-5-12-16,2-3-10 0,-4-2-33 15,1-6-50-15,1-4-464 0,8-2 1 16,-8 0 0-16</inkml:trace>
  <inkml:trace contextRef="#ctx0" brushRef="#br0" timeOffset="10339.79">25952 11191 67 0,'-38'-59'241'15,"3"4"-13"-15,2 2 4 0,5 6-28 16,2 4 5-16,5 6-33 0,2 1-22 0,7 2-18 16,7 4-7-16,5 17-15 0,12-26-13 0,5 18-20 15,7 8-4-15,7 5-33 0,4 2-16 16,7 1-33-16,-19 5-32 0,10 0-33 0,52 14-25 15,-35 0-57-15,4 3-133 0,0 2-110 0,0 2 1 16</inkml:trace>
  <inkml:trace contextRef="#ctx0" brushRef="#br0" timeOffset="10588.95">27212 10776 62 0,'14'-16'309'0,"-2"5"-28"16,1 3-12-16,-4 4-30 0,-1 0-18 0,0 4-28 16,-8 0-4-16,10 0-14 0,14 27-41 15,-14-6-7-15,1 7-22 0,-2 0 3 16,-1 5-23-16,-2 3 8 0,-2 5-15 0,-2 3-9 16,0 3-14-16,-2-25 7 0,0 13-23 0,0 4-15 15,-11 48-13-15,7-42-38 0,0-4-33 0,0-3-32 16,4-1-19-16,-1 0-45 0,1-22-50 15,0 4-363-15,13 14 0 0</inkml:trace>
  <inkml:trace contextRef="#ctx0" brushRef="#br0" timeOffset="10730.76">27383 11095 242 0,'-7'-27'246'0,"2"4"-4"15,0 1-24-15,2 8-28 0,3 14-25 16,0-12-12-16,17-6-20 0,2 9-15 0,8 0-7 15,3 6-33-15,6 1-31 0,-18 2-25 0,8 0-42 16,5 0-41-16,2 0-47 0,39 13-49 16,-37-11-101-16,1 0-83 0,1-2 1 0</inkml:trace>
  <inkml:trace contextRef="#ctx0" brushRef="#br0" timeOffset="11204.73">27897 10909 105 0,'-4'-1'296'0,"2"-2"-23"16,-1 1-25-16,-1 2-26 0,0 5-27 0,-7 5-25 0,1 3-5 16,-1 1-15-16,0 6-12 0,1 3-27 15,-2 0-4-15,1 1 4 0,-1 4-33 0,0-2-9 16,1 1 3-16,2-4-13 0,2-1 11 0,-1-6-26 16,3 2 15-16,2-6-8 0,-1-2-2 0,3-3-2 15,1-3 6-15,0-4-6 0,0 0-2 16,0 0-19-16,15 11 17 0,-9-11-3 0,1 0-15 15,0 0-5-15,-1 0-9 0,2 0 5 16,0 0 11-16,3 0-11 0,0 0-8 0,-1 0-1 16,0 0-2-16,-1 0-1 0,-1 0-4 0,0 0 5 15,15 10-3 1,-6-5-10-16,-1 2 19 0,0 4-3 0,-1 0-1 0,1-1-9 0,1-1 10 16,3-2 7-16,1 1 6 0,3-6 18 0,4 2-18 15,6-2 18-15,-18-2-14 0,8 0 5 16,30-16-4-16,-19 7-6 0,-2-5-8 15,-1 0 9-15,0-2-2 0,-4-4 15 0,-1 0 7 16,-4-1 16-16,-3-2-8 0,-6-2-2 16,-2 2-12-16,-2-4-4 0,-5 1-6 0,-4 0-8 15,-1 15-1-15,0-3-6 0,-10-13 1 0,0 16-9 16,1 6-8-16,-2 4 12 0,2 1-1 0,-18 12-15 16,7 2 11-16,2 4 8 0,-1 7 8 15,-1 0-7-15,0 3 0 0,1 4-12 16,3 2 0-16,0 2-7 0,4 2-35 0,4 1-16 15,3-3-10-15,5 2-27 16,0-21-18-16,12 33-16 0,0-20-19 0,5-7-44 0,5 0-72 16,0-3-454-16,2-5 0 0,0-1 1 0</inkml:trace>
  <inkml:trace contextRef="#ctx0" brushRef="#br0" timeOffset="11595.64">27570 12014 247 0,'-24'9'219'0,"2"-6"15"0,12-3-17 15,10 0 2-15,0 0-17 0,-3-9-16 0,16-1-29 16,6 1-3-16,5-2-36 0,3-1 25 15,2 4-20-15,4 0-1 0,2-1-19 0,2 2-8 16,0 3 18-16,1 1-31 0,-1 1-8 0,-20 2 3 16,10 0-13-16,1 0-19 0,28 12-3 15,-35-3 0-15,-6 0-13 0,-6 5 3 0,-9 6-10 16,0-11 5-16,-26 23 0 0,0-7-14 0,-6 2 5 16,-5-3 0-16,-2 2-14 0,1-5 14 15,-1-2 16-15,2-6-12 0,-1 2 14 0,4-3 6 16,2 1-10-16,3-6 15 0,1 2 16 0,4-4-2 15,2-4-12-15,14-1-39 0,-1 0-29 0,-2-19-65 16,19 3-38-16,6-5-36 0,11-1-34 16,7-4-41-16,9-5-486 0,5-1 0 15,7-5 1-15</inkml:trace>
  <inkml:trace contextRef="#ctx0" brushRef="#br0" timeOffset="11862.57">28509 11800 17 0,'-18'20'202'0,"-8"3"-16"0,-4 5 0 16,-4 0-3-16,-2 3-4 0,0 1 6 16,2 0-18-16,-5 4-9 0,6 0-7 0,1-6-24 15,5 2 10-15,3-3 8 0,4-3-11 0,3 0 16 16,5-1-4-16,4-4-1 0,6-5-7 16,2-16-4-16,24 23-5 0,-2-17-6 0,-9-6-5 15,10 0-9-15,34-16-8 0,-18 2-13 16,5-6-9-16,2-5-27 0,5-6-23 15,4-1-30-15,-3-4-49 0,-2 1-17 0,-2-3-28 16,-1 0-27-16,-4 1-23 0,-2 2-30 0,-5 1-48 16,-2 2-482-16,-4 0 0 0,-2 2 0 0</inkml:trace>
  <inkml:trace contextRef="#ctx0" brushRef="#br0" timeOffset="12048.44">29005 11566 103 0,'1'4'222'0,"2"0"-16"0,0 2-4 0,-1 12-18 15,1 4-18-15,0 5-23 0,-1 3-15 0,0 2 5 16,-2 5-15-16,0-21-11 0,0 13-9 16,0 3-15-16,0 2-9 0,-12 43 2 0,5-36-9 15,0 2-3-15,1-1-32 0,-2 0-36 0,0-5-32 16,-2-1-36-16,4-6-43 0,-1-1-30 15,4-1-53-15,-1-8-64 0,4-8-82 16,0-12 0-16</inkml:trace>
  <inkml:trace contextRef="#ctx0" brushRef="#br0" timeOffset="12224.78">29031 12023 21 0,'4'-32'205'0,"-4"16"-22"0,11-25-10 0,-6 16-17 15,2 1-16-15,5 6-12 0,1 0-25 0,3 4-1 16,6 2-20-16,4 2-19 0,4 0-20 15,-1 5-12-15,4 0-17 0,3 1-17 0,0 3-21 16,-17 1-39-16,8 0-34 0,3 0-40 0,1 0-90 16,30 15 3-16</inkml:trace>
  <inkml:trace contextRef="#ctx0" brushRef="#br0" timeOffset="12603.24">29529 12124 175 0,'-7'28'179'0,"0"1"5"0,1 1 6 0,-2-2-13 16,1 3-18-16,-1-3 7 0,3 5-18 0,-3-4-16 16,0 0-15-16,2 2-8 0,-4 0-13 0,0-3 5 15,2 3-14-15,2-4-2 0,-5 1-17 0,2-1 6 16,-1-3-13-16,2-3-6 0,2-3-1 16,-1-2 33-16,3-7 16 0,1 0 42 0,-1-4 16 15,2-2-6-15,0-3-6 0,2 0-15 0,0 0-5 16,-4-14-21-16,8-6-9 0,-4 7-16 15,12-29-21-15,-4 8-16 0,6-6-16 0,0-6-24 16,5-5-15-16,2-5-23 0,6-4-19 0,2-1-14 16,3-3 2-16,4 2 4 0,0 1-6 0,5 3-6 15,0 5 6-15,3 4 23 0,3 6-2 16,1 5-1-16,-3 6 18 0,2 5 7 0,-4 5-3 16,1 6 15-16,-4 5-6 0,-2 7 10 15,-22 4 2-15,5 0 4 0,26 21-6 0,-33 0 5 16,-11 9 0-16,-3-15-14 0,-27 37 18 0,1-13-16 15,-8 2-18-15,-3-1-34 0,-2-2-12 16,5-2-11-16,0-2-8 0,5-6-7 0,3-2-5 16,3-5-11-16,4-4-35 0,6-2-36 0,9-7-91 15,4-8-195 1,0 0 0-16</inkml:trace>
  <inkml:trace contextRef="#ctx0" brushRef="#br0" timeOffset="12875.67">30446 11847 27 0,'11'2'230'0,"-6"5"-32"0,-4 3 4 0,-3 9-24 16,2-6-10-16,-19 25-16 0,6-10-18 15,-2 1-13-15,-1 1-11 0,-1 4-18 0,2-2 3 16,0-1-2-16,2-2 2 0,0-1 3 0,3-3 15 16,2-1 11-16,2-3 0 0,2-2 21 15,4-7 13-15,0-12-5 0,0 0-4 0,20 14-2 16,2-17-20-16,-10 3-7 0,28-16-20 0,-13 0-8 15,2-4-30-15,2-2-20 0,3-4-13 16,2-5-33-16,4-2-35 0,0-1-27 0,1-4-29 16,-1 3-9-16,0-1-16 0,-1 1-16 0,-2 1-22 15,-1 0-29-15,-1 4-56 0,-2-2-389 16,-2 3 0-16</inkml:trace>
  <inkml:trace contextRef="#ctx0" brushRef="#br0" timeOffset="13100.75">31373 11506 211 0,'8'11'198'0,"0"4"-3"0,-3 3 8 0,-3 6-16 0,-2 4 2 16,0-13-7-16,0 9 0 0,-14 35-8 0,4-23-1 16,-2 5-2-16,-2 2-19 0,-6 5-26 15,-2 1 8-15,-4 2-13 0,0 4-17 0,-5-1-35 16,4-1-31-16,-3 4-43 0,-1-3-30 15,3-3-46-15,1-2-59 0,3-5-43 0,4-3-99 16,6-7-239-16,4-6 0 0</inkml:trace>
  <inkml:trace contextRef="#ctx0" brushRef="#br0" timeOffset="13198.19">31377 12153 141 0,'33'-19'130'0,"5"0"-19"0,-2 2-16 0,4 1-15 0,0 2-14 16,3 1-29-16,1-1-73 0,0-2-130 16,-1 3-42-16,-3-5 17 0</inkml:trace>
  <inkml:trace contextRef="#ctx0" brushRef="#br0" timeOffset="16046.72">11003 10433 75 0,'0'0'164'0,"0"0"-13"0,0 0 0 0,-15 0-3 16,15 0-3-16,0 0-12 0,-21 15-18 0,18-15-2 16,2-1-5-16,-2 1-9 0,2-2-7 15,-1 2 0-15,1-1-6 0,0 1-8 0,-2 0-2 16,3-2-11-16,-3 2-2 0,1-3 11 16,0 3-19-16,2 0 3 0,0-1 3 0,-1 0-3 15,1 0-13-15,-1-2 4 0,-1 3-2 0,1-2-7 16,0 0 14-16,1 1-10 0,-3-1-7 0,3 2-4 15,-1-3 4-15,-2 0-6 0,2 1-5 16,-1 0-16-16,1 1 1 0,-2-1-11 0,1 0 2 16,-1 0-18-16,0-1-15 0,-1 2-5 0,0-1-14 15,-1 0 0-15,-2 2 1 0,1-2 3 16,-1 0-2-16,7 2 7 0,-13 0-1 0,-3 0 2 16,-2 0-2-16,1 0-1 0,2 0 0 15,2 0 10-15,-3 0-16 0,-1 0-14 0,1 0-12 16,1 0-36-16,-2 0-9 0,0 0-54 15,-2 0-89-15,-1 0-53 0,0 0 1 0</inkml:trace>
  <inkml:trace contextRef="#ctx0" brushRef="#br0" timeOffset="17447.12">9878 10415 85 0,'-6'2'68'0,"0"1"-14"0,0 0 0 16,-10 3 7-16,4-2-15 0,4 1 4 0,-2-1-3 16,-4 2 8-16,0 0 5 0,0 0-14 0,2-1 15 15,2-1 5-15,0-2-7 0,0 1-8 0,-8 3 2 16,2 0 1-16,-2-1 0 0,-2 1 5 16,-2 3 0-16,1-2-1 0,-1 4 6 0,0-2-5 15,-2 2 4-15,2-1-10 0,-1-2 7 16,-1-2 7-16,3 2-14 0,-2-2 0 0,3 2 7 15,0-1-8-15,-4-1-3 16,1-2 4-16,3 4-7 0,0-5 3 0,2 3 5 0,-1-1 2 16,0-1-9-16,5-2 9 0,0 0-6 0,-3 2-3 15,1 0 5-15,0-1-18 0,3-1 15 16,2 2 0-16,3-4-1 0,1 1 9 0,2 0 5 16,0 1-10-16,1-2 27 15,0 1 3-15,0-1-1 0,0 0-4 0,1 1-5 0,0-1-7 16,3 0-10-16,0 0-18 0,3-1 3 0,1 1-16 15,3-3 6-15,13-1 10 0,5 0-19 0,3-5 6 16,3 1-16-16,3-1 23 0,6-1 0 16,6 1-8-16,2 3 3 0,2-1-1 15,4-1-10-15,2 2 10 0,2 0-2 0,3 1-7 0,9 3 15 16,-2 2-2-16,6-1-1 0,-2-1-2 16,3 2-1-16,-1 0-1 0,-36 0-1 0,17 0 2 15,9 0 3-15,2 0-2 0,2 0-13 16,-1 0-1-16,0 0 8 0,-2 0 2 0,-2 0-14 15,-1 0-4-15,-2 0 3 0,-1 0 3 0,-2 0-4 16,-4 0 12-16,-1 0-13 0,-2 0 4 16,-4 0-1-16,-2 0 1 0,-2 0-4 15,-5 0 7-15,-2 0 4 0,-2 0-2 0,-4-8-12 16,23 0 12-16,-42 8 2 0,2 0 0 0,-2 0-6 16,1 0 6-16,-2 0-6 0,-2 0 8 15,-7 0-11-15,7 0 5 0,-7 0-4 0,8 0-1 0,-8 0-1 16,6 0-1-16,-6 0-7 0,0 0-2 0,4-11 11 15,-8 11-14-15,-2-4-8 0,-13 1 2 16,-2-3 6-16,-7-2-7 0,-4 2 3 16,-4 3-13-16,-2 2 11 0,-6-4 1 0,2 2-1 0,-4-1-5 15,0 0-7-15,-5 0 14 0,-1 2-6 16,-3-2-16-16,1 2 10 0,-2-1 3 0,-2 1 6 16,1 2-7-16,28 0 8 0,-14 0-3 15,-7 0-16-15,-4 0 17 0,-2 0-13 0,-56 15 8 16,56-11 3-16,0 3 5 0,2-1 3 15,0-1-1-15,2 2-7 0,1 0-1 0,1-3 7 16,-4 5 2-16,1-3-2 0,1 5 1 16,4-1 4-16,-2-1-14 0,4-1 8 15,4-1 8-15,2 1-3 0,4-3 4 0,3 1 2 0,3 2-4 16,1-3-1-16,2-1-5 0,7 0 6 16,3-1-8-16,1 1 0 0,4-2-12 0,3 0 20 15,2 1-13-15,0-2-3 0,5-1 16 0,0 2-16 16,2-2 14-16,0 0 3 0,28-2-7 15,-14 2 3-15,30-10 5 16,-10 5 5-16,6-3 1 0,4 3-10 0,4-4 6 0,1 2-14 0,7 0 9 16,0-1 1-16,4 1 4 0,5-1 7 0,5 1-12 15,0 1 10-15,1 1-4 0,4-1 9 16,0-2-3-16,1 3-7 0,-2 0 6 0,5 2 0 16,1-2-10-16,-1 1 4 0,-3 0 7 0,-3 3-5 15,-4 0 2-15,-5-1 6 0,-5 1-8 16,-5 1-4-16,-4-1 2 0,-29 1-4 0,8 0 11 15,2 0 2-15,1 0 4 0,-3 0-6 16,-2 0 7-16,-7 0-1 0,-8 0-6 16,-1-4-17-16,-21 6 8 0,-15 0-1 15,6-2 6-15,-39 5 5 0,8 0-8 0,-2 1 0 16,-8-1-12-16,-4-1 12 0,-6 3-11 0,-8-2 6 16,-3 1 1-16,-5-1 0 0,-9 2-7 15,-2-1 6-15,-6 1 6 0,-1-2 2 0,1 0-12 16,4-2 5-16,6 3-5 0,1 0 3 0,8-3-3 15,6 3 15-15,7-3-13 0,9 2 5 16,6-4 2-16,8 3-28 0,6-2-5 16,6 2-22-16,2-4 9 0,10 2-22 0,12 0 2 15,9-2 19-15,8-3 7 0,17 0 15 0,8-4-9 16,12-1 4-16,8-2-13 0,9 1-1 16,6-3 3-16,7 0 10 0,9-2-13 0,3-1-28 15,4 2-26-15,1-1-44 0,-2-1-62 0,-1-2-494 16,-5 2 0-16,-2 0 0 15</inkml:trace>
  <inkml:trace contextRef="#ctx0" brushRef="#br0" timeOffset="20053.73">10013 5878 141 0,'0'0'161'0,"0"14"-13"15,0-14-2-15,0 0 4 0,0 0-21 0,0 0-4 16,0 0-19-16,0 0-11 0,0 0-5 16,0 13-13-16,0-13-8 0,0 0 13 0,-18 23 6 15,22-19 4-15,12 5 15 0,2-1-10 0,8-1-8 16,4-1 7-16,4-4-10 0,6 0 8 0,4-2-23 16,-20 0-15-16,13 0 9 0,10 0-19 15,5 0-5-15,3 0 7 0,58-12-5 16,-54 10 5-16,2-2-15 0,-4 2-3 0,0-1 1 15,1 0-7-15,-2 0 6 0,-3 3-7 16,-29 0 1-16,9 0-8 0,5 0-12 0,-4 0 15 16,1 0-6-16,-2 0-9 0,-5 0 17 0,-4 0-10 15,-4 0 5-15,-4 0-2 0,-6 0-10 16,-4-7-13-16,-24 10 11 0,-6 1-17 0,6-4 0 16,-34 4 0-16,10-2 10 0,-5 3-4 15,-4-1-1-15,-2 2-4 0,-4-2 17 0,-3 1-12 16,-3 2-6-16,-3 2 0 0,-1-2 11 0,2 1 2 15,1-3 1-15,6 2 0 16,8-2-1-16,6-1-11 0,5-1-2 0,7 1 9 16,5 3 19-16,6 0-5 0,13-4-9 0,8-3 3 0,11 5 17 15,18-4-6-15,-12-1-8 0,14 0 9 16,10 0-3-16,63-16-2 0,-40 10-3 0,2-1 13 16,2 2-11-16,0-1 0 0,-7 0 5 15,-1 2-6-15,-7 1-3 0,-5 2 7 0,-8-2-1 16,-4 1 2-16,0 0-9 0,-5 1-5 0,-5-1-5 15,-3 1-2-15,-8 0 3 0,-15 1-5 16,6 0 0-16,0 4 3 0,-12-3 10 0,0 1-7 16,-12 4-3-16,-2-1-1 0,4-1-7 0,6-2 3 15,0 1 9-15,4-2-10 0,-1 1 18 0,3 0-6 16,3 0-10-16,3 1 30 16,2-1-15-16,16 4 16 0,8-1-2 0,4-1-4 0,4-1-8 15,7-2-7-15,1 1 7 0,5 0-20 0,-23-2 9 16,11 0-25-16,8 0-13 0,3 0-28 15,-1 0-40-15,0 0-37 0,-3 0-61 0,-4 0-374 16,-4 0 0-16</inkml:trace>
  <inkml:trace contextRef="#ctx0" brushRef="#br0" timeOffset="21768.55">8983 11688 70 0,'0'0'111'0,"0"-15"4"0,0 15 2 16,0 0-10-16,0 0 5 15,0 0-6-15,-15 0 1 0,15-14 1 0,0 14-2 0,-20-21-3 16,18 17-4-16,-2 0-4 16,0-2 5-16,-3-5 1 0,-2-2 4 0,1-4-4 0,1 4-9 15,-2-3 6-15,2-2-8 0,-1 1 9 16,0-2-10-16,3 1-7 0,-1-2 6 0,2-2 2 16,0 0-12-16,-2-3-2 0,2-2-8 0,1 0-1 15,3-3 4-15,-4 0 0 0,4-2-2 0,0 15-4 16,0-7-26-16,0-5 7 0,0-5-11 15,13-35-2-15,-5 29-12 0,3 3 2 16,2-1-13-16,3 2-11 0,4-1 10 0,0-2 2 16,4-2-14-16,0 4 1 0,4-3-11 0,5 1 2 15,-1-1-3-15,1 2 8 0,0-1-2 0,5 3-6 16,2 0 1-16,4 2 6 0,2 3-5 16,5-2 14-16,4 4-10 0,2 2 14 0,2 0-2 15,1 4-4-15,1 2 2 0,1 3 5 16,0 1 8-16,0 2-18 0,-2 2 11 0,-1 1-2 15,-2 3-2-15,-2 2 3 0,-1 3 5 0,-1 0-8 16,45-2 2-16,-51 6-12 16,-2 0 23-16,-23 0-22 0,10 0 25 0,2 0-11 15,41 19-4-15,-39-8-5 0,-1-2 19 0,-6 3-10 16,4 1-6-16,-1 4 1 0,-1 4-1 16,1-2 2-16,-3 4-11 0,0 1 1 0,2 2-9 15,-2 3 13-15,1 0 7 16,-5 0-20-16,2 1 14 0,-3 3 6 0,-2-3-8 0,0 4 4 15,-5-2 13-15,0 2-23 0,-3 3 11 16,-2-1-13-16,-3 2 8 0,-2-2 8 0,-3-1 12 16,-3 3-20-16,-1-21 11 0,0 12-10 0,-12 37 6 15,3-29-14-15,-3 3 5 0,-3-2-10 0,2-2 17 16,-1-2-4-16,1 1 12 0,0-2-11 16,-1 1 7-16,1 0-5 0,1-3-6 0,-1 1 11 15,-1-1 8-15,2-2-11 0,-1 1 5 0,2 1-24 16,-1 0 19-16,0-1-23 0,2-1 20 15,-4-3 6-15,2 0-9 0,0 1 0 0,-2-1 2 16,-2-3-6-16,0 1 14 0,-2-3 0 0,1-2 9 16,-2 0-25-16,-2-2 5 0,0 0 15 0,-6-2-3 15,-1-2-15-15,-6-1 23 0,-1-3-4 16,-2-2 11-16,-3-1 8 0,-2-2 0 0,-7-4-7 16,24 0 17-16,-14 0 1 0,-53-13 2 15,36 0 8-15,-2-5 5 0,0-3 9 0,-1-4 1 16,2-1 9-16,-1-3-1 0,1-6 1 15,3-2-30-15,2-4-11 0,2-2-7 0,5-4-24 16,4-3-6-16,2-1-5 0,6-4-19 0,6 0 1 16,3-3 2-16,6-5-13 0,6 0-13 15,6 2-11-15,6 31-3 0,15-58-8 0,2 30 19 16,13 5-3-16,7-3-11 0,7 1-7 0,8 4-24 16,8 1-33-16,6 2-24 0,8 3-21 0,4 2-32 15,2 4-515-15,1 2 0 0,-1 3 0 16</inkml:trace>
  <inkml:trace contextRef="#ctx0" brushRef="#br0" timeOffset="23816.4">14473 10670 39 0,'0'0'149'0,"-15"0"-5"0,15 0-18 16,-28 18 4-16,23-18-9 0,0 0-20 0,-1 0-1 15,2 0-8-15,-1 0-6 0,5 0 4 16,0 0-10-16,0 0-5 0,-7 0-8 0,7 0-3 16,-8 0 2-16,8 0 0 0,0 0-4 0,-8 0-6 15,8 0-7-15,0 0 0 0,0 0 6 16,-6 0-3-16,6 0-8 0,0 0 5 0,0 0-3 15,0 0 0-15,0 0-6 0,-7 0-4 0,7 0-2 16,0 0 1-16,0 0 4 0,-7 0 3 16,7 0-4-16,0 0-11 0,-8-4 7 0,7 4-1 15,1 0-2-15,1 0-12 0,-1 2 8 16,0-4 8-16,-1 2-5 0,1 2-2 0,1-2-1 0,2 0-7 16,1 0 2-16,1 0 6 15,2 0-4-15,13 2-1 0,-8-2 7 0,8 0 10 16,29 9-7-16,-14-9 6 0,0 4-29 0,5-2-6 15,4 1 15-15,2-1 5 0,2 1-9 16,0-1-5-16,1-1 4 0,1 3 3 0,0 1-10 16,1-4 4-16,0 1-4 0,-1 1 5 0,2-3 15 15,-1 4-16-15,2-4-4 0,2 0 12 16,-29 0-11-16,16 0 7 0,6 0-2 0,2 0-5 16,4 0 5-16,50-13-7 0,-52 11-1 0,-3-2 12 15,1 1 17-15,-1-1-17 0,-4 0 2 16,-1 0-3-16,-2-1 8 0,-2 2-7 0,-4 2 14 15,-2 1-11-15,-2-4-4 0,2 2-16 16,-5-1 22-16,-4 1-9 0,-2 0-3 0,-4 2 8 16,-3 0 0-16,-6-1 2 0,-10 1-12 0,8 0 3 15,-1 0 16-15,-7 0-13 16,0 0 3-16,11-3 0 0,-15 1-17 0,-3 2 2 0,-21 0 16 16,12 0-8-16,-11 0-18 0,-5 0 7 0,-8 0-1 15,-6 0 2-15,-8 0 13 16,-4 0-15-16,-5 0 11 0,-4 0-2 0,-2 0-11 15,-2 0 8-15,-2 0-6 0,-74-10-1 0,68 8 4 16,5 2-12-16,-1-1-1 0,5-2-5 16,2 3 16-16,4-1-10 0,6-1 3 0,6 2 13 15,7-3-10-15,26 3-8 0,-7 0-17 16,-5 0 12-16,2 0 7 0,3 0-24 0,2 0-5 16,7 0-5-16,6 0 23 0,-3 11 10 15,20-8-16-15,16-1 24 0,12-2 1 0,-14 0-7 16,14 0 2-16,11 0 11 0,10 0-20 0,6 0 13 15,7 0 5-15,5 0 0 0,5 0-14 16,1 0 19-16,1 0-6 0,-1 0-7 0,1 0 1 16,-2 0-1-16,-4 0 1 0,0 0-4 15,-5 0 4-15,-4 0 12 0,-3 0-26 0,-4 0 10 16,-3 0 10-16,44 4-3 0,-58-4-11 0,-9 1 10 16,4 2 1-16,-7-2-12 0,-5-1 21 15,-1 2-21-15,-4-1-14 0,-6-1-30 0,-13 0-28 16,7 0-36-16,-7 0-35 0,6-3-35 0,-8 3-47 15,-2-1-331-15,-2-1 0 0</inkml:trace>
  <inkml:trace contextRef="#ctx0" brushRef="#br0" timeOffset="26187.33">15338 6342 97 0,'0'0'160'0,"0"0"0"0,0 14 10 0,0-14 2 15,-14 0 1-15,14 0-3 0,0 0 1 16,0 0-18-16,0 0-20 0,0 0 3 0,0 0-21 16,0 0-2-16,27 27-2 0,-15-27-11 0,12 0-12 15,5 0-15-15,6 0 1 0,4 0-18 16,2 0 7-16,2 0-4 0,0 0-15 0,-1 0-9 16,1 0-13-16,41 11 0 0,-43-7-9 15,-2-1 16-15,-3 2-1 0,-3-1 1 16,1 2-14-16,-5-2 0 0,-2 2-8 0,-6-2-4 0,-2 1-4 15,-6-2-1-15,-5 0 9 0,-3 0-10 16,-5-3 10-16,0 0-15 0,-21 21 14 0,-2-9 9 16,-1-3-11-16,-6 0-9 0,-6 2 17 0,-6-6-8 15,-3 3 11-15,0-1-2 0,-2 0 3 16,2 0 24-16,2-5-12 0,3 0 25 0,5 3-2 16,3-5 7-16,2 5-1 0,4-2 15 15,3-2-6-15,3 0-15 0,7 0-19 0,5 2-9 16,5-2-6-16,3-1 9 0,27 0-9 0,-11 0 10 15,11 0-14-15,8 0-2 0,6 0 7 16,55-11-16-16,-40 7 14 0,-1 2-6 0,-3 1 10 16,-4-1-5-16,-4 2-6 0,-6-2 11 15,-22 2 2-15,10 0-17 0,-1 0 10 0,0 0 9 16,-5 0-6-16,-6 0-21 0,-2 1 6 0,-19 0 7 16,-14 2-13-16,6-3 0 0,-34 7-1 0,17-4 1 15,-4 0-25-15,-2 1-10 0,2 0-32 16,-1 2-31-16,2-4-27 0,1 1-54 0,4 1-40 15,2 0-517-15,6 3 1 0,6-2 0 0</inkml:trace>
  <inkml:trace contextRef="#ctx0" brushRef="#br0" timeOffset="28800.34">21200 12390 111 0,'0'0'103'16,"0"0"2"-16,-16 0-5 0,16 0-1 15,0 0 8-15,0 0-4 0,0 0-11 0,0 0 1 16,-28-5-16-16,26 2-4 0,0-1-11 0,-2 1-7 15,4 1-9-15,-4 0-6 0,4-1 1 0,-2 2-2 16,0-2 3-16,0 1-3 0,0 2-12 0,0-2-1 16,0-1 2-16,0 2-10 0,0 0 0 15,2-1-5-15,-2 1 5 0,2 1-6 0,-2-2 2 16,0 1-1-16,2-1 4 0,-2 1 1 16,2 0 0-16,0 1 5 0,0-1-1 0,0 1 9 15,-2-3 9-15,2 3-4 0,0 0 2 0,0 0 11 16,0 0 9-16,0 0 8 0,0 0 4 0,0-2 2 15,0 2-17-15,0 0 1 0,0 0 13 16,0 0-4-16,0 0-12 0,12-3-5 0,-6 2 13 16,14-2-23-16,0-1 13 0,0 1 15 15,5-2-5-15,-2 0-1 0,4 0 14 16,1 2 0-16,1 1-8 0,-1-5-1 0,1-1-7 0,2 2 5 16,5-5-12-16,3 4 1 0,1-2-1 15,7-1-10-15,-5 0 7 0,4 1-12 0,0 0-2 16,2-1-5-16,2 1-5 0,-1 1-11 0,2-1 3 15,0 1 10-15,-5-1-3 16,-2 0-7-16,-2 2-8 0,-2 1 2 0,-4-2 4 0,-4 4-10 16,0-2 11-16,-6 1 0 0,-4 1 13 15,-2 2-5-15,-2 0 9 0,-8-2-2 0,-2 0-3 16,-4 2-5-16,-4 2 1 0,0 0-13 0,-34-7 6 16,4 4-13-16,-4 2-1 0,-6 1 0 15,-10 0 19-15,-6-1-8 0,-2 1-15 0,26 0 7 16,-16 0 12-16,-10 0-9 0,-5 0 0 15,-2 0-3-15,-4 0-6 0,1 0 5 0,-1 0 1 16,1 0-5-16,1 0 10 0,-60 11-10 0,73-10 5 16,6-1 5-16,5 2-4 0,7 0-6 15,18-2-6-15,-6 0-6 0,0 0-15 0,6 0 3 16,2-4 14-16,26 3 2 0,16-2-5 0,-10 3 3 16,44-5 5-16,-8 5-4 0,-21 0-8 15,15 0 6-15,14 0 4 0,8 0 6 0,5 0-11 16,69 11 3-16,-72-9-1 0,-2 0 7 15,-1 2-8-15,-5-3 7 0,-10 2-3 16,-4 0-6-16,-5-3 11 0,-8 1 17 0,1 2 16 0,-6-2 0 16,-20-1 8-16,-2 0-15 0,0-10-9 15,-20 4 3-15,-10-4 2 0,-8 2-9 16,-10-2 2-16,-6-1-4 0,-8-2 1 0,-6-1-5 16,-4 1-10-16,1-2 3 0,0 0-15 0,0 3 8 15,6-3-27-15,4 4-16 0,5 4-36 0,5-3-43 16,7 1-45-16,5 3-44 0,2 0-627 15,9-1 0-15,13 5 0 0</inkml:trace>
  <inkml:trace contextRef="#ctx0" brushRef="#br0" timeOffset="35782.18">1724 14427 78 0,'-20'0'186'16,"-18"12"6"-16,20-17-16 0,0 0-12 0,4-6-19 16,-2 4-15-16,-2-7-8 0,4 3-21 15,-4-6-11-15,4 0-14 0,-2-2-14 0,2-2-16 16,0 0-6-16,2-5-8 0,-2 4-2 15,4-5-12-15,0-1-1 0,2 0-8 0,-2 1 2 16,4-3 3-16,0 0-13 0,-2-1-4 16,1-3-3-16,3 0 9 0,0-6-10 0,2 3-1 15,0-5-4-15,1-1 1 0,1 20 3 0,0-13-14 16,17-50 9-16,-6 34-3 0,3-2 4 16,0 1-9-16,6-2-1 0,4 2 14 0,2-4-5 15,6-3 4-15,2-2-2 0,2 0 11 16,2-2-10-16,4 2 0 0,4-4 3 15,-1 2 2-15,0 3 2 0,-1 3-2 0,-1 4 2 16,-3 4 3-16,0-3 6 0,1 0-8 16,-2 5 11-16,-3 6-1 0,-1-1-5 0,1 4-1 15,0 4 0-15,-2 0 4 16,1 3-10-16,-2 3 10 0,-1 3 0 0,2 1-9 0,-2 1 1 0,3 1 7 16,4 3-6-16,1-3 9 0,1 4-3 0,4 0-1 15,-1 0-1-15,2-1-1 0,3-1-1 16,3 2 9-16,4-2 1 0,4 0 2 0,5-1-3 15,-1-1-1-15,7 1 6 0,2-1 6 16,-1 1-3-16,2-1 1 0,-2 2 1 16,-3 0 0-16,2 2-8 0,-3 0 8 0,0 1-2 15,-4 3 0-15,-3-1 1 0,-4 2-1 16,-3 2-2-16,-2 1 2 0,-2 0-10 0,-4 1 7 0,0 0-6 16,-4 5 8-16,0-2-8 0,0 0-1 15,1 4-2-15,-2 0 1 0,0 0 5 16,1 1-2-16,0 0 4 0,0 2 1 0,-22 0-4 15,11 0 7-15,5 0-2 0,2 0-7 16,44 11 3-16,-38-6 9 0,1-1-5 0,1-1-7 16,0 1 6-16,1 0 8 0,0-1-15 15,-2-3 12-15,0 4-5 0,-3 1-6 0,0 1 10 16,-4-3-3-16,0 2-4 0,-2 1-1 16,-2-3 3-16,-2 4 7 0,0-2-7 0,0 2 4 15,-2-1-1-15,0 3-1 0,2-2-7 0,-4 2-1 16,4-2 10-16,0 2 2 0,2-1-3 15,2 2 0-15,0 0 6 0,4-2-4 0,-2 2-1 16,0 1-3-16,2-1-4 0,-2 1 3 16,2 0-3-16,-2 0 9 0,2 1-7 0,0 1 3 15,-4 0 4-15,4-1 2 0,-4 3-14 16,2 1 16-16,-2-1-18 0,-2 0 9 16,0 2 11-16,-1-2-7 0,-2 1 0 0,2 4-2 15,-6-2-7-15,-1-1 8 0,1 3 0 0,-2-1-4 16,1 3-6-16,-2-4-8 0,0 2 12 0,-2-1-13 15,0 4 17-15,-2-2-1 0,2 3-7 16,0-1 7-16,-2 3 4 0,0 1-11 16,-2-1 15-16,2 4-6 0,-1-1-9 0,-2 1-10 0,1-2 15 15,0 3-14-15,-2-1 6 0,0 1 10 16,0-1-1-16,-1 0 3 0,-4 0-3 0,1-1-10 0,0 0 20 16,0-1-2-16,-3 1-16 0,0-2 19 15,-1 5 10-15,-2-4-6 0,-1 1-1 0,0-1 0 16,-2 0 0-16,0 0 12 15,-3-1-14-15,1 2 7 0,-1-3-1 0,0-10 4 16,0 5-3-16,0 5-3 0,-17 30-9 0,10-27-6 0,-1 1 15 16,0-2-3-16,-3 3-17 15,1 1 13-15,-1-1-17 0,0 1-8 0,-1-1 2 16,2 0 8-16,-2-3-1 0,1 1 5 0,-1-3-3 16,0 2 0-16,1-1-6 0,-1-2 11 15,0 2-10-15,-1-2-2 0,0-1 2 0,-1-3 0 16,1 1 5-16,-3-2-4 0,-1 0-5 15,-1-1 11-15,0 0-22 0,-2 1 11 0,-2 0 0 16,0-4 3-16,-4 3 2 0,-2-2-6 0,2 0 1 16,-4 0 13-16,2 0-16 15,-4 3 1-15,-1-4 5 0,0 4 4 0,-1-2-4 0,-4 1 2 16,2 1-5-16,0 2 1 0,-2-5-2 16,2 2 8-16,-2-1-8 0,0 3-1 0,2-2 6 15,0 0-4-15,-2 0 5 0,0 0-1 16,0-1-6-16,0 0-2 0,-2 0-2 0,0 2 11 15,0-2-2-15,-2 1 5 0,0-1-10 0,-4 0 6 16,2 1-3-16,2-2-2 0,0 0 0 0,-4 3-5 16,0-2 10-16,2-3-4 0,0 0 10 15,-4 2-9-15,2-2-4 0,0 3 5 16,-2-4-1-16,-3 1 3 0,3 0 0 16,-4 0-6-16,-1 1 2 0,-1-2 17 0,-3 4-12 15,-2-2-5-15,-1-5 8 0,0 4 6 0,-1-1-1 0,-1 1-12 16,-5-2 24-16,-1 3-3 0,3-2 0 15,-5-2 5-15,2-1 11 0,-2 0 11 16,2-2 8-16,0 2-13 0,1-5 0 0,3-1-3 16,-1 0 1-16,1 1-7 0,0-1-9 0,-3-1-10 15,2 0 7-15,-1 0-13 0,2 0-8 0,0 1 7 16,0-3-11-16,4 0 2 0,-2-1 3 16,0 0-7-16,32-1-5 0,-14 0-13 15,-8 0 1-15,-2 0-14 0,0 0 9 0,-54-11 0 16,56 9-1-16,1-2 7 0,0 2-7 15,3-2-9-15,0 3 18 0,0-4-17 0,0 2 2 16,0 1 6-16,0-2 10 0,1-1-9 0,0-1-17 16,2-1 22-16,1-1-17 0,1 2-5 0,2-1 10 15,1-1-15-15,0 2 4 0,0-4-8 16,4 2 4-16,0 0-7 0,1-1 13 0,3-3-9 16,0 2-12-16,0 0 11 0,0-2 6 0,4 2-3 15,-2-1-5-15,4 1-3 0,-2-1 9 16,0-1 8-16,4-2-10 0,0-1 10 15,-2 2-8-15,2-4 11 0,-1 0-3 0,1 0 1 16,-16-15-1-16,4 0-17 0,3-4 12 0,1-1-3 16,3 1-3-16,1 3-13 0,5-2 9 15,0 3-4-15,6 0 11 0,2 5-5 0,0 0 3 16,5-1 2-16,2 4 10 0,2 3 1 0,4 0-1 16,2 12-2-16,0-5-11 0,22-24-24 15,1 17-54-15,-4 3-141 0,-2 0-110 16,2-1 0-16</inkml:trace>
  <inkml:trace contextRef="#ctx0" brushRef="#br0" timeOffset="41021.75">7427 16337 53 0,'0'0'150'0,"-13"0"6"0,13 0 5 15,0 0 4-15,0 0-19 0,-28 21-8 16,22-21-13-16,4-4-4 0,-2 2-5 0,0-2-14 15,-2 1 17-15,2-1-8 0,-5-6-22 16,0 3 7-16,1 0-7 0,-2-2 0 0,0-3-10 16,0 4-11-16,-2-2 3 0,4 3-8 0,-4-4-22 15,0 2 13-15,0-3 1 0,1-1-3 16,-1 0 0-16,1-1-6 0,-2 0 4 0,2-3-2 16,-1 2-5-16,0-3 0 0,0 0-8 0,3-1 15 15,-2-1 4-15,3-2-6 0,-1-3-10 16,2 1-14-16,1-4 14 0,2 4-13 0,2-5-15 15,1 1-6-15,0 1 24 0,1-5 1 0,0 17-19 16,0-10-2-16,0-4 11 0,10-32-8 0,-6 29 12 16,2-4-11-16,-2 4-8 15,1 0-3-15,-1-5 4 0,3-1-3 0,1-2 5 16,0-2 8-16,1 2-34 0,2-5 13 0,-1 3 6 16,5 0-4-16,0-5-3 0,2 2 1 15,-1 0 3-15,3-2-19 0,1 0 7 0,2 0-16 16,0 1 18-16,2 1-7 0,4-4-3 15,-1 2-2-15,4-1 12 0,1-2-5 0,0 3-2 16,0-1-12-16,-2 5 6 0,4-2 8 0,-2 1 3 16,-2 1 3-16,1 4-12 0,2-2 7 15,1 0 0-15,-2 5 13 0,0 2-7 16,0 2 16-16,0 0-14 0,0 2-8 0,0 0 19 0,2 1-5 16,2-1 9-16,3 3-1 0,1 0-14 15,1-2 14-15,3 1 1 0,2 1-4 0,3 0 4 16,2 1-7-16,5-1 0 0,2 1 6 0,4 0 2 15,0-2-10-15,5 3 12 0,-4 0-3 16,-1 1-2-16,0 1-1 0,-4 3 10 0,1-1 1 16,-2 3-9-16,0 0-4 0,-1 1 17 0,-3 2-15 15,0 1 2-15,1 3-15 0,-4 0 18 0,-3 3-2 16,-3 0 11-16,-1 1-10 0,-2 1-4 0,-2 3 1 16,-2 0-4-16,0 1 2 0,-18 2 17 15,7 0-15-15,6 0-13 0,0 0 17 16,36 12-9-16,-36-6 1 0,4 2-2 0,-4 0-7 15,5 1 20-15,-1 2 6 0,0 0 0 16,-2 0-14-16,-1 3-6 0,-1-1 10 0,0 2-7 16,0-3 11-16,-1 3-26 0,0 4 3 0,-2-6 24 15,-2 2-12-15,-2 2-3 0,2-3 13 0,1 2-6 16,-4 1-1-16,1 0-6 0,-1 0 11 0,3 1-17 16,-3 0 12-16,0 0-10 0,-2 2 12 0,2-2-1 15,-1 3 2-15,0-2 2 0,-2 0 5 16,0 4-12-16,1 0 10 0,-1-1-5 15,0 4 17-15,-1-3 0 0,0 5-13 0,0-1 8 16,-4 0 1-16,3 1-7 0,-2 2 7 16,2-3 6-16,-3 1-11 0,4 2 12 0,-3 0-4 15,-1-2 4-15,3 2-12 0,-3-1 6 0,1 1-10 16,-1 0 0-16,0-1 3 0,0 2 3 0,-1 0 0 16,-2 1 4-16,3 0-7 0,-4 0 14 0,0 2-11 15,0-3 8-15,-1 1-15 0,-1 1-2 16,0 2 4-16,-1-1-10 0,-1 3 7 15,0-1 3-15,-1-2 12 0,-1 2-17 0,0 1 0 16,0-1 6-16,0 1-2 0,-2 1-1 0,0-3-8 16,-2 1 13-16,1-1-14 0,-2 1 16 15,1 0-18-15,-1 1 6 0,-1 1 3 0,0-4-3 16,0-17 4-16,0 8 5 0,0 4 6 16,-13 32 0-16,7-30 10 0,1-1-15 0,-2 1 17 15,-1 0-9-15,0-4-3 0,-1 3-11 0,-2-5 17 16,2 2-6-16,-3-3-2 0,1 2-4 15,-1 0 4-15,2-1-7 0,-4 1 2 0,2-3-1 16,-1 0-9-16,0 0 7 0,-1-1-3 0,-2 3 9 16,0 1-3-16,0-1 3 0,0-1-2 0,-1 2-10 15,0-3 6 1,-1 1-8-16,-3-2 13 0,1 2-10 0,0 0 1 0,0-1 0 0,-1 0 3 16,-1-1-7-16,0-1 2 0,1 0 5 15,-2-1-5-15,-1 3 11 0,0-4-15 0,0 2-1 16,-1-4 10-16,-1 2-1 0,1 3-4 0,-2-2 0 15,-1-2 5-15,-1-1 0 0,1 1 1 16,-3 0 9-16,-1-1-9 0,-1 0 7 0,4 0 5 16,-5 0-3-16,-2-2 3 0,-1 0 1 0,-1 0 2 15,4 0-6-15,-5 0 5 0,0 0-5 0,2-1 9 16,-2-1-7-16,-2-2 9 0,0 2-8 16,-2-2-1-16,-1 1 3 0,0-3-3 0,0-1 4 15,0 2-1-15,-1 0 15 0,3-6-3 16,-2 4 4-16,1 0-3 0,-1-3 6 0,3 1 2 15,-2-2-5-15,3-2-10 0,-3-1 2 0,1 3 4 16,-4 2-17-16,2-6 10 0,-1 2-4 0,-2 2-11 16,-1-2 9-16,0 0-3 0,0-2-5 0,1 3 1 15,1-3 0-15,23 0-7 0,-10 0 9 16,-6 0-7-16,-4 0 10 0,1 0-4 0,-1 0-6 16,-40-14 9-16,39 12-2 0,0-3-4 0,2 0 11 15,-2-1-7-15,1 1 8 0,-2-3-4 16,-2 0-2-16,3 0 9 0,0-3 0 0,1 1 6 15,-2-1-12-15,0 1-5 0,-1-1 3 0,2 0-8 16,-1-1-1-16,1-2 7 0,1 1-5 16,-1 0-5-16,3 3-5 0,0-6-5 0,1 4-4 15,1-1-3-15,2 1 3 0,2-1-11 16,0 0 15-16,-1 0-14 0,2 0 8 0,0 2-3 0,-2-1-5 16,4 1 1-16,-4 0 9 15,4 0-9-15,0-1 4 0,2 1 11 0,1 1-5 0,1 2 3 16,-1-1-3-16,3-1-7 0,3-1 5 15,2 2 11-15,1 1-12 0,4 2 10 0,0-3-2 16,3 3 3-16,1-4 1 0,2 3-5 0,4 1-5 16,-1-2-3-16,2 2 9 0,-5-4-14 0,4 0-11 15,0 0-10-15,1 2-21 0,1 0-19 16,-7-3-23-16,7 0-40 0,0 2-30 0,0 1-32 16,3-2-954-16,-3 3 0 0,1 2 1 15</inkml:trace>
  <inkml:trace contextRef="#ctx0" brushRef="#br0" timeOffset="43286.58">6577 12524 2 0,'0'0'214'16,"0"-19"-2"-16,-4-2 1 0,5 15-9 0,-1 1-26 16,0 0-27-16,1 1-10 0,-1 2-15 0,2 0-12 15,-2 2-14-15,1 2-13 0,-1 2-12 16,0-1 3-16,1 5 4 0,-2 13-9 0,1-12-9 15,0 10-6-15,0 5 0 0,-15 31-12 0,10-21-5 16,-2-4-3-16,1 4-7 0,-4 0 16 16,1 5-12-16,1 1-7 0,0 1-5 0,-1 3-12 15,2-1 16-15,0 0-12 16,3 2 15-16,2-3-1 0,-1 1 6 0,3-3 16 0,0-21-4 16,0 11 2-16,0 0 0 0,16 33 6 0,-8-34 13 15,3-2 4-15,3-3 1 16,4-6 0-16,3-7-21 0,4-2 0 0,3-9 9 0,-12 0-8 15,7 0-10-15,33-17-6 0,-20 5-9 16,1-4 5-16,3 1 2 0,4-5-15 0,3 0 11 16,-2-3-10-16,1-2-5 0,0-2 0 15,-1-3 7-15,-3 0-3 0,1 1 2 0,-4-3-15 0,-1-4-2 16,2 1-7-16,-2-1-17 0,-2-4-2 16,-1 1 5-16,-3-2 1 0,-3 0-3 0,-3 3-4 15,-2-4-2-15,-4 5-19 0,-3 1 18 16,-4 1-6-16,-1 2-8 0,-5 5 16 0,-2-5-9 15,-5 19-5-15,0-6 8 0,-17-18-6 0,4 23 2 16,-5 7-10-16,-2 3 16 0,8 5-16 16,-5 0 3-16,-24 23 23 0,19-4 1 15,1 7-1-15,-2 7 1 0,2 5 16 0,2 3-1 16,1 2-10-16,2 1 45 0,4 3-25 0,2 4 0 16,4-2 6-16,4-2-6 0,0 1 2 15,2-25 10-15,0 9 8 0,0 3 6 0,16 39 15 16,-10-42 9-16,2-5 7 0,4-3-10 15,2-2 6-15,2-3 2 0,5-5 0 0,7-7-16 16,4-5 7-16,-16-2 8 0,35-13-14 0,-13-3-1 16,4-4-7-16,4-1-1 0,0-9-5 0,0 0-14 15,2-10-10-15,-4 1-2 0,0-7-17 16,-2-3 1-16,-2 0-15 0,-4 0-2 16,-4-2-4-16,0 4 6 0,-7-2-9 0,-5 5 2 15,-3 1-3-15,-3 4 6 0,-4 1-10 0,-3 6 4 16,0 0-13-16,-3 5 10 0,-3 2 3 0,3 6-3 15,-4 8-4-15,0 11-5 0,-5-1 6 16,-3 16 4-16,-4 8 14 0,-3 17-11 0,-4 6 9 16,2 9 15-16,1 7-7 0,0 2 2 15,0 3-4-15,3-1 9 0,-1 1 10 0,1 0-3 16,1-2 1-16,3 0-9 0,-2-3 4 0,0-4-15 16,2 0 16-16,-2-5 6 0,2-3-22 15,-2-7 29-15,2-1-2 0,0-5 26 0,-3-4-4 16,1-5 13-16,0-3 2 0,1-3 11 0,-5-2 15 15,2-5 4-15,-3-4 15 0,1-6 3 16,8-5 8-16,-2 0 7 0,-15-14-16 0,11-3-13 16,2-4-5-16,3-5-19 0,-1-1-4 15,6-4-14-15,3 12-12 0,0-6-13 0,15-37-1 0,-2 26-11 16,6-7-9-16,6-4 5 0,7-2-5 16,5-3-4-16,6-4-4 0,5-2-5 15,0-1-3-15,1-1-16 0,-1-1 1 0,2 0 5 16,-4 2 2-16,-2 2 0 0,-2 5-8 15,-5 2 8-15,-4 2-5 0,-5 4 3 0,-2 6-10 0,-6 0 14 16,-4 6-17-16,-6 2 0 0,0 3-2 16,-6-1 3-16,-3 9-3 0,-1 11-10 0,-15-8 3 15,3 17-2-15,-9 10 7 0,0 8 5 0,-3 6 2 16,-2 9 19-16,1 7 0 0,-2 8 16 16,1 8 5-16,-1 2-23 0,4 2 8 15,6 1 12-15,-2 0-7 0,2 0 15 0,2-1-28 16,2-3 18-16,4-3 2 0,-1-2-11 15,2-4 17-15,2-3 2 0,2-4 7 0,-2-4-7 0,1-2 5 16,1-4-6-16,-1 4 2 0,-1-8-6 16,1-2 6-16,-3-1-8 0,-3-3 0 15,-2-4 22-15,-2-3-10 0,-1-1 1 0,-5-4 0 16,1-6-20-16,-1 2 3 16,1-4-22-16,9-2-32 0,-5 0-24 0,-17-12-40 0,17 2-36 0,5-1-69 15,4-6-400-15,3-3 0 16</inkml:trace>
  <inkml:trace contextRef="#ctx0" brushRef="#br0" timeOffset="43576.61">8960 12358 95 0,'7'4'204'0,"2"7"-18"0,1 4-4 16,-1 7-5-16,-2 5-10 0,-1 4-1 16,0 8-18-16,-2 5-8 0,-2 3-33 0,0 6 5 0,-2 2-7 15,0 2-11-15,1 5 4 0,0-5-16 16,1-2 19-16,-1-1-18 0,0-3-8 16,5-2-20-16,-1-7 4 0,-1-1-16 15,2-4-27-15,0-5-12 0,2-5-22 0,2 0-38 0,2-7-39 16,0-10-60-16,5-6-79 0,-9-4-252 15,17-14 1-15</inkml:trace>
  <inkml:trace contextRef="#ctx0" brushRef="#br0" timeOffset="43699.38">9418 12629 59 0,'23'-13'109'0,"2"1"-26"15,0-3-9-15,3 0-35 0,-1-2-50 0,-2 1-83 0,1-1-86 16</inkml:trace>
  <inkml:trace contextRef="#ctx0" brushRef="#br0" timeOffset="44030.82">9680 12382 22 0,'-5'3'186'0,"1"0"-1"15,-5 8 4-15,2 4-6 0,-2 5-2 16,1 3-11-16,-2 2-4 0,4 7 6 0,-1-3-12 15,-1 4-1-15,2 1 8 0,-2 4-40 0,2 1-13 16,-2 1-9-16,0 1 3 0,0-4-6 0,0 0-5 16,2-5-18-16,0-1-5 0,2 0 2 15,2-5 9-15,-1-3 0 0,0 0 16 16,2-10 1-16,0 1 13 0,1-14-10 0,0 0 1 16,10 11-10-16,8-15-6 0,2-2-18 15,1-5 0-15,3-4-12 0,-2 4-6 0,2-3-9 0,-2 3-4 16,0 0-6-16,4-1 3 0,-4 1-15 15,-2 3 4-15,0 1 2 0,-8 3-17 0,4 0 1 16,-2 2 4-16,-14 2-5 0,10 0-1 16,14 12-2-16,-9-3-9 0,-2 1 4 0,-1 2-8 15,-1 4 6-15,-3 4-24 0,0 2-41 16,0 4-18-16,1 2-49 0,0-2-46 0,1-1-33 16,3-2-691-16,3-5 0 0,5-2 1 15</inkml:trace>
  <inkml:trace contextRef="#ctx0" brushRef="#br0" timeOffset="44341.87">10383 12853 266 0,'-9'-11'292'0,"-1"2"-9"0,4 6-51 0,-1 0-7 16,0 5-43-16,1 2 4 0,-6 9-29 0,-2 5-23 15,1 5 20-15,0-2-16 0,1 6-1 16,-3 2-15-16,3 4 7 0,-1 3-17 0,-1 1-2 15,2-3-3-15,3-1 0 0,-2-5-10 0,3 1-12 16,2-2 3-16,2-5 6 0,-2-4-11 16,6-5 9-16,-1-4-6 0,1-9 8 0,0 0-12 15,12 8 0-15,1-14 1 0,7 0-12 16,2-8-4-16,-1-2-9 0,0-1-6 0,5-1-6 16,-4-3-5-16,2 2-9 0,-1-2 5 0,-2 4-11 15,-1 2-3-15,2-2 5 0,-6 3-3 16,-3 2-9-16,-1 1-3 0,0 2 4 0,-3 1-12 0,-3 4-10 15,-1 2-23-15,0 0-13 0,-5 2-6 16,0 0-27-16,0 0-35 0,8 16-49 16,-8 4-39-16,0-9-40 0,-10 23-688 0,6-15 0 15,0 1 0-15</inkml:trace>
  <inkml:trace contextRef="#ctx0" brushRef="#br0" timeOffset="44692.49">10698 12899 38 0,'2'-12'256'0,"1"1"-28"0,0 3-2 16,-2 1-21-16,0 1-23 0,1 4-17 0,-1 2 10 15,0 2-39-15,1 1 13 0,-1 3-21 0,3 15-18 16,-1-1-1-16,-2 4-9 0,0 0-20 0,-1-9 1 16,0 6-10-1,0 1-12-15,0 0 10 0,0-2 0 0,0-3 19 0,0-2 3 0,0-5 26 16,11 7-9-16,-9-14 4 0,5-3-9 15,0 0-6-15,14-9-18 0,0-1-1 0,2-1-13 16,0-4-3-16,1 0 6 0,1-2-9 0,2 0-4 16,1 1-6-16,-3 0-12 0,-1 1-3 15,-1 0-2-15,1 2-4 0,-3 2-8 0,-1 1-1 16,-3 2-3-16,-1 5-1 0,-2 0-8 0,-14 3 5 16,9 0 2-16,11 14-7 0,-11-2 12 15,-2 6-12-15,-3 3 3 0,-4-7 3 0,0 11-15 16,-13 29-9-16,1-22-25 0,1 3-56 0,-1 1-45 15,0 2-17-15,3-1-31 0,1-4-21 16,6 6-628-16,2-23 0 0,12 28 1 0</inkml:trace>
  <inkml:trace contextRef="#ctx0" brushRef="#br0" timeOffset="45188.78">12618 13246 157 0,'15'18'228'0,"-7"1"-10"0,-3 4 2 16,-2 2-7-16,-3-12-12 0,0 8 3 0,-12 31-10 16,1-22-7-16,2 2-19 0,-5 1-25 15,2 2-10-15,-2-1-5 0,0 2-30 0,0-2 10 16,0 0-11-16,1-6-12 0,0 1-15 0,2-3 13 15,-2 1-5-15,2-5 11 0,2-5 16 16,1-2 18-16,1-3 19 0,2-3 1 0,-2-5 6 16,0-2 1-16,7-2-9 0,0 0-22 0,-21-23-17 15,12-4-10-15,3-3-32 0,2-12-20 16,3-6-17-16,1 20-16 0,0-18-18 0,19-69-24 16,-3 42-9-16,4-2-4 0,5-3-16 15,3-1 1-15,3 3 3 0,2 1-3 0,4 3 8 16,2 7-3-16,2 2-2 0,2 6 17 15,0 6 11-15,-4 4 11 0,-2 9-14 0,-1 5 12 16,-3 4 1-16,-1 8-5 0,-1 7-9 0,-3 8 8 16,-14 6-1-16,22 19 26 0,-22 5-2 15,-10 10 11-15,-4-14-4 0,-12 48 7 0,-2-19-20 16,-7 5 11-16,1 0 5 0,-1-4 13 0,2-5-22 16,1-1 9-16,-1-8 4 0,2-3-1 15,-1-3-19-15,4-6-12 0,-1 1-13 0,2-4-29 16,-2-4-62-16,3-8-63 0,4-4-86 15,8-5-462-15,-15-18 0 0,15-5 0 0</inkml:trace>
  <inkml:trace contextRef="#ctx0" brushRef="#br0" timeOffset="45685.53">13321 12619 170 0,'0'10'204'0,"-6"14"-10"0,-2 7-5 0,-6 1-25 15,-1 5 0-15,0 1 3 0,-1 4 6 0,0-1-13 16,2 0-6-16,0-3 10 0,4 2-11 16,3-4-8-16,0-6 28 0,2 1-3 0,4-4 4 15,1-6-2-15,0-12 7 0,14 11-9 16,2-18-16-16,-4-2-12 0,24-13-16 0,-2-6-30 16,0-4-24-16,5-6-15 0,4-8-39 15,2 0-24-15,0 0-24 0,2-1-39 0,-3 5-26 16,-1-2-21-16,-3 2-17 0,-1 2-5 15,-6 3-16-15,0 3-8 0,-2 4 4 0,-4 3 6 16,-2 4 6-16,-1 1-3 16,-3 7 24-16,-3 3 11 0,-12 3 22 0,14 13 8 0,-6-1-2 15,-5 5 13-15,0 1 6 0,1 1 11 16,0-1 24-16,2-2 12 0,4 0 35 16,-2-3 28-16,2-5 23 0,1-4 24 0,4-2 12 0,-9-2-4 15,6 0-1-15,27-14 3 0,-17 2 12 16,-4 1 15-16,-1-4 7 0,-2-1 13 0,-1-1 15 15,-1-1-10-15,-5 1-12 0,-3-2-18 0,-6 2-21 16,-3 2-15-16,-2 2-8 0,0 4-11 16,-16-15-7-16,0 12-16 0,-3 2-5 0,-4 2 2 15,1 8-10-15,8 0 1 0,-27 13-19 16,14 3 13-16,-5 2 0 0,-1 7 8 0,-2 10 3 16,2-1-19-16,2 3-19 0,6 1-12 15,0-2-16-15,9 1-28 0,6 0-12 0,9 2-9 16,1-25-26-16,20 27-31 15,-1-21-30-15,9-9-31 0,8-3-28 0,4-2-530 0,-19-6 0 16,12 0 0-16</inkml:trace>
  <inkml:trace contextRef="#ctx0" brushRef="#br0" timeOffset="46081.01">14746 12721 145 0,'4'-11'257'0,"-5"2"-17"0,-3 3 1 0,-3 5-23 0,-1 1-31 0,-9 11 6 16,-3 2-30-16,-1 2 8 15,1 5 1-15,-2 6-12 0,-2 1-1 0,1 4 0 0,-1 1-24 16,3 0-7-16,-2 4-4 0,2-1-11 0,5-1-7 16,0 2-14-16,2-6 11 0,4-3-6 15,0 0-12-15,0-4 5 0,5-2 2 0,4-6 7 16,1-15 8-16,0 0-15 0,16 10-9 0,6-16-8 16,4-7-2-16,3-2-9 0,4-8-6 15,0-4-8-15,4-8 3 0,3-4-6 0,3-7-14 16,1-5-35-16,3-7-30 0,0-5-10 0,-2-3-3 15,0 2 20-15,-2-4-1 0,0 2 1 16,-5 3 8-16,-3 6-5 0,-7 4 4 0,-3 10 0 16,-1 3-5-16,-2 3 16 0,-5 7-6 0,-2 3-8 15,-3 4-5-15,1 8-2 0,-4 10-5 0,-9 5 8 16,2 17 7-16,-10 11-2 0,-7 10 17 16,-6 6 6-16,-3 11 1 0,-2 3 1 0,-3 2 10 15,-2 2 5-15,2 1-11 0,-2-2 4 0,2-1-13 16,2-4-6-16,3-2-29 15,3-1-33-15,4-8-55 0,1-2-9 0,4-5-22 0,5-5-31 16,0-1-57-16,7-22-533 0,0 3 0 16,19 17 0-16</inkml:trace>
  <inkml:trace contextRef="#ctx0" brushRef="#br0" timeOffset="46306.2">15411 12784 145 0,'9'-5'275'15,"-1"2"-10"-15,-4 1-15 0,-1 4-20 0,-2 2-14 16,-1 1-15-16,-1 4-22 0,-7 11-8 16,-1 4-3-16,-2 2-17 0,0 3-9 0,-3-1-28 15,-2 6-10-15,0 1-11 0,-2 2 0 0,1 0-8 16,-2-2-23-16,1-2-12 0,2-1-52 16,3-6-35-16,2-1-30 0,2 0-21 0,-3-4-13 15,2-8-27-15,4-5-34 0,4-5-44 0,4-6-345 16,2-5 0-16</inkml:trace>
  <inkml:trace contextRef="#ctx0" brushRef="#br0" timeOffset="46459.18">15292 12780 5 0,'3'-51'271'0,"-3"28"-14"0,0-7 10 0,8-38-1 0,-7 32-14 16,2 3-18-16,-2 7-1 0,1 2-36 16,-1 2-22-16,0 4-17 0,2 6-9 0,0 1-39 15,1 6-9-15,1-1-28 0,2 4-23 0,2 2-49 16,0 0-25-16,18 13-40 0,-8-2-30 0,-1 4-31 15,-2 4-69-15,0 0-78 0,2 4-235 0,2-2 0 16</inkml:trace>
  <inkml:trace contextRef="#ctx0" brushRef="#br0" timeOffset="46698.53">16131 12604 327 0,'3'-6'341'0,"-3"2"-7"0,1-1-27 0,-1 5-33 16,-1 0-31-16,-2 3-23 0,-7 6-14 0,-8 8-26 16,-2 7-23-16,-2 3-16 0,-4 7 3 15,0 3-10-15,-2 7-3 0,0-3-8 0,0 5-2 16,2 0-3-16,4-1-18 0,3-2-1 16,2-2-18-16,3-2-9 0,5-3-8 0,0-4-11 15,5 0-7-15,1 0-13 0,3-17-25 16,0 4-12-16,16 19-17 0,-1-23-37 0,6-7-8 15,2-6-59-15,-7-2-39 0,30-18-37 16,-12 0-654-16,3-7 0 0,2-7 1 16</inkml:trace>
  <inkml:trace contextRef="#ctx0" brushRef="#br0" timeOffset="46873.86">16425 12663 67 0,'14'-34'287'0,"-4"6"-8"15,-2 0-8-15,0 1-35 0,2 9-27 0,-4 0-5 16,0 2-30-16,0 7 1 0,-2 5-28 0,0 4-15 15,-4 0-2-15,4 11 1 0,-2 12-14 16,-2-8-6-16,0 8-23 0,-12 38 4 0,2-22-19 16,-2 6-2-16,-4 4-9 0,-4 1-16 0,0 4 4 15,-2 3-5-15,-2 4-37 0,0-1-50 16,-1-4-50-16,1 1-43 16,1-3-67-16,2-6-482 0,4-5 0 0,-1-7 1 0</inkml:trace>
  <inkml:trace contextRef="#ctx0" brushRef="#br0" timeOffset="47203.45">16393 13125 95 0,'18'-10'247'0,"0"3"-6"0,0 2-6 0,0 1-10 0,6 0-18 16,-4 3 4-16,4 1-17 0,-12 0-7 15,12 0-3-15,2 0-13 0,6 0-18 0,2 0-12 16,2 0-11-16,0 0-11 0,40-5-3 0,-34-4-24 15,0 3 2-15,1-4-8 0,-8-1-27 0,1 0 3 16,-6-4-5-16,-2 4-3 0,-2-2 0 0,-4-3-7 16,-3-1-15-16,-7 0-8 0,-4 4 2 0,-8 0 4 15,0 13-12-15,-15-17-5 0,-1 11 6 16,-4 6-17-16,8 0 7 0,-26 13-2 16,7 0 5-16,-2 4-24 0,2 0 25 0,-2 6-10 15,3 2-2-15,-2 1 6 0,0 5-1 16,2 4-27-16,4 1-18 0,2 2-26 0,4-2-14 15,4 1-24-15,4-1-1 0,8-2-20 0,4-19-6 16,16 29-5-16,0-20-31 0,8-5-25 0,6-2-30 16,4-8-353-16,6-1 1 0</inkml:trace>
  <inkml:trace contextRef="#ctx0" brushRef="#br0" timeOffset="47608.91">17702 13112 36 0,'16'-17'286'0,"-8"5"-32"15,-9 3 12-15,-7 7-38 0,-4 2 3 0,-12 7-24 16,-3 1-6-16,-3 6-13 16,-4 2-10-16,0 4-6 0,-2 1-5 0,0 4-17 0,0 4 1 15,3 2-12-15,1 0-10 0,1 1-3 0,4-2-9 16,1-2-9-16,6-4-4 0,1-2 8 0,2-1 5 16,3-3-5-16,4-3 5 0,4-7-4 15,6-8-6-15,11 4-6 0,9-11-14 0,5-4-9 16,2-4 1-16,4-7-12 0,5-8-20 15,5-2-15-15,6-10-5 0,5-3-22 0,-1-6-36 16,3-8-35-16,2-3-11 0,5-5-12 0,-2 1 9 16,1-4 15-16,-4 5 5 0,-3-3 8 0,-2 5 19 15,-6 4-7-15,-5 6 11 0,-4 3 9 16,-4 11 6-16,-5 2 0 0,-3 5 2 0,-5 4 3 16,-3 4-13-16,0 3 0 0,-8 15 7 15,-8 10 12-15,-10 17 5 0,-8 9-1 0,-8 10 18 16,-8 9 25-16,-9 10 2 0,-2 2 5 15,-4 3-5-15,-1 4 6 0,-1-1-4 16,0 1-4-16,1 0-16 0,2 2-10 0,2-2-24 16,5-4-48-16,6 2-34 0,6-6-69 0,4-2-63 15,3-5-720-15,6-5 0 0,6-6 0 16</inkml:trace>
  <inkml:trace contextRef="#ctx0" brushRef="#br0" timeOffset="48459.18">14394 18445 107 0,'-24'0'180'0,"-17"27"9"16,29-24 0-16,1-1 17 0,2-2-12 0,4 2-2 15,5-2-22-15,0 0-7 0,-8 0-2 16,8 0-13-16,0 0-26 0,-12 4-3 0,14-4 17 16,4-1-23-16,20-6 2 0,8 0-31 0,11-4 0 15,11-3-7-15,11-1-3 0,8-4 1 0,10-4 4 16,10 1 1-16,13-2 4 0,11-3 16 15,8 0-16-15,92-25 12 16,-37 18-1-16,46-11 5 0,0 3-7 0,-40 10-8 0,-24 6-7 16,75-12 4-16,-9-2-7 0,7-3-8 15,-5 1-3-15,-44 7-5 0,34-12-7 0,-2-2 2 16,2-2-6-16,9 2 6 0,-50 9-8 16,-30 8-14-16,-19 1 1 0,89-19 3 0,-54 12-4 15,-35 10-12-15,-25 1-6 0,-5 4-16 0,-9 1-2 16,-8 1-2-16,-9 4-1 0,-9-2-1 15,-6 7-2-15,-10 1 4 0,-7-1-31 0,-1 1-81 16,-10-3-86-16,-8-1-856 0,-6-2 0 16,-8 2 1-16</inkml:trace>
  <inkml:trace contextRef="#ctx0" brushRef="#br0" timeOffset="48866.34">14652 18854 42 0,'2'-6'298'0,"11"-7"-42"15,14-4-1-15,8-8-43 0,9-3-5 16,14-8-17-16,17-7-30 0,20-3-14 0,15-11 7 15,95-44-27-15,14 0-13 0,20-6-6 16,13-1-12-16,8 1-2 0,11-2 4 0,5 6-11 16,7 5 1-16,4 2-22 0,3 4-21 15,13 6-44-15,-2 6-24 0,2 2-30 0,3 7-42 0,-8 3-53 16,-2 5-75-16,-10 4-348 0,-10-1 1 16</inkml:trace>
</inkml:ink>
</file>

<file path=ppt/ink/ink62.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8T10:23:41.887"/>
    </inkml:context>
    <inkml:brush xml:id="br0">
      <inkml:brushProperty name="width" value="0.05292" units="cm"/>
      <inkml:brushProperty name="height" value="0.05292" units="cm"/>
      <inkml:brushProperty name="color" value="#FF0000"/>
    </inkml:brush>
  </inkml:definitions>
  <inkml:trace contextRef="#ctx0" brushRef="#br0">12995 11494 107 0,'0'0'151'0,"0"0"-5"16,0 0 1-16,0 0-6 16,-14 0-4-16,14 0-1 0,0 0-16 0,0 0-2 15,0 0 4-15,-23 23-8 0,22-25-18 0,0 4 0 16,-1-2-10-16,1 0-7 0,0 0-3 0,-1 0-8 16,1-2-16-16,1 2 2 0,-1 2-6 15,-1-2-1-15,1 0-4 0,0 0-6 0,1 0-10 16,-2 1 3-16,2-1 0 0,0 0-4 0,-1 0-1 15,1 0-5-15,0-1 12 0,-1 1-7 0,1 0 10 16,1-2-16-16,0 2-1 0,2-1 5 16,4 0-8-16,10-3-5 0,4-1 6 0,8-1 6 15,1 2-17-15,3 1 8 16,0-5-11-16,2 4 1 0,0 0-6 0,-1 0-1 16,-2 1 9-16,3-1-11 0,0 0-1 0,-1 0 4 15,1-2 8-15,-3 1-3 0,-1 1-9 16,-1-1 8-16,-2-1 1 0,6 1-2 0,-6 1 2 0,-1-2-10 15,-3 4 12-15,-2-4-6 0,-2 1-9 16,0-1 13-16,-4 3-5 0,2-2 3 16,-6 2-6-16,-2 0-3 0,0-2 6 0,-2 5-2 15,0-3-6-15,-2 0 8 0,1 0-5 0,8-1 2 16,-7 0-6-16,0 1 3 0,1-3-7 16,-9 6 12-16,0 0 3 0,0 0-4 15,7 0 3-15,-7 0-9 0,0 0 9 16,6 0 3-16,-6 0-11 0,0 0 1 0,0 0 0 15,7 0 6-15,1-10 7 0,-7 9-2 0,1 1 0 16,-1 0-2-16,0 0-2 0,1-1-2 0,-1 1 2 16,0-1-2-16,-1 1 3 0,2 0-6 15,-2 0-17-15,1-2-19 0,-2 2-28 0,2-1-35 16,-1 1-51-16,-1 1-86 0,-1-1-204 16,1 0 0-16</inkml:trace>
  <inkml:trace contextRef="#ctx0" brushRef="#br0" timeOffset="1260.08">15639 12307 174 0,'0'0'186'15,"-14"0"8"-15,14 0 23 0,0 0-1 0,0 0-14 16,0 0-13-16,0 0-4 0,0 0-25 0,0 0 3 16,-14 0 7-16,14 0-10 0,-16 25-16 15,15-23-11-15,0-2-17 0,-1 0 4 0,4 0-28 16,-1-2-6-16,3 2-12 0,-1-2 1 0,13-4-23 15,-6 2-3-15,9-1 3 0,0 3 3 16,3-1-28-16,2 2 9 0,3-3-7 0,2 2-4 16,3-2 11-16,2-1-18 0,-4 1 8 15,5 1-7-15,0-2 10 0,1 2-11 0,2-3 2 16,-2 1-8-16,2 3 16 0,-2-4-18 16,0 1 10-16,0-3 6 0,-2 2-2 0,1 1-15 15,1-1 9-15,-1 0-4 0,-1-1-5 0,2 1 9 16,0 0-11-16,-2 0 1 0,2 1 3 15,-2 2-2-15,4-1-12 0,-2-2 3 0,0 2 5 16,4 0-5-16,0-1 4 0,6-1-9 16,0 0-2-16,-2 5 2 0,2-5-11 0,-1 1 9 15,-1 2-7-15,-1-2 3 0,-2-1 2 16,3 4 6-16,-5-1-7 0,-1 1 1 16,-2-1-1-16,-1 0 3 0,0-1-13 0,-5 2 5 0,6 0-1 15,-9-2 10-15,1 2-3 0,0-1 9 16,-5-1-12-16,-1 1 5 0,-2-1-13 15,0-1 11-15,-7 3 2 0,-1 1-20 0,-1-1 19 16,5-2-13-16,-3 2 3 16,-2-1 4-16,-2-1-47 0,3-4-64 0,-4 0-64 0,4-1-96 0,-1-4-414 15,0-1 0-15,-3-2 1 0</inkml:trace>
  <inkml:trace contextRef="#ctx0" brushRef="#br0" timeOffset="2483.96">9429 10041 120 0,'-14'0'166'0,"14"0"-6"0,0 0 19 16,-29 22-3-16,25-22-25 0,0 0-8 0,0 2-12 16,0-2-23-16,0-2-9 0,1 2-6 0,-1 0-17 15,2 2-1-15,2-2-11 0,0 0-6 0,0 0-13 16,0 0-8-16,0 0 9 0,0 0-4 0,0 0-5 16,-10 0-8-16,12 2 10 0,2-2-15 15,0 2 12-15,2-2-4 0,14 0-10 16,-8 0 2-16,8 0 2 0,7 0 1 0,4 0-2 15,39-10-3-15,-24 3-12 0,4 3 7 16,5-2 3-16,5-1-9 0,2 2-1 0,4-1 14 16,5 0-8-16,1 0-9 0,-1 1 4 15,1 2 11-15,0-3-13 0,0-2 10 16,-2 4-6-16,0-2 11 0,2 1-8 0,0 1 0 16,2-2 1-16,0 0-5 0,-1 0-7 15,1 1 7-15,-2-1-2 0,1 1-2 0,-1-1 13 0,-3 1-4 16,-2-1-5-16,1-1 13 0,-3 1-4 15,-1 0 4-15,-1 0-6 0,0-1 6 0,-3 2-6 16,-2-1 0-16,-2-2-6 0,-1 6 2 0,-3-3-12 16,-3-3 14-16,-1 2-11 15,-4-1 3-15,-1 3-5 0,-2-3 9 0,-1 3-1 0,-3-2 2 16,-4 1-5-16,2 0-4 0,-3 0 4 0,-1 1-4 16,-1-1-11-16,-4 1 2 0,0 2 11 15,-6-2-10-15,0 4 6 0,-6-1-17 0,-1-4 7 16,0 3 1-16,-5 1-10 0,-1 1 7 15,-2-2 8-15,-1 2-12 0,0-1-3 0,-1 1-12 16,0 0-44-16,-1-1-68 0,1 1-117 16,0 0-337-16,-1-4 0 0</inkml:trace>
  <inkml:trace contextRef="#ctx0" brushRef="#br0" timeOffset="3779.79">14089 9508 10 0,'-13'0'122'16,"13"0"-2"-16,0 0-2 0,0 0 2 0,0 0 3 16,-14 0-4-16,14 0 4 0,0 0-11 0,-20 22-2 15,19-22-10-15,0 0-1 0,-1 1-1 16,1-1-6-16,0 0 8 0,-1 0-6 0,1 1-7 0,0-1-10 16,-1 0-3-16,2 0-5 0,-1 0-5 15,1 0 18-15,-1 0 4 0,-1 0-16 16,1 1-6-16,1-1-11 0,0 0-12 0,-1 2 14 15,1-2-12-15,0 2-7 0,0-2 5 16,1 0-19-16,0 0 15 0,2 3-7 0,1-3 2 0,3 0-6 16,-1 0-10-16,17 0 7 0,-12 0 8 15,7 0-7-15,6 0 7 0,7 0 0 16,2 0-25-16,3 0 2 0,3 0 17 0,44-14-7 16,-37 9 7-16,2 3-10 0,2-2 4 15,1 1-20-15,0-1 17 0,-1 1-3 0,0 1-8 16,-1-1 12-16,2-1 0 0,-4 4-7 0,-1-2 6 15,0-1-13-15,2 2 17 0,-3-2-11 0,2 1-10 16,-1 0 17-16,2-1-5 0,-1 1 9 16,2-2-12-16,-1 0 8 0,1 2-5 0,2-1 10 15,-2 0-8-15,-1 0-1 0,-3 1 12 0,-3-2-5 16,0 2-13-16,-4-1 5 0,0 1 7 16,-4 0-4-16,1 0-12 0,0 0 3 15,-2-1 8-15,3 2-11 0,0 0 2 0,-4-1 8 16,-4 1-12-16,3 1 1 0,-9 0 1 0,2-2-6 15,-4 1-5-15,-5 1 5 0,-3-2 9 16,-1 2-1-16,-3 0 0 0,-2 0 6 0,0-1-5 16,-2 1-24-16,1 0 12 0,-1 0-4 0,-4 0 5 15,0 0 1-15,0 0 1 0,0 0-7 0,8 0 7 16,-8 0-8-16,7 0-14 0,-7 0 11 0,0 0-14 16,6 0-28-16,-6 0-46 0,0 0-30 15,7 0-57-15,-7 0-59 0,7 0-385 0,-7 0 0 16</inkml:trace>
  <inkml:trace contextRef="#ctx0" brushRef="#br0" timeOffset="4899.79">18064 9894 67 0,'-14'0'162'16,"14"0"-1"-16,0 0-2 0,0 0 0 15,0 0-1-15,-13 0 4 0,13 0-1 0,0 0-14 16,0 13-12-16,0-13 7 0,0 0 6 16,0 0-6-16,0 0-16 0,16 21 2 0,4-18-7 15,0-1-5-15,4-2-21 0,0 2-8 16,3-2-4-16,1 0-8 0,-12 0-4 0,7 0-22 15,6 0 19-15,2 0-10 0,2 0 6 16,39-13-11-16,-30 11-4 0,0-5-9 0,2 1-16 16,4 2 21-16,2-1-3 0,2-1-21 0,2 0 10 15,6 0-8-15,0-1-6 0,6-2 4 0,-1 3-7 16,-2-3 8-16,2 1-17 0,2 2-2 0,-1-1-5 16,2 1 16-16,-2-1-8 0,0 1-11 15,-1 0-2-15,-2-1 17 0,-1 3-7 0,-4 0-4 16,-4-3 6-16,-3 4-12 0,-3-1 12 0,-3-1-11 15,-2 3 0-15,-4-1-10 0,-3 1-6 0,-3-2 15 16,2 2 2-16,-6-3 4 0,0 3-6 16,-2 1-6-16,0 0-2 0,-6-1 2 0,-2-1-4 15,-2 0-16-15,-4 1 10 0,-1 0 2 16,-1 0-53-16,2-4-58 0,-1-1-90 0,0-3-489 16,-6 1 0-1,-1 2 1-15</inkml:trace>
  <inkml:trace contextRef="#ctx0" brushRef="#br0" timeOffset="7709.36">11969 12917 89 0,'0'0'151'0,"0"0"-1"16,-15 0 2-16,15 0 9 0,0 0 3 16,-26 21-9-16,23-22-10 0,-1 0 6 0,0 0-9 15,-1-1 2-15,-1 1-27 0,2-2 5 0,0-1 2 16,0 0-12-16,0-1-14 0,-4-6-6 0,-1 0-13 15,1-1 2-15,0-3-9 0,-1-1 6 0,-2 0 10 16,-1-1-20-16,2-4-2 0,0 0-4 0,2 0-11 16,0-1-12-16,-1-1 7 0,1-2-15 15,0 1 15-15,1-2-22 0,2-1-9 16,0 2 2-16,-1-1-14 0,4-3 4 0,-1 0-19 0,0 1 9 16,2 3-3-16,1-2 1 0,-1-2-10 15,1 1-14-15,-2 1 6 0,2-3 9 0,0 15-7 16,0-9-5-16,0-6-2 0,0-1-1 0,0-3-9 15,15-37 6-15,-10 31-9 0,2-3 16 16,2-3-6-16,3 0-7 0,2-2 2 0,-1-1 6 16,3-2-12-16,3-2 6 0,1 0-1 15,2 0-4-15,1 1 3 0,1 0 1 0,0-1 2 16,0 1 3-16,1 0 7 0,2-1 0 0,-1-1 2 16,0 1-4-16,3 1 4 0,1 0 6 15,-2 4-1-15,3 0 0 0,0 6-2 0,-1-1 6 16,1 2 2-16,4 4 5 0,-6 0-8 0,3-1 8 15,0 3 0-15,1-3-6 0,3 2 7 16,3 1 1-16,-2 1 0 0,3 0-4 0,2-1-3 16,2 0 15-16,1 0-3 0,3 5 4 15,0-1-7-15,2 2 6 0,0-1 3 0,5 2 3 16,-2 1-7-16,3-1-4 0,1 2 6 0,5 1 1 16,4-1-2-16,4 2 4 0,2-1 0 15,1 0-4-15,-1 2-3 0,2-1 2 0,-1 1 7 16,-1 3 4-16,1 0-9 0,1 0 10 0,-1 0-10 15,0 0 5-15,2 3-3 0,-2-1 3 16,-1 0 0-16,0 1 2 0,0 2-1 0,-1-1-4 16,-1 0 6-16,-2 0-5 0,-2 0-4 0,2 3 0 15,0 0-3-15,-2 0 3 0,1-1-1 16,2 3 6-16,5-2-5 0,-2-1 7 0,3 5-2 16,-3-2-10-16,-1 5 5 0,-2-1-6 0,-2 3 9 15,0 0-3-15,-3 0 4 0,-1 2-2 16,-2 1 3-16,-1 1-10 0,-32 0 5 0,16 0 1 15,5 0-6-15,61 13 2 0,-53-5 2 16,0 3 1-16,-1-4 7 0,0 5-10 16,-2 2 15-16,2-2-5 0,0 3-6 0,-2 0 0 0,2 4 5 15,-2 0-4-15,2 1 7 0,-2 1-9 16,0 0 7-16,-2 2 6 0,0 1-14 0,0 4 11 16,0-1 6-16,0 3-5 0,-4 0 2 15,0 1 6-15,-2 4-4 0,0 1 0 0,-2 1-2 16,-2 5-5-16,-2 0 11 15,-2-1 1-15,-2 1-13 0,0 5 10 0,0 2 11 0,-3 0-6 16,-3 6 11-16,-2 5-1 16,-2 1-11-16,-2 3-3 0,-2 0 10 0,-4 0-10 0,-2 0-6 15,-1 2-3-15,0-1-5 0,-3-1 13 0,-2 2-16 16,0-3 14-16,-4 1-16 0,1 0 8 16,-3 0-1-16,0-1-3 0,-1-1-3 0,-2-2 2 15,-1 0 3-15,0-32-1 0,0 15 5 16,0 4-3-16,-13 52-23 0,5-50 19 0,-3 2 0 15,-1-4-1-15,-3 2-1 0,1-5 10 0,-2 0-17 16,-2-4 10-16,0 2 0 0,-2-2-8 0,-3 1-2 16,-1 1 7-16,-3-3 8 0,-1-1-10 15,-2 2 8-15,-4-1 18 0,0-2-18 0,-2 1 3 16,-1 0-2-16,-1-5 18 0,1 0-14 16,-2-1-1-16,1-1-1 0,-2-2-1 0,1-1-8 15,0 0 16-15,-2-2-10 0,-2-2 10 0,-1 0-13 16,-2 2 3-16,-4-3-6 0,0 2-5 0,-2 0 12 15,0-3-7-15,-4 1 15 0,-2 1 8 16,2-5-12-16,0-1 11 0,-2 0-3 0,0-1-6 16,-4 1 21-16,-2-2-3 0,2 0-13 15,-5 2-4-15,-2 0 1 0,-1-3-8 0,0 2 19 16,-2 1-16-16,1-3 1 0,2 0 1 0,-3-1-6 16,-2 2 9-16,3-5-6 0,-1 4 6 15,2-4-11-15,-4 1 6 0,1-1 0 0,-3 1 1 16,-4-3 11-16,-2 3-12 0,0-4 5 15,2 2 4-15,0-4-9 0,-1 0-6 0,1-1 14 16,-2-1-3-16,0-2 19 0,0 1-5 16,-1-2-5-16,2 0 4 0,-5-1-8 0,5 0-2 15,41 0 14-15,-20 0 0 0,-11 0-2 0,-2 0 1 16,-80-11-6-16,75 8 13 0,1 1-3 16,2-2-2-16,-2 0-4 0,1-4 1 0,-2 2 4 15,1-2 21-15,1-4 3 0,-1 1 15 16,1-1 9-16,-3 0-9 0,3-2 15 0,1-3 14 15,-1-3 2 1,3 0 7-16,0 0-5 0,1-3-16 0,0 0 1 0,4-3-37 0,0 1-2 0,4-3-11 16,3-2-12-16,2-1-28 0,2-4 12 15,2 1-36-15,3-5 1 0,0-3-21 0,4-2-8 16,3-2-7-16,1-4-6 0,0 3 2 16,5 2-7-16,-1-2-12 0,4 1 3 0,2-1-2 15,6 0-8-15,4-1 2 0,2 5-4 0,4-1 11 16,2 3 4-16,4-1-14 0,5 0 7 0,4 1 0 15,3 19-7-15,11-42 5 0,4 20-44 16,6 0-51-16,6-3-29 0,7 0-730 16,9 2 1-16,1 0 0 0</inkml:trace>
  <inkml:trace contextRef="#ctx0" brushRef="#br0" timeOffset="10709.79">4616 13883 126 0,'0'0'149'15,"-18"0"-9"-15,-13 12-8 0,16-18-5 0,1 0-16 16,0-2-9-16,2-1-12 0,0 0-10 15,3-1-11-15,-2 1-6 0,3-3-13 0,-3-2 6 16,3-1-14-16,0-1-13 0,0-1 0 0,2-4-7 16,0-2 5-16,0-6-6 0,2 1-10 15,1-6-7-15,0-2-1 0,3-3-8 0,0 21-2 16,0-12-11-16,0-6 2 0,18-45 1 0,-9 30 5 16,6-2-7-16,2 0 8 0,0-5-11 15,5-2 13-15,2-4 3 0,5-4-13 0,2-3 8 16,2 0 5-16,1 2-5 0,3-2 13 0,0 1-6 15,3 1 2-15,3 0 7 0,-1 3-6 16,2 2 5-16,1-2-15 0,2 0 4 0,-1 0-5 16,2 2 16-16,-2 2-21 0,2 1 14 0,-2 1 1 15,2 0-7-15,2 1 5 0,0 0 8 16,2 0 6-16,2-1-3 0,2 4 4 0,4 1-2 16,0-1-4-16,2 3 11 15,0 1-13-15,2-1 2 0,2 1 3 16,-2 4-5-16,0 3 6 0,2 1 2 0,-2 4-1 0,1 0 3 15,4 2 4-15,3 5 0 0,0 1 0 0,7 2 2 16,5 2 5-16,0 1-10 0,-1 7 6 0,-1-1-2 16,4 1 3-16,2 3-2 0,-1 2-1 0,2 4-2 15,4 1 8-15,-3 2-5 16,1 0 0-16,0 3-6 0,-2 3 8 0,-2 0 0 0,-1 2 3 16,-43 0-11-16,20 0 11 0,86 13-5 15,-66-7 7-15,-1 0 4 0,0 4-5 0,-1 0 4 16,-1 0-12-16,-3 1 11 0,-2 5-1 0,-3 0-11 15,-1 5 17-15,-5-1-12 0,0 1 0 16,-2 1 3-16,-3 2 0 0,-2 0 1 0,0 2 1 16,1 3-1-16,-3 0-10 0,-2 3 14 15,-2 2 2-15,-2 0-18 0,-2 3 14 0,-1 0-1 16,-3 3-3-16,-2 1 4 0,-2 2 0 0,0 3-7 16,-5 1 10-16,4 3-9 0,-4 3-11 0,2 1-2 15,-1 3 1-15,-3 0 6 16,-2 2-3-16,2-1-8 0,-2 5 7 0,0-4 0 0,-3 0-2 15,0 4-8-15,-2 1-10 0,-1-2 7 16,-5 0 8-16,0-2-12 0,-1 1 1 0,-2-1 16 0,-4-2-3 16,1-1 7-16,-3 1-12 15,-3-5 0-15,1-2 7 0,-4-3-3 0,0 1-15 0,-5-4 14 16,-1-1 3-16,0-23 16 0,0 11-8 16,-11 38-5-16,5-31 6 0,-2 0 17 0,-6-2-22 15,0-1 24-15,-5-2-9 0,-2 0 1 0,-3-2-15 16,-3 0 21-16,-4 0-8 0,-1 0 17 15,-1 0-13-15,-3-1 0 0,-3 0 6 0,-2 1-13 16,-1-2-20-16,-7 1 8 0,-1 1 13 16,-4-1 5-16,2-4-20 0,-2 2 10 0,-2-1-5 15,0-3 0-15,-1 1 14 0,-2-3-19 0,-5 1 1 16,-4 2-3-16,-1 0 8 0,-7-2 6 0,0 0-14 16,-3-2 4-16,1 1 9 0,2 0-14 15,-8 0 10-15,-1 2 0 0,-2-1-2 16,1-1-6-16,-4 1 7 0,0-1 0 0,-2 0 12 15,0 1-12-15,0-1 16 0,-3 4-12 16,0-2 3-16,1-1 3 0,-9 0 3 0,3-1 7 16,-3-1-8-16,3 1 7 0,2-2 11 0,1-1 15 15,2-3 14-15,3-2-5 0,0-5 6 16,3 1 11-16,-2 0-8 0,-1-3-4 0,4 0 14 16,0 0-7-16,0-5-8 0,3 2-18 15,-1-4-3-15,4-1-9 0,40 0-9 0,-18 0-12 16,-10 0-4-16,-76-11-19 0,70 5 0 0,2 0-6 15,2-3-9-15,4-1-1 16,4-2-4-16,-2-4-11 0,4 3-7 0,0-5-11 0,4-3 4 16,-2 0-14-16,5-6-8 0,-1-3-9 0,-1 0 5 15,6-1-7-15,-2-1 0 0,3 2-10 0,2-4 4 16,1 2-10-16,5 1 5 0,3-1-7 16,2 0 1-16,2-2-9 0,3 2 6 0,0-4 1 15,8-2 1-15,1-5-1 0,4-8 6 16,6-2-8-16,8-4-1 0,5 23 1 0,25-67 1 15,3 30-29-15,12-5-40 0,11 0-70 16,2 1-384-16,6-1 0 0</inkml:trace>
  <inkml:trace contextRef="#ctx0" brushRef="#br0" timeOffset="15195.37">7548 17126 33 0,'0'0'188'0,"0"0"-7"0,0 0 11 16,0 14-3-16,0-14 6 0,0 0 11 0,0 0 10 15,0 0-32-15,0 0 10 0,0 0-27 0,-26 27 4 16,24-26-30-16,2 0 3 0,0-1-10 15,-1 1-23-15,1-1-6 16,0 0-13-16,0 0-10 0,1 0-21 0,2-2 11 0,10-8-11 16,6-1 1-16,2-3-7 0,11-5-14 0,6-6 5 15,10-5-5-15,8-1 2 16,5-2-18-16,11-4 9 0,5-4-2 0,7 2 9 0,7-2 4 16,5 3-7-16,9-3 13 0,2 0 4 0,-2-1 10 15,1 4-18-15,0-1 2 0,4-1 5 0,-2 2 1 16,0 1-12-16,-3-3-5 0,-1 2-3 15,-1 4-5-15,0 0-7 0,-5-3 11 0,-3 4-10 16,-5 3 3-16,-4-2-11 0,-1 2 4 16,-1 0-4-16,-4-2 7 0,-7 6-10 0,-5-3 4 15,-4 5-5-15,-5 1-16 0,-6 2-11 16,-3-1-35-16,-6 1-27 0,-3 2-25 0,-5 4-42 16,-8 0-29-16,-4-1-51 0,-1 1-671 0,-6 0 0 15,-9 4 0-15</inkml:trace>
  <inkml:trace contextRef="#ctx0" brushRef="#br0" timeOffset="15211.88">8260 17347 105 0,'-8'2'173'0,"2"2"-12"16,0-3 8-16,4-1-6 0,0-1-13 0,2-3-18 15,3 1 9-15,8-10-25 0,6-3-1 16,3-1 1-16,5-2-6 0,7-4-7 0,6-1-14 0,7-4-5 16,6 2-9-16,5-5-1 0,2 1-16 0,9 0 13 15,-2-3-16-15,2-1 2 0,5-2-8 16,1-2-6-16,5-4-3 0,1 0-12 0,1 0-30 15,-2-3-24-15,2 0-21 0,-1-3-47 16,-2-3-27-16,1 2-77 0,-5-3-144 0,-1-2-70 16,-2 0 0-16</inkml:trace>
  <inkml:trace contextRef="#ctx0" brushRef="#br0" timeOffset="15518.34">9884 15794 44 0,'-20'15'245'0,"-14"7"-25"16,24-18-5-16,2-2-10 0,0 2-17 0,4-1-24 16,4-2 16-16,4-2-25 0,8-7-2 15,12 0-15-15,0-5-3 0,16-2-9 0,7-4-1 0,71-31 112 16,-47 22-108-16,7-7 18 16,2 1-7-16,2-2-13 0,10 0-5 0,7-3 3 15,1-2-8-15,6-4-16 0,1-1 1 0,0-1-11 16,-3-1-8-16,0-2-2 0,0 3-6 15,-3 0-12-15,-1 4-10 0,-3-2-1 0,1-1-10 16,-4 1 1-16,1 1-3 0,-3 2-3 16,-4-1-21-16,1-2-4 0,-5 5-18 0,-4 1-25 15,-3 6-16-15,-5 1-26 0,-5 3-21 0,-6 3-33 16,-5 3-20-16,-8 5-22 0,-5 0-22 0,-6 4-24 16,-6 1-592-16,-2 5 0 0,-10 2 0 15</inkml:trace>
  <inkml:trace contextRef="#ctx0" brushRef="#br0" timeOffset="16048.3">10061 16142 14 0,'-20'6'158'0,"7"-2"-15"0,6-4-7 0,5-4 1 16,4-1-20-16,12-8-4 0,6-4-14 0,8-4-7 15,9-4-7-15,10-1-4 0,8-8-2 0,7-5-3 16,9-3 4-16,5-3-21 0,11-5-4 16,7 0-1-16,8-5-3 0,3-3-9 15,73-37-10-15,-36 21-7 0,-24 14-30 0,-12 7-21 0,0 0-31 16,4 0-34-16,-4-2-83 0,-2 3-149 16,-3 2 60-16</inkml:trace>
</inkml:ink>
</file>

<file path=ppt/ink/ink63.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8T10:24:06.444"/>
    </inkml:context>
    <inkml:brush xml:id="br0">
      <inkml:brushProperty name="width" value="0.05292" units="cm"/>
      <inkml:brushProperty name="height" value="0.05292" units="cm"/>
      <inkml:brushProperty name="color" value="#FF0000"/>
    </inkml:brush>
  </inkml:definitions>
  <inkml:trace contextRef="#ctx0" brushRef="#br0">3956 11572 4 0,'88'-13'15'0,"-68"13"-7"0,38 12 2 15,-20-6-12-15,-2 3 1 0,0 1 13 0,-1 1-1 16,-2 2-6-16,-1 3 10 0,1-2-10 0,-1 4-1 16,2 0 5-16,-1-1 5 0,-2 4-4 15,1 0-4-15,1 1 2 0,-2 0 3 0,0 0-4 16,1 2 5-16,-3 0 6 0,0 0-3 0,-3 2-13 15,3-3 13-15,-1 2-20 16,-4 1 8-16,6 0-5 0,-4 1-6 0,1-1 22 0,0 3-1 16,-3-3-7-16,-2-2 0 0,0 2 1 15,0-1-11-15,-2-2 8 0,-1-2 7 0,-2-1 0 16,-1 1-6-16,0 0 2 0,-2-4 0 0,-2-1 2 16,0 2-14-16,-4-1 14 0,0-2-3 15,-6-2 11-15,4 2 0 0,-2-3-13 16,-2-2 10-16,0 0 1 0,-2-10-11 0,0 10-15 0,0 5-206 15</inkml:trace>
  <inkml:trace contextRef="#ctx0" brushRef="#br0" timeOffset="1521.5">1089 13129 44 0,'-72'-39'78'0,"36"21"0"15,3-4-2-15,1-1-5 0,2 1-30 0,2 2 6 16,3-3-1-16,1-3-12 0,1 0-1 16,5 1 7-16,-1-2-6 0,4-1-5 0,5-4-2 15,0-2-5-15,4-1 3 0,0-2-25 0,4-2 17 16,2 21-2-16,0-11-8 0,0-3 2 16,17-35-3-16,-6 28-7 0,5-3-1 15,8-3-2-15,8-5 1 0,4 1-2 0,6-2 1 16,4 1-1-16,-1 5 3 0,-1 7 0 0,0-2-3 15,7-1 3-15,10-5-2 0,6-5-3 0,8-2 5 16,9-3 7-16,9 0-8 0,5-5 22 0,4 2-16 16,2 1 1-16,4 1 4 0,74-31 12 15,-38 22 2-15,-27 13-23 0,-16 10 16 0,1-3 1 16,5 1-5-16,0 2-9 0,-1 3-3 16,1 0 6-16,-2 2 2 0,-1 6 9 0,-2 4-22 15,-4 3 17-15,-2 4-8 0,-1 2-2 0,-6 6 6 16,-2 3-2-16,1 5 1 0,-4 3 4 15,-43 2 10-15,19 0 1 0,78 19-6 0,-66-4 2 16,1 6 18-16,-3 0-3 0,-4 7-3 16,-4 2 3-16,-1 2-2 0,-1 3 5 0,-2 3 0 15,-4 0-4-15,0 7-1 0,-2-1-1 16,-4 2 5-16,-1 2-4 0,-3 1 3 0,-4 3-5 16,-3-2-5-16,-2 4-4 0,-1 3 3 15,-4-1 6-15,-2-1-2 0,-4 4-2 16,-6-5-2-16,0-1 5 0,-6 3 1 0,-4-1 7 0,-8-2-5 15,0-24 13-15,-16 50 2 0,-2-26-1 16,-4-4-3-16,-8 2-9 0,-4-3 5 16,-6 2 0-16,-3-3 0 0,-5-1 0 0,-5-3 2 15,-2-1-6-15,-2-2-11 0,-2-1 1 0,0-5-10 16,2 0 7-16,-2-2-4 0,4 0-5 0,0-1 10 16,2-1-10-16,1-1 8 0,0 1-3 0,0-3-11 15,0 5 7 1,0 0 7-16,0-1-11 0,-2 1 10 0,-4 3-1 0,-2 1 5 15,1-2-8-15,-4 3-7 0,-2-1-6 0,2 0 7 16,-3 1-8-16,-1 1 13 0,-1-1-8 16,-1 1-8-16,1-1 17 0,-4 2-17 0,0-2 8 15,-3-5-2-15,0 0 5 0,1-4 1 0,-4 4-9 16,4-5 5-16,-2-2-1 0,-2-3-8 0,1 1-6 16,-2-4 4-16,-2-1 3 0,-1-4-2 15,-1 0 0-15,3-2-5 0,0-3 0 0,0 1-4 16,0-5-6-16,0-3 4 0,-1 3-11 15,2-1 10-15,-43-4 2 0,10 2-5 0,62-2-5 16,-90-13-5-16,57 2-2 0,10-3 2 16,10-2 9-16,8-5-6 0,5 0-3 0,6-3-1 15,5-1-2-15,6-3 1 0,2-1-8 0,3-1 9 16,1-2 1-16,6-5-10 0,4-1-10 16,2-4 8-16,6-2 2 0,3-3-14 0,6 21-6 15,0-14-4-15,22-59 19 0,3 33-19 16,11-6-8-16,13-8 16 0,14-4-5 0,5 10-13 0,3 5 55 15,6 5-49-15,13-8 15 0,72-36 7 16,9 2-35-16,-33 22-81 0,39-13-107 0</inkml:trace>
  <inkml:trace contextRef="#ctx0" brushRef="#br0" timeOffset="8004.62">7791 15178 15 0,'-16'-17'44'0,"-1"-19"-11"0,14 15 3 16,2-3-12-16,1 11 13 0,0-6-4 15,0-4-7-15,16-29-14 0,-8 24 7 0,2-1-6 16,4-3 5-16,3-2-21 0,0 0 2 16,6-2-6-16,2 2 4 0,5-3-5 0,3-2-8 15,6-2-10-15,5-1-1 0,5 0 7 16,6-2-8-16,13 1 0 0,4-2-2 15,9 5 5-15,4 1 1 0,6-1 5 0,-3 2-1 16,4 2 7-16,0 2 17 0,4 4-5 0,0 3 10 16,2-1 0-16,-2 4 5 0,0 2-9 0,-3 5 15 15,-1 1 1-15,0 2-1 0,0 2 5 16,2 2-2-16,-2 2-3 0,1 5-5 16,-5 0-2-16,-46 3 6 0,19 0-1 0,9 0-16 15,68 13 5-15,-68-7 8 0,-5 5-8 0,-1 2-7 16,-5 0 20-16,-1-1-16 0,-2 5-1 0,-1-1-5 15,-2 2 7-15,-4-1 3 0,-1 1 11 16,-4 1-9-16,0 1-4 0,-4 1 7 0,0-1 7 16,-4 3-1-16,-1-2-11 0,-3 2 4 15,-3 1 9-15,-1 1-1 0,-1 0-12 16,-2 2 11-16,-1 1 6 0,-1 1-6 0,-2 1 8 0,-1 4-15 16,-1 0 28-16,-2 0-22 15,-1 0 13-15,-1 4 3 0,0 3 2 0,-5 1 7 16,-2 1-2-16,0 3 6 0,-1 1-2 15,-3 2 2-15,-3 4-8 0,-1-27 3 0,0 17 5 0,0 4-6 16,-13 57 4-16,6-49-3 0,1-2 1 0,-4-3-3 16,0 0 15-16,-1-3 2 0,-1 0-12 15,-4-7 3-15,0 1 3 0,-1-2 0 0,-3-3-3 16,-4-2 4-16,-2 0-3 0,-4-4 0 16,-1 0 0-16,-6-4-3 0,-3 0 0 0,-3-1 8 15,-4-2-4-15,-3-1-1 0,-5-1-7 0,-5 0-6 16,-4-2 10-16,-3-2-19 0,1 3 6 15,-2-4 7-15,-1-3-17 0,-3 2 18 0,-2 0-11 16,-2-3-6-16,-1 2 7 0,-3-2 0 0,-6 1-9 16,-3 0 6-16,0-2-8 0,-4-1 10 15,1 1-18-15,-6-3 7 0,-3-2-8 0,-3-1 0 16,-1-3-3-16,-2-2 4 0,54 0-1 0,-26 0-6 16,-105-12-3-16,76 3-3 0,1-6-14 15,1 3 9-15,-1-8-7 0,4 1-13 0,3-1 10 16,0-5-1-16,6-1-10 0,4-1 4 15,4-5-7-15,4-2-15 0,4-2-2 0,2-1-16 16,4-7 1-16,4 0 0 0,4-2-6 0,5-2 1 16,4-4 10-16,7 0-9 0,4-5 5 15,5 2-1-15,7-1-13 0,8-1 22 0,7-5 8 16,9 2-3-16,8 28-12 0,12-60 20 0,5 31 13 16,8-1 1-16,9-1 17 0,10-3 1 15,15 2 7-15,12 0 2 0,15-6 16 0,13 2-6 16,78-41 3-16,10 7-20 0,12 10-22 15,2 13-35-15,-4 4-46 0,-35 18-137 0,-28 11-18 0</inkml:trace>
  <inkml:trace contextRef="#ctx0" brushRef="#br0" timeOffset="11975.28">14966 16141 60 0,'-68'-10'180'15,"39"0"-11"-15,2-1-7 0,2-1 4 16,1-1-2-16,1-3-4 0,2 0-11 0,1-3-11 15,2-2-4-15,1 2-15 0,1-7 9 16,2-1-8-16,2-1-13 0,2-1-15 0,0-5-10 16,5-2-2-16,0 1-3 0,2 0-23 0,0-4 10 15,3 21-14-15,0-12 5 0,0-6-19 16,0-4-4-16,15-44-7 0,-7 38 5 0,3-3 1 16,2-3-25-16,3-5 3 15,3 3 7-15,0-3-4 0,5 0-5 0,0 4-6 0,0-3 3 16,5 1 8-16,-1 3-7 0,1-1-1 0,1 0 7 15,3 2-18-15,2-2 13 0,2 2-3 16,2-2 1-16,1 2-10 0,1-3 13 0,4 2-3 16,1-2-15-16,3 3 13 0,3-2 10 0,4 0-2 15,1 0-14-15,2 1 18 0,-2-1-6 16,6-1-2-16,2 0-1 0,3 1-14 0,3-1 10 16,4 1 7-16,2 1-15 0,0 0 7 15,2 1 19-15,1 2-12 0,3-1-7 0,-1 3-5 16,4 0 5-16,-2 2-11 0,2 1 11 15,0 1-10-15,-2 2 0 0,4 1 9 0,2 3 0 16,-2 1 6-16,-2 2-10 0,5 1 3 0,0 2-7 16,2 0-1-16,3 3 1 0,-2 1 12 15,0 1 8-15,-2 1-11 0,0 1-8 0,0 1 14 0,0 1-2 16,0 3 2-16,-1-1-1 0,2 0 0 16,-1 3-1-16,0 2-2 0,0 0 4 15,2 2-9-15,-4 1 6 0,2 1-7 0,-1 4 10 16,1 1-15-16,0 2 8 0,-1 1 2 0,0 0 6 15,0 3-14-15,-46 0 6 0,22 0 16 0,10 0-16 16,90 16 2-16,-75-9-5 0,-2 2-1 16,1 1 14-16,-2 3-5 0,2-2-2 0,0 5 6 15,3-1-5-15,-3 2-11 0,-6 3 6 0,3-1-3 16,-5 4 7-16,0-2 4 0,-3 1 0 16,2 3-1-16,-2 1 2 0,3 0-2 0,0 5 5 15,0 1-4-15,-2 1 5 0,-3 0-6 0,2 5 2 16,-4 1-9-16,-2 3 13 0,0 1-17 15,-2 3 20-15,-1 1-8 0,-1 2 5 0,0 0-15 16,0 2 19-16,-2 2 2 0,-2-5-11 0,-6 3-1 16,0 1-5-16,-6 2 13 0,0 1 4 15,-4 1-4-15,-2 1 12 0,-2 0-24 0,-2 0 11 16,-4 3 0-16,-2-1 6 0,-2 0-4 0,0 1 2 16,-6 0 5-1,2 4 1-15,-2 0-13 0,-2 4 7 0,-2-2 7 0,0 0-1 0,-2 2 10 16,-4-2-17-16,0 4 11 0,-2-1-11 15,-4 0 6-15,0 1 11 0,-2 2-22 0,-3-3 21 16,-2 1-7-16,1-2 9 0,-6 0-7 16,1-1 2-16,-3-34-5 0,0 17 11 0,0 6-7 15,-16 65 0-15,7-59-4 0,-5 0 12 0,0-1-6 16,-4 1-3-16,-2-3-5 0,0-1 11 16,-6 1 2-16,-2-1-12 0,2-2 3 15,-2-3-7-15,0-2 10 0,-8 2-7 0,0-2 0 16,-4 0-4-16,-2-2-11 0,-8 1 3 15,2-3 4-15,-4 1 3 0,0-1-10 0,0-3 4 16,-2 1-9-16,-2-2 9 0,-2-1 7 0,0-1-14 16,-2 1-1-16,-4 0 5 0,-6-3 1 0,0-2-1 15,-1 1-14-15,0 0 12 0,1-3-6 16,-1 1 1-16,1-4 2 0,-3 0 4 0,1 4 1 16,0-4 1-16,-6 0-5 0,0-1 2 15,0 1-1-15,-1-1 0 0,1-4-2 0,2 4 3 16,-4-4-1-16,4 0-2 0,-7-1-4 0,2 1 8 15,-2-3-3-15,-2-1 4 0,-1-3-4 16,-3 1 6-16,-2-4-6 0,-5 2 8 0,-1-6 1 16,2 2 9-16,-7-4-11 0,-4-1 12 15,-3-1-13-15,1-3 13 0,-1-4-9 16,-1 1 0-16,2-2 2 0,-4-1 5 0,57 0 0 16,-26 0 10-16,-14 0-6 0,-104-19 3 0,97 12-4 15,0 0 3-15,2-2 1 0,0-2 2 0,1-2-12 16,-2 0 3-16,5 1 7 0,0-1-12 0,1 0-1 15,2-6 0-15,2 2 6 0,0 2 0 16,1-4-11-16,1 0 12 0,-3-3-10 0,-2 1 2 16,2-2 2-16,0-2 1 0,2-1 3 15,0 1-4-15,2-3 13 0,0-2-12 0,4 2 12 16,0-4-2-16,0-2-7 0,0-1 6 0,1-4 0 16,-1-2 0-16,0 1-2 0,3-2 0 15,1-2 2-15,5-1 14 0,-2-2-7 0,2 0 1 16,3 3 8-16,1-6 9 0,2 0-4 0,1-1 9 15,-2-1-10-15,3 1-2 0,3-4-14 16,2 2 6-16,1 0-3 0,2 0 9 16,2 0-4-16,1-3 12 0,1 5-14 0,5 1-2 0,2 2 6 15,3-2-8-15,3 3-11 0,2-3 25 0,2 5-14 16,0-4-12-16,5 0 9 0,1 2-5 16,7 2-8-16,1-1 12 0,1 0-11 15,2-1 7-15,3 4-2 0,6 0-19 0,-1-2 2 0,1 1 0 16,3 1-10-16,1 2-6 0,1-2-1 15,0 2-4-15,6 1-5 0,1 0-1 0,-1 1-21 16,-2-1-16-16,2-1-4 0,1 1-7 0,0 21-18 16,0-11-13-16,0-4-24 0,0-4-12 15,0 1-13-15,0-3-4 0,0 3-19 16,0 0-5-16,0-1-5 0,0 3-5 0,0-1-12 0,-7-34-814 16,-4 2-1015-16</inkml:trace>
  <inkml:trace contextRef="#ctx0" brushRef="#br0" timeOffset="22348.28">19734 7093 191 0,'0'-17'180'15,"0"17"9"-15,0 0 7 0,0 0-9 0,-14-13-23 16,14 13-23-16,0 0-7 0,-19-21-14 0,16 21-21 16,3 0-7-16,-1 3-2 0,0 1-2 15,-1 5-9-15,-2 18-6 0,-1 3-4 0,1 4-6 16,-3 6 0-16,-3 5-13 0,2 5-11 0,-2 0 11 15,1 8-9-15,0 1 2 0,-2 1-5 16,2 3-9-16,-1-1 2 0,1-2 0 0,0-3 6 16,1-4-16-16,-2-3 12 0,2-4-8 0,0-7 1 15,2-3 16-15,2-2-1 0,0-4 12 16,2-4 52-16,0-5 21 0,-1-1-1 0,0-6 3 16,2-6-4-16,-2-2 2 0,1-3-12 0,2-3-16 15,-11-20-17-15,7-9-22 0,0-4-17 0,0-8-15 16,0-9-8-16,1-5-14 0,-2-5-36 15,2-5-15-15,1-2 10 0,0-2-7 16,2 35-16-16,0-21 19 0,15-70-8 0,-4 55-19 0,2 1 3 16,4 3-6-16,3 1 13 0,6 5-4 15,6-2 5-15,4 4-11 0,6 3 5 16,4 3 1-16,3 4 4 0,2 4 2 0,-1 6 5 16,-2 6 1-16,-1 2 1 0,-4 11-4 0,-3 6-8 15,0 7 1-15,-23 6 7 0,31 16 8 0,-24 8 2 16,-7 4 28-16,-1 8 5 0,-8 4 8 0,-4 1-12 15,-4 1 13-15,0-19 6 0,0 10 15 16,-18 43 8-16,7-32 12 0,-1-6-20 0,-1-1 25 16,-2-4 13-16,3-3-10 0,-1-3 8 15,-1-4-5-15,2 1 6 0,3-3 5 0,-3-4-1 16,1-4-4-16,1-3-19 0,0-5-21 0,4-1-20 16,6-4-49-16,-11 0-40 0,-8-13-47 15,14-1-57-15,5 0-40 0,0 2-396 0,11-24 1 16</inkml:trace>
  <inkml:trace contextRef="#ctx0" brushRef="#br0" timeOffset="22607.12">20420 6890 44 0,'10'1'139'0,"-2"3"-8"0,3 7 1 0,-3 0 11 0,-3 10-3 0,1 5-6 0,-5 5-8 15,-1-15 8-15,0 11-17 0,0 5 0 0,0 5-14 16,0 3-7-16,0 0-12 0,0 0-13 15,0-2-3-15,0-1-1 0,0-3 12 0,0-4 31 16,0-4 24-16,0-5 32 0,0-5-8 16,0-3-1-16,0-6-22 0,15-6-13 0,1-15-13 0,4-5-21 15,2-8-14-15,4-4-12 0,3-6-6 16,3-4-23-16,3-1-5 0,7-1-31 16,0 1-45-16,0 1-47 0,0 4-31 0,-2 1-27 15,0 2-44-15,-2 3-45 0,0 1-382 16,-4 2 1-16</inkml:trace>
  <inkml:trace contextRef="#ctx0" brushRef="#br0" timeOffset="22939.07">21257 7107 137 0,'11'3'187'0,"9"0"11"0,-8-3 12 15,7 0-14-15,26-17 1 0,-16 8-3 16,2-2-3-16,3-1-5 0,-2-3-29 15,1 0-19-15,-5 0 12 0,-1-2-2 0,-3 1-22 16,-4 0-1-16,2 1-14 0,-6 0-15 16,-2 0 4-16,-6 1-25 0,-6 3-9 0,-2 1-11 15,0 10-22-15,0 0-9 0,-17-14 0 0,-2 12-26 16,9 2 19-16,-26 12-6 0,12 1-4 0,-6 10 15 16,0 7-3-16,0 1-2 15,2 8-1-15,0 2-11 0,4 2 5 0,3 2 4 0,3-1-12 16,5-1-2-16,4-4 4 0,3-1-12 0,6-19-6 15,0 7 7-15,20 22 0 0,2-29-8 16,6-6-2-16,8-6-31 0,5-4-27 0,-17-3-34 16,12 0-21-16,50-23-36 0,-37 3-75 0,0-6-367 15,1-2 1-15</inkml:trace>
  <inkml:trace contextRef="#ctx0" brushRef="#br0" timeOffset="23294.45">22079 7102 50 0,'18'-24'137'15,"-2"3"49"-15,0 0 23 0,-4 2-1 0,-2 2-24 16,-4 6-22-16,-2 3-15 0,-4 8-9 0,-4 0-15 15,-2 4-16-15,-6 11-12 0,-6 6 0 16,2 1 6-16,-2 5-18 0,-4 7 12 0,2 2-2 16,-2 3-2-16,4 1 8 0,-2 1-15 0,4-4-7 15,0 0 3-15,6-3-8 0,1-6 27 16,1 1 2-16,1-7 19 0,5 1 0 0,0-8-4 16,2-15-9-16,14 10-3 0,-4-12-9 0,14-10-6 15,4-3-13-15,7-11-20 0,0-6-9 16,5-6-24-16,0-9-18 0,0-5-24 0,4-4-17 15,0-4-2-15,0-2-25 16,0 0 4-16,-6-1-8 0,-4 2 33 0,-2 1 16 16,-6 4 18-16,-2 5-11 0,-2 1 5 0,-4 9-5 0,0 2-9 15,-6 7 20-15,2 3 3 16,-2 1-13-16,0 1-20 0,-4 10-11 0,0 9 20 0,-8 8 6 16,0 11 4-16,-8 17-5 0,-8 6 8 0,-2 9 12 15,-4 10 20-15,0 5-13 0,-2 7 11 16,0 3-6-16,2 2 3 0,4-1-22 0,2 2-5 15,2-4-26-15,4-7 1 0,2-3-17 16,0-5-25-16,6-5-18 0,2-26-31 0,0 7-25 16,14 30-47-16,2-36-79 0,4-5-325 0,8-13 0 15</inkml:trace>
  <inkml:trace contextRef="#ctx0" brushRef="#br0" timeOffset="23504.19">22967 6958 95 0,'18'-16'289'0,"-4"3"-30"0,-2 1-31 0,0 8-30 16,-8 1-2-16,-4 3-15 0,0 0-7 16,12 17-11-16,-16 5-14 0,4-7-3 0,-12 32-22 15,2-9-15-15,-4 2-11 0,-2 5-9 0,0 5-2 16,0-3-14-16,-2-1-32 0,2-1-18 16,0-3-14-16,2-6-11 0,2-6-28 0,2-1-4 15,-2-3-6-15,2-5-11 0,2-14-52 0,0-4-70 16,8-3-44-16,-14-25-304 0,6-3 1 15</inkml:trace>
  <inkml:trace contextRef="#ctx0" brushRef="#br0" timeOffset="23630.91">22763 7166 858 0,'0'-30'109'0,"0"-14"-1"16,-10-57-3-16,10 48 5 0,0 4-4 15,0 25-13-15,0-9-1 0,14-40-11 16,-4 40-17-16,6 2 3 0,6 4-14 0,4 3-2 0,8 5-8 16,6 8-19-16,4 7-2 0,2 4-19 15,-22 0-24-15,46 16-18 0,-22 0-37 0,-5 2-27 16,0 5-65-16,-3 2-126 0,0-1-28 15,-3 1 0-15</inkml:trace>
  <inkml:trace contextRef="#ctx0" brushRef="#br0" timeOffset="23867.24">23699 6838 9 0,'10'-13'304'0,"-4"1"10"16,0 6 13-16,-2 0-40 0,0 1-12 0,0 0-45 15,-2 1-23-15,-2 2-20 0,2-2-21 16,0 2-19-16,0 2-33 0,-1 2-7 0,-2 0-16 15,-6 16 5-15,-4 7-17 0,-3 3 6 0,-5 9-19 16,-4 6 1-16,-3 4 8 0,-2 8-24 16,-4 2 1-16,2-1 8 0,4-5-17 15,2-2-8-15,4-5 7 0,1-1-27 0,3-7 7 16,3-2-29-16,2-6-43 0,2-1 21 0,3-2-8 16,6-4-13-16,0-21-37 0,15 12-30 0,4-14-49 15,3-11-53-15,4-6-479 0,-2-6 0 16,2-8 0-16</inkml:trace>
  <inkml:trace contextRef="#ctx0" brushRef="#br0" timeOffset="24069.81">23970 6721 51 0,'17'-26'230'0,"-2"-1"-15"16,1 5-14-16,-4 4-25 0,2 5-14 0,-6 6-8 0,0 7-23 16,-8 0-6-16,14 23 11 0,-7 3-2 15,-4 4 3-15,-3-10-20 0,0 11-12 0,-15 48-11 16,3-22 9-16,-5 5-19 15,-2 4 24-15,-4 6-30 0,-4-2 12 0,2-1-27 0,2-1-13 16,2-4-32-16,0-7-19 16,1-4-23-16,4-4-41 0,-2-8-36 0,5-5-34 0,0-6-11 15,2-3-12-15,3-5-39 0,4-14-85 0,3-5-132 16,2-8 1-16</inkml:trace>
  <inkml:trace contextRef="#ctx0" brushRef="#br0" timeOffset="24382.03">23977 7330 27 0,'29'-34'136'0,"2"1"-4"0,1 2 0 15,3 5 20-15,-2-2 8 0,0 7 13 0,1 0-2 16,0 6 3-16,0 1-10 0,-2 3 21 16,3 1 5-16,-2 3 7 0,-1 0 5 0,2-1-10 0,-4 1-6 15,1-1-17-15,-3 4-12 0,3-2-17 16,-5 0-15-16,1-2-14 0,2 0 0 0,-3-1-13 16,-5 3-5-16,-4-4-8 0,-5 5-11 15,2-1-10-15,-5 0-2 0,-5 1-16 0,0 0-19 16,-3 1-4-16,-1 4-9 0,0 0 9 15,-14-1-6-15,-4 6-1 0,-6 6-8 0,0 3-3 16,2 3 9-16,-5 4-6 0,-1 4-3 0,-3 3 4 16,1 4 2-16,-2 6-3 0,0 4-5 15,1-1-1-15,4 2 0 0,5 1-8 0,2-2-10 16,5-3-1-16,3-3-3 0,4-4 7 16,5 4-9-16,3-21 5 0,18 24 1 0,2-22 5 15,6-1-25-15,6-5-4 0,7-4-42 0,2-5-21 16,-18-2-38-16,52-17-33 0,-19-2-47 0,5-7-571 15,4-6 0-15,-2-1 0 0</inkml:trace>
  <inkml:trace contextRef="#ctx0" brushRef="#br0" timeOffset="24777.08">25199 7229 1042 0,'28'-32'161'0,"-4"1"12"0,-4 4-2 0,-5 3-2 0,-1-1-20 16,-7 5-1-16,-6 5-26 0,-1 15-15 16,-12-11-10-16,3 12-15 0,-11 12-2 0,-4 3 11 15,-5 6 2-15,-3 5 15 0,-4 10-8 0,-2 3-6 16,1 5 1-16,2 0-5 0,2 3 1 0,2-2 2 15,5-2-1-15,2-4-7 0,4-2 4 16,1-5-2-16,4-4 7 0,3-5 3 0,-1 0-3 16,0-2 11-16,6-9 9 0,4-3-9 0,3-10-2 15,16 0-9-15,7-11-13 0,5-5-9 16,4-10-4-16,5-11-14 0,3-6-26 0,4-8-17 16,2-8-13-16,2-5-20 0,2-6-14 0,4-3-15 15,-1-2-3-15,-2-3-23 0,2 1 14 16,-1 4-5-16,-4 1 11 0,-1 2-11 15,-2 8 4-15,-5 2-4 0,-7 7 8 0,-1 6 16 16,-2 4 5-16,-5 5-2 0,-5 3 3 0,0 8 6 16,-5 3-7-16,1 1-15 0,-4 8 7 15,-8 11-9-15,-6 10 13 0,-10 13 13 0,-6 9 21 16,-6 10-2-16,-4 9 21 0,-7 9 7 0,-1 8 1 16,-4 6 15-16,0 3 8 0,0 3-12 0,0 3 8 15,1 0-6-15,3-4-9 0,-1-1-1 0,2-3-20 16,5-4-20-16,2-3-29 0,1-6-54 15,3-3-66-15,-1-4-70 0,3-4-598 0,4-5 1 16,2-8 0-16</inkml:trace>
  <inkml:trace contextRef="#ctx0" brushRef="#br0" timeOffset="25840.71">20156 8209 178 0,'0'0'200'16,"0"0"-16"-16,0 0-8 0,0 0-5 15,0 0-5-15,0 0-7 0,5 31-24 0,-5-17-2 16,0 8-6-16,-12 32-6 0,4-18-5 16,-3 3-10-16,-2 2-19 0,1 4-4 0,-4 3-6 15,0 2-12-15,-1 2-1 0,1-4-14 0,0 4 1 16,1-2-7-16,0-5 6 0,2-3-11 16,4-8-16-16,-2-4 30 0,2-1 12 0,-1 0 45 15,2-8 8-15,2 2 13 0,-1-10 38 0,3-3 11 16,0-9-25-16,4-1-23 0,-7-26-27 15,6-6-18-15,1 11-26 0,0-8-4 0,0-12-13 16,13-57-26-16,-3 38-21 0,-1-6-5 0,3-4-5 16,4-3-22-16,4-1-3 15,0 3-1-15,1 3 4 0,5 4 5 0,0-1 8 0,2 9 4 16,6 0-1-16,3 3 11 0,3 4 4 16,1 7-11-16,1 6 11 0,-2 3-6 0,0 7-10 15,-3 5-3-15,-1 7 3 0,-3 5 1 0,-17 9-16 16,7 0 19-16,16 26-12 0,-30 1-1 15,-5 8 1-15,-4-14 3 0,-17 47-2 0,2-20 5 16,-4-1-2-16,-3-3 6 0,-4 1-1 16,0-7-3-16,0 0 7 0,2-4 5 15,0-6-1-15,3-2-5 0,2-5-23 0,2-4-22 16,0-2-46-16,1-9-38 0,16-6-64 16,-7 0-492-16,-2-26 1 0,13 4 0 0</inkml:trace>
  <inkml:trace contextRef="#ctx0" brushRef="#br0" timeOffset="26056.45">21036 7975 70 0,'-8'34'158'0,"-4"5"-4"0,-4 3 0 16,0 1 5-16,-2 0 4 0,2-1-8 15,2-3-6-15,2-3-13 16,0-4 0-16,6-2 29 0,-4-1 23 0,6-4 6 0,2-7 23 15,2-11 7-15,0 0-4 0,12 6-14 0,-2-13-17 16,16-12-21-16,0-3-32 0,2-4-31 0,8-9-46 16,0-6-66-16,4 2-54 0,0-2-68 15,2 0-31-15,0-2-40 0,1 3-537 16,-3 0 0-16,-3 3 0 0</inkml:trace>
  <inkml:trace contextRef="#ctx0" brushRef="#br0" timeOffset="26275.93">21666 7986 162 0,'9'18'189'0,"-5"1"-15"0,-1-1 5 16,3 2-1-16,-3 1-18 0,-2 4-9 0,-1 1-6 16,0-11-23-16,0 9 1 0,0 5-23 0,-10 31-6 15,6-24-9-15,0-3-19 0,0 0-41 0,-3 1-44 16,2-6-54-16,-1 6-78 0,0-7-113 15,0-5-98-15,1-5 0 0</inkml:trace>
  <inkml:trace contextRef="#ctx0" brushRef="#br0" timeOffset="26424.04">21522 7977 97 0,'-11'-45'271'0,"3"6"-23"0,3 6 12 15,-1 2-41-15,2 0-20 0,4 16-16 16,0-4-30-16,22-21-31 0,-5 24-15 0,10 6-32 15,6 7-23-15,-16 3-25 0,10 0-33 0,38 16-44 16,-25-2-48-16,-1 6-38 0,0 3-105 0,0 7-130 16,-3-1 0-16</inkml:trace>
  <inkml:trace contextRef="#ctx0" brushRef="#br0" timeOffset="26817.2">22251 8006 151 0,'-2'-8'325'0,"2"3"-17"0,-2-2-14 0,0 2-33 0,0-2-10 0,0 3-22 0,0 0-42 16,0 4-16-16,-2 4-2 0,-8 14-21 15,0 3-7-15,0 10-24 0,-4 9-4 0,2 5-12 16,-2 5-23-16,2 2 4 0,2 1-24 0,4-3 11 16,2-2-5-16,4-3-11 0,2-26 0 15,0 11 5-15,0 1-16 0,16 27 12 16,-4-35 5-16,8-3 5 0,2-6-12 0,8-9-12 15,6-3-4-15,-16-2 1 16,40-13 7-16,-20 0-3 0,2-8-18 0,0-6 1 0,-4-5 7 16,-2-3-15-16,-4-3 8 0,-4 1-3 0,-2 1-3 15,-4-1 20-15,-6 0 9 0,-4 1 17 0,-6 2-11 16,0-2-10-16,-4 2-5 0,-2 20-12 0,-14-24-2 16,4 19-6-16,-4 3-7 0,0 16-6 15,2 0 3-15,-24 26 1 0,12 3 0 16,-4 7 2-16,4 9-4 0,-2 1 4 15,4 1-13-15,2 4 6 0,0-1-13 0,8-2-6 16,2-3 10-16,6-1-8 0,2-3 4 0,2-23-10 16,12 34 7-16,4-24-18 0,4-2 7 0,10-9-18 15,6-5-29-15,6-3-73 0,-2-5-48 16,2-4-59-16,-18 0-676 0,50-16 1 0,-20 1 0 16</inkml:trace>
  <inkml:trace contextRef="#ctx0" brushRef="#br0" timeOffset="27131.14">24034 8145 155 0,'3'0'211'0,"0"1"-9"0,-3 4 8 0,0 1-21 15,-6 17-6-15,-6 4 6 0,-2 5 0 16,-9 7-36-16,-4 8-5 0,-9 5-20 0,-9 8 7 16,-5 8 7-16,-6 9 8 0,-4 6 5 0,-4 0 13 15,-1 0-6-15,-2 0-8 0,2-3-3 0,4-3-15 16,2-6-13-16,7-5-10 0,4-3-11 16,5-7-19-16,7-3-44 15,4-9-30-15,6-7-33 0,8-5-33 0,8-4-24 0,6-3-42 16,4-18-41-16,22 7-50 0,6-17-565 0,0-7 0 15,8-7 0-15</inkml:trace>
  <inkml:trace contextRef="#ctx0" brushRef="#br0" timeOffset="27476.1">25030 8333 107 0,'21'-23'365'16,"-5"2"-19"-16,-7 1-43 0,-9 5-14 0,0 7-31 15,-24-9-19-15,-1 10-24 0,-4 5-22 16,13 2-17-16,-10 0-30 0,-34 23-8 0,19-5-12 16,-7 7-8-16,0 7-18 0,-5 7 6 0,-1 1 3 15,0 5-23-15,3 6-1 0,3 6-22 16,7 0-3-16,5 1-8 0,5-2 1 0,7-1-14 16,7-6-9-16,5 4 6 0,6-5-5 0,6-26-11 15,0 12 8-15,23 41-4 0,-4-34-6 16,1-3-6-16,1-3 0 0,0-1 1 0,-1-4-6 15,-1-6 14-15,-4-3-7 0,-1 3 1 16,-2-4 11-16,-2-4 19 0,-6-3-4 0,-4-13-10 16,-18 21 9-16,-8-10-10 0,-5-3-7 0,-6-1 8 15,-10-1-11-15,-4 3 0 0,-5-3 2 16,-2-1-10-16,-8-1-4 0,-4 1-37 16,4-2-27-16,0 1-60 0,2 1-42 0,3-4-46 15,3 4-756-15,8-5 0 0,3 2 0 0</inkml:trace>
  <inkml:trace contextRef="#ctx0" brushRef="#br0" timeOffset="28049.04">25266 8225 141 0,'9'-5'196'0,"-2"3"-4"0,-2 2 23 15,-4 5-5-15,1 3 18 0,-8 15-26 0,0 5-10 0,-5 0-18 16,-5 8 3-16,-4 7-30 0,-5 7-26 16,-5 6 1-16,-3 8-1 0,-4 6-7 0,1 0 0 15,0 2-10-15,2-3-4 0,4-3 3 0,2-4-24 16,4-5 7-16,1-6-2 0,3-6-7 15,4-8-14-15,1-2 19 0,3-7 3 0,2-2 10 16,0-2 5-16,5-6 1 0,5-18-11 0,13 9-9 16,10-18-6-16,5-7-5 0,8-6-21 15,5-2-3-15,3-6 3 0,3 2-15 0,0-4-6 16,-1 3 0-16,0 0-4 0,-1 3-2 16,-4 3-3-16,-5 5-8 0,2 1 1 0,-5 5 4 15,-1 2 0-15,-1 6 0 0,-15 4 3 16,6 0-6-16,26 18-1 0,-26 0-6 0,-4 7-1 0,-3 4-3 15,-4 9 2-15,-7 5-12 0,-4-18-37 16,-11 52-36-16,2-22-45 0,-5 3-33 16,1-1-29-16,-3-1-32 0,0-3-717 0,-3-1 1 15,-2-6 0-15</inkml:trace>
  <inkml:trace contextRef="#ctx0" brushRef="#br0" timeOffset="28902.86">21762 10441 208 0,'-7'-3'273'0,"0"-2"30"0,3 0-7 16,2 0-19-16,-1-2-22 0,7-12-21 15,4-3-27-15,7 1-19 0,6 0-15 0,6 1-12 0,5-2-20 16,7 1-21-16,3 0-19 16,8 5-17-16,0 0-1 0,0 0-4 0,2 5-16 0,0 1-24 15,-4 3 4-15,-8 3-11 0,-2 2-16 16,-20 2-10-16,6 0 1 0,20 13 8 0,-36 4-11 16,-12 6 8-16,-6 1 6 0,-12 3-10 15,-10 5-4-15,-10 2 6 0,-6 0-4 0,-6 0 13 16,-6-2-4-16,-2-4 15 0,0-1-2 15,2-3 26-15,6-5 7 0,6-4 15 0,4-3 14 16,8-5 6-16,4-7-27 0,20 0-23 0,-9-21-26 16,25-3-7-16,13-5-16 0,12-6 11 0,12-7-8 15,9-1 3-15,13-6-1 0,12-2-13 16,13-2 1-16,10-4-18 0,4-7-11 0,74-33-20 16,-36 21-20-16,-24 17 11 0,-22 7-2 15,-6 4-2-15,-8 1 3 0,-8 6 11 0,-8 1 20 16,-12 4 33-16,-5 2-20 0,-10 4 13 15,-7 1 5-15,-12 4-22 0,-6 0 24 0,-12 25-13 16,-17-22 13-16,-7 19-9 0,8 3 14 0,-31 13 2 16,15 4-9-16,-6 11 19 0,-2 14 8 15,-2 6 12-15,2 10-5 0,0 8 11 0,0 5-23 16,4 3 12-16,4 5-6 0,6 0-9 0,4 1 5 16,6-2-6-16,2 0 7 0,4 0 8 15,2-3-6-15,4 0 3 0,2-4-2 0,2-38-2 16,0 14 1-16,0 6-11 0,0 1-1 15,0-4-2-15,0-5 14 0,0-3-17 16,0-2 11-16,0-7-6 0,-6 24-1 0,-6-44 0 16,-4-4 5-16,8-9 4 0,-16-15 4 15,8-9 0-15,-2-5-8 0,6-6 15 0,0-5-21 16,2-5 9-16,6-2-8 0,4-4 2 0,0 25-14 16,18-54-5-16,4 30-2 0,6-2-1 15,12 3-25-15,14 5-35 0,8 5-52 0,12 5-8 16,4 4-17-16,0 8-6 0,2 5-16 15,-2 6-13-15,-2 8-45 0,-42 3-438 0,60 12 0 16,-43 1 1-16</inkml:trace>
  <inkml:trace contextRef="#ctx0" brushRef="#br0" timeOffset="29362.15">21781 11370 141 0,'-41'25'256'0,"5"3"-7"0,6 2-22 0,2 5-17 15,2 1-29-15,4 6-9 0,0 1-12 0,2 5-7 16,0 4-13-16,0 0-26 0,3 4 7 0,-2 4-18 16,1-3 6-16,1 0-16 15,0-3 0-15,2-5-19 0,1 2 4 0,-4-5 17 16,5-6-10-16,2-4-6 0,1-4 2 0,2-3 24 15,-2 0 29-15,2-4 8 0,0-4-7 0,-1-8 5 16,0-5-11-16,-1-6-6 0,10-2-16 0,-24-13-12 16,11-4-7-16,0-6-18 0,2-5-11 15,3-12-23-15,3-7-18 0,1-9-13 0,2-7-13 16,2 27-21-16,11-75 11 0,4 28-18 0,7 0 2 16,8 3-20-16,4 1 0 0,8 4 9 15,4 7-5-15,5 4-5 0,7 6 25 0,-1 5 8 16,2 8 4-16,2 5 12 0,-2 6 0 15,-4 8-2-15,-3 7 7 0,-7 4 0 0,-4 6 5 16,-6 7 6-16,-19 2-9 0,23 18 12 16,-27 2-5-16,-12-4 1 0,0 7-1 0,-23 36 6 15,0-20-14-15,-3-1 12 0,-4-1-13 16,-2-1 11-16,-1-2-8 0,2-4 4 0,1-1-4 16,2-3-1-16,3-2-32 0,3-3-19 0,3-2-45 15,3-4-49-15,3-5-47 0,6-7-49 16,8-8-579-16,9-8 1 0,4-8 0 0</inkml:trace>
  <inkml:trace contextRef="#ctx0" brushRef="#br0" timeOffset="29713.95">22189 11281 86 0,'0'6'196'0,"2"3"-13"0,0 12 15 0,-2-8-8 0,0 6-5 0,8 28-5 16,-4-19-17-16,0-1-22 0,6 3 4 0,0-5 19 15,6-1-13-15,2-1 11 0,4-4 11 0,4-3-5 16,6-4 2-16,6-3-19 0,6-9-14 0,-22 0-15 16,14 0-12-16,50-18-12 0,-36 4-15 15,-2-4-2-15,0-2-5 0,-4-4-7 16,-4-2-12-16,-4-1 0 0,-4 1-13 0,-6-1 1 16,-8 1-9-16,-8 0 6 0,-6-2 3 15,-4 14-7-15,-10-20-7 0,-6 13 7 0,-4 6-13 0,-4 2 6 16,0 5-8-16,-10 5-2 0,0 1-9 15,18 2 7-15,-30 15-5 0,12 1-3 0,2 4-11 16,4 6-8-16,2 7-6 0,2-1-27 16,4 5-9-16,4 4-27 0,8-3-12 0,4 3-22 15,4-23-5-15,14 37-13 0,6-27-7 0,4-6 0 16,8-7-3-16,0-3-9 0,8-7-2 0,-20-5-24 16,14 0-12-16,48-14-26 0,-32-2-352 15,2-4 0-15</inkml:trace>
  <inkml:trace contextRef="#ctx0" brushRef="#br0" timeOffset="30221.54">23326 11379 60 0,'19'-18'217'0,"-10"2"-6"0,-4 5 16 0,-5 5-9 16,0 6-10-16,0 0-14 0,-16-3-18 15,0 13-12-15,-5 3-19 0,0 5-5 0,-2 3-16 16,-1 6-1-16,0 2-19 0,0 3-12 0,1 2 2 16,1 2-17-16,2-4 11 0,6 0-1 15,-2-2-9-15,4-3 6 0,0-2-1 0,2-3-4 16,0-3 2-16,6-6 18 0,4-13 7 0,0 0-2 15,16 10-10-15,10-22-10 0,0-1-12 0,6-8-6 16,7-5-2-16,1-1-16 0,7-4 2 16,2-2-1-16,4 0-11 0,6-6-7 0,-3 2-2 15,-1 2-8-15,-1-2 2 0,0 3-5 16,-4 0 5-16,-3 2-5 0,1-2 11 0,-1 2-8 16,-5 0 5-16,4 2 8 0,-4 0 7 0,0-4-4 15,-2 1 5-15,1 0 7 0,-2-4-11 16,1 2 4-16,-3 2-2 0,-3-3-1 0,-2 4-12 15,-5 0-5-15,-3 2 3 0,-7 2-13 16,-3 1-6-16,-5-2-3 0,-4 2-17 0,-5 17-3 16,-12-17-5-16,3 16 9 0,-8 4-15 0,5 7 6 15,-24 13-12-15,6 12-14 0,-6 11-12 16,-4 9-11-16,-4 11-13 0,1 7 12 0,2-1-9 16,2 4-5-16,0 3 30 0,6-3 3 15,-1-2 20-15,5 0-16 0,4-6 17 0,2-1 12 16,0-2 7-16,6-4-2 0,2-8 7 15,1 0 3-15,-1-7 12 0,3-4 7 0,1-5 10 16,3 1 14-16,-2-1 10 0,-2-10-8 16,-3-4 1-16,0-4 6 0,2-6-10 15,0-3-14-15,5 0-9 0,-16-14-22 0,10-1-52 0,4 0-17 16,3-6-32-16,4-3-44 0,3 8-32 16,14-25-45-16,-2 9-595 0,12-8 0 0,6-3 0 15</inkml:trace>
  <inkml:trace contextRef="#ctx0" brushRef="#br0" timeOffset="30657.55">24252 11045 144 0,'44'-23'273'0,"-5"1"-15"0,-6 3 0 0,-2 3-39 16,-4 1-1-16,-5 0-9 0,0 3-4 0,-5 1-3 15,0 8-6-15,-17 3-4 0,8 0-12 16,6 15-24-16,-10 5 0 0,-4-6-10 16,0 9-23-16,-20 35-16 0,8-20-6 0,-4 3-11 15,-3 2 1-15,-1 3-16 0,3 0-9 0,-1-1-1 16,4 2-6-16,-1-5 2 15,3-2-3-15,3-5-4 0,3-1 1 0,0-2-1 0,3-4 11 0,3-18-2 16,11 18-3-16,3-19-3 0,10-6-7 16,-10-3 0-16,30-14-8 0,-11-1-11 0,4-6 8 15,2-6-8-15,6-4 1 0,5-7-9 0,3-7-9 16,2-2-17-16,-2-6-1 0,0 0-10 16,-6 0 10-16,-4-2-7 0,-5 3 11 15,-6 3 7-15,-2 4 11 0,-6 2 9 0,-3 7 3 16,-4 4-9-16,-2 5-5 0,-2 4-10 15,-5 0-4-15,-1 10-1 0,-7 5-4 16,-5 13-3-16,-10 13 4 0,-2 8-4 0,-9 10-7 0,-6 13-8 16,-1 2-12-16,-4 6 2 0,1 5-4 15,-3-3 11-15,2 5-2 0,3-2 7 16,-2-3-4-16,3 1 1 0,1-1 1 0,0-5 12 0,3-4-8 16,-1-5 3-16,2-2-7 15,3-7 10-15,1 0-1 0,3-9 4 0,-1-2-23 16,1-4-20-16,1-3-42 0,-3-8-33 0,5-6-48 15,7-4-29-15,-18-15-714 0,13-5 1 0,0-7 0 16</inkml:trace>
  <inkml:trace contextRef="#ctx0" brushRef="#br0" timeOffset="30790.09">24296 11000 710 0,'11'-50'116'16,"4"5"-12"-16,5 3-16 0,4 6-2 0,2 4-11 15,4 5-3-15,2 3-7 0,1 6 0 16,3 4-16-16,0 3-6 0,1 2-12 0,1 5-9 15,-20 4-33-15,9 0-26 0,2 0-15 16,35 17-45-16,-33-11-103 0,-3 3-83 0,-1 0 1 16</inkml:trace>
  <inkml:trace contextRef="#ctx0" brushRef="#br0" timeOffset="31281.24">25190 10669 231 0,'6'1'215'0,"0"0"2"0,6 10-2 0,0 6-13 16,0 4-19-16,-2 6 3 0,0 2-15 16,-2 7-14-16,-3 4-10 0,-2 5-16 0,-3-20-32 15,0 14 12-15,-16 54-28 0,4-34 4 16,-3 2-13-16,-2 1-16 0,-3 2-44 0,-3-2-31 16,0-1-37-16,1-5-18 0,0-3-30 0,1-5 4 15,2-9 0-15,5-2 8 0,-2-8 7 16,4-7 21-16,1-3-8 0,4-9 16 0,6-10 10 15,1-4 13-15,7-11 5 16,3-8 14-16,2-1 9 0,3-3 20 0,2-3 22 0,3-2 7 16,2 1 0-16,-1 0 2 0,3 4 3 0,-1 1 6 15,1 0 9-15,-2 4 4 0,4 2-16 0,-2 1 4 16,4 2 5-16,2 4 2 0,2-2 30 16,-1 5-18-16,2-1-10 0,1 2 8 15,-2-2 20-15,0 1-16 0,-2-1 4 0,2 3-5 16,-1-3-1-16,-3 0-12 0,-3-1 5 0,2 0-1 15,-7 0 4-15,-1 1-2 0,-6-2-2 0,-4 3-17 16,-5 0-10-16,-4 10-5 0,0 0-2 16,-12-13 2-16,3 11 1 0,-7 5-16 15,5-3 2-15,-22 14-4 0,10-1-8 0,3 1 8 0,-4 2-4 16,-2 5-3-16,-1 0 2 0,-2 5 2 16,1 3-9-16,4 1-4 0,0 2-27 0,1 0-6 15,3-1-18-15,5 0-19 0,3-2-7 16,4-3-13-16,4 2-9 0,4-14-17 0,0 3-25 15,22 15-30-15,3-23-19 16,3-4-37-16,5-1-441 0,-15-4 0 0,34-11 0 0</inkml:trace>
  <inkml:trace contextRef="#ctx0" brushRef="#br0" timeOffset="31622.99">26105 11319 105 0,'18'-12'244'15,"-4"3"-18"-15,-8 7 1 0,-7 1-33 0,0 1-10 16,-3 3-21-16,-2 2-22 0,-8 5-2 0,-6 6 16 15,0 0-14-15,-2 3-3 0,-2 0-11 16,0 2-2-16,-1 3-3 0,1-1-8 0,-2 3-19 16,2-3 3-16,6-5-9 0,2 0 19 15,0-1-5-15,2-4-1 0,2 1 10 0,3-8 4 16,4-3-16-16,2-3-11 0,6-1-6 0,3-4-8 16,12-8-9-16,2-3-16 0,4-3-14 15,2-5-21-15,5-2 1 0,1 0-16 0,4-4 15 16,-1 4-9-16,1-2-11 0,-1 2 4 15,-3 2 5-15,-4 3-5 0,-2 2 4 16,-3 4 4-16,0-2-7 0,-5 6 4 0,-2 3 3 16,-2 6-1-16,-14 2-5 0,8 0 10 0,2 13-12 15,-11-1 2-15,-6 10 0 0,-3 2 6 0,-4 3 0 16,-7 3-11-16,-2 1-33 0,-2 1-26 16,2-4-24-16,1-2-2 0,2-1-26 0,2-7-14 15,2 0 10-15,4-3-12 0,6-7-16 16,6-8-26-16,9 1-23 15,4-7-46-15,6-5-368 0,-2-5 0 0</inkml:trace>
  <inkml:trace contextRef="#ctx0" brushRef="#br0" timeOffset="31799.99">26413 11125 181 0,'22'-33'203'0,"0"4"-1"0,-6 0-5 0,0 7-28 0,1 1-3 0,-1 6-8 0,-3 4-10 16,2 11-6-16,-9 0 2 0,17 19-15 15,-12-1 6-15,-2 7-10 0,-2 8-8 0,-7 3 1 16,0-19-12-16,-16 44-9 0,-2-13-19 0,-4 9-1 15,-3 3-9-15,-7 4-7 0,-4 1-38 16,1 1-58-16,0-4-30 0,3-3-18 0,3-5-23 16,2-7-16-16,3-7-29 15,4-6-26-15,2-7-12 0,4-3-52 0,4-12-178 0,7-9 0 16</inkml:trace>
  <inkml:trace contextRef="#ctx0" brushRef="#br0" timeOffset="31937.75">26386 11609 73 0,'32'-39'132'0,"4"-3"-6"0,3 0-10 0,2 4 21 0,-3-1 26 15,2 4 3-15,-4 0-15 0,4 3-12 16,0 0-10-16,-2 2-17 0,0 2-1 0,3-1-5 16,-2 3-20-16,2 2-17 0,3-3-31 0,0 2-35 15,3-1-33-15,1-1-39 0,0 2-49 0,0-4-114 16,3 0-120-16,-2 2 0 0</inkml:trace>
  <inkml:trace contextRef="#ctx0" brushRef="#br0" timeOffset="32600.07">26195 7656 131 0,'-1'4'181'0,"1"-2"12"0,0 0 33 0,-1 0-5 15,1 2 19-15,0-2 0 0,-2 0-6 0,2 1 5 16,0-3-12-16,0 0-20 0,0 0-11 16,0 0-22-16,42-5-14 0,-16-1-13 15,5-1-24-15,2-2-7 0,6 2-21 0,2 0-1 16,2 0-33-16,1 2-8 0,0-1-31 0,1 1-47 16,0 0-50-16,-7 1-52 15,-4 0-50-15,2 2-37 0,-4 0-527 0,-8 1 0 16,-24 1 1-16</inkml:trace>
  <inkml:trace contextRef="#ctx0" brushRef="#br0" timeOffset="32806.67">26217 8009 9 0,'-26'25'265'0,"4"-7"-42"0,3 0 14 16,6 0-13-16,11-4-4 0,2-14 3 15,0 8-8-15,20 11-9 0,2-13-4 0,8-1-23 0,2-4-14 16,11-1-16-16,-18 0-16 0,17 0 3 15,8 0-19-15,65-12-17 16,-50 8-45-16,4-1-51 0,-3-5-62 0,0 2-74 0,-2-1-118 16,-4-2-406-16,-4-1 0 0,-5-2 1 0</inkml:trace>
  <inkml:trace contextRef="#ctx0" brushRef="#br0" timeOffset="33653.39">27973 6424 81 0,'-6'30'193'0,"-2"2"-9"0,1 7 12 0,-4 5-5 16,1 2-18-16,-5 9-4 0,2 3-2 16,-5 4-15-16,1 6-16 0,-2 3-6 0,-1 0-7 15,0-1-14-15,2 0-11 0,-2 1 2 16,1-3-10-16,0-4-8 0,2-5 11 0,0-8 1 15,2-4-11-15,5-7-21 0,-2-3 7 16,2-7 4-16,1-1 20 0,0-3 20 0,1-5 27 16,-2-7-11-16,4-5-4 0,-2-9-19 15,8 0-12-15,-20-29-9 0,12 1 5 0,0-8-9 16,1-6-24-16,2-10-3 0,2-7-8 16,2-4-6-16,1-4 4 0,0 30-2 0,10-75-5 15,0 35-3-15,3 1 0 0,6-3-10 0,5 4-4 16,5 1-5-16,1 0-9 0,6 3-7 0,6 1-12 15,6 6-2-15,4 1-11 0,4 8 4 0,5 5 3 16,2 3-16-16,1 3 10 0,0 4-13 16,0 8 11-16,-3 6-17 0,-2 4 5 0,-6 10-9 15,-5 4-9-15,-27 8-6 0,7 0 15 0,26 29 9 16,-37-2 4-16,-13 11 2 0,-4-15-14 16,-24 53 20-16,-3-17 8 0,-7 0 0 15,-8 4 0-15,-2 0 7 0,0-5 5 0,2-5 0 16,0-6 0-16,1-6-6 0,5-2 5 0,4-7-14 15,4 0 8-15,4-7-10 0,3-3-46 0,2-7-46 16,4-9-46-16,15-6-63 0,2-12-503 16,10-9 0-16,5-5 0 0</inkml:trace>
  <inkml:trace contextRef="#ctx0" brushRef="#br0" timeOffset="33883.5">28737 6383 106 0,'15'1'179'0,"-7"5"-19"15,-4 11 1-15,-8 7-7 0,-3 7-27 0,-2 2-4 16,-6 8-10-16,-1 3-5 0,0 2-10 0,0 2 2 16,-1 0 9-16,4 2-10 0,-1-5 0 15,5-2 25-15,2-4-8 0,2-6 10 0,1-1 21 0,4-5 8 16,0-16 14-16,17 14-5 0,2-20-6 16,-7-5-30-16,28-11-14 0,-13-4-13 0,3-4-32 15,4-4-35-15,1-7-33 16,3 2-35-16,2-4-30 0,1 0-15 0,0 0-26 0,2 0-31 15,-3-2-52-15,0 5-53 0,-3-3-383 16,0 3 0-16</inkml:trace>
  <inkml:trace contextRef="#ctx0" brushRef="#br0" timeOffset="34222.92">29351 6691 82 0,'2'10'202'0,"-1"0"-8"0,2-1 39 15,5 4-5-15,4 1 9 0,5-6-12 16,6 0 13-16,6-3-34 0,2-1-16 0,3-2-23 16,6-1-9-16,3-1-7 0,-20 0-24 0,12 0-17 15,6 0 1-15,44-17-15 16,-41 12 0-16,-4-2-19 0,-4-1-4 0,-2 3-23 16,-4-2 9-16,-5-2-1 0,1 2-13 0,-5-1-26 15,-5-1 7-15,-5 1-15 0,-5 1-5 0,-3-1 5 0,-2 2 7 16,-1 6-32-16,0 0 26 0,0-9-1 15,-14-2-11-15,2 1 1 0,1 5-9 0,0 1 2 16,-2 0-15-16,0 0-33 0,1 4-8 16,12 0-2-16,-11 0-24 0,3 0-15 0,-5 0-20 0,-14 19-14 15,15-8-22-15,2 2-14 0,-2 3-44 16,4 1-336-16,4 1 0 16</inkml:trace>
  <inkml:trace contextRef="#ctx0" brushRef="#br0" timeOffset="34425.6">30241 6791 106 0,'1'-4'162'0,"-1"0"-8"16,0 0-4-16,1 0 0 0,-1 1-26 15,2 1-18-15,-2-2-4 0,0 2-12 16,1 1-28-16,-1-3-17 0,0 4-28 0,0 0-35 0,0 0-41 16,1 0-83-16,-2 0-138 0,0 2 87 15</inkml:trace>
  <inkml:trace contextRef="#ctx0" brushRef="#br0" timeOffset="34807.08">29417 6996 171 0,'-16'8'184'0,"5"-1"1"16,6-1 20-16,5 0 20 0,12 5 5 0,5-2-17 16,8 0 8-16,3-3-11 0,10-3-19 0,3 1 7 15,-17-4-18-15,15 0-11 0,57-11-10 16,-33 4-6-16,-1-4-15 0,-2-2-13 15,0-2-6-15,-7-1-18 0,-3 0-8 0,-6-2-15 16,-6 2-6-16,-6-4-9 0,-6 0-7 16,-8-1-15-16,-6-3 1 0,-8 0-4 0,-4 12-6 15,-16-20 9-15,-2 13-12 0,-5 4-5 0,-4 6 8 16,-3 1-18-16,-1 8 5 0,15 0-2 16,-31 15-4-16,13-2-4 0,-1 8 2 0,-1 5-9 15,2 5-4-15,2 6-20 0,2 1-4 0,5 3 2 16,5 1-20-16,5 0-15 0,6-1-21 15,6-2 22-15,3-20-23 0,14 33 5 0,3-24-13 16,7-4-8-16,9-5-12 0,10-4-11 16,4-6-5-16,4-3-15 0,4-6-10 15,-28 0-34-15,59-17-13 0,-27 1-49 0,2-5-298 16,1-2 0-16</inkml:trace>
  <inkml:trace contextRef="#ctx0" brushRef="#br0" timeOffset="35165.75">30590 7100 877 0,'34'-21'108'0,"-9"0"12"15,-5 3 3-15,-7-1 6 0,-6 0 4 16,-6 7 2-16,-1 12-7 0,-13-12-9 0,2 12-3 0,-14 8-8 15,-2 6 17-15,-3 8-1 0,-6 5 1 16,-2 7 3-16,-3 5-14 0,-1 3 4 16,0 5-3-16,2 1-3 0,0 0-4 0,4 0-5 15,2-1 0-15,6-4-4 0,4-7-1 16,4-4 4-16,4-2-6 0,2-5-1 0,2 2 3 16,8-6 6-16,4-21-4 0,21 18-11 15,4-22-1-15,3-7-18 0,7-6-4 0,4-8-11 0,3-10-5 16,6-11-5-16,0-5-15 0,8-10-21 15,7-6-8-15,1-5-5 0,4-9-30 0,3 2-19 16,1-4 5-16,0 0 8 0,-3 2 11 0,-2 1 10 16,-7 7 14-16,-4 2 14 0,-7 6 16 15,-6 10 7-15,-3 4 5 0,-7 9-12 0,-3 4-3 16,-5 5-10-16,-2 4-13 16,-5 8-10-16,-3 8-5 0,-12 11 16 0,-6 12-9 0,-9 14 7 15,-8 12 7-15,-13 14-3 0,-13 9 17 0,-7 12 4 16,-7 5 3-16,-4 9 16 0,1 4-14 15,-2-1-4-15,2 2-16 0,3 0-3 0,3-1-13 16,4-5-10-16,3-3-22 0,5-2-35 0,4 0-78 16,2-7-46-16,6-2-54 0,2-6-746 15,4-4 1-15,2-5 0 0</inkml:trace>
  <inkml:trace contextRef="#ctx0" brushRef="#br0" timeOffset="35680.47">28397 8576 128 0,'-32'15'234'0,"2"2"-16"0,-4 4-4 0,2 1-30 16,-1 3-16-16,-3 6-16 0,3 2-6 15,-1 3-1-15,1 4-14 0,0 4-10 0,-1 0 0 16,1 0 3-16,1 2-24 0,1 0-2 16,2-3-6-16,1 0-12 0,3-4-3 0,2-1-3 15,2-4-2-15,1-3 9 0,2-5-25 16,2-4 19-16,2 0 25 0,3-2 26 16,2-4 23-16,2-7 9 0,3-7-11 0,4-4-11 0,4-14-12 15,5-9-23-15,3-3-9 0,4-12-14 16,7-13-13-16,1-7-14 0,5-12-7 0,6-1-11 15,1-7-3-15,1-6-9 0,5 1-1 0,-1 2 0 0,2 2-2 16,1 5 8-16,2 3-15 16,2 8-1-16,0 3-5 0,2 4 3 0,2 7-2 15,-2 8 2-15,1 5 8 0,-2 7-8 0,-2 4 8 16,-2 7-10-16,-5 9-4 0,-4 6-6 16,2 5 3-16,-14 13-16 0,-4 5 8 15,-10 8-1-15,-8 12-6 0,-2-17 4 0,-26 44 1 16,1-20-1-16,-4 2 6 0,-2-6 6 15,-4-3-5-15,-1-4 1 0,2-4-4 0,-2-3-8 0,1-4 3 16,2-5-24-16,3-2-12 0,2-3-45 16,0-4-25-16,7-4-35 0,6-5-40 0,15 0-40 15,-6-13-642-15,12-6 1 0,9-2 0 0</inkml:trace>
  <inkml:trace contextRef="#ctx0" brushRef="#br0" timeOffset="35907.6">29263 8013 47 0,'36'-17'283'0,"-8"2"17"0,-4 2-28 0,-2 1-26 0,-10 1-6 0,-10 5-16 16,-2 6-18-16,-6-1-21 15,-12 8 0-15,-3 5-12 0,-3 8-15 0,-5 5-18 0,-5 8-7 16,-3 8-3-16,-6 8 13 0,3 6-14 16,-5 5 2-16,0 5-1 0,0-2-13 0,5 5-9 0,4 1-7 15,2 2-18-15,6-3-12 16,3-3-11-16,6-3-26 0,5-4-19 15,5-9-16-15,5-2-34 0,4-28-12 0,13 34-31 0,3-24-46 16,6-7-30-16,8-5-51 0,3-8-645 16,2-3 0-16,-17-6 0 0</inkml:trace>
  <inkml:trace contextRef="#ctx0" brushRef="#br0" timeOffset="36068.55">29147 8780 5 0,'-9'-23'300'0,"1"0"-12"0,0 4 10 0,4 1-35 0,1 4-42 0,3 14-19 15,0-11-27-15,18-13 3 16,0 16-36-16,10-1-13 0,2 3-2 0,7 2-31 0,6 2-12 16,5 1-34-16,5-2-14 0,3 2-42 0,3-1-24 15,3-2-40-15,2 3-55 0,6-3-49 0,-2-4-119 16,3 2-181-16,-2-5 0 0</inkml:trace>
  <inkml:trace contextRef="#ctx0" brushRef="#br0" timeOffset="36289.64">30737 8350 317 0,'7'-4'357'0,"-2"0"-26"0,-1 4-44 0,-1 2-32 16,-2 0-27-16,-1 4-14 0,-5 13-15 0,-3-1-18 16,-3 9-19-16,-2-1-5 0,-5 3-17 0,-3 1-13 15,-7 9-4-15,-3-1-9 0,-9 12-5 16,-4 0-19-16,-1 2-9 0,-3 0-15 0,0-1-29 15,1-2-56-15,4-5-13 0,2-2-22 0,5-7-36 16,4-6-22-16,0-4-40 0,7-3-36 16,2-6-53-16,2-5-431 0,7-7 0 15,14-4 0-15</inkml:trace>
  <inkml:trace contextRef="#ctx0" brushRef="#br0" timeOffset="36489.74">30190 8521 241 0,'9'-24'311'0,"3"5"-17"0,2 6-26 0,3 5-25 0,4 5-21 16,-9 3-23-16,24 11-19 0,-10 2-3 0,-4 2-14 16,1 2-10-16,1 6-14 0,0 1-13 15,1 5-8-15,-5 3-10 0,1 5-10 0,-4 3-4 16,-2 2-9-16,-3 3-29 0,0 2-65 0,-3 2-59 16,0-4-65-16,-2 1-69 0,-2-5-514 15,1-5 0-15,-4 0 0 16</inkml:trace>
  <inkml:trace contextRef="#ctx0" brushRef="#br0" timeOffset="37106.21">31722 8619 98 0,'4'1'224'0,"-5"2"-19"0,-2 3 15 16,-5 9 2-16,-5 3-35 0,-5 3 6 15,1 1-16-15,-4 3-25 0,-2 6-5 0,-3-1-14 16,-2 4 0-16,-2 2-36 0,0 0-5 16,1-1-9-16,1 1-6 0,2-6-4 0,2-3-5 15,3-4 17-15,2-2 3 0,3-5 30 0,0 3 41 16,4-2 10-16,3-11 2 0,3-3-18 15,6-3-12-15,3-20-24 0,4-3-17 0,3-3-12 16,1-6-8-16,5-4-16 0,5-9 2 16,3-2-15-16,4-4-6 0,1 0-7 15,2 2-3-15,1-1 3 0,1 7-12 0,2 0-3 16,-2 4-9-16,1 5 8 0,-1 5-6 0,-1 4-13 16,0 6 10-16,0 8-5 0,0 4 0 15,4 5-13-15,-23 2 3 0,30 18-9 16,-18-2-5-16,-2 1-14 0,-3 7 4 0,-7 5-3 15,-3 5-2-15,-9 5-6 0,-1-18-3 0,-16 49-11 16,0-23-16-16,-1 0 6 0,-6-2 7 0,2-6 7 16,-1-2 12-16,2-3 7 0,2-4-1 15,2-4-4-15,1-3 7 0,0-2 9 0,3-3 19 16,3 0 16-16,2-3 7 0,1-5 6 16,3-4-7-16,3-6-5 0,0 0 9 15,0 0-9-15,13 15-7 0,-5-12-2 0,10 0-1 0,3 5-4 16,-4-2-6-16,2-1 15 0,-3 2-12 0,0-1 15 15,-1 3-5-15,-6-2 1 16,0 4 4-16,-2-4 6 0,-3 0 0 0,-3 2 8 0,-1-9 0 16,-17 24 9-16,0-5-11 0,-7-3 4 0,-11 0-6 15,-5 6-4-15,1-4-11 0,-1-1-4 16,2-1 0-16,2 0-3 0,-1-4-10 0,8-2-31 16,2 1-26-16,1-1-38 0,4-2-35 15,6-5-37-15,6-3-22 0,10 0-20 0,1-6-660 16,12-3 0-16,9-3 0 0</inkml:trace>
  <inkml:trace contextRef="#ctx0" brushRef="#br0" timeOffset="37725.8">32206 9051 165 0,'28'-19'275'0,"-3"8"17"0,-4-2-17 0,1 2-9 16,-9 3-29-16,-4 2-24 0,-9 5-8 0,0 1-22 15,-8 2-16-15,-9 9-35 0,-3 8 16 0,-4-2-29 16,-4 5-14-16,-1 3-9 0,-4 3-14 15,3 2 0-15,-3-1-9 0,5-1 9 16,-1 0-12-16,2-2 10 0,7-4-3 0,0 3 3 16,4-7-4-16,3 2-2 0,2-4-4 15,4-1 20-15,7-15-5 0,0 9-5 0,27 4-1 16,-3-9-14-16,-11-4-8 0,7 0-4 0,8 0-9 16,0 0-4-16,30-15 0 0,-29 8-6 15,3-1 3-15,-3 0-12 0,-1-1 5 16,-3 3-7-16,-2-1-2 0,-2-1-2 0,-3 3-4 0,-4-1-4 15,-2 2-1-15,-4 3-7 0,-2 0-13 16,-6 1-3-16,0 0-9 0,0 0 2 0,6 8-4 16,-6-4 10-16,-1 4 3 0,1-2-4 15,-3 0 4-15,2 0 7 0,1 2 0 0,0-1-2 16,0-7 2-16,0 0 14 0,0 10 8 16,0-3 8-16,20 12-3 0,-1-13 1 0,17-4-3 15,-20-2-4-15,9 0 3 0,39-21-3 16,-22 4-5-16,-1-9 1 0,-4-5 6 15,-2-3-16-15,-3-3-2 0,-1-6 3 0,-5 1-17 16,-4 0 0-16,-5 6 0 0,-2 3 2 0,-5 2 11 16,-2 5 2-16,-4 7 6 0,2 7 4 15,-2-2-17-15,-2 4-13 0,-2 10-12 0,-4 8-4 16,-4 5 5-16,-5 10 3 0,-3 7 2 16,-7 9 7-16,-1 3-7 0,-2 5-3 0,-2 3 12 15,-2-3 0-15,2 1-5 0,0 3 15 16,4-17-4-16,6-4-1 0,0-2 7 0,-2 1-6 15,0 3 13-15,-1-2-11 0,0-1 3 0,-1-2 2 0,-1-1 3 16,3-5 3-16,-1-1-1 0,0-2-4 16,1-1 1-16,-3-5-14 0,3 0-27 15,1-4-38-15,3-5-37 16,4-1-30-16,12-2-39 0,-8 0-16 0,-1-15-680 0,8 7 0 16,9-14 0-16</inkml:trace>
  <inkml:trace contextRef="#ctx0" brushRef="#br0" timeOffset="37943.21">33029 9315 76 0,'29'0'183'0,"-4"6"4"0,-3 2 27 0,-6 5 3 0,-6 2-3 0,0 2 2 15,-10 3-14-15,0-10-6 0,0 5-1 0,-14 25-16 16,1-14-2-16,0-3-22 0,-5 6-7 16,5 1-15-16,-10 2-7 0,-1-1-18 0,-1 1-12 0,0 1-16 15,2 3-11-15,0-9-31 0,5-4-45 16,2-1-36-16,4-5-23 0,1-6-32 0,2-1-2 15,-2-8-26-15,11-2-36 0,0 0-47 16,-15-26-391-16,17 1 0 0</inkml:trace>
  <inkml:trace contextRef="#ctx0" brushRef="#br0" timeOffset="38067.33">33006 9167 886 0,'11'-37'190'0,"-2"8"-14"0,3 2-7 0,-1 8-40 0,1 4 1 0,6 5-2 0,-3 3-9 16,12 7-31-16,-3 4-18 0,2 8 8 15,1 6-11-15,6 5 8 0,-2 3-36 0,1 8-33 16,-4 0-39-16,-3 7-58 0,-1-3-56 0,-2 2-114 16,-2-3-194-16,4-3 0 0</inkml:trace>
  <inkml:trace contextRef="#ctx0" brushRef="#br0" timeOffset="38260.04">33549 9429 148 0,'-16'-17'255'0,"-6"8"-3"0,4 3-24 16,-2 0-19-16,0 6-23 0,0 9-6 0,-4-3 2 16,0 5-26-16,-2 1-12 0,2 7-25 15,-2 7 25-15,-1 0-14 0,-1 6 1 0,0 9-1 16,1 1-21-16,2-3-4 0,4 3-11 16,5 4-16-16,0-4-4 0,5 0-11 0,3-5-10 15,0-2-18-15,8-18-27 0,0 5-29 16,0 3-43-16,17 26-22 0,-2-31-43 0,5-2-54 15,3-6-116-15,2-1-309 0,-10-1 0 0</inkml:trace>
  <inkml:trace contextRef="#ctx0" brushRef="#br0" timeOffset="38592.11">32399 10065 39 0,'-28'-2'238'0,"13"2"-14"0,-10 0 14 0,-4 0-6 0,-6 0-1 15,-45 8-13-15,31 0-6 0,-4 3-10 16,-3 3 1-16,1 4-24 0,-2 9-9 0,-1 7-15 15,0-2-4-15,2 7 7 0,5 1-13 16,4-1-16-16,4 3-2 0,7-2-19 0,4-1-7 0,6-2-10 16,6-1-23-16,5 0-4 0,7-2-23 15,8 0-12-15,0-20-25 0,23 27-24 16,2-16-21-16,8-5-37 0,6-2-37 0,4-2-32 16,2-7-39-16,3-2-73 0,-2-6-469 15,-24-1 0-15,13 0 0 0</inkml:trace>
  <inkml:trace contextRef="#ctx0" brushRef="#br0" timeOffset="38753.85">31907 10447 143 0,'6'2'134'16,"11"5"-9"-16,3 0-9 0,4 0-26 15,3 2-17-15,1-2-20 0,4 2-38 0,5 1-26 16,3-3-57-16,0 1-112 0,1 1-38 0,23 3 21 15</inkml:trace>
  <inkml:trace contextRef="#ctx0" brushRef="#br0" timeOffset="39127.44">32543 10658 150 0,'-14'13'189'0,"-2"2"1"0,-3 1 13 0,1 2-12 16,0 0 13-16,-2 3 5 0,-2 1-6 0,-2 3-8 15,2 2-15-15,-1-2-18 0,-1 3-6 16,-1-2-14-16,2 0-10 0,0-3-2 0,5 0-31 16,-2-5-2-16,2-2-3 0,3 4-7 0,1-7 10 15,2 0 5-15,3-5 24 0,2 1 13 0,5-5 3 16,-1-4-15-16,3-2-7 0,4-4-16 16,5-8-13-16,7-9-7 0,-2-3-3 0,7-2-24 15,8-6-13-15,6-5-21 16,26-30-17-16,6 6 3 0,-6 0-5 0,7 4-17 0,-4 6 6 15,0 6 4-15,-2 11-2 0,-6-1-5 0,-4 7 2 16,-8 5-7-16,-6 5 5 0,-2 0 7 16,-8 9-6-16,2 2 0 0,-10 3 11 15,-6 6-1-15,-14 0 7 0,19 11 0 0,-12 3 1 16,-11 5-2-16,-10 3-9 0,-6 9 12 16,-17 4-7-16,-8 1 1 0,-9 2-23 0,-2 3-43 15,3-4-48-15,12-4-43 0,7-4-42 0,8-7-33 16,4 1-662-16,6 1 0 0,-1 7 0 15</inkml:trace>
  <inkml:trace contextRef="#ctx0" brushRef="#br0" timeOffset="39415.41">33314 10470 30 0,'8'-21'318'0,"-3"5"-36"0,-1 5 0 0,-4-4-27 0,4 7-37 16,-8 4-9-16,-2 8-33 0,-8 8-32 0,-3 3 10 15,-2 4-23-15,-3 7-17 0,-4 8-23 0,-6 3 11 16,3 9-26-16,-4 9 16 0,2 1-4 16,3 5-9-16,-1 2-12 0,6 0-28 0,3-1 35 15,-1-1-6-15,-2-4-7 0,4-4-3 0,1-2 5 16,2-8-23-16,0 0 20 0,0-3-10 0,0-7-5 16,0-3 4-16,-4-7-14 15,-6-1 6-15,1-8 1 0,-11-4-6 0,-1-3-11 16,2-6 8-16,0-1 0 0,15 0 0 0,-12 0-12 15,-45-17-4-15,27 7-1 0,1-3-27 16,-3-1-18-16,1 0-21 0,-1-3-61 0,2 0-36 16,-1 0-40-16,3-2-47 0,4 2-536 0,3 0 0 15,4 2 1-15</inkml:trace>
  <inkml:trace contextRef="#ctx0" brushRef="#br0" timeOffset="39759.08">31730 11602 49 0,'0'1'228'0,"0"0"-17"0,-1 2-10 0,-2-1-8 0,-1 3 2 16,-5 11 20-16,-3 1-9 0,-4 2-3 0,0 0-5 15,-3 3-8-15,-4 1-4 0,-2 4-3 16,-5-1-16-16,1 4-17 0,-4 0-7 0,-1 0-18 16,-1 1-20-16,-4 1-1 0,2 2-16 0,-2-5-13 15,-1 0 5-15,2-1-13 0,-1-2-12 0,3-3 8 16,4-3-16-16,3 0-2 0,3-3-25 16,4-2-20-16,-1-3-11 0,3 1-66 15,3-8-51-15,-2-3-55 0,19-2-67 0,-8 0-536 16,-5-26 0-16,13 5 0 0</inkml:trace>
  <inkml:trace contextRef="#ctx0" brushRef="#br0" timeOffset="39945.51">31445 11539 148 0,'34'25'194'0,"-2"7"4"0,0 2 19 16,-4 4 0-16,-3 3-5 0,0-3 9 0,-7 4-7 15,0 1-13-15,-5-2-22 0,-1 1-3 0,-4 0-12 16,0-1-22-16,-1 0-21 0,-1-2-15 0,0-4-2 16,-2 1-21-16,0-2-6 15,1 0-42-15,2-5-14 0,-2-2-40 0,3-2-22 16,-1-7-42-16,-2-2-33 0,3-2-62 0,-1-5-65 0,-3-4-345 16,1-3 0-16</inkml:trace>
  <inkml:trace contextRef="#ctx0" brushRef="#br0" timeOffset="40349.06">31086 11992 170 0,'-4'-10'296'0,"2"5"24"0,-1-2-18 0,3-1-22 0,4 5-19 0,1-4-18 0,13 5-10 16,6-2-21-16,6 3-21 0,6 1-11 0,-17 0-17 16,14 0-18-16,57 17-14 0,-32-8-11 15,7-1-9-15,6 4-10 0,-1-1-20 0,3 0-2 16,0 0-4-16,-6-1-47 0,2-1-39 0,-1 1-57 16,-5-1-55-16,-6-5-51 0,-8 0-46 15,-5-1-562-15,-11-1 0 0,-2 0 1 16</inkml:trace>
  <inkml:trace contextRef="#ctx0" brushRef="#br0" timeOffset="40740.11">30566 12894 85 0,'-2'5'209'0,"-1"-1"-18"0,2-1 4 0,-1 5 24 16,-3 11-8-16,0 1 25 0,-5 6-1 15,0 1-9-15,0 2-3 0,-3 0-12 0,-3 3-16 16,-3 4-19-16,0 1-5 0,-1 4-12 0,0-2-22 16,-2 3-7-16,3 0-7 15,-4-1-16-15,2 2-15 0,1-1-9 0,-1-2-9 0,2-1-8 16,2 1-4-16,2-4-7 0,2-4-24 16,2 1-35-16,0-6-45 0,3 1-44 0,3-5-32 15,0-5-30-15,1-8-31 0,1-4-27 0,3-6-557 16,3 2 1-16,-3-10 0 0</inkml:trace>
  <inkml:trace contextRef="#ctx0" brushRef="#br0" timeOffset="40921.75">29962 13156 110 0,'-13'-25'244'16,"2"4"-25"-16,6 2-2 0,5 13-40 0,0-3 1 15,18-9-16-15,1 11-17 0,9 3-1 0,4 1-10 16,7 1-3-16,-15 2-10 0,13 0-14 0,11 0-19 15,61 11-2-15,-43-7-4 0,4 0-33 16,1 2-26-16,1-5-55 0,0-1-65 16,2 0-73-16,-40 0-163 0,17 0-114 0,65-20 1 15</inkml:trace>
  <inkml:trace contextRef="#ctx0" brushRef="#br0" timeOffset="41203.44">31124 12868 207 0,'-15'6'248'0,"0"5"-2"0,-3 1-13 0,-1 6-18 0,3 2 6 16,-3 2-34-16,1 1 20 0,0 7-26 0,1 2 1 15,0 4-22-15,-1 3-6 0,4 2-18 16,3 2-14-16,-1 0-12 0,5-2 25 16,2-1-6-16,4-1 2 0,1-23 15 0,14 31 0 15,4-19 13-15,4-7-2 0,9-6-4 0,4-5-10 16,6-5-2-16,3-5 10 0,-21 0-10 15,50-16-7-15,-21 0-9 0,1-9-14 0,2 1-24 16,1-5-4-16,2-2-14 0,-3-3-40 0,2-1-30 16,1-3-35-16,-4 1-22 0,-2 1-15 15,-2 0-23-15,-4 2-25 0,1 2-61 0,-2 2-46 16,-3 6-868-16,-5 0 0 0,-2 6 0 16</inkml:trace>
  <inkml:trace contextRef="#ctx0" brushRef="#br0" timeOffset="41710.8">30900 14533 239 0,'-20'-11'313'0,"1"0"8"0,-2 2-23 0,1 0-11 0,-3 4-21 0,0-1-20 0,1 5-13 15,10 1-24-15,-8 0-25 0,-27 16-15 16,18 1-16-16,-2 2-18 0,-4 4-8 0,1 2-15 15,-1 5-8-15,0-1-17 0,0 6-11 0,2-1-9 16,1 3-5-16,1 1 2 0,6 1-4 16,2-3-9-16,5-2 14 0,2-4-9 15,4-3-1-15,2 1 9 0,6-3 3 0,4-17 2 0,0-1-3 16,24 4-3-16,-2-15-1 0,-9 4-12 16,26-17 3-16,-14 0-1 0,6-2-8 0,2-3 0 15,0-4-4-15,0 0-12 0,0-2 3 16,-1 1-3-16,-1 0 1 0,-3 4 13 0,-2 5-3 15,-3 2-2-15,-3 0 6 0,0 0-5 0,-4 2-9 16,-1 2-3-16,-3 4-7 0,-2 3 2 16,-2 4-4-16,-8 1-13 0,0 0 5 0,19 22-16 0,-12-2-29 15,-3 1-51-15,-2 4-44 0,1 2-43 16,-2 6-54-16,1-1-895 0,2 0 0 16,0 3 1-16</inkml:trace>
  <inkml:trace contextRef="#ctx0" brushRef="#br0" timeOffset="42086.91">31246 14803 82 0,'12'-27'193'0,"-5"1"-9"0,-6 5 27 15,-1 11 18-15,0-1 10 0,0-4-2 0,-14-9-11 16,3 16-19-16,-1 5-25 0,0 6-1 0,1-3-29 16,-21 21 5-16,11-4-11 0,-2 2-23 15,2 6-13-15,-3 1 1 0,1 2-9 0,2 0-6 16,1 3-20-16,1 0 0 0,2 0-7 0,4-3-3 15,2-2-13-15,2 0 14 0,2-1-8 16,3-4 14-16,1-8 5 0,3-13 12 0,0 0 2 16,27 4-6-16,-4-15-5 0,1-8-4 15,2-4-1-15,4-7-13 0,3-7-7 0,0-3-4 16,3-7-8-16,4-5-7 0,3-5-9 0,0-4-1 16,1-1-5-16,-2-2 4 0,-3 1-12 15,-2 6 3-15,-4-1 1 0,-1 5 10 0,-5 7 5 16,-5 0 6-16,1 8 11 15,-4 9 0-15,-4-2-9 0,-2 7-12 0,-1 2-19 0,-3 2-14 16,-3 11-6-16,-5 9 2 0,-4 7-1 16,-3 15 1-16,-5 3 10 0,-4 11-11 0,-3 6-2 15,-4 3 4-15,-2 6-13 0,1 2-22 0,-1 1-28 16,3-1-33-16,1 2-41 0,3-2-25 0,3-2-44 16,4-5-824-16,5 0 0 0,5-25 1 15</inkml:trace>
  <inkml:trace contextRef="#ctx0" brushRef="#br0" timeOffset="42455.85">32042 14534 98 0,'16'-20'309'0,"-1"6"-11"0,-2-2-19 0,-5 9-36 16,-1 6-22-16,-7 1-11 0,0 0-8 15,6 16-16-15,-7 4-16 0,1-8-15 16,-15 30-9-16,3-11-32 0,-2 1 1 0,-5 5-15 15,-4 0-9-15,-3 4 4 0,-4 2-21 0,-2 2-8 16,-2 0-7-16,-4-3-8 0,0 0-40 16,-2-5-35-16,1 0-34 0,-2-3-20 0,1-5-11 15,-2-5-9-15,2-5-5 0,1-5-15 16,6-8-8-16,-3-6 4 0,21 0 10 0,-25-21-1 16,18-3 20-16,5-6 15 0,5-8 15 0,3-6 3 15,3-4 19-15,6 21 3 0,0-12 9 16,26-60 1-16,-1 42 7 0,7 0 2 0,6 2-1 15,5 0 3-15,7 6 0 0,7 1 16 0,5 4 5 16,9 4 3-16,5 8 2 0,4 2 6 16,57-8 6-16,-6 12-5 0,-9 11-6 0,-11 8-11 15,-8 7-9-15,-14 0-27 0,-11 12-30 16,-17 3-11-16,-6 10-38 0,-21 1-85 0,-12 3-124 16,-17 6 0-16</inkml:trace>
  <inkml:trace contextRef="#ctx0" brushRef="#br0" timeOffset="42797.13">30892 16041 184 0,'-24'32'189'16,"0"2"-2"-16,0 1 9 0,0 1 9 0,-3 3-5 15,3 2 27-15,-7 4-23 0,-2 3-14 16,-2-1-5-16,-1 1-17 0,-1 1-10 16,0 1-9-16,2-1-4 0,-1-1-18 0,0 0-18 15,4-3-7-15,0 0-7 0,2-1-10 0,5-4-5 16,2-1-22-16,2-4-22 0,1-4-9 0,7 1-34 15,2-7-23-15,3 0-17 0,4-7-14 0,4-18-38 16,11 15-46-16,6-19-43 0,3-7-81 16,3-4-346-16,2-9 0 0</inkml:trace>
  <inkml:trace contextRef="#ctx0" brushRef="#br0" timeOffset="42987.51">30836 15930 131 0,'30'-34'180'0,"5"5"-22"16,8 1 13-16,-1 4-7 0,6 1-8 16,4 4-11-16,3 4-1 0,4 4-2 15,5 3-19-15,2 3-16 0,5 1-11 0,-1 2-15 0,-3 2-30 16,-35 0-47-16,15 0-38 0,3 0-51 16,1 0-76-16,41 11-109 0,-56-9-56 0,-8 4 0 15</inkml:trace>
  <inkml:trace contextRef="#ctx0" brushRef="#br0" timeOffset="43150.83">31030 16121 57 0,'-28'16'192'0,"7"-1"-14"0,5 2 16 0,8 1 3 16,8-11-24-16,19 15-15 0,5-8-18 0,4-7-15 15,9 4-18-15,7-1-19 0,7-2-26 16,3-1-35-16,6-2-39 0,3 0-43 0,4-4-41 15,-34-1-78-15,18 0-130 0,8 0 39 0</inkml:trace>
  <inkml:trace contextRef="#ctx0" brushRef="#br0" timeOffset="43492.35">32042 16158 32 0,'-28'0'245'0,"13"0"-19"0,-6 0 6 15,-31 17-6-15,20-4-25 0,-3 1-23 0,1 6-1 0,-2 1-1 16,2 5-25-16,-2 3-4 0,3 1-11 16,1 4-3-16,0 0-19 0,4 0-26 0,5-1-11 15,3-2-8-15,5-3-18 0,3-1-3 0,7-1-13 16,5-5 7-16,0-14-5 0,19 10-4 16,3-13 1-16,-8-4-10 0,61-13 22 15,-38 3-22-15,0-3-13 16,2-1 17-16,-2-2-7 0,1 1-11 0,-5 0 9 0,-2 3-4 15,-5 1-7-15,1 0-6 0,-3-3 4 0,-5 7 15 16,-1 0-3-16,-3 1-2 0,-6 4-8 16,-2-2 15-16,-7 4-2 0,0 0-13 0,3 12 7 15,-6-7 8-15,-8 14-11 0,-1-2-2 16,-2 2-4-16,-2-2-34 0,-2 4-7 0,2-1-42 16,-1-1-30-16,1 0-30 0,1 2-26 0,2-2-17 15,9-3-32-15,4-16-374 0,0 7 0 16</inkml:trace>
  <inkml:trace contextRef="#ctx0" brushRef="#br0" timeOffset="43728.55">32513 16016 153 0,'6'-16'244'0,"0"3"-11"0,-6 8-15 0,-3 4-22 0,-4 1-2 0,2 4-24 16,-6 7 1-16,-5 3-7 0,0 7-22 15,-4 1-20-15,0 7 1 0,-5 5-6 0,-2 6-14 16,-2 4-15-16,-6 4 12 0,2 2-6 0,1 0 12 16,-2 2-2-16,3 1 0 0,1-1-11 15,2-1-15-15,6-2-11 0,0 0 11 0,5-2-26 16,4 0-18-16,5-5-11 0,4-4-25 0,4-21-39 16,0 7-16-16,17 25-37 0,-2-26-49 15,3-6-37-15,6-2-55 0,-1-5-420 0,6-3 0 16,1-7 0-16</inkml:trace>
  <inkml:trace contextRef="#ctx0" brushRef="#br0" timeOffset="44261.54">32408 16824 142 0,'0'-4'206'0,"0"0"3"0,2-1 0 0,-1 0-7 15,-1 0-11-15,3 2-27 0,-1-1 4 16,12-7-8-16,6-3-26 0,8 3-25 0,1-2 12 15,6 3-22-15,2-1-6 0,6 3-27 16,-3 1 5-16,7-1 6 0,-1-3-12 16,0 4-14-16,-2 2 3 0,-3 2-14 0,-4 2-12 15,-9 0 6-15,-17 1-6 0,6 0 8 16,1 0-17-16,11 11-2 0,-20-1 13 0,-7 1-16 0,-5 4 3 16,-9 8-7-16,-11 1 8 0,-3-1-9 15,-6 3 5-15,-6-1-4 0,4-6 1 0,-8 4-11 16,0-3 7-16,0-3-1 0,1-2 4 15,8-5-7-15,6-3 20 0,3 0 27 0,3-4-10 16,-1 0 1-16,8-3 19 0,14 0-23 0,-15 0-4 16,-8-16-14-16,18 8-3 0,4-3-11 15,1-2-10-15,24-30-22 0,-2 10-10 0,8-1-23 16,2-1 14-16,5 2-7 0,6 4-14 16,5 0 17-16,1 4 1 0,0-1 4 0,-1 12 5 15,-2 1-3-15,-10 6 3 0,4 3 14 0,-24 4 6 16,6 0 16-16,20 13 6 0,-22-1 21 15,-4 3 12-15,-6 6-2 0,-7-3 7 0,-3-5-6 16,-11 29-13-16,2-17 27 0,-3-2 6 0,-5-2 13 16,5 1 17-16,1-2 6 0,0-8 8 15,2-2 21-15,5-2 20 0,1 0 41 0,-1-3 28 16,2-1-3-16,-1-4 3 0,14-11-34 16,-5-2-5-16,9-2-17 0,5-8-42 0,7-1-2 15,1-5-6-15,6-5-24 0,2-3-28 0,4-8-17 16,3-3-30-16,8-4-30 15,1-2-43-15,6-2-48 0,2 2-51 0,2 2-63 0,2 2-947 16,4-2 0-16,8 2 0 0</inkml:trace>
</inkml:ink>
</file>

<file path=ppt/ink/ink64.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8T10:50:03.878"/>
    </inkml:context>
    <inkml:brush xml:id="br0">
      <inkml:brushProperty name="width" value="0.05292" units="cm"/>
      <inkml:brushProperty name="height" value="0.05292" units="cm"/>
      <inkml:brushProperty name="color" value="#FF0000"/>
    </inkml:brush>
  </inkml:definitions>
  <inkml:trace contextRef="#ctx0" brushRef="#br0">23035 15909 39 0,'0'0'131'16,"0"0"-16"-16,0 0-2 0,0 0-8 16,0 0-6-16,0 0-8 0,0 0-8 0,0 0-8 15,0 0-13-15,0 0 3 0,0 0-14 16,0 0-20-16,0 0-8 0,0 0-7 0,0 0-14 15,0 0-20-15,0 0-38 0,0 0-35 16,0 0-96-16,0 0-83 0,0 0 54 0,14 0 32 16</inkml:trace>
  <inkml:trace contextRef="#ctx0" brushRef="#br0" timeOffset="5.09">23663 15753 36 0,'-14'0'210'0,"14"0"-5"0,0 0 15 0,-15 0 0 16,-2 9-17-16,11-11-25 0,2-2-7 0,-9-6-36 16,1-1 4-16,1-1-16 0,2 0-11 15,1 0-19-15,1 2-15 0,2-1-4 0,0-5-5 16,1 0-5-16,1 2-9 0,3 0-18 0,0 3 6 16,0-4-9-16,12-23-5 0,-1 14-14 15,6 2 7-15,-2 1-7 0,5-1-1 0,1 1-1 16,6-3 0-16,2 2 1 0,4 1-11 15,3 1 5-15,2-2 0 0,3 5-7 16,2 0 13-16,-2 4-3 0,0 2 7 0,1 3-8 16,-3 4-5-16,-3 2 1 0,-20 2-1 0,30 12 8 0,-19 1-9 15,-6 11 7-15,-5 7 3 0,-10 10 11 16,-6-17-18-16,-12 56 28 0,-7-22 11 0,-4-1 11 16,-3 0 6-16,-1-3 8 0,-1-4-13 15,-3-3 16-15,2-5 4 0,-1-3-3 0,1-3-7 16,-2-4-5-16,-1-4 10 0,3-3-11 0,0-4-10 15,1-8-2-15,-2 0-9 0,4-5-8 16,-4-3-8-16,17-5-2 0,-7 0-19 16,-23-11 2-16,23-2-11 0,2-2-19 0,2-5-10 0,4-2 0 15,5-3-19-15,2-1 5 0,3-5-18 16,2 15 12-16,14-28-7 0,-4 18 3 0,8-4-32 16,0 2-44-16,4-2-16 0,2 3-45 15,0 5-36-15,1-3-424 0,-1 4 1 0,0 5 0 16</inkml:trace>
</inkml:ink>
</file>

<file path=ppt/ink/ink65.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8T10:52:53.540"/>
    </inkml:context>
    <inkml:brush xml:id="br0">
      <inkml:brushProperty name="width" value="0.05292" units="cm"/>
      <inkml:brushProperty name="height" value="0.05292" units="cm"/>
      <inkml:brushProperty name="color" value="#FF0000"/>
    </inkml:brush>
  </inkml:definitions>
  <inkml:trace contextRef="#ctx0" brushRef="#br0">4200 11782 7 0,'-14'0'18'0,"14"0"-3"16,0 0-2-16,0 0-9 0,0 0 8 0,0 0 1 15,0 0-5-15,0 0-4 0,-14 0-8 16,14-14 6-16,0 14 4 0,0 0-11 0,0 0 10 15,0 0-5-15,-20-18 2 0,22 17 5 16,0-2-5-16,4-2 9 0,12-8-2 0,8-2-2 16,0 0 2-16,2 2-8 0,5-4 8 0,5 2-13 15,-1-3 19-15,4 1-8 0,2-1-5 16,0 0-2-16,1 2 4 0,-1-3 4 0,-1 4-1 16,0-2-8-16,-4 0 4 0,4 1-6 0,-4 0 5 15,1 1 11-15,-4 3-12 0,-2-2 7 0,-3 2 4 16,-2-1-7-16,-2 4-5 15,-3-1 2-15,-3 1 4 0,0-1-4 0,-8 7 2 0,-3-2-4 16,-3 2 1-16,0 1-6 0,1 1 7 16,-3-2-9-16,1 3 11 0,-1-4-1 0,0 3-5 15,0 0-8-15,-2 1 6 0,2-1-9 16,-2-1-1-16,0 2 1 0,-2-1 3 0,0 1 3 16,0 1-9-16,-4-1-36 0</inkml:trace>
  <inkml:trace contextRef="#ctx0" brushRef="#br0" timeOffset="1382.72">3609 10442 39 0,'-13'0'59'0,"13"0"-17"0,0 0 4 15,0 0-19-15,0 0 4 0,-14 0-5 16,14 0-2-16,-18-13-6 0,16 12 1 0,1 1-5 16,0 0 0-16,1-1-5 0,-2 0 0 15,2 1-3-15,4 1-2 0,3-2 8 0,18-5 10 16,3 1-10-16,6-3-6 0,2 2 6 0,4 0 0 16,2-3 6-16,6-2-9 0,6 6 1 0,0-3 11 15,4 0-4-15,0 2-8 16,0 0 4-16,6 2-19 0,2-1 3 0,0 3 1 15,-2-2 10-15,0-3 3 0,0 4-5 0,0-1-3 0,-1 0 13 16,-2 1 5-16,1-2-7 0,-4 3-3 16,-1 0-12-16,-4-4 7 0,0 1 7 0,-2-1-9 15,-2 0 6-15,-1-3-2 0,-2 3 4 16,0-3-2-16,-2 3-9 0,-4-3 7 0,-2 2 10 16,-2-1-15-16,-6 3 7 0,0-3 2 0,-2 2-8 15,-2 0 11-15,-4 2-5 0,-4-1 6 16,-4 3-13-16,-2-1-12 0,-4 2 1 15,-4-2 15-15,-2 0-4 0,-2 3-23 0,-18-7 7 0,-6 5-1 16,-12 2-5-16,-4 0-2 0,14 0-1 16,-14 0-7-16,-62 14 2 0,34-7 2 0,-6 1-7 15,-4-1-2-15,-5 1 5 16,-5 1 3-16,-2 3-4 0,1 0 2 0,1 0 3 0,3-1 10 16,3 0-1-16,6 4 0 15,-1-5-2-15,4 2-1 0,9-1 9 0,6 1 0 0,8-3-8 0,4 0-6 16,6-3 12-16,8 3-7 15,1-3-9-15,2 3 1 0,9-1 15 0,4 3-11 0,10-2 12 16,6-9 9-16,0 0 4 0,30 17-8 16,3-15 13-16,-13-2-4 0,59-13 1 0,-9 6 12 15,10-7-7-15,8 0 17 0,7-2-12 16,1-1 5-16,3 3-2 0,3-4 0 0,-1 3 3 16,2 2 11-16,-2-6 0 0,-5 4-16 15,-2 1 5-15,-6-1 0 0,-2 3 0 0,-4-2 11 16,-8 1-8-16,-6 4-30 0,-10 0 5 0,-6 1-2 15,-6 0 3-15,-8 1-3 0,-8 1 6 16,-2 0 4-16,-10 2-2 0,-16 1 1 0,-2 3-12 16,-40 5-12-16,-10 1-1 0,-14 4-13 15,-14 6 4-15,-10 2-2 0,-14 3 4 0,-6 2-6 16,-10 0-3-16,-8 2 7 0,-1 1-2 0,1-1-4 16,8-2-5-16,8-2 5 0,6-1 6 15</inkml:trace>
  <inkml:trace contextRef="#ctx0" brushRef="#br0" timeOffset="3502.77">6230 10481 29 0,'-15'0'23'0,"15"0"3"0,0 0 3 0,0 0-5 16,0 0-9-16,0 0-8 0,-12 0 6 16,12 0-4-1,0 0 1-15,0 0 6 0,16 16-1 0,8-22 2 0,3-1-10 0,5-1-7 16,7-1 11-16,3 1-10 15,5-2 4-15,6 3 5 0,2-4-2 0,8 3 14 0,5 0-8 16,5-1 7-16,0 4-15 0,2 1 1 0,0-1 22 16,3 1-13-16,3 4 19 0,1-2-7 0,4 0-9 15,-3-1 1-15,0 2 7 0,1 1 0 16,-4 0 2-16,0-1 1 0,-3 1-17 0,-2-3 8 16,-1 3 6-16,-4-1-9 0,-37 1 5 15,15 0 3-15,5 0-21 0,1 0 12 0,-1 0-6 16,-4 0 6-16,46-10-5 0,-55 8 7 0,-3-1-10 15,-2-1-6-15,-4 2 8 0,1-2-8 0,-4 2 8 16,-4-1 2-16,-3 0-4 16,-4 2-9-16,-3-1 1 0,-5 1-2 0,-1 0 5 15,-1 0-10-15,-3-2 4 0,-3 3 1 0,-4-4-5 16,-10-3 13-16,-14 2-5 0,-2 0-18 16,-11 0-10-16,-11 3 7 0,-9-2 14 0,-9 2-10 0,-10 0-5 15,-7 2-3-15,40 0 3 0,-24 0-7 16,-14 0-13-16,-11 0 16 0,-112 19 12 0,95-13-7 15,-2 3-8-15,3 2 6 0,0-3-2 16,5 2 9-16,8 0-16 0,4-1 18 16,11-2 2-16,9 1 1 0,10-5-11 0,6 3 10 15,9 0-13-15,5 0-2 0,5-1 11 0,11 2 3 16,0-1 4-16,10 3-7 0,10-3 6 0,8-6 16 16,18 12 0-16,13-12-4 15,-10 0 4-15,21 0 0 0,75-13 7 0,-33 5-12 0,4 0 11 16,8-1-4-16,10-1 0 0,0-1 6 0,8 1 3 15,0-1-16-15,0 0 13 0,-2 0 11 16,-1 1-15-16,0-1 7 0,-1 1-8 0,1 0 10 16,-2 2-6-16,-2 0 0 0,-4 1 4 15,-9-1 6-15,0 2-13 0,-8 1 17 0,-3 1-5 16,-8-2 0-16,-6 3-13 0,-6 1-2 16,-4 0-7-16,-11 2 12 0,-4-2-3 0,-6 2-19 0,0-2 19 15,-24 2-14-15,4 0 12 0,-5 0 1 16,0 17 13-16,-27-7-16 0,-16 0-3 0,-14 0-8 15,-16 2 9-15,-12 1 5 0,-11-3-26 0,-6-1 15 16,-14 0-10-16,-6 0-9 0,-10-1 3 16,-2 0-23-16,-3-3 19 0,-3 3-16 15,-1 1 3-15,-1-3 0 0,5 2 7 0,8-1 5 0,9-5 1 16,14 1-4-16,10 1-4 0,13-2 11 16,10 2 5-16,8-3 5 0,35-1 2 0,-2 0 8 15,7-12 7-15,36 2-14 0,16-1-5 0,20-2 9 16,13 0-10-16,14 3 11 0,10-3 10 0,4 1-2 15,3 1 6-15,3 4-10 0,0-2 8 16,1 4-6-16,-4-2 4 0,-3-1 2 16,-5 2-10-16,-7 1 21 0,-7-1-2 0,-9 1-18 15,-8 1 15-15,-6 0 4 0,-8 2-10 0,-6 0-11 16,-8-1 19-16,-3 1-14 0,-2-2 20 0,-10-1-19 16,-15 0-5-16,-7 5 0 0,-32-7 9 15,-7 3-6-15,-11 1-27 0,-13-1 8 0,-14 0-4 16,-13 0-5-16,-6 1-6 0,-5 3-6 0,-2-3 5 15,1 0 2-15,3 0-1 0,8 3 0 16,9-1 10-16,12 1-2 0,8 0-15 16,8-1 14-16,33 1 4 0,-7 0 9 15,7 0 2-15,2 3 0 0,42-3 16 0,-5 0 6 0,21 0-6 16,18 0 1-16,15 0 7 0,100 9 1 16,-65-8-3-16,4 4 4 0,-1-3-11 0,-3 2-10 15,-4-2-93-15,-7 1-103 0</inkml:trace>
  <inkml:trace contextRef="#ctx0" brushRef="#br0" timeOffset="12619.16">11403 9716 20 0,'-14'0'28'16,"14"0"-13"-16,-29-26-6 0,21 24 3 0,-8-3 3 16,5 3-10-16,2 1 5 0,0 1-1 15,-1-2-4-15,2 1-8 0,0-1-3 0,0 1 12 16,0 1-1-16,-10-1-13 0,-1-1 4 0,3 2 2 16,3 0-1-1,1-2 9-15,-8 2-4 0,5 0 4 0,2-2-9 0,2 1 2 0,0-1 9 16,-5-2-9-16,4 4 8 0,0-2-9 0,6 2 10 15,-1 0-4-15,3 0 4 0,0 0-8 16,1-2 5-16,3 2-10 0,0 0 10 0,0 0 5 16,0 0-4-16,0 0 2 0,-8 0-12 0,8 0 11 15,0 0 1-15,0 0 5 0,0 0-10 0,-6 0 5 16,6 0-9-16,0 0 9 0,0 0 4 16,-10-3-4-16,16 3 5 0,20-7 14 15,6-2-13-15,7 0-18 0,8-2 12 0,7-1-13 16,6-3 10-16,6 4 5 0,3 1-1 0,2-1 8 15,5-2-20-15,0 3 7 0,4-4 2 16,1 4 3-16,3-1-1 0,1 0 2 0,0 1 4 16,-1 0 3-16,-3 0-7 0,5 1 3 0,-2 1-5 15,-3-2-10-15,-1 3 9 0,0-1-5 0,-2 2 10 16,-2-1-2-16,-2 2-10 0,-3-1 11 16,-3 0-14-16,-2 2 3 0,1-1 5 0,-4 1-5 15,-2-1 0-15,-1 3 12 0,-4-2-10 16,-3 2-4-16,-2-1 3 0,-6 2-1 0,-2-3 0 15,-4 4-1-15,-3 0-3 0,0-2 2 0,-3-1-2 16,-18 3-1-16,5 0 2 0,1 0 1 16,-2 0-8-16,-3 0 11 0,-4 0-7 0,-1 0-9 15,-2 0 8-15,-2 0 2 0,-7 0-8 16,8 0 4-16,-8 0 5 0,9 0 0 0,-9 0-2 16,8 0-8-16,-8 0 10 0,7 0-7 0,-7 0 8 15,0 0 3-15,6 0-4 0,-6 0 0 16,0 0 6-16,7 0-11 0,-7 0-1 0,0 0 6 15,0 0 8-15,7 0-8 0,-7 0-1 16,0 0 4-16,0 0-2 0,0 0-8 0,0 0 8 16,6 0-6-16,-6 0 6 0,0 0 1 0,0 0-6 15,0 0 9-15,0 0-3 0,0 0-12 16,0 0 3-16,0 0 8 0,0 0 0 0,0 0-3 0,10-6-8 16,-12 10 11-16,-3-2-6 0,-11 7-115 15</inkml:trace>
  <inkml:trace contextRef="#ctx0" brushRef="#br0" timeOffset="16459.8">18268 10001 43 0,'0'0'75'0,"0"0"-16"0,-13 0 3 15,13 0-10-15,0 0-11 0,0 0 3 16,-27 5 0-16,23-7-18 0,0-1 19 0,0 0-5 0,0-1-14 16,-1 0 10-16,1 0-3 0,-10-2-15 15,1-1 0-15,-2-2-4 0,5 5 1 0,-6-2 1 16,4 3-6-16,-4 0 5 0,1 2 2 0,-5-4-24 15,-2 2-8-15,10 3-13 0,-5 0-19 0,-4 0-50 16,-2 0-66-16,-1 0-36 0,0 0 29 16</inkml:trace>
  <inkml:trace contextRef="#ctx0" brushRef="#br0" timeOffset="17728.43">16567 9992 15 0,'-2'2'42'0,"-2"-2"-13"16,2 0-7-16,0 0 12 15,0 0-5-15,0 0-15 0,2 1 2 0,0-1 1 16,-4 0 6-16,4 0-7 0,-2 0 3 0,2 1 1 16,-2-1-6-16,2 0-2 0,-2 0-4 15,2 0 6-15,-2 0 2 0,2 0-9 0,0-1 6 16,0 1-3-16,0 0-3 0,0 0 4 15,0-1-7-15,0 1 7 0,0 0-2 0,0 0 2 0,0 0-6 16,0 0 11-16,2-2-2 0,0 0 4 16,2 2-5-16,2 0 17 0,12 0-9 0,-6 0 4 15,30-6-9-15,-8 3-16 0,2 0 20 16,12 0-13-16,6 2-1 0,4-4 6 16,6 3-8-16,3 0-2 0,4 1 6 0,2 0-5 15,4-2-2-15,3 2 4 0,4 0-6 0,3-1-4 16,-2 2-3-16,-41 0 3 0,20 0 0 15,11 0 15-15,5 0-13 0,1 0 4 16,-2 0-13-16,-1 0 23 0,0 0 4 0,-1 0-19 16,1 0-2-16,-1 0 9 0,1 0 10 0,0 0-6 15,76-14 9-15,-76 13-23 0,-2-3 11 0,-1 0 20 16,-4 1-19-16,-1-1 11 0,2-2 9 16,-1 3-6-16,-2 1-2 15,1 0-4-15,-3-1 14 0,2 0-18 0,-2 1 12 0,-3-2 5 16,3 2-2-16,-9 1-16 0,-2-2 19 0,-4 2-15 15,-2-1 4-15,-5 0 0 0,-4 2-9 0,-2 0 1 16,-4-2-4-16,-19 2-3 0,6 0 6 16,2 0 2-16,-1 0 1 0,-4 0-12 0,-3 0-2 15,-3 0 6-15,-4 0 0 0,1 0-3 0,-2 0-1 16,-2 0 11-16,-6 0-10 0,7 0 0 16,-7 0 3-16,8 0 16 0,-8 0 3 15,0 0-7-15,7 0 5 0,-3-7-7 0,-10 6 3 16,-14-4-7-16,-9-1-2 0,-2 2-3 0,-9-2-5 15,-6 1-14-15,-8 0 10 0,-2 1-5 0,-2 0-6 16,-8-2 4-16,-2 2 10 0,-2 0-23 16,-2-1 25-16,-2 2-15 0,1 0 2 0,0-1 4 15,0 4 4-15,0 0-4 0,37 0 4 0,-18 0-10 16,-6 0 19-16,-72 15-12 0,62-7 0 16,-4 2 2-16,1-1 4 0,-3 4 2 15,1 1-1-15,-5 1-14 0,-2 1 6 0,-1 2 12 16,-4 0-18-16,-2 1 6 0,-1-1 0 0,-1-2 2 15,1 3-2-15,-1-2-2 0,3 0 11 0,3-2-6 16,2 0-6-16,5-2 6 0,3-1-2 0,3-1-7 16,4 0-1-16,7-3 13 0,3 0 8 15,6-1-1-15,7-2-8 0,5 1-5 16,4-2 8-16,5-2-4 0,1 2 6 0,2 0-15 16,6-2 15-16,2 0-4 0,6-1-10 15,4-1 13-15,2 1-8 0,8-1 13 0,0 0 0 0,-6-5 2 16,20-5 10-16,10 0-5 0,8-2-2 15,10-1-15-15,12 2 3 0,9-1 7 0,9-3 5 16,9 3-15-16,5 0 6 0,8 1-14 0,6-2 16 16,4 3 2-16,3 2-7 0,1 1-2 15,-2 1-4-15,4 3 12 0,-1-3 5 0,3 4-7 16,4 1 13-16,3 0-2 0,-5 1-4 0,-1 0 1 16,-57 0 2-16,28 0-3 0,12 0 15 15,8 0-9-15,1 0 8 0,109 11-8 0,-112-7 2 16,-5 0 11-16,-1 2-4 0,-5-1-5 15,-6-1 5-15,-2 0-9 0,-6 2 4 16,-2 1-4-16,-6-3 6 0,-4 1-12 0,-5-1 6 0,-4 0 1 16,-4 2 0-16,-5-2 3 0,-6-2-3 15,-2 1-1-15,-3 1-10 0,-4-1-4 0,-3-1 2 16,-2 2 1-16,-6-1-8 0,-2-1 16 0,-4-2-15 16,-7 0 7-16,-2 1 12 0,1 1-5 15,-3-2 10-15,0 0-3 0,-3 1 3 0,-1-1 0 16,-5-1 2-16,-15-2-2 0,5 3-15 0,-33-10-2 15,4 5-10-15,-9-2 4 0,-6 0-15 16,-9-3 3-16,-1 1-12 0,-2-1 9 0,2 1 5 16,1 0-4-16,8 1 9 0,4-1-10 0,7 3 8 15,3 3-3-15,9-2-5 16,1 5-33-16,8 0-26 0,8-1-95 0,20 1-105 0</inkml:trace>
  <inkml:trace contextRef="#ctx0" brushRef="#br0" timeOffset="27667.25">21211 10259 10 0,'0'0'77'0,"-18"0"2"0,-7 17-27 16,19-17 2-16,0 0-4 0,2 0 5 0,0 0-21 15,0 0 7-15,4 0-1 0,0 0 3 0,0 0 0 16,-8 0-9-16,8 0-14 0,0 0-2 16,-6 0-8-16,6 0 9 0,0 0-4 0,-8 0 4 15,8 0-14-15,0 0 1 0,-6 0 4 0,6 0 3 16,0 0 6-16,0 0-9 0,0 0-9 0,-8 0 8 15,8 0 10-15,0 0-9 0,0 0 6 16,0 0-3-16,0 0 2 0,-8-5 3 0,10 4-6 16,0 0 0-16,2-3 2 0,12-3-6 15,0-3-7-15,8 1 13 0,4 1-2 0,3 1-6 16,-1 0 3-16,5 2 0 0,2-2-8 0,7-1-2 16,2 3-7-16,5-1-2 0,1 3-3 0,1-3 3 15,-1 0 5-15,3 2-2 16,-1 2 1-16,3-4 14 0,0 5-5 0,4-3-8 15,1 2 5-15,2 0 1 0,4 1-9 0,4 0 2 16,0 1-11-16,-2 0 12 0,0 0 9 0,-38 0-12 16,20 0 0-16,10 0-8 0,4 0 11 15,2 0 8-15,70 11-10 0,-66-8 5 0,-4-2-6 16,4 1 8-16,-4 0 1 0,0 0 1 0,-4-1-13 16,0 0 15-16,-4-1-8 0,-30 0-4 15,16 0 5-15,6 0-5 0,4 0-3 0,-1 0 13 16,0 0-17-16,-1 0 4 0,-2 0 8 15,0 0-3-15,-2 0 3 0,-2 0-4 0,-2 0-5 16,0 0 15-16,-3 0-7 0,-1 0-2 0,-2 0 11 16,-1 0-18-16,0 0 13 0,-3 0 2 15,0 0-10-15,-2 0-4 0,0 0 6 0,0 0 1 16,-2 0-11-16,28-13 21 0,-36 13-25 16,-2-2 17-16,1 0 3 0,-2 2-8 0,-6-2-5 15,-2 2 0-15,-1-2 3 0,-1 2 1 0,-3 0 5 16,0 0 3-16,-3-1 1 0,1 1-11 15,0 0 17-15,-6 0-5 0,0 0 0 0,7 0-12 0,-7 0 1 16,8 0 12-16,-8 0-16 0,0 0 11 16,7 0 1-16,-7 0-1 0,0 0 15 0,8 0-10 15,-8 0-16-15,0 0 25 0,0 0 1 16,6-2-2-16,-8-1 6 0,-4 3-6 0,0 0-8 16,-14-1 1-16,8 1 1 0,-7 0-13 15,-2 0 9-15,-6 0 5 0,-29-5 7 0,23 4-21 16,-1-1 5-16,-2 0 13 0,0 2-4 0,3-2-10 15,14 2-1-15,-9 0-5 16,-6 0 4-16,-4 0 14 0,-8 0-12 0,-2 0 7 0,-4 0 6 16,-2 0-8-16,-7 0 2 0,0 0 4 15,-6 0 7-15,-1 0-15 0,-4 0 6 0,-2 0 0 16,-2 0-7-16,-4 0 14 0,-3 0-4 0,-85 6 4 16,81-2 3-16,-3-3-1 0,0 1-11 15,4-2 10-15,0 0-6 0,42 0-9 0,-18 0 20 16,-14 0-9-16,-4 0-9 0,-88-11 16 0,80 6-21 15,-2-1 11-15,0 1-9 0,4-2-1 16,2 1 11-16,2-2-11 0,7 2 14 0,4-1-12 16,8-1 2-16,7 4 4 0,7-2 7 0,7 3-23 15,4-1 8-15,6 0-2 0,2 2-2 16,9 1 18-16,21 1 17 0,0 0-4 0,5 11 0 16,26-8-2-16,16 5-7 0,20 2-10 15,9-2 4-15,13 2 2 0,11 4-5 0,12 1 6 16,6-2-12-16,2 0-6 0,4 2 20 0,4-1-4 15,0 0 4-15,2-1-26 0,-4-1 19 0,0 1-7 16,-4-3-7-16,-4-3-6 0,-3 2 14 16,-2-3 2-16,-5-1 7 0,-5 2-10 0,-2-2-10 15,-3-1 14-15,-5 1-1 0,-5-1-1 16,-7 0-15-16,-2-1 9 0,-5 0-3 0,-4 0 4 16,-6 1-6-16,-3-2 7 0,-6 2 0 0,-5-2-15 15,-6-2 6-15,-1 2 3 16,-8-1 1-16,-3 0-9 0,0 0 12 0,-4 1-9 0,-6-2 10 15,-6 0-3-15,-5 2-16 0,-7-2-14 16,-4 0-91-16,0-6-91 0,-4 3 32 0</inkml:trace>
  <inkml:trace contextRef="#ctx0" brushRef="#br0" timeOffset="29733.71">26466 10413 39 0,'0'0'46'0,"-44"24"-3"15,31-22-6-15,-5 3-1 0,1-1 7 0,0-2-20 16,-2 2 16-16,-1 1-11 0,-1-4-5 15,-1 1-6-15,12-2 12 0,-5 0-15 0,-2 0 2 16,-2 0 2-16,3 0-3 0,3 0-14 16,2 0 13-16,2 0 0 0,2 0-2 0,7 0 3 15,-8 0-12-15,8 0 15 0,0 0-12 0,0 0 7 16,-13-17 2-16,15 11-8 0,9-6 17 16,1-2-20-16,5 0 1 15,7-1-2-15,4 4 2 0,6-2 3 0,6 1-12 0,9 0-6 16,6 0 4-16,9 0 1 0,5-1-6 0,5 2-1 15,10-1 9-15,4 5-8 16,7-4 4-16,6 1-8 0,7-1 9 0,-1 2-1 0,5 1 13 16,5 0-8-16,-2 0 0 0,0 0 4 15,-6 2-8-15,-3-1-1 0,-4 1 9 0,-6 0-15 16,-6 0 14-16,-4 1-5 0,-5-1 1 0,-5 1 8 16,-5-1-17-16,-9 0 8 15,-4 0-5-15,-10 1 15 0,-6-1-6 0,-3 2 4 0,-7 0-2 16,3-1 12-16,-10 3-5 0,-1-2 2 0,-7 2 0 15,-6-2 6-15,-7 0-6 0,-4 4 12 16,-30-7-19-16,-3 3 9 0,-8 3-7 0,-11-4-11 16,-9 2-1-16,-9 1 18 0,-7 0-15 0,-6 0 4 15,-7 0 0-15,-6 1-10 0,-4-1 3 0,-6 0 9 16,1 2-10-16,-3-2 13 0,1 0 3 16,1 2-9-16,2-2 7 0,3 2-9 15,3-1 15-15,52 1-19 0,-22 0 10 0,-7 0 0 16,0 0-2-16,3 0 4 0,5 0-10 0,-56 12-2 15,73-10 7-15,4 2 6 0,4 0-14 16,10-2 10-16,-2 3-7 0,6-4-8 16,4 2 10-16,5 1-2 0,6-1 3 0,9 0-4 0,8-1 25 15,17 3-1-15,18-5-12 0,-13 0-14 16,22 0 19-16,16 0-17 0,16 0 1 16,17 0-10-16,118-11 3 0,-91 9 1 0,-60 2-13 15,31 0 12-15,16 0-9 0,5 0 11 0,-1 0 3 0,108 13 21 16,-123-9 4-16,-11-2 0 0,-9 1-9 15,-10 0-3-15,-10-1 2 0,-7 0 12 0,-9-1 4 16,-8 3 0-16,-8-4 9 0,-21 5 2 0,-18-2-7 16,-21 4-8-16,-20-3-1 0,-19 2-1 15,-21-1-9-15,-16 1-9 0,-12-1 9 0,-8-1-9 16,-13 0-6-16,-4-2-2 0,72-2 5 16,-35 0-12-16,-16 0-7 0,-4 0 14 0,-126-13-3 15,138 11 1-15,18-2-15 0,11 0 13 16,13 3-6-16,8-1 3 0,12-3 20 0,20 4-12 15,17-2 8-15,20-2 3 0,26 3-16 0,19-1 8 16,23 2-11-16,-28 1 3 0,33 0-17 16,24 0 0-16,137 16 5 0,-87-5-5 0,117 14 5 15,-14 1-1-15,-55-3 11 0,-31-1 11 16,-24-1 11-16,-6 2-5 0,-5-1-48 0,-12-2-148 16,-11-6-3-16</inkml:trace>
  <inkml:trace contextRef="#ctx0" brushRef="#br0" timeOffset="45081">16603 16820 10 0,'-14'-19'27'0,"-14"-5"1"16,22 19-12-16,-2-1 0 0,2-2 9 15,-2 3-13-15,4 1 5 0,0-2 4 0,-2 2-5 16,2 0 0-16,2 0 10 0,-4 1-12 15,4-1 9-15,-2-1 5 0,0 1-5 16,2-1-4-16,0 0-3 0,0-1-14 0,0 2 12 16,2-1-16-16,0 5-4 0,0 0-34 0,0-9-29 15,14-10-119-15</inkml:trace>
  <inkml:trace contextRef="#ctx0" brushRef="#br0" timeOffset="48278.08">18071 17672 82 0,'0'-15'79'0,"-15"15"6"0,15 0-25 15,0 0 5-15,0 0-18 0,0 0 3 16,0 0 0-16,-14 0 3 0,14-14-11 15,-17-2 8-15,16 14-32 0,-1 0 12 0,1 1-8 0,0 1 3 16,1-3-2-16,-2 2-6 0,2 1-9 16,-1-1 14-16,1 1-8 0,1-2 9 0,2 0-11 15,2 2 8-15,13-5-20 0,7 1 13 16,3-1-2-16,6-5 14 0,7 2-8 0,6-5 3 16,6-1 11-16,8 0-7 0,10-1 4 15,5-2-6-15,10-1 9 0,4-2 4 0,5 3 0 16,4-4 7-16,3 0 9 0,4 0-8 0,3-1 5 15,3 0 11-15,2-3-3 0,-2-1 3 0,-1 1-6 16,1 1-2-16,-4 0 2 0,-3 1-11 16,-2-2-4-16,-3 0 4 0,-2-1-8 0,0 2 4 15,-1-4-4-15,-1 4-2 0,-4-3-7 16,-4 1 3-16,-3 1-4 0,-3-1-4 0,-2 1 6 16,-4 1-7-16,0-1 16 0,-4 4-9 15,-5 0 1-15,-7 3-15 0,-4 1-16 0,-4 2-14 16,-8 2-28-16,-7 2-40 0,-3 1-61 15,-5-1-95-15,-9 0-174 0,-3 0 0 0</inkml:trace>
  <inkml:trace contextRef="#ctx0" brushRef="#br0" timeOffset="49384.86">15191 17549 32 0,'0'0'81'0,"-13"0"-3"16,13 0 2-16,-27 8-21 0,21-8 1 16,2-2-15-16,-2 2 0 0,1-1-1 0,1 1 0 15,4 0-25-15,0 0 22 0,0 0-22 0,-8 0 5 16,8 0 1-16,-8 0-19 0,8 0 5 15,0 0-4-15,-8 0-7 0,8 0 6 0,0 0-1 16,-11-5 6-16,13 1 0 0,3 2-7 0,14-9 0 16,5-2 7-16,5-2-2 0,10-2-11 0,7-5-1 15,13-5 12-15,9-4-21 0,6-2 13 16,9-3 12-16,5-2-12 0,10 1-10 16,2-4 16-16,6 2 10 0,2 0 5 0,0 1 3 15,4-1-11-15,0 5 15 0,-2-3 6 0,-2 0-7 16,-4 4 12-16,0-3-3 0,-4 8 0 0,-2-3-6 15,-5 1-7-15,-2 2 7 16,-2 1 1-16,-2 1 7 0,-1 1-10 0,-1-1-2 0,-2-2 2 16,-2 3-7-16,-2-3 1 15,-4 2 1-15,-1-1-6 0,-3-1 0 0,-6 5-4 0,-4-1 8 16,-8 3-8-16,-4 1 0 16,-5 2 3-16,-5 4 6 0,-6 1-7 0,-2 1 4 0,-7 1-11 15,0 1-27-15,-12 0-48 0,-2 5-38 16,-10 5-105-16,0 0-84 0,-14-4 1 0</inkml:trace>
  <inkml:trace contextRef="#ctx0" brushRef="#br0" timeOffset="49825.98">15834 17381 13 0,'-1'4'81'0,"2"-2"-4"0,0 3-5 0,5 14 3 16,-2 2 4-16,1 2-1 0,-1 12 0 16,1 0-6-16,-1 6 5 0,-1 8-5 0,0 11-4 15,-3 5-4-15,0-30 6 0,0 19-3 16,0 10-3-16,0 4-3 0,0 1-1 0,0 1-2 15,0-4-15-15,0-2 3 0,8 60-6 0,-3-69-8 16,2 29-4-16,1-15-3 0,-2-11-3 16,4-6-19-16,-4-10-26 0,2-12-40 0,0-7-15 15,7-10-45-15,-8-13-115 0,-7 0-12 16</inkml:trace>
  <inkml:trace contextRef="#ctx0" brushRef="#br0" timeOffset="50165.33">16038 17953 2 0,'4'-35'42'0,"7"6"5"0,6-3-13 16,6 2-5-16,6-4 5 0,6 2-4 0,6 2 15 15,4 1-13-15,5 1 8 0,3 3 10 0,0 3 3 16,3 2-3-16,-2 4 21 0,-2 6-2 15,-4 3 4-15,-2 3-1 0,-8 4-2 0,-22 0-3 16,24 19-3-16,-24 2 0 0,-10 7-2 0,-4 10-8 16,-2-19 3-16,-24 40-2 0,-2-15-10 15,-4 0-7-15,-6-2-5 0,-4-4-2 0,0-4-17 16,0 0 0-16,0-7-3 0,2-6-15 16,4-5-10-16,2-2 7 0,5-5-12 0,14-9 0 15,-2 0 2-15,-10-27-54 0,23 4-48 0,2 9-57 16,22-33-119-16</inkml:trace>
  <inkml:trace contextRef="#ctx0" brushRef="#br0" timeOffset="50455.66">17307 17563 4 0,'6'2'105'0,"-2"-1"-10"0,0 1-10 0,0-2-3 0,0 2-9 15,-1-2 5-15,0-2-16 0,1 0-3 0,0-3 6 16,9-7-24-16,6-4-5 0,1 0-1 0,2-2 1 16,6 0 3-16,4-3-8 0,0 1 5 15,5 1 4-15,-1 2 6 0,0 3-8 16,-2 2 10-16,-4 0-8 0,-2 4-1 0,0 3-2 0,-4 3-4 16,-14 2 6-16,14 14-1 0,-20 2-6 15,-4 5 6-15,0-6-5 0,-24 28-3 0,8-12 2 16,-8 1-7-16,-3 2 2 0,-2-5 1 15,-5-2-19-15,2 0-3 0,-2-2-6 16,-1-1-8-16,-1-5-13 0,2 0 4 0,-1-6-14 16,3-2 12-16,1-4 1 0,2-1-43 0,-4-4-50 15,18-2-61-15,-25-11-126 0,13 0 82 16</inkml:trace>
  <inkml:trace contextRef="#ctx0" brushRef="#br0" timeOffset="60971.44">17023 12694 63 0,'0'14'105'16,"0"-14"-22"-16,0 0-5 0,0 0-10 0,-15 0 2 15,15 0-3-15,0 0 3 0,-23 13-22 16,19-13 9-16,2 0-22 0,-1 0 0 0,0-2 0 16,2 2 10-16,-2-1-12 0,2-1-11 0,0 2 11 15,-1 0-8-15,1 0 3 0,0 0-10 16,-1-1-3-16,1-2-2 0,0 1-1 0,-1-2-10 15,1 1 9-15,0-3 2 0,-1-2-7 0,2 3-2 16,-1-3 7-16,0-15-15 0,1 1 11 16,0 12-7-16,0-8-3 0,0-5 9 0,0-2-5 15,14-31-15-15,-6 25 22 0,2 4-13 0,-2-3 7 16,1-2-6-16,6 2-7 0,2-6 4 0,2 1 9 16,1-2-19-16,2 1 5 0,4-2 1 15,0-1 17-15,2-1-2 0,2-3 4 16,0 1 9-16,1 1-3 0,0-3 8 0,2 1-9 15,0 0 5-15,-1 2-8 0,2 0 2 0,-1 0 4 16,2 0-2-16,-2 1-3 0,3 0 8 16,0-1-5-16,1 3-6 0,3-1-1 0,1 1 1 15,2-1-17-15,5 0 13 0,1 2-17 0,2-3 15 16,0 3-2-16,1 1-13 0,1 0 6 16,-1 0 5-16,2 1 0 0,2 1-7 15,2 0-8-15,5 2 14 0,5 2-14 0,4 1 4 16,8 3 8-16,0 0 9 0,6 1-8 0,3 2 13 15,-1 1 5-15,5 3-10 0,-2-1 3 0,2 3 4 16,2 2 1-16,4-1-3 0,0 3 2 16,-2 2 4-16,2 1 2 0,0 1 3 0,-1 2-15 15,1 1 9-15,-2 2-5 0,1 0 5 0,-1 0-5 16,2 2 1-16,-2 1 4 0,-2 1 3 16,-50 0-10-16,24 0 2 0,89 11-9 0,-70-6 11 15,4 2-1-15,0 2-3 0,1 0 6 0,1 0-6 16,-6 5 0-16,0 1-1 0,-3 0-5 15,2 3 13-15,-2 0-16 0,4 3 13 16,-1 1-4-16,4 2-3 0,0 0 0 0,0 2 12 16,-2-2-12-16,-4 2-5 0,-2 0 5 0,2 2-1 15,-2 1 0-15,0-3-5 0,-2 2 10 16,-2-1-3-16,-2 1-7 0,-4 0 9 0,0 1 4 16,-2 1-5-16,0 2 3 0,-2 0-7 15,-2 2 10-15,0 0-7 0,-3 3 12 16,-2-1-3-16,-1 2-5 0,-3 2-1 0,-2 0 4 15,-2 1-4-15,-4 0 3 0,-3 1-1 0,0 0 1 16,-4 1-3-16,-3 0 6 16,-2-1-10-16,-2 0-1 0,-3 1 0 0,-4 0 2 0,0 2-6 15,-2-1 1-15,-2 2 5 0,-2 0-1 16,-2 1 1-16,-3 1 2 0,-2 0 10 0,-1 1 0 16,-1-1-2-16,-2 4-6 0,-1-2 0 15,-1 3 6-15,-2-3 4 0,-3 2-3 16,-1 1-2-16,-1-5-7 0,-1 0 7 0,-3-22-1 15,0 11-4-15,0 6 5 0,-14 49-5 0,6-43 8 16,0 1 0-16,-1 0-7 0,-3 0-1 16,0 3 5-16,0-3 4 0,0 1-4 0,-1 0-6 15,-2 2 2-15,0-2 0 0,-1 0 2 0,0 0 8 16,-2-5-3-16,0 5-5 0,-2 1 0 0,-2-2 1 16,1 2 1-16,-6 2 2 0,1-1 9 15,-2 3-2-15,-2-2-14 0,-2 1 11 0,0-1-6 16,1 0 2-16,-5 0 1 0,-2 2 10 15,-1-2-14-15,-1 2 13 0,3-1-9 0,-6 1 11 16,2 3 12-16,-2-3-15 0,-2 3-1 0,-2-2-2 16,2-1 9-16,-5 1-1 0,0 3-1 15,-4-3-4-15,1 1 6 16,4 2-5-16,-5-3-2 0,2 0-1 0,-2-1 3 0,-2-1-6 16,-6-1 13-16,0 0-2 0,-4 0-1 0,2 0 7 15,-2 0 5-15,0-1 15 0,-2 0-11 0,2-2-22 16,-2-1 12-16,2 2 6 0,-2-3 7 15,-4 3 0-15,-2 0-10 0,0-3 3 0,1 2-9 16,-3-3 15-16,5 2-10 0,-1-2 7 0,4-2-16 16,-3-1 10-16,-2-1 5 0,1 3-1 15,-2-4-1-15,-2 3-4 0,2-3-2 0,-4 2 3 16,1-3 3-16,3 0-11 0,0-3 2 16,-2 1-8-16,-2-1 3 0,-6-1 0 0,0 0 2 15,0 0 0-15,-2-3 4 0,-1-2-2 0,0 0 14 16,1-2-1-16,-5 0 2 0,0-3 0 15,2-3 0-15,0-3-2 0,2-3 4 0,-2-1-7 0,-2-2 9 16,0-3-10-16,2 0 5 16,-2-5-5-16,4-1 5 0,4 1-6 0,1-5-2 0,2 0-7 15,40-3 13-15,-20 0-8 0,-8 0 3 16,-79-17-4-16,68 9-9 0,3-1 10 0,0-5-16 16,0 3 10-16,-3-5-5 0,3 0-10 0,0-1 11 15,2-3-12-15,-1 0 11 0,0-1-15 0,2 1 17 16,1-3-10-16,1 0 2 0,3-2-13 0,3-1 2 15,1 0 2-15,1-1 1 0,5 0 2 16,-1-1-1-16,3 0-2 0,3-2 0 0,-1 0 10 16,5-1-10-16,1 0 4 0,0-2-14 15,1 0 6-15,1 0-6 0,2 0 5 16,2-3-2-16,2-1-1 0,-2 2-9 0,4-3 3 0,-2 0 6 16,4-3-14-16,-4 2 0 0,2-3-2 15,4 0-10-15,-2-1 7 0,2-2 0 16,2 1-8-16,2-1 6 0,0-4-10 15,1 0-1-15,1 0 0 0,0-4-6 0,3 0-12 0,1-2-4 16,0-1 2-16,4-3-14 0,2-1 10 16,1-4-2-16,4 2-8 0,1 0 2 0,4-4 6 15,4 0-14-15,1 0 7 0,2 0 6 0,1 30 1 16,0-13-9-16,18-71 1 0,-6 52 8 16,3 0 8-16,4 0 6 0,3-3-11 0,5 2 5 15,4-4-3-15,5 3 4 0,1-2-9 16,3 2 6-16,1 3 13 0,3-1-1 0,0 2-4 15,2 0 5-15,2-1 1 0,0 5-2 0,-2-2 9 16,4-2 7-16,2 7 2 0,-4-3 0 16,6 1-3-16,-2 6-1 0,0-1-14 0,1 1-31 15,-2 2-40-15,-1 1-57 0,-2-2-75 0,2 2-467 16,-5 4 0-16,-2-4 1 0</inkml:trace>
</inkml:ink>
</file>

<file path=ppt/ink/ink66.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8T10:54:50.952"/>
    </inkml:context>
    <inkml:brush xml:id="br0">
      <inkml:brushProperty name="width" value="0.05292" units="cm"/>
      <inkml:brushProperty name="height" value="0.05292" units="cm"/>
      <inkml:brushProperty name="color" value="#FF0000"/>
    </inkml:brush>
  </inkml:definitions>
  <inkml:trace contextRef="#ctx0" brushRef="#br0">10703 15446 49 0,'0'0'48'16,"0"0"11"-16,0 0-5 0,0 0-4 0,0 0-7 15,0 0-11-15,3 4 7 0,-6 12 8 16,-2 1-10-16,1-2 6 0,1 3-8 0,-1 3-11 16,0-1-6-16,1 2 9 0,-1 3 2 0,2 3 11 15,-2 4-12-15,0 0-8 0,0 4 16 16,-2 5 2-16,1 1-5 0,0 5 14 0,-1 4-6 16,1 2-4-16,1 0-6 0,0 1 8 15,0-1-8-15,1-2-5 0,2-2-9 0,0 0 10 16,-1-2-3-16,2-2 4 0,0-24-8 0,0 11 2 15,0 4-9-15,0 0 9 0,11 36-11 16,-8-40 2-16,1 4 4 0,0-4 2 16,0-1-11-16,0-4 3 0,-2-3-3 0,4-1 10 0,-4-4-11 15,1-1-5-15,0-4-15 0,-2-4 5 16,2-5 6-16,-2 2-8 0,0-1 9 16,1-2 2-16,-1-2-12 0,-1 2 3 0,1-2-4 15,1 1 4-15,-2-2-29 0,1-1-6 0,-1 0-17 16,0 0-25-16,0 0-27 0,0 0-80 15,7 0-77-15,3-12 42 0,-7 7 26 0</inkml:trace>
  <inkml:trace contextRef="#ctx0" brushRef="#br0" timeOffset="733.33">10516 15899 30 0,'-1'-26'48'0,"2"-2"-5"16,-1 11-14-16,14-33 4 0,2 13 0 16,1-2-6-16,35-49 6 15,-19 41-12-15,5 0-1 0,9 0-5 0,5 1 3 16,11 1-2-16,2 2 11 0,6 2-1 0,2 4 6 15,-2 6 10-15,1 6-2 0,-8 4 2 16,-4 7-4-16,-5 8 7 0,-31 6-9 0,45 11 14 0,-34 9 4 16,-7 10-7-16,-11 11 3 0,-10 11-13 15,-7-22 1-15,-15 68 7 0,-8-22-2 0,-6 0-7 16,-3-1-9-16,-3-7 1 0,-5-2-18 16,3-5 5-16,1-5-7 0,0-7 3 0,3-2-16 15,1-9 1-15,4-2-8 0,5-8 0 0,3-3 1 16,3-3-13-16,3-1-2 0,1-2 14 0,4-6 3 15,6-4 7-15,3-9-4 0,12 4-16 16,9-7 18-16,-6 3 4 0,34-12-18 16,-9 5 10-16,7-1 6 0,1-1 3 0,1 2 7 15,2 0 8-15,0 2 5 0,1 1 5 0,0 4-6 16,-2 0 4-16,-26 0 2 0,12 0-4 0,46 11 10 16,-37-5-8-16,-4 4 6 0,0 3-7 15,-5 0-19-15,-2 0-16 0,-5 4-29 0,-5 2-42 16,-4 1-46-16,-4 1-86 0,-8 2 11 15</inkml:trace>
  <inkml:trace contextRef="#ctx0" brushRef="#br0" timeOffset="1021.06">11841 16246 65 0,'-14'-35'64'16,"4"-3"-18"-16,1-3 8 0,6-2-12 0,3 21-4 15,0-11-8-15,19-46 3 0,-2 34 7 0,6 1-2 16,6-1 3-16,6 1 14 0,5 2-8 15,5 3 11-15,4 5-8 0,3 2 9 0,-3 4-5 16,-1 5-9-16,-4 6-1 0,-2 6 9 0,-5 6-11 16,-21 5 2-16,27 15-9 0,-25 7 1 15,-6 10-7-15,-9 9-1 0,-3-19 6 0,-21 55 0 16,1-25-3-16,-4-1 2 0,-3 0-10 0,-2-7-6 16,-3-1-15-16,1-7-3 0,-1-2 11 15,-1-4-4-15,3-5-23 0,2-3 4 0,4-2-4 16,-1-6 1-16,0-1 0 0,2-1-14 0,2-6-1 15,2-5 4-15,19-1 15 0,-9 0-6 16,0-20-8-16,15-3-9 0,10-2-55 16,7-9-75-16,8-2-113 0</inkml:trace>
  <inkml:trace contextRef="#ctx0" brushRef="#br0" timeOffset="1371.4">13187 14708 38 0,'-28'19'64'0,"-5"13"-1"0,1 8-2 16,-1 11-6-16,-2 11-7 0,1 10-13 15,-1 9 11-15,4 4 11 0,5 1-16 0,2 3 10 16,5 2-8-16,2-3-2 0,6-3-3 15,3-6-13-15,4-3 4 0,4-7-12 16,0-38 10-16,11 59-7 0,-2-40 1 0,4-6 9 0,5-5-9 16,4-8 2-16,5-8-12 0,4-5-8 15,5-9 6-15,1-5-11 0,-19-4-16 0,41-15-54 16,-22-2-91-16,-2-3-93 0,-4-7 27 0</inkml:trace>
  <inkml:trace contextRef="#ctx0" brushRef="#br0" timeOffset="1463.94">12968 15530 19 0,'-15'-16'39'0,"8"1"3"0,10 0-12 0,9 3 7 15,9-3 4-15,7 2 3 0,8 0 6 0,9-2-12 16,5 1-2-16,6-1 1 0,4-3-10 0,6 1 2 16,8-1-8-16,2-2 3 0,3-1-20 15,2-3-79-15,-2-2-152 0,-1 3 28 0</inkml:trace>
  <inkml:trace contextRef="#ctx0" brushRef="#br0" timeOffset="1784.22">14535 14358 42 0,'-25'32'56'0,"-1"12"-12"0,-8 9 5 0,1 18-16 0,-6 11 19 16,-2 12-1-16,-3 10 2 0,0 8-5 0,1-1-3 15,3 4 2-15,2-2-11 16,2 0 13-16,5-5-19 0,7-1-2 0,4-7 7 0,5-6 0 16,5-6-7-16,4-6 1 0,5-7-6 15,1-39 6-15,0 14-21 0,16 59 4 0,-4-59 8 16,4 2-11-16,4-9 6 0,4-5-23 0,4-6 3 15,5-8 15-15,5-1-22 0,3-6 21 16,3-6 0-16,4-7-18 0,-21-4-7 0,13 0-28 0,58-21-67 16,-40 2-145-16,1-3 17 0,-2-7 47 15</inkml:trace>
  <inkml:trace contextRef="#ctx0" brushRef="#br0" timeOffset="2116.17">15520 15052 21 0,'-16'50'92'16,"-2"9"-1"-16,-1 3-4 0,-2 6 5 0,1 2-10 15,0-4-6-15,1 4 4 0,2-2-1 0,2-3-11 16,2-4 6-16,2-6-8 0,0-3-18 16,3-4-2-16,0-6-3 0,3-4-9 0,4-4-11 15,-1 0-4-15,2-18-2 0,0 4-9 0,19 18 7 16,-3-28-20-16,5-10-49 0,-9 0-128 15,27-21-96-15</inkml:trace>
  <inkml:trace contextRef="#ctx0" brushRef="#br0" timeOffset="2338.3">15611 15501 4 0,'-2'-3'49'0,"0"2"-17"0,1-3 9 16,4 0-6-16,7-7-5 0,9-4 4 16,1 0 15-16,4 0-25 0,4 0 17 0,5-2-8 15,6-2-5-15,2-2 14 0,7 0-9 16,0-1 5-16,0 0 12 0,6-1-48 0,-4-2-61 16,1 2-129-16,-3-3-21 0</inkml:trace>
  <inkml:trace contextRef="#ctx0" brushRef="#br0" timeOffset="2762.59">16939 14514 78 0,'5'4'83'0,"-2"1"6"0,-2 5-4 16,-1 12-7-16,0-7-3 0,0 10 4 0,-19 41-14 15,7-22-1-15,-2 1-1 0,0-2 3 0,4-3-16 16,-2-7 4-16,2-6-14 0,2 4 0 16,0-7-10-16,4-3 8 0,0-8-1 0,0-7-12 0,4-6-15 15,4-2-4-15,2-18-16 0,6-5 4 16,2-3-8-16,6-8-8 0,2-1-3 0,6-4-9 16,2-2-11-16,5-2 13 15,4-1-1-15,3-1-4 0,4 1 4 0,-2 7 3 16,1 1 15-16,-2 4 11 0,-2 4 3 0,-2 5-8 15,-3 3 19-15,-3 7 12 0,-2 5-17 0,2 7 12 16,-20 3 12-16,20 26 11 0,-19 4-9 16,-12 12 7-16,-2-16 3 0,-22 64 3 15,-3-17 6-15,-5 2 2 0,-4-2 3 0,-2-1-9 0,-2-6 2 16,1-2 7-16,-4-3-13 0,-2-5 2 16,-4-1-9-16,-2-4 4 15,-3-4-17-15,-1-2 0 0,-6-3-12 0,-4-8-5 16,-1-2-16-16,0-6-17 0,0-7-47 0,4-9-84 15,30-10-170-15,-48-14 77 0</inkml:trace>
  <inkml:trace contextRef="#ctx0" brushRef="#br0" timeOffset="2911.11">16940 14409 54 0,'7'-8'84'0,"-3"4"10"0,0 7-14 0,-2-1-14 0,1 2-7 0,1 2-10 0,0 0-39 16,9 5-35-16,3-1-49 0,6-1-117 0,4-2-1 16</inkml:trace>
  <inkml:trace contextRef="#ctx0" brushRef="#br0" timeOffset="3347.67">17977 14331 63 0,'16'-4'141'0,"-4"-1"-20"0,-3 5-14 0,-2 2-3 0,-3 3 4 0,4 10-10 0,-5 6-6 0,-1 8-5 16,-2 6-1-16,0-14-6 0,0 10 1 0,0 12-4 15,-10 62-6-15,3-39 1 0,0 5-3 16,3 3-2-16,3 0-1 0,0-2-9 0,1-40-5 16,0 14-2-16,0 2-5 0,10 49-13 15,-6-56-6-15,-1-5-2 0,1-2-4 0,-1-4-8 16,-2-4-4-16,3-6 1 0,-3-11-12 0,2-6-6 15,0-7-7-15,-2-7-8 0,0-11-3 16,-1 6-5-16,0-9 5 0,-10-42-13 0,0 23 0 16,1-5-5-16,-2-5 2 0,1-3-3 0,-2-1 17 15,1-2-2-15,2-3 2 0,2 1-15 0,3 0 14 16,4-1 1-16,0 30 3 0,20-69 7 16,3 36-1-16,10-2 20 0,7 2 5 15,7 7 8-15,1 3 6 0,3 6-1 0,-3 7-3 16,-3 7 5-16,-1 6-3 0,-4 8-2 0,-8 7 1 15,2 10 2-15,-20 5 12 0,22 20 0 16,-24 10-1-16,-10 7 6 0,-2-12 7 0,-18 52 1 16,2-27 2-16,0-3-4 0,-6-3 0 15,4-5-4-15,-4-1 4 0,0-4-6 0,0-3-14 16,-3-3-3-16,1-5 0 0,4-4-14 16,0-1 5-16,0-5-12 0,3-2-20 0,0-8-21 15,17-3-56-15,-8 0-97 0,1-21-147 0,16-1 24 16,6-4 0-16</inkml:trace>
  <inkml:trace contextRef="#ctx0" brushRef="#br0" timeOffset="3773.61">18852 14182 1 0,'8'2'143'0,"-5"5"-9"0,-3-1-13 0,-4 13-8 16,-8 8-1-16,0-1-3 0,-7 8-17 15,1 6-4-15,-5 3-1 0,0 8-13 0,-1 0 1 16,0 2-14-16,4-1-6 0,-1 1-5 15,2-6 3-15,5-2-11 0,0-6-3 0,2-4-6 16,2-4-2-16,0-4-2 0,0-2-4 16,4-8-3-16,2-10-13 0,4-7-4 0,0-10-10 15,6-17-6-15,-2-5 0 0,6-5-15 16,2-6-3-16,2-5-12 0,4-4 19 0,2-9-17 16,6 4 15-16,0 2 8 0,4-3-10 15,2 3 4-15,5 0 13 0,8 5-10 16,2 0 17-16,1 7 8 0,-1 5 3 0,-2 5 4 15,-2 4-4-15,-2 6 8 0,-5 5-10 0,-3 6 3 16,-2 6 10-16,-18 6-2 0,23 16 1 16,-25 8-1-16,-7 11 9 0,-4-14-3 0,-11 47 3 15,1-21-6-15,-2-1 4 0,0-4-6 16,0-5 0-16,2-5-2 0,2-4 0 0,2 1-10 16,-1-4-3-16,3-5-5 0,1-1 6 15,2-4 2-15,1-15-10 0,0 12 0 0,20 11-2 16,-4-17 4-16,8-2-1 0,-9-4-2 0,7 0-21 15,38-20-40-15,-16 5-97 0,-3-4-154 16,2-3 46-16,2-11 0 0</inkml:trace>
  <inkml:trace contextRef="#ctx0" brushRef="#br0" timeOffset="4070.75">19668 13479 14 0,'-6'-16'134'0,"6"6"-9"0,2 6-11 0,0 6-5 0,2 5-1 0,7 15-3 16,1 6-6-16,1 10-1 15,1 10-7-15,-2 9-2 0,-2 15-4 0,0 12 15 0,-2 13-11 16,-2 9 9-16,1 8-6 0,0 3 1 16,5-2-2-16,2-6-5 0,4-2-12 0,2-7-15 15,-2-7-11-15,1-8-6 0,-2-10-4 0,-2-5-13 16,-3-6-12-16,-3-5-3 0,-2-8 1 15,-3 2-10-15,-4-31 2 0,0 10-2 0,-16 38-1 16,-1-33 6-16,-7-6-8 0,-11-1 2 0,-8-2-5 16,-7-3-4-16,-16-4-7 0,-4-3-8 15,-13-4-13-15,-1-3-13 0,3-4-14 0,1 0-11 16,7-7-1-16,40 0-10 0,-59-13-59 16,44 1-147-16,9-5-26 0,15-6 0 15</inkml:trace>
  <inkml:trace contextRef="#ctx0" brushRef="#br0" timeOffset="4497.42">21136 14408 45 0,'0'-2'81'0,"8"1"-7"0,12-3-12 16,11-5 3-16,3 1-5 0,9 0 4 0,10-3-6 15,10 2-1-15,8-3 18 0,4 1-9 0,2 1 6 16,4 1-4-16,2 1-9 0,-3 3-4 15,-2-2-26-15,-5 3-49 0,-8 2-86 0,-9 0-167 16</inkml:trace>
  <inkml:trace contextRef="#ctx0" brushRef="#br0" timeOffset="4689.92">21356 14827 60 0,'-21'13'68'0,"6"1"2"15,12-7-7-15,9 1 1 0,16-4-5 16,10-1 3-16,-12-3-4 0,16 0 5 16,14 0-18-16,65-18 7 0,-46 8-1 0,2-1-5 15,5-2-15-15,7-2-5 0,3-1-50 16,-2-5-115-16,0 3-110 0,-6-7 41 0,-6 3 15 16</inkml:trace>
  <inkml:trace contextRef="#ctx0" brushRef="#br0" timeOffset="5326.99">24659 13689 87 0,'-17'-13'99'0,"-6"5"-3"0,-5 4-13 15,12 4-8-15,-8 0-5 0,-33 21 6 16,18-5-22-16,-2 6-3 0,-2 8-5 0,-2 2-4 16,-1 6-10-16,0 11-9 0,-2 5-10 15,3 6 14-15,4 1-17 0,3 0 0 0,8 1-2 16,6-5 18-16,5-5 2 0,4-7-10 16,7-2 8-16,5-7-11 0,3-19 5 0,15 24 2 15,4-21-4-15,6-9-2 0,6-6-1 0,8-2 4 16,-17-3 7-16,48-18-9 0,-18 1-10 0,0-4-3 15,3-3 10-15,0-5-5 16,-2-2-5-16,0 0-6 0,-1-1-2 0,-5 0 11 0,-3 1-12 16,-5 2 7-16,-3 3 9 15,-6 1 0-15,-3 4-1 0,-4 4 2 0,-2 0 1 0,0 4 2 16,-5 3-7-16,-6 7 4 0,-10 3 5 0,1 30-1 16,-12 5 8-16,-7 13-3 0,-9 9 9 0,-8 11-2 15,-3 7 10-15,-2 4 8 0,-2 4-3 16,2-4 0-16,4-4-2 0,2-2-5 0,4-7-7 15,0-3 9-15,3-1-6 0,0-8-3 16,2-4-9-16,0-2 6 0,-1-9 0 0,2-1-6 16,-2-3-11-16,-2-4 1 0,-6-1-5 15,-8-3-9-15,-4-5-12 0,-4-5-10 16,-3-1-11-16,-3-3-12 0,-2-3-19 0,-3-4-12 0,2-4-136 16,31-2-141-16,-46-16 0 0</inkml:trace>
  <inkml:trace contextRef="#ctx0" brushRef="#br0" timeOffset="6591.42">22341 16498 8 0,'0'13'27'15,"0"-13"14"-15,0 0-15 0,0 0 9 0,0 0-7 16,0 0-4-16,0 0 3 0,0 0 5 0,0 0-6 15,0 0-7-15,0 0 1 0,0 0-6 16,16-10-1-16,12-8-4 0,12-7 1 16,2-2 5-16,6-3-13 0,2 0 1 0,8-2-9 15,2 1 14-15,8-2-6 0,0 3 0 0,0 1 13 16,-2 2-5-16,-4 2 4 16,-6 2-6-16,-4 2-2 0,-8 1-1 0,-4 5 10 0,-6 1-8 0,-6 1 3 15,-4 4-52-15,-12 1-122 0,-11 1-45 16</inkml:trace>
  <inkml:trace contextRef="#ctx0" brushRef="#br0" timeOffset="6846.48">22613 16941 14 0,'56'-17'39'0,"2"-1"-9"0,6-3 0 16,2-1 5-16,-2 0 0 0,2 0-12 16,-2-1-1-16,-4 1 6 0,-2 1-14 0,-4-1 2 15,-3 2-3-15,-2-1-20 0,-3 0-61 0,-5 1-111 16</inkml:trace>
  <inkml:trace contextRef="#ctx0" brushRef="#br0" timeOffset="9579.66">24252 15920 22 0,'0'0'42'15,"0"-15"1"-15,0 15 1 0,0 0-14 0,0 0-5 16,0 0 15-16,0 0 1 0,-4 27-23 0,-4-2 8 16,0 5 0-16,2-2-16 0,2 6 11 15,-2 1-8-15,0 3 6 0,4 3-6 0,-2 1 12 16,4 5-10-16,-4-1 10 0,4-1 5 16,-2 0-2-16,2-1 5 0,0-1 1 0,0-22 2 15,0 9-15-15,0 6-5 0,0-2 10 0,0 0-11 16,12 34 1-16,-8-36 0 0,-2-6 5 15,2-4-8-15,0 1-2 0,-2-4-4 16,0-6 14-16,0-1-10 0,0-4-3 0,-2-1-3 0,0-2 9 16,2 3-8-16,-2-4-6 0,2 0 16 15,-2 0-13-15,0-3-14 0,0 1-19 0,0-2-35 16,0 0-20-16,2-3-97 0,-2-1-58 16,2 0 40-16</inkml:trace>
  <inkml:trace contextRef="#ctx0" brushRef="#br0" timeOffset="10126.84">24568 16251 38 0,'-1'-5'40'0,"0"-2"-1"0,1 2-17 0,1-3-1 0,6-10 7 0,5-1-5 16,2-2-10-16,4 5-6 0,7-1 8 16,7 1-4-16,7-1 3 0,3 2-3 0,2 1 1 15,0 1-5-15,-1 4 1 0,-3 3 8 0,-3 2 0 16,-2 2 2-16,-18 2-1 0,7 0 20 16,24 18-2-16,-30-2-2 0,-6 5 11 0,-8 6-1 15,-4-11-7-15,-18 35 10 0,0-17 1 16,-4 2-10-16,0-2-4 0,-6 0-7 0,6-4 1 15,1-1-7-15,4-3-2 0,1-2-11 16,0-1 1-16,4-3-3 0,1-2-10 0,4-3-6 16,7-4 13-16,0-11 1 0,0 0-7 0,26 19 16 15,-2-18-14-15,6-1 4 0,-14 0 9 16,11 0-7-16,37-12-9 0,-21 4 2 16,2 1-6-16,4-3 10 0,2 1-6 0,1 0 16 15,-3 0-7-15,-1 0-9 0,-2 0-1 0,-4 1 0 16,0 1 4-16,-5-1 6 0,-2 2-3 0,-2-1-17 15,-1 3 3-15,-3-2-33 0,-1 0-72 16,-2-2-151-16,-4 2 49 0</inkml:trace>
  <inkml:trace contextRef="#ctx0" brushRef="#br0" timeOffset="12882.06">17800 16684 15 0,'0'0'107'0,"0"0"-8"16,0 0-14-16,0-15-1 0,0 15-11 15,0 0-6-15,0 0 8 0,0 0-15 0,0 0-13 16,0 0-2-16,0 0-5 0,0 0 3 0,0 0-15 16,0 0 14-16,0 0-22 0,0 0 8 15,0 0-1-15,12 8-10 0,-12 11-1 0,0-12 6 16,0 9-10-16,0 4 0 0,0 4 0 16,0 3 13-16,10 35-11 0,-6-31 5 0,0 4-1 15,-1 5 1-15,1 1 1 0,0 3-4 16,-3 3 10-16,3 1-2 0,-1-3-7 0,0 3 4 15,-2-3-4-15,0-4 2 0,1 0 3 0,0-3-6 16,0-1 7-16,0-2-8 16,-2 3 1-16,4-8-7 0,-4 4 1 0,3-7 2 0,-3-14-4 15,0 5-3-15,0 1-5 0,0-2 8 16,0-3-1-16,0-2-11 0,0 0-3 0,0-4 5 0,0-1-9 16,0-7 11-16,0 6-10 0,0-6 7 15,0 8-8-15,0-8-27 0,0 0-21 16,7 9-27-16,-3-10-20 0,1-4-48 0,6-5-63 15</inkml:trace>
  <inkml:trace contextRef="#ctx0" brushRef="#br0" timeOffset="13607.72">18458 17229 52 0,'-2'0'84'16,"-2"0"8"-16,4 0-22 0,-4 0-6 0,4 0-2 16,-4 0-7-16,4 2-8 0,0-2-2 15,0 0-1-15,0 1-17 0,0 0-3 0,4-2 8 16,2 1 10-16,10-4-8 0,4-2-4 0,6-1 0 16,2 0 2-16,6-2 2 0,4-3 5 0,2 1-15 15,8 0-4-15,-1-1-1 0,2 1 18 16,-3 0-13-16,-1 1 10 0,-4 1-10 0,-2 3-7 15,-6-1 2-15,-1-1-2 0,-2 5 0 16,-2-4-2-16,-6 3-4 0,-2-2 2 0,-1 4-4 16,-6-2-2-16,-3 4 7 0,-2-2 0 0,-2 1-12 15,0-1-4-15,-1 1 4 0,-1 1-2 16,0-1-10-16,-1 1 9 0,-3 0-1 0,0 0-14 16,0 0-34-16,6 0-18 0,-6 0-55 0,0 0-92 15,8 0 17-15</inkml:trace>
  <inkml:trace contextRef="#ctx0" brushRef="#br0" timeOffset="14367.33">19838 17136 77 0,'-6'0'100'0,"0"0"-12"0,2 0-14 0,0-2-18 0,0 1-1 15,0 0 5-15,0 0-5 0,2-2-11 16,0 0 0-16,0-5-11 0,2 3-1 0,0-1 0 15,5-10-3-15,4-5-17 0,5 4 7 16,2-4 0-16,1 0-3 0,2 5-6 0,3-5-3 16,2 4 7-16,3 0-3 0,2 0-7 15,1 2 4-15,-1 3 11 0,-1 1 8 0,3 5-2 16,1 0 9-16,-3 3 4 0,-16 3 3 16,7 0 2-16,26 12-9 0,-25 1 10 0,0 3-1 15,-7 5-3-15,-1 40 39 0,-13-44-46 16,0 7-2-16,-15 34-1 0,5-26-6 15,-4-2 0-15,0-3 3 0,-4-1-5 0,0-3 2 16,-2-5-9-16,-2 0-6 0,0-5-7 16,-6-4 0-16,0-5-22 0,0 0-9 0,1-4-3 15,14 0 6-15,-26-14-20 0,16 3 0 16,1-5 2-16,2 2-3 0,2 0-8 16,4-1 25-16,2 3-9 0,2-6 10 0,4 6-3 0,6-2 1 15,0 14 5-15,0-13-9 0,21-17 0 0,-5 17-9 16,5-1 6-16,3 3 3 0,2 2-50 0,-1-2-101 15,3 0-63-15,-4 1 24 0</inkml:trace>
  <inkml:trace contextRef="#ctx0" brushRef="#br0" timeOffset="14610.13">20570 16880 59 0,'0'-5'56'0,"2"2"-9"0,-1-2 1 16,0 1-2-16,-1 1 7 0,2 1-11 15,-1-2 7-15,-1 2-10 0,0-1 4 0,1 2-15 16,1 1-6-16,-2-1-14 0,1 2-1 0,0 0 14 16,1 2-34-16,-1-1-56 0,2 3-121 15,-2-1-24-15</inkml:trace>
  <inkml:trace contextRef="#ctx0" brushRef="#br0" timeOffset="14920.72">20996 16351 40 0,'-4'18'67'16,"2"7"-6"-16,2-10-6 0,-10 29-11 16,2-14-3-16,0 2 10 0,-2-1-8 0,2 6-7 15,0-4 6-15,0 2 2 0,2-5-7 0,2 4 1 16,0-6-22-16,2-2 15 0,0-5-10 0,2-10-1 16,0 3-3-16,14 13 5 0,0-16-10 15,2-5 3-15,4-2-9 0,-8-4 9 0,8 0-14 16,30-12 7-16,-20 4-5 0,2-2-12 0,2-3 0 15,0-2 11 1,2 0-17-16,0 2 19 0,-1-4-11 0,-1-1 4 0,-2 3-2 0,-1-1-2 16,-2 3 2-16,-3-2 10 0,-1 1-23 0,-3-1-12 15,-1 2-37-15,-4-6-87 0,-3 2-87 16,-5 2 32-16</inkml:trace>
  <inkml:trace contextRef="#ctx0" brushRef="#br0" timeOffset="15138.67">21376 16426 60 0,'3'25'62'16,"-3"-10"-6"-16,8 30 10 0,-7-10-6 0,2 3 9 16,-2-1-20-16,2 5 15 0,-2 0-12 15,0 2-2-15,-1-1-15 0,2 2 6 0,-1-5-5 16,-1 1 0-16,1-1-2 0,1-3-3 0,0-2-12 15,0 0-10-15,-1 0-34 0,2-7-29 16,-2-5-42-16,2-7-87 0,1-5-61 0,0-6 37 16</inkml:trace>
  <inkml:trace contextRef="#ctx0" brushRef="#br0" timeOffset="15426.47">21632 16641 25 0,'11'-24'40'0,"4"2"0"0,3 1-3 0,2 1-2 16,4 3-1-16,3 2 7 0,-1 4 8 15,-1 3 3-15,4 3-17 0,-3 3 15 0,-14 2 7 16,5 0-9-16,19 21 8 0,-23-5 2 0,-3 7 5 16,-10 9-9-16,0-17-4 15,-23 40-7-15,2-18 5 0,-7 1-19 0,-2 1 7 0,-2-6-5 16,0-1-3-16,-1-4-10 0,-2-1-8 15,-1-3-8-15,1-3-23 0,-1-4-2 0,2 1 2 16,-4-6-8-16,4-4-18 0,-1-1-13 0,0-5-49 16,16-2-103-16</inkml:trace>
  <inkml:trace contextRef="#ctx0" brushRef="#br0" timeOffset="15858.4">18265 16392 43 0,'-40'68'87'0,"0"9"0"0,2 10-11 0,0 5-2 0,5 2 9 15,2 1-7-15,6 5-16 0,3 1 13 16,5-1-5-16,4 0 4 0,6-2-9 16,2-2-2-16,5-51-4 0,10 89 6 0,4-53-17 0,4-5-1 15,4-8-4-15,7-2 0 0,2-8-9 16,6-5-2-16,3-4-6 0,2-7 1 0,0-5-19 16,8-6 14-16,3-3 0 0,7-8-7 15,10-4-4-15,8-7-16 0,9-9-41 0,-42 0-53 16,98-20-122-16,-40-1-31 0</inkml:trace>
  <inkml:trace contextRef="#ctx0" brushRef="#br0" timeOffset="16771.36">22109 15931 56 0,'0'0'98'0,"12"10"-6"0,4 7-6 16,0 6-3-16,0 1 3 0,0 6 3 0,0 6 5 15,-2 9-9-15,-2 6 6 0,-2 8-7 16,-2 9 0-16,-4 2 2 0,-2 5-3 0,-2-35 0 16,0 21-6-16,0 8-4 0,-14 80-3 15,8-74 1-15,-2-3-1 0,2 0-13 16,-4-8 3-16,0-3-5 0,-4 0-13 0,0-7 4 0,-2-1-7 16,-4-2 9-16,-4-2-12 15,0-2 10-15,-4 1-7 0,-6 0-2 0,-7-4-11 0,-4-1-11 16,-5-1-1-16,-3-1-1 0,-4-2-5 15,-2-1-8-15,-1 0-10 0,0-2-12 0,-4-5-39 16,-4-1-54-16,2-10-114 0,-1-5-218 0,2-6 1 16</inkml:trace>
  <inkml:trace contextRef="#ctx0" brushRef="#br0" timeOffset="22829.08">13478 18053 8 0,'0'0'44'15,"-13"18"7"-15,13-4-4 0,0 8-15 16,0 9 9-16,-11 42 3 0,6-23-12 0,-2 4 6 16,0 5 6-16,-2 38-1 0,4-2-2 15,-2-4-8-15,2-4 0 16,1-4 0-16,2-11 1 0,1-5-2 0,1-40-6 0,0 14 0 16,0 0-7-16,0-4 2 0,0-3 5 15,0-6-8-15,0-4-5 0,0-6-15 0,0-4 8 0,0-3 7 16,0-4 2-16,0-7 9 0,3 4-16 15,-3-15-10-15,0-7-21 0,0 5-8 0,0-6 9 16,0-7-8-16,0-6-5 0,0-4 13 0,0-2 9 16,0 1-24-16,0 1 5 0,0 0 0 15,0 0 6-15,6-32-1 0,0 30-2 0,0-3 13 16,2 4-10-16,6-6 3 0,0 0 1 0,5 1 1 16,4 0-6-16,1 0 8 0,4 3 1 15,4-1 0-15,3-1 2 0,2 4 6 0,2 3-5 16,-1 2 8-16,0 1-4 0,-1 9 5 15,-4 4 6-15,-3 5-1 0,-2 8 11 0,0 2-9 16,-18 3 6-16,20 18 10 0,-20 3-8 16,-6 8-2-16,-4-13-3 0,-10 36 8 0,-2-14-1 15,-4 2-9-15,-6 0 6 0,1 1 2 16,-2-3-4-16,-14 22 10 0,5-6-15 0,7-9 11 16,5-7-9-16,4-5-11 0,4-2 6 0,6-8-6 15,2-2 5-15,4-1 10 0,0-20-3 16,24 22-2-16,3-16 6 0,1-2-11 0,-9-4 6 15,13 0-1-15,45-16-4 0,-37 5 18 16,-3 4 5-16,-2 0-14 0,1-1-5 0,-1-1-2 16,1-1 9-16,4 4-8 0,1-3-2 15,3 1 12-15,0-1-4 0,1 0 7 0,3 1-5 16,2 1 1-16,-1-1 2 0,0-1-11 0,-1 0 14 16,0-1-5-16,-1 2-20 0,-3-3-14 0,-2-6-61 15,-6 2-132-15</inkml:trace>
  <inkml:trace contextRef="#ctx0" brushRef="#br0" timeOffset="23226.58">14777 17936 39 0,'45'-40'32'0,"0"4"19"0,-1 5 6 15,0 4-10-15,-1 4-12 0,-3 5 15 16,-3 8-2-16,-3 4-22 0,-18 6 14 0,24 13-12 0,-23 10 16 15,-8 7-10-15,-6 14-4 0,-3-18 10 16,-15 56 2-16,1-26-18 0,-6 2-13 16,-3-5 8-16,-5-2-9 0,-3-5-2 0,-1-5-24 15,-1-5 4-15,0-4-17 0,-1-4 3 16,2-6-12-16,3-2 12 0,2-8 2 0,3-2 2 16,4-8 16-16,20-2 10 0,-8-17-48 0,16-11-92 15,11-12-83-15</inkml:trace>
  <inkml:trace contextRef="#ctx0" brushRef="#br0" timeOffset="23493.02">15594 17346 63 0,'-23'74'68'0,"5"-2"-15"16,4 1 7-16,9-4-2 0,2-5-1 0,3-34-3 15,15 55-13-15,0-37 10 0,5-7-6 16,5-7 0-16,3-6 3 0,5-7-2 0,5-9-11 16,-1-7-13-16,-18-5-49 0,39-13-77 0,-20 1-111 15,-4-6-20-15</inkml:trace>
  <inkml:trace contextRef="#ctx0" brushRef="#br0" timeOffset="23616.45">15886 17297 22 0,'63'-27'7'0</inkml:trace>
  <inkml:trace contextRef="#ctx0" brushRef="#br0" timeOffset="23918.6">16525 16126 50 0,'42'-6'62'0,"-22"6"3"0,10 0-22 0,40 23 13 16,-36 2-12-16,-6 12 6 0,-8 11 0 16,-8 8-4-16,-10 13-7 0,-2-31 20 0,-10 88-7 15,2-33-11-15,-2-1 6 0,4 0-16 16,2-6 2-16,4-5-3 0,0-45 1 0,0 17-8 0,12 63 2 15,-2-58-4-15,2-6-15 0,4-4-7 16,4-7 11-16,4-6-4 0,6-7-19 0,2-7-24 16,6-9-77-16,-1-6-151 0,-18-6 23 15,9 0 38-15</inkml:trace>
  <inkml:trace contextRef="#ctx0" brushRef="#br0" timeOffset="24058.26">16669 17249 33 0,'4'-6'48'0,"10"-1"-2"0,4 0-37 15,2-2-121-15</inkml:trace>
  <inkml:trace contextRef="#ctx0" brushRef="#br0" timeOffset="24597.71">12918 17971 1 0,'14'-75'59'0,"11"-8"6"0,16-7-14 16,12-1 1-16,13-5 17 0,62-59 3 0,17 7-6 15,10 9-7-15,16 7-2 0,9 5 5 16,9 8 5-16,7 4-13 0,3 9 9 0,14 10-12 16,3 8 6-16,-6 16-3 0,-41 21-2 0,-21 14 3 15,-14 10-6-15,9 5-7 0,-1 7 1 0,1 5-3 16,-4 9 1-16,-70 1-3 0,134 18 8 15,-75 2-5-15,-2 8 2 0,-8 8 0 0,-6 5-9 16,-4 6 1-16,-9 3 4 0,-7 8-5 16,-7 0 9-16,-9 4-7 0,-8 2 0 0,-9 5 3 15,-9-1-1-15,-8 6 2 0,-8 2 10 16,-8 1 4-16,-12 0 2 0,-8 1 5 0,-6-38-6 0,-15 85 5 16,-9-38-1-16,-9 1 13 0,-11 3-16 15,-13 3 2-15,-9 0 2 0,-8-1-9 16,-76 54 8-16,-7-12-3 0,-6-10 2 0,-5-12-28 15,0-7 21-15,-7-6-9 0,-21-6 2 0,5-10-26 16,13-10 4-16,-6-5-27 0,-7-8-6 16,-1-7-6-16,3-7-7 0,7-5-18 0,-1-6-3 15,-4-5 0-15,10-7-10 0,17-7-4 16,12-10-6-16,10-7 2 0,76 0 7 0,-121-32-14 16,76-2 8-16,11-9-6 0,28-2-14 15,21-4 4-15,15-2-15 0,16-10-82 0,11-8-126 16,5 31-80-16,20-86 0 0</inkml:trace>
  <inkml:trace contextRef="#ctx0" brushRef="#br0" timeOffset="26974.24">28211 12825 70 0,'0'0'87'0,"0"0"-15"0,0 0-5 0,13 0-5 16,-13 0-13-16,0 0-1 0,0 0-3 16,24-11-1-16,-21 15 8 0,-1-1-8 0,2 3-2 15,2 9-2-15,-1 5 10 0,-1 3 8 16,0 2-6-16,-3 5-2 0,-1 6 3 0,0-18 6 16,0 12-5-16,0 5 0 0,-14 48-3 15,8-35-2-15,-2 4-3 0,3-1-6 16,1-1 4-16,0-2-1 0,1-1 3 0,1-4-13 15,0-1 4-15,1-2-10 0,1-23-1 16,0 13-8-16,0 0-4 0,0 2-4 0,0-2 3 0,11 28-11 16,-9-33-4-16,2-2-5 0,-2-3-8 15,0-2 13-15,1 0-13 0,0-4 3 0,-2-3-7 16,0-1-3-16,2-3 4 0,-2-1-18 16,1-1-7-16,0-1-3 0,2-3-52 0,0-1-99 15,4 0-102-15,18-16 94 0</inkml:trace>
  <inkml:trace contextRef="#ctx0" brushRef="#br0" timeOffset="27487.24">28818 13065 52 0,'3'-19'75'0,"1"-1"-14"0,4 2-5 15,5-5 2-15,3 2-7 0,4-1 0 0,7-1-17 16,4-1 0-16,6 0 5 0,7-1-15 0,8 0 12 16,1 2-7-16,3 4 3 0,3 1 12 15,-2 4 2-15,0 2-7 0,-5 3-2 0,-2 4-5 0,-8 5 13 16,-22 0 1-16,34 12 1 16,-26 1-4-16,-8 3 2 0,-10 9 7 0,-10 9-15 15,0-15 7-15,-30 41-1 0,0-13 8 0,-4 5-7 16,-5-1-2-16,2 0-1 0,1 1-5 15,4-5-7-15,4-1-5 0,1-2-3 16,8-6-9-16,5 2-9 0,4-6 3 0,6-3-9 16,4-15-3-16,18 28 1 0,4-22 8 0,16-4-7 15,7-4-1-15,8-6-4 0,10 0 5 16,6-6 2-16,9-2 3 0,-37 0-3 0,90-12-10 16,-42 3 3-16,-1 1-3 0,-4-1 9 0,-7-1-1 15,-9 3-16-15,-6-2-43 0,-12 1-100 16,-8-2-146-16,-13 1 81 0</inkml:trace>
  <inkml:trace contextRef="#ctx0" brushRef="#br0" timeOffset="27870.21">27626 14533 78 0,'-20'0'81'0,"20"0"-2"0,0 0-16 0,25-2-18 0,15-13 8 15,12-4 1-15,14-5-12 0,13-1 3 0,12-3 10 16,10 0 6-16,6-3-8 0,11-1 16 0,9 0-5 15,6-4 4-15,91-17 1 0,-49 14-6 16,-28 5 5-16,-17 5-7 0,4 2-6 0,2-3 1 0,0 0 0 16,86-19-8-16,-49 13 6 15,-28 6-10-15,-18 4-6 0,0-1 1 0,-4 4-6 0,-5 1-1 16,-6 1-2-16,-5 1 0 16,-11 4-4-16,-12 1-8 0,-11 2-3 0,-11 2-6 15,-12 0-19-15,-10 3-38 0,-13 0-55 0,-10 3-108 16,-14 2-135-16,-3 3 0 0</inkml:trace>
  <inkml:trace contextRef="#ctx0" brushRef="#br0" timeOffset="30460.09">27961 15261 37 0,'0'0'33'0,"-13"0"-7"0,13 0-4 0,-24-9-4 15,17 7-1-15,3-2 4 0,-1 2-5 0,1-1-7 16,0-2 1-16,1 2 4 0,1-1 1 16,-1-2-15-16,2 1 12 0,-1-1 0 0,1-1-3 15,1 0-3-15,0 0-13 0,0 7 16 16,0-13-2-16,0 0-1 0,12-17-13 0,-7 13 0 15,3 0 11-15,0-2 7 0,0 2-19 0,-1-4 9 16,4 2-3-16,2-2-8 0,2 4 3 16,2-3 7-16,3 3-11 15,-1 1 7-15,2 1-9 0,6-1 7 0,2 3 1 0,2-2 10 16,1 1-10-16,5 3 0 0,-2 1 4 0,1 2-7 16,-3 3 2-16,0 2 11 0,3 2 1 15,-21 1 9-15,9 0-1 0,27 20 15 0,-26-7-2 16,-5 3 8-16,-3 5 1 0,-5 4 2 0,-2 3-3 15,-6 6 7-15,-4 5 2 0,0-19-15 0,-11 43 9 16,0-20-5-16,-2 2 0 0,-3-2 2 16,-1-1 6-16,-3-3-12 0,-3-1 6 0,-1-3-15 15,-3 0-1-15,-1-5 9 16,-2 1-16-16,0-5 0 0,-3-1-2 0,1-4 2 0,-3-3-13 16,-1-3-6-16,0-3 1 0,2-3-16 15,0-7 2-15,0-2 7 0,18 0-13 16,-32-11 11-16,18 3-20 0,2-3 4 0,2-4 24 15,2 1-13-15,4-1 9 0,1-2 8 0,0-2-3 16,6 0-6-16,1 2-4 0,3-2 12 0,5 0-20 16,4 12 16-16,0-5-7 0,13-18-4 15,-1 14-2-15,5 2-6 0,3 1 3 0,2 1-8 16,4 3 13-16,5 3-13 0,-4-1-60 16,5-1-98-16</inkml:trace>
  <inkml:trace contextRef="#ctx0" brushRef="#br0" timeOffset="30767.78">28848 15184 3 0,'9'-17'42'0,"2"5"-9"0,2 0 10 15,2 0-9-15,1 1-13 0,0 1 19 0,0 2 0 16,-4 1-10-16,0 3 1 0,-4 0-7 0,-3 3-4 16,-5 1-17-16,0 0 5 0,5 7 0 0,-6-1-11 15,-10 11-6-15,-1 1 5 0,-4 2-1 16,-1-2-9-16,-2 0-14 0,3-3 20 0,3-1-4 15,4-2 11-15,-2 0-10 0,4-4 3 16,5-2-1-16,0-2-50 0,2-4-122 0</inkml:trace>
  <inkml:trace contextRef="#ctx0" brushRef="#br0" timeOffset="31834.27">30377 14194 4 0,'-108'76'25'0,"49"-30"0"16,0 3-5-16,1 4 4 0,0 4-2 0,5 2 5 16,1 4-2-16,3 3 6 0,5 5-1 0,4-2 5 15,3 3-7-15,5-4 1 16,4 1-5-16,5-3 3 0,3 0 3 0,5-2 9 0,8-5-10 15,5-1 9-15,2-32 1 0,10 50-22 16,1-28 10-16,5-9 9 0,6-2-5 0,4-6-13 16,8-4-6-16,3-6 11 0,7-4 0 15,1-4 5-15,2-6-15 0,-1-4 4 0,-23-3 6 0,13 0-14 16,43-13-2-16,-38 1 3 0,-4-3-10 16,-5-4 4-16,-1-3-23 0,-7-4 1 0,-5-3-6 15,-6-4-16-15,-9-1 9 0,-4 15-6 0,-11-36-7 16,-3 19 5-16,-8 4-5 15,-4 0 7-15,-4 0-12 0,0 6 14 0,0 5 1 0,4 0-6 16,0 10 2-16,0 2 12 0,-2 8 1 16,14 1 4-16,-22 21 12 0,16 0 1 0,3 4 5 15,1 5-3-15,4 5 12 0,3 1 0 0,0 0 3 16,5-2 10-16,4-15-9 0,0 6-1 16,17 29 3-16,-5-28-4 0,1-5-71 0,2 2-120 15</inkml:trace>
  <inkml:trace contextRef="#ctx0" brushRef="#br0" timeOffset="32249.99">27323 15894 17 0,'93'-55'54'0,"17"-2"10"0,76-43-6 0,-1 2 1 15,-2 1-10-15,0-2 9 16,5 2-7-16,4-1 7 0,3 2 10 0,0-2-5 0,-1 10-9 16,-3 4 8-16,-42 18-15 0,-27 12 14 15,-21 8-9-15,-3-1-8 0,-7 3 4 0,-7 3-15 16,-8-2-4-16,-8 2-9 0,-8 1 5 0,-8 4-13 0,-8 2-21 15,-9 4-71-15,-10 1-87 16,-9 5-106-16</inkml:trace>
  <inkml:trace contextRef="#ctx0" brushRef="#br0" timeOffset="32858.3">27207 13985 40 0,'16'-15'51'0,"5"-1"-7"0,6 0 0 0,6-5-9 15,11-4-12-15,8 1 21 0,8-6-9 16,10 0 1-16,10-2 5 0,10-1-1 0,11-2-1 16,15-3 3-16,8 2 22 0,90-24 7 0,0 1-1 15,4 5 18-15,-39 12-7 0,45-9 0 16,-1 0 9-16,3 2-7 0,-49 8-11 0,-29 10-4 16,-15 4-3-16,5 0-7 15,0 4-7-15,-2-1 3 0,-4 1-18 0,-5-1-29 0,-9 1-34 16,-6-1-53-16,-9-1-135 0,-10 0-93 0,-9 0 0 15</inkml:trace>
  <inkml:trace contextRef="#ctx0" brushRef="#br0" timeOffset="33889.75">28673 17121 67 0,'0'0'86'0,"-14"0"-13"0,14-15-23 0,0 15 5 0,0 0-6 16,0 0-12-16,25-39-4 0,0 30-3 16,2-2 6-16,8-3 1 0,2 3-8 0,9-1-5 15,5-2 15-15,2 2-14 0,6 1 1 16,1-2 5-16,-3 2-2 0,0 0-4 0,-3 3 1 15,-6-2-8-15,-4 0-39 0,-7 1-74 16,-6 3-164-16,-6 1 29 0,-13 3 37 0</inkml:trace>
  <inkml:trace contextRef="#ctx0" brushRef="#br0" timeOffset="34075.11">28809 17374 60 0,'8'-2'75'0,"13"-4"-2"16,10-2-17-16,2-3 5 0,10-2 0 0,6-1 0 15,6-5-5-15,2-3 8 0,4 0-8 16,1-2-39-16,-2-3-40 0,-4-1-74 0,-2-3-112 16,0-1 3-16</inkml:trace>
  <inkml:trace contextRef="#ctx0" brushRef="#br0" timeOffset="34381.25">29425 16383 20 0,'6'2'94'0,"13"7"-14"0,4 5 9 16,-2 0-3-16,3 7 8 0,4 9 2 0,0 2 2 15,0 5-3-15,0 8 7 0,-4 5-9 16,-2 5-3-16,-6 9-10 0,-2 0 0 0,-4 2-6 16,-6 1-7-16,-4 0 16 15,0-35-3-15,0 13-10 0,-15 58-11 0,3-48 5 0,-1-3-7 16,-5-2-4-16,-2 0 2 0,-4-4-13 0,-3-3-5 16,-2-7-3-16,-6 0-18 0,-2-2-5 15,-3-3 1-15,-3-3-19 0,-2-4-1 0,-4-7-19 16,1-1-14-16,2-5-23 0,2-6-38 15,3-5-50-15,22 0-59 0,-31-15-139 0,27 2 0 16</inkml:trace>
  <inkml:trace contextRef="#ctx0" brushRef="#br0" timeOffset="34746.03">30105 16856 67 0,'5'-21'77'0,"3"1"-11"0,3 0-2 16,2 2-3-16,7 1-21 0,1 2 3 0,5 0-2 16,3 2 3-16,4 2 1 0,1 3 15 0,2 0-5 15,4 6 5-15,-22 2-3 0,9 0 3 16,35 17-1-16,-32-2 3 0,-4 4 1 0,-5 5-11 15,-8 7-4-15,-3 3 7 0,-5 7-7 0,-4 2 4 16,-1-18-13-16,0 10-3 16,-17 49 4-16,10-38-6 0,1-1 3 0,-1-3 0 15,4-3-8-15,1-7-1 0,-1 4 0 0,3-4-8 16,0-20-4-16,0 6-2 0,19 15-2 0,-2-23-3 16,7-4-1-16,-9-6-4 15,7 0 5-15,38-20-11 0,-16 7 0 0,3-6-17 0,2-5-47 16,5 0-38-16,-1-2-42 0,-2-1-32 15,-3-2-67-15,-3 3 15 0</inkml:trace>
  <inkml:trace contextRef="#ctx0" brushRef="#br0" timeOffset="35010.21">31306 16986 120 0,'-5'-17'118'0,"-2"0"-14"0,2-2-4 0,-2-2-15 16,1 1-11-16,0 1-3 0,4-2-7 0,-1-1-6 15,3 9-17-15,0-5 1 0,12-18-9 0,0 15 5 16,5 1-4-16,2 4 4 0,5 2-4 15,0 0 6-15,5 2-11 0,3 2-8 0,0 2 11 16,-2 3-3-16,4 2 2 0,-18 3 3 16,5 0-4-16,0 0 8 0,21 12-3 0,-29-2 2 15,-5 3 1-15,-6 8-6 0,-2-10 5 0,-23 27-11 16,1-9 15-16,-8 6-13 16,-6 1 11-16,-2-1-4 0,0-4-3 0,1-3-9 15,1-3-12-15,1-3 3 0,5-3-6 0,2-4-7 16,1 0-7-16,2-3-4 0,2-7 2 15,10-3-24-15,13-2-51 0,0 0-48 0,-10-19-86 16,21 0-105-16,2-3 0 0</inkml:trace>
  <inkml:trace contextRef="#ctx0" brushRef="#br0" timeOffset="35235.08">32922 16352 128 0,'0'4'129'0,"-4"2"-12"0,-4 1-5 16,-7 7-15-16,-2 3 2 0,-6 7-14 16,2 3-3-16,-6 6-5 15,-2 2-1-15,0 2 1 0,-6 5-16 0,3 3-1 0,-21 27 51 16,31-41-56-16,0 6-1 0,0-1-6 16,1 3 2-16,2-2-11 0,1 3 0 15,-1-3-10-15,4-4-16 0,-4-3-28 16,6 0-29-16,1-6-49 0,1-1-75 0,-1-6-141 0,6-8 56 15</inkml:trace>
  <inkml:trace contextRef="#ctx0" brushRef="#br0" timeOffset="35403.21">32193 16490 1 0,'-2'-16'97'0,"2"6"-20"0,2 4 3 0,1 0 0 15,1 3-5-15,3 5 5 0,8 5-7 0,2-1-6 16,2 7-19-16,1 2-66 0,-7 2-108 16,3 2-95-16,-3 4 25 0</inkml:trace>
  <inkml:trace contextRef="#ctx0" brushRef="#br0" timeOffset="35601.43">32798 17031 72 0,'1'-15'129'0,"1"0"-17"0,0 4-16 0,0-2-7 15,-2 13 1-15,0-10-4 0,4-6-8 0,-3 10-6 16,0 3-3-16,5 2 1 0,0 1-20 16,4 1-12-16,-4 0-49 0,1 4-55 0,-7-5-123 15,0 0-69-15</inkml:trace>
  <inkml:trace contextRef="#ctx0" brushRef="#br0" timeOffset="35970.01">29343 17247 35 0,'-57'-19'129'0,"8"-5"-12"0,3-2-8 15,8-3-24-15,7-1 4 0,6-4-7 0,7-2-8 16,8-1-2-16,4-6-2 0,6 19-13 16,14-48-2-16,2 19-4 0,9-4-4 0,6-3-8 15,6-2-1-15,8-2-6 0,6-3-4 16,4-2 6-16,11-3 1 0,8-1-8 0,7-2 3 15,7 2-5-15,6 3 0 0,3 1 4 0,65-41-2 16,-30 31 1-16,-13 15-4 0,-7 10 3 16,80-27 1-16,-36 19-4 0,-18 17 5 0,-10 8-4 15,89-18 8-15,-38 19 13 0,-20 11-5 16,75-2 6-16,-10 11 5 0,-6 12-1 0,-114 4 9 16,202 25-1-16,-118 1 0 0,-11 10-5 0,-12 7 3 15,-13 6 7-15,-12 12-7 0,-8-1 5 0,-18 5-8 16,-12 8 7-16</inkml:trace>
  <inkml:trace contextRef="#ctx0" brushRef="#br0" timeOffset="36257.78">33741 18345 3807 0,'-96'59'71'0,"-4"-2"-1"15,-6-1-1-15,-10-5-2 0,-12 4 3 0,-10-2-5 16,-6-9-1-16,0 1 12 0,-4-11-6 0,-19-4 2 16,-5-7 1-16,-7-8 20 0,-6-7 7 0,-10-6 7 15,93-2 2-15,-171-22-8 0,118 6 24 16,7-5-5-16,-99-19 9 0,3-7-10 0,-3-8-8 16,7-3-23-16,19-4-23 0,12-2-27 0,45 8-10 15,34 1-15-15,18 3-16 0,8-7-7 16,2-7-19-16,9-4-22 0,9-8-42 0,9-2-45 15,11-4-55-15,14-6-48 0,11-5-1050 0,15-5 0 16,16 1 1-16</inkml:trace>
  <inkml:trace contextRef="#ctx0" brushRef="#br0" timeOffset="37224.33">29998 16892 5 0,'0'0'25'0,"-16"0"-5"15,16 0 9-15,-27 7 1 0,21-7-8 0,-2 2-10 16,0-2 18-16,-1 0-11 0,-2 0 47 0,-1 0-6 16,1 0 19-16,1 0 0 0,2 0 21 15,0 0 3-15,0 0 2 0,8 0-9 0,-8 0 0 16,-6-7-9-16,10 3-6 0,0 4-6 0,2-2-18 16,-1-1-3-16,-1 1-18 0,3-1 9 15,-2 0-14-15,2-1-2 0,-1 0-6 0,2-1 1 16,2-1-5-16,8-9-8 0,4-1-4 0,4 0 0 15,8-1-1-15,7-3 1 0,8 0-1 16,4 3-4-16,3 0 4 0,3 0 6 16,-3 0 3-16,-4 2-1 0,-4 0 6 0,-5 4-1 15,-6 1-2-15,-2 2 2 0,-1 1 6 16,-3 0 3-16,-10 4 1 0,-6 2-3 0,-8 3-2 0,-7 3-4 16,-14 6 0-16,-4 2-5 0,-9 0 0 15,-4 3 2-15,-3 1-1 0,-4-2 1 16,2-1-8-16,0-5 0 0,0 0-2 0,6 1 0 15,2-5 3-15,3-1-5 0,-1-2-11 0,6 2-3 16,2-4 0-16,15 0-11 0,-2 0 3 0,2 0-10 16,0-19 4-16,15 11 3 0,12-6-4 0,11 0 1 15,9-1 0-15,9 0 13 0,10 0 2 16,3 0 11-16,5 2 0 0,1 2 4 0,0-3-3 16,0 4-3-16,-1-1-2 0,-7 1-23 15,-4 2-40-15,-5-2-94 0,-6 2-174 16,-6-3 26-16,-6 0 0 0</inkml:trace>
</inkml:ink>
</file>

<file path=ppt/ink/ink67.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5-12-28T11:03:43.573"/>
    </inkml:context>
    <inkml:brush xml:id="br0">
      <inkml:brushProperty name="width" value="0.05292" units="cm"/>
      <inkml:brushProperty name="height" value="0.05292" units="cm"/>
      <inkml:brushProperty name="color" value="#FF0000"/>
    </inkml:brush>
  </inkml:definitions>
  <inkml:trace contextRef="#ctx0" brushRef="#br0">20793 4393 123 0,'0'0'159'0,"0"0"-3"0,0 0 1 15,0-16-17-15,0 16-15 0,0 0-13 16,0 0-4-16,28-25-13 0,-27 23-8 0,1-2-7 16,-1 3-13-16,0 0-9 0,-1 0-7 0,2-1-3 15,-2 1-7-15,1-1-6 0,-1 2 3 16,1-1-8-16,-1-1-2 0,2 1-2 0,-2 1-9 15,1-1 1-15,-1-1 4 0,0 0-8 0,1 2 1 16,-1 0-3-16,0-2-4 0,0 2-6 16,0 0 8-16,-1 0-3 15,1 0 1-15,0 0 0 0,0 2-1 0,-3 0 4 0,2 2 4 0,0 1-8 16,-2 0 4-16,-1 11-3 16,0-5-3-16,-3 3 4 0,1 2 2 0,0 0 2 0,0-3-1 15,-4 4-10-15,4 2 2 16,-2 2 6-16,0 1-8 0,0 1 5 0,-2 0 4 0,1 3 2 15,0 1-4-15,-1-1-5 0,1 2 2 16,0 0 4-16,-1 1-5 0,2-1 5 0,2 1 1 16,-1-1 4-16,0 1-1 0,2 0-8 0,1 1 4 15,-3 2 4-15,1-5 5 0,-1 5-8 0,2 1 5 16,-1-1 5-16,1 0-11 0,1 0 13 0,0 1 1 16,-1 0 1-16,1 1-1 15,0-2 2-15,1 1-11 0,-1-1 7 0,0 1-8 0,1 0 3 16,-1-2 7-16,0 1-8 0,2 0 6 15,-2 0-9-15,1 0 0 0,-1 0 7 0,1-3-1 16,-1 1-5-16,0 0-12 0,2-2 9 16,-2 1-2-16,1-1 1 0,-1-2-13 0,1 1 14 0,2-2-3 15,-2 1 5-15,2 0-10 0,-2 1 5 16,1-1 4-16,-1-2-5 0,2-1-3 16,-2 2-3-16,3-14 5 0,0 6 6 0,0 2-8 15,0 4 2-15,0-1-5 0,0-1-2 0,0 0-5 16,0 0 6-16,0-3 7 0,0 3-2 15,0-2 0-15,0-1 4 0,0 0-3 0,0-3 4 16,0 0-12-16,0 2 1 0,0 1 2 0,0-2-10 16,0-3-1-16,0 1 12 0,0-2-3 0,0 4-7 15,0-1-1-15,0-1 11 0,13 15-4 16,-10-10 5-16,-2-3 5 0,1-4 3 0,-2 1-15 16,1-1 6-16,0 9-14 15,-1-2 7-15,4-2 8 0,-2 0 1 0,-1 0-10 0,0 2 16 16,1-2-15-16,-2-17 6 0,0 15-6 0,0 0 6 15,0 0-4-15,0 2 14 0,0 3-17 16,0-2 13-16,0 2-1 0,10 21 1 0,-10-30-7 16,0 5-9-16,0 1 13 0,0 3 1 15,0-2-9-15,0 1 3 0,0 2 8 0,0 0-16 16,0 1 9-16,0 0 10 0,0 2-20 0,0-1 10 16,0 1-2-16,0 0 8 0,14 27-3 15,-14-39-8-15,0 7 3 0,0 3-9 0,0 1 3 16,10 26 9-16,-8-25-11 0,0 3 19 15,2-1-7-15,-1-1-4 16,0-3-5-16,-1 4 10 0,2-3-2 0,0 1 3 0,0-1-5 16,-1 2-1-16,1 0 4 0,-3-2 0 15,5-1 2-15,-1 3 6 0,-1-3-6 16,0 2 1-16,0-1-13 0,0-1 13 0,3 1-14 0,-3 2 4 16,1-1 6-16,0-2-1 0,-1 2-8 0,-2 0 12 15,3 2-11-15,0-1 19 0,1 1-12 0,-1 1 11 16,2-1-11-16,-2-1-2 0,2-1-5 15,-2 2-4-15,0 0 5 0,2 1 13 0,0-1-19 16,-3 1 13-16,2-1-10 0,2 0 2 0,-1 0 7 16,0 1-3-16,-2-2 0 0,3 0-6 0,-1-1 9 15,-1 0 9-15,1-2-17 0,0 3 18 16,-1-2-8-16,2-1-1 0,-1-1-1 16,2 2 6-16,-3-2-5 0,2-1 0 0,0 3-1 15,-2-2 4-15,1-2-9 0,0 2-9 16,-1-1 12-16,2 1 4 0,-2-2-2 0,2 0 3 15,-2 1-2-15,0 3 0 0,0-2 5 16,0-1-5-16,2 1-7 0,-2 2 1 16,0 1 1-16,2-3 10 0,0 5 0 0,-2-3-7 0,0 0-13 15,2-2 9-15,-2 2-5 0,0-1 3 16,2-1 4-16,-2-1 1 0,4 1-7 0,-4-2 6 16,2 0 2-16,0 1 7 0,-2 0-19 0,0-2 2 15,4 0 10-15,-4 0-4 16,0-2-4-16,2 0 14 0,-2 1-6 0,2 0 1 0,-2 0 1 15,2 0-1-15,-2-1-6 0,0 0 11 16,0 1-9-16,0-2-1 0,2 1-2 0,-2 0 14 16,0-1-9-16,2 2 11 0,-2-1-2 15,2-2-7-15,-2 1-3 0,5 3 11 0,-2-3-2 0,-1 1 6 16,0 0-14-16,1-2 9 0,1 1-3 0,-4-2 1 16,2 3-6-16,0 0-2 15,0-2 8-15,0 1-8 0,0 0-2 0,2 2 5 16,-4-4 5-16,2 2-14 0,2 1 4 0,-4-2 12 15,1 1-4-15,0-5 6 0,-1 5-12 0,4 2 1 16,-2-2 7-16,0-1 2 0,0 0 1 16,0-1-5-16,0 2 6 0,0 0-3 0,0-3-1 15,0 3-6-15,-3-4-4 0,3 1 11 0,0 1-8 16,-3-4 3-16,1 0-11 0,3 3 6 0,-3-3-4 16,2 4 10-16,-2-3-1 15,1-3-1-15,-3-1 5 0,1 0-1 0,-1 2-13 0,0-3 8 16,0-1-2-16,0 2 4 15,6 5-7-15,-1 0 7 0,-2-1 9 0,-1-3-4 16,0 1-1-16,-2-1-9 0,1-1 2 0,-1-1 4 16,5 7-4-16,-1-3 17 0,3 1-6 15,-3 1-10-15,0-4 7 0,-1-1-7 0,-2 2 1 16,0-3 2-16,1-1 11 0,-1 0-10 0,7 8-7 16,-1-4 13-16,-1 2-10 0,1-1 5 0,-2 3-7 0,1-4 1 15,-2-3-3-15,-2 2 10 0,0-1-8 16,4 6 12-16,-2-5 0 0,0-1-6 15,2 5-11-15,-2-4 6 0,0-3 13 0,3 6-7 16,-3-3-11-16,-2-2 0 0,1 0 11 16,-2 0 0-16,2 1-8 0,4 2 10 0,-2-1-2 0,-2-1-6 15,-1-1 2-15,5 5 2 0,-3-3 1 16,0 0 8-16,-1-2-10 0,-2 1-10 0,2-1 12 16,2 8-2-16,3-3 3 0,-5-4-1 15,-1 3-2-15,1-4-3 0,-2 1-2 0,1 0 5 16,4 5 6-16,-2-5 2 0,2 5-4 0,-1-3-4 15,-1-1 8-15,3 2 4 16,-1 1-15-16,0-3 13 0,2 3-4 16,0-2-5-16,0 0 0 0,0 1-2 0,0-2-4 0,-4 1 9 0,4 0-7 15,0 1 12-15,4 0-6 0,-4-2 2 16,4 2-11-16,-2-1 7 0,0 0 4 0,-6-1 5 16,8 2-13-16,-4-2 17 0,4-1-15 0,0 3 11 15,-2-1-8-15,2 1-12 0,0-3 9 16,0 4-5-16,2-1 7 0,-2-2 0 0,4 4 16 15,0-2-11-15,-2 0-5 0,0-1 5 16,2 2-5-16,0 2 4 0,4-3 0 0,-4 2 1 16,0-2 2-16,0-1 2 0,2 4-9 0,-2-1-3 15,4 0-1-15,-4 0 10 16,0 1-5-16,0 3-6 0,2 0 10 0,-2-3 9 0,2-1-13 16,-2 3 4-16,2-2-12 15,2 3 3-15,-2-3 4 0,2-1-4 0,0 3 3 0,-2-3-16 0,2 0 12 16,0 0-4-16,0 4 10 0,2-4-15 15,0 0 14-15,2 2-4 0,-4 0 12 0,6 0-11 16,-2-2-1-16,0 3-3 0,-1-3 4 16,1 3 6-16,0-3-4 0,1 2-10 0,-1-1 13 0,2-1 7 15,-1 2-10-15,-1 0-12 0,1-2 14 16,1 1-4-16,-2-1 1 0,0 0-10 0,1 1 4 16,-2-3-6-16,2 2 15 0,2 1-4 0,-2-5-1 15,-4 4 8-15,3-1 2 0,0-1-8 0,-1 1 0 16,2 1 9-16,1-4-9 15,-4 3 9-15,2-1 9 0,-1-1-8 0,0 1 4 0,1-4-10 16,0 2 1-16,3 2 1 0,-2-1 3 16,0-1 0-16,-1-1-7 0,0-2 3 0,-2 0-9 15,-1-1 8-15,0 1-3 0,-1 0-1 16,-2-4 5-16,0 1 5 0,0 1-9 0,-2 1 8 0,3-2-6 16,-3-1 2-16,-9 0 6 15,3 0-11-15,4 0 7 0,2 0 6 0,-2 0-4 16,2 0 2-16,0 0-9 0,-1 0 10 0,21-11 11 15,-23 7-19-15,1 2 0 0,-1 1 9 0,0-3 3 16,-1 0-14-16,-2 4 23 0,-2-2-12 16,-2-1 8-16,1 2-10 0,-3-2 8 15,7-1 2-15,-3 1-5 0,5-2-12 16,-4 0 14-16,-2 1-8 0,5 0 13 0,-7 0-13 0,1 0-3 0,-2 1 13 16,0-1-6-16,0 2 3 0,6-6-14 15,-2 4-9-15,6-3 21 0,-4 2-6 16,2 0-7-16,-1-2 13 0,-2 2-12 0,3-3 6 15,2 2-16-15,-2 0 24 0,0 0-8 0,0-2 1 16,2 2-15-16,1-1 12 0,-2-2 1 0,1 0 11 16,-1 2-21-16,0-3 11 15,1 0 5-15,-1 0-5 0,0 2 1 0,1-3-2 0,0 0 10 16,-2-1 3-16,3-1-5 16,0 2 2-16,-2-3-7 0,0-1 9 0,2 2-9 15,-2-2 2-15,2 0-2 0,-2 2 11 0,1-2-10 16,-2-2-10-16,-2 0 10 0,5 0 1 15,-2 0-1-15,3-3 0 0,-2 5 2 0,0-4 1 16,0 0-13-16,-2 4 7 0,0 2-2 16,-2-2 8-16,1-1-17 0,-2 1 10 0,1 1-3 15,-1-2 11-15,0 2-6 0,-1 1-4 16,0 1 1-16,-1 1 3 0,0-3 5 0,-2 3-7 16,0 1 1-16,1-1 5 0,-1 0-6 15,-1 2-4-15,-1 1 9 0,-2 0-2 0,0 2-7 0,1 1 11 16,-2-1-10-16,0 1 4 0,-2 1 3 15,1 0 1-15,1 0-3 0,-1 3-1 0,-2-3 6 16,3 0-11-16,-1 2 9 0,-1 0-9 16,0 0 4-16,-1-1-2 0,2 2 2 0,-2-2-11 15,0 3 7-15,1-2-7 0,-2 1 9 0,1 0-5 16,0 0-10 0,-1-2 3-16,2 3-2 0,-1 0-9 0,0-2 3 0,-1 0-3 0,2 2 7 15,-1-1-1-15,-1 1-3 0,0-1-1 0,1 1 1 16,-1 0 2-16,2-1-4 0,-2 1-3 0,0-2 2 15,0 2-3-15,0-1-6 0,0 1 8 16,0 0-1-16,0 0 5 0,0 0 3 0,0 0-5 16,0-1-2-16,0 1-1 0,0 0 3 15,0 0 9-15,0-2-4 0,0 2 17 0,0 0-12 16,0 0-5-16,0 0 4 0,0 0 1 16,0 0 6-16,1-2-9 0,-2 2 9 0,2 0-5 15,-1 0 0-15,-1 0-3 0,1 0 0 16,0 0 0-16,0-1 12 0,0 2-2 0,1-1-5 15,-2-1-1-15,1 2 6 0,0-1 3 0,-2 0-13 16,2-1 9-16,0 1-10 0,0 0 11 16,0 0-11-16,0 0 7 0,0 1-2 15,0-1-9-15,0-1 13 0,2 1-9 0,-2 0 7 16,0 0 0-16,0 1-9 0,0-2 2 16,0 1-2-16,0 0 6 0,0 0 7 0,0 0-10 0,0 0 5 15,0 0-7-15,0 0 15 0,0 0-6 16,0 0 8-16,0 0 0 0,0 0-7 15,0 0-3-15,0 0 6 0,0 0 3 0,0 0-13 16,-2 0 3-16,2 0 15 0,0 0-18 0,0 0 20 16,0 0-16-16,0 0-9 0,2-1 17 15,-2 1-5-15,0 0 8 0,0 1-11 0,0-1-11 16,0 0 11-16,-2 0-5 0,4 0 3 0,-2 0 13 16,0 0 4-16,-2 1-19 15,4-1 8-15,-2 0-1 0,0 0-7 0,-2 0 3 16,4 0-3-16,-2 0 9 0,0 0 4 15,-2 0-18-15,2 0 7 0,0 0 8 0,0-1-12 16,0 1 6-16,0 0-4 0,0 0 6 0,0 0 10 16,0 0-18-16,0 0 19 0,-1 0-2 15,2 1-4-15,-1-1-14 0,-1 0 4 0,2 0 1 16,-1 0 15-16,0 0-15 0,0 0 19 16,0 0-15-16,0 0-3 0,0 0 0 0,0-1 8 15,0 2-3-15,0-1 9 0,0 0-1 0,0 0-16 16,0 0 9-16,0-1-6 0,0 1 12 0,0 0-5 15,0 0-4-15,0 0-3 0,0 0-4 16,2 0 13-16,-2 0-5 0,0 0 4 0,0 0-2 16,0 0 1-16,0 0 0 0,0 0 0 0,0 0-1 15,0-1 4-15,0 2-3 0,0-1 5 16,0 0-11-16,0 0 9 0,0 0 0 16,0 0-10-16,1 0 12 0,-1 0-10 0,0 0 6 15,0 0-1-15,-1 0-2 0,1 0 0 0,0 0 8 16,0 0-5-16,1 0-1 0,-1 0 10 0,0-1-3 15,0 1-14-15,0 0 6 0,0 0 5 16,0 0-5-16,0 0 5 0,0 0-2 0,0 0 9 16,0 0-17-16,0 0 20 0,0 0-8 15,0 0-3-15,0 0 5 0,0 0-13 0,0 0 5 0,0 0-6 16,0 0 8-16,0 0 5 0,12-25-8 16,-9 20 6-16,-1 0-8 0,2-1 11 15,4-10-8-15,2-1 1 0,-2-3 8 16,0 3-2-16,0-3-3 0,0 2-1 15,4-2 6-15,-4-5 1 0,1 2-8 0,2-3 3 16,-1-3-7-16,2 2 8 0,-1 0 3 0,0 0-5 16,-1-1 5-16,0 3-14 0,-1-1 11 0,0 0 4 15,2-2-8-15,0-1 8 0,-2 0-2 16,2-2 0-16,0-1-3 0,-1-3 3 0,2 0-13 16,-1 2 11-16,1-2 0 0,-1-1 2 0,-1-1 4 15,1-1-2-15,0-1 2 0,1 1-10 0,-2 0 2 16,2-2-10-16,-1 1 3 0,0-3 5 15,-1 1 0-15,0-2 1 0,-1 0-8 0,0-3 2 16,1-2-4-16,-1-2-4 0,0 0-5 0,2-2 10 16,-3 0-2-16,0 1 5 15,1 0-7-15,1 2 10 0,0-1-6 0,0 4 1 16,-2-3-3-16,1 0-6 0,-2 0 4 0,-1 1 7 16,4 0-10-16,-4 0 3 0,1-1 7 0,0 0-2 15,1-2-4-15,-2 3 6 0,0-2-9 16,-1 2 7-16,0 1-3 0,2-2 1 0,-3 1 4 15,3-1-2-15,-1 5-3 0,-3-1 10 0,2-1-7 16,2 0 1-16,0 1 0 0,-1 1-4 16,0 1-1-16,0-4-3 0,1 6 6 0,0 1-1 15,-2 3 0-15,0-1-5 0,1 4 2 16,-1 3-4-16,0 0 7 0,-1-2 6 0,0 2-6 0,0 4 4 16,2-1 2-16,-2-1 7 15,-2 3-12-15,2 3 4 0,0-1-2 0,-2 1 5 16,2 5-5-16,-2-2 2 0,1 2-9 0,0 0 6 15,-1-2 8-15,2 8-11 0,-1 1 1 0,-1 1 9 16,-2 1-15-16,3 2 5 0,0-1 5 0,-2 2 5 16,0 0-13-16,2 1-5 15,-2-1 6-15,1 1-3 0,-2 0 1 0,1 0-1 0,-1 0 9 16,1 3-5-16,1-2-1 0,-2 0-7 16,1 2-5-16,-1-2 8 0,0 3-7 0,1-3-1 15,-1 2 6-15,2-1-11 0,-2 1 13 16,1 0 2-16,-1 0-14 0,0 2 6 0,0 0-2 15,0 0 19-15,0 0-16 0,0 0-3 0,0 0 8 16,0 0 9-16,0 0-12 0,0 0 20 16,0-6-17-16,0 6 3 0,0 0-2 0,0 0 3 15,0 0 1-15,0 0-7 0,5-9 15 16,-5 9-1-16,-1-1 5 0,1 1-15 0,0 0 1 16,1-1-10-16,-1-1 18 0,0 2-16 15,0 0 15-15,0 0-17 0,2 2-26 16,-4-2-23-16,4 0-72 0,-2 1-64 0,0 0-551 15,-2 2 0-15,1-1 1 0</inkml:trace>
  <inkml:trace contextRef="#ctx0" brushRef="#br0" timeOffset="3684.59">20562 11970 75 0,'0'0'127'0,"0"0"-20"15,0 0-5-15,0 0-7 0,0 0-4 0,0 0-10 16,0 0-4-16,0 0-5 0,0 0-13 0,0 0-2 15,0 0-2-15,0 0-11 0,0 0 0 16,0 0 0-16,0 0-5 0,0 0-4 16,0 0-11-16,0 0 8 0,0 0-1 0,-22 15-4 15,15 4 4-15,0 7 3 0,-3 1-9 0,0 3-1 16,0 6-1-16,-2 3 4 0,-2 4 8 16,-2 4-6-16,-1 1 1 0,-2 7-3 15,1-7 3-15,2 1 1 0,0-5-7 0,2-3-8 16,1-5 4-16,1-4-2 0,3-5-4 0,-1 3-3 15,4-8 0-15,2-1 7 0,-2-3 0 16,6-5 1-16,-2-3 11 0,0-5 10 0,2-1-18 16,0-4 3-16,3-2 0 0,0-4-14 0,5-15 5 15,2-5-21-15,0-2-6 0,0-2-2 0,2-7-1 16,-4-3-7-16,4-5-2 16,0 2-8-16,0-3 3 0,-1-3 6 0,1-2-3 15,4-5-14-15,-4 2-1 0,3 0 11 0,2-4-11 16,0 5 4-16,2-1 9 0,2-1-1 15,3 4 7-15,2 0-11 0,4 0 10 0,5 4 9 16,1 3-9 0,1 2 5-16,6 6 1 0,2 0 12 0,-2 3-7 0,0 7 1 0,-3 3-6 15,0 4 7-15,-2 3-8 0,0 6 8 16,-4 5 4-16,-16 5 1 0,4 0 12 0,28 22 4 16,-23-1-3-16,-10 9 1 0,-5 11 1 0,-4 6 7 15,-4 5 15-15,-4 6-4 0,0-27 2 0,-16 61-5 16,5-23 8-16,-2-4 4 0,-1-4-8 15,0-2 3-15,-2-2 1 0,0-4 0 0,0-1-6 16,-4-4 3-16,4-1-3 0,-2-6-3 16,0-3-16-16,2-3-20 0,0-4-28 0,0-3-33 15,4-4-65-15,-4 0-41 0,2-10-139 16,0-5 42-16,4-5 0 0</inkml:trace>
  <inkml:trace contextRef="#ctx0" brushRef="#br0" timeOffset="3849.59">20753 12213 133 0,'-12'-26'142'0,"0"1"-15"0,1 1-13 0,2 4-7 16,2 1-2-16,6 4-12 0,1 15-10 0,15-24 0 0,7 11-15 15,5 5 4-15,12-1-9 16,2 3-6-16,10-1-3 0,3 2-4 0,6-2-6 16,6 1-19-16,2-2-68 0,3-1-77 0,-1-2-152 15,0 0 25-15</inkml:trace>
  <inkml:trace contextRef="#ctx0" brushRef="#br0" timeOffset="4059.03">22097 11700 95 0,'4'-2'157'0,"0"2"-21"0,0 0-2 16,0 5-2-16,-4 1-19 0,6 13-3 0,-2 4-10 15,-4 6-14-15,2 0-7 0,-2-12-5 0,0 9 2 16,0 9-10-16,-16 42 1 0,6-32-13 0,0 6 4 15,-2-2-5-15,4 2-1 0,-2-2 5 16,0-2-11-16,0-4-13 0,0-3-7 0,3-6-41 16,0-2-28-16,1 0-42 0,0-9-57 15,1-12-142-15,-2-6-25 0,7-5 0 0</inkml:trace>
  <inkml:trace contextRef="#ctx0" brushRef="#br0" timeOffset="4202.92">21683 11985 102 0,'-23'-50'131'0,"6"4"-17"15,1 2-8-15,7 2-11 0,3 1 2 16,6 24-11-16,16-36-7 0,6 21-5 0,7 6-7 0,6 1-8 16,6 5-1-16,7 3-1 15,4 4 0-15,6 3-8 0,0 2-3 0,4 3-12 0,-2 5 4 16,2-1-6-16,-30 1-5 0,62 12-46 16,-38 0-83-16,0 0-163 0,-2 0 9 0</inkml:trace>
  <inkml:trace contextRef="#ctx0" brushRef="#br0" timeOffset="4554.57">23619 11421 100 0,'6'-2'126'0,"-4"1"-7"0,0 2-9 0,-2 5 5 0,0 3-6 15,-4 18-5-15,4-11-6 0,-14 37-4 0,4-6-9 16,-2 6 2-16,-2 5 2 0,2 1-9 16,0 1-9-16,2 3-1 0,3-8-5 0,-1-1 1 15,4-3-10-15,0-4 1 0,4-7-6 16,0-5-11-16,0-17 1 0,0 4 1 0,19 22-4 16,-1-31-12-16,8-5-9 0,6-7 0 0,-15-1 0 0,35-14-3 15,-13-4-10-15,1-3 4 0,2-6-7 16,2-4-1-16,2-5-13 0,-1-2-7 15,2-1-7-15,-3-2-6 0,0 0 1 0,-4 2-6 16,-1 3 9-16,-2 0-5 0,-4 4 4 16,-5 5-3-16,-2 2 10 0,-2 3-20 0,-1 4-43 15,-2 4-47-15,-7 4-82 0,-4 8-92 16,-10 2 0-16</inkml:trace>
  <inkml:trace contextRef="#ctx0" brushRef="#br0" timeOffset="4862.18">24407 12041 70 0,'13'2'165'0,"7"-2"-6"0,-9 0-9 16,26-13-7-16,-11 3-5 0,0-5-22 0,4-2-7 16,2-4-11-16,2-3-18 0,2-2-7 15,2-2-11-15,0-1-5 0,-2-1-15 16,-4-2-11-16,0 2-7 0,-2 1 0 0,-4-1-6 16,-4 3-3-16,-5 2-1 0,-5 0-7 15,-4 0-4-15,-5 3 4 0,-3 14-10 0,-20-12-2 0,1 20-5 16,6 0-2-16,-29 18 0 0,10 5 2 15,-5 7 7-15,-3 9 19 16,1 3-3-16,2 4 8 0,0 5-4 0,3 0 0 0,5 1 0 16,4-2-2-16,6-5 3 0,7 0 2 15,8-3 2-15,4-24 0 0,15 31 2 0,10-23-5 16,10-5-3-16,9-7-34 0,12-3-45 0,6-6-56 16,-28-5-102-16,14 0-126 0,69-22 0 15</inkml:trace>
  <inkml:trace contextRef="#ctx0" brushRef="#br0" timeOffset="5079.81">25579 11868 108 0,'-27'17'148'0,"-2"3"-15"0,-3 7-4 0,-1 3-4 16,-2 1-5-16,2 2-19 0,-1 3-4 0,2 1-10 16,4-2-1-16,6-3-12 0,2-4-4 15,2-2-2-15,6-5-5 0,2 0-2 0,7-5 3 16,3-16-11-16,12 14-2 0,12-14-8 15,-9 0-5-15,31-17-7 0,-11 2-13 0,6-9 0 0,5-3-4 16,3-7-7-16,3-2-10 0,0-4-14 16,4-3-1-16,-1-4-10 0,-2 2 6 15,-1-2-24-15,-5 3-23 0,-3 1-22 16,-4 4-23-16,-6 0-37 0,-8 4-66 0,-5 6-41 0,-7 3 0 16</inkml:trace>
  <inkml:trace contextRef="#ctx0" brushRef="#br0" timeOffset="5486.06">25911 11809 98 0,'3'17'145'0,"2"2"-8"0,-1 0-9 16,1-1-6-16,2 0-13 15,-6 3-6-15,2-1-2 0,-3 1-13 0,0-10-11 0,0 8 0 16,0 2-14-16,0 1-4 0,0 3-6 0,-11 24-4 16,10-24-10-16,0-6 6 0,1-4-5 15,0-15-8-15,0 11 1 0,10 4 0 16,6-7 3-16,5-7-2 0,-8-1-5 0,28-14 2 15,-14 2-6-15,2-9-8 0,3-3-6 16,3-3 2-16,-2-3-7 0,1-2-4 0,-4 1-11 16,2-2-3-16,-2 4 0 0,-5 3 8 15,-2 4-7-15,-2 1 6 0,-2 2-4 0,-2 4 1 16,-5 7 5-16,-7 7 2 0,-7 6 9 0,-8 14 8 16,-7 6-10-16,-10 11 12 0,-9 9-9 15,-12 12 13-15,-5 5 6 0,-4 6 17 0,1 0-11 16,0 3 7-16,2-5-6 0,3 0-7 0,3-5 4 15,4-5-3-15,3-1-10 0,4-5 12 0,3-4-13 16,4-5 6-16,3-9-12 0,3-1 14 16,3-4-12-16,-1-5 8 0,4-5 0 15,-4-2-9-15,0-5-4 0,-10-4 3 0,-2-6-4 16,18 0-1-16,-34-12-6 0,3-3-10 16,-5-2-2-16,-5-2-5 0,-2-3-6 15,-1-3-5-15,0 1-8 0,4-1-3 0,1-1-44 16,7 0-77-16,7-1-99 0,13 0-166 0,12-2 1 15</inkml:trace>
  <inkml:trace contextRef="#ctx0" brushRef="#br0" timeOffset="5901.7">28243 11523 15 0,'4'0'133'16,"-2"1"-9"-16,1 4-3 0,1 13-11 0,-1 5-1 16,-1 5-6-16,-2-9-11 0,0 9-4 15,0 9 0-15,-21 54 1 0,8-32-10 0,-3 3-3 0,-3 6 6 16,-2 5-1-16,-2-1 7 0,0 2-10 16,2-2 0-16,2-2-4 0,2-4-6 0,1-3-9 15,1-4-5-15,2-2-11 0,2-6-3 0,1-2-6 16,2-7-6-16,1-2 1 0,0-6-8 15,3-3-3-15,2-2-8 0,2-18-22 0,0 3-48 16,12 8-56-16,0-22-93 0,5-6-220 0,4-10 0 16</inkml:trace>
  <inkml:trace contextRef="#ctx0" brushRef="#br0" timeOffset="6169.62">28882 11625 82 0,'31'-22'116'0,"-6"4"-5"0,-1 4-8 16,-1 5-4-16,-6 7 2 0,-17 2-2 0,23 21-5 15,-22 4-8-15,-1-11-8 0,-12 46 4 16,-4-6-10-16,-5 4 7 0,-8 12-5 16,-3 6 11-16,-3 4-1 0,3 2 3 0,1-3-3 15,2-2-16-15,4-7-4 16,4-2-12-16,2-6-6 0,3-5-6 0,4-5-1 0,1-5-13 15,3-6-6-15,4-5-11 0,2 0-36 16,2-23-48-16,0 4-94 0,20 12-164 0,-10-24-11 16,0-7 0-16</inkml:trace>
  <inkml:trace contextRef="#ctx0" brushRef="#br0" timeOffset="6321.12">28519 12128 52 0,'-12'-19'123'0,"6"4"-11"0,4 5-11 16,4 5-5-16,5 4 4 0,2 2-12 0,13 3 6 0,7 4-12 16,3 0-6-16,7 0 0 0,11 3-1 0,8-3-16 0,5 4-4 15,5-3-56-15,8 0-74 0,3-3-167 16,1 0 24-16</inkml:trace>
  <inkml:trace contextRef="#ctx0" brushRef="#br0" timeOffset="6513.57">29979 12073 7 0,'0'0'171'0,"-2"2"-26"0,-1 1-8 0,-6 8 1 15,-2 5-10-15,-5 2-11 0,0 5-7 16,-1 4-4-16,-3 3-11 0,-1 6-1 0,-5 2-11 16,2 1-8-16,-1 7-1 0,0-3-5 0,-1 4 0 15,2-1-5-15,4-1-7 0,-1 1-8 0,4-5-12 16,2-2-18-16,3-5-24 0,2-5-30 15,2-4-37-15,4-9-55 0,4-16-107 0,0 0-109 16,10-4 0-16</inkml:trace>
  <inkml:trace contextRef="#ctx0" brushRef="#br0" timeOffset="6684.19">29538 11988 106 0,'-7'-42'125'0,"2"5"-6"0,4 1-18 0,1 20-2 0,17-24 1 16,0 21-5-16,6 3-1 0,5 6-10 15,3 9-5-15,-15 1-8 0,37 14-7 0,-15-1-30 16,3 7-36-16,3 3-53 0,4 3-74 0,1 1-126 16</inkml:trace>
  <inkml:trace contextRef="#ctx0" brushRef="#br0" timeOffset="7061">30892 12141 43 0,'0'-6'165'0,"-3"1"-12"0,-4 5-24 16,-1 0 2-16,-10 4-10 0,-8 6-6 0,0 3-18 16,-2 8-3-16,-8 6-10 0,-6 9-1 15,-2 5-3-15,-2 3-1 0,0 5-3 0,2 2-7 0,5-4 2 16,6-4-7-16,5-2-6 0,5-4-6 16,5-4-4-16,4-3-7 0,8-3-3 0,6-16-8 15,17 20-5-15,6-20 0 0,3-4-12 16,8-5 1-16,-17-2-4 0,9 0-1 0,35-20-18 15,-25 8-6-15,3-2-2 0,-1-1-5 0,0 1 3 16,-2 0 2-16,-4-1 5 0,-3 4-2 16,-4 1-1-16,1 1 7 0,-6 1-4 0,-4 2 5 15,-6 5-6-15,-10 1 5 0,3 13 13 16,-14 7-1-16,-6 5 4 0,-12 5-1 0,-6 6 12 16,-6 5 8-16,-7 5-4 0,-4-3 7 15,1 0 6-15,0-1 3 0,5-2-6 0,0-4 1 16,5-6-4-16,6-2-8 15,3-7 5-15,5 2-3 0,3-5-5 0,3-3-1 0,1-3-2 16,3-4 1-16,6-8-6 0,11 0-15 0,-7-11 3 16,11-9-10-16,3-5-32 0,5-3-49 0,4-2-79 15,4-9-122-15,0-7-123 0,3-6 0 16</inkml:trace>
  <inkml:trace contextRef="#ctx0" brushRef="#br0" timeOffset="7406.45">31280 12002 93 0,'53'-25'154'0,"-4"3"-20"0,-6 5-7 16,-4 3 1-16,-7 4-7 0,2 5-9 0,-22 5-11 0,18 16-6 15,-22 5-6-15,-8-5-5 16,-18 34 3-16,-5-9 1 0,-6 8 4 0,-11 7-1 0,-2 5-5 16,-1-2-9-16,3 0-6 0,3-2-7 0,6-2-5 15,2-10-12-15,5-4-9 0,2-4-2 16,5-5 1-16,2-5-5 0,9 1-6 0,4-5-6 15,2-13-1-15,27 12-11 0,-2-15-5 16,10-5 2-16,-19-2-4 0,11 0-12 0,45-17-4 16,-26 6 0-16,6-2-7 0,4-2 3 15,1 1 0-15,-2-3 4 0,-2 2 5 0,-3 2 5 16,-4 2 6-16,-7 1 0 0,-4 3-1 0,-5 0 6 16,1 5 5-16,-18 2-2 0,2 0 6 0,12 23 12 15,-27 1 7-15,0-11 0 0,-28 39 16 16,0-12 1-16,-8 5 13 0,-4 2 8 0,-2 2-16 15,2 1-10-15,4-1 1 0,2 2-10 16,3-3-11-16,4-2-39 0,3-3-53 0,5-1-89 16,3-4-111-16,6-5-280 15,0-4 1-15</inkml:trace>
  <inkml:trace contextRef="#ctx0" brushRef="#br0" timeOffset="8066.09">25700 13749 73 0,'-8'-18'121'0,"6"-5"-7"0,2 11-14 15,10-27-17-15,6 11 12 0,11-1-22 16,8-3-1-16,13 0-11 0,5 0 2 0,7 2-8 0,7-1 5 16,5 5-7-16,4-2 10 0,1 6-8 0,-1 2 5 15,-4 4-4-15,-6 2 1 0,-6 5-7 16,-10 3-4-16,-29 6 5 0,7 0-1 16,24 21 2-16,-42 9-7 0,-10-14-7 0,-26 46 7 0,-10-8 7 15,-9 10-6-15,-9 4 9 0,-9 5 8 16,-5 4-6-16,0-2 1 0,3-4-9 15,3 1-11-15,5-8-4 0,8-2-4 0,5-10-14 0,5-3-2 16,7-7 0-16,4-4-2 0,6-3-1 16,9-6-2-16,9 1-3 0,16-10-7 0,11-6 5 15,11-8-2-15,7-5 9 0,-20-1 0 16,48-11 0-16,-23 0-10 0,-1-4-2 0,-1-5 1 16,0-3 6-16,-5-2-13 0,-5-6 1 15,-3 0-2-15,-4-2-5 0,-9-2-11 0,-4-2-12 0,-10 0-3 16,-4 16-3-16,-14-40-5 15,0 22 6-15,-6 3-13 0,-4 3 1 0,-6 5 1 16,0 4 12-16,-4 8-10 0,1 5 4 16,0 11 9-16,15 0-7 0,-28 25-10 15,19-2-89-15,7 3-175 0,11 5 31 0,9-15 1 0</inkml:trace>
  <inkml:trace contextRef="#ctx0" brushRef="#br0" timeOffset="8292.48">27387 13838 10 0,'-33'-9'162'0,"-14"3"-16"0,-9 4-17 0,21 2-7 0,-78 12-4 0,31 4-10 0,-2 7 5 16,-2 13-1-16,-1 10-3 0,3 8-8 16,4 7-4-16,7-1-2 0,5 5-10 0,8 0 4 15,10-1 2-15,10-1-15 0,10-6 8 16,10 0-8-16,11-9-8 0,9-5-13 0,0-25 5 15,33 28-6-15,9-22 2 0,15-12-5 0,18-6-11 16,-31-6-3-16,29 0-9 0,109-18-62 16,-54-2-123-16,0-6-245 0,2-2-43 0,-5-5 0 0</inkml:trace>
  <inkml:trace contextRef="#ctx0" brushRef="#br0" timeOffset="8795.71">18976 15425 116 0,'-20'30'147'0,"7"1"-8"0,6 8-7 0,7-18 6 0,0 15-11 15,20 52-4-15,0-32-5 0,4 2-9 16,7 2-17-16,2 1 2 0,5-4-8 0,0-3-14 16,1-1 7-16,2-5-9 0,1-5-6 0,-1-4-12 15,-1-7-4-15,33 18 32 16,-36-36-53-16,2-10 2 0,-19-4-13 0,40-21-5 16,-19 1-9-16,0-8 6 0,3-10-14 15,-2-6-11-15,-2-8 1 0,-2-5-7 0,-3-4 0 0,-4-4-17 16,-2-2-6-16,-2-2-4 15,-3 1 9-15,0 5-10 0,-3 5 16 0,-2 1-13 16,-1 8 7-16,0 6 12 0,-2 5 0 16,2 4 1-16,2 7-2 0,3 6 5 0,2 7-6 15,3 7-52-15,7 6-166 0,-19 1-11 0</inkml:trace>
  <inkml:trace contextRef="#ctx0" brushRef="#br0" timeOffset="9163.31">20530 15794 100 0,'6'-16'106'16,"3"-2"-6"-16,7-1-11 0,7-1-3 16,5-3 9-16,8-4-2 0,6-3-9 0,6 0-3 0,2-3-4 15,-2-1-5-15,1-1-7 0,-2 2-3 16,-5 1-5-16,-6 0-13 0,-6 3-12 15,-2 0-6-15,-8 2-5 0,-4 2-1 0,-8-1-11 16,-8 4-3-16,0 14-1 0,-28-13-9 0,0 12-2 16,-4 7-7-16,12 2 9 0,-8 0-9 15,-44 19-6-15,26-4 7 0,2 8 11 0,-2 3-5 16,0 6 0-16,2 6 3 0,3 5 8 0,2 4-1 16,3 3-2-16,8 0 3 0,4 6 4 0,8-3 11 15,8-2 1-15,7-2 1 0,1-26 4 16,17 40-2-16,3-28 5 0,10-8-4 0,4-9 3 15,13-7-4-15,8-5-2 0,-25-6-24 16,62-14-28-16,-25-5-33 0,2-8-102 0,3-7-145 16,-2-8 75-1</inkml:trace>
  <inkml:trace contextRef="#ctx0" brushRef="#br0" timeOffset="9378.48">21454 15431 29 0,'-34'26'118'0,"-6"4"-9"15,0 6-10-15,0 2-3 0,1 3-6 0,3-2-1 16,2 7-6-16,3-3 0 0,3-5-4 0,8-1-4 16,0-5-7-16,4-1-5 0,4-7 3 0,0-2-2 15,6-8-10-15,6-14-12 0,6-2-3 16,10-14-10-16,8-10-4 0,6-11-11 0,4-5-2 16,7-10-3-16,3-7-16 0,7-5-5 15,2-4-7-15,5-1 5 0,-2-1-9 0,1 1 4 16,-2 3-2-16,-3 3-3 0,-3 5-20 15,-3 5-33-15,-5 8-32 0,-6 5-44 0,-4 4-95 16</inkml:trace>
  <inkml:trace contextRef="#ctx0" brushRef="#br0" timeOffset="9810.02">21838 15176 114 0,'-1'10'131'0,"-2"-5"-16"0,2 5-5 0,-2-3-8 0,0 10-7 0,-2 2-1 16,2 3-7-16,-2 0-9 0,-2 4-2 0,2 3-6 15,-3 1-6-15,0-1-3 0,1 3-7 16,3-1 4-16,-1-1-13 0,1 0 2 0,-2 4-2 0,2-5-7 16,3-4 3-16,0-4 0 0,1-14-5 15,0-7-4-15,14 12-2 0,8-20-5 16,-2-7 0-16,5-6-3 0,3-5-6 0,3-5-5 16,2-5-2-16,3-3-3 0,3 1 3 0,-2-3-10 15,1 4 2-15,-6 1 5 0,2 4 1 16,-4 4-9-16,-6 2 2 0,-4 3-8 0,4 6 2 15,-6 2 5-15,0 8 1 0,-18 7 2 16,22 16 9-16,-18 10 1 0,-4-11 1 16,-16 44 5-16,-4-2 3 0,-6 7 7 0,-6 10 20 15,-4 5 2-15,-4 7 0 0,-4-4-2 0,0 3-5 16,-3-5 7-16,2-4-10 0,-2-6-8 0,2-2 14 16,-1-5-9-16,5-5-8 0,-2-5 0 0,2-7 6 15,-1-5-9-15,5-5 12 0,1-6-9 16,1-4-13-16,1-5-9 0,0-6-9 0,-1-5-26 15,-2-6-8-15,20-4-12 0,-10 0-1 0,-32-16-23 16,29-1-24-16,8-5-78 0,4-6-99 16,8-5-168-16,9-8 0 0</inkml:trace>
  <inkml:trace contextRef="#ctx0" brushRef="#br0" timeOffset="10303.14">23583 15234 118 0,'11'16'111'0,"-4"7"0"0,-3 9-3 0,-4-14-3 15,0 16 1-15,-11 53-13 0,2-23 2 0,-3 6 6 16,0 5 8-16,0 0-15 0,-2 2 1 15,4-3 3-15,2-2-19 0,1-7-5 16,3-2 3-16,3-5-16 0,1-32-6 16,0 9-8-16,10 40-15 0,0-40-8 0,4-11-5 15,6-5-8-15,4-7-5 0,8-8-14 0,-16-4-11 16,35-13-10-16,-18-2-16 0,1-4-9 16,-2-3-2-16,1-3 17 0,-5 0 4 0,-3 1 15 15,-3-1-6-15,-4-1 6 0,-3 1-4 0,-3 3-11 16,-1-4 17-16,-1-1 2 0,-2-1 0 0,-2 3 4 15,-2 1 13-15,0 4-2 0,1-1 13 16,2 0-2-16,1 1 4 0,1 0 3 0,7 3 5 16,6 2 9-16,3 0-3 0,0 4 11 15,3 5 10-15,3 0-4 0,1 1 8 0,-13 5 1 16,5 0-5-16,32 11-8 0,-34-2 6 0,-2 7-5 16,-6 6-4-16,-7 10 7 0,-7-15-7 15,-13 42 12-15,-7-10-1 0,-10 4-2 0,-6-3-8 16,-4 3-3-16,-4-4-7 0,1-4-4 0,-1-7 14 15,4-2-11-15,-2-6-11 0,2-7-5 0,2-2-9 16,0-8-12-16,6-4-7 0,-1-7-14 16,18-2-3-16,-21-22-34 0,23-2-50 15,9-9-37-15,4 14-42 0,20-41-48 0,7 13-141 16,11-6 0-16</inkml:trace>
  <inkml:trace contextRef="#ctx0" brushRef="#br0" timeOffset="10724.22">24356 15756 65 0,'54'-37'138'0,"-8"2"-12"0,-6 9-4 0,-6 7 10 0,-8 8 0 15,-3 6-11-15,-23 5-3 0,16 22-10 16,-17 6-11-16,-10 4-5 0,-8 9-2 16,-5 7 9-16,-5 4-8 0,-2 4-4 0,-1-1-8 0,2 3-6 15,-1 0 2-15,6-5-13 0,2-4 8 16,2-4-14-16,3-7-13 0,6-2-7 0,0-6-15 16,4-2-2-16,8-11-8 0,0-17-1 15,32 0-2-15,0-13-11 0,12-8 2 0,6-9-12 16,6-2 4-16,6-4-2 0,5-3 0 15,2-2-1-15,-2 1 8 0,-4 1 0 0,-7 4-2 16,-6 5 1-16,-6 2 1 16,-5 7-3-16,-4 0-1 0,-6 4 5 0,-4 2-1 0,-1 4 4 15,-6 7-3-15,-18 4 6 0,14 14 7 16,-15 6 6-16,1-9 5 0,-24 35 2 0,3-9 6 0,-3 3 8 16,-2 3-10-16,1-4-6 0,1 2 7 15,1-4 0-15,3-3-5 0,4-3-11 0,-4-4 3 16,8-2-12-16,0-3-8 0,7-7 5 15,5-6 1-15,0-9 1 0,28-8-10 0,-4-7 0 16,5-7-6-16,6-7-10 0,2-9 1 0,3 0-18 16,3-5 2-16,1-3-1 0,3-4-3 0,-2 4 2 15,-1-1 3-15,-3 4-3 0,-2 0 7 16,-2-1-3-16,-3 5 14 0,-2 2-4 0,-3 4 4 16,-4 1 0-16,-2 7 12 0,-3 3-13 0,-4 2-22 15,1 2-64-15,1-1-125 0,-1 7-119 16,-2 3 0-16</inkml:trace>
  <inkml:trace contextRef="#ctx0" brushRef="#br0" timeOffset="11289.13">28124 15507 37 0,'-13'-25'162'0,"-6"0"-14"0,-8 2-15 0,-3 5 1 0,-4 3-9 16,-8 5-8-16,-5 7-13 0,19 3-13 0,-56 20-4 15,23-1-6-15,-3 11-6 0,-1 10-5 16,-2 5-2-16,2 11 2 0,3 1 0 16,6 3 7-16,7 3-9 0,6 0 0 0,7-2-11 0,7-3 1 15,6-7 5-15,6-5-5 0,8-4-3 16,6-6 2-16,3-20-11 0,25 18-7 0,6-25-14 16,-14-9-1-16,13 0-9 0,54-25 0 15,-26 3-4-15,6-8-5 0,3-3-3 0,0-2-7 0,-1-1-9 16,-5-1 0-16,-3 2-1 0,-8 3-5 15,-3 4 5-15,-7 4-2 16,-7 2-2-16,-2 6-2 0,-6 2-8 0,-1 1 9 0,-6 10 0 16,-18 3-1-16,9 18 7 0,-14 11 4 15,-11 10 15-15,-10 10 6 0,-7 11 5 0,-8 3 5 16,-7 9 9-16,-6 3 9 0,-2 0-9 0,-1-1 1 16,0-3 7-16,4-1-3 0,-2-6 7 15,6-5-21-15,2-4 9 0,2-6 0 0,2-7 3 16,6-5-2-16,-1-5-8 0,5-7-6 0,-2-3 11 15,2-6-15-15,1-5-19 0,-1-4-3 0,-1-4-15 16,18-3-13-16,-33-18-65 0,18 4-52 16,4-6-70-16,3-4-296 0,8-3 1 0</inkml:trace>
  <inkml:trace contextRef="#ctx0" brushRef="#br0" timeOffset="12497.77">30009 16363 125 0,'0'0'177'0,"0"0"-21"0,0 0 6 16,0 0-14-16,13 11-6 0,-22 14-11 0,-5 2-9 15,-3 5 0-15,-4 6-8 0,-6 3 1 16,-2 1 5-16,-6 9-10 0,-6 3 17 16,-4 4-13-16,-5 1-8 0,1 3-11 0,1-3 10 15,-3 2 11-15,2-5-22 0,2-1 9 0,3-3-4 16,5-8-17-16,3-1 2 0,4-6-2 16,4-1-29-16,4-8-15 0,6-2-45 0,0-7-36 15,6-6-43-15,7-9-77 0,10-9-65 16,9-11-401-16,3-2 0 0</inkml:trace>
  <inkml:trace contextRef="#ctx0" brushRef="#br0" timeOffset="13089.33">31272 15491 21 0,'-22'23'195'0,"-3"4"-1"16,-6 10 3-16,-3 8-9 15,-2 5 8-15,-6 11-14 0,-3 4-6 0,1 7-18 16,0 2-6-16,1 4-18 0,2-1 1 0,0-2-12 15,2-2-6-15,3-1 4 0,5-4-17 0,3-3-15 16,2-3 3-16,0-6-13 0,4-5-1 16,2-4-5-16,2-7 0 0,2-3-16 0,4-5 10 15,2-5-12-15,-2 1 2 0,2-8-16 0,2-8 8 16,4-4-29-16,2-8-11 0,2 0 10 0,0-15-8 16,4-8-15-16,-4 7 0 0,9-37-14 15,-4 8-6-15,2-5-9 0,-2-10-11 16,5 0-8-16,-4-11-3 0,4 2-12 0,-5-3-8 15,0-4 15-15,2-3-6 0,0-2 1 0,-2-2 3 16,3 0-4-16,3-2 3 0,-1-1 11 16,9-2 11-16,8-3 15 0,7 2 0 0,5 3-1 15,6 4 1-15,9 2 8 0,6 3 14 16,9 3 3-16,6 8-2 0,2 3 13 0,0 7 6 16,1 8-9-16,-4 9 2 0,-4 7 4 15,-6 8 1-15,-6 9-1 0,-8 11 5 0,-28 4-4 16,30 20 6-16,-33 10 10 0,-14 11 1 0,-5-15 6 15,-27 61 14-15,-3-18 11 0,-11 4 10 16,-1-1-4-16,-8-1 9 0,2-5-2 0,-6-6-13 16,4-2-9-16,-1-5-6 0,6-6-25 15,2-4 6-15,2-2-10 0,5-5-4 0,6-6-7 16,2 0-6-16,4-10-16 0,3-4-44 0,5-11-66 16,16-5-68-16,-3-9-102 0,21-11-326 15,8-8 0-15</inkml:trace>
  <inkml:trace contextRef="#ctx0" brushRef="#br0" timeOffset="13331.02">32497 14966 36 0,'-6'-7'185'0,"-6"6"-14"0,-9 1-5 0,6 0-15 16,-30 20-6-16,10-3-10 0,-5 7-10 0,-5 3-9 15,-7 9-13-15,-7 12 3 0,-2 4-6 0,-6 10 4 16,-2 4-11-16,0 6-1 0,2 1-12 15,3 2 1-15,4-3 0 0,7-1-15 0,2-3-1 16,8 0-14-16,6-7-1 0,6-5-19 16,7-3-5-16,7-6-4 0,5-6 3 0,12-23-8 15,12 27 4-15,8-27-18 0,12-4-20 16,8-9-52-16,-19-5-53 0,15 0-70 0,51-26-101 16,-35 7-146-16,-1-5 0 0</inkml:trace>
  <inkml:trace contextRef="#ctx0" brushRef="#br0" timeOffset="13465.89">32002 15868 12 0,'7'-37'141'0,"-7"17"12"0,0-8-1 0,-11-36-6 0,2 29-8 16,-3 6-18-16,1 0-6 0,-1 3-16 0,3 3-13 16,1 1-7-16,1 6-12 0,3 6-6 0,3 3-5 15,1 7-8-15,0 0 1 0,13-3-11 0,6 9 2 16,5 3-5-16,2 1-4 0,6 0-3 16,7-1-23-16,5 1-51 0,4-1-56 0,32 0-127 15,2-4-96-15,-3-5 0 0</inkml:trace>
  <inkml:trace contextRef="#ctx0" brushRef="#br0" timeOffset="13842.98">33215 15046 13 0,'-32'-3'167'0,"15"3"-16"0,-11 0-7 0,-44 18 2 15,23 3-17-15,-11 15-8 0,-8 11-13 16,5 0 3-16,6 2 1 0,2 0-6 0,-2 8-13 15,-2 5 2-15,0-2-3 16,3 3-5-16,5-1-2 0,5-5-10 16,6-3-7-16,5-6-10 0,6-4-11 0,3-5 1 0,8-5-10 15,7-5-2-15,10-2 2 0,11-9-5 0,17-6-2 16,2-10-17-16,41-2 13 0,-33 0-13 0,78-23-9 16,-38 2-1-16,9-3-7 0,-6-2 0 0,-2-1 2 15,-6 4-8-15,-6 2 5 0,-12 6-8 16,-8 4 0-16,-10-3 5 0,-8 3 5 0,-10 9-8 15,0-3-1-15,-4 3-3 0,-14 2 4 16,22 13 7-16,-18 0 3 0,-8 11 3 0,-10 5-4 16,-11 10 7-16,-3 3 3 0,-7 7-4 15,-5 2 3-15,-4 5-18 0,-1 1-26 0,5-4-25 0,-3 0-46 16,9-6-56-16,4 0-100 0,6-11-134 16,2-8 1-16</inkml:trace>
  <inkml:trace contextRef="#ctx0" brushRef="#br0" timeOffset="14366.66">30793 16663 130 0,'-13'22'159'0,"-2"3"-17"16,0 0 0-16,-2 3-4 0,-2 5-15 15,1 2-8-15,-4 3-14 0,2 2-8 0,0 4-4 16,2-1-7-16,3 0-1 0,0-1-6 15,3-2 5-15,2-3-12 0,4 1-1 0,5-2-6 16,1-21-7-16,0 6-1 0,25 17-13 16,-1-29 1-16,10-7-5 0,-16-2-4 0,48-18 9 0,-13-5-13 15,3-4 3-15,5-5-4 0,1-7 1 16,-1-1-8-16,-1-2-2 0,-7-2-11 0,-1 4-3 16,-2-5-9-16,-9 8-6 0,-6-3 8 15,-1 6-5-15,-6 4-7 0,-2 0 1 0,-6 6 6 16,-3 1-1-16,1 2-6 0,-6 4-5 0,-1 7 1 15,-7 5 6-15,-4 5-3 0,-6 10 1 0,-3 11 1 16,-4 4 10-16,-4 8 7 0,-6 4 3 16,2 5-6-16,-2 4 5 0,-1 2 7 0,-1 3-6 15,-2-1 2-15,-1 1 9 0,0-3-4 16,0 0 8-16,0-5 3 0,2 1-5 0,-1-4-4 16,2-5 5-16,2-4-5 0,0-2 3 0,5-4-7 15,-2-4-18-15,0-8-35 0,-2-3-74 16,5-7-63-16,8-3-113 0,-19-15-107 0,13-5 0 15</inkml:trace>
  <inkml:trace contextRef="#ctx0" brushRef="#br0" timeOffset="14523.92">30798 16558 37 0,'14'-39'99'0,"3"5"2"0,6 7-4 0,2 3-4 15,2 7 6-15,1 8 1 0,2 2-2 0,-12 7-13 16,6 0-8-16,28 19-22 0,-31-2-13 15,-6 4-31-15,-5 8-34 0,-3 3-57 0,-7-18-113 16,-11 41-62-16,-3-16 39 0,-5 1 36 16</inkml:trace>
  <inkml:trace contextRef="#ctx0" brushRef="#br0" timeOffset="15002.34">29194 17585 141 0,'-20'23'144'0,"1"5"-11"0,2 4-6 0,-2 4 0 0,2 4 1 0,0 6-16 0,-1 3-4 0,1 2-3 0,1 2-11 16,-2 0 5-16,2 0-12 0,4-2-12 15,0-1-3-15,-3-4 4 0,6-4-3 16,1-3-12-16,0-5 6 0,2 0-8 0,1-5-7 16,1-3-19-16,-1-5-2 0,5-8 3 0,0-13-11 15,0 0-6-15,10 11-1 0,6-17 0 0,3-6-10 16,1-6-6-16,4 0 5 0,4-9-5 16,1-1-5-16,4-5-3 15,1 0-4-15,2-3 6 0,0 0-3 0,0 4 6 0,-2 0-12 16,-2 5 2-16,-2 3 0 0,-4 1 2 15,-2 3-1-15,-1 8-5 0,1 2 9 0,-3 7 5 0,-10 3 1 16,16 14 7-16,-13 2-2 0,-3 7 2 16,-3 4 13-16,-4 6-7 0,-4-16 4 0,0 10 11 0,0 4 13 15,-17 36-18-15,7-33 4 0,1 1 0 16,-2 1 14-16,2-2-10 0,-2-2-6 16,3-1 2-16,2 0-13 0,2-5-30 0,1-6-27 15,3-20-25-15,0 10-57 0,16-1-54 0,4-18-105 16,1-7-109-16,1-4 0 0</inkml:trace>
  <inkml:trace contextRef="#ctx0" brushRef="#br0" timeOffset="15196.64">29997 17945 41 0,'8'-6'156'0,"-3"6"-9"0,0 1-19 0,-3 6-1 15,-2 1-4-15,-4 18-9 0,-4 3-9 16,-3 1-5-16,-1 5 2 0,-4 1-6 0,-1 2 0 0,-3 2-6 15,3-1-11-15,-2-1-15 0,0-2-3 16,1-2-23-16,2-4-28 0,0 2-31 0,1-6-42 16,3 0-69-16,0-6-94 0,4-11-83 0,5-6 0 15</inkml:trace>
  <inkml:trace contextRef="#ctx0" brushRef="#br0" timeOffset="15323.57">29888 17798 103 0,'-3'-34'133'0,"3"15"-9"0,0-3-16 0,0-1-9 16,0 1-5-16,0 4-10 0,4-10-2 16,3 24-14-16,2 7-2 0,10 0-4 0,0 5-18 15,7 3-34-15,-5 0-41 0,6 4-54 16,-3 1-110-16,2 2-78 0,5 1 37 0,-2 2 51 16</inkml:trace>
  <inkml:trace contextRef="#ctx0" brushRef="#br0" timeOffset="15671.31">30569 17836 25 0,'-1'-12'148'0,"-6"-2"-13"0,-1 0-8 0,-1 3-8 15,-3 4-4-15,-2 3-3 0,4 4-16 0,-5 0-8 16,-23 22-10-16,18-5 0 0,-1 8-10 16,1 0-5-16,0 5-5 0,0 4-2 0,5 2 1 15,1 3-2-15,0-1-3 0,6-1 0 16,4-1-9-16,3 0-2 0,1-19 5 0,15 24-8 15,5-21 2-15,5-13-4 0,4-5 0 16,-13-2-10-16,34-15 0 0,-9-2-4 16,-1 0 3-16,4-4-3 0,-4 0-6 0,-1-3-5 0,-2 3 4 15,-3 0-9-15,-5 3 6 0,-4 2-11 16,-2 1 15-16,-2 0-17 0,-5 7 2 0,-1 1 5 16,-10 5-5-16,-6 8 1 0,-10 9 8 15,-7 4-3-15,0 2 5 0,-6 1 3 0,-1 8-8 16,-4 1 11-16,-2 4-3 0,-4-1-3 0,-2 0 18 15,0 0-8-15,1 0 1 0,1-2-7 16,3-3-1-16,4-5 0 0,2 1-6 0,6-7-20 16,2 0-11-16,4-9-23 0,9-7-34 15,8-6-60-15,10-5-70 0,3-12-239 0,8-6 0 16</inkml:trace>
  <inkml:trace contextRef="#ctx0" brushRef="#br0" timeOffset="16193.91">31373 17465 87 0,'11'-4'161'0,"-7"7"-14"0,-3 3-4 0,-5 13-5 0,-8 5-9 0,0 7-4 0,-5 6-8 0,-3 7-13 16,-4 7 1-16,-2 4-6 0,0 1-9 0,0 2 0 0,0-5-17 16,2-4-6-16,4-4-6 0,2-7-7 15,4-4-7-15,2-5-13 0,4-1-5 0,4-10 0 16,4-18-5-16,10 8 3 0,8-17-20 0,4-7-1 15,5-3-4-15,2-7-2 0,5-1-7 16,3 2 4-16,-1-2 6 0,1 5-13 16,-3 0 3-16,-1 2 0 0,-2 5 0 0,-3 3 13 15,-2 2-7-15,0 0 0 0,-3 9 7 16,-14 1 0-16,5 0 1 0,16 20 1 0,-19-4 3 0,-1 5 6 16,-5 6-11-16,-1 1 1 0,-3 4 1 15,3 2 11-15,-2 0-8 0,0-3 7 0,2-1-4 16,3-7 5-16,2 2 6 0,7-10-5 15,6-3 5-15,8-6-7 0,-12-6-3 0,8 0-1 0,40-22-10 16,-24 0 2-16,0-4-4 0,0-6-9 16,0-8 3-16,-2-2-5 0,-3 4 5 15,-2-1-11-15,-6 2 9 0,-4 2-1 0,-3 2-7 16,-7 1-3-16,-4 3 12 0,-3 0 1 16,-7 3 2-16,-1 15-1 0,-17-17-5 0,2 17 3 15,-3 5-5-15,-5 4 10 0,10 2-6 0,-26 15 13 16,11 1-7-16,-4 7 7 0,0 9 9 15,-1 6-2-15,-2 6-8 0,2 1 2 0,4 6 14 16,1-2-10-16,4-3-11 0,8-2-3 0,6-4-15 16,10 0-7-16,14-15-27 0,11-4-25 15,11-8-45-15,9-10-4 0,-17-3-39 0,18 0-60 16,111-29-129-16,-45-6 0 0</inkml:trace>
  <inkml:trace contextRef="#ctx0" brushRef="#br0" timeOffset="16402.16">33206 17755 64 0,'-9'-1'170'0,"-13"7"-27"16,-7 6-11-16,-4 8-5 0,-6 7-10 0,-8 8-12 16,-6 9-11-16,-2 9-4 0,-1-2-9 0,3 1 2 15,5-4-8-15,5-10-3 0,7-1-12 16,6-7 7-16,8-7-5 0,2-8-3 16,6-1-9-16,6-11 5 0,8-3-15 0,5-26 1 0,14-8-14 15,10-14-3-15,10-13-7 0,9-5-10 16,8-2 3-16,6-6-6 15,9-5 1-15,10-4-12 0,9-2-15 0,8-8 0 0,10 3-12 16,6 5 15-16,10 5 13 0,-8 10 8 0,-4 4-1 16,-6 8-23-16</inkml:trace>
</inkml:ink>
</file>

<file path=ppt/ink/ink68.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4T09:18:15.024"/>
    </inkml:context>
    <inkml:brush xml:id="br0">
      <inkml:brushProperty name="width" value="0.05292" units="cm"/>
      <inkml:brushProperty name="height" value="0.05292" units="cm"/>
      <inkml:brushProperty name="color" value="#FF0000"/>
    </inkml:brush>
  </inkml:definitions>
  <inkml:trace contextRef="#ctx0" brushRef="#br0">2986 2736 6 0,'0'0'36'0,"-13"0"-5"15,13 0 14-15,0 0 2 0,0 13-4 16,0-13-17-16,0 0 19 0,0 0 5 0,0 0-20 16,0 0 11-16,0 0 4 0,0 0-12 0,0 0 9 15,0 0-9-15,-20 30 4 0,20-30 7 16,0 3-1-16,-1-2 4 0,1-1-16 0,0 2-2 16,-2-2 4-16,2 2 1 0,-1-4-5 15,1 4 7-15,0-2 2 0,0 0-3 0,-1 2-6 0,1-1-3 16,0-1-1-16,0 0 4 0,0 1-6 15,-2-1-6-15,2 0-1 0,0 0-2 0,0-1-3 16,2 1 1-16,-2 1-1 0,0-1-9 16,-2 0 10-16,2 0-2 0,-1 0 3 0,1 0-5 15,1 0 10-15,-1 2 1 0,0-2 7 0,0 0-9 16,0-2 4-16,0 2-5 0,0 2 3 16,-1-2-3-16,1 1 9 0,0-2-11 0,1 1 8 15,-1 0-9-15,0 0 9 0,0 0-7 16,-1 1 5-16,2-1-11 0,-1-1 9 0,2 1-9 0,-4 0 4 15,2 1 5-15,2-2-2 0,-4 2 3 16,2-1 6-16,0 0-6 0,0-1 4 16,0 1 0-16,0 0 5 0,0 0-9 0,0-2 3 15,0 2-7-15,-1 0 0 0,1 2 4 0,0-2-4 16,0 0-4-16,1 0-2 0,-1 1 2 16,0-1 4-16,2 0 0 0,-2 2-13 0,0-2 2 15,0 0 5-15,0 0 3 0,0 0-10 16,0 0 4-16,-2 0-5 0,2 0 7 0,0 0-1 0,0 1-6 15,2-1 8-15,-2 0 0 16,0 0-6-16,1-1 10 0,-2 1 3 0,1 0-4 16,0 0 1-16,0 0-4 0,0 0 17 0,0 0-1 15,1 0-4-15,-1-2-1 0,1 2 15 0,1 0 5 16,-2 0-5-16,-2-1 1 0,2 1-4 16,2 0 10-16,-1-3-16 0,2 2 15 15,2-3 3-15,7-7-5 0,3 1-11 0,1-5 4 16,5 2-18-16,0-4 13 0,-1 0-5 0,2-2 0 15,0 0-15-15,4-1 15 0,-1 1-4 16,0-2 4-16,1 2-16 0,2-4 29 0,-2 3-15 16,1-1 1-16,2 1-14 0,-2 1-1 15,0-1 9-15,-2 2 0 0,0 0-7 0,-2 4-3 16,-2 1 13-16,-1-1-5 0,-1 3-10 0,-4 0-1 16,-2 3 18-16,0 1-22 0,-5 1 6 15,0 2-10-15,-2 2 6 0,-2-1 4 0,0 0 3 16,-2 0 0-16,1 2-8 0,0 0 8 0,-1 0-6 15,1-2-2-15,0 3-4 0,-1-2 7 16,0 2-9-16,0-2-9 0,0 1-26 0,-1 1-24 16,0-1-28-16,-1 1-24 0,0 0-21 0,0 0-6 15,0 0-26-15,0 0-27 16,0 0-51-16,0 0-175 0,0 0 0 0</inkml:trace>
  <inkml:trace contextRef="#ctx0" brushRef="#br0" timeOffset="536.14">3294 3260 12 0,'2'4'157'0,"-2"-2"-17"15,1 2-6-15,0-2 2 0,-1 1-4 16,2 0-8-16,-2-2 1 0,1 1-13 0,-1-2 4 15,1 0-4-15,2-2 0 0,-2-1-20 16,3 1-5-16,-1-4-11 0,9-4-2 0,0-2-11 16,-1-1 12-16,1 0-18 0,1-1-3 15,0 1 3-15,2-2 1 0,0 0-10 0,1-1 9 16,1 0-9-16,0-2-15 0,2 4 3 0,1-4-2 16,0 1 6-16,1 0-5 0,-3 1-11 0,3-1 4 15,-1 0 7-15,-1 0-2 0,3 1-9 0,-3-1 16 16,1-2-21-16,-1 5-3 0,2-4-2 15,-2 1 13-15,-3 2-24 0,0-2 24 0,0 5-8 16,-3 0-13-16,-2 1-6 0,1 1 24 16,-4 2-23-16,0 3 0 0,-3 1 15 0,-1-1-13 15,0 3-28-15,-1-2-9 0,-1 2-9 0,0 0-31 16,-1 1-15-16,0 0-29 0,1 0-19 16,-2 1-17-16,1 0-36 0,-1 0-43 0,-1 1-192 15,-1 0 0-15</inkml:trace>
  <inkml:trace contextRef="#ctx0" brushRef="#br0" timeOffset="1013.78">3658 3535 126 0,'0'3'124'0,"2"2"1"0,-2-3-10 15,0 0 7-15,1 0 3 0,-1-1 4 16,1 1 5-16,1 0 4 0,-1-2 5 0,3 0-5 16,1-2 6-16,2-1-17 0,8-8 7 0,3-3-6 15,4-3-25-15,-2 5-8 0,0-4-29 0,2-2 16 16,0 0-19-16,0 0 1 0,1-1-11 16,-2-1-8-16,6 2-10 0,-4-1 9 0,-1 3-25 15,2-2 11-15,-2 0-7 0,2 2 7 0,-4-1-9 16,2 2-4-16,0-2-4 0,-2 2 19 15,4 0-20-15,-6 2 4 0,-4-1-14 0,4 3 13 16,-2 0-17-16,-2 1-4 0,-4 5 2 0,-2-2-3 16,-1 2-22-16,-1 0-24 0,-2 1-19 15,0 0-8-15,-3 3-21 0,2-1-22 0,-1-2-20 16,0 2-13-16,-1 0-43 0,0 0-43 16,1 1-162-16,-1-2 0 0</inkml:trace>
</inkml:ink>
</file>

<file path=ppt/ink/ink69.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4T09:58:14.684"/>
    </inkml:context>
    <inkml:brush xml:id="br0">
      <inkml:brushProperty name="width" value="0.05292" units="cm"/>
      <inkml:brushProperty name="height" value="0.05292" units="cm"/>
      <inkml:brushProperty name="color" value="#FF0000"/>
    </inkml:brush>
  </inkml:definitions>
  <inkml:trace contextRef="#ctx0" brushRef="#br0">15347 14969 60 0,'-15'0'164'0,"15"0"-24"0,0 15-16 16,0-15-2-16,0 0-6 0,-13 0-17 0,13 0-11 15,-16 24-10-15,15-23-3 0,-1 2-7 16,2-1 0-16,-1-2-4 0,1 2-5 0,-1-2 0 15,1 0-2-15,1 3-9 0,0-2-6 16,2 1 1-16,2-2 1 0,14 3-5 0,2 1 1 16,5 2-11-16,6-2 5 0,5-4-7 0,-1 1 5 15,5 0 5-15,5-1-1 16,3 3 8-16,2 1 9 0,5-1-6 0,5-3-3 0,3 3 6 16,0 0 0-16,7 1-11 0,5-4 15 15,1 3-20-15,5-1 16 0,3 1-10 0,-2 1 12 0,5-1-13 16,-2-3 4-16,2 2 0 0,0 2-15 15,2-2-2-15,-2 2-8 0,6-1-1 16,-6-1 1-16,5 0 7 0,2 2-8 0,1 1-6 16,4-2-16-16,-1-1 8 0,3 1 1 0,2 1 3 15,0 0-14-15,0-2 9 0,3 1 14 0,2 1-6 16,0-2-1-16,8 2-11 0,-3 0 15 16,-4-2 3-16,-6 1-12 0,5-1 7 15,-6 2 5-15,-3-3-6 0,-6 0 9 0,-2 1-14 16,-6-1 6-16,-4 0 2 0,-5-1-19 0,-6 3 7 15,-38-3 7-15,14 0-1 0,6 0 3 16,0 0-10-16,-1 0 15 0,-2 0 1 0,-2 0-1 16,-4 0 5-16,-3 0-21 0,-4 0 12 0,-1 0-2 15,0 0 0-15,-2 0-7 0,-4 0 11 16,28-13-17-16,-30 13 19 0,-18 0-4 0,8 0-22 16,-1 0-13-16,0 0-32 0,-3 0-39 0,2 0-47 15,-3 0-45-15,15-15-115 0,-15 3-254 0,1-3 0 16</inkml:trace>
</inkml:ink>
</file>

<file path=ppt/ink/ink70.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4T10:30:58.724"/>
    </inkml:context>
    <inkml:brush xml:id="br0">
      <inkml:brushProperty name="width" value="0.05292" units="cm"/>
      <inkml:brushProperty name="height" value="0.05292" units="cm"/>
      <inkml:brushProperty name="color" value="#FF0000"/>
    </inkml:brush>
  </inkml:definitions>
  <inkml:trace contextRef="#ctx0" brushRef="#br0">5089 13681 86 0,'-14'0'144'16,"-11"-27"1"-16,17 17-4 0,0-2 12 0,1-3-5 16,1 4 11-16,2 5-8 0,1 0-11 15,-1 1-1-15,3 1-25 0,-1-1-27 0,1 3-3 16,0 0-13-16,-1 2-15 0,2 0-3 0,0 0-15 15,-2 12 10-15,2 8-6 0,0 6-4 16,-2 7 0-16,2 4-10 0,0-19 1 0,0 11 1 16,0 5-12-16,14 49 4 0,-4-38-3 0,4-1 19 15,2-2-13-15,4-5 21 0,4-4-2 16,4-8 7-16,4-12 12 0,6-2-6 0,4-11-9 16,-18 0-17-16,48-26 18 0,-18 5-21 0,0-5 3 15,2 0-18-15,4-4 8 0,-2 1 13 16,2 1-2-16,-8 2-1 0,-4 1-26 0,-8 5 0 15,-2 3-12-15,-6 2-1 0,-4 3-10 0,-2 2-5 16,-2 4 16-16,0 5-15 0,-14 1 14 0,22 13 0 16,-14 2 0-16,2 3 0 0,-4 2 8 15,0 1-16-15,-4-1 3 16,4 4 13-16,0 0 13 0,0 2-1 0,0-3 5 0,2-2-2 16,2-4 25-16,1-1 18 0,3-5 2 0,3-6-8 15,-14-5-1-15,7 0 2 0,31-21 3 0,-17 7-12 16,1 0 10-16,2-4-13 0,2-3-18 15,-2 1-8-15,-1 0 5 0,2 0 7 0,-4 0-9 0,1-1-17 16,-3 4 13-16,-4 0-10 0,-1 2-12 16,-3 4 5-16,-2-1-17 0,0 3 12 15,-2 1 2-15,-4 5 5 0,1-1-16 0,-2 4 17 16,-5 0-7-16,5 0 3 0,1 0-3 0,3 0 39 16,3 0-14-16,5 0 10 0,29-4 1 15,-25-5-8-15,1-2 14 0,3-3-15 16,1-1-6-16,6-4 3 0,2 1-1 0,4-2-5 15,1 0 5-15,0-1-2 0,-1 4 2 0,4-2-11 16,2 2 6-16,-2 0-1 0,1 0 4 16,2 2 8-16,3 0-5 0,4 2 6 0,0 2 0 15,6-3 1-15,0 5 0 16,3 0 11-16,0-1-2 0,1 2 5 0,4-1 7 16,0-1-13-16,2-1 0 0,1-2 8 0,1-2-3 15,5-5-5-15,3-1-14 0,6 0-14 0,6-7-45 16,7-4-68-16,5-3-81 0,4-4-96 0,6-1-593 15,81-34 0-15,-47 10 1 0</inkml:trace>
</inkml:ink>
</file>

<file path=ppt/ink/ink71.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4T10:35:27.162"/>
    </inkml:context>
    <inkml:brush xml:id="br0">
      <inkml:brushProperty name="width" value="0.05292" units="cm"/>
      <inkml:brushProperty name="height" value="0.05292" units="cm"/>
      <inkml:brushProperty name="color" value="#FF0000"/>
    </inkml:brush>
  </inkml:definitions>
  <inkml:trace contextRef="#ctx0" brushRef="#br0">25383 11692 97 0,'-16'0'140'0,"16"0"-5"0,-31 17 0 16,25-19-6-16,0 2-4 0,1-1-15 16,1 1-1-16,1 0-1 0,3 0-12 15,0 0-8-15,0 0-8 0,-6 0 1 0,6 0-12 16,0 0 2-16,-8 0-10 0,8 0-6 0,0 0-3 16,0 0-5-16,0 0-6 0,-7 0 1 15,7 0 7-15,0 0-1 0,0 0 8 0,-7 0-6 16,7 0 5-16,0 0-9 0,0 0 6 0,0 0 8 15,0 0 4-15,0 0-10 0,0 0-8 16,-9-4 5-16,9 4 3 0,3-2-17 0,-1 0-15 16,4-2 5-16,-1 2 9 0,11-7-20 0,-1 3 8 15,5-1-14-15,0 1 4 0,2-3-4 16,4 5 13-16,2 0-10 0,0 0-3 0,4 0 0 16,1 0-5-16,0-1 0 15,2 2 8-15,1 1-3 0,3-3 5 0,-2 5 5 0,4-2-9 16,-2 1-8-16,0-2 2 0,-2 2 6 0,-2-1 5 15,-2 0 0-15,5 0-14 0,-8-1-3 16,0 3 13-16,-5-2 3 0,-2 0-15 0,-5 2 11 16,-3-2 7-16,-4 2-8 0,-2 0 1 0,-1 0-5 15,-3 0-9-15,1-2-19 0,-2 2-14 16,0-2-29-16,-2 2-32 0,1-1-32 0,-2 0-57 16,2 0-42-16,0-1-336 0,-3 1 0 15</inkml:trace>
</inkml:ink>
</file>

<file path=ppt/ink/ink72.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4T10:55:05.096"/>
    </inkml:context>
    <inkml:brush xml:id="br0">
      <inkml:brushProperty name="width" value="0.05292" units="cm"/>
      <inkml:brushProperty name="height" value="0.05292" units="cm"/>
      <inkml:brushProperty name="color" value="#FF0000"/>
    </inkml:brush>
  </inkml:definitions>
  <inkml:trace contextRef="#ctx0" brushRef="#br0">11001 3581 9 0,'-16'0'15'16,"16"0"8"-16,-14 0-12 0,-4 1 6 16,14-3-7-16,0 2 3 0,2-1 2 0,-1 1-5 15,-1 1-4-15,1-2 3 0,1 2 1 0,-1-2-5 16,0 1 5-16,3 0-8 0,0 0-1 15,0 0-4-15,0 0 1 0,-4 0-5 16,6 1 13-16,3 0-1 0,0 0-11 0,14 1 5 16,6 2 13-16,7-4-7 0,6 0 1 0,-20 0-3 15,13 0 8-15,9 0-1 0,8 0 3 0,57-11 2 16,-41 5-9-16,6 3 8 0,3-4-10 16,6 0 4-16,2 2 3 0,6 0 3 0,2 0-1 15,5-1-13-15,2-1 17 0,4 3-5 16,1 0 13-16,2 1-22 0,2-1 12 0,5-4 0 15,0 4-4-15,3 0-4 0,0 0 10 0,5-1-13 16,6 0 1-16,2-1 7 0,-1 1 8 0,3 3-9 16,3-5-1-16,1 3 14 0,3-1-20 0,-1 0 11 15,0 1-8-15,-1 0 9 0,-2-2 0 16,0 2 6-16,4 0-15 0,1 0-1 16,-4 0-2-16,-1 2 12 0,-7 0-8 0,-2 2-12 15,-7 0 23-15,-58 0-18 0,26 0 10 0,10 0-5 16,5 0-9-16,0 0 23 0,96 10-13 0,-101-5-7 15,-2-2 7-15,-2 0 0 0,-6 1 6 16,-3-2 0-16,0 1-8 16,-2-3 0-16,-2 2-16 0,-2 0 22 0,-4-2 0 0,0 2 8 15,2-2-18-15,-4 0 1 0,0 0-9 16,-1 4 10-16,-35-4-5 0,16 0-8 0,8 0 11 16,3 0-1-16,-1 0-5 0,2 0 1 0,59-13 16 15,-61 11-17-15,1-2 7 0,-3 1-13 0,0 1-10 16,-3 0 9-16,-1-2 4 0,0 2 3 15,-2 2-8-15,1-2 13 0,-2 2-16 0,-24 0-4 16,13 0 23-16,4 0-5 0,7 0-3 16,1 0-5-16,0 0 23 0,2 0-24 0,54 13 4 15,-51-11 9-15,1-2-18 0,0 4 9 0,1 0 7 16,-1-2-5-16,0 3 6 0,2-5-12 0,-2 4 11 16,1-2-14-16,-1 1 18 0,-1-3-12 15,-2 3 7-15,2-1-5 0,-3 3 9 0,6-3-9 16,0 4-2-16,4 0 5 0,-2-2 19 0,1 4-14 15,3-5 13-15,-1 6-1 0,5 0-22 16,1-1 12-16,3 2 6 0,3 0-18 0,1 1 7 16,0 0 4-16,5 0 6 0,4 3-14 0,1-2 2 15,-1 1 7-15,3-1 6 0,0 0 2 16,1-1-4-16,-1 2 3 0,2-2-5 0,6 1 14 16,0-1-11-16,3 1-9 0,-7 1-5 15,1-1 16-15,3-1 2 0,0 2-15 0,2-1-6 16,7 0-3-16,-1 1-2 0,2 0 9 0,-6-3 2 15,2 1-6-15,0-1 1 0,2 1-9 16,0-3 7-16,-2-1 7 0,0 3-13 0,-4-4 10 16,0 1-5-16,0-2-9 0,-4 2 10 15,-1-4-10-15,-2 3 7 0,-2-3-4 0,-2-1-1 16,-5 2 3-16,0 0 4 0,-5-2 1 16,-4 0 3-16,-1-1-6 0,-3 1 3 0,-11-2-1 15,-6 0 3-15,-2 0-1 0,-6 2-2 0,-6 0 13 16,-4-1-4-16,0-1 1 0,-5 1-1 15,-5 1-6-15,-4 6-11 0,-9 3 3 16,-11-11-90-16,-16 19-87 0</inkml:trace>
</inkml:ink>
</file>

<file path=ppt/ink/ink73.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4T11:05:47.696"/>
    </inkml:context>
    <inkml:brush xml:id="br0">
      <inkml:brushProperty name="width" value="0.05292" units="cm"/>
      <inkml:brushProperty name="height" value="0.05292" units="cm"/>
      <inkml:brushProperty name="color" value="#FF0000"/>
    </inkml:brush>
  </inkml:definitions>
  <inkml:trace contextRef="#ctx0" brushRef="#br0">5097 14922 101 0,'-55'32'217'16,"30"-20"-29"-16,2-1-14 0,4-1-12 0,3 1-4 16,3-6-2-16,2 1-20 0,5-1 0 15,0-1-19-15,2-3-15 0,0 0-12 0,0 1-16 16,0-1-8-16,3 1-5 0,0-2-15 0,-2 0-2 15,3 2 4-15,-1 0-4 0,-1-2-8 0,2 0-8 16,0 0-2-16,0 0-7 0,0 0 9 16,0 0-13-16,0 0 8 0,0 0 5 15,0 0-5-15,0 0 2 0,0 0-5 0,0 0 4 16,-8 5 5-16,11-2 8 0,2-3 22 0,15 0 10 16,-6 0-4-16,8 0 3 0,38-19 12 0,-10 5-1 15,4 0-3-15,8-4 3 0,8-4 1 16,6 1 10-16,6-1-6 0,6-1 9 0,4-2-8 15,4 3-1-15,-2-1-7 0,8 0 1 16,-4 1-4-16,2 3-6 0,-2 1 0 0,-2 0-7 16,-2 1-7-16,0 6-11 0,-2-3 6 0,-3 3-12 15,-4 0 1-15,-3 1-8 0,-5 1-7 16,-4-2-8-16,1 0 12 0,-3-1-10 16,-2-3 5-16,-1 2-7 0,-1-2-3 0,0-2 1 15,0-2-6-15,-1-2 8 0,1 3-3 0,2-5-3 16,-1 2-5-16,0-1 6 0,0 0 5 0,-2 1-14 15,0-2 1-15,-3 0 7 0,-3 0-5 0,-1 4-2 16,-5 0 11-16,-2 3-7 0,-4 0 1 16,-4 1-7-16,-2 4 4 0,-6-2 7 0,-2 3-8 15,-3 2-3-15,-4-1 8 0,-2-1-1 0,-5 4-11 16,-1 0 2-16,-3-2 8 0,-4 6-4 16,-3 0 4-16,-1 0-17 0,-3 0-14 15,-1 1-19-15,0 1-24 0,0-2-43 0,-1 2-36 0,-2-1-54 16,1 1-785-16,-2-1 0 0,0 1 0 15</inkml:trace>
</inkml:ink>
</file>

<file path=ppt/ink/ink74.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4T11:06:04.116"/>
    </inkml:context>
    <inkml:brush xml:id="br0">
      <inkml:brushProperty name="width" value="0.05292" units="cm"/>
      <inkml:brushProperty name="height" value="0.05292" units="cm"/>
      <inkml:brushProperty name="color" value="#FF0000"/>
    </inkml:brush>
  </inkml:definitions>
  <inkml:trace contextRef="#ctx0" brushRef="#br0">4945 8198 48 0,'0'0'138'0,"0"0"2"15,0 0-23-15,0 0-7 0,-15 0-5 0,15 0-9 16,0 0-14-16,0 0 1 0,0 0 2 15,0 0 3-15,4 1 3 0,7 14 7 16,-2 0-6-16,6 2-11 0,1 3 8 0,1 0-3 16,0 2 4-16,6 1-21 0,1 7 1 15,3-2 12-15,3 3-7 0,0 1-4 0,-2 0-5 16,2 0-5-16,0 0-4 16,-2 0-2-16,2-2-12 0,0 1 11 0,-6 0-10 0,2-3-1 15,-2-1-20-15,-2-1 15 0,-2-1-10 0,0-6-10 16,-4 3-2-16,2-4-6 0,-4-3-10 15,-2-1-1-15,0-4-12 0,-6-3-10 0,2-4-34 16,-8-3-48-16,10 0-67 0,10-25-60 0,-8 6-278 16,0-4 0-16</inkml:trace>
  <inkml:trace contextRef="#ctx0" brushRef="#br0" timeOffset="333.28">5977 8030 1 0,'6'-11'224'0,"-2"3"-31"0,0 3-7 16,0 1-6-16,-4 2-21 0,2 2-9 0,-2 4-8 16,-2 3-14-16,-2 19-5 0,-4 2-8 15,-2 9-15-15,-2 7 0 0,-6 11-7 0,2 3-16 16,-4 6 2-16,0 9 1 0,-4 6 0 15,0 5 4-15,2 1 23 0,-2 2-6 0,-2 0-5 16,2-1-9-16,0-3-3 0,0 1 6 0,0-4 6 16,-2-1-11-16,0-3-1 0,2 1-2 0,-2-7 2 15,0-4-13-15,0-2-1 0,-2-5-5 16,2-3-9-16,0-7-15 0,2-4 7 0,4-4-13 16,-4-5-33-16,6-6-23 0,2-1-19 15,0-5-48-15,2-5-37 0,0-6-54 0,4-9-64 16,10-4-503-16,-4-14 0 0,8-8 1 0</inkml:trace>
  <inkml:trace contextRef="#ctx0" brushRef="#br0" timeOffset="698.08">6242 8583 136 0,'0'3'228'0,"0"2"-21"16,-1 2 0-16,-1 13-20 0,2-8-7 0,0 10 4 15,0 4-23-15,-8 44 0 0,4-24-18 0,2 6-12 16,-4 3-9-16,4 4-18 0,-4 0-6 0,2 2-6 16,-2 1 14-16,0-1-16 0,2-1 15 15,-2 1-18-15,0-3-4 0,2-3-18 16,0-2 3-16,0-3-9 0,0-2-17 0,4-4-15 16,-2-3-43-16,0-4-22 0,2 0-51 0,-2-7-22 15,2-19-38-15,0 2-76 0,10 5-387 0,-2-22 1 16</inkml:trace>
  <inkml:trace contextRef="#ctx0" brushRef="#br0" timeOffset="1147.97">7017 8521 10 0,'-4'-20'196'15,"-4"5"-5"-15,-4 5-1 0,-2 9-3 16,4 1-9-16,-22 18-7 0,6 3-18 0,-3 5-4 16,-4 9-13-16,-3 8-2 0,0 11-16 0,-3 10 0 15,0 7-18-15,1 5 17 0,-1 4-13 16,0 3 9-16,5 1-10 0,2 2 0 0,5-2 2 16,3-2-4-16,4-3-14 0,7-5 0 15,1-8-13-15,6-3 3 0,4-5-9 0,2-33-8 0,13 43-2 16,3-34-27-16,4-8 10 0,7-7 4 15,7-10-12-15,5-9-10 0,-19 0-3 0,45-20-6 16,-18 1 9-16,0-4-3 0,-3-2-6 16,-4 1 10-16,-3-3-3 0,-5 4-3 0,-7-2 4 15,-3 3 4-15,-8 0-11 0,-3-3 2 16,-8 3-18-16,-3 12-1 0,-16-16-12 16,-2 14-3-16,-4 3 10 0,-6 4-15 0,12 5 1 15,-7 0 8-15,-32 14-2 0,26-2-4 0,-2 4 21 0,3 4-21 16,2 2-12-16,2 3 13 0,2 3 12 0,1 4-20 15,5-3 2-15,3 1-18 0,5 0-10 16,2-3-19-16,5-2-27 0,1-16-19 16,19 11-36-16,2-16-49 0,-8-4-475 0,9 0 0 15,31-23 0-15</inkml:trace>
  <inkml:trace contextRef="#ctx0" brushRef="#br0" timeOffset="1660.46">7578 9300 176 0,'4'-5'239'15,"0"1"-16"-15,-2 2-16 0,1-2-30 0,0 4-10 16,1 2-22-16,-4 2 3 0,1 5-23 0,-1 12 2 16,0-7-15-16,0 8-2 0,0 4-2 15,-12 42-5-15,4-19 18 0,0 3-13 0,0 6 13 16,-1 1-22-16,-2 5 21 0,0 4-25 15,5-4 1-15,-4 4 4 0,4 0-13 16,-2-4-8-16,1-3-12 0,2-3 1 0,-3-3-13 16,5-3 1-16,0-6-10 0,1-3-5 0,-1-5-6 15,0-4 9-15,-1 0-21 0,2-5 7 16,2-5 6-16,-2-4 14 0,0-8-8 0,-1-4-14 16,0-6-4-16,3-2-13 0,0 0-17 15,-14-27-8-15,6 0-10 0,1-8-2 0,2-3-28 16,-2-5-2-16,2-10-9 0,3-4-8 0,1-5-13 15,1 29 4-15,0-19 7 0,0-8-10 16,20-70 6-16,-4 60 8 0,5 0-1 0,6-1 9 16,4 1 8-16,5 2 8 15,4-1 6-15,2 5 19 0,2 6-7 0,2 2 17 0,-1 4 3 16,0 8 5-16,-5 5 11 0,-4 9-6 0,-2 5 2 16,-4 4-7-16,-2 8 12 0,3 8 3 0,-19 5 2 15,15 24 13-15,-22 6 15 0,-5-13-6 16,-12 45-8-16,-3-13-3 0,-7 4 25 0,-2 2-3 15,-2-2 15-15,-2-3-14 0,2-4 7 0,-1-4 12 16,0-4-20-16,2-4 11 0,2-4-16 16,3-3-1-16,2-3-16 0,0-7-25 15,2 2-56-15,-1-11-54 0,6-5-52 0,11-3-49 16,-8-13-508-16,11-4 0 0,8-9 1 0</inkml:trace>
  <inkml:trace contextRef="#ctx0" brushRef="#br0" timeOffset="2290.77">8367 9289 65 0,'7'-4'241'0,"-2"2"-15"16,-1-1 1-16,0 2-36 0,-1 0-14 0,-2 2-16 15,-1 3-1-15,-1 2-20 16,-9 19-13-16,1-1-5 0,-6 7 1 0,-3 6-17 0,-4 8-6 15,0 4 9-15,-4 5-4 0,2 1-19 16,-1-2 8-16,2 0 10 0,3-8-12 0,2-2-17 0,2-3-7 16,2-6 7-16,2-5-18 0,3-4 1 15,-2-2 3-15,3 0-15 0,3-12-5 0,2-9-20 16,3-2 7-16,2-17-28 0,4-13-15 0,2-3 4 16,3-4-20-16,0-6-17 0,3-3 2 15,2-1 5-15,0-2-7 0,0-2-4 16,0 2 20-16,2 1-11 0,-2 1 20 0,1 1-12 15,-1 4 19-15,1 4 6 0,-1 3 5 0,0 3 5 16,-1 4 12-16,-2 3-5 0,1 3 0 16,-2 3-11-16,2 8 13 0,1 5 4 0,-15 6-9 15,27 16 18-15,-19 6-11 0,-2 9 5 0,-3 4 5 16,-3-14-3-16,0 11-9 0,-15 52 10 0,6-38-1 16,1-3 8-16,0-2 10 0,3-6 5 0,-2-3-15 15,2-1 18-15,-5-5-1 0,5-7-6 16,1 0-14-16,0 0 14 0,3-8-30 15,1-11 11-15,0 6-1 0,13 5 0 0,-4-11 5 0,10-2-19 16,-7 2 3-16,8 0 17 16,4 0-4-16,29-11 0 0,-22 9 0 15,-16 2-2-15,5 0 0 0,25 11 12 0,-24-3-3 0,-1 0-2 16,-4 6 11-16,-4 0-12 0,-2 8 7 16,-9 5 14-16,-1-11-2 0,-20 32-6 0,0-11 0 15,-3 2-1-15,-3 0 3 0,-4 1 16 16,0-5-1-16,-2 0 3 0,-3-5-6 0,-1-1 0 15,-1-4 1-15,-3-2-13 0,-2-2-2 0,-3-4-21 16,-2-3-9-16,-3-4-17 0,-2-4-13 0,-2-4-8 16,28-2-18-16,-14 0-21 0,-48-13-30 0,42 3-22 15,6-3-38-15,6-5-43 0,10-2-686 16,8-4 0-16,9-5 0 0</inkml:trace>
  <inkml:trace contextRef="#ctx0" brushRef="#br0" timeOffset="3152.6">9391 8325 107 0,'0'0'188'0,"0"0"-5"0,0 0 16 16,0 0-14-16,0 0-14 0,0 0-11 0,0 0-16 16,10 12-9-16,16-24-13 0,8 1-6 15,4-4-27-15,9 0 1 0,5-2-8 0,6 0 1 16,0 0-16-16,4 0-2 0,0 0-6 15,0 0 2-15,-2 2-19 0,-4 2 11 0,-1 0-7 16,-5 1-8-16,-3 1-10 0,-5 0-25 0,-4 2-29 16,-4 2-26-16,-6 0-42 0,0 0-49 0,-2 3-59 15,-8 0-298-15,-9 0 0 0</inkml:trace>
  <inkml:trace contextRef="#ctx0" brushRef="#br0" timeOffset="3374.89">9720 8657 130 0,'-16'21'234'0,"0"-4"-11"0,-1 3-10 16,4-4-19-16,3-5-2 0,6 2 3 16,4-13-24-16,0 8-16 0,19 12-1 0,0-16-12 15,7-2-30-15,2-2 19 0,8 0-21 0,-20 0-11 16,12 0-2-16,38-11-24 0,-24 5-2 15,-2-1 1-15,1-1-12 0,1 2-25 0,-2 1-35 16,-2-1-57-16,1-1-60 0,-3-1-104 0,-2-3-396 16,0 0 0-16</inkml:trace>
  <inkml:trace contextRef="#ctx0" brushRef="#br0" timeOffset="38408.21">11055 7817 66 0,'0'-15'64'16,"0"15"3"-16,0 0-13 0,0 0-15 0,0-15 3 15,0 15-14-15,0 0-3 0,2-21-2 16,-2 16 1-16,0 3-2 0,0-1-8 0,-1 1 11 15,1 1-13-15,0-2 7 0,0 1 2 16,0-1-15-16,0 3 9 0,0-2-2 0,0-1-6 16,0 2 4-16,0 0-3 0,-1-1 3 15,1 2-7-15,0-2-16 0,0 2 14 0,0 0 9 16,0 0-18-16,0 0 9 0,0 0-2 16,-3 0-10-16,3 0 10 0,-1 2 3 0,-2 4-11 0,0 0 10 15,-5 10 7-15,-1 5 15 0,1 3 3 16,0 7-5-16,0-1-6 0,0 0-1 0,0 6 12 15,1 5-5-15,1 4 9 0,-1-1 15 0,-1 4-4 16,-1 1 0-16,1 0 1 0,0 0 6 16,0-2 1-16,0-1 3 0,1-3-10 15,-1 1-1-15,1 1 1 0,-1-2 4 0,0-1-5 16,2-1 6-16,-2 2-1 0,1-3-16 16,-1-1 4-16,1-1-2 0,-2 0-5 0,2-7 5 0,1 2-8 15,-1-2 7-15,-1-1-11 0,0-2 1 16,1 2-1-16,1-5-3 0,0-1-5 15,2-3 2-15,-2 0-1 0,2-2-6 16,0-1 6-16,0-7-5 0,1 1-3 0,0-3 4 0,2-3-8 16,0 0-4-16,-1-2 0 0,1 0-13 15,0-1-15-15,1-1-35 0,0-2-44 0,2-5-88 16,1 0-121-16,6-15 46 0,2-5 1 16</inkml:trace>
  <inkml:trace contextRef="#ctx0" brushRef="#br0" timeOffset="39229.5">11095 7972 17 0,'-3'-4'76'0,"-1"0"-9"0,1 0 1 15,1 0-6-15,-1-1-12 0,-1 2-8 0,1-2-5 16,2 1-6-16,0-1 12 0,-1-1 2 0,1 1-28 16,0-3-2-16,-1 2 8 0,2-1 8 15,0 7-14-15,0-15-13 0,0-1 7 0,19-23-10 16,-8 20 2-16,2-3-8 0,2-1 2 0,3 0-11 16,5-3 8-16,2-1-5 0,5-3 0 15,0 2 9-15,2 1-7 0,3-1-4 0,4 2 9 16,-1 1-5-16,1 1 5 0,4 1-5 15,-1 5 2-15,4 0 16 0,-1 5-5 0,2 2 1 16,-1 3 10-16,0 3 4 0,-2 3-14 16,-22 2-7-16,12 0 14 0,41 21 6 0,-33-6 4 0,-4 2 3 15,-2 5 8-15,-2 3 6 0,-4 1-6 16,-5 2-7-16,-3 3 1 0,-5 0 8 0,-5 1-7 16,-8 5 5-16,-4-20 8 0,0 13 8 15,-23 38-18-15,5-29 5 0,-8-2 2 0,-3 0-12 16,-4 0 5-16,-6-5-3 0,-2 2-1 0,-4-5-1 15,-7-4-10-15,1 0-1 0,-3-3 3 16,-1-2-8-16,-2-2 2 0,-1-2-9 16,4-2-4-16,2-1 0 0,2-3 2 15,6-1-7-15,4-1 1 0,7 0-6 0,5-1 8 0,-3-2-4 16,6 1 1-16,4 2-12 0,5 0 14 0,6 3 4 16,6 3 4-16,4-14 1 15,0 16 13-15,26 20-6 0,-10-18 12 0,1 3 1 0,4 2 3 16,3 2-4-16,-2 0 7 0,2 2-5 15,-2 2 5-15,1 1 2 0,0 5 2 0,1 3 2 16,-2 2-4-16,1 2 2 16,-2-3-11-16,1 6 13 0,-1-2-4 0,0-1-8 15,-2 0 2-15,1-5 1 0,-1 1 0 0,-3-4 2 16,-2-4-9-16,1 0 2 0,-3-3-5 0,-1 0-3 16,2-5 3-16,-2-2 0 0,-1-4-3 0,-3-1 9 15,0-4-4-15,-2-5-1 0,0 2 0 16,-2-5-8-16,1-3-32 0,-4 0-46 0,0 0-33 15,28-12-50-15,-13 0-101 0,1-2-137 16,-2-4 0-16</inkml:trace>
  <inkml:trace contextRef="#ctx0" brushRef="#br0" timeOffset="39742.14">12131 8705 142 0,'-8'-16'147'0,"2"0"-15"16,-1-3-9-16,3 1-4 0,1-2-11 0,3 1-21 15,0 8-9-15,0-4-6 0,20-23-16 0,-5 14-8 16,4 2 2-16,5-2-8 0,5 2-11 16,11-1-3-16,4 1-3 0,4-1 2 0,4 7-7 15,0-1 0-15,1 6 6 0,1 2-3 16,-1 7 9-16,-29 2-3 0,47 11 5 0,-27 0 3 15,-8 6-2-15,-5 8-2 0,-7 2 1 0,-11 8 4 16,-9 3 1-16,-4-16 9 0,-20 47 2 16,0-21 1-16,-7 2-3 0,-5-3-6 0,-4-4-3 15,-4-5 6-15,-3-2-15 0,-2-8 3 0,1-2-16 16,-1-7 2-16,-1-6-8 0,2-3-4 16,2-9-12-16,22-1-7 0,-10 0-3 0,-34-20-5 15,31 5 4-15,4-4-7 0,6 1 7 0,3-6 7 16,5-2 0-16,7-1-11 0,4-5-2 15,4 15-2-15,15-31-16 0,1 16-1 0,5-1-32 16,5 3-55-16,0 0-105 0,4-2-130 0,3 0 1 16</inkml:trace>
  <inkml:trace contextRef="#ctx0" brushRef="#br0" timeOffset="40503.01">13548 7838 98 0,'-7'-14'105'0,"1"1"-5"0,2 4-12 16,0 0-20-16,0 1-7 0,0 0 8 15,-4-3 1-15,0 1-18 0,0 2-4 0,-4-2-6 16,3 1-3-16,-10 4-5 0,-2 0-6 0,-4 1 2 16,-6 2-11-16,14 2-14 0,-9 0 11 0,-4 0-1 15,-40 17 7-15,30-8-2 0,2 0-13 16,-2-1-2-16,2 2 2 0,1-2 13 0,5-1-18 15,3 0-2-15,0 1 16 0,5-2-19 0,4-1 8 16,1 1-11-16,6-4 5 0,1 1 7 16,4-2-5-16,1 1-3 0,0 0-1 15,3 0-1-15,0 0 4 0,0-1-3 0,2 0 2 16,-1 0 9-16,2 3-1 16,-1 0-7-16,2-1 12 0,0 1-2 0,0-4-5 0,0 0 0 15,0 11 5-15,0 3-9 0,0 2 0 16,12 22-4-16,-10-17 16 0,0 0 3 0,1 1 2 0,-3 3-1 15,1 1 0-15,-1-13 2 0,0 8 2 16,0 5-1-16,0 4 3 0,-12 32 2 0,7-28-1 16,-2-4 5-16,1 4 4 0,-1 0-3 15,-1 0 0-15,0-2-3 0,0 4 8 0,0-4-4 16,1 4 4-16,-1-4-2 0,4 5 8 16,-5-1 3-16,0 3-8 0,1-3-4 15,1 3 1-15,-1 1 3 0,1 1-4 0,0-1 4 16,-1 1-2-16,3 0-13 0,1-3 10 0,1 0-1 15,1 0-10-15,0-2 9 0,2-1-10 0,0-17 7 16,0 8 2-16,0 3-7 0,15 30 8 16,-10-33-2-16,2-2-3 0,3-3 6 0,-2 0-15 15,2-5 8-15,8 1-5 0,0-2 10 0,6-2-11 16,2-4 13-16,2 0-19 0,4-4 11 0,1 1-8 16,2-5 3-16,-3 1-4 0,2-2-12 0,1 0 5 15,-18 0-6-15,8 0 3 16,5 0 4-16,0 0-8 0,33-11 11 0,-30 9-7 15,-2-5-14-15,-2-1-37 0,-3 1-24 0,-2-3-41 16,-6-3-50-16,1-2-65 0,-3-2-244 16,-4 0 0-16</inkml:trace>
  <inkml:trace contextRef="#ctx0" brushRef="#br0" timeOffset="40719.41">12985 8744 88 0,'-8'-7'171'0,"1"3"-15"15,3 0-7-15,-1 0-15 0,4 0-9 0,1 2-14 16,4-1-16-16,10-3-8 16,6 3-5-16,8-1-9 0,5-1-9 0,-2 1-4 0,5 1-5 15,0 1-2-15,1 2-10 0,-1 0-7 16,0 0-46-16,-4 0-80 0,-1-2-109 0,-3 1-101 15,-1-3 54-15</inkml:trace>
  <inkml:trace contextRef="#ctx0" brushRef="#br0" timeOffset="41561.65">13491 9078 82 0,'0'-16'164'0,"0"16"-15"16,0 0-17-16,0 0-9 0,0 0-7 16,0 0-7-16,0 0-16 0,14 0-6 0,-14 0-4 15,17 3-2-15,-14 21-6 0,-2 5 2 16,2 4-4-16,1 1-1 0,-3 2 7 0,2 4-5 16,-2 2-13-16,2 6 1 0,-1 1 12 0,3 2-8 15,-3-2-3-15,1 2-8 0,0-4-2 16,1 0 1-16,-2-2-6 0,2-4-14 15,0 0 11-15,-2-6-4 0,0-1 3 0,1 2-19 16,0-6 14-16,-1-4-7 0,1-3-14 0,-3-2 3 16,1-8-6-16,-1-2 6 15,2-3 4-15,-2-1-16 0,1-1 9 0,-1-4-10 0,0 0-8 16,0-2-14-16,0-4-5 0,1 2-23 0,-1-2-17 16,0-2-22-16,3-3-25 0,1-6-30 0,-3 2-44 15,6-8-94-15,2 0-149 0,1-1 1 16</inkml:trace>
  <inkml:trace contextRef="#ctx0" brushRef="#br0" timeOffset="41923.17">14194 8869 93 0,'-1'-6'148'0,"0"5"-19"0,-2 1-6 0,2 3 7 0,-2 0-13 15,0 3-8-15,1 20-9 16,-2 4-6-16,1 5-8 0,0 0 8 0,1 5-4 0,-1 3-2 16,2 1-4-16,-3 3 1 0,2 0-8 15,0 1-3-15,-2-1 1 0,1 0-4 0,0 2-4 16,1 0 1-16,-1-5-15 0,0 2-7 15,2-7-2-15,1 1 0 0,-1-1 1 0,1-5-10 16,0-15-6-16,0 8 12 0,0 1-12 0,0 0-1 16,0-2 6-16,12 20-22 0,-11-27 0 0,2-5 4 15,-2-2-18-15,0-3-22 0,-1-2-19 16,2-2-26-16,-2-1-40 0,0-3-99 16,1-1-296-16,-1-1 0 0</inkml:trace>
  <inkml:trace contextRef="#ctx0" brushRef="#br0" timeOffset="42173.74">13805 9571 14 0,'-13'-8'207'0,"3"1"-21"15,4 2-7-15,0 0-21 0,1 1-7 0,1-1-26 0,3 3-7 16,-2 0-16-16,2 0-10 0,1 2 2 15,2-1-13-15,2-2-13 0,11-3 1 0,6 4-3 16,5-2-3-16,3-1-17 0,2 0-3 0,5 3-2 16,4-2 1-16,1-1-8 0,3 1-8 0,4-1-37 15,0 0-69-15,-1 1-83 16,-5 0-141-16,1-1-58 0,-2 0 0 0</inkml:trace>
  <inkml:trace contextRef="#ctx0" brushRef="#br0" timeOffset="42621.37">14985 9187 119 0,'-2'-16'185'0,"-2"-2"-21"0,0 2-2 16,-1 4-17-16,1 3-10 0,-3 3-21 0,-2 4-9 15,-2 2-11-15,-25 11-12 0,10 0 1 16,-4 6-17-16,-2 5-4 0,-1 3-6 0,-3 2 0 15,0 5 0-15,1 0 1 16,6 0 0-16,-1 4 2 0,1-6-13 0,9-1 3 0,1-1 1 16,3 0 0-16,4-6-6 0,1 2 7 15,6-5-15-15,5-11 11 0,0-1-4 0,22 5-3 16,2-10-10-16,4-2 4 0,-12 0-12 0,30-11-3 16,-12 1 1-16,1-1 0 0,-1-3 0 15,1 2-11-15,-4 2-2 0,-2-2 5 0,-4 2-8 16,1 2 2-16,-5-1 2 0,-4 4-13 15,-1-1 6-15,-5 4-13 0,-2 2 10 0,-9 0-5 16,7 0 12-16,2 16-1 0,-7 5 1 16,-2-9 7-16,0 9 8 0,-22 36-2 0,9-19 8 15,-4 3-2-15,-2-1 11 0,-1 0-6 16,-3-1 10-16,-1-1 3 0,2-4-18 0,-2 0 7 0,0-4-11 16,0-3 11-16,-2-4-6 0,1-1 4 15,-5-2-10-15,1-3-5 0,-4-3 11 0,-1-2-13 16,-3-3-10-16,-6-2-4 0,1-5-12 15,0 1 0-15,-1-2-16 0,20-1-2 0,-9 0-7 16,-41-11-1-16,33 1-28 0,3 1-82 0,3-4-101 16,9-3-337-16,6-7 0 0</inkml:trace>
  <inkml:trace contextRef="#ctx0" brushRef="#br0" timeOffset="58277.09">16419 7819 16 0,'0'-16'90'0,"0"16"-20"0,0 0 2 0,0 0-1 16,0 0-16-16,14-15 6 0,-14 15-20 15,0 0 1-15,14-20 13 0,-12 18-22 16,-2 0 0-16,0-1 8 0,0 2-10 0,0 0-1 0,2 1-12 16,-4 0-7-16,0 1 13 0,-2-1-12 15,-2 2-4-15,-8 10 14 0,-2 1-7 0,-2 2 9 16,0-2 2-16,-3 6-6 0,4-2 10 15,-3 4-7-15,-3 5 1 0,0 1-8 0,-3 5 12 16,-1 0 3-16,-4 6-1 16,-1 0-3-16,0 2 3 0,-2 1 5 0,-1 4-7 0,0-3 4 15,-2 1 1-15,0-1 1 0,1 1 6 16,0-5 1-16,1 2-8 0,0-3 2 0,2-1 0 16,0-2-2-16,3 0-2 0,2-4-3 0,3 0 3 15,2-1-7-15,3-4 2 0,0-1-2 16,3-3 3-16,0-3-6 0,2 1 2 0,1 0-7 15,4-4-6-15,-1-2 1 0,4-5 4 16,3 0-6-16,-1-3 0 0,2-1 0 16,1 0-1-16,-2 1-5 0,2-2 2 0,1-1-15 15,1-2-13-15,0 0-46 0,4 0-93 16,0-2-109-16,11-6-63 0,1-3 0 0</inkml:trace>
  <inkml:trace contextRef="#ctx0" brushRef="#br0" timeOffset="59436.88">15969 7697 52 0,'-2'-5'81'0,"-2"0"-19"0,2 3 0 15,0-2-18-15,0 0 3 0,-1-1-5 0,0 1 3 16,2 2-10-16,-2-2 4 0,2 2-10 15,0-1-11-15,-2 2 12 0,2-2-5 0,-1 0 0 16,2 2-8-16,-1-1-5 0,0 0 5 16,-1 0-10-16,2 1-3 0,-1-1 6 15,1 1-4-15,0 1 6 0,0 0 0 0,0 0-1 16,0 0-4-16,0 0 3 0,0 0 3 0,0 0-13 16,0 0-2-16,0 0 2 0,0 0 10 15,0 0-14-15,0 0 6 0,0 0-3 0,0 0 12 16,0 0-10-16,0 0-14 0,0 0 10 0,0 0 2 15,0 0-5-15,0 0 6 0,0-7-9 0,0 7 14 16,-8-7-6-16,8 7 4 0,0-1 5 16,0 1-5-16,0 0-13 0,0 0 16 0,0 0-7 15,0 0 3-15,0-2 3 0,0 2-5 0,0 0 6 16,0 0-2-16,0 0-12 0,0-1 17 0,0 2-20 16,0-1 20-16,-1 0-23 0,1 0 2 15,0 0 10-15,0 0 5 0,0 0-6 16,0 0 2-16,0 0 3 0,0 0-7 0,0 0 3 15,-2 0-1-15,2 0-2 0,-1 2 3 0,1 1-3 16,-1-1 17-16,-1 3-17 0,1-1 3 0,1 1 6 16,-1 1 14-16,1 1-10 0,-2-1 9 15,2 2-9-15,0-1 0 0,0-7-2 0,0 9 9 16,0 8 2-16,0 4-10 0,0 0 12 0,0 4 5 16,0 1-4-16,0 2-4 0,0-1 11 15,11 31-5-15,-6-28 3 0,1 1-1 0,0-1 0 16,1 1 3-16,0-1 3 0,-2-1 1 0,3 3 5 15,4 0-2-15,-3 0-1 0,3 1 6 0,-1-1-7 16,1 0 8-16,0-1-6 0,-1 1-5 16,1-2 2-16,-2-2 0 0,0-1 3 15,-1 1-10-15,0 0 6 0,1-1 2 0,-4-1-2 16,2-3 2-16,0 0-8 0,-1-2 4 0,0-3-9 16,-2 1 2-16,0-4 7 0,-1-2-12 15,-1-3 1-15,1-3-4 0,-3 1 5 0,1-1-5 16,0-3 1-16,0-2-4 0,-1 3-1 15,0-1-3-15,1-2 3 0,-1 2 0 0,-1 0 3 16,1-2-2-16,1 0-4 0,-1 1 1 0,0 0-5 16,-1-2 5-16,0 1 0 0,2 0-3 0,-2 0 0 15,0-2-2-15,0 0 2 0,0 0-7 16,0 0-11-16,0 0-10 0,0 0-43 0,0 0-48 16,0 0-89-16,0 0-185 0,-6 7 0 15</inkml:trace>
  <inkml:trace contextRef="#ctx0" brushRef="#br0" timeOffset="60705.38">17672 8293 12 0,'0'0'124'15,"0"-16"-9"-15,0 16-8 0,18-31-2 0,-18 26-8 16,0 0-5-16,0 0-11 0,2-1 0 0,-2 3-21 15,0-1-6-15,0 4 0 0,0 0-9 0,0 0-2 16,0-9-3-16,0 9-10 0,0 0 0 16,0-7-5-16,0 7-3 0,-3-6-5 0,2 9 3 15,-5 12 5-15,-2 5 5 0,0 3 5 16,-1 3 2-16,-2 3 0 0,1-2-1 0,-1-1 9 16,0 2-15-16,2-2 7 15,-2 1-3-15,1 0-1 0,-1-3-4 0,2-2-4 0,1-1-4 16,0-4 5-16,2-2-9 0,2-4 2 0,2 0-4 15,-1-4 0-15,2-1 3 0,-1-3-3 16,1 1 0-16,1-3 7 0,0 0-13 0,0-1 6 16,0 0-6-16,0-8-4 0,1 3-1 15,2-15-4-15,2 0-2 0,1-3-5 0,-1-2-4 16,2-1 3-16,1-2-8 0,2-2 5 0,1 3-2 16,-2 0-2-16,2 2-1 0,1-2 0 15,0 3 0-15,0-1-7 0,4 0-2 0,3-1 11 16,-1 3-6-16,2 1-5 0,2 3-2 15,-1-1-1-15,2 2 7 0,-3 2 1 0,1 2-4 16,2 1 0-16,-3 5 4 0,-2 0-3 16,1 3 8-16,-4 3-6 0,-7 2 9 0,16 12 2 15,-11 1 11-15,-1 6 6 0,-3 5 7 0,-3 8-5 16,-2 0 13-16,-4-13 2 0,0 6 5 16,0 3 4-16,-20 38 3 0,9-31-10 0,-2 0 0 15,-5-2 1-15,1-2 0 0,-2-3-2 16,1-1-1-16,-6-1 2 0,0-1-1 0,-2-1 2 15,-3-3-10-15,0-2 2 16,-6-2-4-16,-1-2 0 0,-5 0 0 0,-2-2-6 16,-4-1-7-16,2-6 3 0,-4 1-3 0,0-2-3 15,2-1 4-15,-2-2 0 0,3 1 1 0,-2-2-3 16,2-1 1-16,2 2-1 0,24-2-8 0,-10 0 8 16,-2 0-6-16,0 0 0 0,0 0 0 15,-24-12 2-15,38 6-33 0,12-4-87 0,6 0-88 16,12-7-178-16,8-2 0 0</inkml:trace>
  <inkml:trace contextRef="#ctx0" brushRef="#br0" timeOffset="60883.47">17554 8136 84 0,'-20'-26'115'0,"-2"-2"-20"0,-3-2-6 15,-3 3-6-15,-3 2-4 0,3 2-19 16,0 5-10-16,1 0 7 0,2 1-9 0,2 4-20 15,-1 4-1-15,3 1-13 0,0 7-3 0,11 1 3 16,-3 0-11-16,-15 20 9 0,17-3 11 16,6 6-23-16,5-10-63 0,0 3-162 15</inkml:trace>
  <inkml:trace contextRef="#ctx0" brushRef="#br0" timeOffset="61216.56">18384 8205 132 0,'4'-1'136'0,"-2"-2"-19"0,0 1-17 0,0 1 3 15,0 1-13-15,-2 4-3 0,0 1-9 16,-6 13-8-16,-2 7 1 0,-2 1-4 0,-2 5 1 15,-4 4-3-15,-1 5 9 0,-2-2-7 0,-1 7 2 16,-1-2-3-16,-1 6 4 0,0-1-4 16,-2 2 0-16,2-1-5 0,2-2-4 0,0 0-8 15,3-3-1-15,-2-2-9 0,5-3-4 16,0-1-4-16,1-5-1 0,1-1-3 0,0-1-3 16,2-5 3-16,1-3 2 0,-2 2-8 0,5-3-4 15,-1-3-9-15,0-2-22 0,3-5-26 0,2-3-33 16,2-9-76-16,0 0-156 0,13 5-91 0,2-15 0 15</inkml:trace>
  <inkml:trace contextRef="#ctx0" brushRef="#br0" timeOffset="61624.42">18466 8299 19 0,'-6'-22'142'0,"-2"2"-22"0,4-3-19 15,0 1-13-15,0-1-14 0,0 1 1 16,4-2-5-16,0 11-19 16,0-5-6-16,12-27-1 0,-4 19-7 0,4 1-18 0,2-2 2 15,4 4-4-15,2-2-21 0,8 2 23 16,4 1-21-16,4 1 14 0,7 3 1 0,6 2-15 15,3 3 8-15,6 3 10 0,-1 5-14 16,-2 1 1-16,-5 4-2 0,-27 0 17 16,40 12-6-16,-27 1 11 0,-7 3-1 0,-8 6 5 0,-9 4 1 15,-8 8 4-15,-4-16 5 0,-30 41 5 0,0-16 3 16,-8-2-8-16,-6 2 6 0,-2-3-6 0,0-6 1 16,-1-1 3-16,-2-4-7 0,2-3 0 15,0-5 1-15,3-3-7 0,0-3-5 16,4-2 4-16,6-2-4 0,2-3-8 0,4-3-4 15,-2 2-5-15,6-5 4 0,4-1-1 16,12-1-3-16,0 0-46 0,2-6-95 16,8 1-138-16,14-1-48 0,4-3 0 0</inkml:trace>
  <inkml:trace contextRef="#ctx0" brushRef="#br0" timeOffset="62185.13">19240 8327 5 0,'3'-7'150'0,"-2"3"-11"0,2 0-12 16,-3 1-8-16,1 2-15 0,-2 1-8 0,-3 4-7 15,-11 9-5-15,-2 6-8 0,-6 4 1 16,-6 8-3-16,-6 2-2 0,1 7 10 0,-4 1-3 15,4 1-5-15,-1 2-10 0,3-2 5 0,3-4-5 16,2-1-4-16,4-6-12 0,3-1-7 16,2-6 1-16,2 1-7 0,1-2-1 0,0-3-10 15,3-4 8-15,3-3-5 0,4-4 1 16,1-3-6-16,1-6 6 0,3 0-3 0,1-9-17 16,6-12-3-16,2-4-4 0,2-1-1 0,2-1-4 15,1-4-18-15,2-1 3 0,2-2-3 0,5-4-12 16,0-1 0-16,3-2 5 0,2 2-10 15,3-2 4-15,4 3 0 0,1-2-4 0,1 2 0 16,2 2 6-16,1 4 10 0,4 0-2 16,4 2 12-16,0 0-13 0,1 7 4 15,-2 2-2-15,-3 4 10 0,-5 2-2 0,-4 3 5 16,-5 6 6-16,1 2-3 0,-20 4 4 0,13 13 8 16,-23 6 9-16,-12 7-4 0,-6 1 0 15,-11 7 4-15,-4 1 4 0,-3 3-2 0,-2 1 10 16,0 0-3-16,2-4-1 0,5-2 5 15,1 1-6-15,5-5 7 0,4-4-8 0,2 0 5 16,6-3 5-16,3 3 3 0,9-14 5 0,0 6 1 16,24 19-10-16,-4-19 10 0,7-2-3 15,3-2-6-15,6 0-5 0,4-2-5 0,0-1-5 16,0 0 0-16,-2-2-6 0,-3 1-18 0,-6-2-34 16,3 1-52-16,-5-5-88 0,-7 1-176 15,-5 1-1-15,-6-4 0 0</inkml:trace>
  <inkml:trace contextRef="#ctx0" brushRef="#br0" timeOffset="63157.97">19656 9293 135 0,'0'0'131'0,"0"0"-9"16,0 0-16-16,0 0-1 0,0 0-16 0,0 0 0 16,1-22-17-16,-5 23 5 0,-7 9-14 15,-5 3 4-15,-1 8-7 0,0 0 14 0,-3 3-6 16,-2 4 1-16,1 0-4 0,1 3 1 15,1 0-5-15,2 2-2 0,1 0-9 0,4-1-2 16,3-3-9-16,-1-2 0 0,6 3 0 0,4-5-10 16,0-15 2-16,22 18-7 0,-1-17 9 15,7-5-11-15,7-2-1 0,-18-4-1 0,10 0-7 16,43-21-7-16,-26 6 2 0,-1-1-1 16,0-2 4-16,-5-1-8 0,1-2-3 0,-4 1-8 0,-5 1-2 15,-3-1-4-15,-3 0 3 0,-3 4 0 16,1 1-5-16,-5 0 6 0,-2 3 3 0,-3 2 2 15,-3 3-9-15,-4 4 13 0,-6 5-6 16,-2 3 5-16,-9 13-1 0,-4 3-3 0,-4 9 14 16,-2 6 1-16,-4 4 5 0,0 3 6 15,0 1 11-15,1-3-2 0,1 2-1 0,-1-1-2 16,1-4 11-16,1-3-6 0,2 0-10 0,-1-3 9 16,0-2-5-16,-1-4 8 0,2-2-16 15,1 1 7-15,-2-5-3 0,0-2-7 0,-1-3-3 16,0 0 3-16,-2-3 6 0,0-2-7 0,-3-2-2 15,-2-1 15-15,1-3-14 0,0-2-4 16,2-2-10-16,12 0 2 0,-3 0-7 0,-2 0-6 16,-18-11-17-16,22 2-40 0,0-2-60 15,9-5-96-15,6 1-262 0,1 6 0 0</inkml:trace>
  <inkml:trace contextRef="#ctx0" brushRef="#br0" timeOffset="63470.63">20436 9401 15 0,'4'-2'150'0,"-3"2"-12"15,0 0-13-15,-1 2 7 0,0 2-10 16,-2 2-8-16,-6 13-2 0,-3 4-9 0,-4 4-6 16,1-1-1-16,-5 8-10 0,2 0-1 15,-2 5-8-15,-1-1 0 0,0 3-1 0,-3 0 1 16,3-1-12-16,0-3-1 0,2 1-3 16,0-3-12-16,2-2 3 0,2-2-12 0,0-3 1 15,2-2-10-15,2-1-1 0,0-2-1 16,4-3-8-16,-1-1-16 0,3-2-13 0,4-17-46 15,0 10-76-15,0-10-130 16,17 12-170-16,2-15 0 0</inkml:trace>
  <inkml:trace contextRef="#ctx0" brushRef="#br0" timeOffset="63971.01">21056 9283 47 0,'0'-9'142'15,"0"4"-21"-15,-2 0-3 0,-4 3-18 16,2 2 1-16,-4 0-9 0,-16 7-6 0,-2 4-7 16,0 2-11-16,-2 2 9 0,-4 6-7 0,0 5 1 15,-4 2 2-15,-2 3-7 0,0 5-6 16,0-1 12-16,1 7-10 0,2-3-4 0,2 4 0 15,0-3 1-15,1 1-3 0,1 0-5 16,2-3-5-16,3 2 7 0,4-2-8 0,2-2-1 16,4-2-9-16,5 1 3 15,4-3-3-15,6 1 11 0,1-19-1 0,20 26 6 0,1-15-9 16,5-1-7-16,4-3-4 0,2-6 5 0,4-2-1 16,2-5-4-16,-1 0-7 0,2-5-6 15,-1-1 7-15,-22-2 3 0,11 0-21 0,1 0 8 16,25-21-14-16,-30 8 2 0,-4-1-6 0,-6-6-3 15,-8-1-9-15,-3 3 6 0,-2 8-8 16,-14-21 2-16,6 13 3 0,-1 3-1 0,-6 4-9 16,-2 3 14-16,0 1-1 0,-2 4-8 15,8 3 8-15,-2 0-7 0,-4 0 14 0,-21 19-2 16,17-8 4-16,2 5-4 0,5-1 6 16,-2-2 3-16,4 2-3 0,0 1-2 0,5 0-1 15,2-4-6-15,3-1 3 0,2-2 10 0,0-9-13 16,0 8-36-16,0-8-60 0,23 22-94 0,-12-18-168 15,2-2-51-15,-13-2 0 0</inkml:trace>
  <inkml:trace contextRef="#ctx0" brushRef="#br0" timeOffset="64947.62">22185 8086 9 0,'0'0'126'0,"0"-17"1"0,12 17-8 15,6-28-2-15,-16 22-5 0,2 4-18 0,-4-2-5 16,4 0-10-16,-4-1-6 0,2 3-14 0,0-2 4 15,-2 1-11-15,2 1-2 0,-2-1-8 16,2 0-10-16,-2 2-7 16,0-1 10-16,0 0-13 0,0 2 3 0,-2 2-4 0,0 0-1 15,-4 2 11-15,-8 8-18 0,-2 3 16 0,-2 2 0 16,-4 5 3-16,-2 1 2 0,-4 1-2 16,0 2-10-16,0 5 13 0,-4 0-4 0,-3 1 5 0,2 0-12 15,-2 1 2-15,0-1 5 0,1 0 3 16,0-1-7-16,2-1 3 0,1-2 1 0,3-2 0 15,2-1-3-15,0-2-6 0,4 0 6 16,2-4-5-16,0-3-10 0,2 2 4 0,0-2 5 16,0 0-2-16,5-3-5 15,1-2 2-15,4-1 0 0,1-5-2 0,2 1-8 0,0-3 4 16,1-1 4-16,0 2-1 0,1-2-9 16,0 0 2-16,2-2-40 0,0 0-28 0,1 0-43 15,0-2-49-15,4 0-48 0,0-2-223 16,8-7 1-16</inkml:trace>
  <inkml:trace contextRef="#ctx0" brushRef="#br0" timeOffset="65748.67">21640 7750 72 0,'-2'0'116'0,"0"-1"-12"0,0 0-11 0,0 1-8 15,0-3-13-15,2 3 0 0,-2 0-10 0,1 0-14 16,1 0-6-16,0-2-3 0,0 2 7 0,-1 0-13 15,1 2 3-15,1-2-12 0,-2 0 6 0,1 0-10 16,0 0 8-16,-2 0-8 0,2 0 4 16,-1 3-9-16,1-3 5 0,0 0-7 0,0 1 8 15,0-1-20-15,0 0 5 0,0 1 15 16,0-1-9-16,-3 0-12 0,3 0 0 0,0 0 6 0,0 0 5 16,0 0-3-16,0 0-4 0,0 0 5 15,0 0-7-15,0 0-2 0,0 0 7 0,-1 0 11 16,1 0-10-16,0 0-2 0,0 0-3 15,0 0 5-15,0 0-5 0,0 0 0 16,0 0 8-16,0 0-13 0,0 0 4 0,0 0 6 0,0 0-14 16,0 0-3-16,0 0 7 0,0 0-8 15,0 1 0-15,0-1 6 0,0 0 3 16,0 0 2-16,0 0-2 0,0 0 5 0,0 0 7 16,0 0-6-16,0 0-2 0,0 0-3 15,5 24 2-15,-3-17 9 0,6 11-8 0,-6 1 6 0,5 5-5 16,2 4 6-16,2-1 13 15,-2 0 4-15,2 1 1 0,4 4 5 16,-3 2-2-16,4 2-4 0,-3 2 11 0,2 0-4 0,2 2 1 16,-2-1-5-16,2 2 8 0,-1-3 2 15,0-2-2-15,0 1-7 0,2-6 1 0,-2 1 7 16,-2-2-9-16,0-3-4 0,-2-4 10 0,1 2-9 16,0-3-1-16,-2-3 2 0,0-3-5 0,-3 0-1 15,-3-7 0-15,0-1 0 0,1 0-7 16,-4-3 12-16,2 1-14 0,-2-4 6 15,0 3-8-15,1-3-1 0,-2 0 7 0,1 0-4 16,-1 0-20-16,-1-1-52 0,0-1-66 0,0 0-125 16,-3 0-195-16,2-3 0 0</inkml:trace>
  <inkml:trace contextRef="#ctx0" brushRef="#br0" timeOffset="67124.75">23611 7418 19 0,'0'-16'121'0,"0"16"-12"0,0 0-9 16,0 0-14-16,0-15-5 0,22-4 3 15,-26 15-8-15,-2 1-17 0,-10-1-4 0,-2 1-3 16,-4 3-6-16,10 0-4 0,-9 0 2 16,-27 14-7-16,16-6-1 0,-5 6-11 0,-5 3 13 15,0 3 4-15,-2 4 1 0,-4 2-6 16,1 6 3-16,0 6 1 0,-1 2 3 0,2 7 8 15,-2 4 6-15,2 6 0 0,0 4 4 0,2 7 2 16,2 1 10-16,2 4-5 0,4-2-2 0,4 2 11 16,4-5-4-16,0 0 1 0,4-2-6 0,2-2-2 15,4-1 4-15,2-3-8 0,6-1-1 16,-2-1-3-16,4-2-3 0,2-3-4 0,2-4-14 16,4-2 7-16,0-26 8 0,0 9-7 15,12 42-1-15,-4-38 1 0,2-2-1 0,4-5-11 16,4-1-4-16,0-5-18 0,2-1-18 0,0-4-33 15,4-3-26-15,0-1-20 0,4-4-36 0,0-3-25 16,2-2-39-16,-16-3-73 0,4 0-261 16,4 0 0-16</inkml:trace>
  <inkml:trace contextRef="#ctx0" brushRef="#br0" timeOffset="67896.5">23557 7671 120 0,'-2'-1'128'0,"1"-1"-19"0,1 2-4 16,0 0 1-16,0 0-10 0,0 0-6 0,0 0-8 15,-15 25 1-15,11-9-6 0,-1 4-8 0,1 1-6 16,-1 1 3-16,-1 4-6 0,1 1 6 16,-2 5-6-16,2-2-2 15,0 2-3-15,-3 3 0 0,1 2-2 0,2 3-1 0,-6 1 6 16,3 1-11-16,0-2 12 0,0-1-7 16,-1 2-9-16,1 0 5 0,-2-2-12 0,2-3 1 0,0-2-3 15,2-4-1-15,-1 0-2 0,0-1 6 16,2-1-9-16,1-4 5 0,0-3-3 0,1-1-5 15,1-6-3-15,0-3-5 0,2-1-1 0,-1-3-5 16,1-1 6-16,-1-1-16 0,1-5-10 16,0 0-6-16,0 0-34 0,0 0-50 0,0 0-49 15,12 11-47-15,2-16-99 0,-2 0-96 0,3-1 0 16</inkml:trace>
  <inkml:trace contextRef="#ctx0" brushRef="#br0" timeOffset="69564.45">23885 7666 1 0,'0'0'107'15,"0"0"-8"-15,13 0 0 0,-13 0-17 0,0-13-4 16,0 13 1-16,0 0-10 16,0 0 0-16,0 0-7 0,27-25 38 0,-25 24-51 15,-2 1-3-15,2-2-8 0,-1 1-8 16,0 1 8-16,1-2-14 0,-2 2-2 0,0 0-9 15,0-1 9-15,0 1-7 0,1-2 0 0,-1 2 1 16,0-1 1-16,1 1-3 0,-1 0-5 16,2 0 2-16,-2-1-4 0,-2 1-3 0,4 0 1 15,-2 0 6-15,0 0-10 0,0 0 10 16,1-1-6-16,-1 1-13 0,0 0 7 16,0 0 0-16,1 0 1 0,-1 0-19 0,0 1 2 15,0-1-13-15,0 0 3 0,0 0 7 16,0 1-21-16,-1-1-15 0,0 1 2 0,1-1 5 15,0 2-11-15,0-1 12 0,0 1-15 0,0-2 9 16,-2 1 3-16,2 1 16 0,0-2-9 16,0 1 12-16,0-1 20 0,-1 1-14 0,1-1 5 15,0 1 20-15,0-1-5 0,0 2 12 16,0-2 1-16,0 0-9 0,1 0 6 0,-1 2-13 16,2-2-13-16,-2 0-16 0,0 0-60 0,0 0-59 15,-2-2-25-15</inkml:trace>
  <inkml:trace contextRef="#ctx0" brushRef="#br0" timeOffset="70329.59">24054 7496 65 0,'0'-4'102'0,"2"-1"-8"0,-4 3-6 16,0-2-20-16,-1 2-3 0,-2 0-2 0,-3 2-7 15,-11 0 9-15,7 0-20 0,-6 0 4 16,-23 10 8-16,13-1-14 0,-1-1-12 0,-5 1 11 16,2 5-1-16,-2-1-1 0,-1 2-3 0,-2 4 1 15,-1 0 0-15,-2 1-9 0,-1 1 6 0,-3 5 0 16,-1 0 10-16,-2 1-9 15,4 5 6-15,-1 0-10 0,2 4 10 0,0 4-1 0,4 1 6 16,0 5-8-16,2 2 10 0,6 1 5 16,2 2-1-16,2-3-7 0,4 2 1 0,4-3-7 15,2-2 9-15,4-3-1 0,0-1 3 0,6-5-6 16,0-3-12-16,4 0 2 0,0-1-3 16,2-17 8-16,0 5 2 0,16 23-8 0,-2-23 0 15,2-5 12-15,2-4-13 0,6-1-11 0,4-6-7 16,4-4 14-16,-17 0-16 0,10 0-4 15,33-17 0-15,-22 8 6 0,1-5-4 16,0-1-4-16,3-4-5 0,-1 0-8 0,0-1 1 16,1 1-6-16,2 0 11 0,-3-1-5 15,-3 2-4-15,-3 4-8 0,-3-2 2 0,-2 3 9 16,-6 1-4-16,2 1 2 0,-4 4-2 0,-1 1-8 16,-2 3 3-16,-17 3 6 0,11 0-7 15,10 15 7-15,-15-1 6 0,-4 4-1 0,-2 4 13 16,0-7-2-16,-10 26 8 0,0-10 2 0,1-1 5 15,1-2-8-15,-3 1 5 16,3 0 5-16,3-2-4 0,-2-4-10 16,-2 0 6-16,2-5-5 0,1 3 7 0,2-6-7 0,0-4-2 15,1-3 14-15,-1-1 2 0,3-3-10 0,-1 2-15 16,2-4-1-16,0-2-28 0,0 0-37 16,23-2-31-16,-4-4-80 0,2-3-100 0,4-4-212 15,1 1 0-15</inkml:trace>
  <inkml:trace contextRef="#ctx0" brushRef="#br0" timeOffset="70797.73">25184 7882 67 0,'0'-20'147'0,"-2"3"-21"16,2 7-11-16,-15-14 3 0,6 11-20 0,-3 1-5 15,-3 3-9-15,-4 4-10 0,-1 4-15 16,10 1 6-16,-9 0-8 0,-26 17-4 0,18-2-1 16,0 6 4-16,-2 8 3 0,0 4-3 15,-2 6 5-15,2 6 2 0,-1 4-6 0,2 2 3 16,2 1 5-16,0-1-2 0,4 1 0 0,0-4 4 15,6-1 1-15,-1-2-5 0,4-3-13 16,1-5-4-16,1-1-7 0,2-4 6 0,1-3-6 16,0 1 0-16,1-4-10 15,-1-4 1-15,-3 1 9 0,-1-6-8 0,-2-3 0 0,-5-4-5 16,-5 1 3-16,-1-7 0 0,-2-4-6 0,12 0 5 16,-5 0-15-16,-26-20-10 0,22 7-6 15,1-1 10-15,4-3-13 0,3-1 3 0,0-3-7 16,4-1 3-16,8-1 2 0,4 12-2 0,0-5-6 15,20-21 6-15,-2 18-11 0,7 4 2 16,7 0-4-16,7 1-3 0,5 5 2 16,5-3 4-16,7 3 0 0,7 3-7 0,5 1 1 15,1 1 9-15,3 4 3 0,-36 0-2 0,19 0-14 16,7 0-22-16,2 0-40 0,0 0-29 0,-2 0-44 16,-5 0-94-16,-4 0-146 0,-6 0 0 15</inkml:trace>
  <inkml:trace contextRef="#ctx0" brushRef="#br0" timeOffset="71154.83">25554 8269 21 0,'-7'-15'189'0,"-2"0"-22"0,-5 1-13 0,0 5 4 15,-2 2-22-15,-3 2-7 0,-1 3-19 0,9 2-12 16,-6 0-2-16,-26 21-10 0,21-8-9 16,-6 6-7-16,-3 3-4 0,-1 5 4 15,-3 2-2-15,-1 1-2 0,3 0-1 0,4 0-7 16,3-3-3-16,4-5-5 0,3-1-13 0,2-4 7 15,-1 2-1-15,8-6 7 0,6-1-3 0,4-12-12 16,0 0 4-16,28 12-15 0,-6-13-2 16,-8 1 6-16,31-13-6 0,-17 3-18 15,3-1 9-15,-2-1-6 0,2 0-14 0,-1 0 2 0,-3 3 0 16,-2-2-8-16,-1 1 5 0,-2 2-6 16,-6 1 8-16,-2 1 1 0,-2 2-3 0,-4 0-1 15,-1 4-8-15,-7 0 12 0,0 0 1 16,3 10 1-16,-14 5 6 0,-1 2-3 0,-3 3 0 15,-2 1 4-15,1 0-3 0,4 0 0 0,-3-2-15 16,5-1-8-16,-1-1-4 0,4-3-8 16,6-4-17-16,1-10-51 0,0 7-57 0,16 2-116 15,-5-7-131-15,11-4 1 0</inkml:trace>
  <inkml:trace contextRef="#ctx0" brushRef="#br0" timeOffset="71409.64">26035 8187 17 0,'11'-21'176'0,"-6"0"-10"0,-2 3-10 0,-2 5-6 15,-1 13-18-15,0-10-12 0,-16-10-11 0,4 13-14 16,-4 2-6-16,-4 3-10 0,10 2-11 16,-8 0-10-16,-25 18-4 0,14-4-1 0,-2 7 1 15,-3 4-6-15,0 3-3 0,1 5-2 16,2 1 6-16,5 0-5 0,2 3 8 0,5-3-2 15,0 0-6-15,6-2-1 16,2-2 1-16,5 2-6 0,2 0 12 0,2-4-18 0,2-14 7 16,12 22-6-16,-1-14 4 0,5-5-12 15,4-2-25-15,0-4-29 0,4-3-26 0,0-4-42 0,3-2-67 16,-14-2-114-16,8 0-140 0,29-23 1 16</inkml:trace>
  <inkml:trace contextRef="#ctx0" brushRef="#br0" timeOffset="71628.11">26170 8056 108 0,'4'-11'153'0,"0"1"-11"0,-3 4-5 0,2 2-10 0,-2 1-10 16,1 4-5-16,2 3-12 0,-4 2-8 16,0 16-2-16,0-7 4 0,-16 35-6 0,0-11-13 15,-4 6-6-15,-4 2 1 0,-2 0-4 16,1 1-4-16,0-1-12 0,1 0 1 0,1-4-4 15,1-1-6-15,2 0-12 0,3-2-10 0,0-5-23 16,2-1-36-16,3-3-28 0,3-5-29 0,2 2-46 16,4-9-63-16,3-19-140 0,0 11 1 15</inkml:trace>
  <inkml:trace contextRef="#ctx0" brushRef="#br0" timeOffset="72155.63">26158 8551 42 0,'13'-21'196'0,"-1"3"-17"0,-2 3-4 15,-1 0-21-15,0 1-10 0,-1 3-12 16,3 0-18-16,0 2-8 0,3 2-11 0,4 2-9 16,2-1-16-16,1 5-7 0,3 1 0 15,-9 0-6-15,6 0-12 0,28 13-3 0,-21-5 2 0,-1-1-9 16,-2 4 0-16,-1 4-2 16,-3 0 0-16,-2 2-5 0,-7-1-6 0,-8 4 6 15,-4-10-1-15,-12 20 0 0,-5-12-6 0,-3-1-7 16,0-3 3-16,-3-3 2 0,-3 0-3 0,-1-3 14 15,-1-1 10-15,1-1 5 0,6-4-6 0,-3 2-4 16,15-4 1-16,-5 0-1 0,0 0-13 16,-12-19-2-16,17 10-14 0,4-2-8 0,3 0 0 15,2 11-2-15,0-18-5 0,15-17-6 16,-2 11-7-16,5 3 8 0,-1-1-6 0,8 3-5 16,3 2 1-16,3-1-3 0,5 1-1 0,0 3 5 15,3 3 0-15,0 1 5 0,-1 5 8 0,-4-1 1 16,2 3 4-16,-8 2-7 0,-16 1 1 15,4 0 9-15,16 21 1 0,-28-9 8 0,-4-1-3 16,0-1 9-16,-18 21 2 0,4-10 1 0,-2 0 1 16,-2-2 4-16,4-1 1 0,0-4 1 15,4-1-12-15,2-2 9 0,0-5-6 0,4-2 6 16,0 1-3-16,4-4 4 0,4-2-15 16,2 0 8-16,16-9-8 0,0-3-8 15,4-1-6-15,6-4-10 0,4-1 2 0,4-5-1 0,-1 1-5 16,5-2-1-16,0-2-2 0,2 4 1 0,1-1 6 15,-2 0-3-15,1 2 2 0,-2 3-2 16,-1-1 3-16,-5 2-2 0,-2 1 3 16,-5 5 3-16,-3 1-1 0,-3 0-14 0,-6 5-20 15,-6 5-58-15,-13 1-81 0,0 0-157 0,8 9-4 16,-12-4 0-16</inkml:trace>
  <inkml:trace contextRef="#ctx0" brushRef="#br0" timeOffset="73230.64">24446 9015 95 0,'-16'0'172'0,"16"0"-11"0,-31-17 1 0,12 23-12 16,3 0-17-16,-4 5-8 0,0 3-9 0,-1 2-17 15,2 1-4-15,-1 2-4 0,-2 4-1 16,2-3-13-16,0 3 2 0,0 3-8 0,3 0 0 16,0-1-2-16,5-2-12 0,-2 0-6 15,1-2 6-15,4-3-6 0,1-3 0 0,4-1 3 16,4-5-12-16,0-9 7 0,18 9-3 0,9-8-8 15,-12-1-3-15,7 0-2 0,36-12-7 16,-24 3-6-16,2-3-9 0,-2-1-4 0,1 1-12 16,-2-4 3-16,-1 1 0 0,-2 0-11 0,-4-2 2 15,-3 4 0-15,0-2-4 0,-2 4-3 16,-5 0 12-16,-1 1-9 0,-2 2 5 0,-5 3 0 16,-1 3-1-16,-3 0 4 0,-4 2-2 0,1 7 8 15,-4 1-8-15,-5 15 15 0,-6 0 2 16,-1 1 6-16,-2 0 3 0,-1 5-2 0,1-2 7 15,0 4-3-15,-3-3-2 0,4 0 11 0,-2-1 3 16,2 1-7-16,0-5-2 0,2 1 12 16,0-1-8-16,0-1 4 0,-2-6-14 0,0 5 12 15,2-3 0-15,0-4-5 0,0-1 16 0,0-1-12 16,0-1-2-16,-2-3-5 0,0 1-1 0,0-5-5 16,-2 2 3-16,0-3-10 0,-2-1 19 15,-2-2-12-15,0 2-11 0,0-2 4 16,12 0-10-16,-6 0-1 0,1 0-22 0,2 0-24 15,1 0-47-15,-7-11-44 0,15 9-63 0,1-2-404 16,5 2 0-16</inkml:trace>
  <inkml:trace contextRef="#ctx0" brushRef="#br0" timeOffset="73520.69">24728 9521 207 0,'14'-4'214'15,"-4"3"-17"-15,0 0-14 0,-4 1-17 16,-2 0-2-16,0 1-16 0,-2 2-2 0,-1-1-23 16,-1 5-6-16,-1 0-9 0,-6 12-8 15,-1 2-11-15,-3 2-1 0,-1 3-16 0,2-2 7 16,-1 1-4-16,-2 0-2 0,-1-1-17 0,2 2-1 16,-1-2 2-16,1-2 5 0,0 4-18 0,3-5 12 15,-2-2-12-15,2-1-9 0,-1-2 0 16,6-5-7-16,-5 1-3 0,4-5-2 0,1 0-8 15,1-3-10-15,0 0 1 0,1 0-12 0,-1 0-36 16,2 0-14-16,-1-3-33 0,1 0-49 16,0-1-87-16,2-1-360 0,0 0 0 0</inkml:trace>
  <inkml:trace contextRef="#ctx0" brushRef="#br0" timeOffset="73856.78">25111 9569 4 0,'-7'-2'242'0,"2"2"-32"16,0-1 12-16,1 1-18 0,1 0-21 0,2-2-16 15,1 1-20-15,4 1-14 0,1-1-2 16,14-3-21-16,1 4-13 0,4 0-7 0,-11 0-17 0,7 0-2 16,4 0-9-16,4 0-7 15,0 0-18-15,31 11-13 0,-33-11-36 0,-2 4-33 0,-1-4-49 16,-3 1-78-16,-9-1-142 0,1 0-93 15,-2 0 1-15</inkml:trace>
  <inkml:trace contextRef="#ctx0" brushRef="#br0" timeOffset="74324.84">25947 9151 12 0,'1'-3'199'0,"-1"2"-23"0,-1 1-7 16,-2 0 3-16,1 1-21 0,-9 9-12 16,-2 3-8-16,-3 5-19 0,-2 1-6 15,1 2 2-15,0 3-8 0,-1 1-3 0,1 2-17 16,1 1 3-16,-1-3-11 0,2 6 9 0,2-4-2 16,1-1-10-16,1 0-6 0,3-1-11 15,4-3-5-15,3-2 2 0,1-10 5 0,0 1-22 16,22 8 3-16,-3-11 5 0,4-6-1 0,-11-2-6 15,8 0-16-15,5 0 3 0,30-16 3 0,-26 7-8 16,2-3-10-16,-2 1-1 0,2-5 1 16,-3 3 0-16,-1-1-1 0,-3 0-10 0,-2 3-7 15,1-1 0-15,-4 1 13 0,-2 2-7 16,-4 1-3-16,-2 5-1 0,-3-2-5 0,-8 5-2 16,0 0 5-16,0 0 6 0,9 12-1 0,-14 8 6 15,-8 1 3-15,-3 6-2 0,-4 4 12 16,-4 0-14-16,0 4 16 0,-2-2-4 0,1 3-2 15,-2-2-7-15,1-2 13 0,2-3 11 16,1-3 1-16,-1-2 5 0,0-1 11 0,2-5-5 16,0-2 0-16,-2-1 3 0,1-3-9 15,-4-1 4-15,1-3 3 0,-1-3-6 0,0-3 5 16,1-2-18-16,14 0-7 0,-6 0 6 0,-2 0-30 16,-18-13-35-16,19 5-31 0,3-1-42 15,4 0-74-15,1-2-79 0,7-1-306 0,4 12 0 16</inkml:trace>
  <inkml:trace contextRef="#ctx0" brushRef="#br0" timeOffset="74586.35">26551 9459 153 0,'16'-6'201'0,"-5"1"-16"0,-5 3-5 0,1 2-11 15,-3 1-20-15,-1 3-10 0,-3 0-6 16,0 3-18-16,-7 14-5 0,-1 2-4 0,-4 4-12 16,-3 0 0-16,0 1-6 0,-3 0-5 15,0 4-6-15,-1 0-12 0,0-3-7 0,1 1 6 16,0-2-21-16,1-1 7 0,1-4 3 0,1-3-15 16,-1 5 7-16,3-6-33 0,2-5-9 15,1 1-20-15,3-5-17 0,3-4-23 0,3-2-49 16,1-4-41-16,8 1-83 0,5-8-249 0,3-1 0 15</inkml:trace>
  <inkml:trace contextRef="#ctx0" brushRef="#br0" timeOffset="74908.95">26684 9620 62 0,'16'-15'222'0,"-6"2"-14"0,0 1-7 16,4 3-16-16,-8 2-19 0,2 3-19 15,-4 0-10-15,0 1-7 16,-2 1-18-16,-2 2-24 0,0 0 0 0,-2 3-8 0,-2 1-3 15,-8 12-8-15,-4 2-3 0,-2 0-12 0,2 2 4 0,-2-1-7 16,0 1-4-16,0-1 1 0,2-1-8 16,2-4 11-16,3-1-11 0,2-1-5 0,5-3 7 15,2 0-3-15,2-9-6 0,15 18 2 16,2-9-6-16,-1-1-3 0,6-1-3 0,0 0-12 16,2 1 7-16,2-2-5 0,-4-1 1 15,2 1-10-15,-2 2 8 0,-2-1-2 0,-2 0 1 16,-1-1-15-16,-3 1 1 0,-5-2 8 0,-1 1 0 15,-3 1-7-15,-3-1 10 0,-2 3-2 0,0-9 8 16,-18 22-18-16,-4-7 24 0,-9-3-10 16,-5 3-4-16,-4 0-8 0,-6-1-23 0,-2-2-22 15,-2 0-34-15,1-4-30 0,1 0-34 0,4-2-49 16,4-3-99-16,23-3-194 0,-7 0 1 16</inkml:trace>
  <inkml:trace contextRef="#ctx0" brushRef="#br0" timeOffset="75079.3">26560 9630 150 0,'32'-17'201'0,"2"3"-8"16,0 3 2-16,2 1-18 0,2 1-26 15,0 4-13-15,2 3-2 0,-3-2-19 16,1 2-4-16,-2 0-14 0,0 2-13 0,-19 0-22 16,8 0-34-16,3 0-44 0,34 13-57 0,-33-11-98 15,-2 4-150-15,-2-4-1 0,1-2 1 0</inkml:trace>
  <inkml:trace contextRef="#ctx0" brushRef="#br0" timeOffset="75998.81">27419 7164 54 0,'0'0'65'0,"0"0"5"16,5 40-6-16,-5-26-3 0,0 7 5 15,0 8-9-15,0 5 9 0,0 2 0 16,0 3 11-16,7 52-1 0,0-41-8 0,2 6 6 16,2 4 7-16,2 8 4 0,3 2 4 0,-4 3-13 15,1 1 6-15,2 5-10 0,0 0 11 16,-2 1-6-16,0-2-5 0,1 6 16 0,-1 2-7 16,-2 2-7-16,-2 3 3 0,-1-2 0 0,1 0-9 15,-3-4 15-15,-2 0-17 0,-2-5-9 16,-2-3-1-16,0-39 10 0,0 18 3 0,-10 71-11 15,2-55-10-15,-2-3 3 0,-2-3-9 16,-1-3 8-16,-2-1-14 0,-1-3 0 0,0-6-10 0,-2 2 3 16,-1-6-6-16,-2-1 2 0,-1-2-19 15,1-2 17-15,-3-1-9 0,-4 1 8 16,-3-5-8-16,-1 2 2 0,-4-7-6 0,-4 0-9 16,-1-2 10-16,-3-3 19 0,-1-3-11 15,-1 1-19-15,-1-3 18 0,2-3-9 16,0-4 4-16,3 2-17 0,2-4-15 0,3-2-30 15,1-2-26-15,6-5-50 0,-2 0-53 0,6-2-138 16,18-4-261-16,-12-16 0 0</inkml:trace>
  <inkml:trace contextRef="#ctx0" brushRef="#br0" timeOffset="76797.6">28868 7149 2 0,'-42'-17'122'0,"17"25"-15"16,0 1-6-16,1 5-17 0,-3 4 5 0,-5 3-1 16,-1 6-3-16,-7 7-7 0,-1 5-5 0,1 4 3 15,-3 5 4-15,-2 8-2 0,1 6 2 16,1 6 9-16,4 6 4 0,-2 3 1 0,1 4 1 16,1 6-2-1,5 0-3-15,-1-2 4 0,2-1-7 0,2-2 7 0,4 2-2 16,1 1 1-16,3-3-9 0,0-1 3 0,2-1 4 15,4-3-22-15,1-3 8 0,4-2 16 16,2-7-32-16,4-1 17 0,2-7-3 0,4-4-12 0,0-28-10 16,0 11 2-16,17 40-7 0,-5-38-35 15,4-6-6-15,5-3-18 16,5-3-44-16,2-5-42 0,1-6-36 0,2-4-45 0,2-5-52 16,-1-4-372-16,-15-2 0 0</inkml:trace>
  <inkml:trace contextRef="#ctx0" brushRef="#br0" timeOffset="77332.89">29215 7659 90 0,'-8'16'134'0,"0"5"-9"0,-2 5-3 15,-1 2-7-15,-4 8-1 0,-2 6-2 16,-3 7-1-16,-4 6-8 0,-3 7 7 15,-1 3-2-15,-3 1 2 0,3-4-10 0,1 1 1 0,0-6 2 16,5-2-8-16,0-5-10 0,2-1-9 16,3-3 4-16,2-5 1 0,2-2-8 0,2-3 6 15,2-2-4-15,0-5-9 0,1 0-14 16,4-4-10-16,-3-4 4 0,2-4-11 0,1 2-11 16,0-8 1-16,3-3-8 0,-1-3-43 0,2-5-28 15,0 0-32-15,7 2-50 0,-2-4-13 0,9-7-29 16,-4-3-64-16,6-4-193 0,1 1 0 15</inkml:trace>
  <inkml:trace contextRef="#ctx0" brushRef="#br0" timeOffset="77680.69">29773 7754 138 0,'1'-4'123'0,"-1"2"-7"0,0 2-8 15,2 1 1-15,-2 1-16 0,-2 6-6 16,0 10-1-16,-2 7 1 16,-3 5-8-16,-1 0 0 0,1 6-8 0,-2 4 3 0,-2 1-4 0,-1 5 4 15,-2 1 3-15,0 0-4 16,0 1-12-16,-1 1 0 0,1 2 4 0,0-4-7 0,-1-4-1 15,0 4-6-15,2-3 3 0,1-1 6 16,0-1-11-16,1-4 2 0,3-1-5 0,0-3-5 16,2-2-3-16,-1-2-12 0,0 2 0 15,-1-5-3-15,4-1-26 0,-1-3-20 0,1-4-25 16,0-2-26-16,1-5-21 0,3-4-56 0,0-7-106 16,0-1-158-16,3 0 0 0</inkml:trace>
  <inkml:trace contextRef="#ctx0" brushRef="#br0" timeOffset="77855.25">29339 8352 113 0,'-10'-23'170'0,"0"-2"-13"0,4 4-4 0,3 3-11 16,3 18-13-16,16-25-10 0,1 14-8 16,10 7-14-16,5 1-6 0,5 3-17 0,-18 0 4 15,12 0-10-15,5 0-12 0,48 17-2 0,-35-10-12 16,1 2 1-16,0 1-1 0,2 1-7 0,0-1-6 15,0 1-31-15,-3-1-47 0,2-3-96 16,-2-1-180-16,-1-1 4 0,-2-5 0 0</inkml:trace>
  <inkml:trace contextRef="#ctx0" brushRef="#br0" timeOffset="78343.52">30949 8097 53 0,'-8'-13'161'0,"-4"-2"-12"0,-4 5-13 16,-3 3-4-16,-2 0-7 0,-3 3-22 15,9 4-6-15,-6 0-9 0,-28 16-8 16,18-1-8-16,-2 4 1 0,-3 6-5 0,0 5-4 16,-2 4-2-16,1 2 0 0,2 2-2 0,3-3-8 15,1 1 4-15,5-2-3 0,2-2-6 0,5-3-4 16,3-3 1-16,4-4 4 0,3 3-2 15,7-2 3-15,2-14-16 0,14 12 2 16,2-10-7-16,2-3 2 0,6-6-3 0,4-2-6 16,-13 0-7-16,27-10-8 0,-10-1-4 15,2-1-2-15,1-2-2 0,1-1-7 0,-1-1 1 0,-3 0-6 16,0 0 5-16,-4 1 2 0,-3 3-9 16,-2 1 8-16,-1-1-6 0,-3 3 3 0,-3 0-3 15,-4 7-3-15,-12 2 3 0,0 0 5 16,9 14 9-16,-15 5-2 0,-8 5 4 15,0-1 6-15,-9 5 9 0,2 2-4 0,-3 4 1 0,0 2 5 16,0-1 15-16,1 3-7 0,-1-3 8 0,0-1-6 16,3 0-4-16,-1-5 2 0,-2 0 11 15,0-5-6-15,-2 1 0 0,-2-3-4 16,-3-4-2-16,-3-4-9 0,-2 1 7 0,-2-5 2 16,-5-4 2-16,-1-3-8 0,1-1 3 15,-2-2-3-15,24 0 2 0,-10 0-8 0,-5 0-7 16,-36-15-19-16,37 12-31 0,5-3-51 0,-4 1-84 15,9 2-150-15,3-4-177 0,10-1 1 16</inkml:trace>
  <inkml:trace contextRef="#ctx0" brushRef="#br0" timeOffset="79048.55">30957 9326 61 0,'-4'-5'196'0,"-1"3"-12"0,-1-1-11 0,0 2-6 16,-2 2-18-16,-11 4-15 0,-1 1-6 15,1 5-4-15,-1 4-15 0,0 0 3 0,2 0-15 16,-2 3 5-16,1 2-19 0,3 1-6 0,3-1 7 16,1 0-18-16,1-2 7 0,3-4-13 0,1 0-12 15,2-2-3-15,4-3 2 0,1-9-1 16,0 0 3-16,29 11-8 0,-2-8-6 0,5-3-13 16,-16 0 0-16,9 0-4 0,39-12-14 15,-24 4 7-15,1-2-9 0,1 1-5 0,-4-3 1 16,-2 3-4-16,-1 0-4 0,-6 0-7 0,-2 2-2 15,1-1 11-15,-5 2-3 0,-5 1-7 16,-2 1 0-16,-6 4 4 0,-10 0 14 0,4 10-7 16,-12 5 7-16,-28 24 11 15,8-12-3-15,-4 4 18 0,-7 3 0 0,-1 4-4 16,-3 1 15-16,2 0 1 0,1-2-9 16,0 0 11-16,3-1 1 0,1 0 5 0,1-4-12 15,3-4 18-15,4 1-17 0,1-6 2 16,3-1-4-16,-1-3-3 0,5-3-1 15,-1-2 6-15,-1-1-21 0,1-2 16 0,1-6-11 0,-4-5 12 16,11 0-9-16,-6 0 2 0,-22-14-5 0,18 6-5 16,0-3-3-16,-2 0-7 0,3-2-16 0,4 1 10 15,0 1-13-15,4-2-20 0,0 4-43 16,5-5-27-16,5 5-42 0,3 3-48 0,1 6-48 16,0 0-358-16,22-17 1 0</inkml:trace>
  <inkml:trace contextRef="#ctx0" brushRef="#br0" timeOffset="79318.2">31503 9580 58 0,'20'-7'198'15,"-4"0"-16"-15,0 3-12 0,-8 2-6 0,0 2-13 0,-8 0-6 16,0 0-21-16,0 0-11 0,8 15-1 0,-11 2-3 15,-3 2-17-15,-5 10-9 0,-1-3-2 16,-3 4 3-16,-1 4-6 0,-2-1 4 0,-2 2-7 16,-2-2-14-16,0 1-8 0,1 2 8 0,-2-4-4 15,2-1-7-15,0 0-1 0,2-4 1 16,3-2-12-16,-1-3-6 0,2 0-13 0,0-3-3 16,3 1-31-16,2-3-25 0,0-5-16 15,5-4-32-15,4-4-46 0,1-4-93 0,6 2-280 16,2-5 0-16</inkml:trace>
  <inkml:trace contextRef="#ctx0" brushRef="#br0" timeOffset="79730.87">32026 9653 37 0,'13'-16'206'0,"2"0"-28"16,-4 4-9-16,-1 1 4 0,-2 3-27 15,-4 3-17-15,-1 0-18 0,-3 5-1 16,-3 0-9-16,-2 4-12 0,-8 10-12 0,-6 3 6 16,-4 1-3-16,-5 7-2 0,-5 7-6 0,-3 0 3 15,-3 2-5-15,3 5-17 0,-1-1 11 0,2 1-10 16,6-2-6-16,1 1-5 0,5-5-7 0,5 0-5 16,3-3 0-16,6 0-7 0,5 1 17 15,4-18-3-15,12 26 2 0,4-20-4 0,4-3 3 16,2-3 16-16,4-2 1 0,2-6-17 0,2-1 6 15,0-4-15-15,-16 0-5 0,8 0-6 16,24-15-7-16,-24 5-5 0,-2-3-15 0,-4 1 5 16,-3-2-5-16,-4 3 19 0,-6-3-14 15,0 1 5-15,-3 13-18 0,0-7 3 0,-16-12 9 16,2 13 1-16,-2 0 16 0,-4 3-12 0,-1 3 13 16,10 0-10-16,-5 0-5 0,-21 15 6 15,16-4 5-15,2-1-7 0,2 3-1 0,5-2 9 16,0 2 1-16,2 0-26 0,6 0 1 0,2-5-35 15,2-8-68-15,0 8-79 0,20 11-133 16,-4-14-214-16,-2-3 1 0</inkml:trace>
  <inkml:trace contextRef="#ctx0" brushRef="#br0" timeOffset="80482.88">32701 8055 55 0,'0'27'72'0,"0"20"0"16,0 11-5-16,0 5 8 0,0 5 2 16,14 73-4-16,-3-61 9 0,-3 4 1 0,0 9 9 0,1 3-6 31,1 2-9-31,-1 0 6 0,-2 4-2 0,2 0-2 0,-6 0-3 0,-2 0 4 15,-1-50 6-15,0 25-5 0,-20 95-3 0,7-80 5 16,-3-6-3-16,-3-8-4 0,-4-3-5 0,1-6-4 16,-4-6 9-16,4-16-3 0,0-9-5 0,1-6-16 15,-4-3 9-15,-3-1-1 0,-4-1-11 16,-2-3 18-16,-2-3-6 16,-3 0 1-16,-2-5-3 0,-2-2-3 0,-1-5-1 0,-2-1-9 15,-1-1-2-15,-1-2-4 0,0-4 14 16,-1 3 1-16,1-4-17 0,3 1-14 0,-1 0-13 15,24-1-61-15,-10 0-84 0,-3 0-107 0,0 0-414 16,3 0 0-16,-28-16 1 0</inkml:trace>
  <inkml:trace contextRef="#ctx0" brushRef="#br0" timeOffset="82974.8">9692 10958 31 0,'0'0'81'0,"-14"0"-3"16,14 0 3-16,0 0-12 0,0 0 12 0,-30 17 7 15,28-21 11-15,-2 3-3 0,1 0-2 16,-1-1 1-16,1 2-10 0,1-2-12 16,-2 2-5-16,2-2-4 0,0 0-6 0,0 2-11 15,0 0 2-15,0 0-9 0,0-2-4 0,0 1-2 16,1-1-8-16,1 1 0 0,-1 1-1 16,-1 0-3-16,1-3-4 0,0 3-7 0,-1-2 4 0,2 2 0 15,0 0 2-15,0 0-7 0,0 0-3 16,0 0 5-16,0 0-8 0,0 0-1 0,0 0 7 15,0 0-7-15,-3 0-1 0,3 0 5 16,1 0 3-16,1 2-3 0,0 0-3 0,0-1 7 16,2-1-4-16,-1 0-7 0,1 1 7 15,1 1 6-15,1-1-5 0,0-1 3 0,1 2-1 16,2-2-4-16,1 0-6 0,6 0 10 16,2 0-1-16,26-13 0 0,-20 8 0 15,0-1 0-15,2-2 5 0,-4 3-7 0,4-3 3 16,1 1 2-16,1 0-5 0,0 0 4 15,0 0-3-15,2-1-1 0,-5-1-2 0,7 3 5 16,-4-4-3-16,3 3 0 0,1-2 4 0,0 3-4 16,3-3 1-16,1 1 1 0,1 1 0 0,3 1-5 15,1-2-2-15,1 3 3 0,0-4-1 16,2 2 3-16,3 1 0 0,-2-2 1 0,2 0-9 16,2 3 5-16,3-4 2 0,4 5-3 15,3-3-2-15,1 2 1 0,0-1 9 16,-2 1-11-16,1-1 5 0,2 2 4 0,-2 0-1 0,-2-1-3 15,1 1 5-15,-1 2-11 0,-1 0 1 16,3-1 6-16,-3 2-7 0,-30 1 6 0,16 0-3 16,4 0 2-16,5 0 2 0,1 0 2 15,1 0-2-15,-1 0-8 0,1 0 4 0,55-11-1 0,-56 11 3 16,3 0-8-16,-1-4-5 0,0 4 4 16,-1 0 9-16,-25 0-6 0,13 0-2 0,7 0-2 15,3 0 1-15,2 0 9 0,2 0-2 0,0 0-8 16,1 0 4-16,1 0 3 0,2 0 3 15,-2 0-9-15,61 15 4 0,-61-14 4 0,0 0 2 16,0 3 1-16,1-2-9 0,-1 1 8 16,2 0 1-16,-3 0-9 0,1-1 5 0,0 1-1 15,0 0 0-15,0 0-4 0,-2 2 2 0,1-2 2 16,0 1 1-16,-2-1 3 16,1 1 1-16,0-2 3 0,-1 2-6 0,5-3 4 0,-2 3-8 15,2-1 7-15,2-1-1 0,2 0 1 16,2 2-5-16,1 1 4 0,-1-3-5 0,0 2 8 15,-3 1-2-15,1 1 1 0,-1 0 2 0,0-1-7 16,1 1-1-16,-2 0 7 0,2 3 2 16,0-3-3-16,6 1-6 0,2-1 3 0,2 1 4 15,-1-1-3-15,1 2-4 0,0-1 0 0,2-1 8 16,0 1 0-16,1 1-9 0,1 1 13 16,1-1-9-16,0 1-2 0,2 0-3 0,4-1 10 15,0 2-7-15,3-1 5 0,-2 2-3 16,-1 1-9-16,2-3 9 0,-2 5-1 0,0-5-5 15,-2 4 4-15,4-2 4 0,1 1-4 16,1 2-5-16,-3-2 12 0,-1 1-2 0,4-1-9 16,0 2 4-16,6-3 0 0,-1 0-2 0,3 2 5 15,4-3-9-15,0 1 3 0,0 0 5 0,5-1 0 16,3 1-9-16,3-2 3 0,3 1 8 16,0 1-4-16,0-1 3 0,-1 0-8 0,2-1 2 15,-1 4 3-15,4-3-2 0,-4 1 3 16,4-2 1-16,0 0-1 0,-1 1-4 0,-1-1-3 0,1 1 13 15,1 1-10-15,4 0-6 0,0 0 9 16,-1-1-4-16,2 0-3 0,-3-3-1 0,0 1 2 16,-2 2 4-16,2-2 2 0,2-2 0 15,0 4 3-15,-1-2-14 0,-5-1 0 0,1-2-1 16,1 4 8-16,6-4-8 0,0-1 10 16,-3 1-13-16,-1-1 4 0,0 2 1 0,8-1 2 15,0 0-6-15,0 1 6 0,0 0-2 0,-2-2-2 16,2 1 3-16,-2 1-8 0,-2-1 2 15,2 0 4-15,-2-1-6 0,-2 1 5 0,2-1-4 16,-4 2 5-16,0-1-4 0,-2-1-5 16,1 0 6-16,1 1-7 0,0-1 1 0,2 2 0 15,-9-1 2-15,3-1-1 0,-1 2-1 0,1-2 2 16,6 0 1-16,4 0 2 0,-2 1 4 0,-2-1-5 16,1 0 2-16,0 1 0 0,3-2 0 15,1 1-1-15,0 1 8 0,-2-1-6 0,5-1 7 16,-1 2-7-16,1-1-1 0,-2 2-1 15,0-2 6-15,-3 0 1 0,-4 0-2 16,-3 0 2-16,-2 2 0 0,-1-3 2 16,-2 2 0-16,-2 0 1 0,-2 0 0 0,-1-1 0 0,-3 1-1 15,-5-1 1-15,3 1 6 0,-3-1-8 16,0 2 2-16,0-1 2 0,-3 1 1 0,3-2-1 16,0 0-2-16,-3 0 2 0,3-1 2 15,-4 1-5-15,0 0-3 0,-3-1 1 0,-1 2 8 16,0-4-2-16,-1 2-3 0,0-2 3 0,2 0 1 15,-2-1-4-15,-2 1 6 16,-2-1-1-16,-1 0-2 0,1 2 0 0,4 0-1 0,-3-2 1 16,1 0 7-16,1 1-9 0,0-1 1 0,-2 0 1 15,0 1-8-15,-1-1 8 0,0 0 1 0,-2 0 4 16,-41 0-4-16,23 0-1 0,10 0-8 16,6 0 3-16,4 0 5 0,-2 0 4 15,2 0-9-15,0 0 3 0,29 0 1 16,8 0 0-16,3 0 6 0,118 13-6 0,-132-6-3 15,-5-3 2-15,-2 2 2 0,-5 2 4 0,-8-3-6 16,-3 2 6-16,-8 0-3 0,-3-2 0 0,-6 3 1 16,-2-5 6-16,-4 3-6 0,-7-3-2 15,2-2 8-15,-8 0-4 0,-2 2 0 0,-4-3-3 16,-26 0 8-16,8 0-13 0,2 0 8 16,0 0-6-16,24-16 11 0,-36 11-3 15,-2 1 2-15,-4-3-1 0,-2 1 6 0,-4 4-4 16,0 1 9-16,-4-4-8 0,4 5-2 15,-9-5 4-15,-12-3-29 0,-9 3-83 0,-10-6-155 16,-8-5-113-16,-14-7 1 0</inkml:trace>
  <inkml:trace contextRef="#ctx0" brushRef="#br0" timeOffset="84619.8">15619 12680 37 0,'0'-15'151'0,"-14"-18"0"15,0 19-12-15,0 0-3 0,-4-1-11 16,0 4-13-16,-5 0-15 0,-4 1-8 16,0 3 0-16,-6 2-16 0,-4 3-2 0,19 2-10 15,-11 0-13-15,-39 19-2 0,23-8 5 0,-2 3-13 16,-2 3 0-16,-2 4 1 0,-1 1 4 15,2 2-4-15,-1 2-8 0,3 0 3 0,3 4-3 16,3 0-2-16,2 2-4 0,6 0 7 0,2 3-4 16,3 0 7-16,8-1 7 0,2 2-2 15,6 2-2-15,2-2 1 0,7-4 0 0,3 1-4 16,1-15 17-16,0 7-15 0,20 25 6 0,-4-29-5 16,5-2-8-16,6-4 6 0,5-4-5 0,6-3-6 15,2-4-2-15,2-4-8 0,-19 0 1 16,13 0-6-16,4 0 0 0,47-15-18 0,-45 7-28 15,-3 2-6-15,-2-3-25 0,-1 1-30 0,-2-1-13 16,-2 0-39-16,-3 1-33 0,0 0-43 16,-2-1-176-16,-5 0 1 0</inkml:trace>
  <inkml:trace contextRef="#ctx0" brushRef="#br0" timeOffset="85030.31">15396 13121 18 0,'-8'-4'202'0,"2"-2"-18"0,-1-1-11 16,0-6-18-16,5 2-10 0,0 0-15 0,2 3-18 15,12-20-11-15,3 7-6 0,1 2-16 16,7 0-15-16,3-2-7 0,6 1 0 0,4-1-6 16,2 2-2-16,-1 2-7 15,2-1 1-15,-2 4-10 0,-1 2 1 0,-2 1 2 0,-4 8-4 16,4 1-7-16,-21 2 0 0,7 0-7 0,15 21 4 16,-25-3 9-16,-10 6-9 0,0-10 6 15,-24 28-8-15,0-15 8 0,-4-2 8 0,-4 4-6 16,0-3 1-16,-4-3 6 0,3-3-3 0,-2-2 1 15,3-4-12-15,2-4 5 0,2 0-11 0,-2-1-12 16,5-4 3-16,-1-5-5 0,17 0-10 16,-10-13-16-16,13 6-55 0,8-12-30 0,9 0-53 15,6-2-91-15,7-1-191 0,7-7 1 0</inkml:trace>
  <inkml:trace contextRef="#ctx0" brushRef="#br0" timeOffset="85316.12">16561 12323 135 0,'-14'-12'158'15,"-4"4"-14"-15,-6 4 1 0,-2 3-16 16,12 1-14-16,-28 12-2 0,14 1-13 0,-2 1 1 16,0 6-13-16,0 5 3 0,-2 4-7 0,-2 7-12 15,1 5 5-15,2 6-2 0,2 5-1 0,2 3-2 16,3 1 0-16,3 4 0 0,4 1 11 15,2-1-2-15,4 1-7 0,3-2 10 0,7-5-16 16,1-29 4-16,0 9-13 0,21 45-2 0,-6-37 3 16,5-8-15-16,4-2-17 0,3-6-28 15,3-5-29-15,1-8-61 0,0-5-93 16,2-7-88-16,-20-1-243 0,22-19 0 0</inkml:trace>
  <inkml:trace contextRef="#ctx0" brushRef="#br0" timeOffset="85421.23">16281 13104 21 0,'-18'-32'175'0,"0"2"-21"0,-2 0-16 15,4 3-4-15,1 3-9 0,2 1-16 0,1 1-6 16,1 0-11-16,6 4-14 0,5 10-1 0,0-3-5 16,26-14 3-16,-2 12-9 0,7 4-6 15,5 2-4-15,7 2-4 0,5-2-6 0,6 1-34 16,0 1-46-16,2 1-47 0,0-3-108 0,0 2-139 16,-6-1 74-16</inkml:trace>
  <inkml:trace contextRef="#ctx0" brushRef="#br0" timeOffset="85821.46">17455 12325 37 0,'-11'-15'158'0,"-1"1"-9"0,0 5-20 15,-3 3 10-15,1 4-20 0,14 2-5 16,-15 0-8-16,-18 19-11 0,14-4-2 0,3 4-2 15,0 4-11-15,0 6-8 0,-1 6 5 16,1 6-5-16,-2 4-5 0,2 11 5 0,2 1 2 16,2 3-14-16,1-1 1 0,2-1-2 0,2 0 1 15,2 1 0-15,1-2 1 0,0-2-15 16,-2-7 1-16,2-3 7 0,-1-3-10 0,-2-5 5 16,-1-1-9-16,-2-7 2 0,-5-5-3 0,-1-1-10 15,0-5 13-15,-8-4-14 0,-3-6-6 16,-2-7-20-16,13-1 5 0,-25-12-10 0,15-3-4 15,4-1-16-15,2-5-9 0,4-5 1 16,6 2 9-16,4-5-9 0,6 14 5 0,0-6-1 16,20-24 3-16,-2 21-7 0,6 1 4 0,6 2 6 15,7 1-1-15,6 2 3 0,5 3-2 16,5 2 4-16,3 2 2 0,1 3-6 0,2 3-25 16,-2 0-41-16,2 5-40 0,0-1-70 0,-30 1-158 15,12 0 14-15,6 0 0 0</inkml:trace>
  <inkml:trace contextRef="#ctx0" brushRef="#br0" timeOffset="86185.8">17893 12798 90 0,'-8'-16'181'16,"1"1"-20"-16,-2 1-5 0,1 3 1 16,0 5-20-16,0 3-16 0,0 2-3 0,8 1-15 15,-13 0-16-15,-17 19-8 0,10-3 0 0,2 4-13 16,-4 3-3-16,1 5 2 0,-3 5-5 15,-1 1 0-15,2 3-6 0,2 0-4 0,3-2 12 16,5-5-1-16,0-2 1 0,2-5-14 16,0-1 6-16,5-2-1 0,0-6-13 0,6-14 8 15,0 0-11-15,14 11-15 0,-5-14 1 0,8-3-12 16,3-5-6-16,2-2-3 0,0-1-10 16,0 0-2-16,-1 2 7 0,-4-1-4 15,1 2 2-15,-4 3-2 0,-4 2-2 0,-1 1-9 16,-5 1 9-16,1-1-4 0,-1 4-2 0,0 1 5 15,-4 0-7-15,0 0 4 0,0 0 8 16,8 17 2-16,-10 6 1 0,2-10 6 0,-10 23 2 16,2-10-2-16,3 1-9 0,0-2 2 0,3-7-2 15,1-1 5-15,1-4-6 0,0-13 3 16,0 10 2-16,12 1-18 0,5-7-28 0,3-6-28 16,-8 2-28-16,27-17-59 0,-16 4-64 15,2-5-179-15,0-2 0 0</inkml:trace>
  <inkml:trace contextRef="#ctx0" brushRef="#br0" timeOffset="86408.9">18159 12974 55 0,'14'-23'185'0,"0"2"-17"16,-5 5-7-16,-1 1-4 0,-1 1-14 0,-2 3-13 15,-1 4-9-15,-1-1-15 16,-2 2-3-16,0 3-9 0,1-1-11 0,-2 2-4 0,0 2-9 16,-4 2-9-16,1 0-5 0,-6 8-6 15,-3 6-3-15,-4-1 2 0,0 8-11 0,-2 2 8 16,0 1-2-16,-1 6 0 0,2 0 1 0,-1 6-7 15,5-2-5-15,2-2-1 0,3-2-8 0,3 1 18 16,5-4-8-16,0-16-2 0,13 19-13 16,2-19-7-16,5-6-23 0,1-5-33 0,-9-2-31 15,27-14-52-15,-15-3-63 0,0-4-106 16,-1-6-119-16,-1-5 0 0</inkml:trace>
  <inkml:trace contextRef="#ctx0" brushRef="#br0" timeOffset="86608.2">18448 12604 158 0,'4'-26'171'0,"-2"5"-16"16,-2 11-8-16,0 0-10 0,0 1-17 0,0 9-6 16,6-8-7-16,-6 12-7 0,0 4 0 0,0 17 0 15,0 3-16-15,0-10 5 0,0 8-9 0,0 7 1 16,-12 47-4-16,4-33-3 0,2 4 9 16,-2 4 2-16,0 3-18 0,2-1-8 0,2-3-18 15,-2-3-25-15,4-4-27 0,0-3-28 16,0-6-24-16,2-3-33 0,0-23-69 0,0 3-105 15,16 10-131-15,-10-28 1 0</inkml:trace>
  <inkml:trace contextRef="#ctx0" brushRef="#br0" timeOffset="86775.4">18454 13050 98 0,'2'-34'156'0,"-2"19"-15"16,0-6-4-16,12-24-6 0,-4 22-14 16,0 4-4-16,2 0-12 0,4 4-3 0,6 3-4 15,4 1-4-15,6 2-9 0,0 3-4 0,1 1-7 16,1 1 1-16,4 2-20 0,1 2-23 15,1-2-35-15,-21 2-44 0,11 0-64 0,4 0-164 16,0 0-22-16,-4 0 0 0</inkml:trace>
  <inkml:trace contextRef="#ctx0" brushRef="#br0" timeOffset="87376.09">16493 13689 112 0,'-16'12'163'0,"-4"7"-15"16,0-1-7-16,4 3-6 0,-4 5-12 0,0 2 1 15,1 8-8-15,0 1 0 0,1 3-10 0,0 2-7 16,4 1-13-16,2 0-1 0,2-2 2 0,5-3-12 15,1-3 11-15,4-1-5 0,0-20-6 16,13 19-3-16,5-21-13 0,8-8-6 16,-11-4-2-16,40-16-8 0,-11 0-4 0,4-6-21 15,8-8 2-15,-4 1-7 0,2-5-10 16,-2 2 5-16,-2-1-6 0,-2-1-8 0,-6 5 1 0,-4 3-8 16,-4 2 4-16,-4 3-2 0,-4 2 3 15,-4 4-10-15,1-2 14 0,-3 4-5 0,-5 5-2 16,-5 5 2-16,-10 3 0 0,0 0 5 15,8 28 2-15,-13-1 6 0,-7 5 6 0,-3 7 7 16,-2 8 5-16,-4 3 8 0,-3 1 3 16,-2 1 1-16,-2 1-4 0,2-3 5 0,0-3-5 15,0-6 6-15,4-1 3 0,-2-6 11 0,4-4-13 16,-2-2 1-16,2-3-2 0,0-3-15 0,0-3 2 16,0-6 13-16,-2 3-3 0,-2-4-8 15,0-1 2-15,-2-6-7 0,0 1-15 0,4-5-21 16,0 2-6-16,14-3 2 0,-6 0-2 15,2 0-28-15,2 0-21 0,4 0-33 0,6 0-18 16,0 0-31-16,-8-13-25 0,14 12-56 0,0-2-241 16,14-1 0-16</inkml:trace>
  <inkml:trace contextRef="#ctx0" brushRef="#br0" timeOffset="87664.43">17239 14323 163 0,'2'-10'199'0,"1"3"-8"0,-2 2-16 0,1 1-10 0,-2 2-16 16,0 2-11-16,-3 4-19 0,2 2-10 16,-5 11-5-16,1 5-10 0,0 3-6 15,-6 3 1-15,3 1-10 0,1 3 12 0,1-3-9 0,-1 0-1 16,2 3-12-16,-2 0-9 0,0-1-12 15,2-2 4-15,2 2-6 0,-1-1-12 0,2-6 6 16,0 1-12-16,2-6-5 0,0-11-26 16,0 1-16-16,0-2-30 0,0-7-38 0,16 16-39 15,-9-17-59-15,8-6-124 16,-3-7-126-16,1-1 0 0</inkml:trace>
  <inkml:trace contextRef="#ctx0" brushRef="#br0" timeOffset="87886.33">17652 14305 161 0,'-3'-6'186'0,"0"-2"-11"15,-1 3-4-15,6 1-13 0,-5 2-24 0,3-1-9 16,0-1-12-16,3 1-3 0,9-6-20 0,2-2-3 15,6 5-10-15,6-5-9 0,0 4-11 0,4-1-5 16,0 3-9-16,5-2-40 0,2 0-64 16,1 0-76-16,-2-3-175 0,1-2-13 0,-4-2 0 15</inkml:trace>
  <inkml:trace contextRef="#ctx0" brushRef="#br0" timeOffset="88487.43">18452 13668 63 0,'0'-1'189'0,"0"-1"-20"0,2 1-8 0,-2 1-11 16,0 1-11-16,2 2-1 0,-4 1-13 16,2 2-11-16,-2 12-8 0,0 3 4 0,2-9-21 15,-12 29-5-15,6-10 2 0,0-3-8 16,-4 4-13-16,4-2 0 0,0 2-5 0,2 0-7 15,0 0-5-15,4 0-11 0,0-2 11 16,0-17-11-16,0 4 6 0,12 16 22 0,0-22-8 16,6-5-3-16,4-6 3 0,-10 0-10 15,28-11-9-15,-10 0-9 0,4-2-7 0,2-4 7 0,0-3-13 16,2-1 1-16,-1 0-13 0,-1-2-7 16,-1 5-4-16,-2-1 4 0,-5 2-12 0,-3 0 12 15,-2 2 2-15,0 0-8 16,-3 3 2-16,-4 3-13 0,-6 3 2 0,-3 6 7 0,-7 0-5 15,0 0 3-15,-1 23 12 0,-10 2-5 0,-2 1 7 16,-7 4-3-16,-8 8-2 0,0 3-3 0,0 6 1 16,-4-3 13-16,1 2-8 0,-1-3 12 15,1-5 1-15,2 2 21 0,2-5 10 0,1-2 7 16,2-4-10-16,2-4 8 0,0-2-6 0,2-4 4 16,-2-2-8-16,0-2-2 0,0-3 6 15,-4-2 0-15,-4-2-3 0,-2-2-26 0,-2-3 0 16,0-2-14-16,18-1-26 0,-8 0-8 15,-29-12-22-15,26 5-27 0,6-2-33 0,2-1-36 16,7-3-50-16,7-1-402 0,2 1 0 0</inkml:trace>
  <inkml:trace contextRef="#ctx0" brushRef="#br0" timeOffset="88720.11">19126 14039 224 0,'26'-11'212'0,"2"0"-1"0,-1 2-13 0,-7 1-19 16,-4 3-26-16,-5 1-2 0,-11 4-14 16,0 0-12-16,8 11-20 0,-14 4-2 0,-3 2-6 15,-6 6-11-15,1 0-17 0,-4 3-4 16,-2 3-1-16,-1 1-13 0,0 4-9 0,-1-2 8 16,1 2-29-16,0-2-32 0,2 0-28 0,3-2-27 15,4-3-34-15,0-4-13 0,8-3-62 0,4-20-122 16,16 14-89-16,7-17 0 0</inkml:trace>
  <inkml:trace contextRef="#ctx0" brushRef="#br0" timeOffset="89032.48">19694 13902 177 0,'16'-7'198'0,"-4"-1"-13"0,-2 6-6 15,-5 2-11-15,-1 2-15 0,-3 2-13 16,-2 4-14-16,-7 10-5 0,-3 1-13 0,-5 5-1 15,0-1-11-15,-5 5-16 0,-3 0 3 16,1 2-11-16,1-2-11 0,0-2 7 0,5-5-6 16,0 0-3-16,1-2-7 0,2-2-12 15,10-6 10-15,4-11-17 0,16 15 2 0,4-9-4 16,8-5-1-16,-10-1-4 0,7 0 3 16,6 0-9-16,2 0-8 0,2 0 10 0,-2 0-9 15,35-12-1-15,-37 8-1 0,-7 4 2 16,-3-2 1-16,-6 2 2 0,-15 0-6 0,9 0 1 15,-2 0 5-15,2 11 5 16,-12-5-4-16,-10 11 5 0,-8 1-8 0,-2-2 3 0,-6 2 0 16,-6 2 8-16,-2-2-33 0,-6 3-1 0,0-2-35 15,1-2-42-15,0-3-37 0,2-7-57 16,3-1-63-16,20-6-302 0,-7 0 0 0</inkml:trace>
  <inkml:trace contextRef="#ctx0" brushRef="#br0" timeOffset="89176.3">19604 13838 5 0,'38'-23'138'0,"2"3"-4"0,3 1 2 0,4 3-4 0,1 2 6 15,0 1-11-15,-2 2-7 0,-2 2-18 16,-4 2-33-16,-2-2-39 0,-8 2-53 0,-4-2-85 16,-4-2-176-16</inkml:trace>
  <inkml:trace contextRef="#ctx0" brushRef="#br0" timeOffset="89720.65">14877 11361 135 0,'-67'34'147'0,"-4"7"-14"0,-6 11-10 16,-5 7 4-16,-2 9 3 0,-4 9-8 0,-58 61-10 15,13 5 20-15,33-22-10 0,21-12-9 16,14-9 0-16,5 4-4 0,7-2-11 0,9 3-4 16,9 0-4-16,8 1-1 0,9 2-4 15,8-4-17-15,9-1 9 0,1-56 11 0,23 92-11 0,-1-54-5 16,10-5 2-16,6-6-4 0,4-5-10 16,6-4 12-16,6-6-22 0,4-5-4 0,5-5-30 15,9-3-20-15,4-6-36 0,7-6-39 16,5-2-37-16,1-6-62 0,8-7-48 0,1-3-325 15,4-6 1-15</inkml:trace>
  <inkml:trace contextRef="#ctx0" brushRef="#br0" timeOffset="90330.96">21124 11977 132 0,'4'16'150'15,"4"5"-7"-15,0 6-2 0,0 3-6 16,4 6-1-16,-2 10-13 0,2 6 0 0,-2 10-2 16,-2 6-3-16,-3 7-7 0,-3 5-10 0,-2-38-14 15,-11 97 1-15,-3-39-15 0,-4 8 2 16,-2 3 7-16,-4 0-3 0,-4-1 17 0,4-4-3 15,-4 2-10-15,4-5-5 0,0 2 10 16,0-5 0-16,0-5 1 0,4-6-8 0,-2-7-8 16,2-2 0-16,-1-9-4 0,0-3-8 15,-1-5-4-15,0-4-12 0,-2-2 3 16,0-6-13-16,-3-4-2 0,-1-2-12 0,-3-6-3 0,-2-4-21 16,-3-5-36-16,-4-4-46 0,-5-5-37 15,-2-7-99-15,0-5-453 0,-2-3 0 16,28-6 0-16</inkml:trace>
  <inkml:trace contextRef="#ctx0" brushRef="#br0" timeOffset="90974.74">23546 12321 40 0,'-27'0'135'0,"9"0"5"16,-10 0-12-16,-46 11-2 0,21-2 0 15,-2 6-4-15,-5 4-13 0,-4 5-2 0,-4 9-10 16,-8 4-1-16,0 9 1 0,-2 7 1 15,0 8 3-15,-2 8-5 0,4 11 23 0,4 5 0 0,-2 10 13 16,6 2-17-16,4 4 19 0,4-4-8 16,4-2-17-16,8 1 2 0,4-7 1 0,6 3-8 15,6-5-12-15,6-4-6 0,6-6-5 16,6-5-13-16,4-3-1 0,4-6-16 0,6-6-4 16,0-30-13-16,15 47-3 0,0-31-22 15,9-6-20-15,4-3-34 0,8-6-32 0,2-7-46 16,8-4-29-16,2-7-43 0,8-5-84 0,0-3-342 15,-28-2 0-15</inkml:trace>
  <inkml:trace contextRef="#ctx0" brushRef="#br0" timeOffset="91435.24">23839 12589 131 0,'0'0'163'0,"2"3"-14"0,-1 2 3 0,0 3-3 0,-2 16-14 16,1-11-14-16,0 10-2 0,-11 38-10 15,2-19-3-15,-3 4-2 0,-5 3-15 0,-3 12 16 16,-4 4-11-16,-3 7-8 0,-5 3 2 0,1 1-11 15,-1-1 19-15,0 0-14 0,2-4 4 16,2-2 7-16,0-4-15 0,2-3-14 16,4 2 12-16,0-8-2 0,4-3-22 0,0-6-14 15,5-1-29-15,0-5-11 0,2-5-19 0,2-4-23 16,2-3-18-16,-1 3-19 0,3-11-24 16,1-2-38-16,4-19-36 0,0 0-129 15,14 8-137-15,-2-16 0 0</inkml:trace>
  <inkml:trace contextRef="#ctx0" brushRef="#br0" timeOffset="91806.87">24628 12561 98 0,'3'-8'163'16,"0"2"-10"-16,-2 6-9 0,2 0-3 0,-3 6-10 0,-3 2-11 16,-1 13-8-16,-4 5-2 15,-1 2-12-15,-2 5 2 0,-5 4-4 0,-1 7-13 16,-5 3 5-16,1 7-12 0,-4 0 18 0,-5 5-2 15,1 6-7-15,-2 0 9 0,6 0-1 0,-3 1-12 16,3-2-7-16,-1-2-6 0,6-1-2 16,0-1 4-16,0-6-27 0,6-1 0 0,0-3-26 15,6-4-13-15,0-4-12 0,2-1-22 16,4-4-11-16,2-19-20 0,0 7-24 0,12 27-39 0,0-27-68 16,0-8-78-16,-2-6-187 0,-2-7 0 15</inkml:trace>
  <inkml:trace contextRef="#ctx0" brushRef="#br0" timeOffset="92163.69">24101 13314 67 0,'-5'-2'176'0,"-1"1"-3"0,2 1-7 0,2-1 3 0,-1-1-12 15,2 2-17-15,-1 0-8 0,5 0-18 16,0 2-13-16,14 0-1 0,6 1-17 0,-10-3 5 15,36 7-7-15,-15-3-7 0,2 1-18 0,6 0-2 16,2 1 3-16,2-1-3 0,4 3-13 16,2-1 5-16,4 0-4 0,1-2 2 0,6 4-22 15,-1-1 7-15,-2 2-11 0,-1-3-32 16,-2 0-47-16,-2-3-53 0,-2-1-87 0,-3-3-273 16,-28 0 0-16</inkml:trace>
  <inkml:trace contextRef="#ctx0" brushRef="#br0" timeOffset="92608.78">26215 12964 5 0,'-25'-7'173'16,"10"7"-22"-16,-31-4-10 0,28 4-5 0,-8 0-7 16,-2 0-17-16,-32 16-2 0,27-5-11 15,0 3-5-15,0 6-5 0,-2 3-16 16,2 10-1-16,1 3 0 0,-2 9 1 0,4 3 9 0,2 1-11 16,1 7 7-16,6-2-1 0,5 0 7 15,4-1-3-15,2-3-2 0,8-4-14 0,2-24-3 16,13 41-5-16,2-24-15 15,9-7-23-15,5-2-41 0,8-5-41 0,2-4-49 0,9-3-51 16,-1-6-92-16,-1-4-173 0,-2-5 0 0</inkml:trace>
  <inkml:trace contextRef="#ctx0" brushRef="#br0" timeOffset="92908.77">26207 13653 87 0,'-6'-25'189'15,"-2"-1"-14"-15,2 0-14 0,4-1-11 0,-1-1-13 16,3 13-15-16,0-6-11 0,0-3-13 15,17-29-6-15,-3 28-15 0,0 3 0 0,9 1-12 16,5 0-1-16,8 3-7 0,4 2-4 16,5 3-5-16,2 3-10 0,2 4-2 0,-1-2 2 15,-24 8-8-15,9 0 4 0,3 0-2 16,34 13-2-16,-40-4-2 0,-10 4-5 0,-8 4-1 16,-12-7 2-16,-16 23-7 0,-6-11 6 0,-12 3-6 15,-6 2 16-15,-4-4-9 0,-1 0 8 0,0-5-2 16,4 0-6-16,1-5 1 0,4-3 4 15,2-1-3-15,4-4-11 0,2 1-5 0,1-2-5 16,4-3 0-16,14-1-13 0,-2 0-16 16,2 0-25-16,-3-15-41 0,12 9-36 0,4-3-6 15,8-2-63-15,1-5-79 0,7 0-105 0,0 0 0 16</inkml:trace>
  <inkml:trace contextRef="#ctx0" brushRef="#br0" timeOffset="93231.98">27883 12863 161 0,'-4'-6'166'0,"-3"0"-10"0,-10 1 1 16,-7 1-19-16,-4 4-13 0,10 0-7 15,-8 0-6-15,-40 13-12 0,19-1-5 0,-1 4-6 16,-3 5-1-16,-5 4-3 0,-1 7-8 0,-3 4 1 16,0 5 4-16,-2 6-8 0,5 4 8 15,2 0-4-15,3 2-10 0,7 0 7 0,2 1-2 16,4-1-9-16,7 0-2 0,6-4 4 0,3-2-10 16,8-3-2-16,5-1 5 0,6-4-23 15,4-21 28-15,16 35-23 0,2-23-1 0,9-4 0 16,6-2-20-16,7-4-21 0,2-5-47 15,2-2-33-15,-1-8-51 0,-1-3-49 0,-22-2-78 16,11 0-286-16,33-20 1 0</inkml:trace>
  <inkml:trace contextRef="#ctx0" brushRef="#br0" timeOffset="93410.38">27219 13574 69 0,'-24'-25'190'0,"0"4"-12"0,4 3-10 0,3-1-13 15,-1 3-16-15,5 2-9 0,1 2-12 0,5 1-11 16,6 5-18-16,1 6-7 0,19-10 1 0,3 7-4 15,12 1-6-15,-18 2-4 0,12 0-5 16,10 0-9-16,8 0-6 0,54 15-14 0,-43-9-25 16,0-1-57-16,-1 1-57 0,-1-2-125 15,1 0-162-15,-6-3 0 0</inkml:trace>
  <inkml:trace contextRef="#ctx0" brushRef="#br0" timeOffset="93956.33">28320 13499 52 0,'-5'-2'179'0,"-1"2"3"15,1 0-9-15,-2 2 0 0,-11 1-22 16,-2 7-3-16,-2 3-14 0,1 4-2 0,4-1-24 16,-1 4-5-16,1 3-1 0,-2 1-11 15,3 2-10-15,2-1 4 0,0 3-13 0,4-1 7 16,2 0-12-16,4 0 6 0,1-2-4 0,3-14-4 16,0 4 3-16,12 15-3 0,-1-18-4 15,7-5-15-15,4-3 7 0,-9-4-12 0,7 0-4 16,29-14-13-16,-18 3-4 0,1-4-1 15,0-3-14-15,0-1-1 0,0-2-7 0,-1 2 4 16,-3-2-11-16,-3 2-4 0,-2 0 2 0,-2 5-1 16,-2-4-5-16,-2 5 10 0,-1 2 0 15,-4 1 3-15,-4 6-6 0,-3 4-6 0,-5 0 15 16,2 11-7-16,-9 10 15 16,-1 4 1-16,-7 1-6 0,-6 8 9 0,-3 6-8 15,-4 3 20-15,-1 3 0 0,-2 1-12 0,2 3-1 16,-2-3 0-16,2 1 8 0,1-3 10 0,1-3 23 15,3-4 1-15,-1-3-3 0,3-3-2 0,0-3 7 16,-1-5 3-16,-1-3-11 0,-4-3-6 16,1-4-8-16,-2-5 8 0,-2-2-2 0,-3-5-4 15,-2 1-3-15,16-3 4 0,-14 0-2 0,-43-20-13 16,30 9-14-16,1-2 2 0,2-3-11 0,0 3 4 16,4 0-21-16,1 1 0 0,7 0-34 15,6-1-26-15,3 1-47 0,6-3-39 0,13 4-55 16,4 1-461-16,21-12 0 0,2 10 0 15</inkml:trace>
  <inkml:trace contextRef="#ctx0" brushRef="#br0" timeOffset="94236.85">29046 13511 40 0,'23'-12'206'16,"-3"4"-17"-16,-4 6-6 0,-16 2 0 0,9 0-23 16,7 21 0-16,-13-3-8 0,-3-4-17 15,-14 27-18-15,2-7-5 0,-5 0 6 0,-3 6-3 16,-5 3-7-16,-2 8-16 0,-2-3 8 0,-2 4 3 16,3-1-20-16,2-2 11 0,0 2-8 15,4-1-6-15,0-3-6 0,2 0-19 0,6-5-4 16,-1-5-23-16,3-4-22 0,2-2-26 0,2-4-12 15,1 2-17-15,4-8-32 0,3-13-33 0,0 2-72 16,12 1-69 0,-2-9-269-16,4-7 1 0</inkml:trace>
  <inkml:trace contextRef="#ctx0" brushRef="#br0" timeOffset="94678.03">30033 13412 157 0,'-14'-10'180'0,"-4"7"-9"0,-6 3-5 16,10 0-9-16,-29 13-10 0,7 6-11 0,-7 3-8 16,-5 13-4-16,-9 3 5 0,-3 5-8 0,-2 5-9 15,1 3 8-15,2 3-23 0,3 2 21 16,5 0-19-16,7 1-5 0,4 1-4 0,4-3-7 15,8-2-14-15,6-2 1 0,4 0-12 0,8-5 5 16,7-3-5-16,3-23 3 0,17 36-10 16,3-26 3-16,10-3-7 0,7-2-10 0,2-5 17 15,3-6-11-15,0 2-11 0,-2-7-7 0,0-4 15 16,-7-2-24-16,-17-3-1 0,8 0-17 0,24-19 10 16,-28 2-14-16,-5-2-20 0,-7-2 0 0,-5-5-1 15,-3 13 8-15,-18-25-5 0,3 15-4 16,-5 6 11-16,-2 2 0 0,-4 4 1 0,-2 5-9 15,-5 3 11-15,16 3 5 0,-7 0-2 16,-30 20 1-16,25-5 3 0,2 4 5 0,3 2 0 16,3 3-9-16,4-1-9 0,5 2 3 0,4 3-23 15,6-1-21-15,2-16-31 0,15 19-40 16,2-13-46-16,7-4-84 0,3-7-271 0,4-1 1 16</inkml:trace>
  <inkml:trace contextRef="#ctx0" brushRef="#br0" timeOffset="95108.11">30864 12732 24 0,'2'-2'190'0,"1"2"-21"0,1 3-3 15,9 14 13-15,6 2-12 0,1 9-7 0,5 5-15 16,-1 9-4-16,2 10-13 15,-4 7 16-15,0 8-16 0,-5 9-4 0,-6 6-13 0,-6 6-14 16,-5-44-11-16,-16 92-5 0,-4-42 22 16,-4 1-17-16,-3-2 2 0,-3-2 8 0,-1-2 7 15,-1-5-2-15,0-3 11 0,0-3-9 0,0-4-5 16,0-3 1-16,-4-6-11 0,5-4 4 0,-3-4 0 16,-4-3-6-16,2-3-3 0,-1 0-10 15,-3-4 0-15,-3-4 4 0,-4-3-2 0,-2-3-10 16,-3-3-3-16,-3-3-8 0,-1-5-34 15,-1-3-73-15,-2-3-98 0,-6-4-136 0,-4-7-633 16,0-7 0-16,34-2 1 0</inkml:trace>
</inkml:ink>
</file>

<file path=ppt/ink/ink75.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4T11:09:28.952"/>
    </inkml:context>
    <inkml:brush xml:id="br0">
      <inkml:brushProperty name="width" value="0.05292" units="cm"/>
      <inkml:brushProperty name="height" value="0.05292" units="cm"/>
      <inkml:brushProperty name="color" value="#FF0000"/>
    </inkml:brush>
  </inkml:definitions>
  <inkml:trace contextRef="#ctx0" brushRef="#br0">20480 5785 141 0,'0'0'152'0,"0"0"-12"0,-15 0-7 0,15 0 12 15,-23 11-21-15,19-12-9 0,-1 0-14 0,2-1-8 16,-1 0-3-16,2 1-19 0,-4 1-3 16,5-1-7-16,-2 0-6 0,3 1 3 0,0 0-15 15,0 0 0-15,0 0-10 0,-9-9 1 16,9 6-9-16,-3 2 4 0,2-4-13 15,0 2 5-15,-1-3-1 0,2 1-11 16,-1-3 2-16,1-11 4 0,0 12-12 0,0-4 1 16,0-4 1-16,0-2-6 0,11-24 5 0,-5 23-4 15,2-5 0-15,0 3-4 0,3-3 2 0,1 1 4 16,1 1-6-16,3-1-3 0,2 3 8 16,0-1-4-16,1 3-4 0,4 1 10 15,2 5-6-15,2-2 4 0,2 0 3 0,2 2-4 16,3 3 2-16,1 1 3 0,1 5 7 15,1 0-8-15,-19 2 8 0,8 0 3 0,32 17-2 16,-26-5 3-16,-2 4 8 0,-4 5-9 0,-4 5 9 16,-4 1-2-16,-2 7 1 0,-4 1-5 0,-6 1-3 15,0 4 3-15,-6-21 7 0,0 12-6 0,-12 40-1 16,-2-31 2-16,-2 0-4 0,-2-2-1 16,-4 0 13-16,-2-2 11 0,-2-2-10 0,2-2 12 15,-4 0 5-15,0-3 14 0,-3-1-5 16,-1-6-12-16,3 2 5 0,-2-5-5 0,2-2-1 15,-2-3 3-15,0-3-5 0,2-5-16 0,1 1 6 16,-5-5-14-16,5 1-4 0,13-3 3 0,-5 0-10 16,-24-14-6-16,20 3-25 0,3-1 3 15,3-4 6-15,0 0-15 0,3-1 4 16,4 0 2-16,5-1-3 0,-1 0-4 0,2 0-2 16,3-3 6-16,2 12-12 0,0-5 11 0,15-20-8 15,-3 16-12-15,4-2-31 0,-1 4-45 16,3 4-42-16,21-16-527 15,-20 15 246-15</inkml:trace>
  <inkml:trace contextRef="#ctx0" brushRef="#br0" timeOffset="441.7">21188 5958 57 0,'3'-2'193'0,"1"2"-14"16,0-3-1-16,1 2-16 0,0-2-10 0,1 2-18 16,10-5-5-16,0-1-12 0,0 2-17 15,1-1 3-15,-4 2-9 0,-3 3-7 0,-1-2-19 16,0 3-3-16,-9 0-2 0,0 0-4 16,8 0-20-16,-8 0-1 0,8 0 4 0,-8 0-2 0,0 0-14 15,10 12 0-15,-12-8 6 0,-2-1-5 16,2 2-4-16,-2-2 2 0,-2 0-9 0,1 2 5 15,0-3 2-15,-1 1-13 0,1-1 10 0,1 2-2 16,-3-2 8-16,3 0-9 16,-1-1-8-16,2 1-29 0,-1-2-23 0,2 0-35 15,2 0-26-15,0 0-52 0,0 0-49 0,2-7-248 16,2 3 0-16</inkml:trace>
  <inkml:trace contextRef="#ctx0" brushRef="#br0" timeOffset="885.37">21762 5711 150 0,'-4'-2'190'15,"0"-2"-15"-15,-4-7-8 0,2 1-20 0,4-1-13 16,0 4-7-16,4-1-23 0,-2 8-9 16,0-13-14-16,16-12-8 0,-3 10-10 0,3 4-8 0,4-2-10 15,2 1-4-15,2 5-3 0,0 0 0 16,2 0-8-16,1 5 1 0,-14 2-6 0,7 0-2 16,2 0-7-16,23 20 2 0,-26-8-9 15,-1 4 6-15,-4 1 2 0,-4 3-10 0,-4 4 4 16,-6 0 2-16,0-9-8 0,0 7 5 15,-16 26 8-15,4-18-1 16,-2-4 9-16,0 2-3 0,-4-1 6 0,4-1-1 0,-2-1-2 0,1-2 5 16,2-3 0-16,-2 3-10 0,4-4 11 0,1-3 1 15,0-1-1-15,5-4 0 0,4-1-5 16,1-10 1-16,0 6-4 0,0-6-3 16,21 25 7-16,-2-18-21 0,3-1 1 0,4-2 14 15,3-4-21-15,6 1 13 0,-3-1-7 0,-16 0-12 16,10 0-23-16,6 0-34 0,34-11-49 15,-28 8-61-15,-2-5-95 0,0 3-202 0,0-3 0 16</inkml:trace>
  <inkml:trace contextRef="#ctx0" brushRef="#br0" timeOffset="1287.58">22533 5711 109 0,'-2'-6'176'0,"0"0"-8"15,2 1-14-15,2-1-10 0,8-4-22 0,2 1-7 16,8 0-11-16,4 2-11 0,4 1-7 0,2 2-10 16,-2 3 0-16,4 1-13 0,-18 0-3 15,8 0-14-15,24 21 4 0,-22-11-2 0,-2 5-5 16,-6 2 4-16,-4 0-5 0,-2 4 0 15,-4 2-12-15,-6 3 0 0,0-13 13 0,-12 30 0 16,4-14-1-16,-4-1 8 0,0-1-14 16,-4-1 3-16,4 4 0 0,0-5-6 0,0 2-4 15,0-3-4-15,2-2 13 0,4-2-7 16,-2-2 3-16,4-1-14 0,0 0 4 0,4-6 10 16,0-11 4-16,0 11-19 0,16 12-1 15,-4-14 5-15,2 1-1 0,4-1-11 0,2-3 11 16,4-1-20-16,2 0 16 0,4-1-9 0,2-3 0 15,4 1-10-15,-4 0 1 0,2 0-16 0,0-2-40 16,-16 0-51-16,8 0-91 0,2 0-113 16,2 0-186-16,32-17 0 0</inkml:trace>
  <inkml:trace contextRef="#ctx0" brushRef="#br0" timeOffset="2230.54">24013 5820 100 0,'0'0'135'15,"0"0"0"-15,0 0 0 0,0 0-1 0,0 0-7 16,-9 8-5-16,-6 3 5 0,0 2-10 0,-4 1 3 16,2 0 3-16,-2 4-18 0,-1-3-4 15,0 3-11-15,-2 2-4 0,-2 0-14 16,-6 3-1-16,4 3-11 0,-1 2 6 0,-1-1-11 15,0 1-2-15,-1 0 17 0,1-1-2 0,1 0-17 16,0-2-10-16,3-2 10 0,2 0-10 16,-2-2-2-16,5-3-6 0,0 2 1 0,1-4-3 15,-1 0 2-15,6-3-20 0,1 0 0 0,1-5 3 16,3 1-5-16,3-4-28 0,-1 1-14 16,2-4-44-16,0 0-30 0,4-2-64 0,0 0-94 15,-1-9-242-15,8-9 0 0</inkml:trace>
  <inkml:trace contextRef="#ctx0" brushRef="#br0" timeOffset="2495.81">23587 5742 87 0,'19'3'172'16,"-2"4"-5"-16,1 4-6 0,-1 3-2 15,0 4-1-15,-1 1-7 0,-2 8-22 0,-6 1-1 16,4 4-16-16,0 4-8 0,0 2 2 0,1 4-14 16,0-1-9-16,3 2-11 0,-1 2 2 15,2-5-11-15,-2 1-11 0,4-4-2 0,-1 0-8 16,0-5-5-16,-4 2-4 0,2-3-9 16,0-7 7-16,-1 1-22 0,0-5-21 0,-1 3-27 15,0-5-36-15,-2-4-41 0,-1-4-123 0,-3-6-215 16,0-2 0-16</inkml:trace>
  <inkml:trace contextRef="#ctx0" brushRef="#br0" timeOffset="4533.49">24396 6071 178 0,'0'0'188'0,"0"0"2"0,-14 0 22 0,14 0-17 16,0 0-19-16,0 0-18 0,0 0-17 15,0 0-24-15,0 14-13 0,0-14-9 0,-14 0 8 16,0 13-26-16,14-15 6 0,0 1-30 15,1-4 3-15,0 3-12 0,1-3-6 0,0-1 1 16,8-9-21-16,0-1-1 0,2 0-2 16,0 2-4-16,6-3-15 0,3 3 12 0,0 0-5 15,1 1-9-15,2 0 3 0,4 1 8 0,-3 3-4 16,3 0-4-16,-1 3 16 0,-1 2-2 16,0 4 6-16,-14 0-8 0,6 0 0 0,21 12-3 15,-19-1 5-15,-3 3 13 0,-3 2-8 0,-6 9 9 16,-3-1-2-16,-5-9 2 0,0 8-4 15,-16 30-2-15,3-23-7 0,-3 2 5 0,0-2 7 16,-3-4-3-16,-2 0 4 0,-2-5 5 0,2 0 16 16,-1-4-3-16,1-1 12 0,1-2-7 0,-5-2 4 15,2-3 9-15,4-5-21 0,1-2-17 16,7-2-18-16,-2 0-5 0,-17-15-6 16,16 5-17-16,0-1-14 0,2-1 0 0,3 0 1 15,2-3 10-15,-1-1-8 0,6 0-12 0,0 2 16 16,2 14-9-16,0-11 3 0,0 0 5 0,19-14-11 15,-7 12-17-15,1 3-16 0,-1 1-36 16,2 2-50-16,2 1-27 0,0 1-100 0,-2-2-146 16,2 2 0-16</inkml:trace>
  <inkml:trace contextRef="#ctx0" brushRef="#br0" timeOffset="4753.96">25056 6119 45 0,'4'-2'235'0,"-1"0"-28"0,1-1 10 0,-1 1-28 15,-2-1-17-15,2 1-19 0,-1-2-16 0,1 4-25 16,-2-3-4-16,2-1-17 0,0 0-6 0,1 2-16 16,0-2-33-16,1 1-35 0,6-5-47 15,5 2-109-15,0-1-160 0,0-2-21 16,4 3 1-16</inkml:trace>
  <inkml:trace contextRef="#ctx0" brushRef="#br0" timeOffset="5241.39">25408 5916 128 0,'-5'-7'219'0,"1"-1"-19"0,0 3-14 0,0-2-12 0,4 2-18 0,-3-2-25 16,2-1-10-16,1 1-20 16,0 7-1-16,0-13-15 0,12-16-20 0,0 14 3 15,5-1-13-15,3 1-16 0,6 3 3 0,2 1 0 0,1 2-14 16,0 4 6-16,5 2-5 16,-4 3 0-16,-15 0-11 0,6 0 7 0,26 19 0 0,-24-8-3 15,-6 3-4-15,-4 2 4 0,-5 1 0 16,-4 2-5-16,-4-8 3 0,0 6-11 0,-17 24-7 15,4-19 8-15,-3 2-3 0,-3-5 2 0,2 1 6 16,-2-3-1-16,0 1-3 0,1 0-5 0,0-4 2 16,4-1 2-16,-2-2 5 0,6 0 20 15,2-5-4-15,2 0-14 0,2-3 7 0,2 2-4 16,2-5-5-16,0 0-7 0,14 10-7 16,3-5 10-16,7 2 0 0,1 2 4 0,3-1-1 15,-1 0-6-15,-2 2 10 0,2 0-5 0,-3 2-6 16,-1-1-2-16,-1 5-6 0,-3 0 6 15,-4 1 2-15,-9 3 0 0,-4 3-13 16,-2-12 4-16,-18 25 0 0,4-13 6 16,-2-3-3-16,-3 0 3 0,-1-1 2 0,-1-1-8 0,-1 0-5 15,0-2 7-15,0-4 11 0,-2-1 7 16,0 3 2-16,2-6-9 0,2-3 16 0,0-1-2 16,-2-2-5-16,8-2 2 0,14 0-17 0,-12 0-36 15,-2 0-40-15,-11-19-29 0,16 8-47 16,5 0-55-16,1-2-351 0,3 13 0 0</inkml:trace>
  <inkml:trace contextRef="#ctx0" brushRef="#br0" timeOffset="5531.79">26190 5869 148 0,'3'2'175'0,"-1"2"-14"16,-2 4-2-16,2-1-6 0,-5 19-8 16,3-11 8-16,-9 29-12 0,1-8-9 0,-3 4-10 15,0-1-13-15,1 2-12 0,-1 2-6 16,0-2-13-16,1 0-4 0,0-3-2 0,0-2-11 16,0-2-1-16,2-3-11 0,0-2-8 0,0-1-3 15,0 0-11-15,2-2 3 0,-2-4-23 0,2-6 3 16,1-1-20-16,1-4-15 0,1-2-15 0,1-5-46 15,2-2-66-15,0-2-85 0,0-4-209 16,2 1 0-16</inkml:trace>
  <inkml:trace contextRef="#ctx0" brushRef="#br0" timeOffset="6021.79">26620 5720 159 0,'0'-6'176'0,"0"2"-20"16,0 2-4-16,0-3-12 0,0 3-11 0,0 1-20 15,-2 1-1-15,0 5-9 0,-11 7 3 0,-2 8-6 16,-3 3-12-16,-5 6-5 0,-2 6 8 0,-4 10-14 16,-2-1 7-16,-2 5 7 0,1 2-6 15,0 3-5-15,1 0-1 0,3-1-7 0,1 3 0 16,6-8 1-16,1 1-6 0,5-3-21 16,3-6 8-16,7-1-8 0,2-3 6 0,3-18-2 15,0 7-8-15,20 22 11 0,-5-25-9 16,2-5-7-16,3-2 2 0,3-3 2 0,1-3 11 15,-1-4 4-15,1-3-12 0,-14-2 13 0,4 0-9 16,15-11-29-16,-14 0 7 0,-5 1-8 0,-3-7-11 16,-3 0 2-16,-4 8 1 0,0-6-8 15,0 0-15-15,-17-17 6 0,7 15-10 0,0 3 6 16,-2 3-14-16,0 1 8 0,0 6-6 16,0 2 6-16,12 2-5 0,-15 0 0 0,-14 10 1 15,15-1-7-15,1 2 18 0,2 0-6 0,2 2 1 16,4-1-6-16,2 0-5 0,3-1-25 15,0-11-18-15,0 13-30 0,23 11-53 0,-6-13-84 16,2-5-303-16,3-2 0 0</inkml:trace>
  <inkml:trace contextRef="#ctx0" brushRef="#br0" timeOffset="6542.74">27507 6175 39 0,'0'-2'195'0,"1"-2"-12"15,1 2-5-15,-1-1-16 0,-1 1-19 0,1 0-14 16,-1 2-6-16,0 0-12 0,-2 2-5 16,-4 0-2-16,-4 11-7 0,-4 0-6 0,0 4 2 15,-4 2-16-15,1 2 2 0,-4-1-9 0,-3 5 2 16,0 2 3-16,-3 5-6 0,2-3-6 16,-2 1-5-16,0-1-5 0,2-1 0 0,2 0-18 15,2-1 11-15,1-2-17 0,1-2 1 16,3-2-10-16,0 0-5 0,0 0 8 0,1-1 6 15,3-5-15-15,2 0-32 0,0-2 2 16,4-3-14-16,-1-4-29 0,3-1-14 16,0-1-23-16,1-4-49 0,3 0-76 0,0 0-281 15,0-6 0-15</inkml:trace>
  <inkml:trace contextRef="#ctx0" brushRef="#br0" timeOffset="6833.77">27236 6086 145 0,'4'2'167'0,"0"0"-12"16,8 13 13-16,3 1 2 0,0 6-7 0,1 1-6 15,1 5-14-15,2 0-8 0,-2 6-5 16,3 0-12-16,-1 4-22 0,-2-1 2 0,0 4-18 15,1 0 6-15,-4-3-1 0,1 2-11 16,-2-6-13-16,-2 1-10 0,0-3-6 0,-2-4 0 16,-2-1-4-16,1 0-12 0,-3-2-30 0,-4-3-45 15,-1-14-80-15,0 1-92 0,0 0-295 16,-12 3 0-16</inkml:trace>
  <inkml:trace contextRef="#ctx0" brushRef="#br0" timeOffset="9306.53">28264 5447 161 0,'0'0'174'15,"0"0"-14"-15,0 0 15 0,-12 10-14 0,-3 0-17 16,-3 2-19-16,-4 3-6 0,1 1-15 15,0 2-7-15,-6 2-11 0,0 5 4 0,-2 0-1 16,1 1-9-16,-1 5-1 0,-1-1-11 0,0 4-4 16,0-1 5-16,-2 4-14 0,2 0 11 15,-2 6-16-15,1-1 14 0,2 3-9 0,-1 2-5 16,4 1-12-16,2 0 12 0,0 1-1 0,3 1 2 16,1-1-20-16,4 0 2 0,-2 2-6 0,6-3 3 15,3-1-16-15,-2 1 9 0,7 0-1 0,0-5 7 16,4-22-17-16,0 10 2 0,0 4-15 15,12 35 18-15,-4-40-16 0,2-2-14 0,-1-2-11 16,3-1-24-16,1-2-15 0,3-8-14 16,-1-1-28-16,2-5-16 0,2 0-58 0,-1-4-49 15,-4-4-264-15,-5-1 0 0</inkml:trace>
  <inkml:trace contextRef="#ctx0" brushRef="#br0" timeOffset="9751.61">28429 5775 101 0,'2'-4'181'0,"-1"2"-24"0,-1-1 0 0,1 1-10 0,1 2 3 16,-2 3-17-16,0-1-5 0,-2 6-4 16,0 11-9-16,2-6-2 0,-12 26-14 0,4-9 3 15,-2 1-13-15,0 5-11 0,-2 3 7 16,0 1-4-16,-2 2-6 0,0 1-15 0,0 0 4 15,2 0 5-15,0 1-16 0,2-2-15 0,-2-1 10 16,1 1-7-16,2-3 0 0,1-1-15 0,0-4-1 16,1 1 3-16,2-7 9 0,-2 6-22 15,2-4 13-15,-1-4-22 0,2-3 10 0,-2-2 5 0,2-3-22 16,2-2 0-16,2-7-22 16,-1-1-24-16,0 0-13 0,-1-3-14 0,2-1-40 0,-1 0-22 15,1-4-53-15,0 0-117 0,8 2-139 16,-1-5 0-16</inkml:trace>
  <inkml:trace contextRef="#ctx0" brushRef="#br0" timeOffset="10175.34">28644 6485 216 0,'-1'-4'257'0,"1"0"2"0,-2 0-32 0,2-2-23 16,0 1-23-16,2-3-11 0,-2 3-24 16,0-3-14-16,0 0-23 0,12-22-8 0,-4 13-22 15,4-2-10-15,0 0-6 0,4 2-11 16,2-2-11-16,2 3 2 0,0 3-9 0,3-3-12 15,2 5-5-15,2 3-1 0,-3-3 12 16,4 5 1-16,-2 5-1 0,1-1-8 0,-3 2 11 16,-13 0-9-16,19 13 7 0,-14-2-4 0,-1 6-7 15,-9 2 5-15,-4 4-5 0,-2-10 3 16,-16 27-2-16,-1-14-4 0,-2 2 7 0,-4-2-11 0,-1 1 13 16,-1-3-8-16,-2-2 3 0,3-5 30 15,-1-2 19-15,0-1-5 0,1-5-1 16,-4-1-4-16,3-1 8 0,1-3-21 0,1-4-26 15,12 0-8-15,-2 0-11 0,-18-12-9 0,17 3-16 16,2-2-1-16,4-1-11 0,-2-1-1 0,9 1-26 16,1 0-38-16,0 3-35 15,13-13-40-15,3 5-42 0,4 3-397 0,3-1 0 0</inkml:trace>
  <inkml:trace contextRef="#ctx0" brushRef="#br0" timeOffset="10397.32">29211 6322 259 0,'4'0'245'0,"-1"-2"-2"0,1 1-20 0,-1 1-24 0,-1-2-30 16,1 2-3-16,0-1-34 0,-2 0 3 16,2-2-33-16,2 3-8 0,0-1-15 0,2 0 1 0,1 0-27 15,-1-1-29-15,13 1-47 0,-6 0-66 16,5-1-103-16,0 0-150 0,-5 0-48 0,1-3 1 15</inkml:trace>
  <inkml:trace contextRef="#ctx0" brushRef="#br0" timeOffset="10897.67">29641 6121 92 0,'-3'-2'220'0,"0"0"-7"15,3 0-19-15,-1-2-9 0,0 0-19 0,1 2-25 16,0-2-4-16,1-1-13 0,2 1-20 0,5-7-3 15,3-1-11-15,1 1-5 0,5 2-26 0,0 0-6 16,2-3-1-16,5 4 3 0,-1-2-24 16,2 1 5-16,3 3-1 0,0-2-12 0,4 0 4 15,3 2 0-15,-4 0-2 0,1 3-9 16,-4-3 0-16,3 2-12 0,-4 1 11 0,-5-2-5 16,-2 1 0-16,-2 3 1 15,-5 1-9-15,-4 0 1 0,-1 0-4 0,-8 0 9 0,0 0-2 16,15 11 11-16,-14-5-6 0,1 2-3 15,-4 11 2-15,2-8 9 0,0 4 3 0,-14 27 5 16,3-14 0-16,2 0 3 0,-2-2 3 16,-1 1-16-16,1-1 5 0,1 3-1 15,-4 1-5-15,2 1 2 0,-1-2-3 0,2 1 0 0,1-3-4 16,-2 3-1-16,2-6-1 0,0 5 3 16,-1-3-8-16,3-4 5 0,-1 2-16 0,3-7-13 15,0 0-21-15,-1-2-30 0,2-5-17 16,2-3-38-16,0-1-20 0,2 0-45 0,1-3-93 15,3-4-162-15,1 1 0 0</inkml:trace>
  <inkml:trace contextRef="#ctx0" brushRef="#br0" timeOffset="11256.37">30552 6273 158 0,'6'-4'195'0,"-3"-2"0"0,1 3-5 15,-3 2-18-15,-1 0-14 0,-2 1-20 0,-1 1-6 16,-1 2-12-16,-11 7-23 0,2 3-3 16,-3 3-5-16,0 2-12 0,1-2-9 0,0 1 1 15,3-2-1-15,3 1 0 0,0-1-12 0,1-1 13 16,4-4-6-16,1 1 2 0,2-3-4 16,1-8-3-16,0 11-2 0,20 14 4 15,-7-12-23-15,-1 3-8 0,7-1 6 0,1 0 2 0,0 0-17 16,0-1-3-16,0 0 7 0,-1 1 11 15,-2 1-7-15,-2-3-7 0,-2 4 5 16,-2-2 22-16,-2 0-1 0,-4 2-8 0,-2-4-2 16,-3-6-9-16,0 6 3 0,-17 16 2 0,5-15 2 15,-7-1-15-15,-1 0 18 0,-1-3-11 0,-3 1 7 16,-4-4 0-16,1-2-10 0,-1-2 1 16,-3-2 1-16,16-1 5 0,-6 0-10 0,-6 0-7 15,-30-14 3-15,30 4-19 0,-1 3-33 0,3-7-54 16,-2-1-31-16,3-2-37 0,4-4-62 15,6-5-499-15,3 2 0 0,3-5 0 0</inkml:trace>
  <inkml:trace contextRef="#ctx0" brushRef="#br0" timeOffset="11454.09">30475 6186 98 0,'13'-8'193'0,"-4"3"-13"16,4-4-2-16,-1 5 2 0,4 2-10 0,0-3-15 15,3 1-21-15,1 3-10 0,3 1-10 16,-11 0-9-16,9 0-14 0,4 0-6 0,34 10-26 0,-30-4-12 16,1-1-39-16,-1 1-38 0,0 0-49 15,1-2-81-15,0-3-127 0,1 3-55 16,-3-4 1-16</inkml:trace>
  <inkml:trace contextRef="#ctx0" brushRef="#br0" timeOffset="11888.77">30970 6247 178 0,'-4'0'209'0,"2"1"-15"16,-1-1-15-16,0 0-12 0,2 0-17 0,2-1-21 16,1-3-12-16,2 3-10 0,2 0-8 0,13-7-9 15,4 3-12-15,3 1-8 0,4-1-8 0,0 5-10 16,4-4-8-16,-2-1 4 16,0 4-9-16,2-2-10 0,2 2 6 0,-1 1-2 0,1 0-9 15,-3 0-9-15,-14 0 1 0,6 0 1 16,2 0 1-16,-1 0-12 0,-3 0 3 0,-3 0-1 15,-3 0 7-15,-4 0-15 0,-2 0 6 0,-3 6 11 16,4 9-4-16,-11-8-5 0,-1-1 11 16,-2 2-4-16,-5 10 6 0,-5 3-12 0,-1 0 14 15,-2 0 1-15,-1 0-7 0,1 2 1 0,-2 0 2 16,1-1 4-16,-1 2 2 0,3 2 2 16,-1-3-6-16,0 4-5 0,1-2 1 0,0-2-2 15,2-1-4-15,0 2-7 0,-1 1 4 16,2-2-11-16,1-1 8 0,-1 1-23 15,2-4-36-15,-2 0-36 0,3-3-54 0,3 0-57 0,2-7-332 16,3-9 0-16</inkml:trace>
  <inkml:trace contextRef="#ctx0" brushRef="#br0" timeOffset="12240.47">31591 6778 225 0,'-1'-8'228'0,"-1"1"-10"0,2-1-9 16,0 0-20-16,0-1-29 0,0-1-10 0,0-6-18 15,11-17-16-15,-4 17-26 0,2-3-8 16,3 6-7-16,6-1-20 0,0 1-6 0,4 2-1 16,2 1 0-16,4 3 1 0,0 3-12 0,2 2 15 15,-16 2-10-15,6 0-1 0,1 0-14 0,20 15 6 16,-21-9-5-16,-6 7 0 0,-9-5 3 15,-2 3-11-15,-3-2 13 0,-16 12-5 16,1-7-15-16,-4 0 8 0,-6-2-1 0,1-1-1 16,-1 2 5-16,-1-7-12 15,0 3 15-15,2-3-3 0,-2 0 1 0,5-1-1 0,4-3 6 16,3 0-12-16,5 0 9 0,2 2-11 0,-1-4-18 16,8 0-28-16,0 0-45 0,-8 0-41 15,8 0-45-15,-6 0-66 0,-1-10-326 0,10 5 0 16</inkml:trace>
  <inkml:trace contextRef="#ctx0" brushRef="#br0" timeOffset="12698.78">32223 6019 68 0,'1'2'164'0,"5"3"-5"0,6 12-1 16,2 3 17-16,6 3-15 0,-2 8-13 0,0 4-18 15,-2 5-17-15,-1 7-9 0,-6 6-4 0,-2 3-3 16,-6-1-12-16,-1-25 5 0,-12 62-8 0,2-34-4 16,-2 2-5-16,-6-2 13 15,1-1-4-15,-3-3 8 0,0-2 2 0,-3-5 4 0,-3-3 15 16,-5-4-8-16,-2-3 8 0,-3-8 2 15,-8-1-19-15,-3-4-15 0,-6-6-3 0,-4-2 3 16,-3-5-25-16,-8-4 0 0,-4-6-35 16,-2 3-50-16,37-4-53 0,-18 0-50 0,-6 0-65 15,-63-13-511-15,71 9 0 0,9-2 0 0</inkml:trace>
  <inkml:trace contextRef="#ctx0" brushRef="#br0" timeOffset="13698.25">29658 7350 95 0,'-17'0'169'0,"-17"-21"-13"0,24 21-2 15,-9 0 5-15,-2 0-9 0,-27 16-6 0,24-7-16 16,-4 2-10-16,-2 5-8 0,-2 1-13 0,-1 4 0 16,-4 2-8-16,-1 3-2 0,1 3-6 15,-3 3 1-15,0 2 2 0,-1 0-8 16,-1 5-14-16,1 0 3 0,3 5 8 0,0 1-1 16,1 4-6-16,4-1 4 0,1 2-13 15,1 1 9-15,7 5-1 0,0-4-7 0,2 1 9 16,2 0-2-16,4-4-6 0,2 1-4 0,8-3 12 0,0-2 1 15,5 0-16-15,1-26-3 0,0 11 6 16,12 38-19-16,-1-31 6 0,-1-2-6 16,4-6-26-16,3-2-5 0,6 0-31 0,-2-3-39 15,1-2-23-15,1-4-38 0,0-4-44 0,2-2-59 16,4-2-444-16,-2-3 0 0,4-3 0 0</inkml:trace>
  <inkml:trace contextRef="#ctx0" brushRef="#br0" timeOffset="15496.48">30053 7819 35 0,'0'-13'189'0,"0"13"-3"0,0 0-4 15,0 0-6-15,0 0-21 0,0 0-8 16,0 0-9-16,0 0 0 0,0 0-13 0,0 0 2 16,0 0-9-16,0 0-10 0,1-3-18 0,-10 15 0 15,-7 7-4-15,5-4-6 16,-2 2-14-16,1-1 9 0,0 4-25 0,0-1 12 0,-2 3-8 15,4 1 3-15,0-1-18 0,0 4 12 0,-3-1-5 16,5 0 0-16,-2-2-9 0,1 2-6 0,1-1-11 16,0 3 6-1,3-3 4-15,-2-2-15 0,0 0 8 0,2-2 8 0,1 0-11 16,1-3 4-16,-2 2-5 0,2-7-16 0,2-1-6 16,1-2-10-16,0-2-15 0,-4-1-24 0,4-1-21 15,-1 0-18-15,-2-2-13 0,3 0-32 0,-1 1-20 16,1-3-61-16,0 1-314 0,0-2 0 15</inkml:trace>
  <inkml:trace contextRef="#ctx0" brushRef="#br0" timeOffset="15946.02">30186 8297 199 0,'1'-4'219'0,"2"2"4"16,0-1 4-16,-1-1-19 0,1 0-14 15,1 0-21-15,0 0-19 0,1-1-9 16,1 3-14-16,7-6-17 0,-4 3-12 0,-2-1 1 0,0 4-11 16,-3-1-16-16,1 1-11 0,-2-1-6 15,1 2-7-15,-2 0 7 0,1 0-26 0,-2 1 16 16,1 0-12-16,-2 0 8 0,-2 2-18 0,-2-1-11 16,0 3 14-16,0-1-8 0,-1 0 0 0,-2-3-4 15,2 2 1-15,-2 1 6 0,1-2-7 0,0 1 9 16,2-1-4-16,-1-1 3 0,1 2-12 0,-1-2-9 15,5 0-27-15,0 0-24 0,0 0-31 16,-7 0-16-16,7 0-39 0,-8-13-9 0,9 10-34 16,2 2-26-16,2-4-340 0,7-3 0 15</inkml:trace>
  <inkml:trace contextRef="#ctx0" brushRef="#br0" timeOffset="16710.38">30940 7775 171 0,'0'0'206'0,"0"0"-10"16,0 0-3-16,0 0-20 0,0 0 8 16,0 0-20-16,0 0-14 0,0 0-7 0,0 0-4 15,8 31-11-15,-14-10-8 0,0 2-13 0,-2 4-14 16,-2 3 15-16,2-3-17 0,-1 1 1 0,0 2 12 16,-1 1-4-16,1 0-18 0,-2 1-12 15,2 0 11-15,1-4-4 0,0 2-3 16,-1-1-12-16,2-1-1 0,-1 0-6 0,1-1 3 0,1-1-23 15,-1-3 13-15,2-1-14 16,-1-3 15-16,2 0-9 0,0-7-4 0,2-1 6 0,-2-1-21 16,2-3-6-16,1 2-4 0,-2-4-30 15,2 1-32-15,1-2-24 0,-1 0-25 0,-1-1-30 16,1 1-27-16,0-3-33 0,-1 1-79 0,2-2-353 16,0 0 0-16</inkml:trace>
  <inkml:trace contextRef="#ctx0" brushRef="#br0" timeOffset="17056.21">31238 7932 185 0,'8'-11'210'0,"-2"1"1"16,-1 3 5-16,-1 1-29 0,0 2-5 0,-1 1-23 15,-2-1-16-15,2 3-10 0,-2 1-24 16,0 0 5-16,-2 3-14 0,0 1-17 0,-1 1-8 16,-8 11-7-16,-2-1 12 0,-2 6-15 0,1 3 5 15,-2-2 2-15,-1 2-9 0,3 1-4 0,-2 2 4 16,1-1-8-16,0-1 0 0,1 0-19 16,1 2 1-16,1-4 11 0,3-3 12 0,2-3-19 15,4-2-10-15,-2-4 8 0,4-3 1 16,0-8-2-16,0 0-16 0,12 18 19 0,6-12-6 15,2-2-6-15,5-2-17 0,2 0-3 16,-11-2-6-16,6 0-15 0,6 0 1 0,32-14-28 0,-33 9-34 16,1-2-22-16,-1 1-38 0,-5-2-40 15,1-1-51-15,-4-2-406 0,-1 0 0 0</inkml:trace>
  <inkml:trace contextRef="#ctx0" brushRef="#br0" timeOffset="17285.43">31531 8065 33 0,'0'-4'226'0,"0"2"-22"16,0-1-3-16,0 1-18 0,0 0-17 0,0 2-3 16,0 0-10-16,-1 3-8 0,1 1 4 15,-2 3-10-15,0 13-11 0,2-9 6 0,-12 28-18 16,4-10-8-16,-6 4-5 0,1 2-3 16,-2 1-28-16,1 3-4 0,-4-1 9 0,0-2-11 15,0-2-7-15,0 0-9 0,2-6-7 0,-2 1-18 16,0-2-10-16,2-4-28 0,2-2-9 0,-1-2-24 15,0-2-14-15,1-3-5 0,3-5-34 16,2-6-41-16,3-1-48 0,6-2-18 16,0 0-316-16,-4-9 0 0</inkml:trace>
  <inkml:trace contextRef="#ctx0" brushRef="#br0" timeOffset="17435.56">31313 8489 621 0,'16'-21'131'0,"0"4"-8"0,1 2-6 0,2-2 11 15,0 5-5-15,-1-2-10 0,4 4 7 0,0 0-4 16,0 0-6-16,2 4-13 0,0 1 2 15,0 1-4-15,0 0-16 0,0 0 1 0,1 3-9 16,-3-2-21-16,0 1-23 0,-1-2-41 0,-1-1-41 16,1 2-77-16,-3-5-109 0,-1-1-224 15,-2 0 0-15</inkml:trace>
  <inkml:trace contextRef="#ctx0" brushRef="#br0" timeOffset="17699.09">31902 7985 169 0,'3'-3'219'0,"-2"2"-10"0,2-1-6 16,-2 0-6-16,2 4-5 0,-2 1-19 0,-1 0-23 15,0 3 2-15,-5 12-20 0,-6 4 11 16,-1 4-26-16,-4 1-18 0,1 3-7 16,-1 1 13-16,-1 2-24 0,2-2-17 0,2-1-9 15,0-6 19-15,1 4-7 0,1-7-15 16,2 0 14-16,1-4 8 0,2-1 1 0,5-6-21 15,1-10-9-15,0 0-2 0,16 13-10 0,7-11 0 16,-10-2-7-16,7 0-21 0,7 0-5 0,27-16-19 16,-24 8-13-16,2 0-36 0,1-3-22 0,-1 0-28 15,-1-1-61-15,1 1-37 0,-2-5-404 16,0 1 1-16</inkml:trace>
  <inkml:trace contextRef="#ctx0" brushRef="#br0" timeOffset="17911.68">32248 8088 150 0,'0'-1'212'16,"-1"0"-16"-16,0 1-4 0,-1 0-14 0,1 1-1 15,1 3-8-15,-1 2 0 0,1 1 2 0,-4 12-20 16,-2 3-28-16,2 4 12 0,-4 2-14 16,0 0-5-16,-2 2-18 0,-3 4 9 0,-3 0-11 15,-4 3-2-15,-2 0-22 0,0 0-9 0,-2-2-8 16,-3-2-12-16,2-1-18 0,-2-3-16 15,4-5-32-15,1 2-32 0,2-5-25 0,2-3-37 16,0-1-29-16,4-6-40 0,6-7-91 0,4-1-233 16,7-5 0-16</inkml:trace>
  <inkml:trace contextRef="#ctx0" brushRef="#br0" timeOffset="18069.18">32097 8459 153 0,'17'-18'219'0,"2"2"-5"0,1-1-24 0,-2 2-3 16,2 4-18-16,0 0 0 0,-1 2-12 15,-2 1-3-15,4 0-16 0,1 4-13 16,-1-1 6-16,0 4-38 0,-1-1-21 0,0 1-35 16,-5-1-52-16,-2 2-45 0,-2 0-54 0,-2-1-107 15,1 0-229-15,10-3 0 0</inkml:trace>
  <inkml:trace contextRef="#ctx0" brushRef="#br0" timeOffset="18382.32">32549 8131 174 0,'0'0'186'0,"-2"5"-15"0,4 3 2 16,-4-1-2-16,2 3-4 0,-4 2-15 15,0 1-15-15,-2 3 1 0,-2 4-11 0,-4 4-24 16,-2 2-1-16,2-2-11 0,0-1-7 16,-1 0-18-16,-1 2 3 0,4-1-16 0,0-5-2 15,1-2-3-15,4-2 3 0,1-3-6 0,2-3-5 16,2-9 1-16,0 8 7 0,0-8-17 15,11 18-7-15,2-9 11 0,9 7 0 0,-2-5-9 16,-1 3 9-16,-1-5-9 0,-3 0 19 16,-2 0-2-16,-2 0-13 0,1 0 11 0,-7 2 6 15,-3-1-7-15,-2-1 9 0,0 2-4 16,-19 14-3-16,3-10 0 0,-7-2-5 0,1-2-1 16,-7 3-4-16,-1 1-21 0,-2-6 0 15,0 1-26-15,1-1-10 0,0-3-17 0,1-1-32 16,-1-2-33-16,15-3-36 0,-5 0-93 15,-23-14-417-15,25-1 1 0,7-1 0 0</inkml:trace>
  <inkml:trace contextRef="#ctx0" brushRef="#br0" timeOffset="18544.68">32432 8109 112 0,'38'-19'208'0,"1"6"-19"0,-5 1 15 16,2 3-15-16,-1 9-1 0,-3-1-29 0,-3-2-13 15,1 2-18-15,-17 1-13 0,6 0-13 16,23 13-13-16,-19-12-54 0,-6 3-49 0,-2 3-73 16,1-1-98-16,-5-1-147 0,-2-1 20 0,-1-2 0 15</inkml:trace>
  <inkml:trace contextRef="#ctx0" brushRef="#br0" timeOffset="18842.28">33267 7787 1 0,'6'26'202'0,"-2"11"-3"15,-2 6 12-15,-6 5 9 0,-4 11-27 0,-6 10-4 16,-8 7-22-16,-10 4 2 0,-1-1-16 15,-8 0-15-15,1 0 6 0,-2 3-6 16,1-1 2-16,-2 3-12 0,-2-2 16 0,1-2 1 16,3-9-17-16,1-3-15 0,0-10-8 0,2-8-15 0,5-13-4 15,2-8-5-15,1-5-5 0,-6-3-16 16,-7-3 3-16,-8-3-23 0,-8-4-54 0,-13-5-34 16,-8-6-101-16,36 0-67 0,-93-12-558 15,43-2 0-15,-4-4 0 0</inkml:trace>
  <inkml:trace contextRef="#ctx0" brushRef="#br0" timeOffset="19800">19323 9240 90 0,'-13'0'129'0,"13"0"-6"0,0 0 0 15,0 0 1-15,0 0-11 0,-15 0-3 0,15 0-9 16,-19 22-7-16,17-21-7 0,0-1-3 15,0 0-12-15,0 1-11 0,1-1-8 0,0 0-1 16,-2 0-10-16,2 3-1 0,-1-3-12 0,2 0 4 16,-1 0-7-16,0 0-4 0,-1 0-3 15,1 1-1-15,1-1 5 0,-1 0-6 0,1 0-4 16,0 0-5-16,-2 0-3 0,2 1 4 16,0-1-3-16,0 0-2 0,2 0 4 0,-2 0-2 15,1 0 1-15,-1 0 1 0,1 2-1 16,-1-2 7-16,2 0-1 0,-1 0-14 0,-1-2-3 15,0 1-29-15,0 0-20 0,0-3-19 0,-1 2-20 16,-1-1-13-16,0 0-44 0,-1 1-53 16,-2-1-69-16,1 0 0 15</inkml:trace>
  <inkml:trace contextRef="#ctx0" brushRef="#br0" timeOffset="20794.97">19087 9269 29 0,'-7'2'59'0,"2"-1"-1"0,0 0-5 15,-1 2 12-15,0-1-23 0,0-2-1 16,0 1-9-16,-1 0-4 0,-1-1 6 0,3 2 11 16,-1-2 11-16,1 3 16 0,0-3-1 0,-1 0-4 15,2 0 4-15,0 0-6 0,0 0 1 16,0 0 7-16,0 2-12 0,2-2 1 16,2 0-1-16,0 0 0 0,0 0 0 0,0 0 4 15,-7 0-11-15,7 0-2 0,0 0-6 0,0 0-6 16,-7 0-2-16,7 0-2 0,0 0-4 15,0 0-3-15,0 0-3 0,-6 0-5 0,6 0-1 16,0 0-9-16,-8 4-1 0,9-4 6 16,2 2-10-16,-1-2 8 0,4 0-8 0,0 1 6 15,14 0 3-15,-9-1-1 0,5 0 2 16,5 0-3-16,3 0-7 0,4 0 0 16,3 0 6-16,1 0-1 0,3 0 0 0,-2 0-7 15,2 0-1-15,1 0 6 0,40-10 0 16,-34 7 0-16,2 1-6 0,1-2 2 0,4 1-2 15,5-1 5-15,-1-1-2 0,3 2 1 0,4-1 2 16,1 0-5-16,2-1 2 0,5-1 8 0,1 0-6 16,5 2 1-16,0 1-2 0,2 0 8 15,3 0-3-15,1 1 5 0,1 0-9 0,1-2 7 0,-41 4-2 16,20 0 5-16,11 0 1 0,6 0 2 16,0 0 2-16,4 0-2 15,4 0 3-15,2 0-6 0,91 14 1 0,-87-10 6 0,-1 1-4 16,3-1-7-16,0 4 18 0,1-3-12 0,4 2 7 15,5 0-3-15,-1 2 6 0,-3-2-13 16,4 2 12-16,4 0-6 0,4-2 7 0,-2 4-2 16,2-2 2-16,0-1-1 0,0 1-7 15,4 1-2-15,-1-3 2 0,0 3 0 0,2-2-13 16,-1-1 5-16,1 3-2 0,-1-3-7 16,2 4 3-16,-2-1-4 0,1 3-11 0,1-2 12 15,-2 2 1-15,-2-1 8 0,-2 1-23 0,-3-1 15 16,0 1-7-16,1 1 0 0,-4 0-8 15,1 0 8-15,1-3 3 0,0 2-1 0,-1 3-11 16,-3-1 10-16,-2 0 5 0,2-1-6 16,0 2-6-16,1-3 1 0,8 3-5 15,3 0 7-15,-1-1 1 16,1-3 5-16,1 2-4 0,-1 2-5 0,2 0 15 0,-1 0-15 0,1-3 5 16,-3 1 5-16,-1 2-2 0,1-2-12 15,-3-1 8-15,1 1-5 0,-2 0 12 0,-2-1-13 16,0-1 6-16,-1 1-2 0,-1-2-2 0,0 1-8 15,-1 1 0-15,2-2 2 0,2 0 6 0,0 0 7 16,1 0-1-16,-1 0-2 0,1 0 5 0,1 2-6 16,0 0 6-16,1 2-7 0,3-3 16 15,0 3-9-15,0-2 5 0,-2 0 0 16,1 0 2-16,0 2 0 0,0 0 5 0,1 0-9 0,1 0 8 16,-2-1 2-16,-4 1 5 0,-5-1-10 15,2 2 12-15,0-3 5 0,-4 1-11 16,-2-1-5-16,2 0-3 0,-3-2 6 0,0 0-6 15,-1 1 3-15,1-1 5 0,1-1-6 0,63 8 2 16,-12-1-4-16,-10-7-12 0,-5 5 11 0,-8-1-1 16,-10-3-6-16,-7 1 7 0,-6-1 0 15,-6 0-2-15,-7-6 8 0,-4 6-3 16,-11-2-9-16,-10-2 0 0,-3 0-15 0,-6 0 19 0,-8-1 4 16,-6-1-7-16,-6-1 0 0,-6 3 7 15,-6-6-15-15,-8 3 10 0,-10-4-8 0,0 0 10 16,2 0-7-16,0 0 4 0,6 6-5 15,-18-6 13-15,0 0-13 0,6 0 2 0,-6 0-2 16,0 0-1-16,8 0-31 0,-6-6-45 0,-12 2-51 16,-10-1-46-16,-2-1-113 0,-8-5-303 15,-10-1 1-15</inkml:trace>
  <inkml:trace contextRef="#ctx0" brushRef="#br0" timeOffset="23533.41">21600 9967 161 0,'-20'-15'167'0,"-13"-11"-6"0,20 13-5 16,-2 1-20-16,0 1-11 0,-2 2-9 0,1 3-15 15,-1 0-14-15,-1 2-9 0,-2 3-9 16,1 1-1-16,-2 0-8 0,9 0-14 0,-23 13 0 16,10-2-1-16,0 0-4 0,-2 5-1 0,-1 0-2 15,-1 5-1-15,-4 0 0 0,-1 4-1 0,4 1-13 16,-2 4 8-16,2 1-4 0,0 6 1 16,4 0 3-16,0 5-1 0,4-1 8 0,2 1-13 15,2 0 3-15,5-1 7 0,2-1-12 0,3-3 13 16,4-2-4-16,2 2-1 0,2-5 1 15,0-18-5-15,13 21 0 0,-1-17-12 0,5-6 6 16,9-6-1-16,6-6 5 0,-18 0-5 0,36-15-3 16,-14-2 2-16,4-4-10 15,4-5-9-15,-2-6-10 0,1-4-6 0,-1 2 2 16,-2-1-8-16,-3 2-1 0,-4-1 9 0,-2 4-3 16,-4 1 2-16,-3 3-6 15,-4 0 2-15,-1 4 8 0,-3 2 0 0,0 3 2 0,-3 2-7 16,-1-1 10-16,-1 4 0 0,-5 3 1 0,0 7-5 15,-4 0 3-15,-2 2-1 0,0 9 10 0,-4 8-9 16,-1 3 11-16,-2 4-3 0,-2 4 5 16,1 0 5-16,-1 6 7 0,1 0 0 0,-3 2 3 15,0 2 11-15,2 1-7 0,-3 1 6 0,1 2-12 16,1 1 14-16,-1 0-2 0,-1 3 2 0,2 0-9 16,1-2-6-16,-2 2 4 0,2-4 10 15,0-2-9-15,1 0-6 0,0-4-5 0,2 0 10 16,0-5-14-16,-2 1 22 0,4 1-16 15,-3-4-15-15,0-4-20 0,3-1-17 0,-1-5-39 16,2-5-33-16,-1-3-38 0,4-6-67 16,0-5-318-16,0 0 0 0</inkml:trace>
  <inkml:trace contextRef="#ctx0" brushRef="#br0" timeOffset="23724.57">21763 10741 192 0,'12'-18'182'0,"-2"1"-2"0,-1 2-10 16,2 1-19-16,-3 0-9 0,1 1-11 15,-2 4-21-15,2-1-19 0,2-1-8 0,2 2-11 16,-1-1-32-16,1 0-35 0,2 1-70 0,0 0-79 16,1-1-159-16,-2 1 43 0,1-1 1 15</inkml:trace>
  <inkml:trace contextRef="#ctx0" brushRef="#br0" timeOffset="24238.55">22187 10315 193 0,'-6'-18'170'0,"0"0"-8"0,2-1-7 0,0 1-12 16,2 2-24-16,2 6-10 0,0-5-11 0,0-1-10 15,16-20-9-15,-4 17-8 16,6 1-3-16,6 0-14 0,8-2-4 0,10 2-4 0,4 1 6 16,6 0 1-16,0 4-14 0,4 0 3 15,-2 5 4-15,4 4-5 0,-6 1-3 0,-28 3 2 16,12 0-5-16,44 14-1 0,-42-3 2 0,-8 1-8 16,-6 5 2-16,-8 6 1 0,-10 2 3 15,-6 5-4-15,0-13-6 0,-26 30 9 0,2-12-6 16,-8 2 5-16,-10 0-1 0,-6 3 2 0,-4-4-4 15,0 1 1-15,0 1 1 0,0-1-8 16,2 0 0-16,4-1 5 0,4 3-5 0,2-3 0 16,4-2-3-16,4 2 2 0,4-1-4 15,4-1-11-15,6 2 12 0,4-4-11 0,8 0 8 16,4 2-1-16,2-18 3 0,18 23 12 16,2-14-19-16,6-7 14 0,4 0-1 0,10-5 6 15,0-2 12-15,0-1-23 0,0-6 17 0,-4-2-12 16,-20-2 8-16,8 0-2 0,30-13-9 0,-30-1-11 15,-4-2-8-15,-2-5-6 0,-6-5 3 16,-6-2-15-16,-4-5-15 0,-2 15 0 0,-20-29 0 16,0 14-11-16,-6-1-1 0,-4-1-8 0,0-4-2 15,0 3 9-15,4 4 1 0,0 0 0 0,2 6-8 16,4 0 4-16,0 6 5 0,6 0-6 16,4 4 11-16,10 16 4 0,0 0 1 15,32-13-16-15,-20 13-39 0,32 13-84 0,-12-8-131 16,2 3-136-16,2 1 0 0</inkml:trace>
  <inkml:trace contextRef="#ctx0" brushRef="#br0" timeOffset="24532.72">23271 10194 155 0,'4'-15'190'0,"2"3"-6"16,-2 5-9-16,0 1-12 0,-2 4-13 0,2 2-11 15,0 2-13-15,-1 2-7 0,4 11-5 16,-3 6-6-16,-3 7-7 0,-1-11 1 0,0 9-26 16,-11 38 11-16,3-24-4 0,-2 3 2 15,-1 1-1-15,-4 3 3 0,2 0-1 0,0 2-12 16,-2 0 1-16,3-5 2 0,-1-1-16 16,1-2-8-16,2-3-13 0,0-2 7 0,4-5-4 0,-2-1-7 15,-2-2-11-15,4-4-8 0,2 0-25 16,-2-5-22-16,4-5-27 0,-2-3-25 0,0-2-24 15,2-4-76-15,0-3-99 0,2 0-273 16,2-4 0-16</inkml:trace>
  <inkml:trace contextRef="#ctx0" brushRef="#br0" timeOffset="25023.31">24057 10183 133 0,'0'-16'190'0,"-33"-9"-20"0,14 18 3 0,-4 5-12 16,11 2-15-16,-8 0-13 0,-27 14-21 15,18-2-1-15,0 8-6 0,-3 2-13 0,0 7 0 16,1 3-2-16,0 1-15 0,3 1 12 0,2 2-3 15,2-2-11-15,4-2-10 0,2-4-2 0,5-1 3 16,1 0-3-16,5-5 0 0,6-5-5 0,1-17-8 16,24 21-7-16,-3-14-7 0,-7-7-7 15,7 0-4-15,34-17-4 0,-22 6-8 0,3-8-1 16,0 1-20-16,3-3 11 0,-2-3-5 0,0-1-7 16,-3 2 13-16,-2 2-7 0,-5 0-6 15,-3 3 7-15,-3 3 3 0,-1-3-3 16,-3 6-7-16,-2 2-1 0,-7 8 13 0,-8 2 1 0,0 0-5 15,4 17 6-15,-13 10-5 0,-6 0 7 16,-1 6 3-16,-5 5 22 0,-2 1-11 0,0 4 15 16,-1 4 12-16,4 0-9 0,1 0-3 15,2 1 1-15,2-1-8 0,2 0 11 16,2-5-10-16,2-4 2 0,0-1-10 0,1-1-1 0,1-4-9 16,2-2-6-16,-1-1-6 0,1 0-14 15,-2-6-25-15,1-3-11 0,-1-1-18 0,-1-5-29 16,0 0-16-16,-1-3-43 0,1-2-38 15,0-6-88-15,0-1-198 0,0-2 0 0</inkml:trace>
  <inkml:trace contextRef="#ctx0" brushRef="#br0" timeOffset="25432.87">24787 10059 170 0,'-5'-7'180'0,"-3"4"-10"0,0 2-3 0,-11 7-13 16,-5 3-6-16,-1 5-23 0,-3 8 1 15,-8 9-4-15,-2 8-11 0,-4 7 11 0,0 4-11 16,-2 2-6-16,3 2-5 0,1 4 6 0,4 3-10 15,3-2 1-15,6 0-6 0,4-2-11 0,7-4 6 16,4-2-1-16,8-7-12 0,4-24-4 0,0 8 8 16,22 33-5-16,-4-35 0 0,6-5-7 15,2-4-7-15,0-2-7 0,2-5 8 16,3-3-12-16,-4-2-1 0,-2-5 4 0,-14 0-31 16,2 0-1-16,15-23-10 0,-20 9-4 0,-9-3-26 15,1 7 5-15,-24-18-2 0,0 10-5 16,-3 0-1-16,-2 2 7 0,-2 0 7 15,0 5-14-15,1 3 1 0,2 3-5 0,-4 5 5 0,18 0-8 16,-8 0 2-16,-24 19-5 0,24-7-8 16,5 2-39-16,4-1-54 0,5-2-67 0,4-3-433 15,4-8 1-15</inkml:trace>
  <inkml:trace contextRef="#ctx0" brushRef="#br0" timeOffset="25919.19">21483 9253 189 0,'-47'36'178'0,"-4"5"-8"16,-1 9-7-16,-5 8 1 0,-3 9-20 0,-4 14 2 15,-2 6 2-15,0 5-1 0,6 7-7 16,0 1-8-16,8 1-2 0,-2 4-6 0,5 1-4 16,5 4-12-16,1-4 6 0,5-1-10 0,0-5-1 15,9-2 5-15,4-3-24 0,3-4 2 16,6 0-12-16,6-3 9 0,4-6-37 15,6-42 5-15,0 17-6 0,16 72-23 0,0-63-16 0,10-7-27 16,7-7-41-16,7-5-31 0,12-9-30 16,8-9-48-16,9-8-61 0,14-10-375 0,8-9 0 15</inkml:trace>
  <inkml:trace contextRef="#ctx0" brushRef="#br0" timeOffset="26477.09">25703 9847 111 0,'5'16'158'15,"1"5"-9"-15,4 4-1 0,1 1 4 16,0 4 3-16,1 9-8 0,0 1-17 0,-3 13-6 16,-2 6-4-16,-3 3-22 0,-4 6-3 15,0-32-16-15,0 25 3 0,-19 82-8 0,6-57-7 16,-2 3-7-16,0-2-10 0,-2 2 3 15,0-3 6-15,-2-2-4 0,0-2-9 0,-1-3 0 16,2-2 9-16,-4-6-4 0,-3-3 10 0,-3-4-7 16,-1 1 2-16,-3-9 6 0,-4-3-17 0,-3-1-13 15,-4-4 6-15,-2-3 8 0,-4-3-20 0,-3-4-15 16,0-4 7-16,-2-5-16 0,2-2-11 16,3-4-35-16,2-3-27 0,3-6-38 0,4-5-52 15,3-5-107-15,20-4-271 0,-7 0 1 16</inkml:trace>
  <inkml:trace contextRef="#ctx0" brushRef="#br0" timeOffset="27089.1">27419 10096 75 0,'-24'20'162'0,"-4"5"-10"0,-5 8-1 0,-6 8 0 15,-6 6-10-15,-1 6 2 0,-4 7-2 0,-4 13-6 16,1 5-1-16,-5 4-9 0,2 5 18 16,-1 0-15-16,1 1-11 0,6 3 4 0,0-5 11 15,0 1-16-15,4-2-20 0,2 0 3 16,6-2 6-16,2-2-6 0,3-4 1 0,5-4-14 15,1 2 8-15,2-6-17 0,5 3-3 16,1-7-3-16,4 0-10 0,3-5-8 0,2-2-11 16,2-4-24-16,5-2-28 0,2-5-3 0,1-25-41 15,0 9-39-15,12 36-24 0,-3-38-38 16,4-4-40-16,3-6-90 0,7-6-320 0,4-5 0 16</inkml:trace>
  <inkml:trace contextRef="#ctx0" brushRef="#br0" timeOffset="28375.87">27948 10850 67 0,'0'0'182'15,"0"0"-16"-15,0 0-10 0,0-16-5 0,0 16-20 0,0 0-16 16,-17-22-6-16,15 19-10 0,1 0-12 16,0 3-10-16,-2 2 0 0,2 1-3 15,-1 2-6-15,0 12 7 0,-5 4-9 0,2 7 5 16,-2 3-8-16,0-1-6 0,-1 0 3 16,-1 5 12-16,0 6-21 0,-3 1 12 0,1-1-5 15,-1 2 2-15,0 1-5 0,-1 3 15 0,-1-4-6 16,1 4-3-16,1-1 1 0,-1-3-9 0,-1 1 6 15,2-1-17-15,0-4 14 0,0-1-3 16,2-2-11-16,0-1 2 0,2-6-13 0,1 1 10 16,-1-3-12-16,0 0-1 15,2-5 0-15,1-1-8 0,0-5 14 0,-1 2-18 0,2-7-14 16,0-1-1-16,3-3-14 0,-2-2-10 16,2 1-6-16,-2-1-23 0,2-4-36 0,0 2-43 15,1-3-71-15,0 0-450 0,0-4 0 0,1 2 0 16</inkml:trace>
  <inkml:trace contextRef="#ctx0" brushRef="#br0" timeOffset="31071.17">28487 11454 166 0,'0'0'183'0,"0"0"-5"0,0 0-2 16,0 0 2-16,0 0-15 0,0 0-12 0,0 0 0 16,0 0-22-16,0 0-6 0,0 0-13 15,0 0-22-15,0 0-1 0,0 0-10 0,0 0-8 16,0 0-4-16,0 0-7 0,0 0-12 0,0 0 3 15,14 0-1-15,-14 0-16 0,0 0-11 16,23 2 12-16,-20-2-3 0,-2-2-18 16,0 2 0-16,3 0-3 0,-4 0 7 0,2 2-6 15,-4-1 10-15,0 1-9 0,-2 0-4 0,0 1-1 16,-2-1 12-16,-7 6-4 0,2-5 0 16,2 1 1-16,2-3-1 0,2 2 4 0,0-2-8 15,1-1-3-15,1 0-13 0,-1 0 7 0,4 0-6 16,0 0 2-16,0 0-8 0,0 0 2 15,-5-9-2-15,5 6-6 16,1-1 6-16,3 0 6 0,5-6-3 0,1 2-9 0,3-2-8 0,2 2-24 16,-2 2-17-16,2-1-31 15,-5 4-52-15,2 3-53 0,-4-1-282 0,-1 1 0 16</inkml:trace>
  <inkml:trace contextRef="#ctx0" brushRef="#br0" timeOffset="31416.06">29294 10837 168 0,'4'-3'176'15,"-3"2"-11"-15,1 2-3 0,-2 3-8 16,0 3-17-16,-3 13-2 0,3-6-3 16,-8 29-9-16,-1-11-6 0,1 2-14 0,-2 4 0 15,0 6 0-15,-1-3-11 0,0 5 2 0,1 1 8 16,-1 0-19-16,-1 0 13 0,1 0 0 0,2-1-8 16,-2-3 2-16,2 0-19 0,1-5-12 15,0 1-3-15,0-2-17 0,1-8 12 0,1 2 4 16,-1-1-18-16,0-4-7 0,3-5-14 0,0 0-27 15,0-4-9-15,2-3-17 0,-1-5-11 16,0-2-18-16,3-3-45 0,0-4-63 0,4 0-47 16,0-2-341-16,8-7 1 0</inkml:trace>
  <inkml:trace contextRef="#ctx0" brushRef="#br0" timeOffset="31826.78">29744 11098 19 0,'5'-5'165'0,"2"1"-9"16,-2 4 1-16,-2 2 0 0,-1 0-3 0,2 2-1 16,3 10-5-16,-4-1-11 0,-2 6-17 0,0 2-7 15,-1-8-6-15,0 5-12 0,-12 26-5 16,4-17-1-16,2 2-4 0,-2-5 0 15,0 0-11-15,1-1-7 0,0-7-4 0,3 2-6 0,2-9-2 16,0 1 0-16,2-10-7 0,0 0 4 16,0 9-10-16,18-1-14 0,4-4 1 0,2-1-10 15,-12-3 2-15,8 0-6 0,6 0-5 16,-1 0 4-16,0 0-8 0,-1 0 0 0,-3 0-2 16,-1 0-7-16,-2 0 3 0,8 16 4 0,-18-13-10 15,-1 3 17-15,-2 8-2 0,-2-2-2 0,-3-12 5 16,0 17 9-16,-23 22-7 0,5-15 1 15,-9 4-1-15,1 0-2 0,-4 1 22 0,0-5-7 16,-4 2 11-16,2-5 7 0,0-1-13 0,2-2 5 16,-2-3-11-16,1-2-21 0,-3-3-3 15,1-5-28-15,1-2-48 0,13-3-39 0,-5 0-45 16,-25-21-70-16,24 5-385 0,3-5 0 16</inkml:trace>
  <inkml:trace contextRef="#ctx0" brushRef="#br0" timeOffset="31995.77">29878 11106 32 0,'43'-21'188'0,"1"4"-13"0,-2 0-11 15,4 0 2-15,-4 3-14 0,2 2-15 0,-1-1-13 16,-2 2-13-16,1 2-14 0,-2-1-2 16,1 6-8-16,-2-3-6 0,-1 3-10 0,-3-1-20 0,-3 4-40 15,0-3-43-15,3 3-62 16,-2 0-110-16,-19 1-149 0,6 0 0 0</inkml:trace>
  <inkml:trace contextRef="#ctx0" brushRef="#br0" timeOffset="32396.9">30777 11005 108 0,'0'1'183'15,"0"2"-18"-15,0 1 2 0,0 1-6 0,-1 1-14 16,-3 13-17-16,-4 2 0 0,-4 4-18 0,0-1-5 16,-4 5-14-16,-4 1 0 0,0 2-10 15,-2 2 0-15,5-4-2 0,-2-2 1 0,3-1-2 16,3-7-12-16,1 3 0 0,0-4-10 0,3-4 0 16,5-2-10-16,4-5 3 0,0-8-17 0,17 15 3 15,-2-8 0-15,2-2-13 0,3 0 0 16,5-2 3-16,1-2 3 0,-2 2-14 0,1-2-11 15,4 0 11-15,-5 3-5 0,0-4 0 16,-4 2-2-16,-1 2 0 0,-2 1 1 16,-1 0 5-16,-2 2-1 0,-5 0-15 0,-5 3 23 0,-4 2-12 15,0-2 5-15,-13 26 12 0,-2-11-14 16,-4 3 0-16,-2 0 11 0,-3 0-11 0,-4 2 7 16,0-3 18-16,0-1-4 0,-3-2 8 15,3-2-4-15,-1-4-1 0,0-2-11 16,-2-2 9-16,0-2-5 0,2-3-12 0,-3-3-36 15,-3-2-26-15,18-4-47 0,-7 0-41 0,-28-14-78 16,25-1-451-16,4-3 0 0,2-7 0 0</inkml:trace>
  <inkml:trace contextRef="#ctx0" brushRef="#br0" timeOffset="32594.85">30804 11011 183 0,'37'-9'179'0,"2"2"-14"0,-1-2 0 16,0 2-17-16,0-2-9 0,1 2-18 0,0 0-12 15,1 1-13-15,1 1-10 0,2 0-4 0,-2 2-31 16,0 1-36-16,-1 0-59 0,-18 2-60 16,8 0-136-16,5 0-48 0,1 0 0 0</inkml:trace>
  <inkml:trace contextRef="#ctx0" brushRef="#br0" timeOffset="33082.05">32302 10794 82 0,'1'-3'158'16,"-1"0"-10"-16,-1 3-3 0,1 0-9 0,-4 2-8 16,-3 0-2-16,-10 11-11 0,-5 0-8 0,-2 4-10 15,-2 3 3-15,-9 4-6 0,-5 2-13 16,-5 4 3-16,-4 5 6 0,-3 1-9 0,-2 3-7 16,0 5 1-16,-1 1-4 0,2 2 1 15,1 0-1-15,1 2 2 0,7 3-3 16,2-4-3-16,6 3-8 0,8-2-3 0,3-1 14 0,4-2-14 15,7 0 0-15,6-4 5 0,4-1-6 0,4-23-3 16,18 37 8-16,0-22-6 0,10-4 11 0,6-2-9 16,4-6-1-16,3-1-7 0,0-5 0 15,2-3-23-15,-3-1 9 0,-3-6-10 0,0-4 2 16,-19-1-26-16,6 0 7 0,26-17-5 0,-30 1-4 16,-6-2-2-16,-8-5-14 0,-3 1-6 15,-3 9 4-15,-15-29-8 0,3 18 3 0,-2 4-6 16,-5 0 2-16,0 3 3 0,-1 4 3 15,-2 3-3-15,0 3-3 0,1 4 9 0,10 3-11 16,-6 0 15-16,-18 14 4 0,22-4-9 0,-2 4-1 16,7 0 2-16,-1 2 5 0,6-2-1 15,3-3-24-15,0-3-9 0,11 16-26 0,-2-13-41 16,5-1-45-16,4-2-56 0,2-3-333 16,3-3 0-16</inkml:trace>
  <inkml:trace contextRef="#ctx0" brushRef="#br0" timeOffset="33461.04">32697 10867 53 0,'2'3'181'0,"5"4"-5"0,-2 7-13 0,3 6 8 16,2 4-10-16,-2 8-13 0,4 4-6 16,-6 8-2-16,-2 6-18 0,0 4-2 15,-4-24-3-15,-12 66 3 0,-6-25 5 0,-6 5 0 16,-6 4-1-16,1-13 14 0,2-8-15 15,2-8-2-15,0 2-7 0,-3-5-4 0,-3 0-10 16,3-1 0-16,0-3-5 0,1-5 7 0,-2 0-18 16,-3-4-3-16,1-5-4 0,-2 0-1 0,-2-1-8 15,-4-5-4-15,-6-1-12 0,-3-2-2 16,-6-7-34-16,-8-2-79 0,-10-6-106 0,-6-4-230 16,36-2-383-16,-88-18 0 0,43-2 0 15</inkml:trace>
  <inkml:trace contextRef="#ctx0" brushRef="#br0" timeOffset="36227.17">14588 15064 107 0,'0'0'140'0,"0"0"-9"0,-13 0-11 0,13 0 2 15,0 0-9-15,0 0 1 0,0 0 0 16,0 0-16-16,0 0-1 0,0 0-15 0,-15 0-1 0,1-10-16 16,14 10-8-16,0 0 0 15,2-2-7-15,4 1-4 0,10-6 0 0,4-6-13 16,5 4-3-16,10-6 0 0,5 1 0 0,5-3-13 15,3 0 5-15,4-2-4 0,2 1-3 0,4-1-7 16,2 2 1-16,0 0-8 0,-1 2 3 16,-2-1 2-16,-2 2 0 0,-3 3 6 0,-4 0-5 15,-6 4-12-15,-2-1 6 0,-5 3-5 0,-4-1-3 16,-3 0-22-16,-3 2-30 0,-7 1-49 16,-9 1-82-16,-5 2-140 0,-4 0 40 0,0 0 1 15</inkml:trace>
  <inkml:trace contextRef="#ctx0" brushRef="#br0" timeOffset="36584.51">14690 15841 148 0,'-1'3'193'0,"-1"-1"-4"0,2-1-6 0,0 1-27 0,3-4-12 16,2 1-13-16,14-4-17 0,5-1-7 15,3-4-14-15,3-4 0 0,8-3-9 0,4 1-11 16,8-4-3-16,3 1-16 0,4-1-3 16,5-1-5-16,6-2-10 0,2 4 8 0,1-2-12 15,1 1 1-15,-2 1 4 0,-3 1-16 0,-1-1-4 16,-5 2-28-16,-4 0-42 0,-3 1-64 16,-5 0-93-16,-4-2-230 0,-5 0 0 0</inkml:trace>
  <inkml:trace contextRef="#ctx0" brushRef="#br0" timeOffset="40342.01">16513 14352 44 0,'0'0'113'0,"0"0"2"16,0 0-4-16,0 0 5 0,0 0 1 15,0 0-5-15,0 0-14 0,0 0-4 16,0 0-9-16,0 0-4 0,0 0-14 0,0 0-3 16,0 0-7-16,0 0-13 0,0 0-2 0,0 0 3 15,0 13-5-15,0-13-1 0,0 0 1 16,0 0-10-16,0 0-1 0,0 0-1 16,0 0-5-16,0 0-6 0,0 0 0 0,-16-9-3 15,16 3-2-15,8-10-7 0,-2 0 4 0,0 3 5 16,6-6-5-16,-4 4-8 15,6-1 1-15,-4-2-2 0,2 1 4 0,2 0-8 0,0 2 2 16,2-2 0-16,0 4 2 0,4-2-7 16,-4-1 4-16,6 0 3 0,-2 2-3 0,2 1 2 15,2 0-3-15,0 2 6 0,0 0 1 0,6 4 5 16,-4-1-3-16,6 3 7 0,0-1-7 0,-4 5 4 16,-13 1 4-16,6 0 1 0,3 0-1 0,27 16 2 15,-28-5 8-15,-2 5-5 0,0 5 7 16,-2 1 2-16,-3 7 4 0,-1 4-2 0,-5 2 2 15,-2 4-4-15,-4-1 3 0,-2 4-1 16,-1-1 11-16,-1-20 3 0,0 11-4 16,-16 38-5-16,7-34-4 0,-3 1 6 15,-2-5-4-15,0 1 1 0,-2-5-1 0,-3 0-14 0,-1-5 2 16,-4 1-6-16,-3-3 6 0,-2-5 4 16,-2 0-5-16,-2-5-11 0,-2 3-12 0,3-8-3 0,-2-1 1 15,16-5-7-15,-10 0-5 0,-2 0-10 16,-26-16-8-16,28 5 2 0,4 0-2 0,2-4-5 15,4 0 10-15,4 0-8 0,2-4 4 0,4 0 2 16,4 1-5-16,4 4 1 0,0 3 1 16,14-20-2-16,0 11 0 0,2-1 0 0,2 4 6 15,4 2-1-15,-2 0 2 0,2 3 1 0,2 0-1 16,2 2-32-16,-2 0-38 0,4 0-61 16,0 2-138-16,0 2 11 0,0 2 0 0</inkml:trace>
  <inkml:trace contextRef="#ctx0" brushRef="#br0" timeOffset="40714.37">17590 14518 189 0,'-1'0'167'16,"0"2"-13"-16,1-2 3 0,-2 0-19 0,4 0-19 16,-2-2-8-16,1 0-18 0,2-1 1 0,1-1-7 15,1 1-15-15,8-6-8 0,1 2 4 16,0-1-10-16,1 2-2 0,-4 0-2 0,-5 3-7 16,-2 1-10-16,0-2 0 0,0 4-8 15,0 0 4-15,-4 0-12 0,0 0 2 0,0 8 2 16,-8 4-11-16,-1 0 2 0,-6 1 1 0,5-3-8 15,2-2 1-15,1-1-3 0,0-1 4 16,3-2-8-16,0-1-7 0,0-1-4 0,3 0 2 0,0-2-5 16,1 0-16-16,5-5-100 15,-2 2 0-15,1-2-47 16,0-1-97-16,6-5-46 0,0-2 1 0</inkml:trace>
  <inkml:trace contextRef="#ctx0" brushRef="#br0" timeOffset="41189.28">18030 14147 33 0,'-1'-6'162'15,"1"-2"-20"-15,-1 1-17 0,2-1-1 16,3-8-12-16,4 0-10 0,1 0-15 0,5 0-5 16,3 1-10-16,3 1-6 0,3 0-7 0,0 3-1 15,3 0-11-15,2 3 3 0,-2-1 1 16,4 2-3-16,-2 3-7 0,-1 1 7 0,-4 3-8 15,-13 0 0-15,5 0-6 0,15 20 7 16,-18-7-6-16,-6 9 3 0,-2 3 3 0,-4-11 2 16,0 7-3-16,-18 30-9 0,8-23 2 15,-2 2-7-15,4-4 2 0,-2 4-1 0,0-3-9 16,2-4-4-16,1 0 5 0,2-5-3 16,4-2 0-16,1-3 2 0,0-6-5 0,12 14-6 15,0-12-1-15,5-3 0 0,5-4 4 0,4 0-12 16,-12-2 9-16,10 0-3 0,4 0 1 0,2 0-10 15,38-13 0-15,-32 9 0 0,0 0 8 0,-1 0-8 16,1 1 5-16,-5-3-2 0,-1 2-9 16,-2-2-26-16,-4 1-32 0,-2-1-48 0,-4 0-79 15,-3-1-130-15,-3-1-21 0,-5 1 0 16</inkml:trace>
  <inkml:trace contextRef="#ctx0" brushRef="#br0" timeOffset="41554.8">18928 13800 78 0,'-13'-15'159'0,"2"0"-19"0,2 3-6 0,4 1-2 16,3 0-16-16,2 11-11 15,15-19-9-15,2 8-10 0,13 5 0 0,4 2-5 16,4 1-7-16,3 3 6 0,-20 0-6 0,14 0-4 15,46 18 2-15,-34-3-4 0,-2 2 0 16,-5 3-7-16,-3 0-6 0,-5 4 14 0,-5 2-7 16,-6 6-6-16,-6 3 1 0,-7 1-6 0,-6 6-2 15,-2-21 2-15,0 9-5 0,-14 43 6 16,7-34-21-16,-1-3 9 0,0-1 2 0,1-4-12 16,-1-1-4-16,3-2 9 0,2-3-12 0,2-4-6 15,0-3 4-15,1-10-14 0,0 0 3 16,12 8 4-16,5-7-6 0,6-3 4 0,2-4-12 15,6 0-3-15,-15-2 15 0,12 0-12 16,40-11-3-16,-20 3-3 0,-3 2-2 0,3-3-17 16,-1 1-41-16,-2-1-44 0,0-1-50 15,-2-1-66-15,-2 0-287 0,-6 1 1 0</inkml:trace>
  <inkml:trace contextRef="#ctx0" brushRef="#br0" timeOffset="41980.66">21108 13964 78 0,'4'-4'191'0,"-2"1"-17"0,2 0-11 15,-2 2-6-15,0 1-6 0,-2 1-17 0,0 2-12 16,-2 3-10-16,-6 10-2 0,-4 4-8 15,-2 3-9-15,-4 4-5 0,-2 5-1 0,-4 7-7 16,-6 1-1-16,0 5-7 0,-2-1 13 0,2 2-6 16,-2-2 0-16,3 1-3 0,1-3-9 15,3-3 3-15,2 2 10 0,2-7-21 0,2-3 2 16,0-2-7-16,5-5 3 0,0-2-22 0,0 2-22 16,3-6-6-16,0 2-15 0,2-14-56 0,1-4-58 15,8-2-108-15,-16-15-368 0,8-2 0 16</inkml:trace>
  <inkml:trace contextRef="#ctx0" brushRef="#br0" timeOffset="42213.45">20546 14002 186 0,'22'-15'183'0,"2"7"-8"16,2 5 9-16,-11 3-7 0,8 0-14 0,30 20-23 15,-21-3 5-15,1 6-20 0,-1 4-2 0,-2 7-5 16,-4 2-2-16,-3 8-20 0,0 1 13 0,-5 3-3 15,0 2-5-15,-2 1-22 16,-2 0 30-16,4-4 2 0,-2-3-21 0,2-1-11 16,-4-6-1-16,2 1-10 0,0-3-13 0,0-4-11 0,4 1-12 15,0-7-14-15,-4-3-31 0,2-3-49 16,2-1-34-16,2-8-65 0,-3-1-79 0,1-9-370 16,-12 0 0-16</inkml:trace>
  <inkml:trace contextRef="#ctx0" brushRef="#br0" timeOffset="43047.4">21845 14435 167 0,'0'0'186'0,"0"0"-21"0,0 0-4 15,0 0-4-15,0 0-26 0,0 0-6 16,0 0-15-16,-16-19-8 0,17 12-20 0,7-7-5 16,4-2-14-16,0-2 1 0,3 4-6 15,3-4-4-15,5 3-14 0,0 2-6 16,2 0 2-16,0 4 0 0,3-1-1 0,4 4-2 0,-2 3-3 15,-2 3-1-15,-16 0-2 0,24 11 1 16,-16 4-5-16,-4 2 10 0,-4 4 3 0,-8 5-7 16,-4-11 8-16,-10 31-4 0,-4-13 2 15,-4 0 1-15,-4 1 5 0,-2-1 9 0,0-5-8 16,0 1-1-16,-2-4-9 0,1-5 1 0,1 0-2 16,-1-2 4-16,3-5-10 0,0 1-1 0,-1-6-13 15,3-3 6-15,-1 0-3 0,6-5-7 16,15 0-10-16,-13 0-7 15,-13-15-18-15,14 6-2 0,6 1-2 0,2-2 6 0,2 2-6 16,2 8-2-16,0-12-5 0,20-11-15 16,-5 10-30-16,1 2-34 0,4 2-36 0,-1 1-77 15,2 0-224-15,0 1 0 0</inkml:trace>
  <inkml:trace contextRef="#ctx0" brushRef="#br0" timeOffset="43351.78">22557 14486 113 0,'-2'-7'200'16,"0"1"-21"-16,0-2-8 0,0 4-16 15,0-2-10-15,0 1-9 0,2 0-11 0,0-1-14 16,2 1-10-16,-2 5-8 0,0 0-8 0,10-14-6 15,-6 10-12-15,0 1-11 0,2-1-4 16,0 1-8-16,-2 0 2 0,2 3-9 0,-2 0-2 16,0 2-9-16,-2 2-6 0,-2 0 4 15,0 1-4-15,-2 3 5 0,2-3-17 0,-8 11-10 16,2-5-20-16,0-2-21 0,2 0-28 16,0-1-27-16,2-2-4 0,0-1-56 0,2-3-69 15,0-2-131-15,0 0 0 0</inkml:trace>
  <inkml:trace contextRef="#ctx0" brushRef="#br0" timeOffset="43956.54">22949 14019 13 0,'-4'-4'174'0,"2"2"-12"0,-2-3-18 0,0 1 2 0,2 0-14 15,2 0-16-15,-2-2-9 0,6 1-6 16,4-6-15-16,8 1-11 0,6 0 2 0,4 3-6 16,4 3-6-16,4 1-1 0,4 3-10 15,-20 0 0-15,12 0-7 0,35 13 1 0,-30-3 3 16,-3-3-12-16,-4 6 2 0,-4 1-4 0,-4 4-3 16,-4 5 0-16,-8 2-4 15,-7 3 8-15,-1-13 2 0,-19 27-8 0,3-16 7 0,-4-1-11 16,-1 0 1-16,-2-2 6 0,3-5-4 0,2 1 4 15,0-2-5-15,4 0-10 0,0-6-13 0,2 0-7 16,6-2 7-16,3-2-12 0,3-7-2 16,0 0 11-16,27 18-2 0,-2-11-2 15,3 2 3-15,-1-2-7 0,2 1-5 0,0 1 12 16,2 1-6-16,-2 3 9 0,-1 0-6 16,-2 0 13-16,-2 3-6 0,-3 2 9 0,-4-1 0 15,-3 4-3-15,-8 5 15 0,-6-11-5 0,-12 27-3 16,-6-10-1-16,-8 0 11 0,-6-3-9 15,-4 1 10-15,0-1 0 0,-1-4 12 0,0-4-5 16,-3 1-5-16,5-4-13 0,3-2 6 0,0-6-2 16,3 1-13-16,-1-1-3 0,4-5 8 15,0 3-10-15,2-4-7 0,12-4-8 0,-2 0-10 16,-16-13-29-16,16 3-32 0,8-5-65 16,2-4-96-1,4 11-338-15,0-7 1 0</inkml:trace>
  <inkml:trace contextRef="#ctx0" brushRef="#br0" timeOffset="44292.21">23899 13970 79 0,'3'2'160'0,"1"0"-12"0,0 3-6 16,4 11 7-16,-1 4-13 0,1 7-11 15,-3 4-7-15,0 2 0 0,-3 5-15 0,-2-17 0 16,0 11-1-16,0 9-11 0,-11 47 2 0,6-38 2 16,2-3-18-16,-2 1 8 15,-1-1-11-15,2-4-1 0,2 1-12 0,-1-5-5 0,2-3-9 16,-1-3 9-16,1 4-1 0,0-8-7 15,-2-1 0-15,3-2-15 0,-1-4-11 0,1-5-18 16,0-3 0-16,-2-5-21 0,2-1-25 0,0-2-54 16,0-6-64-16,3 2-116 0,-2-6-203 15,3-1 0-15</inkml:trace>
  <inkml:trace contextRef="#ctx0" brushRef="#br0" timeOffset="47178.2">24627 13989 36 0,'0'0'160'0,"0"0"-6"0,0 0-19 15,0-15-3-15,13 15-17 0,-13 0 0 16,0 0-19-16,0 0-11 0,0 0-6 0,0 0-6 16,0 0-11-16,0 0-3 0,-20-13-9 0,-2 22-1 15,-2-1-6-15,-3-1 3 0,3 4-4 16,-1 4 0-16,-1 2-7 0,0 2 1 15,-1 4 2-15,-2 2-6 0,2 2 3 0,-1 1 4 0,1 6-7 16,1 0 5-16,0 6-2 16,2-4 1-16,0 4 9 0,2 3-3 0,5 4-1 0,0-1 11 15,3 2-3-15,2-1 0 0,3 1 1 16,4 0-1-16,2-2-7 0,3-1 14 0,0-25 1 16,0 13 5-16,19 37-26 0,-7-33 17 15,5-3-5-15,3-2 12 0,5-3-14 0,1-3 3 16,2-5 0-16,4-6-4 0,-1-2-20 0,0-2 17 15,-3-5-12-15,4-3-9 0,-18-3-6 16,5 0 5-16,22-12-20 0,-22 0 2 0,-6-1-20 16,-2-4 13-16,-8-6-19 0,-3 0 2 0,0 12-4 15,-23-25-9-15,6 12-5 0,-3 4 2 0,-4-1 5 16,-3 3-3-16,0 2 2 0,-2 3 0 16,1 3-5-16,3 0 6 0,-5 6-5 0,4 1 6 15,14 3 9-15,-6 0 2 0,-21 17 3 16,22-4-4-16,2 2 11 0,3 1 1 0,3 0-2 15,3 2 10-15,5-2 6 0,1-6-10 0,0 3 16 16,16 19 1-16,-5-17-2 0,1 2 1 0,2-6-20 16,2-2-24-16,0 0-31 0,0-4-48 15,2-2-56-15,-2-2-85 0,-10-1-209 0,8 0 0 16</inkml:trace>
  <inkml:trace contextRef="#ctx0" brushRef="#br0" timeOffset="47900.25">25934 14295 140 0,'2'-1'189'0,"1"-1"-13"0,-2 1-7 0,2 1-17 0,-3-1-11 16,1 2-9-16,-1-1-18 0,-1 3-15 15,-2 0-1-15,-1 2-8 0,-5 6-5 0,-2 5-6 16,-2 3-4-16,-3 2 0 0,1 1-12 15,-2 3-2-15,-3-1 3 0,0 7 3 0,-1 1 5 16,-2 2-12-16,-2 4 5 0,-1 0-5 0,0 4 8 16,-2 0-6-16,-2 1 2 0,1-1 10 15,1-4-19-15,1 1-12 0,2-3 1 16,1-2 7-16,3-2-12 0,-1-2-8 0,1-2-2 16,4-3 9-16,1-2-16 0,0 1 1 0,4-3-23 15,-3-3-5-15,3-3-2 0,3-3-24 16,3-3-32-16,1-6-34 0,1-2-54 0,4-1-42 15,0 0-41-15,-8-14-313 0,9 6 0 0</inkml:trace>
  <inkml:trace contextRef="#ctx0" brushRef="#br0" timeOffset="48167.24">25386 14338 47 0,'5'-3'169'0,"0"2"-13"0,1 1-6 0,-2 4 3 0,9 6-10 16,0 2-6-16,-1 5-4 0,0 3-18 15,3 6-2-15,-2-1 11 0,-1 4-7 16,4 2 1-16,2 5-13 0,-1 0-1 0,3 4-7 0,3 1 2 16,1 0-9-16,1 2-2 0,0-1 4 15,2-5-8-15,-2 0-28 0,1-3 6 16,-4-2 1-16,1-3 7 0,-3-3-21 0,-3-1 9 15,2-3-18-15,-2-1-11 0,-2-5-7 0,-2 0-14 16,-2-3-23-16,-3-1-35 16,-3-5-33-16,-1-3-64 0,-1-3-79 0,-2-1-367 0,-2-1 0 0</inkml:trace>
  <inkml:trace contextRef="#ctx0" brushRef="#br0" timeOffset="49114.55">27254 13797 103 0,'-47'32'156'0,"22"-19"-18"16,-6 5-2-16,-2 3-4 0,-4 6 2 0,-4 8-5 16,-3 5-3-16,-5 8-18 0,-1 5 1 15,1 6-4-15,-1 3 4 0,0 6-4 0,2 3-1 16,2 3-2-16,4 0-7 0,2 3 12 15,3-2-3-15,8-1 12 0,1-1-13 0,7-3-6 16,2 0-21-16,4-4 10 0,5-7-5 0,2 1-11 16,4-3 15-16,1-5-14 0,3 1 6 0,0-30-14 15,0 11 5-15,17 40-11 0,-9-32-2 16,6-4-13-16,4-2 9 0,4-4-17 16,0 2-27-16,6-4-37 0,4-5-53 0,-1-4-39 15,5-1-60-15,2-7-78 0,2 1-406 16,2-4 0-16,-2-4 0 0</inkml:trace>
  <inkml:trace contextRef="#ctx0" brushRef="#br0" timeOffset="50124.56">32851 14371 101 0,'0'0'161'0,"0"0"-12"0,0 0-11 16,0 0-9-16,2 35-8 0,4-19-4 16,4 5-14-16,-1 1 1 0,2 5-10 0,1 4-4 15,1 7-9-15,2 3-3 0,-2 0 4 16,2 6-9-16,-1 13 10 0,0-3 0 16,-2 3 5-16,-4 7-18 0,-6 1 2 0,0 0 2 15,-2-31 10-15,0 15-3 0,-18 67 0 0,8-49-22 16,-1-4 13-16,-2-3-4 0,-2-6 0 0,2-2-17 15,2 1 17-15,-1-9 2 0,1-5-8 16,-1-6-8-16,2 5 2 0,-2-8-7 0,1 1 11 0,0-1-8 16,1-3 0-16,-2-2-4 0,1-1-3 0,3-3-13 15,-7-3 8-15,-1-2-3 16,-5-3-15-16,2 0 4 0,-5 3 4 0,-4-8-2 0,-1-1-13 16,0-5-5-16,-2 0-48 0,-5-1-54 15,-1-2-43-15,13-2-60 0,-11 0-122 16,-7 0-367-16,-42-14 0 0,42 4 1 0</inkml:trace>
  <inkml:trace contextRef="#ctx0" brushRef="#br0" timeOffset="51247.6">16417 17222 78 0,'0'0'118'0,"0"0"-15"0,0 0 6 15,0 0-15-15,-16 0 3 0,16 0-16 0,0 0-5 16,-20 24-7-16,16-21 0 0,0-1-9 16,0 1-9-16,-2 0-3 0,2-1 2 0,0 2-8 15,0-2-7-15,0 1-13 0,0-1 16 16,0 0-15-16,0 1 4 0,2 0-14 0,-1-2-8 16,0 1-19-16,2 0-16 0,0 0-18 15,-1-2 0-15,4 0-23 0,0-2-60 0,2 0-59 16,6-9-100-16,0 0 59 0,2-2 7 0</inkml:trace>
  <inkml:trace contextRef="#ctx0" brushRef="#br0" timeOffset="53166.45">16049 17249 40 0,'-6'0'65'0,"2"2"3"0,0-2-8 0,-1 2 14 0,1-2-24 0,0 0 8 16,0 1-2-16,1-1-2 0,-1 0 7 16,0 0-14-16,2 0 11 0,-1 1-18 0,0-1 14 15,1-1-15-15,2 1 0 0,0 0 4 16,0 0 1-16,0 0-2 0,0 0 5 0,0 0-4 15,0 0 5-15,-8 0 0 0,8 0-13 16,0 0 6-16,0 0-5 0,0 0-3 0,0 0-9 16,-12 1 2-16,14-1 2 0,0-1-4 0,2 1-6 15,-2 0 6-15,4 1 2 0,-1-1-4 16,2 0-2-16,-1 0-1 0,4 0 9 0,4 0-7 16,5 0 3-16,1 0-5 0,4 0-3 0,28-11 2 15,-23 5 6-15,6 4-6 0,-6-5-3 16,5 3-5-16,2-4 4 0,2 2 4 15,2-1-5-15,2 0-3 0,2 1-5 0,6 0 6 16,-4 0-3-16,4 1-1 0,0-1-1 16,2 2 0-16,-2 0-1 0,4 1 2 0,-2-1-10 15,4 0 10-15,0 2-6 0,0-1-2 0,4 1 3 16,0-2 2-16,2 2 4 0,-1 0-6 16,-1 0 2-16,1-1-2 0,3-1-4 0,-1 0-3 15,-1 0 8-15,0 1-2 0,3 0 7 16,-2 0-9-16,-2 1-3 0,-1-2 7 0,-1 3-6 15,-3-1-5-15,-1-1 8 0,-1 3-1 0,0-2-3 16,-4 2-1-16,-26 0 8 0,12 0-3 16,6 0-2-16,3 0 0 0,-1 0 7 0,4 0-4 15,-4 0-3-15,0 0 3 0,2 0-3 16,-1 0-4-16,46 14 5 0,-49-11 0 0,4 0 5 16,-4-2-8-16,1 1 0 0,0-2 7 15,-2 2-1-15,0 1 1 0,-3-2-1 0,-2 2-8 16,-3-3 5-16,3 2-1 0,-4-1 1 0,-1 1 5 15,-5-1-5-15,-2 0 3 0,-5 2-4 16,0-1 5-16,-13-2-5 0,4 0 5 0,0 0-5 16,-2 0 4-16,0 0-7 0,-2 0 9 15,-6 0-3-15,7 0-3 0,-7 0 0 0,8 0-1 16,-8 0-1-16,8 0 1 0,-8 0 2 0,8 0 3 16,-1 0 0-16,-7 0 6 0,8 0-4 15,0 0-2-15,-8 0-4 0,8 0 7 0,0 0-4 16,-8 0 4-16,8 0-4 0,-8 0-1 15,8 0 1-15,-8 0-4 0,8 0 2 0,-8 0 5 16,6 0-6-16,-6 0-2 0,8 0 6 16,-8 0-4-16,7 0-3 0,-7 0 5 0,9 0 1 15,-2 0 4-15,1 0-7 0,-1 0 3 0,7 0 8 16,4 0-11-16,2 0 4 16,2 0 7-16,2 0-6 0,2 0 1 0,0 0 2 15,33-5-4-15,-24 3 3 0,1 2 2 0,0-2 8 16,-3-1-7-16,4 2-1 0,3 1-4 0,-1-2 2 15,4 2-1-15,3-1 10 0,2 1-7 16,4-1 6-16,2 1-5 16,2-2-1-16,4 2 5 0,0-2-8 0,4 2 0 15,1 0 0-15,4-2 4 0,2 1 6 0,-3-1-5 0,5 1-3 16,-1 0 0-16,2-1 3 0,74 0-4 16,-68 0-2-16,0 0 1 15,1 1 2-15,-1-3 3 0,-1 1-8 0,1 0-2 0,0 2 3 16,2-1 3-16,1-3-9 0,1 2 8 0,1-2-1 15,0 4-2-15,1-2-2 0,-2 1 2 16,-4 0-1-16,2 2-7 0,2-2 2 16,4 2 8-16,0 0-10 0,0-2 3 0,0 1 0 15,0 1 7-15,-44 0 2 0,22 0-6 0,12 0 2 16,4 0 4-16,2 0-10 0,2 0 1 0,2 0 6 16,0 0 3-16,-1 0-10 15,0 0 10-15,1 0-3 0,-2 0-7 0,89 13 4 0,-88-11-2 16,2 1 1-16,1-2-2 0,0 3 4 0,2-4-1 15,-2 4 6-15,2-3-3 0,-1 3-4 16,1-1 2-16,-1 1-6 0,1-1 1 0,0 1 4 16,0-1-3-16,2 1 5 0,0 0 1 0,-2 0-3 15,-4 1 1-15,0 0 7 0,-2 0-11 0,0-1-1 16,1 0 11-16,-1-1-4 0,1 1 0 16,1-2-2-16,0 0-7 0,3-1 5 0,-2 0 5 15,1 0-2-15,2 2 0 0,-2-3 5 16,-45 0-8-16,23 0 3 0,12 0-2 0,4 0 9 15,4 0-2-15,0 0-6 0,0 0 2 16,0 0-5-16,-1 0 9 0,-1 0 1 0,-1 0-9 16,2 0 8-16,-2 0 1 0,1 0 2 0,0 0-5 15,85-14 0-15,-88 11 3 0,1 0-1 0,-2 2-2 16,1-3-3-16,-2 0 9 0,2 1 2 16,0-2-3-16,-1 1 2 0,1 1-3 15,-2-2-1-15,0 1 4 0,-2-2-5 0,-2 1-3 0,-1 0-3 16,-1 0 0-16,-2-1 8 0,2 0-2 15,2 0-1-15,2 0-5 0,0 1 6 16,-1-1-8-16,-2 4 8 0,0-3-1 0,-3 0 0 16,1 1-5-16,-1 1-4 0,-1-1 9 0,3 1-6 15,2-1 1-15,-3 2-4 0,-1-3-2 16,0 3 4-16,-3-1 2 0,3-2 1 0,-2 4-5 16,-5 1 0-16,1-1 0 0,1 1-6 15,-3-2 8-15,2 2-2 0,-2-2-1 0,3 2 3 16,-34 0-4-16,17 0 2 0,8 0-5 0,3 0 8 15,1 0-7-15,0 0 8 0,-2 0-9 0,62 12 2 16,-63-10 6-16,0 0 2 0,-1-1-5 16,-2 3 5-16,33-4 0 0,-8 4-8 0,-10-3 7 15,-4-1-2-15,-9 3-5 0,-5-2 1 0,-3-1 6 16,-3 2 2-16,-4 0-8 0,-3-2 4 16,1 2 4-1,-4 0-1-15,0 1-3 0,-4-1-3 0,4 1 3 0,-6-1 5 0,-2 1-9 16,0-3 0-16,-1 2 12 0,2 2 1 0,-1-2-6 15,-6 3-6-15,0-3 10 0,0 0-2 0,-1 3-3 16,-3 0 6-16,3-4 0 16,-6 2-3-16,-1-1 5 0,1 2 2 0,-1-3-6 15,-2 2 5-15,-2 1-7 0,-12-4 2 0,12 0-1 16,-2 0-3-16,8 9-6 0,-10-3 8 0,-2-1-1 16,0-3-9-16,0 0 11 0,-6-2-3 0,0 0 1 15,0 0-3-15,6 0 4 0,-6 0 1 16,0 0 3-16,0 0-10 0,0 0 8 15,8 0 1-15,-2 1-12 0,-4-1 9 16,-2 0-11-16,2 0-20 0,-4 1-21 0,-2-1-57 16,4-2-70-16,-10-2-192 0,-2-2-1 15,-6-3 0-15</inkml:trace>
  <inkml:trace contextRef="#ctx0" brushRef="#br0" timeOffset="92535.6">24134 11615 43 0,'0'0'135'0,"0"0"-9"0,0 0-4 15,0 0-11-15,0 0 2 0,0-13-7 16,0 13-9-16,0 0-2 16,0 0-12-16,0 0 7 0,0 0-17 0,0 0-4 0,0 0-8 0,0 0-5 15,0 0-5-15,0 0-8 0,27-27-4 16,-27 27-7-16,0 0 1 0,0-1-2 0,0 1-8 16,0 0 2-16,0 1-9 0,0 1 6 0,-1 3 1 15,-2 1 2-15,-1 9-1 0,-3 2-5 16,2 4 8-16,0-1-5 0,-2 5-1 15,-1 2 1-15,-1 1 12 0,1-1-9 0,0 3 7 16,-3 0-8-16,3-1 3 0,-4 3 3 0,1-1-2 16,-1 0 3-16,3-1-2 0,-2 1-3 15,-1-4 2-15,3 1-11 0,-1-3 13 0,1 4-11 16,1-3 2-16,0 0-12 0,0-1 11 0,1-3-3 16,1-1-6-16,0 0-9 0,2-2 12 15,0-2-14-15,2-4 0 0,-2-1 7 0,2-3-1 16,1 0-15-16,0-1-18 0,-1-1-15 15,0-1-19-15,2-2-29 0,-2 1-17 0,2-5-32 16,0 0-109-16,0 0-163 0,0 0 0 0</inkml:trace>
  <inkml:trace contextRef="#ctx0" brushRef="#br0" timeOffset="93792">27194 13964 20 0,'0'0'40'0,"0"0"-9"0,0 0 19 16,0 0-21-16,0 0 8 0,0 0-15 16,0 0 11-16,0 0-6 0,0 0 12 0,0 0 7 15,0 0 1-15,0 0-4 0,0 0-5 0,0 0 14 16,0 0-2-16,0 0 8 0,-4-20 4 15,4 20-12-15,2 0 12 0,0 0-1 0,-1 2 4 16,-1-1-2-16,0 1 10 0,1 1 1 16,1-1-4-16,-1 1-3 0,-1 1 5 0,0 0-3 15,1 1 4-15,1-1 2 0,-2 1 4 16,0 3-7-16,0 1 2 0,1 12 3 0,-1 0-8 16,1 3-2-16,-1-12 2 0,0 8-16 15,0 4 5-15,0 3-11 0,-13 35-1 0,12-25 5 16,1 0 0-16,-3 0-7 0,2-3-3 0,1 4 11 15,-3-1 9-15,2 1-8 0,-2 3 0 16,3-21-8-16,0 10 14 0,0 4 5 0,0 2-10 16,0-1 4-16,0-1-6 0,0 0-2 0,-8 38-2 15,3-40-1-15,2 0-1 0,-2 0 3 0,-1-4-20 16,1-1 10-16,0-1-2 0,2-2-2 0,-4-4-10 16,6-5 6-16,-2 2-7 0,1-5-5 15,0-1-6-15,0-6 3 0,-1 0 0 16,2 1-1-16,1-2-9 0,-2 0 5 0,2 0-13 0,-1-1-26 15,1-1-49-15,0 2-42 0,0-4-60 16,1-2-55-16,1 0-507 0,2 0 0 16,6-9 0-16</inkml:trace>
  <inkml:trace contextRef="#ctx0" brushRef="#br0" timeOffset="94214.14">27506 14397 57 0,'9'-21'200'0,"6"0"-15"15,1 0-8-15,2 3-12 0,2 1-18 0,6 2-19 16,3 0-13-16,4 1-9 15,3 3-5-15,4 1 0 0,3-1-9 0,3 6 0 0,0 3-11 16,-24 2-13-16,12 0 3 0,2 0-5 16,38 19 3-16,-39-5-15 0,-6 2 7 0,-5 3-10 15,-5 3 3-15,-8 5-8 0,-7 7 5 0,-4-17 7 16,-12 36-7-16,-6-14-1 0,0-1-20 0,-8 3 5 16,-2-1 1-16,2-1-6 0,0-2 3 15,2 0 0-15,4-4 9 0,2-2 13 0,3 0 4 16,3-5-9-16,0-1-3 0,5 1-9 0,3-4 11 15,4-11-23-15,0 5 20 0,22 16-19 16,-6-17 4-16,9-1-4 0,0-3-8 0,6-1 12 16,2-3-16-16,6 0-3 0,2-1-12 0,-1 0-21 15,3-2-41-15,-3-2-28 0,0-1-41 0,-3-1-33 16,-19 0-25-16,8 0-58 0,5 0-344 16,0 0 0-16</inkml:trace>
  <inkml:trace contextRef="#ctx0" brushRef="#br0" timeOffset="94405.39">28677 14911 38 0,'7'-14'246'16,"-2"3"-25"-16,5 0 2 0,-4 1-21 0,0 3-7 16,-1-1-21-16,0 4-19 0,1-1-28 15,-1 1-2-15,0 1-31 0,11-2-18 0,-5 3-38 16,-2-2-37-16,-2 3-37 0,2-1-37 0,1 2-72 15,1 0-79-15,4 0-136 0,2 0 1 0</inkml:trace>
  <inkml:trace contextRef="#ctx0" brushRef="#br0" timeOffset="94909.37">29437 14582 193 0,'-2'-7'174'0,"4"1"-17"15,0 0-3-15,12-7-21 0,2 4-3 0,4 1-16 0,5 2-5 16,4 2-11-16,5 4-11 0,-18 0 0 0,10 0 1 15,41 14-8-15,-25-3-9 0,0 2-8 16,0 2 5-16,-5 0-2 0,-2 5-9 0,-9 0-12 16,-2 4 2-16,-7 3 0 0,-7-2-13 0,-8 6-9 15,-2-14 7-15,-13 27 1 0,0-16-7 0,-2-1-8 16,-3-1-5-16,-2-3 6 0,2-2-4 16,2-1 2-16,-1-3-2 0,4 0-2 15,1-2-2-15,0-1 12 0,4-5 5 0,5 0 3 16,2 1 2-16,1-10-16 0,10 22 7 15,4-6 2-15,3-1 3 0,2 1-12 0,-1-1-11 16,1 1 11-16,1 1 8 0,0 1-4 16,-2 2 11-16,0-1-1 0,-2 2-1 0,-3 3-14 15,-4-1 16-15,-5 4-4 0,-4-13 7 0,-12 27 3 16,-2-16-9-16,-6 0-1 0,-7 0-3 0,-2-4-4 16,-3 0-9-16,-1-2 3 0,-3-2 10 0,2-1 1 15,-2-3 6-15,0-2-12 0,2-2 21 16,-1 1-8-16,1-6 2 0,4 3-26 0,-5-6 18 15,4-1-34-15,18 0-21 0,-7 0-35 16,-21-11-47-16,22 2-44 0,4-3-52 0,9-3-466 16,4-5 0-16,2 9 0 0</inkml:trace>
  <inkml:trace contextRef="#ctx0" brushRef="#br0" timeOffset="95185">30550 14799 158 0,'8'0'187'0,"-2"2"-12"0,-4 0 1 15,0 4-6-15,-2 4-18 0,-4 12-3 0,-6 4-10 16,-3 5-7-16,-2 5-4 16,-3 3-13-16,-5 2-1 0,-3 6-19 0,1 0-17 0,-2 0-5 15,1-3 3-15,-1 3-20 0,2-5 5 16,1 1-4-16,1-1-13 0,2-3 3 15,2-5-13-15,3-2 7 0,1-1-21 16,2-4 11-16,2-2-3 0,-2-2-14 0,5-2-19 16,0-1-14-16,3-4-18 0,1-7-27 0,1-1-46 0,3-4-48 15,0-4-85-15,7-2-236 0,-2-1 0 16</inkml:trace>
  <inkml:trace contextRef="#ctx0" brushRef="#br0" timeOffset="95547.18">31088 14772 51 0,'-3'7'175'0,"2"0"-13"0,-7 10-1 16,-3 5 2-16,0 1 2 0,-1 1-11 15,-2 3-3-15,-2 3-13 0,0 2-9 0,-4 4-1 16,0 2-13-16,-2-1-13 0,1 1-17 0,0 2-2 16,2 0 1-16,-1-3-17 0,3 1 2 15,-2-2-2-15,2-2-3 0,1 0-20 0,1-1 4 16,2-1 0-16,-1-1-9 15,2-3 1-15,2 1-7 0,-1-5-14 0,3 5 0 0,-1-4-7 16,-1 0-19-16,0-5-25 0,3-3-15 0,3-1-40 16,-1-5-20-16,2-1-33 0,2-4-79 0,-1-2-275 15,2-4 0-15</inkml:trace>
  <inkml:trace contextRef="#ctx0" brushRef="#br0" timeOffset="95916.42">31487 14814 7 0,'4'-5'149'0,"-1"4"-9"0,-2 4-9 16,0 2 1-16,-1 3 5 0,0 2-9 15,-1 15 0-15,1-9-8 0,-13 29-11 0,3-11 4 16,-2 3-7-16,0 1-8 0,-4 5-9 0,0-1-5 16,-2 3-5-16,1-2-5 0,1-1 4 0,0-3-11 15,5-3-1-15,1-3 3 0,0-2-16 0,2-4 3 16,4 2-12-16,2-5-7 0,2-14-2 16,13 18 2-16,0-15-10 0,6-2-8 0,2-5-2 15,5-3 3-15,-13-3-1 0,10 0-10 16,32-12-9-16,-22 2-13 0,3 0 2 0,2-1-17 15,1-2-2-15,-1 0-17 0,1-1-21 0,-3 0-22 16,1 0-30-16,-5-1-20 0,0 0-49 16,-6-3-81-16,0 0-98 0,-3 0 0 0</inkml:trace>
  <inkml:trace contextRef="#ctx0" brushRef="#br0" timeOffset="96276.3">31999 15164 109 0,'-2'3'176'0,"-4"14"-6"0,2 1 2 16,-2 3-11-16,-5 2-12 0,0 4-5 16,-2-1-13-16,-3 4 5 0,-3 6-8 0,-3-3-12 15,-2 5-7-15,-4 1-7 0,-2 0-16 16,-6 1-6-16,3 0-10 0,-2 0-13 0,1-3 4 16,-1-3-30-16,-3-3-16 0,2 0-23 15,4-8-17-15,2 0-5 0,3-5 5 0,4-4-7 16,1-2 3-16,8-7 1 0,14-5 1 0,-7-10 1 15,10 3 2-15,14-13 4 0,3 0 2 16,7-1 2-16,5-1 2 0,6-4 12 0,2 1 6 16,7-2 9-16,-1 5-4 0,2 1 6 15,0 3-3-15,-1-2 3 0,0 4-8 0,-1 1 8 16,1 5 5-16,0 2 7 0,-2 4 0 16,2 0-6-16,-3 0 7 0,0 4-13 15,-2 0-27-15,-11 0-47 0,11 0-88 0,2 0-157 0,35-13-93 16,-62 2 1-16</inkml:trace>
  <inkml:trace contextRef="#ctx0" brushRef="#br0" timeOffset="109850.75">21096 17317 43 0,'0'-13'176'0,"0"13"-10"15,0 0-3-15,0 0 2 0,0-15 7 16,0-4-20-16,2 17 8 0,0-1-13 0,-2 1-13 15,2-2 0-15,-2 3-8 0,2 0-10 16,-2-2 1-16,0 3-15 0,0 1 4 0,0 1 6 16,0 0-16-16,0 3-21 0,0 3 15 0,-4 11-3 15,-2 7-14-15,-2 6 4 0,2-2-10 0,-2-1 0 16,0 6-17-16,-4 5 6 0,4 0 10 16,0 2 0-16,0 1-8 0,-2 1-10 0,4-1 0 15,-2-2 1-15,0 2-7 0,0 0 0 16,4-1-5-16,0-4 5 0,-4-1-10 0,4-1-9 15,0-4 3-15,0 1 5 0,0-1-5 0,0-6-16 16,0-2 2-16,4-1 1 0,-4-5 5 16,4-2-28-16,-4-6-16 0,4-1-7 15,0 0-19-15,0-3-18 0,0-1-18 0,0-1-23 16,-2-1-34-16,2-3-25 0,2 0-22 0,-2-3-26 16,2-1-433-16,6-8 0 0,-2-5 0 0</inkml:trace>
  <inkml:trace contextRef="#ctx0" brushRef="#br0" timeOffset="110155.25">21702 17259 102 0,'6'-10'195'0,"-2"5"-10"0,-2 1 9 15,-2 2-15-15,-2 4-6 0,1 2-17 16,-2 1-13-16,-2 13-8 0,-4 4-7 0,1 2-17 16,0 3-4-16,0 3-13 0,1 1-1 0,-1 4-11 15,3 4-4-15,-2 5-9 16,2 0 4-16,-1-1-5 0,1 0-9 0,1 5-6 0,0-3 1 16,1 0-16-16,-1 0 20 0,2-2-6 15,-1-1-15-15,2-4-2 0,-1 0 7 0,2-3-12 16,-1 1-18-16,1-3 15 0,0-3-15 0,0-18-2 15,0 5-29-15,0 2-13 0,0-2-27 0,0-3-34 16,0-4-26-16,0-2-52 0,0-8-85 16,0 0-278-16,8 6 0 0</inkml:trace>
  <inkml:trace contextRef="#ctx0" brushRef="#br0" timeOffset="110357.93">22026 17904 12 0,'7'-7'278'0,"1"3"-26"0,-4-2 13 0,-2 3-14 16,0-2-28-16,2 1-27 0,-2 1-26 15,0 2-27-15,0-2-30 0,0 1-19 16,-2 0-34-16,4-1-39 0,-2 1-27 0,0-3-49 16,4 0-39-16,6-4-18 15,4-2-52-15,-4-3-92 0,6-1-92 0,0 1 0 0</inkml:trace>
  <inkml:trace contextRef="#ctx0" brushRef="#br0" timeOffset="110914.42">22833 17338 96 0,'-2'-6'206'0,"4"-1"-20"16,-2-1 6-16,8-9-13 0,0-2-18 0,2 2-20 15,10-3-12-15,0 5 4 16,6 3-4-16,6-3-4 0,4 3 0 0,6 1-13 0,2 2-7 15,2 4-3-15,0 0-13 0,0 4-8 16,-26 1-20-16,37 11-8 0,-25 0-11 0,-5 2-11 16,-6 5 8-16,-5 4-5 0,-9 3-15 15,-6 3-6-15,-1-13 3 0,-20 25-3 0,3-12 6 16,-1-6-8-16,-2-1 15 0,0-1 15 16,3-2-1-16,-2-1-9 15,1-2 9-15,6-3 8 0,4-5 22 0,1 1-4 0,3-5-12 16,0 1-16-16,3 0 3 0,1-4 5 0,0 0-17 15,26 10 2-15,-6-8-2 0,2 7-6 0,0-4-4 16,2 3 8-16,-1 1-1 0,5 2-7 16,-5 1-6-16,-5 5 15 0,1-2-21 0,-4 4 3 15,-3 0 3-15,-4 5 7 0,-4 2 3 0,-4-12-6 16,0 9-4-16,-22 30 10 0,8-23-12 0,-6 2-2 16,-4-4 3-16,-2 0 7 0,-2-1-17 15,-4-4 9-15,-1 2 1 0,-3-4-2 16,-3-3-7-16,-1 2-4 0,-2-6 2 15,2-2-24-15,0-2-14 0,2-3-21 0,0-1-32 0,2-2-27 16,2-4-27-16,18 0-46 0,-6 0-29 16,-16-17-472-16,26 4 0 0,10 1 0 0</inkml:trace>
  <inkml:trace contextRef="#ctx0" brushRef="#br0" timeOffset="111317.54">24008 17190 62 0,'0'4'189'0,"0"3"0"0,-2 0-1 16,0 13 8-16,2-10-11 0,-7 27-16 0,3-10 0 15,-2 4-14-15,1 2-5 0,0-3-13 0,-3 3-11 16,0 1-16-16,1 0-13 0,2 0-4 16,1-4-17-16,-2 5 1 15,4-8 12-15,-4 2 8 0,4-9-3 0,2-2 9 0,0-10-2 0,0 7-7 16,17 12 1-16,-2-18-17 0,5-3-10 15,4 0-14-15,5-4-20 0,-11-2-16 0,8 0-13 16,5 0-17-16,1 0-26 0,39-14-29 16,-31 5-13-16,-4 2-23 0,-1-2-5 0,-3 3-22 0,-1-4-30 15,-5 0-39-15,-2-2-35 0,0-2-308 16,-6-1 0-16</inkml:trace>
  <inkml:trace contextRef="#ctx0" brushRef="#br0" timeOffset="111544.73">24447 17363 34 0,'-1'-5'182'0,"1"4"-8"16,1-1 11-16,0 4 4 15,1 1-5-15,0 2 6 0,6 11-14 0,0 3-23 16,-2 4 16-16,2 3-26 0,-4 8 1 0,-2 2-19 16,-2-17-4-16,0 8-13 0,0 10-4 0,0 3-2 15,-10 49-34-15,2-41 12 0,1 2-8 16,-1-4-8-16,1-2-29 0,1 0-18 0,-1-5-30 15,-1-1-20-15,-1-6-33 0,1-2-21 0,2 2-23 16,-4-10-45-16,0-1-71 0,0-5-307 16,2-7 1-16</inkml:trace>
  <inkml:trace contextRef="#ctx0" brushRef="#br0" timeOffset="111698.53">24372 17887 156 0,'10'-26'174'0,"3"-1"-11"0,2 6 17 16,2 0 0-16,2 4-15 0,1 2 3 15,2 0-16-15,4 6-3 0,3 0-21 0,0 1 3 16,3 2-18-16,3 0-7 0,2-1-17 0,1 4-12 16,-17 3-28-16,10 0-28 15,5 0-47-15,1 0-46 0,39-12-66 0,-40 5-90 0,0-1-207 16,-1 1 1-16</inkml:trace>
  <inkml:trace contextRef="#ctx0" brushRef="#br0" timeOffset="115517.95">25216 17496 93 0,'0'14'154'16,"0"-14"-4"-16,0 0 8 0,0 0 4 0,0 0 0 16,0 0-5-16,0 0-9 0,0 0-5 15,0 0-15-15,0 0-4 0,0 0-21 0,0 0 8 16,2 12-22-16,19-17 9 0,3-2-15 0,4-1 4 15,4 2-5-15,7-1-8 0,3-1 5 0,6 1-9 16,3-1-13-16,6 3-3 0,3-1 5 16,0 0-12-16,0 0-23 0,0 1 17 0,-2 0-5 15,-5 1-5-15,-4 0-9 0,-3 1 0 0,-2 1 3 16,-9-1 3-16,-3-1-6 0,0 2 1 16,-6 1 28-16,-4 1-14 0,-4-2 4 0,-8 2 19 15,-1 0 6-15,7 12 1 0,-13-6-8 16,-5 4-8-16,-3 11 4 0,-3 3-7 15,-4-1-6-15,-5 5-3 0,-1 4 1 0,-3 3 1 16,-3 0-15-16,0 5 1 0,0-1-14 0,0 2 9 16,0 2 9-16,0 5-12 0,0-3 2 0,4 1-2 15,0-1-9-15,1-4-7 0,3 1 4 16,0-2 6-16,1-2-11 0,1-3 2 0,3-3-6 16,-1 2 9-16,3-3-1 15,2-3-4-15,0 4-5 0,-1-6 6 0,6-1-3 0,-2-1-16 0,1-8-12 16,2 4-28-16,-2-5-31 15,2-5-32-15,-1-3-40 0,1-3-45 0,1 0-597 16,0-4 0-16,3-2 0 0</inkml:trace>
  <inkml:trace contextRef="#ctx0" brushRef="#br0" timeOffset="116215.16">27207 17402 116 0,'3'-2'188'0,"1"-1"8"0,-4 2 6 0,-2-3 1 16,0 3-11-16,-2 0-8 0,-16 6-9 0,5-5-22 15,-28 9 6-15,8-1-28 0,-5 3 3 0,-1 6-21 16,-6 1 3-16,-2 5-19 0,0 6-5 15,-2 3-8-15,3 4-7 0,8 3-10 0,4 1 3 16,6 1 12-16,8 0-4 0,4 4 4 16,10-7-14-16,8 1-5 0,0-21-6 0,20 37-6 15,0-23-6-15,6-1-4 0,4-1 3 0,2-3-24 16,2 0 17-16,2-1-12 16,-3-4-10-16,-1 0 5 0,-1-1 7 0,-6-4 5 0,-5 0 14 15,0-2 0-15,-2 2-1 0,-2-1 7 16,-6 0 15-16,-4-4-1 0,-5 2 4 0,-1-14-12 15,-16 25 2-15,-3-10-2 0,-5-2-9 16,-1-2-2-16,-6 1-11 0,-5-5-2 0,-3 2-1 16,-3-1-2-16,-2-1-1 0,-2-1 0 15,0-4-7-15,-2 0-17 0,0-2-21 0,25 0-40 16,-12 0-29-16,-4 0-37 0,-42-13-46 0,42 1-54 16,6-1-719-16,5-2 0 0,7-7 0 15</inkml:trace>
  <inkml:trace contextRef="#ctx0" brushRef="#br0" timeOffset="116404.43">26855 17334 55 0,'38'-17'197'0,"4"2"-8"0,2 4-4 15,2 1 6-15,4 1-17 0,3 1-19 0,3 3-14 16,4 1-16-16,6 0-2 0,0 2-22 15,4-1-22-15,-1 0-41 0,2-2-54 16,3 0-108-16,1-3-162 0,-3-3-46 0,-4-3 0 16</inkml:trace>
  <inkml:trace contextRef="#ctx0" brushRef="#br0" timeOffset="119009.54">7496 17099 94 0,'0'0'182'16,"-14"0"-11"-16,14 0 16 0,0 0 4 0,0 0-24 15,-30 0 1-15,26-3 1 0,0 1-34 0,0-1-1 16,0 0 13-16,0-2-15 0,2 1 1 16,-5-12-25-16,0 1 16 0,5 0-19 0,-2-5-7 15,2-3-14-15,2 13-6 0,0-8-2 0,0-6-9 16,18-26-8-16,-9 25-14 0,6-7 23 16,6-1-11-16,4-2-20 0,5 0-12 0,4 1 19 15,6-6 0-15,7 2 0 0,4 2 1 16,3-1 2-16,2 3-21 0,4 2 8 0,0 4-1 15,-1 3 0-15,0 4-2 0,-3 6-1 16,-4 4-17-16,-4 5 15 0,-7 4-20 0,-21 2 14 16,35 12 7-16,-25 1-11 0,-4 7 11 0,-6 5-2 15,-4 2-14-15,-7 5-2 0,-4 1 4 0,-5 5 5 16,0-17-16-16,0 9 13 0,-22 44-1 16,6-31-5-16,-2-2 6 0,-3 1 1 15,-4 0 24-15,-1-3-12 0,-2 2 14 0,0-2-2 16,-2-2 15-16,-2-1-1 0,0 0-1 0,0-4 11 15,-2 0-5-15,1-6 4 0,0 0 0 0,-1-1 12 16,2-5-5-16,-1-6 5 0,2-3-14 0,2-4-12 16,-2-1-5-16,-3-4-4 0,18-2-25 15,-8 0-13-15,-27-16-9 0,26 1-7 0,3 2-15 16,4-3 6-16,0-4-7 0,0 3 7 16,2-3-14-16,4 0-6 0,-2 4 0 0,6-1-21 15,3 0-24-15,2 4-11 0,2 2-27 0,1 11-42 16,0-13-17-16,19-13-5 0,-9 11-16 15,4 1-661-15,0 3 0 0,8 0 0 16</inkml:trace>
  <inkml:trace contextRef="#ctx0" brushRef="#br0" timeOffset="119723.43">9053 16731 60 0,'0'1'219'15,"-2"0"14"-15,1 1 5 0,0-2-12 0,-1 2-8 16,2-2-20-16,0-2-16 0,0 2-20 15,0-2 1-15,0 1-25 0,2-1-19 0,-1 0-13 16,0 0-18-16,2-3 12 0,1 1-36 16,-1-1 5-16,1 3-7 0,1-2-10 0,0-1 1 15,1 3-5-15,-1-1 4 0,-1 1-5 0,-1 0-7 16,1 0 9-16,-2 2-8 0,-2 0 8 16,0 0-22-16,2 8 7 0,-4-5 7 0,-2 2-14 15,-5 9 0-15,-2-2 14 0,-1 2-2 0,-4-2 5 16,4-4 20-16,0 0 3 0,4-4 13 15,-3-1-1-15,3-1 8 0,3-2-12 16,0 0-20-16,5 0-5 0,0 0-24 0,0 0-11 16,-8 0-8-16,-2-11-16 0,9 8-9 0,0-3-30 15,2 1 9-15,2 0-28 0,6-3-38 16,-2 0-20-16,3-2-20 0,1 4-34 0,-4 1-38 16,2 1-536-16,-2 3 1 0,-2 0 0 0</inkml:trace>
  <inkml:trace contextRef="#ctx0" brushRef="#br0" timeOffset="126418.48">7903 17897 13 0,'0'0'72'0,"0"0"-1"0,0 0 7 16,-13 0-9-16,13 0-26 0,0 0 6 0,0 0-1 15,0 0-10-15,0 0-16 0,-26 16-11 0,25-18-15 16,1-2-44-16,0-1-50 16,0 0-102-16</inkml:trace>
  <inkml:trace contextRef="#ctx0" brushRef="#br0" timeOffset="127704.99">9046 17267 18 0,'0'0'44'0,"15"0"-14"0,-15 0 17 16,0 0-9-16,0 0 29 0,0 0-1 15,0 0-21-15,24-12 13 0,-23 8 10 0,-1 2-5 16,1-1-7-16,-1 0-17 0,2 0-15 16,-1 1-5-16,0 0 9 0,1 0-12 0,-2 2-18 15,2-1 7-15,1 1-23 0,0 1-9 0,-1-1-22 16,1 0 7-16,0-1-24 0,1 2 9 16,0-1-3-16,-2 0 6 0,1 4-11 0,-3-4 18 15,0 0-6-15,0 0 7 0,0 0 15 16,7 0 44-16,-7 0 5 0,0 0-5 0,0 0 19 15,6 0-20-15,2 6 12 0,-6-4-14 0,-1-1 13 16,0 1-5-16,1 2 13 0,-1-3-20 16,0 0-10-16,-1 2-11 0,3-2 10 0,-3-1-9 15,3 1-16-15,-2 2-12 0,2-3-13 16,-2 0-25-16,-1 0-35 0</inkml:trace>
  <inkml:trace contextRef="#ctx0" brushRef="#br0" timeOffset="128361.3">9612 16688 34 0,'-11'-7'150'0,"1"0"4"0,2 2-8 0,0-1 4 16,-4-3-7-16,3 3-12 0,-4-2 0 15,2-2-5-15,3 2 1 0,0 2 0 0,3 0-4 16,-1-1 5-16,1 2 4 0,1-1 1 0,0 1 6 16,3-2-2-16,-2 1-10 0,0-12-3 15,1-1-25-15,2 12 9 0,0-6-13 0,0-1-7 16,17-20 0-16,-8 17-2 0,5-5-22 15,0 1-4-15,2 1-18 0,4 0 7 0,0 2-11 0,4-3 1 16,4 1-5-16,0 4 8 16,5 0-17-16,1 1 8 0,0 3-11 0,2 0-15 0,2 4 8 15,0 5 3-15,-1 3-9 0,-19 0 8 0,6 0 6 16,28 23-3-16,-27-1-3 0,-5 8 6 16,-11 8 11-16,-2 6-9 0,-7-20 6 15,0 13-3-15,-20 54-5 0,3-36 9 16,-5-2 6-16,0-3 10 0,-4-2 0 0,-3-3 14 15,-3-2 21-15,0-5 13 0,-2-4 9 16,0-4 31-16,2-3 7 0,-2-7 12 0,0-2-2 16,1-6-9-16,2-4-24 0,-3-4-28 0,3-4-27 15,17 0-25-15,-26-17-7 0,17 2-20 0,6-3-23 16,3-5-25-16,4-4-16 0,3-5-15 16,4-2-8-16,3 15-21 0,0-7-32 0,19-34-10 15,-2 25-20-15,2-1-38 0,4-3-36 16,3 3-817-16,5-2 0 0,1 3 0 0</inkml:trace>
  <inkml:trace contextRef="#ctx0" brushRef="#br0" timeOffset="129038.22">10391 16173 178 0,'-5'2'207'0,"1"0"-4"15,0 0 10-15,0 1-10 0,1-1 3 16,-1-1-24-16,1 1-13 0,2-1 7 0,0-1-17 15,1-1-8-15,0-2-12 0,4 0-4 0,5-5-38 16,3-5 15-16,5 0-13 0,5-2-13 0,0 3 8 16,4-3-27-16,4-2-9 0,2-3 0 15,6 3 10-15,2-3-33 0,1 0 13 0,6-2-12 16,2 4-3-16,1-1-3 0,1 1 0 16,0 0 2-16,-5 4-16 0,-3 0 17 0,-3 3-19 0,-5 4 8 15,-6-5-16-15,-2 6 23 0,-1 0 8 16,-2 4 5-16,-4 2 3 0,-13 0 6 0,6 11 0 15,-7 4 4-15,-6 2-1 16,0-5-7-16,-14 28 1 0,6-11-6 0,-5 3-3 0,-2 2-5 16,-1 1 1-16,0 1-8 0,-2 2-5 15,0 0 1-15,1 0-2 0,1 1-4 0,0 2 5 16,3-3-9-16,-1 0-2 0,2-2 7 0,2 4-5 16,-2-3-2-16,0-1-6 0,2 0 1 0,4-2 9 15,-1-2-9-15,2-4-12 0,-1 6 8 16,2-3 13-16,2-7-11 0,-1 2-16 15,-1-7-16-15,1 0-15 0,3-4-37 0,-1-2-39 16,1-13-26-16,0 7-27 0,0-7-31 0,0 0-659 16,8 11 0-16,5-19 0 0</inkml:trace>
  <inkml:trace contextRef="#ctx0" brushRef="#br0" timeOffset="129434.35">11465 15913 63 0,'6'-17'205'0,"0"2"-25"15,-2 4-5-15,2 3-4 0,-1 6-15 0,2-2-9 16,-1 4-1-16,1 0 4 16,-7 0-9-16,23 11-24 0,-7 0 4 0,0 5-7 0,-4 3-10 0,1 3-12 15,-4 1-8-15,5 3 6 16,-6 0-18-16,-2 1-10 0,1 0 12 0,-3-3-34 0,1-3 10 15,-1-2-13-15,0 0 4 0,2 0 6 16,0-4 16-16,4 0 12 0,0-1-7 0,5-2-5 16,1-2-12-16,4-3 1 0,0 2 8 0,1 1-13 15,-1-4-11-15,-1 3 6 0,0 2 1 16,-3-1 13-16,-2-1 3 0,-1 2 15 0,-1 1-4 16,-6-1-3-16,3 0 4 0,-2 4 7 0,-3-3 1 15,-3 2 2-15,-1-5-8 0,0 7 0 16,-19 23-16-16,7-15 2 0,-4-3-10 15,-2 1-11-15,-3 0 2 0,-5-2-8 0,1 1 6 16,-2-3-4-16,-2 1-10 0,-2-2-28 16,1-2-25-16,-2 0-28 0,1-5-32 0,2-1-53 15,1-1-51-15,-2-4-39 0,16-4-690 0,-22-20 1 0,18 0 0 16</inkml:trace>
  <inkml:trace contextRef="#ctx0" brushRef="#br0" timeOffset="129640.49">11651 15783 6 0,'-2'-30'296'0,"2"16"-29"16,0-4 4-16,0-1-8 0,0 0-11 15,0 6-8-15,0 0-10 0,0 3-32 0,0 2-24 16,6-13-7-16,6 10-22 0,5 2-17 16,3-1-9-16,7 1-15 0,3-2-13 0,5 4-7 15,5-2-8-15,4 1-8 0,4-2-7 0,6 1 4 16,1-2-32-16,5 2-53 0,-2-1-44 15,0-1-59-15,-2 2-45 0,0-1-68 16,-3 0-471-16,-1 1 0 0,-4-1 0 0</inkml:trace>
  <inkml:trace contextRef="#ctx0" brushRef="#br0" timeOffset="130049.83">12605 16009 97 0,'-14'6'267'0,"4"-2"20"16,0 0 21-16,4-3-10 0,2-1-16 15,1 0-21-15,2-3-27 0,2 1-14 0,2-3-27 16,14-10-22-16,6 1-14 0,-1 2-16 15,8 1-19-15,2-2-6 0,5 1-21 0,3-1-3 16,3 4-14-16,2 1 4 0,-1 3-12 16,-1 5-6-16,-22 0-12 0,9 0-21 0,3 0-1 15,29 18-11-15,-38-4 4 0,-4 4 8 16,-9 7 4-16,-7 8-6 0,-4-17-2 0,-17 36 3 16,-2-14 2-16,-4-2-8 0,-1-1 0 0,-2-3 16 15,-1-5 20-15,1 0 6 0,-2-5 2 0,0-1 8 16,1-3-10-16,0-7 3 0,-1-2-14 15,-1 0-1-15,1-6-29 0,15-3-23 0,-6 0-37 16,-21-19-59-16,21 6-61 0,4-4-49 0,3-2-825 16,4-1 0-16,0-2 0 0</inkml:trace>
  <inkml:trace contextRef="#ctx0" brushRef="#br0" timeOffset="131383.87">12050 15667 59 0,'0'0'148'16,"0"0"-11"-16,0 0-13 0,0 0 0 16,0 0-7-16,0 0-5 0,0 0-5 0,0 0-1 15,0-14-11-15,0 14-6 0,0 0-9 0,0 0-7 16,-12-23-10-16,8 21-3 0,-1 0-10 16,0 1 4-16,-2 1-10 0,-1 0-4 15,-1 0-3-15,-6 0-2 0,-2 0-9 0,-2 0 1 16,-22 11-8-16,18-8 0 0,2-1-2 0,0 2 4 15,-1 0-5-15,2 0 6 0,0 1-3 16,4-1-1-16,-1 2 0 0,0 1-8 16,-1 1 4-16,2 0 3 0,2-3-8 0,-5 4 10 15,4-3-1-15,1 0 6 0,-1 1 2 0,0 0-8 16,3-3 12-16,-2 2-4 0,4 0-1 16,-3 3 1-16,4-3-7 0,-1-1-6 0,2 1-1 15,-4 3 3-15,4-2-1 0,-5 3 7 0,1 0-7 16,-1 2 9-16,-1-2-16 0,0 0 11 0,-1 2-6 15,-1-3 13-15,1 2 1 0,1 1-15 16,-1-3 5-16,2-1 10 0,-1 1-1 0,4 1-4 16,-2 3-6-16,2-2 3 0,1 0 9 15,2-1-10-15,-1 3-8 0,0 2-9 0,2 1 15 16,-2 2-3-16,-2 0-3 0,1 3-1 16,1-1-4-16,0-2 6 0,0 3-7 0,-1-1 2 15,2-2 1-15,0 0-1 0,2-1-6 0,-2-3 12 16,3-1-6-16,2-4 8 0,0 2 4 0,1-2-5 15,1-9 6-15,0 8 8 0,0 2-3 16,0 4 8-16,17 12-9 0,-9-13-2 0,0-2-8 16,2 3 10-16,0-5-8 0,1 2 2 15,2 1-6-15,-2-5-10 0,2 2 21 0,1 0-3 16,-1-1-9-16,2-2-12 0,-5-2 16 16,5 4 6-16,0-3 0 0,-1-1-1 0,2 1-3 15,2-2 7-15,0-2-16 0,4 0 4 0,-12-1 18 16,9 0-17-16,2 0 10 0,5 0 9 15,-1 0 7-15,3 0-13 0,29-12-19 0,-26 8 14 0,-2 4-21 16,-3 0 18-16,-14 0-10 0,6 0 16 16,2 0-6-16,3 0 6 0,22 16-1 15,-23-9 5-15,-1-1-6 0,-3 2 4 0,2 3-4 16,-1-1 8-16,0 0 2 0,-3 4-1 0,-2-3-3 16,-2 2 6-16,-1 0-4 0,-3 2 0 0,1 2 5 15,-3 0-18-15,-1-3 15 0,-1 4 5 16,-3-4 2-16,-1-1-16 0,0-3 14 0,0 6-2 15,-14 15 6-15,7-15 1 0,0 1 4 16,-2 1-6-16,0-2 9 0,-3 1 0 0,-4-2 1 16,4 2 0-16,-6-2 5 0,2-3 4 0,-4 2-2 15,0 0-6-15,-3-3-4 0,0 2 1 16,-4-2 8-16,-2-1-3 0,1 0-8 0,1-4-4 16,-3 0-3-16,-1 0-8 0,2 1-1 15,-3-4-21-15,16-3-24 0,-8 0-37 16,-4 0-21-16,0 0-57 0,0 0-32 0,0 0-24 15,-23-11-39-15,26 3-782 0,1 0 0 0,6-7 0 16</inkml:trace>
  <inkml:trace contextRef="#ctx0" brushRef="#br0" timeOffset="131806.2">11473 15928 183 0,'-5'-2'204'0,"0"2"-12"0,1-3 8 0,1 1-20 16,2-3-16-16,2 3-22 0,2-2 3 0,9-6-22 15,5-1-10-15,4-1-14 0,2 1-12 0,6 0-2 16,5-3 0-16,7 3-13 0,4-5-11 16,2 1 13-16,5-2-21 0,1 2 10 0,2-3-23 15,1 1 10-15,1 0-1 0,-1 0-12 16,2 0 12-16,-3 2-10 0,0-2 3 0,-5 2-17 0,-3-1-3 15,0 3-1-15,-5 2-5 16,-2 1 9-16,-2-1-17 0,-5 3 6 16,-2 0-18-16,-3 1-36 0,1-1-34 0,-5 3-28 0,0 1-45 15,-1 1-53-15,-5-2-349 0,-4 5 0 16</inkml:trace>
  <inkml:trace contextRef="#ctx0" brushRef="#br0" timeOffset="133682.69">12708 15857 5 0,'0'0'143'15,"0"0"-6"-15,0-16-5 0,0 16 8 16,28-22-5-16,-27 18-2 0,2 0-10 0,-2 0 0 15,0 2-5-15,2-1 2 0,-2 0 0 0,1 0-13 16,-1 1 14-16,0 0-20 0,1 0 2 16,-1 1-19-16,0-1-3 0,1-1-23 0,-2 3 2 15,0 0-16-15,0 0 13 0,0-2-11 0,0 3-7 16,0 3 0-16,0-1-9 0,0 3 1 16,-2 0 17-16,0 13 2 0,2-8 0 0,-8 24-2 15,2-8 9-15,1 2 0 16,-3-1 1-16,-1 2-6 0,-1 3-5 0,2 2 7 0,-4 0-8 15,3 2 13-15,2 0-20 0,-2 4 10 16,-1-3-6-16,1 0 2 0,2 0 5 0,-1 0-5 0,-1-4-13 16,5 1 20-16,-1-4-11 0,-1 2 15 15,4-6 4-15,-2-1 0 0,1 0-7 16,-1-5 9-16,3-2-2 0,1-12-5 0,0 3-7 16,0 0 6-16,0-3-4 0,10 9 6 15,-6-11-2-15,10 8 4 0,-4-4-12 0,4-3-9 16,3-2 1-16,3-2-4 0,0 0-2 0,2-2 0 15,-10 0-2-15,9 0-13 0,4 0 1 16,1 0 1-16,3 0-2 0,35-13-2 0,-48 13-4 16,9 0-4-16,3 0 8 0,1 0-8 0,39-12 2 15,-29 10-4-15,0-3-2 0,-2 1-1 16,4-2 1-16,-2-1 3 0,0-1-6 0,-2 1 2 16,0-1 0-16,-2-1 3 0,0 1-4 0,-3 4 3 15,-3-5-6-15,0 1 6 0,0 1 5 16,-1-1-9-16,1-1 4 0,-1 1-11 0,-3-1-4 15,-1 3 0-15,-1-1-15 0,0 1-8 0,-3 1-23 16,-3 1-21-16,-1-1-32 0,-4 4-7 16,-5-3-37-16,-1 4-6 0,0-2-17 0,-1 0-36 15,-1 0-651-15,-1 1 0 0,-1-2 0 0</inkml:trace>
  <inkml:trace contextRef="#ctx0" brushRef="#br0" timeOffset="134157.94">13362 15915 168 0,'-4'-4'201'0,"3"0"-6"16,-2 2-3-16,2-3-13 0,-2 3-22 15,2 2-20-15,-2-2-11 0,2 4 12 0,-2 0-24 16,0 3 18-16,-5 13-14 0,0 0-16 16,0 8 5-16,-1 3 12 0,2 1-7 0,-2 2-7 15,1 4-9-15,-1 5 8 0,-2 3 1 0,0 3 1 16,1 2 12-16,-4 2 7 0,1-2-9 0,-2 2 3 15,3 1 8-15,-1 0-9 0,0-3-8 16,-1 0-5-16,2 0-7 0,0 2-4 0,0-2-4 16,0 2-11-16,-2-2-4 0,0 1-4 15,1 0-6-15,0-1-10 0,1-4-1 0,-2 3 0 16,0-4-1-16,1-5-2 0,-1 2-3 16,1-3-8-16,0-2 4 0,1 2-5 0,0-4-9 0,1 0 7 15,0-3-12-15,-1-4-1 0,3 0 3 16,-2-1-10-16,3-2-2 0,2-8-16 0,-1 1-2 15,3-6-11-15,1 0-7 0,1-3-19 16,0-8-46-16,2 0-75 0,0 0-42 0,0-10-899 16,3-11 0-16,-2-3 0 0</inkml:trace>
  <inkml:trace contextRef="#ctx0" brushRef="#br0" timeOffset="134838">12868 15814 103 0,'-2'0'173'16,"2"-1"-18"-16,-1-1-4 0,1 1 4 0,-1 1-17 16,1 0 5-16,0 0 8 0,-2 1-2 0,1 1 9 15,0 0-16-15,-2 3 12 0,-1-1-18 16,-4 11-12-16,-1 1 6 0,-1 0-8 0,-3 3-11 16,-2 2 0-16,1 2-26 0,-1-2-19 15,0 5 1-15,-1 3 11 0,-1 4-17 0,-1 0 2 0,0 2-1 16,0 2-3-16,0 4-5 0,-1 1-16 0,2 0 21 15,1 2-23-15,-3-3 7 16,3-1-12-16,1-1 14 0,2 1-10 0,4-2 8 16,-1-4 5-16,2 2-7 0,4-2 19 15,2 1-10-15,2-20-15 0,0 8 15 0,14 27-17 16,-3-28 7-16,5-3-5 0,4-3-4 0,5-5-12 16,5-4 8-16,3-2-2 0,-17-5-1 0,9 0-7 15,9 0 7-15,39-15-13 0,-31 7-1 16,2-3 5-16,0 1-18 0,2-4 7 0,-1 3 4 15,-2 0-10-15,-2-1 15 0,-1 2-10 16,-2-1-1-16,-1-2 0 0,-1 3 7 0,-1-1-19 16,1 3 7-16,-2-3-12 0,1 3-10 0,-3-3-29 15,1 2-6-15,-5 1-28 0,3-1-17 16,-3-1-20-16,-2 3-17 0,0-4-16 0,-3 1-22 16,-4-1-23-16,-5 3-521 0,2-4 0 15,-2 0 1-15</inkml:trace>
  <inkml:trace contextRef="#ctx0" brushRef="#br0" timeOffset="135206.51">13503 16043 136 0,'-1'0'168'0,"-3"3"1"16,-1 2 12-16,-5 7 14 0,0 9-10 0,-4 5-8 15,2 1 15-15,-2 9-20 0,-5 2-4 16,-1 9-21-16,-4 0 16 0,-4 6-10 0,0 2 0 0,-1 5-7 16,-1 2 13-16,0 6-15 15,0-4 1-15,1 4-19 0,2-2-7 0,1-2-13 16,2 1-8-16,1-5-12 0,3-1 1 0,1-2-2 15,5-6-5-15,-5 0-6 0,6-5-3 16,2-4-15-16,1-5-1 0,0-2-7 0,2-3-10 16,0-1-25-16,0-1-31 0,-1-6-25 0,5-3-56 15,1-10-47-15,-1-3-85 0,2-8-659 16,2 0 0-16,0 0 1 0</inkml:trace>
  <inkml:trace contextRef="#ctx0" brushRef="#br0" timeOffset="136652.07">5655 17018 115 0,'-24'-9'110'0,"0"-2"-13"0,2-3 5 16,-2-3-7-16,4 2 11 0,4-4-9 15,2-4-5-15,4 1-9 0,2-4-2 0,4-1-20 16,4-3 2-16,0 13 5 0,0-7 4 16,14-29 2-16,-4 23-9 0,0-3 2 0,2 1 0 15,2-4-1-15,2 1-10 0,0-3 6 0,2-2-7 16,2-1 11-16,-2-4-2 0,8 1-12 16,2-4 10-16,0 1-9 0,6-1 3 0,4-4 0 15,8-3-3-15,6-2 11 0,6-5-2 16,14-6-26-16,4-4 9 0,8-1 11 0,75-52 6 15,5 9-20-15,-3 6-1 0,5 3 9 16,-29 24-10-16,-14 17 4 0,-10 11-7 0,83-35 4 16,-40 25-4-16,-20 13-6 0,-15 10-14 0,86-22 17 15,-34 19-6-15,-30 12-12 0,-23 8 9 16,1 3-9-16,2 5 6 16,2 2 0-16,0 4-9 0,-2 2 0 0,1 3-6 0,-1 4 3 15,0 2 5-15,-63 0 3 0,32 0-6 0,119 11 5 16,-91-5-8-16,-1 4-9 0,-1 1 4 0,0 2 4 15,1 2-2-15,-1 3 2 0,4 0-6 16,-8 4 8-16,-3-1 7 0,-2 4-16 0,-5 1-4 16,-3-1 16-16,-6 4-4 0,-2 2-9 15,-6 0 1-15,0 0 2 0,-3 3-1 0,0 2 4 16,-4 2-7-16,-2 2 2 0,-1-3-6 16,-3 4 11-16,-5 0-17 0,-3 2 11 0,-3 2-11 0,-2 2 19 15,-3 1-4-15,-5 3-9 0,-4-1 11 16,-3 2-5-16,-2 1 13 0,-4-1-12 15,0 2 0-15,-2 1-8 0,0-3 18 0,-2 3-16 16,1-1-14-16,3 6 13 0,-2-4 2 16,2 1 6-16,-2-3-16 0,1 2 10 0,0-2 4 15,-2-4-4-15,0 1-16 0,-2 0 21 16,-2-3 1-16,-1 0-5 0,-4-1-6 0,-1-3 1 16,-3 1 3-16,-2 1-3 0,0-5 15 0,-5 1-19 15,-1 1 3-15,-3-3-2 0,-2 3 10 16,-3-2 0-16,-3-2 2 0,-5 1 5 0,2 0 5 15,-2-21-6-15,-11 42 9 0,0-21-11 16,-2-1-1-16,-4 1 6 0,-3-1-17 0,-4 0 19 16,-3-2-4-16,-4 4 10 0,2-2-4 0,-4-4-7 15,-2 5-5-15,-2-1-6 0,-1-2 23 0,-3 0-7 16,1-1 13-16,-2 1-15 0,-4 1-22 16,-2-2 19-16,-1 1-12 0,-4-1 16 0,-1 0-6 15,-3-1-9-15,-5 1 7 0,-4-1 3 16,-1-1-1-16,0-3 7 0,-6 0-12 0,-4-4 8 0,-3 1 7 15,-4-3-13-15,0 0 3 0,-4-3 14 16,-5 1 0-16,-3-1 1 0,4 0 5 0,-3-2-8 16,1 3 8-16,0-7 5 0,1 3-1 15,0-1 3-15,1-2-7 0,1 1-6 0,-2-2-15 16,-1 0 28-16,0-1-15 0,-1-1-7 16,2-2 7-16,0-1 7 0,-3-1-21 0,-6-4 9 15,2-1 5-15,1-4 6 0,50 0-18 0,-27 0 13 16,-101-11-3-16,71 2 3 0,-4-3 3 15,-3-3-11-15,1-4-1 0,-3-1-3 0,-8-1 14 16,1-8-1-16,-5 2-5 0,0-4 10 16,2-7 4-16,0-1-2 0,-2-1 3 0,2-1 11 15,-82-27 1-15,50 13-7 0,29 11 0 0,17 2 2 16,4 2 3-16,3 0 7 0,2-3-11 0,4-3-5 16,3 4 1-16,5-1-1 0,8-1 0 15,4-1 0-15,8 1-2 16,4-2-10-16,9 1-13 0,5-5-19 0,8 3-18 0,9-5-26 15,7 1-27-15,11-4-68 0,9-2-36 0,8 30-65 16,13-58-681-16,9 22 0 0,7 2 0 0</inkml:trace>
</inkml:ink>
</file>

<file path=ppt/ink/ink76.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7T12:47:25.247"/>
    </inkml:context>
    <inkml:brush xml:id="br0">
      <inkml:brushProperty name="width" value="0.05292" units="cm"/>
      <inkml:brushProperty name="height" value="0.05292" units="cm"/>
      <inkml:brushProperty name="color" value="#FF0000"/>
    </inkml:brush>
  </inkml:definitions>
  <inkml:trace contextRef="#ctx0" brushRef="#br0">1908 3365 26 0,'0'0'36'0,"0"0"-2"0,0 14 1 0,0-14-6 16,0 0 2-16,0 0 12 0,0 0-18 0,0 0 10 15,0 0 7-15,0 0 2 0,0 0 3 16,0 0 11-16,0 0 1 0,0 0 7 0,0 0 2 16,-13 0 1-16,13 0-4 0,0 0 7 15,0 0 0-15,0 0 7 0,0 0 1 0,0 0 5 16,0 0-13-16,0 0 9 0,0 0-13 0,0 0-2 16,0 0-5-16,0 0-5 0,0 0-6 15,0 0-2-15,0 0-9 0,0 0-5 0,21-9-7 16,-3-4 1-16,2-2-4 0,1-2-4 0,0 0-4 15,2 0-3-15,2 1-4 0,1-4 0 0,2-1-5 16,0 0-2-16,1-1-2 0,2 1-1 16,2 0 0-16,-2 0-2 0,2-1-3 0,-1 1 12 15,1 0-9-15,-1 1 4 0,-4 2-5 0,2 0 6 16,-3 1 2-16,-2 4 0 0,-2-1-8 16,0-1 3-16,-3 4-2 0,-3 0 12 15,-2 1-5-15,-2 4 2 0,-2 1-3 0,-5-1-3 16,0 3 2-16,-1 0 1 0,-1 0 7 0,0 2-2 15,-1 0-7-15,-1 0 4 0,1-2-3 16,0 3-4-16,-2-4 14 0,2 4-12 0,-1-1 2 16,0 0-3-16,-1 0 4 0,0 1-13 0,1-2-13 15,-1 2-15-15,-1-1-13 0,0 1-29 0,0-1-28 16,0 1-16-16,0 0-25 0,-7 2-15 16,2 0-36-16,-10 5-60 0</inkml:trace>
  <inkml:trace contextRef="#ctx0" brushRef="#br0" timeOffset="645.72">1818 3929 10 0,'1'2'78'0,"2"-2"-1"0,-1 2-10 16,2-2-7-16,2 0-19 0,-2-2 15 16,1 2-22-16,2-2 2 0,-2-1 7 0,2 0-9 15,7-2 9-15,0-7-2 0,-1 6 10 16,0-3-9-16,1-1 5 0,-2 2 2 0,0 0-6 16,-2-1 4-16,1 3-12 0,-3-1 6 15,4-5-7-15,-4 5 3 0,5-4-2 0,-1 1 9 16,0-3-11-16,3 3 4 0,-2-3-4 0,3 0 0 15,3-3 2-15,0 2 3 0,2-2-1 16,-1 2 4-16,-1-4-3 0,1 0 6 0,4-2-2 0,2 0 1 16,4-1-2-16,0 0 8 0,1-1-10 15,2 1 1-15,2 0-4 0,-2 3-7 16,-1 0 4-16,-2 0-5 0,1 0-1 0,-2 1-6 16,-3 2 0-16,-2 2 1 0,0-1-4 0,0 1-3 15,-4 0-7-15,-4 4 7 0,-2 1 1 0,-3 2-5 16,-2 0 13-16,-3 2 3 0,0 2-4 15,0-1-7-15,-2 1 3 0,-2-1-1 0,1 2-6 16,0 0 2-16,-1-1-4 0,1 1-6 0,-2 0-8 16,2-1-14-16,0 0-2 0,-2 1-9 0,0 1-15 15,1-1-10-15,0 1-2 0,0-1-15 16,-1 1 5-16,-1-2-7 0,1 2-14 0,-1 0 6 16,0 0-18-16,-1 3-28 0,1-1-29 0,-1 0-80 15,-5 1-13-15</inkml:trace>
  <inkml:trace contextRef="#ctx0" brushRef="#br0" timeOffset="1401.32">2351 4331 36 0,'0'2'33'15,"0"-1"11"-15,0-1-11 0,0 0 15 0,1 0-6 16,1-1-16-16,-1-1 11 0,0 0-3 16,1 2-10-16,-1-2-3 0,2 0 9 0,-3 2 9 15,0-1 0-15,1 1 3 0,-1 0-1 16,1-1 4-16,-1 1-7 0,2 0 8 0,-2-1-22 15,1 1 17-15,-1-2-21 0,0 1 19 0,1 0-21 16,1 1 19-16,-2 0-10 0,0 0 4 16,0 0 0-16,0 0 3 0,0 0-8 0,0 0 1 15,0 0 3-15,8-7 14 0,-6 5-14 0,1 0 0 16,1-3 2-16,7-6 1 0,3-3 0 16,2 2 2-16,1-3 2 0,4-3 3 0,-1 0 1 15,6-1 1-15,0 1 1 0,2-4-11 0,3 0 5 16,1-2-11-16,1 1 9 0,2-2-4 15,0-1-5-15,-1 3-4 0,2-2 2 0,-1 1-8 16,-3 2 5-16,-3 1-3 0,1 3-4 16,-5 2-3-16,-1-1-2 0,-3 3 0 0,1-1-2 15,-4 1-4-15,-4 4-3 0,-1-1-2 0,-2 1-25 16,-1 1-21-16,0-3-12 0,-5 3-33 16,0 3 9-16,1-1-38 0,-1 0-36 0,-2 1-53 15,-1 1-54-15,2 0 0 0</inkml:trace>
</inkml:ink>
</file>

<file path=ppt/ink/ink77.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7T13:11:06.563"/>
    </inkml:context>
    <inkml:brush xml:id="br0">
      <inkml:brushProperty name="width" value="0.05292" units="cm"/>
      <inkml:brushProperty name="height" value="0.05292" units="cm"/>
      <inkml:brushProperty name="color" value="#FF0000"/>
    </inkml:brush>
  </inkml:definitions>
  <inkml:trace contextRef="#ctx0" brushRef="#br0">12030 16337 110 0,'-16'0'137'16,"16"14"-1"-16,0-14-12 0,-13 0-5 16,13 0-12-16,0 0 0 0,-20 24-17 0,19-24-7 15,-2 2-8-15,2-2-12 0,-1 1 4 16,2 0 3-16,-1-1 2 0,0 0 6 0,-1 2 1 15,1-2 0-15,1 2-4 0,-1-2 1 16,1 0 7-16,-2 0-19 0,2 1-1 0,0-1 17 16,0 0-23-16,0 0 12 0,2 0-19 0,2 0 13 15,2 0 0-15,12-3-13 0,-6 3-10 16,9 0 10-16,31-12-8 0,-14 7-7 0,8-1 5 16,6-1-8-16,4-3 3 0,12 1-3 0,2-1 4 15,8 2-13-15,2-1 22 0,2-1-10 16,7 2 5-16,-1-1 1 0,0 0 10 0,2 3-19 15,2-1 5-15,0 4-10 0,-1-4-5 16,-3 3 3-16,0-1 1 0,-6-1-10 16,1 3 1-16,-4-1-17 0,-2 0 9 0,-3 1-6 15,-2 0 15-15,-4 2-2 0,0-2-3 0,-2-2 0 16,1 2 16-16,-2 0-18 0,1-2-7 0,-1 1 3 16,0-1-12-16,0-1 8 0,-1 0 3 15,-1 1 0-15,-2-1 7 0,2 0-20 0,-3 1-5 16,1-4 27-16,-2 4 2 0,-2-2 16 0,-2 1-8 15,-3-1-12-15,-1 1-2 0,-5 2-5 0,-1-1 11 16,-2-3 14-16,-3 3-7 0,-4 1-19 16,-3-3 17-16,-2 2-17 0,0 0 8 0,-3 0 1 15,-2 0-2-15,-4 0-1 0,-5-1 2 16,-1 2 9-16,0-2-9 0,-4 3-8 0,0 0 3 16,-4-2 3-16,-1 3-12 0,0 1 6 0,-2-2-16 15,-1 2-8-15,0-3-8 0,0 3-31 16,0 1-4-16,0-3-8 0,-1 2-45 0,-1 0-27 0,1-1-18 15,0 0-55-15,-1 0-477 0,0-1 0 16,-1-1 1-16</inkml:trace>
  <inkml:trace contextRef="#ctx0" brushRef="#br0" timeOffset="14880.27">10919 12758 97 0,'-15'0'109'0,"15"-14"0"0,-29-3-2 15,23 16-11-15,1-2 3 0,1 1 3 16,0 2-2-16,0-2-11 0,1 1-1 0,1 1-9 16,0-2-9-16,0 2 2 0,-1-1-4 0,2 1-6 15,-2-1 5-15,2 1-12 0,-1-2 6 16,1 0-12-16,0 2 5 0,-1 0-1 0,1 0-7 15,1 0 3-15,-1 0-2 0,-1-2-4 16,2 2 6-16,0 0 4 0,0 0 4 0,0 0 0 16,0 0-5-16,3-2 12 0,0 2-6 0,2-1-6 15,0 0 9-15,14-2-6 0,1 0-13 16,3 0-1-16,2 0 1 0,3 0 0 0,-1-1-18 16,3 1 22-16,2-1-13 0,2-1-9 0,-1 3 4 15,0-2-10-15,2-1 2 0,-3 2 21 0,0-3-9 16,1 4 8-16,1-2-7 15,0-1-5-15,1 0 2 0,4-1 4 0,-3 0-19 16,2-1 12-16,5-1 17 0,4-1-20 0,-3 1 11 16,0-2 1-16,-2 3-6 0,0 0 0 15,-4-1 9-15,1 2 1 0,-5-2-9 0,0 3-12 0,-2-2-1 16,-2 0 4-16,-2 5-6 0,-2-3-6 16,-4 0 6-16,1 2 8 0,-3-1-19 0,0 0-1 15,-6 4-3-15,-2-2-9 0,6-3 15 16,-5 3 6-16,-2 0-10 0,-1 2-6 0,0 0 14 15,-2-2 2-15,0 2 4 0,0-3-11 0,-2 3-5 16,1 0 6-16,0-1-11 0,-1 1 5 16,1 0-11-16,-2-1 9 0,1 1 7 0,0-2-2 15,0 1-9-15,-1 1-2 0,-1-2 7 16,0 1-4-16,0-1 8 0,0 2-24 0,0-1 19 16,-1 1-7-16,1-1 7 0,-2 1-10 15,1-1-17-15,1 1-9 0,0-3-15 0,-1 3-16 16,1-2-15-16,1-1-18 0,-1 2-9 0,0-2-17 15,1 2-10-15,-1-2-29 0,0 1-7 16,2 1-13-16,-2 0-60 0,0-3-257 0,0 3 1 16</inkml:trace>
  <inkml:trace contextRef="#ctx0" brushRef="#br0" timeOffset="16628.66">14406 13908 90 0,'-18'0'90'0,"18"0"-8"15,-32 28-5-15,25-28 7 0,2 2 1 0,1-2 4 16,-2 0-2-16,2 4-12 0,2-4 2 0,-1 0-1 16,-1 1-3-16,0 0 4 0,1-1-10 15,2 0 12-15,-2 0-1 0,1 2 3 16,-1-2 8-16,2 1-1 0,-2-1 2 0,2 0 4 16,-2 2-6-16,2-2-1 0,1 0 6 15,0 0-6-15,0 0 6 0,0 0-13 0,0 0-10 0,0 0-15 16,0 0 0-16,0 0-4 0,0 0-2 15,0 0-3-15,0 0-6 0,0 0 8 0,-11 4-4 16,12-4 14-16,3 1-19 0,0 0-4 0,3 1-6 16,13 1-5-16,4 1 11 0,4-3 5 15,4 0-5-15,5-1-6 0,-2 0 18 0,-15 0-8 16,14 0 22-16,6 0-17 0,5 0 3 0,5 0 5 16,55-11 23-16,-43 10-13 0,3 0 0 15,3 0 14-15,1-2-10 0,3 3 17 0,6 0-6 16,-3 0-13-16,-36 0 9 0,18 0 1 0,10 0-11 15,2 0 0-15,2 0 4 0,0 0-7 0,0 0-11 16,-2 0-1-16,0 0-2 0,-1 0 2 16,-2 0-10-16,-1 0-5 0,59-11 0 15,-67 9 2-15,-1-2-4 0,-6 0-9 0,-4-1 2 0,-2 1-3 16,-6 2 0-16,-2-2 2 0,-6 1-1 16,2 0-4-16,-4 3-2 0,-6-5 7 0,-2 4-10 15,-10 1-1-15,0 0-4 0,0 0 8 16,0 0-23-16,-2 0-7 0,-2 0-19 0,-6 0-17 15,8 0-35-15,-8 0-40 0,10 0-54 0,-4 0-41 16,12-16-825-16,-2 5 0 0,0-5 0 0</inkml:trace>
</inkml:ink>
</file>

<file path=ppt/ink/ink78.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7T13:11:31.200"/>
    </inkml:context>
    <inkml:brush xml:id="br0">
      <inkml:brushProperty name="width" value="0.05292" units="cm"/>
      <inkml:brushProperty name="height" value="0.05292" units="cm"/>
      <inkml:brushProperty name="color" value="#FF0000"/>
    </inkml:brush>
  </inkml:definitions>
  <inkml:trace contextRef="#ctx0" brushRef="#br0">8906 16437 111 0,'-15'14'149'0,"15"-14"-19"0,-27 29-11 15,23-21-7-15,0-2-5 0,2-2-3 16,-1-1-10-16,2 1-10 0,-2 1-6 0,2 0-1 16,1 0 2-16,0-5-7 0,0 0 0 0,0 6-7 15,0-6 9-15,0 9 1 16,20 12 3-16,-11-11-16 0,4-1 13 0,1-1-5 0,2-1 6 16,-2-1-22-16,8-1 10 0,-4 1 0 15,2-3 0-15,2 2-12 0,-1-3 0 0,3 1 5 16,2-1-15-16,2 2 10 15,2-2 9-15,2 0-12 0,2-2-25 0,-14 0 14 0,12 0 18 16,10 0-7-16,8 0 1 0,7 0 8 0,71-14 3 16,-46 8 3-16,6-3 7 0,6 3 2 0,5-2-1 15,5-2 1-15,4-1 3 0,3 1-3 16,7-1-5-16,4 1 10 0,4 1-13 0,0-1-1 16,3-1-4-16,2 4-2 0,0-1-5 15,-3 3-7-15,-2-1 0 0,-2 4-14 0,0-2-3 16,-2 0 4-16,-5-1-5 0,1 4-4 0,-59 1 7 15,30 0-5-15,12 0-10 0,9 0 8 0,0 0-9 16,1 0-4-16,0 0-1 0,-3 0 13 16,-3 0 2-16,1 0 1 0,-4 0-7 15,-2 0 3-15,-1 0 0 0,-3 0 6 0,-2 0-9 16,-1 0 0-16,-5 0-5 0,-4 0 5 0,-6 0-9 16,-3 0 3-16,-3 0-3 0,61-14 7 15,-75 13-7-15,-6-2 0 0,-4 1-4 0,-3-2 6 0,-4 2-11 16,-3 0-20-16,-5-2-40 15,-1-1-59-15,-1 0-59 0,-5-3-65 0,3-2-743 0,-1-3 0 16,0 0 0-16</inkml:trace>
</inkml:ink>
</file>

<file path=ppt/ink/ink79.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7T13:11:42.887"/>
    </inkml:context>
    <inkml:brush xml:id="br0">
      <inkml:brushProperty name="width" value="0.05292" units="cm"/>
      <inkml:brushProperty name="height" value="0.05292" units="cm"/>
      <inkml:brushProperty name="color" value="#FF0000"/>
    </inkml:brush>
  </inkml:definitions>
  <inkml:trace contextRef="#ctx0" brushRef="#br0">9880 16792 67 0,'0'17'122'0,"0"-17"-24"0,0 0 2 0,0 15-4 16,-6 4 3-16,4-13-10 0,2-2-10 16,-2 1-17-16,0 0 5 0,2-1-5 0,-2-2 3 15,2 3-5-15,-2-1 5 0,2-1-3 16,0 0 6-16,0-1 4 0,-2 2-14 0,0-2 1 16,2 1-6-16,0-2 2 0,0 1 0 0,-2-2-12 0,2 1 1 15,0 1 9-15,0-2-14 0,0 0-2 16,0 0 11-16,0 0-8 0,0 0 2 15,14 14-4-15,3-7 4 0,3-2 0 0,4 1 4 16,3 0-4-16,8-2 3 0,-5 1-6 0,6-4-6 16,3 2-13-16,6 1 11 0,5-2-4 15,-25-2-11-15,15 0 7 0,11 0-8 0,5 0 11 16,4 0-4-16,7 0-2 0,6 0 0 0,88-16 1 16,-68 9-5-16,6 2 19 0,6-3 20 0,3 1 4 15,4 2-4-15,4-4 0 0,3 4 27 0,2-1-13 16,1 1 3-16,-1 0-19 0,1 2 16 15,0 0-5-15,0-2-8 0,-3 3-4 0,3-1 1 16,-7-1-1-16,-58 4-14 0,28 0 4 16,11 0-4-16,4 0-3 0,1 0-1 15,1 0 3-15,-2 0-18 0,2 0 9 0,-2 0-8 16,0 0-6-16,-1 0-2 0,-1 0 7 0,1 0 4 16,105-11-11-16,-100 9 9 0,1-2 1 15,-1 2 17-15,-2-2-16 0,-2 0 4 0,0 1-2 16,-3-5 1-16,0 3 4 0,-2-1-7 0,-2 0 5 15,-1 2-4-15,-5-1-3 0,-4-1-10 0,-3-1 15 16,-6-2-6-16,-6 2 6 0,-5 2-7 16,-5-3 2-16,-6 2-4 0,-6 1 5 0,-5-1-11 15,-5-1-7-15,-3 1 10 0,-3 1-3 16,-2-2 1-16,1 2-10 0,-2-1-10 0,-3 0-35 16,-3-1-9-16,2 2-55 0,-1 0-75 0,1 0-37 15,0-4-709-15,2 1 1 0,0 0 0 16</inkml:trace>
</inkml:ink>
</file>

<file path=ppt/ink/ink80.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7T13:13:54.035"/>
    </inkml:context>
    <inkml:brush xml:id="br0">
      <inkml:brushProperty name="width" value="0.05292" units="cm"/>
      <inkml:brushProperty name="height" value="0.05292" units="cm"/>
      <inkml:brushProperty name="color" value="#FF0000"/>
    </inkml:brush>
  </inkml:definitions>
  <inkml:trace contextRef="#ctx0" brushRef="#br0">12837 14895 90 0,'0'0'121'16,"-13"0"-3"-16,13 0-7 0,0 14-7 16,0-14-2-16,-30 14-16 0,26-13 9 0,3 0-6 15,-2-1-11-15,2 4-16 0,-2-4-3 0,1 0-12 16,-1 0 1-16,2 2-6 0,-1-2 3 15,1 0-10-15,0 0-5 0,-1 2 7 0,1-4-17 16,1 2-3-16,-1 0 10 0,-1 0-3 0,1-2 2 16,1 2 8-16,0 0 2 0,0 0 15 15,0 0-5-15,0 0 10 0,0 0 6 0,0 0-12 16,0 0 8-16,0 0-6 0,0 0 0 16,0 0-3-16,0 0-8 0,0 0-9 0,0 0 1 15,0 0-8-15,0 0-3 0,0 0 1 0,0 0-7 16,0 0-6-16,0 0 2 0,0 0 6 15,0 0-6-15,0 0 7 0,0 0-6 0,0 0 2 16,0 0-2-16,0 0-8 0,0 0 8 0,0 0 10 16,0 0-3-16,0 0-2 0,0 0 1 0,0 0 15 15,-7 0-14-15,7 0 5 0,-6 6-8 16,6-6 11-16,0 0-8 0,0 0-10 16,1 0 7-16,-1 0 23 0,0 0-10 0,0 0-16 15,0 0 17-15,0 0-7 0,0 0 17 0,1 0-20 16,-2 0 9-16,1 0-20 15,0 0 4-15,-1-1 19 0,2 1 3 0,-1 0-4 16,0-1-4-16,0 1-15 0,0 0 18 0,1 0-10 16,-1 0-8-16,0 0 6 0,0 0-17 0,0 0 17 15,0 0-7-15,0 1 9 0,0-1-10 0,0 1-10 16,2-1-6-16,-2 0 6 0,1 2-33 16,-1-4-13-16,0 2-21 0,0-2-14 15,0 3-21-15,0-1-14 0,3-1-4 0,2-1-12 16,0 0-32-16,13-3-42 0,0-3-325 0,2-1 0 15</inkml:trace>
  <inkml:trace contextRef="#ctx0" brushRef="#br0" timeOffset="1110.26">10021 14182 2 0,'-9'0'164'0,"2"-2"-21"0,2 1-11 0,0-1 2 16,1 1-2-16,0 1-14 0,0-2-2 16,1 1-6-16,0-1-11 0,1 2-14 0,0-1 0 15,0 0-6-15,-1 1-3 0,2-1-2 0,-2 1 0 16,3 0-5-16,-1-3 2 0,-1 3 8 0,1 0-6 16,0-2-8-16,-1 2 5 0,1-2-13 15,0 2 5-15,-1 0 5 16,1-1-10-16,2 1-13 0,1 0 5 0,2-1 5 0,0 1-21 15,2 0-6-15,14-3 14 0,3 2-4 16,4-2-6-16,2 1-3 0,3 1 14 0,3-1-10 16,1 2-5-16,-1-3 13 0,2 0-8 0,3 3 10 15,3-4 1-15,-1-2 13 0,6 1-19 0,2 1-9 16,0-5 17-16,5-1-4 0,4-1 3 16,5 1 4-16,3-1-11 0,4 0 5 0,4 0 6 15,2 1-15-15,0 0-2 0,2 0-1 16,4 1 12-16,-2-1-17 0,2-3 5 0,2 4-3 15,-1-1 13-15,5-4-2 0,3 2-10 0,4-2 0 16,3-1-8-16,-1 1 1 16,3 0 5-16,-2-3 0 0,0 2 2 0,-1-2 4 0,2-2-7 15,2 6-2-15,-3-6-6 0,-2 4 5 16,0-4-15-16,-2 2 3 0,-3 3 7 0,-3-2-3 16,-1 1 1-16,-5 1-10 0,-6-1 1 0,-5 4 5 15,-4-2 0-15,-4 0-7 0,-5 4-1 16,-4-3-3-16,-5 1 7 0,-4 3 8 0,-5 0-15 15,-2 1 3-15,-6 0 8 0,-2-1-7 0,-1 2 0 16,-2-3-2-16,-1 4 0 0,-4-1 11 16,-5 1-10-16,0 0-1 0,-4 3 0 0,-3 1-1 15,-4-3 4-15,-1 2 1 0,2 0 2 16,-4 2-5-16,0-2 2 0,0 2-7 0,0-3 2 16,0 3 0-16,-1-1 7 0,-2 0-3 0,2 1 3 15,0-2 1-15,-1 2-15 0,1-3 12 0,-3 3-5 16,0 0 2-16,0 0 5 0,0 0-12 0,0 0 9 15,0 0-3-15,0 0-13 0,0 0-9 16,0 0-10-16,0 0-2 0,0 0-10 0,7 0-16 16,-7 0-31-16,0 0-23 0,0 0-5 15,0 0-9-15,0 0 0 0,0 0 4 0,0 0-3 16,13 8 1-16,-12-6-5 16,2 0 9-16,-2 2-6 0,3 0-10 0,0-1-25 0,2 1-43 15,-1-2-324-15,12 2 1 0</inkml:trace>
</inkml:ink>
</file>

<file path=ppt/ink/ink81.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7T13:56:14.562"/>
    </inkml:context>
    <inkml:brush xml:id="br0">
      <inkml:brushProperty name="width" value="0.05292" units="cm"/>
      <inkml:brushProperty name="height" value="0.05292" units="cm"/>
      <inkml:brushProperty name="color" value="#FF0000"/>
    </inkml:brush>
  </inkml:definitions>
  <inkml:trace contextRef="#ctx0" brushRef="#br0">21787 11277 17 0,'0'-16'37'0,"0"16"3"0,0 0 8 0,0 0-16 16,-19-22-5-16,14 21-3 0,-2 1 3 15,2 0-11-15,0 1-14 0,-1 0-4 0,6-1-52 16,0 0-82-16</inkml:trace>
  <inkml:trace contextRef="#ctx0" brushRef="#br0" timeOffset="367.03">21146 11156 11 0,'6'-31'7'0,"2"3"-1"0,2-1 2 0,4-4 0 16,-1 1 3-16,-1-1-9 0,6 1-1 0,-1 0 8 16,0-3-2-16,3-1-9 0,2 0-3 0,0-2 2 15,1-3 4-15,2 0-7 0,3-5-7 0,0 3 10 16,6-2-12-16,2-1 8 0,3 1-5 15,-3 3 11-15,4 0-2 0</inkml:trace>
  <inkml:trace contextRef="#ctx0" brushRef="#br0" timeOffset="396.01">21895 10128 2 0</inkml:trace>
  <inkml:trace contextRef="#ctx0" brushRef="#br0" timeOffset="753.14">22023 10052 7 0,'72'-36'2'0,"6"1"-7"0,-2 5 10 0,4 1 1 0,-4 2-4 16,4 4 15-16,-2 2-9 0,-2 5 9 16,-2 3-18-16,-6 2 13 0,-4 7 1 0,-6 4-8 15,-30 0 4-15,12 0 3 0,48 19 7 16,-42-8 3-16,-4 3-1 0,-3 0 5 0,-2 4-9 15,-3 0 6-15,-2 7-1 0,-3 0 4 16,-2 1 0-16,-2 2 2 0,-1 0-7 0,-3 4 11 16,-2-1-21-16,-2 0 12 0,-1 2-6 0,-4-1 8 15,0 0-3-15,-2 0-3 0,-4 0-8 0,1 2-3 16,-2-4 14-16,-2 2 3 0,0 6 12 16,-2-4-6-16,-1 2 1 0,0-20-16 0,0 9 13 15,0 7-12-15,-12 30-4 0,8-28 9 16,-1-4-2-16,-1 1 6 0,1-3-11 0,-2 2 4 15,-1-1 0-15,-1-1-17 0,-2-2 6 0,-3 1 5 16,-2-3-5-16,-4 0-10 0,-2-1 17 0,-7-2-15 16,-2-1 11-16,-5-2-14 0,-2 0 3 15,-4-5 3-15,-2 2 10 16,0-4-15-16,-4-3 7 0,0-1-6 0,2-1-6 16,-4-1-5-16,0-2 13 0,0-2 6 0,28-1-3 15,-12 0-6-15,-2 0-11 0,0 0 12 0,0 0-1 16,2 0-11-16,-24-11 7 0,36 10 3 15,4-2 5-15,8 0-42 0,4-3-105 0,4 0-103 16,8-12 54-16,0-2 9 0</inkml:trace>
  <inkml:trace contextRef="#ctx0" brushRef="#br0" timeOffset="40437.65">26323 9822 9 0,'0'0'23'16,"0"0"-15"-16,0 13-13 0</inkml:trace>
  <inkml:trace contextRef="#ctx0" brushRef="#br0" timeOffset="43920.86">25306 8125 113 0,'-14'14'116'0,"14"-14"-4"0,0 0-2 16,0 0-6-16,-16 0-3 0,-1 20-10 0,16-18-13 15,-2-2-4-15,0 0-4 0,1 2-7 16,-1 0-4-16,2-2-7 0,-2 1-8 16,2-1-1-16,-1 0-1 0,0 1-11 0,0-1 4 15,1 0-5-15,0 0 1 0,-1 2-4 0,1-2-6 16,1 0-5-16,0 0 3 0,-1 0-10 16,-2 0 4-16,3 0-2 0,1 0 6 0,3-2-6 15,8-6 3-15,10-1-3 0,0-5 2 0,1 3-7 16,2-4 0-16,11 0 2 0,2-2 2 15,3-2-5-15,6 0 6 0,1-2 2 0,6-2 9 16,5 2-9-16,1 0 3 0,-1 1 8 16,-1 0-2-16,-2 0-1 0,3 1-7 15,-1 3 3-15,-1-3 1 0,-1 4-1 0,-1-3 5 16,-1 2-13-16,1 2-1 0,1-2 6 0,-1 3-4 16,-2-1 0-16,-2-1-4 0,-2 4 5 0,-4 1-9 15,-4 0 2-15,-3 1-4 0,-4 2-1 16,-6-1 4-16,4 1-3 0,-8 0 6 15,0 2-5-15,-4 0 3 0,-4 1 4 0,-5 2-6 16,-3 0 1-16,-2 0 0 0,1 2-5 0,-3-1 1 16,0 0-1-16,-1 0-11 0,-1-1-24 15,0 1-33-15,-1-1-58 0,-1 1-37 0,0 1-90 16,0 0-64-16,0 0 0 0</inkml:trace>
  <inkml:trace contextRef="#ctx0" brushRef="#br0" timeOffset="44889.66">21212 8921 42 0,'0'0'68'0,"-13"0"1"16,13 0-18-16,0 0 11 0,0 0-5 0,0 0-18 15,0 0 8-15,0 0-5 0,-15 0 2 16,15 0-16-16,-16 26 5 0,16-25-14 15,-2-1 16-15,2-1-21 0,-2 1-6 0,2 1-9 16,-2-2-15-16,0 2-38 0,2-1-16 0,0 0-44 16,-2-1-66-16,2 0-9 0</inkml:trace>
  <inkml:trace contextRef="#ctx0" brushRef="#br0" timeOffset="46735.45">21016 9123 49 0,'0'2'91'0,"0"0"-21"15,-2-2-4-15,0 2 2 0,2-2-11 0,0 1-5 16,0 0 0-16,-2-1 10 0,2 1-6 16,-2-1-6-16,2 0-3 0,0 0 11 0,0 0-12 15,0 3-14-15,0-3 2 0,0 0 4 16,0 1-5-16,2-2-7 0,0-2-2 0,2 2 2 15,2 0 1-15,12-6 1 0,2-2-3 0,4-2-13 16,2 0 2-16,8-1-3 0,2 1 13 0,9-3 5 16,3-1-4-16,4 1-2 0,8 0 3 15,-1-1 8-15,1 2-8 0,0 1-3 0,-1 0 4 16,-3-1-1-16,0-2 0 0,0 4 1 16,2 0-3-16,-2 1-1 0,-2-1 5 0,0 0-3 15,-4 4 4-15,-2-1-8 0,-4 2 3 0,-2 0-4 16,-8 1-2-16,-4-1 2 15,-2 2 1-15,-2-1-5 0,-4 1 5 0,-2 2 6 0,-8 0-1 16,-6 0 1-16,-4 2-8 0,-2 0-2 16,-12-2-5-16,-8 4-7 0,4-2-6 0,-6 0 5 0,-4 0-4 15,-38 14-1-15,22-9-4 0,-4 1-8 16,-4 0 7-16,-6 2-5 0,0-2 2 16,2 4-5-16,-2-3 3 0,2-1 3 0,-1 2-3 15,3 0-3-15,0-3 6 0,3 1-13 16,4-1 0-16,3 3 10 0,6-5 2 0,4 4-6 15,-1-4 5-15,3 1 0 0,5-2-17 0,6 2-5 16,9-1 16-16,2-1-5 0,6 1-2 0,2-3 6 16,0 0 6-16,15 1 0 0,8-1 9 15,-9 0 7-15,12 0-7 0,4 0-1 0,7 0 4 16,1 0-2-16,4 0 5 0,39-11-3 0,-62 11 8 16,6 0-5-16,4 0 5 0,1 0 8 15,23 12-7-15,-31-8 3 0,-6 3 15 16,-4 4-7-16,-12 0-1 0,0-2-4 0,-23 18 0 15,-1-8-4-15,-10 3-1 0,-4-1-3 16,-4 2 4-16,-6-2-12 0,-1 1-3 0,0 2-5 16,-5-3-2-16,1 1-4 0,-3 0 5 0,4-2-11 15,1-3 9-15,3 1-4 0,4-2-3 16,6-2 2-16,6-1-10 0,2-4-7 0,4 3 8 16,6-5-5-16,10-1 7 0,6-1-6 15,4-5-2-15,0 0-20 0,12 2-1 0,-4-2-7 16,0 0 6-16,0 0-16 0,0 2 16 0,-2-2 10 15,-6 0 9-15,0 0-5 0,0 0 36 16,0 0 17-16,8 11 13 0,-12-7 5 16,-6 7 1-16,-6-1 0 0,-2 1-6 0,-4-1-5 15,0 1 2-15,0 0-7 0,2 0 1 0,-2-3-6 0,6 0 6 16,2 1 1-16,3-7-3 0,3 0 3 16,0 2-15-16,4-1 1 0,1-1-3 15,3-2 5-15,0 0 9 0,34 9-5 0,2-9 4 16,-18 0 0-16,16 0-2 0,10 0 12 0,62-15-1 15,-38 10 6-15,5 2 10 0,4 0 4 16,-2 3-3-16,-6 0 2 0,-35 0-2 0,10 0-2 16,4 0-13-16,-2 0-1 0,-3 0 3 15,32 11-6-15,-46-7 10 0,-9 2-10 0,-16 4-10 16,-12 2-7-16,-14 3 11 0,-9 1-7 0,-12 2 2 16,-5 3-12-16,-11-2-3 0,-6 1 5 15,-8-1-6-15,-9 0-6 0,-3 3-4 0,-3-1-5 16,-3-2-6-16,-3 1-2 0,4-4 8 0,-1 1-18 15,4-3 6-15,7-5 0 0,7 4-3 16,10-3-6-16,10-1-15 0,4-4 8 0,6 2 19 16,7-4-6-16,3 0 0 0,13-3 15 0,20 0 4 15,2-9-10-15,24 0 15 0,12-4-3 0,14 1 4 16,11 3-11-16,13-2 0 0,8-1 11 16,4 3 14-16,7 1 0 0,-1 5 13 0,-48 3 2 15,24 0 5-15,10 0 6 0,82 12-2 16,-89-4 4-16,-9 1-4 0,-7 1-3 0,-11-1 1 15,-6 3 11-15,-8 1-5 0,-10 4-4 16,-12 0-2-16,-10-8-5 0,-20 18-4 0,-5-14 5 0,-11 0-15 16,-7-3-1-16,-9-3-1 0,-8-1-6 15,-9-1-2-15,-47-4-28 16,57-1 14-16,-13 0-17 0,-80-12 11 0,77 6 9 16,4-1-12-16,7-1 5 0,10 1-23 15,4-1 19-15,8 2 3 0,8-3-1 0,8-4 13 16,15-2-3-16,11 5-17 0,24-17 8 15,12 7 8-15,12-4 3 0,15 1 0 0,6 2 4 16,7 5 15-16,3 0 5 0,-1 5 15 0,0 5 0 16,-6 1 1-16,-38 5 7 0,12 0-6 15,51 11 7-15,-54 0-2 0,-10 7 8 0,-7 4 3 16,-17 6-8-16,-9-10-1 0,-15 36-6 0,-9-17 0 16,-10 0 4-16,-13-1-9 0,-6-1-8 15,-10-1-5-15,-5-2-3 0,-4 0-11 0,-4-1-12 16,-2-3-6-16,-2 2-1 0,2-7-19 15,6 1-4-15,4-3 1 0,10-4-9 0,8-2-1 16,6-3 12-16,9-2 1 0,10-1 4 0,15-6 9 16,14-4 2-16,26-6 6 0,12-2-6 0,14-7 11 15,16 2-4-15,11-3-1 0,6 0 15 16,7 0 14-16,4 3 12 0,2 0 6 0,-6 0 1 16,-3 5 12-16,-11 0-5 0,-10 1-3 15,-11 0 4-15,-7 5 0 0,-13-1 10 0,-8 4-4 16,-33 0-4-16,7 13-9 0,-26 2-8 0,-13 4 0 15,-10 0 2-15,-17 5-5 0,-11-2-10 16,-10-1-2-16,-7 3-5 0,-7-2-13 16,-2-3-14-16,-2-2 3 0,4-2-16 0,4-6 5 15,10 1 5-15,10-2-22 0,10-3 16 0,5 1-8 16,8-3 9-16,9 1 10 0,23-4 0 16,-14-13 9-16,34-1-9 0,16-6 6 0,23-1-3 15,18-5 0-15,19-1 12 0,15-1 11 0,11-2 14 16,11 2-3-16,10-1-14 0,6-1-64 15,2 1-129-15,-1 0-100 0,-4 0 59 0</inkml:trace>
  <inkml:trace contextRef="#ctx0" brushRef="#br0" timeOffset="47283.61">25539 9324 57 0,'-19'-18'186'0,"1"1"-29"0,-1-1-4 0,-1-2-8 16,5 1-16-16,1 1-13 0,-1-3-11 15,2 2-10-15,-1 3-4 0,4 0-11 0,2 0-10 16,0 0-5-16,0 0 1 0,6 1-15 16,2-1-3-16,0 6-13 0,11-18 5 0,0 7-7 15,2 0-8-15,6 1 3 0,-1 3 2 16,1 2 9-16,2 2-8 0,2 5-1 0,0 2-1 15,-1 2 1-15,0 2 1 0,-12 2 4 0,21 14-2 16,-12 1-5-16,-5 5 1 0,-3 6-2 0,-6 7-4 16,-5 5 4-16,0-20 1 0,-17 38 4 15,1-17 4-15,-5-3-7 0,-5 0-2 0,-2-3-8 16,-1-2-6-16,-3-5-7 0,0-3 3 16,-1-4-7-16,-2-2-9 0,0-6-7 0,-1 0-8 15,-1-5-3-15,1-2-7 0,17-4-3 0,-6 0-2 16,-4 0-10-16,-29-15-1 0,30 9 6 0,0-4 0 15,6-1 13-15,2 1 2 0,2-1 1 16,10-3 5-16,8 2-16 0,0 5-6 16,27-16-51-16,-6 11-82 0,6-3-159 15,1 2 20-15,4-1 0 0</inkml:trace>
  <inkml:trace contextRef="#ctx0" brushRef="#br0" timeOffset="47459.74">25844 9089 107 0,'4'-22'152'0,"-2"-3"-7"0,-2 13-7 0,0-4-4 15,0-1-11-15,8-19-5 0,-4 17-15 16,5 2-14-16,2 0-14 0,6 0-23 0,4 0-31 16,1 4-23-16,3-4-39 0,5 3-35 15,0 0-25-15,2-2-56 0,0 5-102 0</inkml:trace>
  <inkml:trace contextRef="#ctx0" brushRef="#br0" timeOffset="47845.88">26956 8457 165 0,'-28'-9'161'0,"-1"3"-14"0,-5 6-5 16,18 0-5-16,-33 17-13 0,11 2-11 0,-2 6-8 15,-2 6-4-15,-2 3 0 0,4 8 0 0,4 5-9 16,3 0-9-16,4 0-6 0,8-4-7 0,5-1-9 16,0-5-8-16,4-5-3 0,4-2-10 15,4-2 8-15,4-5-4 0,0-16-6 0,25 12 0 16,0-16-19-16,-9-3 2 0,10 0 0 0,35-20-3 16,-21 5-1-16,2-4-11 0,2-2 1 15,-2-3-5-15,-4 1-1 0,0 1 5 0,-3-3-1 16,-4 2-11-16,-2 3-4 0,-5 1 4 0,-1 3 3 15,-3 0-1-15,-1 3-4 0,-1-1 0 16,-4 4 2-16,-2 3 3 0,-3 2-5 0,-4 2 2 16,-5 3-3-16,0 0 12 0,6 30 1 0,-6-14-6 15,0 7 15-15,-14 43 3 0,5-23 4 16,1 5 2-16,0 2-3 0,1-1-3 0,2 0-4 0,2-2-5 16,1-3-2-16,2-24-10 0,0 10-30 15,0 2-34-15,12 31-33 0,-4-33-68 0,0-6-97 16,9-3-139-16,3-6 0 0</inkml:trace>
  <inkml:trace contextRef="#ctx0" brushRef="#br0" timeOffset="48278.87">27819 8648 1 0,'22'-36'175'0,"0"0"-19"0,2 0-12 15,1 1-4-15,2 1-8 0,2 0-5 0,3 2-10 16,0 2-12-16,0 1-3 0,5 3-17 0,5 2-8 16,-2 3-1-16,1 1-4 0,-2 1-6 15,-2 6-11-15,-2 4-3 0,-6 3-8 0,3 3-13 16,-20 3 1-16,21 11 1 0,-17 6-1 16,-10 2 1-16,-6-4-4 0,-15 36 0 0,-4-14-6 15,-3 1 4-15,-2 2 2 0,2-5 0 16,5 1-13-16,1-3 4 0,1-4-2 0,3 0-5 15,3 1-1-15,4-4 5 0,3 1-9 0,2-16 1 16,16 30-6-16,0-20 12 0,4-1-7 0,6-2 5 16,0 1 8-16,5-2-6 0,-2-1 2 15,3 0 12-15,0 0-3 0,-2 0 13 0,-2-2-7 16,-3 1 4-16,-2-2 2 0,-3 2-6 0,0 0-7 16,-10 2 9-16,-2 5-5 0,-8-12 8 15,-14 22 0-15,-10-6-3 0,-10 1 3 0,-11 3 8 16,-7-2-12-16,-3-2 5 0,-5 1-5 15,-1-3-16-15,-2 1 1 0,-1-1-3 16,-5-2-10-16,1 2 8 0,-3-1-22 0,2 0-1 16,-2-1-37-16,5-1-36 0,-1 0-60 0,3-1-89 15,4-1-372-15,4-3 0 0</inkml:trace>
  <inkml:trace contextRef="#ctx0" brushRef="#br0" timeOffset="49365.7">25316 11317 29 0,'-20'2'143'0,"4"-2"-6"16,3 0-22-16,13 0-1 0,-9 0-9 16,1 0-4-16,0 0-18 0,8 0-14 0,-8 0-4 15,8 0 2-15,-7 0-20 0,0 0-9 0,11-2-2 16,11-6-3-16,12 1-5 0,2 1-3 16,11-2-12-16,9 2 2 0,5 1 9 0,2 2 4 15,1-1-3-15,2 0 10 0,-31 4 9 0,12 0-4 16,4 0-7-16,0 0 6 0,-3 0-7 15,-4 0 3-15,-2 0-6 0,29 15 0 0,-43-11-1 16,-8-2-2-16,-9 3 1 0,-11 1-1 0,-12 5-6 16,-8-2 6-16,-6 0-10 0,-11-1-1 15,-11 0-8-15,-5-1-4 0,-5-1 4 0,-4-2-16 16,-5-2-7-16,-3 2-10 0,2-2-2 16,5-2 8-16,38 0-14 0,-15 0-8 0,-1 0 7 15,1 0-3-15,-38-11 8 0,54 8-12 0,7-1 11 16,15-1 4-16,16-1 11 0,19-4-1 15,9 2-7-15,12-4 3 0,11-1-3 0,14-1 10 16,8 0-4-16,6 0 14 0,2 0 1 16,0 3 21-16,-6 1 5 0,-7-1 8 15,-11 3 3-15,-7 3-5 0,-7-3 2 0,-6 3 2 16,-9 2 4-16,-9 1 1 0,-26 2-7 16,2 6-2-16,-26-1-6 0,-7 3-5 0,-8-2 0 15,-12 0-8-15,-5-3 7 0,-4 2-10 16,-2-4-6-16,-2 0-6 0,5-1 1 0,32 0-4 15,-9 0-1-15,-2 0-14 0,0 0 1 16,5 0 4-16,5 0-8 0,12 0 3 0,5-9 9 16,38 6-2-16,8-1 2 0,14-2 2 0,19 3 5 15,9-4 0-15,6 0 19 0,1 2 3 16,3-1 6-16,-1-1-2 0,-3 3 4 16,-7 0-3-16,-9 1 3 0,-8 0-2 15,-10 1 10-15,-10-1-1 0,-5 0-3 0,-15 3-6 16,-19 0-1-16,-8 4-10 0,-16-2 2 0,8-2 2 15,-44 6-9-15,7-3 3 0,-7-1 1 0,-6-2-12 16,1 0-3-16,34 0-6 0,-12 0 5 16,-2 0-14-16,0 0-13 0,6 0 7 15,4 0 2-15,11 0-2 0,3-9 2 0,32 9-1 16,26-2 4-16,10 2 9 0,15-3 4 16,9-1 7-16,5 0 2 0,12 4 7 15,4-2 8-15,6 0 3 0,-2-1 5 0,-4-2-5 16,-11 1-22-16,-5-1-27 0,-8 0-12 0,-10-1-59 15,-10-4-71-15,-11-1-104 0,-14-2 4 16,-10-4 0-16</inkml:trace>
  <inkml:trace contextRef="#ctx0" brushRef="#br0" timeOffset="49968.91">25384 10031 102 0,'-5'-4'113'16,"0"-10"-4"-16,1 0-6 0,0-2-23 15,1-4 11-15,3 10-9 0,0-5-12 0,12-22-10 16,-3 14-4-16,1 1-7 0,2-1-5 0,4 1-5 16,4 1 7-16,4-4-11 0,2 7 10 0,5-5 2 15,2 5 7-15,3 2-8 0,4 0 4 16,2 4-3-16,0 3-5 0,1 5-2 0,-3 3 4 16,-21 1-5-16,34 10 0 0,-24 5-4 0,-5 4-6 15,-8 5 1-15,-9 7 1 0,-7-15 0 16,-13 36-7-16,-7-15 11 0,-4-1 0 0,-7-2-11 15,-4 0-6-15,-2-5 2 0,-2-1-12 16,-3-3-4-16,-1-1-8 0,-1-5 4 16,1-3-17-16,3 0-2 0,3-5-13 0,5-2 4 0,3-1-7 15,-1-2 5-15,4-3 0 0,4-1-3 16,6 0 12-16,16-2 11 0,-9 0-13 0,9 0 2 16,-11-15-4-16,22 4-4 0,9-1-8 15,3 0-19-15,9-2-40 0,5-3-70 16,4 0-129-16,7 0 72 0</inkml:trace>
  <inkml:trace contextRef="#ctx0" brushRef="#br0" timeOffset="50202.68">26447 9664 131 0,'-2'-6'130'0,"-1"2"-13"0,2 1-15 0,-1 0 0 16,2 0-14-16,-1 0-7 0,0 1-18 15,1-3 1-15,0 3-17 0,1 1 8 0,0 0-6 16,3 0-5-16,-1 1-5 0,2 0-12 0,1 0-38 16,0 0-75-16,2 1-151 0,8 1 35 15</inkml:trace>
  <inkml:trace contextRef="#ctx0" brushRef="#br0" timeOffset="50577.25">26814 9633 130 0,'-14'-12'151'0,"-4"4"-22"0,-2 1-8 0,-2 2 5 0,-4 5-17 0,12 0-15 16,-28 16-5-16,-14 20 64 15,28-11-90-15,1 6-12 0,1 2 8 0,2 2-5 16,1-3-12-16,4 1-1 0,2-3-5 0,5-3 3 16,1 1-10-16,6-4 6 0,2-6 0 15,3-9-6-15,12 11 2 0,6-13-6 16,4-2 1-16,-6-5 0 0,7 0 1 0,4 0-10 16,34-18-1-16,-27 7-8 0,2-3 1 15,-2-1-6-15,-4 2-2 0,0-4-1 0,-4 1 0 16,-2 2-1-16,-2 0 1 0,0 1-1 15,-5 4-4-15,1-2 6 0,-4 3-2 0,-4 2 2 0,-2 2-5 16,-3-1 3-16,-1 5 1 0,-4 0-4 16,0 0 4-16,3 17 1 0,-11 9-5 0,-4 5 2 15,-2 4-1-15,-3 5 6 0,0 1 0 0,1 1-6 16,-1-1-3-16,5-3 0 0,-2 0-12 16,4-2-21-16,0-4-49 0,6 0-52 0,-4-2-108 15,6-7-62-15,2-14 0 0</inkml:trace>
  <inkml:trace contextRef="#ctx0" brushRef="#br0" timeOffset="50988.04">27041 9881 1 0,'12'-30'134'0,"0"1"-16"15,3 2-7-15,4-1-7 0,2 2-3 0,5 1-1 16,2-1-3-16,2 5-7 0,1 3-5 0,0-1-4 15,3 6-6-15,-2-1 1 0,0 1-11 16,-1 4-1-16,0 3-9 0,-3 0-6 16,-4 4-3-16,-2 2-5 0,-14 0-5 0,0 0-1 0,7 10-5 15,-15 1 1-15,-7 18-4 0,-5-2-1 16,-6 7-2-16,0-2-1 0,-2 1-7 0,2-3-5 16,3-4-7-16,3-1-1 0,-1 0-1 15,3-7-7-15,2 3 4 0,6-1 2 0,2-12-9 16,0 5 6-16,17 15 3 0,-4-14-3 15,2-1 2-15,1 0 8 16,1 0 2-16,2-3-4 0,0 1 10 0,-1-1 1 0,-3 1 9 16,0-3-7-16,-2 1 1 0,-2 0-5 15,-3-3 4-15,-3 2 3 0,-2-1-1 0,-3-1 2 0,0-6 5 16,-18 26-6-16,1-10 0 0,-6 2-7 0,-6 1 3 16,-3 0 4-16,-1 0-7 0,-3-1 11 0,1-1-4 15,-5 0-8-15,-1 1-12 16,-2-3-7-16,2 3-21 0,-1-3-38 0,4-1-69 0,0-3-111 15,6-2-182-15,3-2 1 0</inkml:trace>
  <inkml:trace contextRef="#ctx0" brushRef="#br0" timeOffset="54381.96">6439 12642 108 0,'0'0'99'15,"0"0"-9"-15,0 0-9 0,-13 0-1 0,13 0-21 16,0 0 11-16,0 0-14 0,0 0 1 15,0 0 0-15,0 0-9 0,0 0-12 0,0 0 7 16,0 0-4-16,0 0-10 0,0 0 4 0,0 0 4 16,0 0-20-16,0 0 9 0,0 0 2 15,0 0-6-15,0 0 3 0,0 0-10 16,0 0-3-16,0 0-1 0,0 0-5 0,0 0-7 16,0 0 11-16,0 0 4 0,0 0-7 0,0 0 3 15,-12-15-5-15,16 13-2 0,0-2 1 16,1 1 4-16,-1-1 6 0,2 0-11 0,-2 2 6 15,9-6-2-15,0 1 3 0,3-1-7 16,0 3 4-16,2-1 2 0,2 0-3 0,2-1-6 16,5 1 19-16,-2-2-9 0,5 2-4 0,-2-3 2 15,0 3 8-15,0 0-1 0,1-1-6 16,0 3 6-16,2-2-2 0,-3 2 4 0,3-1-3 16,1 0-1-16,-6 1-2 0,2 0-2 15,-4 1 1-15,-4-2 2 0,-1 5 3 0,-4-2-5 16,-5 0 0-16,0 1-8 0,-3 1 11 0,-2 0 2 15,0-1-8-15,-1 1-3 0,-4 0 10 16,0 0-3-16,0 0 5 0,0 0-9 0,7 0 0 16,-2-3-2-16,-6 2 0 0,-3 0-10 0,-1-1-2 15,-2 0-2-15,-11 1 3 0,-2-1-7 16,-1-1 11-16,0 0-3 0,-1-1-5 0,2 2 6 16,-1 0-7-16,1-2-10 0,3 2 8 15,-1-1 2-15,5 1-10 0,2 0 9 0,3 0 11 16,2 2-11-16,-1-2 5 0,3 1-10 0,0 1 6 15,1-2-5-15,2 2 2 0,1 0-5 16,0 0-20-16,4-1-45 0,-1 0-95 0,2-3-123 16,-1 2 102-16</inkml:trace>
  <inkml:trace contextRef="#ctx0" brushRef="#br0" timeOffset="56394.74">4042 12062 72 0,'-14'0'132'0,"14"0"-8"16,0 0-14-16,0 0-10 0,0 0 5 15,0 0-18-15,-16 0-12 0,16 0 4 0,0 0-14 16,0 13-5-16,-18 3-1 0,16-16-7 0,2 1-14 15,-2-1 3-15,2 1-10 0,-2-1-2 16,2 1-3-16,0-1-3 0,0 0-4 0,0 0-2 16,0 2 1-16,4-4-3 0,0 2 0 0,2 0 5 15,2-2-4-15,14-3 3 0,2-3-11 0,2 0 4 16,0-1-1-16,4 3 2 16,0-4-4-16,0-1 5 0,6 0 5 0,2 0-12 15,1-2 3-15,3 2-4 0,2 3 1 0,0-3-7 16,2 3 10-16,-1-2-9 0,1 4 12 15,-1-1 0-15,3 3-1 0,0-1-3 0,-1 3 0 16,-1-1 1-16,1 2 2 0,-4 0-5 16,0-1 7-16,-3 2-3 0,0-3 5 15,-4 2-4-15,0-3 8 0,-4 4-3 0,0-4-8 16,2 2 1-16,-2-1 5 0,-6 1-13 0,0-1 13 16,-4 0-13-16,-2 1 7 0,-2 0 6 15,-6 1-8-15,-2-1 0 0,-2 0 1 0,0 2-3 16,-4-2 0-16,0 0 3 0,0 1-8 15,-2 0 4-15,0-3-2 0,-2 4 5 0,0 0-8 16,-20-13 0-16,-4 9 1 0,-6 1-6 0,-6 2-6 16,-2 1 3-16,16 0-2 15,-16 0-3-15,-6 0 6 0,-4 0-7 0,-6 0 4 0,-56 12-7 16,52-9 3-16,3-1 0 0,3-2 4 0,30 0-12 16,-12 0-1-16,1 0 2 0,-3 0 5 15,4 0 2-15,4 0 0 0,-8-14 4 0,36 7-3 16,13-4 4-16,11 0 14 0,6-2-4 15,7-2 7-15,8-1-2 0,10 0-4 0,9-4 13 16,7 0-1-16,5 1 2 0,1 1 2 16,3-2-1-16,0 4 1 0,-2 2 6 0,2-4-6 15,0 2 0-15,-8 3 0 0,4 0-3 0,-4 0 0 16,-2 4 7-16,-6 1 1 0,-4 2-7 0,-6 0 1 16,-4 4 0-16,-10 1 9 0,0-2-7 15,-24 3 2-15,8 0 2 0,4 0 4 0,-4 0-6 16,0 0 6-16,-6 0 0 0,-8 0 3 15,2 10-10-15,-24-1 1 0,-10 1 0 0,-4 3-6 16,-10 1-4-16,-4-1-5 0,-4 2-7 0,-8 1-3 16,-4 0 3-16,-2 0-2 0,-6-2-3 15,-2 3-11-15,2-2-4 0,-4-2 3 0,6 0-6 16,2-2 5-16,8-2 0 0,6-2-1 0,8-1-10 16,2-1 1-16,4-1 0 0,6-2 5 15,26-2 7-15,0 0-2 0,0-13 6 16,26 2 0-16,4-1 4 0,10-1 0 0,10-3 14 15,6 0-5-15,6 0-1 0,8-3 10 0,6 3 3 16,2 3 2-16,2 0-8 0,0 2 6 16,-2 1 7-16,0 4-2 0,-6 0-2 0,-4 2 1 15,-8 2 7-15,-2 1-2 0,-8 1-5 16,-4 0 5-16,-26 0 2 0,6 0 9 0,5 0-9 16,-6 0 9-16,-9 0-8 0,-2 8-1 0,-29-3-13 15,-16 3 2-15,-6 0 0 0,-12 1-6 16,-11-2-6-16,-10 2-11 0,-6 1 6 0,-8 0-3 15,-4-1-8-15,-2 0-9 0,-4-1 2 16,2 0-1-16,2-3 6 0,4 3-13 0,8-5 10 0,6 2-3 16,8-1 6-16,8-2-1 0,8 1-15 15,10-2 6-15,24-1 1 0,2 0 7 0,4-9 1 16,32 3 3-16,10-3 9 0,16-2-2 16,10-1 11-16,14-3 4 0,12 2 9 15,4 0 4-15,6 2 7 0,0 0 1 0,-2 3 0 16,0 2 3-16,-2 4-5 0,-4 0 9 0,-48 2-10 15,14 0 3-15,3 0-1 0,-2 0-3 0,-10 0 15 16,28 17-15-16,-62-7-1 0,-14 2 5 16,-18 3-3-16,-12-1-15 0,-13 3-6 0,-11-2 3 15,-10-2-4-15,-9 3 2 0,-6-2-9 16,-6-1-2-16,-6-1-9 0,-2-4-13 0,0 0-4 16,4-3-1-16,10-2 0 0,10-2-7 15,4-1 1-15,40 0 12 0,-8 0 7 0,-24-14-6 16,52-2 3-16,24-7 10 0,20-2 1 15,16-3-1-15,16 0 15 0,16-4 5 0,14 1 22 16,10 0 3-16,6 4 6 0,4 2-2 16,2 5 2-16,-4 3 9 0,-6 6-14 0,-8 4 2 15,-11 3-14-15,-12 4 1 0,-46 0 3 16,8 0 3-16,38 16-7 0,-55-5-8 0,-12 3 0 0,-11-2-3 16,-1-6 6-16,-25 17-2 0,1-10-15 15,-9 3 11-15,-7 0-7 0,-6-2-15 0,-3 1 3 16,-6 2-4-16,-1-4-9 0,-1 1 1 15,5-2-17-15,4-1-4 0,9-2-18 0,3-2-20 0,8-2-37 16,22-5-61-16,6 0-151 0,2-21 2 16,22 5 0-16</inkml:trace>
  <inkml:trace contextRef="#ctx0" brushRef="#br0" timeOffset="57219.71">11399 11492 60 0,'0'0'165'0,"0"0"-22"0,0-15-10 15,0 15 4-15,0 0-16 0,0 0-16 16,0 0 4-16,0 0-18 0,0 0 0 0,-16 5-7 15,12 15-11-15,-3-2-8 0,3 11-1 0,-1-1-10 16,1 1 0-16,-2 0-6 0,1-2-3 16,2 2-14-16,1-6 1 0,2 1 3 0,-2-3-14 15,1-7-2-15,1 1 2 0,0-15-6 0,0 10 0 16,0-1-8-16,0-1-2 0,0 0-8 16,0-8-4-16,0 0-45 0,0 0-80 0,11 7-87 15,-10-12-139-15,-1-3 0 0</inkml:trace>
  <inkml:trace contextRef="#ctx0" brushRef="#br0" timeOffset="57409.25">10781 11545 130 0,'2'-7'121'15,"2"-1"-8"-15,5-5-11 0,8-2-3 0,6-1-9 16,6 1 1-16,9-5-17 0,10 3 1 15,6-4-8-15,9 1-5 0,1 1-7 0,4-1 11 16,1 1-14-16,1 1 7 0,-2 1-11 16,-3 2-10-16,-6 2-27 0,-6 2-30 0,-8 4-31 15,-6 2-63-15,-6 1-105 0,-7 4-21 0</inkml:trace>
  <inkml:trace contextRef="#ctx0" brushRef="#br0" timeOffset="57605.47">10915 11956 22 0,'-15'17'149'0,"7"-3"-11"0,8-3-16 15,8-7-8-15,12-2-1 0,-7-2-10 16,11 0-7-16,6 0-11 0,43-17-4 0,-26 8-3 16,5-1-11-16,1 1 2 0,4-5-12 0,3 1-8 15,-2-1-14-15,0-1 1 0,2-1-24 0,-4-1-37 16,-2-1-59-16,-2 0-84 0,-4-3-125 15,-6 0 79-15</inkml:trace>
  <inkml:trace contextRef="#ctx0" brushRef="#br0" timeOffset="58013.21">11964 11570 60 0,'-4'0'154'0,"0"1"-13"0,-2 2-8 16,-4 11-4-16,-4 4-16 0,-2 4-3 15,4 0-10-15,-4 9-4 0,0-1-13 0,-2 4-10 16,-2 2-5-16,3-2-13 0,-2 0-2 0,3-6-2 16,3-3 1-16,-1-1-15 0,2 0 3 15,2-6-5-15,3-3 3 0,0 1-14 0,6-11 11 16,1-5-7-16,5-4-10 0,7-9-8 0,3-6-5 16,1 0 3-16,3-6-6 0,-1-1-3 15,4-4-3-15,0 3 1 16,1-5-2-16,-1 4-4 0,1-1-3 0,-2 3 5 0,-1 3 0 15,0 3 2-15,-4 1 4 0,0 2 4 0,-4 2-4 16,2 3-1-16,-5 7 11 0,-1 5 4 16,-8 0-6-16,8 12 10 0,-8 6-4 15,-1 5-1-15,1-9 0 0,0 7 6 0,0 2 4 16,0 1-4-16,-11 19-6 0,10-27 3 0,1-4-1 16,-2-3 8-16,2-9 1 0,0 0-5 15,12 11-4-15,6-16 9 0,4-5-3 0,3-3 2 16,-1-2-8-16,3-6 0 0,2 1-7 0,-2-5-4 15,4-3-10-15,2-3-18 0,-1-1-35 0,1-2-44 16,-1 1-73-16,-1-2-119 0,-4 2-52 16,1 4 0-16</inkml:trace>
  <inkml:trace contextRef="#ctx0" brushRef="#br0" timeOffset="58459.6">12577 11388 133 0,'1'5'158'0,"0"0"-16"16,-1 0 2-16,2 1-4 0,0 14-11 16,-2-9-6-16,0 8-14 0,0 3-9 0,0 6-7 15,-14 31-17-15,4-23 2 0,0 1-10 0,-4 3 0 16,0-1-9-16,0-3-4 0,1-4-8 16,2-5-8-16,-1 1 3 0,4-1-5 0,0-9 2 15,3-2 1-15,0-6-12 0,-1-3-1 0,6-7-6 16,0 0-8-16,0 0-2 0,-6-29-13 0,6 3-2 15,0 9 1-15,12-38-16 16,-2 17 2-16,5-1-6 0,1-3-4 0,1 1 2 16,6-2 7-16,2 3-13 0,3 2 16 0,2 4-4 15,-1 3 12-15,2 4-1 0,-1 2 7 16,1 6 10-16,0 2 0 0,-3 5 0 0,0 3 1 0,0 4 8 16,-16 5-6-16,19 11 2 15,-18 5 6-15,-9 14 7 0,-4-15 1 0,-15 36-2 0,2-14-6 16,-3 3-3-16,0-3 5 0,1-2-2 15,2-5 4-15,0-2-13 0,2-3 2 0,-2-1-5 16,5-3 6-16,0-3-6 0,4 0-7 16,0-7 8-16,2-1-4 0,2-10-4 0,0 0-1 15,0 9 7-15,11 4-3 0,6-6 3 0,-1-3-1 16,0-3-1-16,4 2-1 0,0-1-7 0,2-2-2 16,-1 2 6-16,3-2-16 0,-12 0-18 15,5 0-46-15,6 0-65 0,2 0-133 16,30-15-132-16,-25 7 1 0</inkml:trace>
  <inkml:trace contextRef="#ctx0" brushRef="#br0" timeOffset="59177.62">14535 11506 1 0,'-3'-3'153'0,"1"-2"-9"0,-9-2-14 0,-3-2-12 16,-5 4-5-16,1 2-4 0,-9 1-21 0,0 2-7 16,11 0 0-16,-5 0-23 0,-27 20-7 15,20-9 6-15,0 4-13 0,0 2 0 0,1 7-18 16,2-1 3-16,2 2-3 0,5 4 0 15,2 2 1-15,4 0-5 0,4-1-9 0,6 4 12 0,2-19-2 16,0 8 5-16,23 24-4 0,-6-26 3 16,3 0 3-16,6-3 2 0,3-1-2 15,3-2 14-15,0-2 0 0,3 3 4 0,-2-3-7 16,-1-1-4-16,-3 0 7 0,-2 0-3 0,-3-1-14 16,0 0 6-16,-3 0-2 0,-5 1-3 15,-7-1 3-15,-6 3-2 0,-3-14-5 0,-16 22-11 16,-5-7 3-16,0-4-7 0,-6 3 3 0,-4-1-3 15,-2-2-9-15,1-2 4 0,-3 1-2 0,2 0-12 16,1-3 5-16,1 3-9 0,2-4-4 16,1 0-2-16,1 2-3 0,3-2-4 0,2-1-17 15,4 0-1-15,8-2-10 0,2 1 1 16,5 0-11-16,3-4-65 0,7 1-103 0,9-6-138 16,5 0 0-16</inkml:trace>
  <inkml:trace contextRef="#ctx0" brushRef="#br0" timeOffset="59703.53">14954 11962 64 0,'-3'-2'162'0,"-1"-1"-14"0,2-2-10 16,-1 2-3-16,0-1-21 0,2-3-13 15,0 1-7-15,-1-1-9 0,2-14-10 0,0 13-13 16,0-5-7-16,0 0 0 0,19-18-21 0,-6 13 6 16,6 3-11-16,1-3 5 0,1 3-8 15,6 2-1-15,1 0-5 0,4 4 6 0,0 1-3 16,0 2 4-16,3 3 9 0,-2 3-4 16,-19 0 9-16,8 0-5 0,20 20-3 0,-24-2 7 15,-6 0 1-15,-10 11-8 0,-2-15 2 0,-10 28 1 16,-4-12 4-16,-2-2-6 0,-2-2 4 0,-4-4-4 15,-2 1-10-15,-2-5 6 0,-2 1-6 16,-1-6-11-16,-3-1-4 0,1-3-7 0,0-4-19 16,-2-1 2-16,0-2-7 0,18-2-15 15,-6 0-5-15,-2 0 0 0,-20-18 1 0,27 8 10 0,4-1 2 16,6-3-6-16,4-1-24 16,2 6-52-16,16-16-50 0,-1 5-112 0,1 3-44 0,1-2 0 15</inkml:trace>
  <inkml:trace contextRef="#ctx0" brushRef="#br0" timeOffset="65798.95">15532 11591 75 0,'0'0'156'0,"0"0"-6"0,0 0-11 16,-13 0 1-16,13 0-21 0,0 0-10 16,0 0-8-16,0 0-18 0,0 0-4 15,1-17-8-15,10 4-12 0,5 2 0 0,2-1-11 16,0 1 2-16,4-2-10 0,-1 2-1 0,2 0-9 15,3-2 1-15,0 5-6 0,3-2-1 16,-1 3 3-16,1 1-5 0,-2 1-6 16,-2 3-2-16,-13 2 3 0,4 0-1 0,2 0 3 15,15 19 3-15,-22-9 3 0,-7 2 1 0,-4 2-1 16,0-1-6-16,-23 23 4 0,2-6-2 16,-9 4-6-16,-4 2 7 0,-6 2-6 0,-2-1 3 15,0-1-5-15,-1 0-2 0,2 0 5 16,-1-2-1-16,5 0-9 0,3-2 3 0,4-1-1 0,3-1-9 15,2-2-4-15,3-4-1 0,4 2 10 16,3-1 1-16,3 0-6 0,5-3 8 16,6-3 2-16,1-10-4 0,12 13 7 0,0-9 1 15,3-2-4-15,5-4 6 0,2-3 4 0,4 0 11 16,-1-4 4-16,-12 0-4 0,7 0-5 0,3 0 18 16,21-15-5-16,-24 7-13 0,-4 1 0 0,-4-7-4 15,-4 3-6-15,-8-4 0 0,0 6-19 16,-21-20-2-16,1 12 8 0,-4-3-8 15,-5-1-6-15,-2 0-2 0,-4 1-5 16,0-2-3-16,5 0-17 0,-1 2 8 0,2-1-18 16,3 2-3-16,4 4 8 0,3-4 1 0,4 3-7 15,14 1 8-15,1 15-9 0,25-26-14 16,-2 18-39-16,8 1-51 0,-1 0-109 0,5 1-97 16,4 4 0-16</inkml:trace>
  <inkml:trace contextRef="#ctx0" brushRef="#br0" timeOffset="66181.67">16038 11887 55 0,'-5'-5'197'0,"-6"-4"-24"0,-1-2-9 16,4 0-7-16,1-2-23 0,3 1-17 0,2 1-11 15,2 11-12-15,0-15-10 0,16-19-19 0,-2 14-6 16,4 2-5-16,3 1-5 0,3 2-7 0,3 2-2 16,3 1 4-16,1 3 2 0,2 3 0 0,-1 0 4 15,3 1-3-15,-3 5-5 0,-17 0-6 16,3 0 9-16,21 17-7 0,-24-2 4 0,-9 2-7 16,-6-5-2-16,-14 25 8 0,-1-13-6 15,-5 0-8-15,-4-1 14 0,-4-1-4 16,0-1-12-16,0-3 2 0,-3-1 5 0,3-5-1 15,0 1-13-15,2-4-2 0,-2 1-9 0,4-5-10 16,1-3-7-16,2 0-7 0,11-2-13 16,-3 0-2-16,0 0 0 0,-11-17-6 0,14 6-8 15,5-1-37-15,5 0-48 0,0 2-37 0,12-16-81 16,-1 7-149-16,6-1 0 16</inkml:trace>
  <inkml:trace contextRef="#ctx0" brushRef="#br0" timeOffset="70922.95">16555 11536 10 0,'-14'0'50'0,"14"0"0"16,0 0 0-16,0 0 6 0,0 0-18 0,0 0-5 15,0 0 18-15,0 0-6 0,0 0-3 0,0 0 10 16,0 0-11-16,0 0 16 0,0 0-2 16,0 0-9-16,0 0 7 0,0 0 6 0,0 0-10 15,0 0-6-15,0 0 5 0,0 0 2 16,0 0-16-16,0 0 12 0,0 0-6 0,0 0-3 15,0 0 4-15,0 0-6 0,0 0-5 0,0 0 0 16,0 0-3-16,0 0 6 0,0 0-7 0,0 0 9 16,0 0-14-16,0 0 5 0,0 0-7 15,0 0 3-15,0 0-10 0,0 0 9 16,0 0-11-16,0 0 4 0,0 0-1 0,0 0-6 0,0 0 5 16,0 0 0-16,0 0 5 0,0 0-3 15,0 0-5-15,0 0-4 0,0 0 0 16,0 0 8-16,0 0-8 0,0 0 8 0,0 0-9 15,0 0 4-15,0 0-5 0,0 0 4 0,0 0-5 16,0 0 1-16,0 0-4 0,0 0 7 16,0 0-5-16,0 0 1 0,0 0 0 15,0 0 1-15,0 0 2 0,0 0-4 16,0 0 2-16,0 0 1 0,0 0-3 0,0 0 4 16,0 0-8-16,0 0 9 0,0 0 3 0,0 0 4 15,0 0-5-15,0 0-1 0,0 0 1 16,0 0 6-16,0 0 1 0,0 0-6 0,0 0 4 15,0 0 5-15,0 0-6 0,0 0 2 16,0 0-3-16,0 0-3 0,0 0 3 0,0 0 2 16,0 0-6-16,0 0 5 0,0 0 2 0,0 0-2 15,0 0 2-15,0 0-6 0,0 0 0 16,0 0-4-16,0-13-3 0,12-14 3 0,0 17-9 16,4-1 2-16,4 0-4 0,0-2 4 0,0 3-8 15,4 1 6-15,0 1 2 0,0-1 0 0,4 1 0 16,-2 4-1-16,2-1 5 0,0 3-1 15,-2-2-7-15,0 3 9 0,-14 1 2 0,6 0 1 16,2 0-2-16,20 12 9 0,-22-6-3 16,-9-1 9-16,4 5 1 0,-2 1-8 15,-6 4 5-15,-5-15 8 0,0 16-11 0,-22 21 11 16,2-17-2-16,-4 0-3 0,-6 1-3 0,-2 0 4 16,2-2-5-16,0-3 1 0,0 2-7 0,4-5-3 15,2 2 8-15,2-1-15 0,0-3-7 16,6-2 1-16,4-2-13 0,2 0 2 15,4-1 5-15,6 0-4 0,0-6 5 0,0 0 4 16,22 19-5-16,-4-13 11 0,2 3-1 16,0 1-5-16,2 0 16 0,0-1-5 0,-2 0 8 0,4 2 6 15,-8 3-8-15,2-1 16 0,-2 2-13 16,-6 1 9-16,0-1-6 0,-2 3 3 16,-4 2 13-16,-4-10-13 0,0 5 4 0,-14 21 13 15,-2-15-4-15,-4-5-1 0,0 0 1 16,-4-1-20-16,-4-2 15 0,-4 0-1 0,2 1-8 15,-4-3 9-15,-4-2-2 0,0 0-14 0,2-1 6 16,0 0-4-16,0-3-13 0,0 2-3 16,2-4-9-16,0 0-7 0,-1-3-6 0,2 0-14 15,17 0-18-15,-6 0-28 0,-16-14-123 0,23 2-329 16,10-3 0-16</inkml:trace>
  <inkml:trace contextRef="#ctx0" brushRef="#br0" timeOffset="73353.39">9981 12904 24 0,'0'0'82'0,"-14"0"-10"0,14 0-6 16,0 0 4-16,-30-24-9 0,25 24-5 0,1-1 9 15,-1 0-6-15,-1-1 0 0,2 0-14 0,-1 2 10 16,-2 0-24-16,2 0-2 0,-2 0 7 0,-2 0-4 16,9 0-12-16,-12 0 4 0,-4 0 7 15,0 0-7-15,-4 0-12 0,-16 13 0 0,18-9 8 16,2 0-8-16,-2 0 6 0,2-2-11 16,0 2-7-16,4-1 4 0,0 0-10 0,3-2 8 15,1 2 7-15,0-3-2 0,3 1-8 16,-2-1 17-16,3 1-21 0,0 1 12 0,0-2 4 0,0 0-20 15,0 0 18-15,1 2-26 0,1-2 23 16,-1 0-9-16,0 0-5 0,1 0 2 0,-1 0 1 16,1 0 12-16,2 0-17 0,0 0 0 15,0 0 1-15,0 0 7 0,0 0-7 0,0 0 16 16,0 0-13-16,-11-11-2 0,11 7 2 16,1 2-7-16,1-3 15 0,8-9 1 0,6 0-12 15,3-4 8-15,2 3 7 0,4-2 2 16,7-1-4-16,0-2-7 0,8 0 14 0,0-1-3 0,4 0 1 15,0 0-9-15,3 0 16 0,-1 1-3 16,1 1 8-16,0 0 3 0,1 1-11 16,-4-2-7-16,-1 5 14 0,-5 0-7 0,-2 1 2 15,-2 5 5-15,-8 0-5 0,2 1 3 0,-4 0-2 16,-5 3 5-16,0 3-3 0,-6-6-5 0,-4 5 7 16,-3 1 6-16,-6 2-16 0,-3 3 10 0,-2-1-6 15,-11 6-5-15,-3-1-3 16,-4 2-6-16,-3 1-8 0,0 0 14 0,-3-1-16 15,-2 3 4-15,-2-2 7 0,-4 1-11 0,1 2 5 16,-3-2 0-16,-3-1-8 0,0 3 0 0,-4 0 2 16,0 1-9-16,-4-1 3 0,-3 0 12 0,1 0-5 15,-2 2-8-15,2-3-8 0,-2 2 14 16,4 2-2-16,-2-1-9 0,3 0 12 0,1 0 5 16,4 0-5-16,-2 0 0 0,4 2-7 15,0-2 9-15,4 0 7 0,3 2-18 0,4-5 14 16,2 1 4-16,4-2-6 0,-1 0-14 0,5-1-7 15,1-1 11-15,9-5 14 0,5 3-19 16,3-6 17-16,3-1 0 0,11-1 6 0,7-6-3 16,8-1-8-16,4-4 14 0,10-4 12 15,7-2-12-15,4 0 1 0,5-3 9 0,2 1-10 16,0 2 5-16,-4 0-2 0,0 1 3 0,-5 2 7 16,-4 3-1-16,-6 3-13 0,-5 0 11 0,-2 1 9 15,-2 1-2-15,-8-1-5 0,2 3 2 16,-4-1 17-16,-8 4-6 0,-2-1 2 0,-4 3-5 15,-6 0-9-15,2 3 2 0,-4-1 0 0,-2 3-6 16,0-2-2-16,-12 6-12 0,-2 1 9 16,0 0-14-16,2-2 9 0,0 0-15 0,0 1 11 15,4-2-12-15,4-2-5 0,4 2 3 0,4-1 3 16,0-6-3-16,16 13 4 0,6-5 8 16,10-2 10-16,4-3-11 0,9 0 8 0,5-1 15 15,8 1-15-15,-26-3 15 0,20 0-9 16,12 0-2-16,8 0 12 0,5 0-14 15,86-11 9-15,-75 6 4 0,-1 2-7 0,-2 1-2 16,-3-2 9-16,-4 4-7 0,-5-2 8 0,-4-1-1 16,-7 2-1-16,-5 0 8 0,-5 1-9 15,-8-2 1-15,-24 2-9 0,8 0 3 0,3 0 9 16,-1 0-2-16,-2 0 3 0,-1 0 8 16,-7 0 4-16,-7 0 2 0,-5 0-11 0,-2-3-1 15,-16 5 0-15,-19-1-8 0,12-1-6 0,-11 0-2 16,-47 9-11-16,23-4-1 0,1-2-2 0,-5 0-4 15,3 2 2-15,1-1 1 0,4 1-11 16,4-3 3-16,7 1-1 0,2-1-14 16,3 0-4-16,11 1 13 0,9-3-12 0,12 0 6 15,1-1 9-15,19-1 6 0,-5 2 4 0,42-9-13 16,-5 1 11-16,8-3 11 0,9 1-1 0,11-5-5 16,3-2 9-16,6 2 2 15,1-2 5-15,-1 0-7 0,0 2-2 0,-3-1 17 16,-5 2-1-16,-6 2 1 0,-8 1-5 0,-7 2-2 15,-8 1 2-15,-8 3 7 0,-5-1 9 0,-7 2 5 16,-32 4-5-16,12 5-4 0,-27 7 1 16,-12-1-11-16,-11 5 0 0,-15-1-2 15,-7 4-2-15,-8-4-4 0,-7 2-6 0,-10-2 0 16,-4-1-15-16,-1 1-9 0,4-1-5 0,0-2 1 16,8-2-2-16,6-4-1 0,8 3-2 0,9-2 3 15,8-2-10-15,9-1 4 0,8-2 5 16,16 0 6-16,18-5 0 0,25-6 1 0,15 0 9 15,16-5 0-15,17-4-3 0,10-1 8 16,9-1 8-16,5 0-13 0,7 1 23 0,2-2 0 16,2 3 4-16,-3 1 8 0,-3 2 2 15,-5-1 12-15,-7 5-7 0,-13 0 0 0,-8 2 5 16,-10 1 0-16,-11 0 5 0,-12 3 5 0,-11 3-13 16,-29 2-1-16,-6 5-7 15,-22 4-7-15,-14-1-4 0,-10 0 0 0,-10 2 0 0,-6-1-17 16,-7 1 0-16,-6 0-5 0,-4 0-9 15,2-5-8-15,-1 4 4 0,7-2-9 0,6-3 11 16,10-1-22-16,10 1 2 0,9 0 15 0,10-3-12 16,17 0 17-16,16-1 2 0,25-2 0 15,-12 2 6-15,49-11 3 0,-4 3 0 16,9-3 1-16,10 1 12 0,9 1 1 0,2 2-1 16,-1 0 3-16,-3 0 13 0,-6 2 5 0,-10 1 10 15,-9-2-2-15,-9 2 4 0,-10 3-6 0,-10 1-17 16,-31 0-44-16,4 7-56 0,-34 4-108 15,-10 3-114-15,-13-1 83 0</inkml:trace>
  <inkml:trace contextRef="#ctx0" brushRef="#br0" timeOffset="73970.75">11173 12826 37 0,'-30'1'93'0,"15"-1"-22"0,-29 10 1 0,17-3-16 15,-2 4 3-15,1 2-4 0,-1 4-8 0,1 1-4 16,1 0 2-16,2 1-12 0,1 2 0 0,2 3-8 16,4 1-3-16,0 1 13 0,4 0-12 15,2 1-15-15,2-1 7 0,4 1 5 0,2-2 11 0,4-2-7 16,0-13-1-16,16 19 6 0,0-14 6 16,6-6-8-16,2 2-6 0,6-5 17 0,2 2 1 15,5-1 2-15,-2-1-5 16,1 0 3-16,-3-2 8 0,-4 1-2 15,2 0-12-15,-4 1 2 0,-5-1 5 0,-3-1-3 0,-2 2-10 16,-6 5 5-16,-7-1-5 0,-4-10-3 0,0 15-6 16,-25 18 2-16,9-15-3 0,-4 1 5 0,-4-4-15 15,0 4 4-15,-2-2-4 0,0-5-2 0,-2 2-13 16,1-1 1-16,4 2-6 0,-1-4 8 16,0 0-21-16,-1 2 0 0,0-1-5 0,2-3-6 15,0-2 2-15,2 2-14 0,2 1-23 16,5-4-65-16,2-3-82 0,12-3-22 15</inkml:trace>
  <inkml:trace contextRef="#ctx0" brushRef="#br0" timeOffset="74297.7">11336 13191 49 0,'-1'-6'94'16,"-1"1"-20"-16,2-1 3 0,0 1-12 0,2 0-3 15,6-12-5-15,2 1-6 0,5-1-9 16,5 2 2-16,1-1 1 0,3 2 7 0,2 2 2 0,0 1 3 16,1 1 4-16,0 4 3 15,-3 3-3-15,-2 2-11 0,-2 0-6 0,-12 1 7 16,3 0-6-16,8 19 4 0,-18-6-19 0,-5 6 10 15,-5-1-7-15,-6 3-1 0,-1 1-1 16,-3-3 5-16,1-3-10 0,-4-1-2 0,-2 2-13 16,0-4-6-16,0 1-1 15,2-2-9-15,-4-2-7 0,2-1-15 0,3-3-4 0,1-4-11 16,7-2-50-16,13 0-77 0,-8 0-131 0,-2-17 89 16</inkml:trace>
  <inkml:trace contextRef="#ctx0" brushRef="#br0" timeOffset="74765.78">11747 12904 18 0,'5'-22'96'0,"-1"1"1"15,1-3-19-15,5 1 10 0,0-2-21 0,4 3-14 16,-2-3-4-16,4 4 5 0,2-3-2 15,5 3 2-15,2 0-12 0,3 1 4 0,5 0 3 16,1 2 0-16,2-1 2 0,-2 6-7 16,0-1-2-16,-3 5-5 0,-3 4-9 0,2 0 1 15,-18 5 4-15,1 0 0 0,8 25-5 0,-23-2-8 16,-8 3-4-16,-7 5-4 0,-8 5-2 16,-5 3 10-16,-4 2-15 0,-3 1 4 0,-3 1 1 0,2 1 1 15,0-5-7-15,2 2 2 0,2-2 4 16,5-3-7-16,3-1-3 0,3-4 1 15,3-2 9-15,4-3-11 0,1-2 6 0,6-2 7 16,5-5-3-16,4-17 11 0,0 12-3 0,13 4 2 16,6-12 3-16,1-4 4 0,-8 0 5 0,7 0-7 15,23-15 7-15,-19 9-5 0,-3-7-4 16,-2-2-2-16,-2-2-7 0,-6-1-7 16,2 2-9-16,-4-4 4 0,-7-1-13 15,-1 12-4-15,0-7 0 0,0-2-1 0,0 0-1 16,-17-21 2-16,11 21-25 0,0 3 10 0,-1 0 2 15,4 4-11-15,1 2 6 0,2 9 5 16,0 0-27-16,0-8-20 0,14-1-54 0,-7 8-126 16,0 2 44-16</inkml:trace>
  <inkml:trace contextRef="#ctx0" brushRef="#br0" timeOffset="75049.78">12133 13008 37 0,'-7'-13'108'0,"3"3"-6"0,1 1-4 0,1 1-23 16,0-1-4-16,2 1 16 0,0 8-18 0,0 0-10 15,0-14-12-15,22-12-2 0,-10 14-1 0,5 2-2 16,2-1-6-16,3 1 8 0,1 3 9 16,1-1-2-16,0 3-5 0,-1 3-1 0,-2-2-7 15,-12 4 8-15,3 0-9 0,0 0 3 16,-2 0-3-16,4 17-2 0,-14-8-9 0,-4 8 7 0,-5-1-7 15,-3-1-5-15,-1 1 7 0,-2-1-16 16,-1-3 5-16,-1-1 1 0,1 1-6 0,-2-4-8 16,2-1-3-16,0 2-8 0,2-3-3 15,2-3-1-15,1-1-14 0,2-2-5 16,2 0-11-16,7 0-55 0,0 0-70 0,0 0-105 16,-8-16 37-16</inkml:trace>
  <inkml:trace contextRef="#ctx0" brushRef="#br0" timeOffset="75475.11">12469 12706 107 0,'8'-14'106'0,"-2"1"-12"0,5 2-14 16,1-2-8-16,1 0 2 0,3 3 0 0,3 1-9 16,2 0 7-16,2 0-20 0,2 2 10 0,3 1-1 15,3 1-1-15,-3 1-4 0,-1 3-1 16,-14 1 2-16,5 0-6 0,0 0-4 0,17 18 0 15,-24-4 1-15,-9 3 2 0,-2-4-13 16,-18 26-1-16,-1-10-12 0,-2 3-5 16,-6 0 13-16,2-2-5 0,3-3-7 0,1-5-20 15,3 1-8-15,2-2-6 0,0-5 12 16,4-1-2-16,4-1-4 0,2-5 1 0,4 0 15 16,2-9-10-16,0 0 4 0,0 0-2 15,14 16 7-15,-8-15-3 0,1 2 1 0,10 0-8 0,-2 1 9 16,-2-2-3-16,-1 1 6 0,3 2 4 15,1 0 0-15,-5-1 6 16,-3 0 0-16,-1 1-4 0,-2 2-3 0,0-2 4 0,-2 2 1 16,-3-7-1-16,0 12 0 0,-17 22-8 15,2-13 8-15,-5-5-3 0,0 1 4 16,-2-2-6-16,0 1-3 0,-2-3 2 0,-3 0-5 16,-1 0-6-16,-1 0-10 0,-1-1-4 0,0 0-11 15,0-4 0-15,-2 2-49 0,2-4-116 16,-1-3-149-16,16-3 55 0,-5 0 0 0</inkml:trace>
  <inkml:trace contextRef="#ctx0" brushRef="#br0" timeOffset="78995.97">21356 12832 27 0,'-16'0'90'0,"16"0"-16"0,0 0 1 15,-15 0-4-15,-5-24-11 0,16 21-8 16,0 2-3-16,0-2 4 0,2 2-7 0,-2-2-4 16,0 1-10-16,1 1-1 0,-1 0-14 0,1-1 6 15,1 0-8-15,-1 0 5 0,2 0-7 16,-2 1-4-16,3 0 0 0,0-2 6 0,1 1-14 16,3 0 8-16,2-2 11 0,11-4-10 15,2 2-10-15,2-2 7 0,2 4-3 16,3-2 7-16,1 2-19 0,0-2 14 0,1 2-15 15,3 1 17-15,2-1-5 0,2-1 5 0,-2 1 3 16,2 0-7-16,1 1-3 0,0-2 3 0,2 1 2 16,1-1-10-16,1 1 12 15,0 1-9-15,0-3 18 0,3 1-15 0,-2 1 2 16,-1-2 13-16,-2 2-6 0,2-2-15 0,-4-1 6 16,0 2-2-16,0-2 14 0,0 4-10 0,-6-3 3 15,0 2-2-15,-2-3-10 0,-2 3 4 16,-4 1 5-16,-4 1 3 0,-4-1-7 0,-4 0 25 15,-4-1-14-15,-2 0-5 0,-4 4 3 16,0 0 17-16,-22-11-15 0,-4 7 5 0,-6 2-7 16,-6-2-18-16,-8 3 2 0,20 1 1 0,-18 0-7 15,-10 0-1-15,-6 0-3 0,-6 0 16 16,1 0-10-16,-2 0 3 0,1 0-6 0,1 0 3 16,3 0 1-16,0 0 6 0,2 0-10 15,4 0 14-15,3 0-7 0,3 0-5 0,-40-2 7 16,54-1-3-16,1-2-1 0,2 1-12 0,5-2 5 15,1 2-3-15,9-2 15 0,8-1-15 16,8 0 4-16,2 7 13 0,14-18 6 16,10 7-13-16,7 1-4 0,7-1 7 0,10 2 6 15,8-2 4-15,10 1-4 0,2 1 7 0,4 1-6 16,-1-3 8-16,2 5-10 0,-2-1 14 0,-2-1-2 16,-5 3-5-16,-5 0 0 0,-3 0 6 15,-5-1-13-15,-9 0 2 0,-4 3 14 0,-4 1-1 16,0 0 0-16,-6-2 0 0,-8 0 24 15,-4-1-8-15,-8 3 0 0,-8 2 1 0,-12-6-1 16,-10 2-8-16,-12 0-4 0,-2-2-3 0,-10 4-3 16,-6-2-9-16,-9 1-1 0,-4 1-4 15,-2-1 3-15,-2-1-6 0,-2 2-6 0,1-1 7 16,0 1-9-16,-1 1 3 0,2 0 15 16,0-1-15-16,4 0 5 0,4 2 5 0,2 0-2 15,3-2-6-15,2 0 0 0,28 2 5 0,-8 0-5 16,-6 0 8-16,0 0-6 0,2 0 6 0,-37 15 2 15,42-15-5-15,-2 5 10 0,7 0-7 16,-1 3-18-16,2-1-3 0,4-1 11 16,6 4 9-16,2-1-2 0,9-2-10 0,4 2 7 15,2-9 2-15,23 17-1 0,5-9 5 0,7-2 9 16,10 1-3-16,6-5 0 16,6 0 5-16,6 0 5 0,5-2 4 0,2 4 7 0,2-4-11 15,-1 1 7-15,-7-1-4 0,-6 1 0 0,-8 2-11 16,-7-1 16-16,-5-2 6 0,-22 0-1 15,1 0 3-15,-6 0 6 0,-9-3-18 0,-22 3 1 16,4 0-4-16,-10 0-10 0,-12 0 12 16,-9 0-9-16,-9 0 5 0,-73 11-3 0,53-10-16 15,-6 1 5-15,0-2 0 0,-6 2-9 0,-4 0 4 16,-4-2-12-16,46 0 2 0,-23 0 13 16,-11 0-19-16,-4 0-3 0,0 0 6 0,5 0 12 15,7 0-4-15,7 0 4 0,6 0-10 16,10 0-7-16,5 0-6 0,8 0 15 15,11 0 0-15,11 0 0 0,10-11-11 0,40 7 16 0,11 1 1 16,12-1-6-16,14 0 21 0,14 0-6 16,10 3 9-16,14 0 5 0,-51 1-11 0,32 0 12 15,14 0-2-15,120 17-1 0,-108-8-5 16,-4 5 0-16,-6-3-1 0,-8 2 3 0,-9 2-1 16,-11-3-12-16,-11 1 6 0,-6-2-6 15,-11 2 9-15,-12-3 4 0,-12 5-2 0,-20-4-7 16,-4-11 8-16,-35 25-6 0,1-17-12 0,-13 1 8 15,-12-3-1-15,-12 0-7 0,-10-3 2 0,-7 2-7 16,-8-5 7-16,-4 0-15 0,-3 0 1 16,48 0 1-16,-27 0-7 0,-14 0 4 0,-7 0-9 15,-1 0 6-15,0 0 4 0,3 0 9 0,-89-12-18 16,113 10 19-16,9 2-2 0,8 0-4 16,11-2 1-16,14 2 7 0,11-4 0 15,21 3-8-15,15-1 8 0,20 0 11 0,19-3-6 0,12 1 18 16,13 1-7-16,14 3 9 0,-39 0 7 15,30 0 0-15,18 0 16 0,120 14-14 16,-99-5 6-16,-2 0-6 0,0 5 5 0,-6 1-4 0,-8 0-11 16,-8 3 3-16,-11-4 0 0,-9 1-5 15,-8 0-7-15,-10-1 5 0,-11-2 4 0,-14 0 3 16,-13 1-9-16,-15-2 4 0,-18 1-12 16,-15-4-8-16,-9-1 2 0,-16-3 8 0,-12-1-13 15,-12-2-5-15,33-1 2 0,-23 0 6 0,-17 0-11 16,-104-12 4-16,73 7-18 0,-2-1 11 15,-1 1-1-15,4 0-8 0,2-2-2 0,4-1 0 16,13 3 10-16,11 1 4 16,11 0-9-16,10 0 10 0,10 0-13 0,14 2 25 0,18 1 8 15,17-1-10-15,17 1 10 0,22 0 1 16,14-1 7-16,16 2 16 0,14 0-5 0,-34 0 12 16,30 0-7-16,106 12 9 0,-75-5-5 0,-4 1-1 15,-4 3-3-15,-9-1-3 0,-10 1-1 16,-11-1-1-16,-12-1-1 0,-12 0-14 0,-18 2 7 15,-14 7-19-15,-12-10-57 0,-32 16-57 0,-6-10-155 16,-9-1 46-16</inkml:trace>
  <inkml:trace contextRef="#ctx0" brushRef="#br0" timeOffset="79521.42">19849 13540 62 0,'0'2'84'0,"0"0"4"0,-1 3-10 0,-1 1-10 16,1 3 6-16,-4 12-5 0,-2 2 1 0,2 1-5 16,-1-1-6-16,0 1-10 0,0-2 7 0,1 0-3 15,1-5-11-15,1-3-7 0,1-3 1 16,0-4 0-16,1 2-7 0,1-5 0 0,-1 1-6 0,-1 0-4 15,2-1 1-15,0-2-4 0,-1 1-3 16,0-1-17-16,1-2-5 0,0 0 2 16,0 0-27-16,0 0-10 0,0 0-49 0,-20-17-93 0,10 6-95 15</inkml:trace>
  <inkml:trace contextRef="#ctx0" brushRef="#br0" timeOffset="79735.92">19266 13636 5 0,'38'-15'69'0,"9"0"-16"0,6 0 3 0,7 0-2 16,4 0 8-16,4 1-2 0,1 0 9 16,0 3-6-16,-2 0-2 0,-3 0-2 0,-4 1 5 15,-5 1-18-15,-5 4-7 0,-6-2 4 0,-1 2-4 16,-7-1-30-16,-1 5-38 0,-7-3-43 15,-10 4-106-15,-18 0-50 0,0 0 17 16</inkml:trace>
  <inkml:trace contextRef="#ctx0" brushRef="#br0" timeOffset="79911.07">19246 14073 8 0,'0'9'52'15,"6"-3"-5"-15,8 0 4 0,10-3-4 0,9 1-15 16,-14-4 12-16,12 0-13 0,53-17 1 0,-25 9 11 16,3-3-10-16,5 1-3 0,1-1 0 15,3-1-17-15,-3-3-6 0,-2 0-49 0,-2 0-76 16,-2-2-80-16</inkml:trace>
  <inkml:trace contextRef="#ctx0" brushRef="#br0" timeOffset="80348.07">20341 13695 1 0,'-4'1'84'0,"-1"2"-11"0,-6 9-3 16,-5 3-4-16,0 3 4 0,-1 3-10 0,-2 4-6 16,-2 0-8-16,1 2 12 0,-2-3-10 15,6 0-12-15,-1-4 3 0,1 1 0 0,3-5-14 16,1-2-13-16,2-3 2 0,5-2 3 0,1-5 8 15,4-4 1-15,4-4-9 0,8-7-3 0,4-4-6 16,3-2-6-16,-1-4 4 0,4 1-12 16,0-2-9-16,0 2-1 0,2-2 15 15,-2 1-2-15,-2 4-18 0,0 1 15 0,0 2-10 16,-2 0-5-16,-4 1 4 0,0 7-1 16,-2 2 18-16,-3 4 12 0,-9 0-13 0,0 0 16 15,15 25 5-15,-14-4 2 0,-1-10-2 0,0 10 6 16,-17 24-3-16,6-18 0 0,3-4 1 15,0-2-4-15,3-3-6 0,2-5-1 0,0-2 6 16,1-5-1-16,0 0 4 0,2-6-4 16,0 0 1-16,28-1 1 0,-4-9-11 0,2-1 10 15,0-5-11-15,6-5-5 0,0-4-1 0,2-2-18 16,0-6 6-16,2 0-7 0,-1-2-11 16,0 2 16-16,-2-3-17 0,0 1 15 0,-1 4-8 15,-1 1 1-15,0 0-3 0,-2 4-8 16,2 2-41-16,-7 1-88 0,2 2-88 0,-4 1 40 0,-2 3 10 15</inkml:trace>
  <inkml:trace contextRef="#ctx0" brushRef="#br0" timeOffset="80807.87">21124 13440 40 0,'2'2'105'0,"0"-1"-6"0,-2 2-12 0,0 0-6 15,-4 3-2-15,-2 14 0 0,-8 2 0 16,2 2-16-16,-4 2 0 0,-2 5-4 0,-4 2-12 16,-2 2-2-16,-2-5 2 0,6-2-18 0,-2-3 6 15,6-5-5-15,2 1 2 0,0-4-12 16,2-2 7-16,1-2-17 0,3-5 9 0,3-2-5 16,1-4 1-16,1-1-19 0,3-1 10 15,-1-12-21-15,6-4 5 0,6-9-6 16,1 0 5-16,4-3-16 0,2-1 8 0,4 0-8 15,2-3 15-15,4 2-20 0,-2-1 8 0,2 3 6 16,4 3-2-16,-2 2 2 0,-2 2 2 16,-4 4 4-16,0 2-8 0,0 1 15 0,-5-1 9 15,-1 10 9-15,-6 3 5 0,-12 2 9 0,10 12-3 16,-14 9 6-16,-7 6-14 0,-5 4 8 16,-3 1-7-16,1-1 5 0,-1-2-2 15,3 0-5-15,0-4-2 0,4 0 2 0,-2-1-4 16,6 2-5-16,2-4 6 0,6-1-12 0,0-14 13 15,0 6-7-15,12 14-1 0,2-13 2 0,4-2-1 16,4-1 4-16,3-2 3 0,1-2-7 16,2 0 4-16,2-1-5 0,0-1 8 15,1-2-10-15,-2-2 3 0,1 3-5 0,-4-4-1 16,-11 0 3-16,5 0-20 0,2 0-48 0,24-12-82 16,-23 3-152-16</inkml:trace>
  <inkml:trace contextRef="#ctx0" brushRef="#br0" timeOffset="87972.78">22785 13417 13 0,'0'0'57'0,"-14"0"8"15,14 0-15-15,0 0-12 0,0 0-3 0,0 0 6 16,0 0-14-16,0 0-10 0,0 0 8 15,0 0 2-15,-14 0 0 0,14 0-17 0,0 0 7 16,0 0-2-16,0 0-3 0,-18-6-8 16,18 1 5-16,0-1 4 0,0-1-1 0,0 2-16 15,0 5-1-15,0-9-4 0,0-2 16 0,12-15-1 16,-6 10-6-16,0 0 5 0,0 0-8 0,4 0-3 16,2 2 6-16,0-2-14 0,0 1-2 15,0 1 19-15,4 1-14 0,2 2-3 16,0 1 12-16,4-1-9 0,0 1 14 0,2-1-1 0,0 0 11 15,0 5-16-15,0-1-4 0,0-1 1 16,4 4 10-16,-4-1-5 0,4 1 3 0,-2 2 6 16,2-3 10-16,-6 3-15 0,-2-1 9 15,-9 3-12-15,2 0 24 0,2 0-13 0,-3 0 13 16,0 0-6-16,-3 0 1 0,7 14-2 0,-10-12-1 16,-1 3 10-16,-2-3-11 0,1 2-8 15,-3 2 8-15,0 0 9 0,-1 1-6 0,-1 0-6 16,1 2 0-16,-17 18 11 0,3-9-11 0,-2-2-11 15,-4 2 10-15,0-2-3 0,0 0 6 0,0 0-9 16,-2 3-11-16,-2-2 18 0,0-1-15 16,-2 2 3-16,0 1 7 0,0 1-6 0,0-3-14 15,2 4 0-15,2 0 18 0,-2 1 2 0,0-3-12 16,2 2-2-16,0 2 5 0,0-2 10 0,0-1-16 16,0 0 7-16,0-2 6 0,2 5 6 15,-2-4-4-15,0 1 11 0,2-2-12 0,0 2-6 16,-2-3-5-16,2 2 18 0,-2-2-17 15,4 0 18-15,0 0-4 0,-2 1-10 0,2-2 9 16,0 1-1-16,4 0-7 0,2-2-1 16,0-1 6-16,4-2-6 0,0 1-2 0,0 1 9 15,4-2 6-15,4-4-11 0,-2 0 4 0,2-8 1 16,0 7 2-16,0-1 4 0,0 2 7 16,18 14-8-16,-10-11 11 0,4-1-6 0,-2 1 0 15,4-5-6-15,-2 2 8 0,4-2-3 0,-2-2 0 16,2 2-12-16,2-3 10 0,-4 0-1 15,-2-2-4-15,8 1 16 0,-4-2-19 0,-8 0 11 16,8 0 3-16,0 0-9 0,0 0-3 0,22-13 4 16,-20 9-12-16,0-4 7 0,0 0-4 0,-2-2 7 15,2 0-2-15,0-2-4 0,-2-1-1 16,-4 0-6-16,4-2-7 0,-4-1 14 0,0-2-16 16,-4-3-2-16,-4-1 0 0,2-2 11 15,-6 10-18-15,0-7-1 0,-14-29-13 0,6 23 23 16,-6-3-19-16,0-1 3 0,0 1-21 15,-4-2 16-15,-2-2-1 0,2 2-8 0,-4 0 20 16,4 1-19-16,2 3 15 0,2-2-20 16,-2 5 18-16,2 3-6 0,0-1 5 0,2 2 7 15,0 2-3-15,8 3 4 0,-4 3 5 0,0 3 10 16,4 2-10-16,0 2-8 0,2 1 11 0,0 3-9 16,-2-2 2-16,4 4 2 0,0 0 9 15,0 0-7-15,4-3 13 0,-2 3-10 0,0 2-4 16,2 0 3-16,-2 1-15 0,0-1-97 0,2 2-69 15</inkml:trace>
  <inkml:trace contextRef="#ctx0" brushRef="#br0" timeOffset="93344.99">24274 13326 25 0,'14'0'11'0,"-14"0"2"0,0-16 6 15,0 16 5-15,30-23-3 0,-28 19-21 16,0 1 9-16,-1 2 9 0,0-2-6 0,-1 1-24 15,2 0 15-15,-4 0-8 0,1 2 6 16,-3 2 6-16,-12 2 0 0,-3 2-12 0,-5 1 12 16,-4 3-11-16,0-3-2 0,-2 4-5 15,-3 5 5-15,-2-2-1 0,-2 6-14 0,0 1 15 16,-4 1-2-16,3 1-3 0,-2 3-6 16,-2 3 14-16,5 0-4 0,-2 0 14 0,2 3-15 15,0-2 17-15,-1 0-2 0,5 2-10 0,0-2 14 16,1 1-4-16,4 1 0 0,2-4-3 0,5 4 22 15,2-1-8-15,3 0-5 0,4 1 11 16,4 0-5-16,4 0 9 0,4-13 0 0,0 4-10 16,15 31 7-16,-3-29 0 0,3-1-6 0,2-6 11 15,6-2-2-15,-3 0 3 0,4-6-3 16,2 1 3-16,5-3-11 0,0-5 9 16,-3 2 0-16,-3-3-11 0,-14-2-6 0,5 0 1 15,17-12-4-15,-17 4 2 0,-3-3-13 0,-2 0-14 16,-4-6-1-16,-3 0 19 0,-4 7-6 0,0-3-12 15,-14-21 4-15,2 17 3 0,-4-4-15 16,-2 4-4-16,-2-2 3 0,1 6 13 0,-1-1-4 16,1 3 3-16,-2 4-3 0,4 1 1 15,-1 2-1-15,2 4-4 0,10 0 4 0,-5 0 7 16,-16 11-6-16,13-3 5 0,2 3 1 0,-2-3-8 16,8 3 5-16,-1-5 5 0,0 8-9 15,3-4 11-15,3 1 10 0,-2-1-10 0,3-1 12 16,0-9-9-16,0 7-63 0</inkml:trace>
  <inkml:trace contextRef="#ctx0" brushRef="#br0" timeOffset="93589.69">24050 13831 37 0,'3'-3'56'0,"-2"1"-6"16,2 1-7-16,1 1-8 0,0 0 16 0,3 1-27 15,-2 1 16-15,11 3-16 0,0 0 3 0,3 3-22 16,1-1-31-16,-3 0-97 0,-1-2-85 16</inkml:trace>
  <inkml:trace contextRef="#ctx0" brushRef="#br0" timeOffset="93965.69">24472 13675 53 0,'-12'21'67'0,"-1"0"1"16,-3 4-20-16,-1 3 6 0,1-3-27 0,1-3-4 15,0 1 10-15,3-5-23 0,2-1 23 0,-1-1-26 16,7-5 2-16,3-1 19 0,1-10-21 0,16 17 12 16,2-8 2-16,6-4-17 0,4-1-3 15,0-2 12-15,0 2 19 0,6-2-3 0,-4 3-14 16,1-2-2-16,0 0 8 0,-5 1-2 16,0 1-6-16,-6-4 7 0,-2 6 6 0,1-3 5 15,-6-2-11-15,-1 0 3 0,-2 3 12 16,-5-1-6-16,0-2 4 0,-2 4-9 0,-2 3 0 15,-1 1 12-15,-18 23-21 0,-2-11-2 16,-7 3 2-16,-2-3 9 0,-2-1-16 0,-2 0 13 16,-2-1 3-16,2-6-11 0,1-1-17 15,-2 0 15-15,4 0-14 0,-2-7 1 0,1 3 4 16,0-7-10-16,-2-2-21 0,17 0 5 16,-7 0-29-16,-23-23 20 0,24 5-63 0,2-7-148 15</inkml:trace>
  <inkml:trace contextRef="#ctx0" brushRef="#br0" timeOffset="94100.07">25040 13547 57 0,'39'11'55'0,"-2"0"-27"0,-1 0-28 0,-4-1-105 16</inkml:trace>
  <inkml:trace contextRef="#ctx0" brushRef="#br0" timeOffset="94380.95">25288 13774 1 0,'28'-7'59'0,"3"0"-2"0,2 4 11 0,2 0-4 16,4 3 10-16,-19 0-17 0,10 0 6 0,40 16 3 16,-33-7 9-16,-4 3-12 0,-3 1 12 15,-6 4-8-15,-7 4 3 0,-8 5-2 0,-9-11 1 16,-14 33-11-16,-9-18-5 0,-5 0-5 16,-7 0-9-16,-2-6 1 0,0 1 1 0,-3-7-13 15,0-3-11-15,0-2-6 0,-2-5-4 0,2 1-18 16,3-5 6-16,2-3-9 0,-2-1-20 15,20 0-12-15,-6 0-2 0,-1 0 22 16,-24-16-25-16,28 6-28 0,4-5-105 0,9 0-83 16</inkml:trace>
  <inkml:trace contextRef="#ctx0" brushRef="#br0" timeOffset="94976.12">23035 14603 24 0,'30'0'37'0,"16"0"-6"0,12 0 3 0,71-12 1 0,-56 9 10 15,-3 1-6-15,-4 0 4 0,-3 0-14 16,-6 0 7-16,-6 2-8 0,-7-1-17 15,-7 1-15-15,-3-4-66 0,-12 0-131 0</inkml:trace>
  <inkml:trace contextRef="#ctx0" brushRef="#br0" timeOffset="95176.73">22951 14863 15 0,'36'0'61'0,"18"0"0"15,8 0-3-15,2 0-9 0,2 0-1 16,-2 0-23-16,-3 0-65 0,-8 0-114 0</inkml:trace>
  <inkml:trace contextRef="#ctx0" brushRef="#br0" timeOffset="95366.24">23205 14933 38 0,'29'0'62'0,"63"-15"14"0,-27 6-14 0,-2 3-12 16,0-2-13-16,-1 1-49 0,-2-4-120 15</inkml:trace>
  <inkml:trace contextRef="#ctx0" brushRef="#br0" timeOffset="95943.27">24719 13602 15 0,'0'0'38'0,"-1"0"-3"0,2-1-6 15,3-1-7-15,12-4 9 0,3-2-11 0,7 1 4 16,2-2-7-16,4 1-4 0,8-2 10 0,4-3-4 15,0 2-8-15,0-1 3 0,4 1 17 16,0-2-18-16,2 2 10 0,-1 0-9 0,2 0 1 16,-3 2 9-16,0-4-10 0,-2 3 2 15,1 3-1-15,0 0-1 0,-5 1 3 0,1 0 13 16,-3 2-12-16,-1-1-6 0,1 3-8 16,0-2-95-16,-3-1-144 0,-2-1 32 15</inkml:trace>
</inkml:ink>
</file>

<file path=ppt/ink/ink82.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7T14:00:31.078"/>
    </inkml:context>
    <inkml:brush xml:id="br0">
      <inkml:brushProperty name="width" value="0.05292" units="cm"/>
      <inkml:brushProperty name="height" value="0.05292" units="cm"/>
      <inkml:brushProperty name="color" value="#FF0000"/>
    </inkml:brush>
  </inkml:definitions>
  <inkml:trace contextRef="#ctx0" brushRef="#br0">26997 15188 24 0,'0'0'101'0,"-14"0"-20"16,14 0-1-16,0 0-1 0,-28-27-15 15,24 23-5-15,0 3 6 0,1-1-21 0,-1-1 6 16,0 2 1-16,0-3-3 0,1 3-9 15,1 0-4-15,-1 0 0 0,0-1 2 0,1 1-21 16,-1 1 5-16,0-4-2 0,1 4 7 0,0 0-7 16,0 0-4-16,2 0 6 0,0 0 2 0,0 0 0 15,-19 20-5-15,6-4 8 0,-1 2 0 16,0 2 2-16,-3 4 0 0,-1 1-7 16,2 4 3-16,-4 2 3 0,2 1 3 0,0 0 2 15,2 1 1-15,0 1-13 0,2-2 2 0,0 0-9 16,6-2 11-16,0 1-7 0,4-2 6 0,4-3-8 15,0-15 5-15,12 19 1 0,2-13-5 16,2-6 6-16,8-3-4 0,6-6 7 0,-14-2-9 16,12 0-3-16,48-22 1 0,-21 3-7 15,9-3 2-15,8-7-12 0,7-5-8 16,3 1 7-16,5-3-11 0,1-3 11 0,7 1-14 16,2 0 8-16,1 0-9 0,8-4 8 0,0 3 2 15,0-2 8-15,2 1-9 0,5-2 5 16,-1 4-6-16,3-1 5 0,-1 3 0 0,5 0 5 15,-2 1-9-15,2 2 6 0,0 1-28 16,1 0-36-16,-5 4-38 0,-3-1-72 0,-7 3-111 16,-5 2 76-16</inkml:trace>
  <inkml:trace contextRef="#ctx0" brushRef="#br0" timeOffset="1074.58">28521 12353 27 0,'-14'14'145'0,"14"-14"-13"0,-31 38-8 0,26-29-14 16,-2 0-5-16,0 2 0 0,-1 4-5 15,0 0-11-15,0 3-1 0,-1 0-3 0,-2 3-7 16,1 3 8-16,0-1-9 0,0 4-2 0,-1 1-3 15,0 0 0-15,2-1-13 0,0 1-5 16,1 3 2-16,1-4-6 0,2 7-4 0,1-3-6 16,2 2 1-16,2-19-1 0,0 5 17 0,12 24 19 15,-1-20 5-15,5-4 1 0,7-5-3 0,3-4-6 16,8-4-4-16,7-4-7 0,8 0-6 16,-19-2-13-16,67-17 0 0,-21 5-2 0,8-5 7 15,8-4-19-15,10-5 22 0,6-2-8 16,3-8-14-16,7-2-16 0,6-2-8 0,83-33 4 15,-48 17-4-15,-27 7-1 0,-18 5-14 0,4 0-5 16,0-1-8-16,1 0-7 0,-1-3 5 16,-1 3-13-16,2-1 17 0,-2-1-9 0,3 1 0 15,3 0-1-15,75-29-6 0,-44 20-7 0,-24 10 2 16,59-20-4-16,-2 11 0 0,-2 6-4 16,-6 4 4-16,-6 5-6 0,-7 7-31 0,-12 1-26 15,-8 4-63-15,-16 4-87 0,-7-1-170 16,-10 1 0-16</inkml:trace>
</inkml:ink>
</file>

<file path=ppt/ink/ink83.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7T14:01:11.217"/>
    </inkml:context>
    <inkml:brush xml:id="br0">
      <inkml:brushProperty name="width" value="0.05292" units="cm"/>
      <inkml:brushProperty name="height" value="0.05292" units="cm"/>
      <inkml:brushProperty name="color" value="#FF0000"/>
    </inkml:brush>
  </inkml:definitions>
  <inkml:trace contextRef="#ctx0" brushRef="#br0">3354 3763 122 0,'-14'0'139'15,"14"0"-15"-15,0 0-17 0,-15 0 2 0,-2 16-12 16,14-16-4-16,-1-2-15 0,0 2-8 16,0-1-9-16,0-1-4 0,1 2-8 15,1 0-6-15,0 0 1 0,-2 0-7 0,4 0-15 16,0 0 4-16,0 0 3 0,0 0-12 0,-6 0 3 16,6 0-3-16,-14 16-8 0,6 2 7 0,2 1 0 15,-2 4-6-15,0 0 4 0,1 1 3 0,-1 5-2 16,1 0 1-16,3 2-4 0,2-4 6 15,0 0 0-15,2-15 1 0,0 6 1 16,14 26 8-16,-4-23-3 0,4-1-1 0,2-3 13 16,4-1-7-16,2-5 6 0,6-3 1 0,4-7 1 15,-14-1 2-15,10 0-6 0,44-20-15 16,-27 3 4-16,4-6-2 0,7-5 1 0,2-5-7 16,3-6-8-16,4-7-1 0,6-6-3 0,5-6-9 15,5-3 5-15,3-5-8 0,4-2-10 0,1 0-7 16,0-3-1-16,2 1-3 0,1-3 1 15,-1 2-7-15,-5 5 2 0,-6 5 6 0,-2 2-4 16,-7 5 11-16,-7 4-21 0,-4 2-6 16,-6 5-16-16,0 2-46 0,-6 4-29 0,-2-1-61 15,-4 3-77-15,-2 1 1 0</inkml:trace>
  <inkml:trace contextRef="#ctx0" brushRef="#br0" timeOffset="1515.76">9836 3867 70 0,'-16'0'153'0,"16"-13"-6"16,0 13-19-16,0 0 10 0,0 0-16 0,0 0-7 16,0 0-20-16,-12 0-8 0,12 0-10 0,0 0-6 15,0 0-11-15,0 0-21 0,-20-28-9 16,18 28 6-16,0 3-10 0,0 1-1 15,-4 11 3-15,-6 2-5 0,2 8 5 0,-4 3-5 16,0 4 5-16,-2 5-4 0,-4 2-3 16,2 4-1-16,4 0 4 0,2 0 10 0,2-5-7 15,5-2 0-15,1-4 4 0,1 4-5 16,1-6 2-16,2-17 10 0,0 3 0 0,13 15-5 16,0-21 8-16,9-8-3 0,-10-2-2 15,30-17-14-15,-8 1 6 0,6-6-8 16,6-8-4-16,7-2-7 0,5-7-11 0,6-7-10 0,6-5 1 15,5-2-4-15,8-5-3 0,2-1-5 16,6-3 2-16,2 0-8 0,9 2 7 0,3-1-10 16,3 1-1-16,0 2 2 0,72-32 11 0,-42 24-18 15,-27 15-13-15,-19 9-21 0,3 3-36 16,-7 0-78-16,-3 4-128 0,-2 4 41 16</inkml:trace>
  <inkml:trace contextRef="#ctx0" brushRef="#br0" timeOffset="2956.87">10923 3893 42 0,'0'0'111'0,"0"0"-5"0,0 0-9 0,-14 0-12 16,14 0-7-16,0 0 2 0,0 0-14 15,0 0 7-15,0 0-8 0,-22 7 1 16,22 1 9-16,0 13-13 0,0 5 2 0,0-12-7 16,0 7 0-16,10 27-3 0,-4-19-1 15,-1 1-4-15,2-3-1 0,-1 1-2 0,2-1-2 16,3-4 6-16,1-1 10 0,1 2 10 0,5-3-5 15,-1-3 7-15,7-6-1 0,3-3-10 0,5-8-3 16,-11-1 1-16,47-16-19 0,-15 1 6 16,3-4-7-16,6-5-9 0,3-4-15 0,3-8-1 15,4-3-13-15,5-7-2 0,2-3-3 16,4-2-8-16,0-6-4 0,8 4-12 0,-3-5 1 16,2 0 6-16,-2 3-12 0,-2 0-1 15,-2 6 9-15,-3-2-10 0,-2 6-4 0,-2 1-3 16,-2 2-9-16,-3 4-41 0,-5 4-15 0,-5 0-34 15,0 2-8-15,-8 0-71 0,-3 8-68 16,-9 1 0-16</inkml:trace>
  <inkml:trace contextRef="#ctx0" brushRef="#br0" timeOffset="4794.22">14966 3754 48 0,'0'0'75'0,"0"0"8"0,0 0-8 16,0 0-6-16,0 0 1 0,0 0-7 0,-25 16 17 15,21 4-4-15,-2-1 2 0,1 3-4 16,-2 6-9-16,-2-1 9 0,1 5 0 0,-3 0 1 16,1 5-12-16,-4 5-8 0,2-1 2 15,2 3-11-15,-1 3 3 0,4-1-3 0,3-3 15 16,3 0 6-16,1-20 19 0,0 6-4 0,21 38 1 16,-6-36 0-16,6-7 0 0,7-3-5 0,7-10-23 15,9-3 7-15,5-6-8 0,-19-2-18 0,63-12 1 16,-22-3-6-16,3-3-7 0,5-6-17 15,3-2 1-15,4-6-12 0,3-2 4 0,5-2 3 16,7-6-22-16,7-3-3 0,9-3 3 16,79-30-16-16,-38 16 2 0,44-14-3 0,-36 20 0 15,40-12-8-15,-40 15-12 0,-20 12 2 16,-14 7 6-16,90-15 10 0,-47 13-10 0,-22 9-48 16,-13 10-50-16,3-3-79 0,1 3-119 0,-4-2 0 15</inkml:trace>
  <inkml:trace contextRef="#ctx0" brushRef="#br0" timeOffset="6027.1">10722 8852 22 0,'-14'0'174'15,"-4"39"-15"-15,12-18-7 0,1 3 4 16,0 2-5-16,-1 3-15 0,2 1-13 0,0 2-11 16,2 0-14-16,0 4-7 0,2-18-14 15,0 8-1-15,11 32 0 0,1-30 25 0,3 0 11 16,5-6-16-16,5-4 5 0,8-7-9 0,12-4 0 16,-17-7-5-16,71-16-1 0,-18-7-3 0,11-7 0 15,7-9 4-15,9-7-7 0,84-42 3 16,4-1-10-16,-4 1 1 0,-1-1-19 0,3-4-9 15,7-4-11-15,4-2 13 0,5 0-34 0,14-2 7 16,0 5-15-16,0-2-10 0,19 6 12 16,3 4-26-16,-2 7-17 0,-6 3-31 15,17 3-45-15,-9 7-79 0,-11 4-94 0,0 11-331 16,-8 4 0-16</inkml:trace>
  <inkml:trace contextRef="#ctx0" brushRef="#br0" timeOffset="9392.75">335 14884 143 0,'0'0'146'16,"-14"0"10"-16,14 0 4 0,0 0 6 0,0 0 1 0,0 0-22 16,0 14-21-16,0-14-6 0,0 0-13 15,0 0-19-15,-13 0-1 0,13 0-13 0,0 0-9 16,0 0-10-16,0 0-2 0,0 0 1 16,0 0-9-16,0 0-4 0,0 0-11 0,0 0-4 15,0 0 2-15,0 0-4 0,0 0-5 0,0 0-8 16,0 0 2-16,0 0 0 0,0 0-5 15,15 15 10-15,-2-16-5 0,4 0-2 0,1-1 2 16,6 0-8-16,5-2 10 0,7 0-5 16,5 2-1-16,6-4-11 0,5-3 13 0,4 3-4 15,5 0 6-15,3 2 1 0,11 1-2 0,-9-1 3 16,-3 1 3-16,-6 1-11 0,9-2 0 0,3 0 7 16,6 3-1-16,4 0 10 0,6 1-8 15,7-4 0-15,0 1 11 0,2 0 1 16,7 1 1-16,3-1 9 0,5-2-8 0,5 1 8 0,2 0-23 15,1-3 11-15,5-1-3 0,2-2 2 16,4 1 2-16,5-6 7 0,2 2-5 0,1-3-14 16,4-2 24-16,1-1-1 0,5-3 0 15,-1 1-4-15,0 0 12 0,-1 0-2 0,-4 0 3 16,-5 2-3-16,-4-1 7 0,-5 1-7 0,-8 4 1 16,-6-2 2-16,-6-1 0 0,-11 0-3 15,-6 3 12-15,-6 0-16 0,-9 2 9 0,-8 0-12 16,-6 2-1-16,-6 1 5 0,-6 0-13 0,-6-1 19 15,-6 3-10-15,-4-1 4 0,-2-1-16 16,-2 0 9-16,-2 0-3 0,-2-2 2 0,-2-1 1 16,-2 0-24-16,0-4-38 0,-2 0-24 0,0 2-48 15,-2-4-44-15,-2 4-39 16,-2 0-58-16,-2-3-514 0,-4-2 0 0,0 3 0 16</inkml:trace>
  <inkml:trace contextRef="#ctx0" brushRef="#br0" timeOffset="24567.04">9872 10299 14 0,'0'18'59'15,"14"25"0"-15,-14-29-18 0,0 9 6 0,0 8 22 16,-10 35-12-16,4-29 1 15,2 8 3-15,-2 2 1 0,2 1 11 0,4 1-25 0,0-25 6 16,0 9 10-16,20 44-5 0,-4-40 7 0,4-2-7 16,7-7-4-16,7-9-8 0,9-5-7 15,5-6-2-15,8-8 2 0,-24 0-12 0,74-18-15 16,-32 2 0-16,4-6 0 0,11 1-16 0,2-4-7 16,3 1 5-16,-1-1-17 0,-5 3-15 15,-2-1 0-15,-6 5 9 0,-6 2-7 0,-6 3 2 16,-4 2 7-16,-6 1 3 15,-2 5-5-15,-7 1 10 0,-5 4 1 0,-24 0-18 0,11 0 7 16,37 19 14-16,-34-4 7 0,1 8 10 0,-3 1 7 16,3 2-3-16,-2 1 28 0,2-1-1 0,2 1-2 15,4-3 3-15,4-5 2 16,3-2-4-16,7-6 13 0,5-3-17 0,6-3 6 0,5-5-4 16,-32 0-7-16,75-13 2 0,-34 0-19 15,2-2 0-15,2-2 0 0,-3 0-12 0,1-4-5 16,-5 4 6-1,-6 0-13-15,-9 4 8 0,-6-2-18 0,-8 3 8 0,-4 1 2 0,-8 1 2 0,-3 3-17 16,-3-2 1-16,-2 4 10 16,-2 3-11-16,-2 2 1 0,-13 0 12 0,24 16 17 0,-14-2-9 15,-1 3 18-15,1 0-1 0,2 3 2 16,1 3 12-16,7-1-5 0,3-4 15 0,7-1-4 16,4-6 2-16,6-4-1 0,3-3-7 0,5-4-2 15,-28 0 1-15,62-10-1 0,-28 2-7 16,5-4-4-16,-1 0-4 0,3-3 2 0,0-1-3 15,0 1-11-15,0-1 5 0,-3 3-3 0,1-1 3 16,-6 2-20-16,-1-1 13 0,-4 1 7 16,-4 5-21-16,-3 1 9 0,-4-1 1 15,-6 4 2-15,-2 0-5 0,-1 2 16 0,-2 1-11 16,-19 0 3-16,7 0 7 0,4 0-3 16,31 12 12-16,-32-8 1 0,-2 0-6 0,-2 0-1 0,1-1-3 15,-4-3 18-15,3 0-13 0,-11 0 13 16,7 0-19-16,28-13-13 0,-20 2-104 0,-1-1-168 15</inkml:trace>
  <inkml:trace contextRef="#ctx0" brushRef="#br0" timeOffset="25628.29">12689 10488 35 0,'-3'28'77'16,"3"-13"-22"-16,17 31 8 0,2-11-5 0,4 1 4 16,8 4 3-16,5 1-14 0,5 1 8 15,7 0 9-15,4-1-18 0,5-3 5 0,2-1-3 0,5-1-5 16,5-4-4-16,7-2-2 0,3-1-3 16,5-4 1-16,4-2-6 15,3-2-6-15,2-7 2 0,4 1-4 0,7-3-1 16,3-1-2-16,1-2-9 0,4-2-8 0,0-4 1 15,1-2-1-15,0 0-14 0,1-1 16 0,-58 0-14 16,26 0-2-16,13 0 5 0,2 0-11 0,-1 0-5 16,-5 0 14-16,82 13-8 0,-101-6 8 15,-3 2-4-15,-7 0-8 0,-9 0 6 0,-1 3 3 16,-6 2-13-16,-6 0 16 0,-2-1-1 16,1 4-3-16,-2 2 5 0,-1-2 3 15,-1 6 11-15,1-2 1 0,0 1-16 0,3-1 3 16,1 2 12-16,2-2 9 0,5-3-4 0,4-1-8 15,2-2 2-15,4 0 4 0,5-5-12 0,0-1 18 16,4-5-17-16,-2-2 4 0,4-2-10 16,-34 0-5-16,16 0-6 0,6 0 14 0,66-12-11 15,-64 8 17-15,-2-1-21 0,-5 1 10 16,-6 0-11-16,-2 2 5 0,-4 0 0 0,-5 1 7 16,0-1-8-16,-17 2-3 0,7 0 13 15,4 0-20-15,27 13 19 0,-29-5-2 16,0 3 6-16,-1 2 6 0,-1-2 2 0,-2 6-4 0,4 1 13 15,0 0 5-15,4 5-12 0,4-2 22 16,1-1-8-16,9-4 9 0,4 0 0 16,5-5-8-16,3-1 2 0,6-4-3 0,-1-3-3 15,-29-3-2-15,16 0-8 0,10 0 5 0,68-16 4 16,-59 4-5-16,-3 1-1 0,-2 3 2 16,0-3 1-16,2 0-15 0,0-2 8 0,4 1-5 15,0-1-5-15,3 0-4 0,0 1-1 16,-2 1 6-16,3 0-5 0,-1 1-3 0,1-1 1 15,-2 1 0-15,4 1-12 0,1 2 3 0,0-3 12 16,-1 1-1-16,-2-1-14 0,3-1-3 16,-3-1-99-16,-1-2-165 0,-1-4 98 0</inkml:trace>
</inkml:ink>
</file>

<file path=ppt/ink/ink84.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7T14:01:30.548"/>
    </inkml:context>
    <inkml:brush xml:id="br0">
      <inkml:brushProperty name="width" value="0.05292" units="cm"/>
      <inkml:brushProperty name="height" value="0.05292" units="cm"/>
      <inkml:brushProperty name="color" value="#FF0000"/>
    </inkml:brush>
  </inkml:definitions>
  <inkml:trace contextRef="#ctx0" brushRef="#br0">20056 10197 68 0,'0'0'93'16,"-19"-13"-20"-16,-9-11 5 0,20 16-18 0,1 0-5 15,2 3-8-15,1-3 2 0,0 3-1 16,-3-9-9-16,6-1 1 0,0 4-8 15,1-1-1-15,0 3-14 0,0-5 10 0,0-4-7 0,10-25 5 16,-2 20-13-16,0-2-8 0,2-4 5 16,2 1 1-16,2-1-9 0,1-3 8 15,2 0-13-15,2-2 3 0,2 0 15 0,5-2-21 16,-1-1-3-16,4 1 9 0,5-1 0 0,3 0-4 16,2-3 7-16,3 0 0 0,5 0-8 15,4-3 6-15,3 0-14 0,8-3 10 0,3-1-6 16,4-1-12-16,2-2 6 0,4 4-2 15,1 1 2-15,2 2-18 0,4 1 12 0,6 1 4 0,0 3 5 16,1 2-7-16,-1 2 3 0,-1 1-10 16,1 0 2-16,3 1-15 0,0 2 12 0,4 0 0 15,3-1 3-15,2 5-13 0,0 0 8 16,2 0 7-16,4 5-11 0,4 2 17 16,0 4-5-16,4 1 1 0,0 3-14 0,-2 2 18 0,2 3-6 15,-1 3 4-15,-1 1 5 0,1 2-12 16,-57 0 7-16,28 0 7 0,122 11-10 0,-88-1 2 15,1 1 7-15,0 4-4 0,2 0 11 16</inkml:trace>
  <inkml:trace contextRef="#ctx0" brushRef="#br0" timeOffset="381.91">24988 8665 1 0,'95'24'1'0,"-7"8"-2"0,-4 0 9 0,-5 2-5 16,-3 4 6-16,-7 0-3 0,-1 3-5 0,-7-1 10 16,-2 3 4-16,-6 0-2 0,-3 0 6 15,-5 2-5-15,-6-1-9 0,-6 0 15 0,-4 1 1 16,-6 2-1-16,-6 6 3 0,-3 1-3 0,-7 3 9 15,-5 2-4-15,-2-27-2 0,-13 60 18 16,-1-31 0-16,-3 2-4 0,-3 1 11 0,-3 2 11 0,-5-1-3 16,0 2-1-16,-4-3 9 0,-1 1-11 15,-2-3 4-15,-3-4 1 0,-5 0 0 16,-2-2-2-16,-2-1 1 0,-8 3-2 0,-3 3 12 16,-6-5 3-16,-3 0-2 0,-2-2-3 15,2-4-9-15,0-3 4 0,1-2-4 16,-6-3-7-16,0-2-1 0,-6-5 0 0,1-2-5 15,-3-5-4-15,-1-5 7 0,-3-2-9 0,-2-2 1 16,0-6-2-16,-4-5-5 0,-4-4-1 16,0-3-9-16,47-1-6 0,-97-11-3 0,45-3 4 15,0-6-10-15,1-3-7 0,2-7 5 0,2-4-4 16,-7-6-15-16,0-2-3 0,-5-1-8 16,2-4-7-16,6-2 7 0,2 0-7 0,4-2-6 15,4-1 4-15,4 2-9 0,4 0 4 16,8 4 0-16,4 2-3 0,10 5 8 0,8 1 9 15,10 4 1-15,12 2-39 0,12 1-116 0,10-1-146 16,6 18 77-16</inkml:trace>
  <inkml:trace contextRef="#ctx0" brushRef="#br0" timeOffset="1368.79">24232 11012 27 0,'-28'-60'76'0,"28"41"-15"16,0-8-11-16,0-3-2 0,24-38-5 0,-4 29 2 16,4-1-12-16,7-3 1 0,6-2-7 0,6-1 3 15,8 1 3-15,9 0-16 0,12 0-12 0,9 2-5 16,10 2-4-16,7 4 10 0,10-1-19 16,10 4-1-16,12 4 6 0,6 5-5 0,8 3-2 15,98-6 3-15,-45 14-4 0,-29 8 12 0,-93 6-9 16,38 0 5-16,157 16-7 0,-23 10-11 15,-58 0 8-15,-39 3 1 0,-26-1 10 0,-8 4-9 16,-8 5 4-16,-9 1 17 0,-11 3-3 0,-10 3 4 16,-11 8 14-16,-13 6 7 0,-14 6 5 15,-16 2 15-15,-14 4 3 0,-10-36-2 16,-36 75 6-16,-11-33 18 0,-16 2-1 0,-15 3 10 16,-65 53 7-16,18-34 10 0,14-22-10 0,11-13 1 15,-1-3-3-15,1-5-3 0,2-2-9 16,-3-8-4-16,1-3-7 0,-2-7-1 0,-1-3-11 15,-2-7-3-15,0-5 0 0,-5-7-2 0,0-5-7 16,-2-9-13-16,53-1-4 0,-121-20-5 0,57-2-25 16,0-7-5-16,1-5 0 0,-4-7-13 0,1 1 0 15,-71-38 3-15,49 16 8 0,30 12-7 16,18 0-13-16,7 1 0 0,8-2 11 0,6 1 4 16,6-3-1-16,7 3 3 0,9 0 4 15,11-2 2-15,11 4 0 0,17-2-13 16,9 5-32-16,8 24-73 0,21-36-144 0,5 25 0 15,6 1 0-15</inkml:trace>
  <inkml:trace contextRef="#ctx0" brushRef="#br0" timeOffset="2466.19">7858 14725 16 0,'-23'-11'89'0,"3"-2"-18"16,4-1-9-16,1-7 2 0,6 0-15 0,2-4 0 15,3-4 0-15,4 14-17 0,16-37 5 16,3 10-20-16,12-9 10 0,7-4-10 16,6-3 4-16,10-6 11 0,8-2-23 0,10-7 6 15,18-8-12-15,71-49 10 0,2 2 7 0,3 11-5 16,13 4 2-16,7 7 14 0,6 6-1 0,4 7 12 15,15 4 2-15,-1 5 5 0,-3 7-4 16,0 6-7-16,3 8 7 0,-41 18 4 0,-23 9-6 16,-14 7 2-16,0 6-2 0,0 3 1 0,-1 5-7 15,-6 3 3-15,-1 7-2 0,-5 3 6 16,-63 2-2-16,109 13-14 0,-62-2 8 16,-5 5-1-16,-9 4-11 0,-6 6 3 0,-6 1-6 0,-6 9-6 15,-4 0 6-15,-7 0-6 0,-4 5 3 16,-4 4-5-16,-4 1 0 0,-7 3 5 0,-1 2-1 15,-4 2-9-15,-2 0 1 0,-4-1-5 16,-2 4-2-16,-4 0 2 0,-1-2 8 0,-4-1-4 16,-4 2-6-16,-1-1 1 0,-4-1 1 0,-4 2-3 15,-4 3 5-15,-2 1 8 16,0-29-4-16,-10 55-1 0,0-27 0 0,-2 2-6 0,-3-2-2 16,-4-3 6-16,-5 0 2 15,-3-1 0-15,-3-1 8 0,-8-1-3 0,-7 0 0 0,-6-1 6 16,-5 1 10-16,-12 2 19 0,-5-5 8 15,-5 2-11-15,-6-4 8 0,-8 0 6 16,-4 0 4-16,-8-6 4 0,-5-1-13 0,-3-4-5 16,-2-1 2-16,-5-3-22 0,1 0 21 0,-2-5-10 15,-2-1-20-15,-2-4 7 0,-2-2-9 0,-1-1 4 16,0-4-11-16,1-2 4 0,-1-2-4 0,-2-1-14 16,-3 0-6-16,2-3-1 0,2 1-8 15,-7-3 11-15,-3-1-4 0,-1-1-20 16,-1 0 3-16,2-3-5 0,69 0 1 0,-32 0 4 0,-132-15-9 15,101 4-4-15,8-5 8 0,6-3-4 0,2-5-2 16,5-4 1-16,7-5-7 0,7-6 6 16,7-2 5-16,9-9-4 0,9 0 0 15,7-7 10-15,10-9-5 0,7-6-10 0,13-10-2 16,11-4 5-16,24 37 1 0,24-102 5 16,19 42 0-16,58-68-19 0,26 4-29 0,14 16-64 15,14 8-150-15,10 13-41 0,-3 10 0 16</inkml:trace>
</inkml:ink>
</file>

<file path=ppt/ink/ink85.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7T14:01:49.655"/>
    </inkml:context>
    <inkml:brush xml:id="br0">
      <inkml:brushProperty name="width" value="0.05292" units="cm"/>
      <inkml:brushProperty name="height" value="0.05292" units="cm"/>
      <inkml:brushProperty name="color" value="#FF0000"/>
    </inkml:brush>
  </inkml:definitions>
  <inkml:trace contextRef="#ctx0" brushRef="#br0">21798 9079 69 0,'0'0'139'15,"-16"0"-3"-15,-7 27-12 0,8-23 1 0,2 4-8 16,0 0-8-16,-1 3-14 0,0 0-2 0,-1 4-4 15,0 4-7-15,1 2 3 0,0-1-6 0,1 4-8 16,1 2-2-16,-3 4-9 0,-1 2-7 16,0 2-6-16,-1 5 3 0,1 3-3 0,0 2-8 15,-1 3-2-15,2-2 0 0,2 1-6 16,-1 2-5-16,3-4 12 0,5-3 21 0,2-1 15 16,4-3 10-16,0-20 17 0,17 27 2 15,2-20-11-15,12-8-5 0,9-6-10 0,10-5-5 16,-20-5-22-16,63-17 5 0,-21 0-20 15,11-6 16-15,8-9-9 0,7-6-16 0,4-3-8 16,6-8 6-16,6-2-38 0,78-38 1 0,-6 0-7 16,-34 17-2-16,-24 10-19 0,65-31 6 0,-6 5 0 15,-34 20 4-15,43-10-13 0,-35 16 9 16,41-6-6-16,-31 16 0 0,-21 8 6 0,67-10-3 16,-38 8-9-16,-25 14-5 0,72-15-18 0,-50 17-31 15,-30 5-43-15,-19 7-58 0,4-1-282 0,-3 2 0 16</inkml:trace>
  <inkml:trace contextRef="#ctx0" brushRef="#br0" timeOffset="6596.96">16005 11279 10 0,'0'0'138'0,"0"0"-3"0,0 0-14 16,0 0 4-16,0 0 5 0,13 0-7 0,-13 0-19 16,0 0-10-16,0 0 0 0,0 0-6 0,0 0-14 15,0 0-12-15,0 0 7 0,0 0-18 16,0 0-5-16,0 0-5 0,0 14-3 0,0-14 1 15,0 0-9-15,24 24 5 0,-21-17 6 0,-2-2-6 16,4 15 5-16,1-1-1 0,-4 4-8 16,1-3-3-16,4 3-6 0,-2-3 0 0,2 3-4 15,1-2 6-15,1 0 7 0,2 1 15 0,2-2 18 16,6-4 1-16,3 0 7 0,2-5-12 0,6-1 14 16,4-1-13-16,6-5 3 0,8-1 23 15,-20-3-12-15,18 0-5 0,76-17 18 16,-38 4-16-16,10-2 14 0,12-4-12 0,12-2-9 15,10-7-15-15,12-1-4 0,96-20 1 0,-11-2-16 16,-2 3-7-16,13-4 2 0,-1 2-24 16,-11 0-13-16,-45 9 3 0,-26 3-16 15,77-17 6-15,-52 12-12 0,-26 7-18 0,-19 4-16 16,0 0-40-16,3 1-38 0,84-20-44 0,-49 8-95 16,-34 15-322-16,-19-1 0 0</inkml:trace>
  <inkml:trace contextRef="#ctx0" brushRef="#br0" timeOffset="13625.13">17609 15819 105 0,'0'0'121'16,"0"0"-12"-16,0 0-6 0,0 0 1 0,0 0 2 16,0 0-11-16,0 0-10 0,0 0-3 0,0 0 6 15,0-16-9-15,0 16 3 0,0 0-14 16,0 0 4-16,0 0-3 0,0 0 1 0,0 0-15 15,0 0 6-15,0 0-17 0,0 0-2 0,0 0 1 16,0 0 1-16,0 0-12 0,0 0-3 16,0 0-3-16,0 0 4 0,0 0-15 0,-15-24 5 15,15 24-8-15,2 0 6 0,-2 2-4 0,1 0 7 16,0-1-6-16,1 3 1 0,-1 0-2 16,3 0 7-16,-1 2 1 0,6 5 5 0,2 0 3 15,-1-1-8-15,4-3 9 0,7 2-4 16,2-4-6-16,3-3 10 0,-8-2-13 0,8 0 5 15,44-12-1-15,-18-1-8 0,9 0 3 16,8-8-2-16,8-4-9 0,11 1 8 0,5-6-2 16,7-5-13-16,8 3-5 0,2-7-13 0,2-3 4 15,1-4-8-15,3 1-4 0,1-2-4 16,1-2 1-16,2 4-5 0,0-3-1 0,-1-2 1 0,-2 4-1 16,-1 1 2-16,-2-1-2 0,-2 3-1 0,1 1-12 15,-1 0-23-15,-5 5-48 0,-5-1-45 16,-6 3-116-16,-5 2-38 0,-6 2 0 0</inkml:trace>
  <inkml:trace contextRef="#ctx0" brushRef="#br0" timeOffset="18129.75">23361 3650 104 0,'0'0'165'0,"0"0"-13"0,0 0-11 0,0 0 0 16,0 0-17-16,0 0-6 0,0-13-16 16,13 13-7-16,-13 0-14 0,0 0-11 15,0 0-6-15,0 0-4 0,1 17 0 0,-11 3-13 16,-2 5-3-16,-2 2-6 0,-2 2 7 0,-1 4-10 16,-3 2-5-16,-1 3 3 0,-2 1-3 15,-1-4 2-15,-1 1-14 0,2-2 5 0,0-5-4 16,5-2 2-16,4-6 9 0,0 4 23 15,2-8 7-15,0-3 3 0,2 0 17 16,4-5-6-16,4-7-1 0,2-4-10 0,8-13-11 16,4-6-12-16,4-5-6 0,6-10-12 15,4-4-8-15,4-6-4 0,2-2-16 0,4-2-6 0,2-5 0 16,4 4-9-16,2-4-5 0,0 2-2 16,2 0-13-16,4 4 5 0,0 1-7 0,1 3 5 15,0 6-2-15,-2-1 2 0,2 7 0 16,-2 3-6-16,-2 4 1 0,-3 3 8 15,-3 7 4-15,-4 2-6 0,-3 8 6 0,-17 6-3 0,30 11 5 16,-27 5 2-16,-7 9 16 0,-5 12 4 16,-6 6 13-16,-2-19-2 0,-14 56 2 0,1-26 9 15,-2 5 11-15,-2-2-3 0,-2 0-4 16,1-5 3-16,0-1 4 0,-1-4-11 0,1-1 0 16,2-3-3-16,-2-1-12 0,2-6-17 0,2-3-14 15,0 1-28-15,2-8-33 0,3 1-24 16,-3-1-50-16,5 2-59 0,3-2-109 0,0-3 0 15</inkml:trace>
  <inkml:trace contextRef="#ctx0" brushRef="#br0" timeOffset="18443.3">24001 4205 144 0,'-1'-8'264'0,"1"2"-17"0,0-3-18 0,4-12-28 15,-4 10-16-15,12-23-23 0,-3 9-30 16,3 3-9-16,5-1-18 0,6 0-16 0,2 1-14 0,6 1-1 16,8 2-10-16,1 1-7 0,4 1-15 15,-1 3 3-15,4 3-1 0,-3 1-18 0,0 5 0 16,-4 0-19-16,-4 5-2 0,-20 0-1 16,8 0-8-16,24 22 3 0,-32-5 3 0,-10 6-6 15,-6-11 7-15,-14 25-16 0,-6-11 6 16,-7 1-6-16,-6-2 1 0,-5-2 4 0,-2-2-3 15,2-3 7-15,-2-6 5 0,1-1-6 0,-1-1-2 16,5-5 0-16,1-3-11 0,-2-2-20 0,20 0-30 16,-6 0-27-16,-24-11-33 0,28 5-69 15,7-4-131-15,8 0-19 0,5-2 0 16</inkml:trace>
  <inkml:trace contextRef="#ctx0" brushRef="#br0" timeOffset="19227.62">24940 4216 42 0,'31'-11'146'0,"0"-1"-6"0,3 3-12 0,2 1 0 15,3-1-1-15,2 3-5 0,1 3-17 0,0 1-10 16,1 2-9-16,-24 0-2 0,9 0-17 16,36 15-10-16,-36-4-11 0,-4 2-3 0,-4 4-5 15,-7 6-10-15,-8 9 3 0,-5-17-7 16,-26 36 0-16,0-14-6 0,-7 4 4 0,-6-1-11 16,-5-1-4-16,0-4 1 0,-2-1 11 0,0-5 6 15,2-3 7-15,3-6 11 0,4-3 31 16,1-5 22-16,4-3 27 0,-2-4 5 0,20-5 29 15,-5 0-12-15,-21-23-25 0,24 3-24 0,8-6-28 16,7-7-13-16,1 14-13 0,21-35-19 16,3 13-8-16,11-4-23 0,3-2-12 0,8-4-18 15,8-2-10-15,8-3-7 0,7-1-3 0,6 0 0 16,1 3 1-16,2 1 12 0,-2 4-7 16,2 1 4-16,-9 5 5 0,-5 3 8 0,-5 3 3 15,-9 9 7-15,-6 3 6 0,-6-1 2 16,-4 4-11-16,-7 7-11 0,-5 4 0 0,-12 6 10 15,-10 5-5-15,-1 10 0 0,-12 9 11 0,-5 5 1 16,-3 13 0-16,-7 7 8 0,-3 7 0 16,-4 5-1-16,2 8 5 0,-4 3 4 0,7 4 1 15,1 1-11-15,4-1 5 0,2 1 7 16,3-4-4-16,1-4-4 0,5-3 9 0,2-5 2 16,2-4 7-16,2-7-2 0,2-2-2 0,0-9 7 15,1-2 10-15,0 0 15 0,1-6 42 0,-2-3 22 16,4-5 5-16,0-12-6 0,4-6 2 15,-2-6-16-15,0-4 15 0,1-15-12 0,-1 10 3 16,0-10-15-16,0-5 2 0,0-2-2 16,12-39-25-16,-5 32 7 0,3-1-23 0,4 1-4 15,7 0-38-15,4 4-13 16,6 4-22-16,1 4-34 0,5 6-28 0,2 4-14 0,0 6-23 16,2 5-11-16,-2 2-27 0,-22 4-26 15,31 12-311-15,-24 3 0 0</inkml:trace>
  <inkml:trace contextRef="#ctx0" brushRef="#br0" timeOffset="19598.82">24085 4976 44 0,'-35'0'233'0,"-64"15"-33"0,37-3 9 16,2 0-29-16,0 7-6 0,2 2-23 0,4 5-15 15,-2 7-3-15,0 8-16 0,0 3-14 16,2 7-14-16,4 4-3 0,-2 2-14 0,13-4-3 16,7 3-11-16,9-5 1 0,9-2 0 15,7-3-4-15,7-26-9 0,13 38 7 0,7-25-7 16,10-5 3-16,6-3-9 0,6-7-1 0,8 0-3 16,3-1-9-16,2-5 4 0,-2 0 4 15,-2-1 7-15,-6-2-7 0,-5 0-1 0,-7-2 11 16,-3 0 2-16,-4 1 8 0,0-4-3 15,-6 2 10-15,-10-1-19 0,-8 1-3 0,-2-6-1 16,-20 19 4-16,-4-5-12 0,-4-2-1 16,-6 1-10-16,-4 4 15 0,-2-3-28 0,-3 0 6 0,3-1 2 15,3-3 0-15,5 1-8 16,1-1 2-16,6-2-40 0,-2-3-32 0,6-3-30 0,11-2-63 16,-6-12-61-16,18-6-480 0,7-7 0 0,10-2 0 15</inkml:trace>
  <inkml:trace contextRef="#ctx0" brushRef="#br0" timeOffset="19919.78">24426 5247 185 0,'22'-6'192'0,"-11"6"-13"16,-7 8-13-16,-5 16-5 0,-9 2-26 0,-4 12-8 16,-6 4-20-16,-2 9 0 0,0 3-12 0,-1 1 6 15,2 0-7-15,1-3-11 0,4-2 3 0,2-1 11 16,2-5 5-16,6-7 12 0,0-3 7 15,4 1-3-15,2-20 9 0,14 21 16 16,2-19-18-16,8-5-12 0,7-7-10 0,4-2 2 0,-18-3-19 16,39-14 4-16,-13 3-23 0,-1-1 3 15,1-2-7-15,-3 2-15 0,-1-1 1 0,-5 4-7 16,-6-1-6-16,3 1 1 0,-6 1-11 16,-2 0-2-16,-4 3 3 0,-5 1-23 0,-14 4 11 15,8 0-8-15,6 13-11 0,-14-2 12 16,-3 14-12-16,3-11-36 0,-16 31-39 0,4-15-36 0,-1 5-10 15,1-4-20-15,-2-1-26 0,6-1 15 16,3 0-1-16,4-6 13 0,1-12-3 0,16 12-23 16,8-16-64-16,8-7-290 15,-14 0 0-15</inkml:trace>
  <inkml:trace contextRef="#ctx0" brushRef="#br0" timeOffset="20166.68">26861 5214 226 0,'23'0'257'16,"1"-3"0"-16,-11 3-22 0,6 0-25 16,5 0-31-16,4 0-15 0,1 0-6 0,5 0-20 15,0 0-13-15,1 0-20 0,3 0-20 0,2 0-32 16,0 0-40-16,1 0-51 0,2 0-50 15,-1 0-56-15,0 0-41 0,32 0-92 0,-40-4-92 16,-12-3 1 0</inkml:trace>
  <inkml:trace contextRef="#ctx0" brushRef="#br0" timeOffset="20315.21">26852 5437 141 0,'-24'15'176'0,"0"-3"2"16,8 1 32-16,8-3 0 0,8-5 2 0,0-5-33 15,14 6-8-15,12-6-13 0,-10 0-28 0,12 0-6 16,45-17-37-16,-22 9-31 0,2-2-37 0,2-4-61 16,1-4-42-16,2 0-52 0,-2-6-94 15,-2-3-160-15,-2-5 0 0</inkml:trace>
  <inkml:trace contextRef="#ctx0" brushRef="#br0" timeOffset="20599.34">27584 4269 1 0,'23'4'158'0,"2"7"-12"15,-3 9 4-15,-2 10-1 0,-2 9-1 0,-2 10-12 16,-5 9-13-16,-5 8-8 16,-4 6-7-16,-2-33-14 0,-15 88-11 0,0-34 5 0,-2 2 0 15,0-1 9-15,1-4-8 0,1-2-2 16,2-8 2-16,2-4-8 0,1-7-13 0,-1-3 3 0,2-11-3 15,-2-3-7-15,2-6-10 0,-2-6 8 16,-1-4-5-16,-4-4 14 0,-4-4 3 16,-4-1 3-16,-5-11-26 0,-5-3 2 0,-4-5 10 0,-5-4-8 15,20-4-19-15,-13 0-5 0,-48-14-17 16,38 2-2-16,0-3-43 0,5-4-36 0,3-2-52 16,12-6-52-16,7-2-151 0,16-5-236 15,3 16 1-15</inkml:trace>
  <inkml:trace contextRef="#ctx0" brushRef="#br0" timeOffset="21134.12">28804 5024 211 0,'28'-7'302'0,"-2"3"-1"0,-2 3-32 0,-17 1-32 15,1 0-31-15,5 16-21 0,-13-5-27 0,-5 16-11 16,-7-1-14-16,-4 7 1 0,-1 4-30 15,-6 0-1-15,-1 3-18 0,-1 2-12 0,0-3 9 16,5-3-26-16,-2-3-1 0,4-6 10 16,2-2-16-16,1-2 13 0,0-2 32 0,3-3 28 0,2-4 14 15,3-5-19-15,7-9-21 16,0-9-31-16,9-10-41 0,6-6-37 0,4-5-35 16,3-6-14-16,6-3 12 0,3-3-3 0,2 1-4 15,2-3 20-15,-1 2 14 0,-2 3 12 0,0 3 1 16,-4 3 20-16,-4 4-10 0,-5 5 14 15,0 3-9-15,-2 3-11 0,1 5-10 0,0 5-8 16,-8 5-9-16,-10 3 18 0,0 0-4 0,15 27 1 16,-16-3-8-16,1-9 13 0,-16 32-3 15,5-12 10-15,0-3-6 0,3 0 5 0,0-2 3 16,-1-2-6-16,4-6 26 0,-2-1 26 16,2-2 8-16,0-2 32 0,5-6-3 0,0-11-16 15,16 4-8-15,5-11-4 0,3-2-16 0,4-7-11 16,4-2-6-16,2-1-10 0,4-2-2 0,-1 0-7 15,0 2 12-15,-2-1-11 0,-4 4 11 0,-5 1-11 16,0 2 8-16,-2-1 6 0,-3 2 3 16,-2 2-13-16,-3 3-2 0,-6 1-8 0,0 4-20 15,-4 2 2-15,-6 0 6 0,6 11 8 0,-9 10-14 16,-6 9 19-16,-3 1-17 0,-4 2-22 16,-2 2-55-16,0 0-7 0,-1 0-12 0,6-2-15 15,1-2-3-15,1-5 7 0,4 0 7 0,3-5 10 16,4-21-21-16,12 16-33 0,6-13-37 0,3-8-315 15,3-7 0-15</inkml:trace>
  <inkml:trace contextRef="#ctx0" brushRef="#br0" timeOffset="21399.85">29979 4787 133 0,'15'-20'258'0,"-2"5"-33"15,-5 11-19-15,-6 6-12 0,-5 5-25 16,-6 9-18-16,-6 9-16 0,-2 2-16 0,-3 9-12 15,-3 2-6-15,-1 7-16 0,-1 3 7 0,-2-1-15 16,3 1-11-16,2-1-5 0,3 0-13 0,3-7 18 16,3-1 6-16,1-7 3 0,1-4-1 0,2 1 32 15,1-7 25-15,5-8-12 0,3-14-16 16,0 0-12-16,28 4-20 0,-4-14-7 0,1-5-21 16,5-6-2-16,6-7-22 0,4 0-20 15,2-3-3-15,5 1-10 0,1-2-18 0,1 0-7 16,2 4-44-16,-1-1-32 0,-2 1-36 15,-1 3-23-15,-3 1-63 0,-4 1-376 0,-8 2 0 0</inkml:trace>
  <inkml:trace contextRef="#ctx0" brushRef="#br0" timeOffset="21590.19">30121 5137 63 0,'-11'15'178'0,"2"4"-19"0,1 4-6 0,2-2 2 15,0 0-12-15,2 5-7 0,0-1-6 16,0-3-21-16,0 3-8 0,1-3-14 0,-1 1-5 16,3 3-12-16,-2-1-5 0,2-2-16 0,-2-3-34 15,2-1-26-15,-2-6-37 0,2-1-81 16,-1-3-110-16,1-4-78 0,1-5 0 0</inkml:trace>
  <inkml:trace contextRef="#ctx0" brushRef="#br0" timeOffset="21777.28">30409 4937 80 0,'10'-17'274'0,"1"7"-33"0,-4 5-25 15,-2 5-16-15,-1 5-24 0,-1 5-1 0,-2 14-27 16,-1-11-30-16,0 13 4 0,-15 41-11 16,3-18-8-16,-4 7-13 0,-5 6-3 15,-3 5 1-15,-1 0-16 0,1-3-25 0,0 0-3 16,1-2-23-16,2-4-22 0,1-2-35 15,1-12-38-15,2 2-41 0,2-8-59 0,3-7-129 16,3-3-125-16,2-7 0 0</inkml:trace>
  <inkml:trace contextRef="#ctx0" brushRef="#br0" timeOffset="21921.73">30221 5492 160 0,'9'-29'207'15,"3"1"-27"-15,0 4 4 0,4 3-27 0,3 4-20 16,3 6-11-16,4 2-18 0,4 5-10 15,-12 4-11-15,7 0-20 0,34 13-22 16,-24 1-33-16,1 0-55 0,-2 5-61 0,0-2-89 0,-1 3-115 16,-2 0 78-16</inkml:trace>
  <inkml:trace contextRef="#ctx0" brushRef="#br0" timeOffset="22162.12">31437 5445 226 0,'8'-6'239'16,"-3"6"-16"-16,-5 2-20 0,-5 0-14 0,-2 4-30 0,-9 11-3 15,-2 1-20-15,-5 5-12 0,-5 7-15 0,-1 4-12 16,-6 5 3-16,-1 4-22 0,-4 4-34 16,4-2-31-16,4 0-33 0,5-3-21 0,6-1-8 15,6-4-7-15,7-2 2 0,8 0-26 16,0-21-9-16,28 22-26 0,-2-18-48 0,6-6-62 15,5-3-76-15,6-7 0 0</inkml:trace>
  <inkml:trace contextRef="#ctx0" brushRef="#br0" timeOffset="22454.65">31787 5762 123 0,'-5'-21'182'0,"-6"4"-21"0,-5 7-1 0,-4 6-14 0,7 4-19 15,-7 0-12-15,-31 22-2 0,17-3 5 0,-5 3-6 16,0 1-1-16,2 5 4 0,1 0-4 15,2 3-4-15,4-3 8 0,2 2 4 0,6-2-11 16,3-1 2-16,3-4 5 0,1-1 8 16,6-1 5-16,5-3-2 0,4-18-1 0,16 18-20 15,3-13-15-15,6-3-12 0,-10-2 4 0,7 0-21 16,32-17-17-16,-22 6-3 0,-1 1 8 16,2-3-19-16,-1 1-9 0,-2 0-11 0,-3 1-9 15,-2-3 8-15,0 1 0 0,-3 1 7 16,-4 6-5-16,-2-2-25 0,-2 0 17 0,-5 6-12 15,-2-1-2-15,-3 2-11 0,-4 1 9 16,-2 6-6-16,-7 3 6 0,-7 3-52 0,-3 7-33 16,1-2-20-16,0 0-17 0,2 4-15 0,4 1-11 15,4 1 12-15,4-2-19 0,4-13 17 16,16 14-30-16,0-13-44 0,6-9-232 0,-10 0 0 16</inkml:trace>
  <inkml:trace contextRef="#ctx0" brushRef="#br0" timeOffset="22833.01">32033 5937 103 0,'10'-16'219'0,"-2"4"-16"16,-1 4-2-16,-4 2-17 0,-3 5-28 16,-4 2-1-16,-7 11-27 0,-8 1-8 0,-1 4-17 15,-6 10-9-15,-8 4-6 0,-3 5-8 16,-3 4-10-16,-3 4 2 0,2-1-6 0,0 0 3 16,6-1-14-16,-4-1-5 0,5-3-1 15,3-4 12-15,3-4-15 0,4-1 7 0,4-6 23 0,0-3 21 16,4-3 39-16,0-2 28 0,1-3-11 15,7-8-19-15,8-4-18 0,-1-9-22 0,9-7-12 0,4-7-26 16,2-5-9-16,5-6-30 0,2-9-11 16,3-5-12-16,2-3-18 0,2-4-17 15,1 1-5-15,3-3-14 0,2-1 4 0,2 2-12 16,4 2 23-16,2 0 1 0,4 2 23 0,3 4-11 16,-4 8-2-16,2 2 18 0,-3 8 9 0,0 4-9 15,-1 7 0-15,-2 6 7 0,-4 7-11 16,-21 6-2-16,8 0 5 0,23 32-7 15,-33-3-2-15,-11 6-2 0,-3-14 4 0,-17 42 3 16,-3-20-9-16,-6-2 5 0,-2 2 4 16,-4-4 3-16,-3-4-1 0,-4-5 0 0,-2 0-7 15,-2-7-15-15,0-1-11 0,-1-1-24 0,0-7-45 16,0-3-57-16,3-5-114 0,1-1-199 0,20-5 0 16</inkml:trace>
  <inkml:trace contextRef="#ctx0" brushRef="#br0" timeOffset="23177.78">28556 6269 252 0,'-43'3'234'0,"25"-3"-7"0,-8 0-42 0,-2 0-3 0,-22 11-17 16,43-8-5-16,14 3-8 0,19 3 3 0,16-3-19 16,15 3-9-16,22 1 18 0,21-1-13 15,18-1 1-15,15 5 1 0,18 0 1 0,109 8-7 16,-3 1-31-16,15 3 7 0,-1 3-11 0,-6 1-6 15,-1 5-23-15,-5-3-6 0,-12 3-20 16,-54-5 0-16,40 9-42 0,-21-3-39 0,-19-5-50 16,-20-1-53-16,-17-4-58 0,-19-3-514 0,-25-8 0 15,-26-4 0-15</inkml:trace>
  <inkml:trace contextRef="#ctx0" brushRef="#br0" timeOffset="23623.35">29900 7044 188 0,'-39'-6'222'16,"15"6"-4"-16,-15 0 5 0,-10 0 1 0,-70 14-16 15,48-1-9-15,-2 8 0 0,-2 6-14 0,-1 4-8 16,2 9 1-16,2 4-13 16,4 4-19-16,5 4-8 0,6 1-17 0,8 2-4 0,9-4-13 15,6 1-13-15,12-2-9 0,6-1 6 0,6-5-11 16,10-26-1-16,16 36-10 0,10-26-9 16,11-3-2-16,14-9-22 0,11-7-15 0,17-6-30 15,-37-3-82-15,94-11-62 0,-36-4-84 0,7-7-549 16,4-4 1-16,0-3 0 0</inkml:trace>
  <inkml:trace contextRef="#ctx0" brushRef="#br0" timeOffset="24108.83">30307 7323 103 0,'-29'-6'191'0,"13"6"-12"0,-7 0-5 0,-5 0-4 0,-30 12-3 16,27 1 5-16,3 4-3 0,0 3-19 15,0 3 3-15,1 3-24 0,3 0 2 0,2 1-6 16,2-1-2-16,4-3-11 0,1-3 8 15,2 1-11-15,1-3 6 0,4-1-15 0,5-7 1 16,3-10-11-16,0 0-16 0,20 9-13 0,3-13-3 16,5-8-12-16,-3-2-14 0,3-4-16 15,3-5-12-15,2-3-4 0,0-2-12 16,-1 0 11-16,0 1-10 0,-2 0 11 0,-5 2-5 16,-2 4 12-16,-2 2 13 0,-2 0-30 0,-2 0 5 15,-2 4 2-15,-2 1-6 0,-4 7-1 0,-3 5-6 16,-6 2 10-16,0 0 1 0,2 19-10 15,-7 6 13-15,-2 1-7 0,1 4 5 0,-1 1 5 16,4-3 0-16,-1-3 0 0,2-1 13 0,2-16 24 16,0 3 27-16,0-2-3 0,12 7-9 15,9-11 1-15,-9-5-13 0,11 0-18 0,30-18 8 16,-16 4-18-16,4-5-8 0,4-1-11 0,2-5 4 16,1 0 0-16,1 1-8 0,-5 1 11 0,-1 0-8 15,-3 3 16-15,-6 5-8 0,-4-1-6 16,-4 1 7-16,-3 2 10 0,0 0-7 15,-3 2 0-15,-3 3-25 0,-4 4 20 0,-1 4-10 0,-12 0 10 16,0 0 6-16,14 27-8 0,-18-1-1 16,-3 1 11-16,-5 8-9 0,-4 3-12 0,-1 6-21 15,-3-3-30-15,8-1-25 0,4-1-4 16,1-5-15-16,7-17 2 0,0 5-5 0,23 26-7 16,-3-32-21-16,5-3-11 0,6-4-43 15,2-5-49-15,-16-4-259 0,11 0 1 0</inkml:trace>
  <inkml:trace contextRef="#ctx0" brushRef="#br0" timeOffset="24489.86">31531 7483 145 0,'25'-17'272'0,"-3"2"18"16,-2 2-23-16,-3 2-28 0,-1-1-32 15,-5 8-35-15,-11 4-8 0,3 7-14 0,-15 5 3 0,-6 9-26 16,2 3-24-16,-7 9-1 0,-5 4-24 16,-5 3-4-16,-2 3-15 0,-3 6 17 0,0 1-24 15,0-2 20-15,4 2-6 0,-2-4 6 0,2-2-11 16,5-2-2-16,2-5 1 0,3-2 12 0,6-5-4 15,0-5 10-15,4-4 11 0,-1 3 1 16,3-9-18-16,4-5 0 0,7-9-5 16,5-6-21-16,5-12-13 0,4-8-8 0,2-3-7 15,4-9-30-15,3-8 3 0,5-8-21 16,4-3-12-16,5-6-28 0,0-4 9 0,5-2-3 16,2 2 5-16,5-2 28 0,6 0 5 0,4 4-31 15,7 1 27-15,-1 7 11 0,-3 5-4 0,2 7 16 16,-3 7-8-16,-6 5 5 0,1 7-4 15,38-4-19-15,-55 25 11 16,-22 4 3-16,26 18 24 0,-27 5-9 0,-11 7-4 16,-4-9-3-16,-32 48 4 0,-4-14 14 0,-8 0 6 15,-8-2 14-15,1-2-10 0,2-5-4 0,1-3-5 16,1-7-3-16,2-5 17 0,1-5 3 0,-3-3-12 16,-45 9-83-16,43-24-24 15,-3-6-61-15,25-2-74 0,-58-15-465 0,25-1 0 16,-4-8 1-16</inkml:trace>
  <inkml:trace contextRef="#ctx0" brushRef="#br0" timeOffset="24957.1">28171 6103 87 0,'-24'-52'152'0,"2"-4"-14"0,4 2-12 0,0-3 19 16,9-1-10-16,2-2-8 0,6-1 1 0,1 29-10 16,15-65-9-16,1 30-5 0,5-1-6 0,7 0-4 15,3 0 1-15,9-2 7 0,9 1-2 16,7-3 5-16,7 3-18 0,6 1 5 0,4 0-8 15,11 1-17-15,6 2-5 0,7 4-19 0,7 0-11 16,8 4 9-16,73-28-12 0,-39 21 2 16,-19 17-20-16,-15 8-4 0,4 4 7 15,0 3-16-15,7 1 7 0,3 5-8 0,2 4 5 16,3 4-11-16,-3 2 7 0,3 3-2 16,-3 7 4-16,0 0-1 0,3 6 4 0,-66 0-13 15,131 12 9-15,-65-1-7 0,4 7 0 0,81 15-2 16,-16 5 8-16,-12 3 1 0,-15 5-15 15,-7 7 6-15,-10 1 1 0,-11 5-8 0,-11 5 9 16,-9 3-11-16,-9 3 8 0,-11-1 3 0,-5 2-3 16,-8 4 8-16,-10 2-1 0,-6 2-2 15,-8-1 5-15,-4 8-4 0,-8 3 7 0,-8 4 4 16,-2-1-2-16</inkml:trace>
  <inkml:trace contextRef="#ctx0" brushRef="#br0" timeOffset="25316.36">33781 7495 2451 0,'-68'77'12'0,"-8"2"-13"15,-12-2 18-15,-6-3 8 0,-20 1 7 0,-8 1 3 16,-4-6 15-16,15-11-6 0,10-14-1 0,10-6 14 16,-6-1-12-16,-6-3 6 0,-7-2 9 0,-10-4-11 15,-4-5 15-15,-10 2-6 0,-6-5 13 16,-7-4 10-16,-1-4-16 0,0-5 6 0,-2-4 13 15,73-4-10-15,-39 0 0 0,-154-21-1 16,26-4-8-16,55-1 6 0,29-2-4 0,-70-25 1 16,56 6 5-16,30 4 8 0,-59-33-2 15,47 11 11-15,27 5-4 0,-49-36 1 0,40 10-2 16,26 6-19-16,-40-41-28 0,36 21-12 0,24 10-14 16,18 6-16-16,3-7-29 0,7-3-6 0,4-5-14 15,9-7-15-15,9 0-19 0,3-1 13 0,11-3-13 16,9 0-20-16,9 4 19 0,7 2-7 15,3 52 2-15,25-96 11 0,2 55-4 0,10 2-3 16,10 6-17-16,8 8-54 0,9 3-31 16,5 10-83-16,7 5-442 0,1 7 0 0,-1 4 0 15</inkml:trace>
  <inkml:trace contextRef="#ctx0" brushRef="#br0" timeOffset="25965.62">26439 5187 14 0,'-4'0'214'16,"0"0"-2"-16,-1 0 8 0,2 1-4 15,1-1-22-15,0 0-7 0,0 0-19 0,0 0-21 16,4 0-1-16,0-1-20 0,4-3-23 0,12-2-10 15,6-1-13-15,7 1 1 0,1-1-18 0,6 0-2 16,2 1-14-16,4-1-16 0,4 4 6 16,4-3-3-16,0 2-16 0,0 0 0 0,3-1-46 15,-3 3-49-15,-6 0-52 0,-2 0-69 0,-6-2-135 16,-3 4-104-16,-10 0 1 0</inkml:trace>
  <inkml:trace contextRef="#ctx0" brushRef="#br0" timeOffset="26122.05">26477 5568 224 0,'-30'26'293'0,"8"-1"-19"0,6-2-30 0,9-3-12 15,7-20-28-15,13 25-19 0,10-16-21 0,5-2-18 16,11-2-10-16,8-2-16 0,11-1-27 16,-24-2-46-16,18 0-80 0,16 0-101 0,4 0-135 15,91-17-213-15,-75 9 0 0</inkml:trace>
  <inkml:trace contextRef="#ctx0" brushRef="#br0" timeOffset="29550.81">23226 13776 37 0,'0'0'138'0,"0"0"-13"16,0 0 8-16,0 0-7 0,-15 0-7 0,15 0-12 16,0 0-4-16,0 0-11 0,-22 20-10 0,20-20 3 15,1 0-7-15,0 1-6 0,-2-2-4 16,2 1 3-16,-1 0-2 0,2 0-10 0,-1 0-2 15,0 0 6-15,1 0-5 0,-2 0-17 16,2 0 11-16,-1 0-8 0,0 1-12 0,1-1-7 16,0 0 1-16,-2 0 3 0,2 0-11 15,0 0-7-15,0 2 6 0,-1-2 3 0,1 0-5 16,1 0-9-16,-1 0 0 0,-1 0-3 0,1 1 8 16,0-1-6-16,0 0 8 0,0 0-7 0,0 0 2 15,0 0-7-15,0 2 1 0,0-2 7 16,0 4-5-16,0-2-5 0,1 2 11 0,1 1 1 15,-1 1 0-15,0 3-11 0,3 8 4 0,0 4 2 16,2-2 5-16,0 2-10 0,4-2-2 16,-1 1 7-16,3 3 1 0,1-3 17 0,3 3 23 15,2-6 16-15,4-2 4 0,5 0 21 0,5-4 2 16,5-3 16-16,6-3 3 0,9-5 5 16,-23 0-8-16,21 0-5 0,78-19 9 0,-46 4 6 15,10-4-8-15,7-6 1 0,7-5 0 0,8-6-8 16,11-6-6-16,90-41-17 0,-11-1-16 0,-4 2-25 15,-4 0-21-15,-2 2-41 16,-35 16-30-16,-22 8-46 0,61-23-43 0,-37 16-9 16,41-11-36-16,-5 0-62 0,-42 20-537 0,-28 9 1 15,-19 9 0-15</inkml:trace>
</inkml:ink>
</file>

<file path=ppt/ink/ink86.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7T14:17:00.552"/>
    </inkml:context>
    <inkml:brush xml:id="br0">
      <inkml:brushProperty name="width" value="0.05292" units="cm"/>
      <inkml:brushProperty name="height" value="0.05292" units="cm"/>
      <inkml:brushProperty name="color" value="#FF0000"/>
    </inkml:brush>
  </inkml:definitions>
  <inkml:trace contextRef="#ctx0" brushRef="#br0">7390 16131 87 0,'-14'0'92'0,"14"0"1"0,0 0 7 0,0 0-14 15,0 15-1-15,-14-15 3 0,-2 23-2 16,13-19-10-16,0 0-8 0,3 0 1 0,-2 0-10 15,2 0 6-15,-2 1 8 0,2-1 12 16,0-4 11-16,0 0 8 0,0 7 0 0,0-7-13 16,20 21 8-16,-4-15-2 0,4-1-11 15,4-1-2-15,-9-4-12 0,10 0-13 0,5 0 7 0,39-11-6 16,-24 3-5 0,7-1-5-16,4-2-4 0,7-1 2 0,5 1 7 0,4-2 11 15,5-2-5-15,6 1 2 0,8-2 10 0,5 0 1 16,5-1 8-16,4-2-2 0,1 5-14 0,4-6-3 15,5 1-4-15,4 2-4 0,1-5-1 16,3 3 0-16,-1-2 1 0,2 0-5 0,-1 4 9 16,-1 0-4-16,0-5-4 0,-6 3 7 15,-2-1 3-15,-7 2-12 0,-4 2-10 0,-5 0 8 16,-6 2-14-16,-4 1-6 0,-5 0 4 16,-10 1-2-16,-7 2 2 0,-7 0-9 0,-4 0-5 15,-3 2 1-15,-5 0 0 0,-6-1-10 0,-2 1-18 0,-3-1-26 16,-3 1-51-16,-2-1-42 0,-2-1-48 15,-2-5-41-15,-2 3-641 0,0-3 0 16,-5-2 0-16</inkml:trace>
  <inkml:trace contextRef="#ctx0" brushRef="#br0" timeOffset="892.8">9054 16605 82 0,'-15'11'129'0,"4"1"2"0,6-3 5 16,4 2 17-16,3-3 1 0,4-4-12 0,13 7-5 16,5-4-7-16,6-1-19 0,5-2 0 15,6-2-10-15,-15-2-13 0,15 0-3 16,12 0-12-16,71-15-14 0,-48 9-2 0,6-3-10 16,4-2-7-16,3-1 6 15,7 1-10-15,5-4 2 0,5-1-8 0,5-1-6 0,6 2-3 0,8 0 6 16,2-1-14-16,1 4 5 0,0-1 1 15,-2 4 6-15,-3-1-4 0,-4 2-13 0,-6 3 2 16,-8 3 3-16,-9 0-8 0,-10 0 12 16,-9 2-2-16,-44 0 1 0,14 0-18 0,1 0 12 15,-1 0 16-15,-7 0 16 0,-5 0-3 16,-11 0-5-16,-10 0-10 0,-12-9 3 0,-34 9-10 16,11 0-4-16,-19 0-8 15,-18 0 4-15,-17 0-2 0,-13 0-12 0,-109 11 17 0,81-7-14 16,-11 4-5-16,-2-3-14 0,-3 3 5 0,0 1-8 15,5 5 4-15,9-7-4 0,7 0 10 0,18 1 12 16,11-1 17-16,14-2-8 0,15 2 20 16,17-1-7-16,18 1 5 0,18-7-17 0,28 10 6 15,16-6 12-15,15-1 10 0,11 1-23 16,12-2 22-16,12 3 7 0,8-1-9 0,8 1 7 16,3 2-5-16,3 0-3 0,1-3 2 15,2 3-4-15,-3 0-10 0,1 2 5 0,-1-2-3 16,-1 1-7-16,-1-1 0 0,-2-2-3 0,-9 2 0 15,102 3-52-15,-108-9-25 0,-49-1-51 16,21 0-56-16,13 0-63 0,91-15-381 16,-86 3 1-16</inkml:trace>
</inkml:ink>
</file>

<file path=ppt/ink/ink87.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7T14:19:24.498"/>
    </inkml:context>
    <inkml:brush xml:id="br0">
      <inkml:brushProperty name="width" value="0.05292" units="cm"/>
      <inkml:brushProperty name="height" value="0.05292" units="cm"/>
      <inkml:brushProperty name="color" value="#FF0000"/>
    </inkml:brush>
  </inkml:definitions>
  <inkml:trace contextRef="#ctx0" brushRef="#br0">4949 10786 80 0,'-16'0'134'0,"-15"-21"6"16,16 10-6-16,3-2 15 0,0-1-1 0,0 0-9 15,0-2 1-15,3 1-15 0,-1 1 2 16,2-2-13-16,-1-3 5 0,4 4-8 16,-2 2 3-16,2 2-22 0,-1 3-8 0,5-1 2 15,-4 2-6-15,2 0-6 0,-2-8-8 16,1 6-9-16,1 1-17 0,-1 1-6 0,1 0 9 16,2 1-4-16,-2 0-6 0,2 0-11 15,-2 2-1-15,2-1 3 0,0 1 4 0,-1-1-21 16,1 1 11-16,0-2-6 0,-1 2-3 0,2-1 8 15,0-1-20-15,-1 0 10 0,1 6-2 16,0 0-6-16,0-9 7 0,0-1-16 16,0-3 21-16,0 1-17 0,0-2 7 0,15-16 0 15,-11 13 2-15,2-1-10 0,-2 2-1 0,3-1-1 16,0 2 4-16,-1-4-8 0,1 4 2 16,1-2-5-16,0-1 10 0,1-1-4 0,1-2 2 15,-1 1 1-15,5 0 2 0,-2-3-10 0,0 2 8 16,1 0-1-16,0 0-2 0,1 1 0 15,-1 1 5-15,2-1-1 0,-3 2-3 0,-3-1 6 16,2 4-12-16,-1-1 0 0,0 2 5 16,-4 1 7-16,-2 4-10 0,2 1 7 0,-4 0 5 15,1 3-2-15,0-1-3 0,-1 1 6 16,0 3-4-16,0-2-5 0,0 2 11 0,0-2-7 16,-2 2 1-16,3 0 3 0,-2-1-8 15,-1 0 2-15,2 0 1 0,-1 1 4 0,-1 2-1 16,0-2-11-16,1 1 4 0,-1-1 6 0,2 1-9 15,-2 0 2-15,0 1-5 0,1-3-1 16,0 2-3-16,-1 0 5 0,0 1 4 0,2-1-7 16,-2 1-6-16,0 0-11 0,0 0-13 15,0 0-11-15,1-2-21 0,0 2-24 0,-1 3-30 16,2-2-33-16,-2-1-106 0,0 0-53 16,-2 0 0-16</inkml:trace>
  <inkml:trace contextRef="#ctx0" brushRef="#br0" timeOffset="904.07">3109 11545 55 0,'-16'-11'164'0,"0"-4"-10"16,-1 0-11-16,3-3 13 0,1-2-5 16,0 3-20-16,5-5-6 0,-2-2-8 0,4-2-18 15,2-2-8-15,2-6-8 0,2 17-10 0,11-36-5 0,0 14-11 16,5-7-9-16,6-5-5 0,6-2-3 15,6-2-5-15,8-2-2 0,8-1 2 16,6-2-7-16,5-1 5 0,4 2-7 0,5-2 5 16,3 2-4-16,4 2 0 0,9 1 0 0,2 1-2 15,5 4-1-15,2 4 4 0,1 3-10 16,2 6 14-16,-3 4-7 0,1 4 3 0,-4 6 1 16,-2 5-3-16,-3 8 5 0,-3 4-6 15,-6 6-7-15,-40 1 16 0,73 15-11 0,-42 6-3 16,-4 6-3-16,1 5 1 0,-10 8-3 15,0-3-10-15,-8 5 4 0,0-1 15 0,-4 4-6 16,-4-3 4-16,-4 3-15 0,-4 1 8 0,-4 1-5 16,0 2-2-16,-8 2 6 0,0 0-7 15,-4 0 5-15,0 0 7 0,-6 1-13 0,-4-1 0 16,-2 1 2-16,-2-3-7 0,-2-26 8 0,0 13 2 16,0 6-13-16,-16 46 15 0,6-43-14 0,-2 2 10 15,-6 2 13-15,0 0-19 0,-6 0 12 16,-4 1 3-16,-4 3-10 0,0-3 7 0,-8 2 5 15,0 0-11-15,-4-1-12 0,-2-1 29 0,-4-2-10 16,0 1-7-16,0-3 6 0,-2 0-2 16,-2-3-1-16,0-1 8 0,-2-5 17 0,1 0-7 15,-1-1-1-15,0-2 8 0,-2-3-3 16,-2-1 3-16,-1 0 22 0,-3-3 8 0,-2 0 7 16,0 1 10-16,-4-3-3 0,-1-5 5 15,-3 3-6-15,0-3-9 0,0-2-7 0,-2-5-18 16,1-1-3-16,-1-1-6 0,1-8-22 0,37-3-14 15,-21 0-17-15,-77-18-4 0,59-1-7 16,1 0-22-16,2-2 3 0,1-4-22 0,2-3-11 16,5-4 17-16,6-4-12 0,1 2 0 15,4-5-5-15,6-3 3 0,4-1 14 0,6-2 8 16,8-8 1-16,11-2-2 0,11-7-24 16,9 29-34-16,25-68-36 0,11 27-27 0,14-7-61 15,8-2-350-15,12-4 0 0</inkml:trace>
  <inkml:trace contextRef="#ctx0" brushRef="#br0" timeOffset="2083.59">5671 11468 115 0,'-20'0'172'0,"-18"-36"6"0,22 15 7 0,0 1 10 16,4-3-23-16,0 0 0 0,2-5-15 15,2-2-19-15,2-1-12 0,6-7-8 0,0 22-19 16,10-43 14-16,0 14-12 0,4 1 0 0,4-4-14 16,2-2-8-16,8 0-17 0,6-1 23 15,4-2-4-15,6 0-13 0,6 3-18 16,6-2 10-16,4 2 4 0,8 2-25 0,0 2 6 16,6 6-20-16,4-1 13 0,1 3-2 0,8 4 0 15,5 4-19-15,1 4-2 0,0 5-1 0,-2 6-9 16,-4 5 7-16,-5 6-17 0,-42 4-7 15,19 0-10-15,71 25 15 0,-62-4-16 0,-4 5-7 16,-8 5 1-16,-4 5 12 0,-4 4-1 0,-5 4 6 16,-4 5 9-16,-9 4-14 0,-2 1 9 0,-5 2 2 15,-4-1-1-15,-6 1 3 0,-2-2 10 16,-5-1-4-16,-3-2 2 0,-3-26 11 0,0 13-12 16,-13 51 10-16,-1-38-2 0,-3 0-7 15,-3 0 13-15,-3 0-3 0,-3 1-20 0,-2 1 5 16,-3-2 2-16,-5 0 15 0,-4-2 11 0,-5 2-16 15,-5-2-13-15,-4-2 34 0,-2-3-11 0,0 1 13 16,-4-3-11-16,-4-5 25 0,-4 2 2 16,0-4 5-16,-1-1 5 0,-1-3 9 0,0 0 4 15,-1-3 7-15,0-5-6 0,3 1 4 0,0-3-5 16,2-5 3-16,0 0 3 0,2 0 6 0,2-6 5 16,2-2-6-16,0-1 1 0,2-4-8 15,2-3-6-15,28 0-21 0,-54-18-17 0,26-2-21 16,4-3-22-16,-2-8-13 0,4-7-21 15,2-8-26-15,2 1-15 0,6-2 1 0,2-2-38 16,8-1-22-16,2 2-29 0,6-3-15 16,6-2-22-16,8 2-624 0,8 24 0 0,18-52 1 15</inkml:trace>
  <inkml:trace contextRef="#ctx0" brushRef="#br0" timeOffset="4314.14">10706 10688 100 0,'0'-15'138'16,"-14"15"1"-16,14 0-12 0,0 0 11 15,0 0-1-15,0 0-12 0,0 0-4 0,-16 0-10 16,-6 22-10-16,14 1-9 0,0 3-16 0,1 4-3 16,-1-2-3-16,0 3-11 0,0 1-3 15,3 3 0-15,-2-2-7 0,3 1-7 0,3 0 1 16,1 5 3-16,0-20 6 0,0 5 25 15,14 32 32-15,-3-31 6 0,2-7 25 0,9-3 5 0,0-6 9 16,6-8 5-16,-12-1-10 0,41-16-5 16,-7-3-3-16,7-4-1 0,6-4-6 15,5-10-9-15,2-1-6 0,5-4-11 0,2 0-5 0,6-5-18 16,0 0-20-16,3-4-4 16,-2-2-19-16,6-4-5 0,2-1-14 0,0 0-11 15,1-1-11-15,-1-1-23 0,6 0 2 0,-2-1-29 16,-3 0-25-16,2 3-36 0,1-2-41 0,-4 3-12 15,-3-1-6-15,1 4-37 0,-6 2-638 16,-1 5 0-16,-8 2 0 0</inkml:trace>
  <inkml:trace contextRef="#ctx0" brushRef="#br0" timeOffset="7192.76">13756 10713 48 0,'-16'0'195'0,"16"0"2"15,0 0 6-15,-15 0-15 0,-2-2-6 0,14 2-33 0,-1 1-13 16,-1-1-10-16,2 1-2 0,2 0-3 16,-2 3 12-16,2 1-6 0,-1 3-3 15,0 13-24-15,0 3 8 0,2-12-8 16,0 8-11-16,0 5-9 0,0 0-9 0,18 28-10 0,-8-30 19 15,8-3 39-15,2-4 34 0,4-4 9 16,6-4-5-16,8-7-5 0,-16-1-17 0,53-14-2 16,-18-2-15-16,10-5-13 0,5-3-10 0,7-6-3 15,2 0-13-15,2-4-3 0,3-4-19 0,0-3 3 16,4-5-17-16,2-3-1 0,8-8-23 16,8-3-8-16,68-38-6 0,-34 21-16 15,-22 13-11-15,-14 9-20 0,1-2-39 0,2 1-32 16,0-1-39-16,2 3-51 0,-2 0-780 0,-1 1 0 15,-2 6 0-15</inkml:trace>
  <inkml:trace contextRef="#ctx0" brushRef="#br0" timeOffset="10550.14">20141 10923 63 0,'0'-14'129'16,"0"14"-12"-16,0 0-8 0,-13 0-6 16,13 0-9-16,0 0-5 0,0 0 2 15,0 0-7-15,0 0-10 0,0 0 4 0,-14 0-6 16,-4-6 3-16,14 9-6 0,-8 9-9 15,1-3-9-15,-1 1 0 0,0 1-4 0,-1 2 1 16,1 2-8-16,0 0-5 0,-3 2-2 0,0 2-6 16,1 4 7-16,-1 1-8 15,2 0 5-15,-1 2 3 0,2-1 0 0,0 1 12 0,2 1 5 16,0-2 3-16,2 4 1 0,2 0 0 0,0 1 2 16,2 0 1-16,3-5 9 0,1-14 12 15,0 6 33-15,11 15 17 0,2-17 15 0,8-9 0 16,9-3-12-16,-13-3-17 0,44-11-2 15,-5-3-1-15,7-1-20 0,9-7 2 0,13-8-18 16,6-4-19-16,6-7-17 0,5-1-7 0,2-3-12 16,4-5-18-16,6-4-6 0,74-34-16 15,-42 20-19-15,-25 16-1 0,-15 4-2 0,2 2-8 16,1-1-15-16,4-3 6 0,0 3-5 16,0 3-2-16,-3 3 13 0,-2 2-17 0,2 1 2 15,0 4-11-15,-2 2-19 0,-2 2-38 16,-2 3-41-16,-6 4-70 0,-8 3-349 0,-6 1 0 15</inkml:trace>
  <inkml:trace contextRef="#ctx0" brushRef="#br0" timeOffset="13154.59">23213 11113 55 0,'-14'0'141'0,"14"0"-3"0,0-16-3 16,0 16 8-16,-14 0-9 0,-2-18-7 15,13 16-19-15,0 2-5 0,2-2-19 0,-2 4 0 16,3-4-17-16,-2 2-1 0,0 0-5 16,0 2 15-16,0 2-2 0,-2 1-3 0,-4 9-4 15,-2 4-8-15,2 2 1 0,-2 1 3 0,-2 1-19 16,2 1 6-16,0 2-11 0,2-1 1 16,2-2 9-16,2 1 30 0,4-14 18 0,0 7 7 15,0 0 17-15,22 15-10 16,-4-16 5-16,10-7-4 0,8-3-13 0,-15-5-1 0,16 0-4 15,69-17 1-15,-29 2-6 0,8-3 1 0,10-6-3 16,8-2-11-16,5-6-10 0,2-4-4 16,3-3-17-16,3-7-21 0,83-31-15 0,-44 17-7 15,-27 8-12-15,-18 8-13 0,2-3-5 0,3 5-4 16,2-1-24-16,2 1 14 0,0 1-19 16,-2 2 10-16,-1 3-16 0,-3 2-3 0,3 2-51 15,-1 3-87-15,-1-1-554 0,-6 3 1 16,-7 1 0-16</inkml:trace>
  <inkml:trace contextRef="#ctx0" brushRef="#br0" timeOffset="16628.5">8004 15957 102 0,'-18'0'160'16,"-18"14"-14"-16,28-14 0 0,-16-13 0 15,8 6-2-15,1-3-15 0,0-1-2 0,2-3 0 16,0 0-12-16,-2-6-16 0,0 2-3 16,2-2-6-16,0-4 11 0,1 2 13 0,2-5-1 15,0 0-12-15,0-4-15 0,1 0 26 0,1-2-4 16,-3-1-10-16,2-2-4 0,0-2 7 16,-1 1-14-16,1-4 9 0,1 3-18 0,0-1-11 15,0-1 6-15,1-2-13 0,1-1 1 0,2-2-10 16,-4-1-9-16,6-4 15 0,1 0-4 0,0-1-17 15,1 25 5-15,10-54-9 0,-2 26 6 0,6-4-3 16,3-3-4-16,3 1 1 0,4 0-5 16,3-2-5-16,6-3-1 0,4 1 12 15,5 0-1-15,2 1-14 0,4 0 6 16,1 1-4-16,0-2-12 0,9 0 13 0,-1 0 9 16,4 0-5-16,2 3-6 0,2-2 5 15,2 2 4-15,2 4 0 0,1 0-2 0,2 3-6 16,-4 1-3-16,4 2 6 0,-2 4-4 15,0 0 3-15,2 2-10 0,4-1 8 0,0 3-7 16,3 0 1-16,1 1 1 0,2 1-6 0,4 0 6 16,2 4-7-16,1 0-7 0,3 3 6 15,-2-1-1-15,5 6 4 0,-2-1-2 0,0 0 0 16,2 5 2-16,-3 2-6 0,4 2-2 0,2 0-7 16,2 6 1-16,0 1 1 0,1 2 4 0,-3 3-5 15,0-1 0-15,-1 5 1 0,2 1 6 16,-5 2-4-16,-43 2-2 0,24 0-13 0,14 0 12 15,99 11 3-15,-91-3-8 0,2 2 4 16,-5 4-1-16,0-1 1 0,-3 3 7 0,-1 3 1 16,-4-1-6-16,0 3-5 0,-1 5 6 0,-1-1-11 15,0 0 12-15,0 1-5 0,-1 2-1 16,-3 3 3-16,1-3 7 0,0 7-9 0,1 0 10 16,0-1-5-16,2 3-2 0,-1-3-2 0,1 6-2 15,-1-2 1-15,0-1 8 0,-1 4-8 0,-2 1-1 16,2-2 4-16,0 1 8 15,2 3-12-15,-1-1 4 0,-2-1-7 0,1-1 11 0,-2-2-17 16,1 3 7-16,-4-6 12 0,-1 6-12 0,0 0 13 16,-3-4 0-16,2 5-4 0,-4 2 7 15,-2 1-7-15,-1 0-6 0,-1 0-1 0,-1 1-6 16,-2 2 10-16,1 0 3 0,-2 2-11 16,-6-2 7-16,2 3-5 0,-5 0 3 0,-5 1-3 15,-1-1 9-15,-5 3-12 0,-2 4 4 16,-2 2-5-16,-3-2 3 0,0 3 7 0,-4-1-12 15,-3 2-3-15,-2 1 10 0,-2-4 3 0,-2 3-4 16,-2-1 9-16,-4 2-6 0,-2-4-5 16,-3 2 5-16,-3-1 6 0,-3-1-8 0,-1 1 0 15,-4 0 8-15,-1-30-7 0,0 13 2 16,0 11 1-16,-17 60-4 0,8-53 16 0,1-2 1 16,-4 1-20-16,-3 1 3 0,-2 0 6 0,-1-3-1 15,-2 2-10-15,-4 0 8 0,0 0 12 0,-2 3-2 16,-6-5 2-16,-3 3-10 0,-1 0-1 15,-3-2 3-15,-1 1-4 0,-1 0 8 0,-3-2-3 16,-3 3-7-16,-4-3 3 0,-2 2 4 0,-2-3-3 16,-2-1 8-16,-3 0 5 0,-2-1-6 15,-4-3-12-15,-3-1 8 0,-2 0 10 0,-2-4-15 16,-2 2 14-16,-2-5 9 0,-3 2 2 0,-4-3-16 16,-7-2 22-16,-2-1-6 0,-4-1 0 15,-2-3 1-15,-1-1 9 0,-2-4 0 0,-5-2-6 16,-2 1 13-16,-5-5-15 0,1-5 7 0,-7 3-4 15,1-5 1-15,-8-1 1 0,-3-5 4 16,-2-4 1-16,-3-4-3 0,1-3 15 0,-11 0-11 16,72-2 7-16,-39 0 4 0,-152-18-14 0,15-3 12 15,61 2-14-15,28 0 8 16,22-4-2-16,-4-3 3 0,-88-23-14 0,47 6 10 16,-31-14 6-16,40 7 11 0,26 9-11 15,-57-27 7-15,43 12-12 0,23 5 18 0,-60-28-15 0,9-1 16 16,39 12-2-16,30 6-12 0,15 5 0 0,1-2-12 15,-63-42 0-15,41 17-4 0,24 11 3 16,15 11 2-16,2-9-17 0,3-2 3 0,4-2 17 0,6-2-26 16,1-1 2-16,4-5-22 0,7 0-5 15,5-3 5-15,4-3-22 0,8-1-27 0,4-2-23 16,8-4-39-16,5-3-27 0,10-1-42 16,13-2-37-16,4 48-897 0,12-104 1 0,6 52 0 15</inkml:trace>
</inkml:ink>
</file>

<file path=ppt/ink/ink88.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7T14:21:55.836"/>
    </inkml:context>
    <inkml:brush xml:id="br0">
      <inkml:brushProperty name="width" value="0.05292" units="cm"/>
      <inkml:brushProperty name="height" value="0.05292" units="cm"/>
      <inkml:brushProperty name="color" value="#FF0000"/>
    </inkml:brush>
  </inkml:definitions>
  <inkml:trace contextRef="#ctx0" brushRef="#br0">14552 13828 41 0,'0'0'125'0,"-14"0"-19"0,14 0-3 0,0 0-1 16,0 0-12-16,0 0 3 0,-15 0-3 15,0 6-5-15,12-7 2 0,2 0-7 0,-2 1 0 16,2-1-2-16,-1-1-10 0,1 2 7 15,0-1-11-15,-1 1-1 0,1-2-12 0,1 2-4 16,-3-1-1-16,3 1-9 0,-1 0 4 0,1-2-7 16,0 4-1-16,0-1-5 0,0 1 1 0,1 2 5 15,-2 0-5-15,1 2 4 0,-1 1-4 16,-2 16-6-16,3-14 5 0,0 9 0 0,0 4-9 16,-8 27 6-1,5-22-10-15,3 5 10 0,-1 4-13 0,1-4 4 0,-1 0-4 0,1-18 4 16,0 6-5-16,0 3 2 15,16 24 22-15,-8-26 12 0,4-2 24 0,3-6 8 0,4-2 13 0,6-3-9 16,4-7-1-16,-14-1-11 0,36-16-1 16,-10 2-3-16,7-6-7 0,10-7 0 15,8-3-7-15,5-4-5 0,6-4 7 0,11-3-4 16,6-3-17-16,4-6 2 0,6 1-4 16,5-4 20-16,77-36-20 0,-35 21-10 0,-19 10 9 0,58-23-1 15,-36 14-18-15,-22 14-3 0,64-27 9 16,-36 19-12-16,-22 10-5 0,-17 9 5 0,86-26-7 15,-42 17-19-15,-27 8-10 0,-15 7-34 16,0 0-7-16,5 4-28 0,1-2-44 0,1 0-57 16,1 0-516-16,-5-2 1 0,-6-3 0 15</inkml:trace>
</inkml:ink>
</file>

<file path=ppt/ink/ink89.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7T14:23:34.357"/>
    </inkml:context>
    <inkml:brush xml:id="br0">
      <inkml:brushProperty name="width" value="0.05292" units="cm"/>
      <inkml:brushProperty name="height" value="0.05292" units="cm"/>
      <inkml:brushProperty name="color" value="#FF0000"/>
    </inkml:brush>
  </inkml:definitions>
  <inkml:trace contextRef="#ctx0" brushRef="#br0">16082 7342 53 0,'-17'0'164'0,"17"-17"-3"15,-15 17-1-15,-4-28-1 0,15 24-22 0,3 1-8 16,-2 2-24-16,1-2-4 0,0 2-17 16,-2 0-8-16,3 1-2 0,0 1-7 0,-2 1 1 15,2 4-10-15,-3 11 4 0,1 3-5 0,0 3-11 16,2 3-3-16,0 6 1 0,-1 0-2 15,2-15-14-15,0 8-1 0,0 6 6 0,0-2-3 16,16 34 5-16,-6-35 24 0,0 0 20 0,5-6 12 16,1-2 13-16,7-4 24 0,3-6 6 15,8-2 13-15,10-6-12 0,-18-2 2 0,68-15-18 16,-18-4-18-16,16-7-7 0,10-7-11 0,14-9-27 16,86-35-26-16,16-8-17 0,-1 0-21 15,1-1-21-15,214-86-72 0,-214 87 23 16,-2 0-15-16,-8 2-12 15,-6 2 0-15,-5 0-9 0,-34 20 6 0,-25 11 11 0,-13 7 2 16,0 0 5-16,82-23 8 0,-46 19 3 0,-23 8 8 16,-14 10-11-16,2-2 20 0,2 5-27 0,0 0-53 15,-1-1-84-15,-3 5-199 0,-3-2 1 16</inkml:trace>
</inkml:ink>
</file>

<file path=ppt/ink/ink90.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7T14:27:59.511"/>
    </inkml:context>
    <inkml:brush xml:id="br0">
      <inkml:brushProperty name="width" value="0.05292" units="cm"/>
      <inkml:brushProperty name="height" value="0.05292" units="cm"/>
      <inkml:brushProperty name="color" value="#FF0000"/>
    </inkml:brush>
  </inkml:definitions>
  <inkml:trace contextRef="#ctx0" brushRef="#br0">16362 14718 54 0,'-17'0'175'16,"-15"7"-28"-16,20-7-9 0,12 0-2 15,-10 0-8-15,2 0-18 0,0 0-9 0,8 0-10 16,-8 0-22-16,8 0-1 0,-8 0-4 0,-2 13-10 16,7-8-5-16,0-2-8 0,1 1 5 15,0 2-15-15,1-1 0 0,1 0 4 0,0 0-9 16,1 3 9-16,-1-8-2 0,14 18-3 16,3-2-10-16,3 0 7 0,9-2 19 15,3-5 28-15,4 0-4 0,6-4-16 0,8-5 4 0,8 0-17 16,8 0 16-16,-32 0-7 0,22 0 4 15,16 0-2-15,8 0-5 0,102-14 14 0,-81 10-4 16,2 0-8-16,7 1-1 0,6-1 5 16,3 1-8-16,2 1-1 0,3-1 4 0,5 1-7 15,9 0-6-15,-65 2 2 0,38 0-11 0,21 0-2 16,8 0 5-16,11 0-6 0,60 0-12 16,210 13 10-16,-250-6 1 0,-23 0-3 0,0 2-7 15,3 0 0-15,-3 3-16 0,-4 3 16 16,-5 1-10-16,-6 0-9 0,-5 5 3 0,-7-1-18 15,-5 0 13-15,-4 1-2 0,-6-3 1 0,-5 5-4 16,-7-3 1-16,-4 1 15 16,-4 0-15-16,-5-1-1 0,-1-2 7 0,2 0 0 0,-1 0-2 15,3 1 1-15,3-6 2 0,4 0-14 16,1-3 9-16,0-1 22 0,0 2-12 0,4-2-1 16,4-4-9-16,0 0-39 0,2-3-34 15,-52-2-39-15,26 0-78 0,12 0-406 0,100-17 1 0</inkml:trace>
</inkml:ink>
</file>

<file path=ppt/ink/ink91.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7T14:28:03.470"/>
    </inkml:context>
    <inkml:brush xml:id="br0">
      <inkml:brushProperty name="width" value="0.05292" units="cm"/>
      <inkml:brushProperty name="height" value="0.05292" units="cm"/>
      <inkml:brushProperty name="color" value="#FF0000"/>
    </inkml:brush>
  </inkml:definitions>
  <inkml:trace contextRef="#ctx0" brushRef="#br0">14354 16173 35 0,'-48'17'141'15,"27"-19"3"-15,10 2-9 0,-1 0 4 0,-12-6-4 16,18 5-10-16,-2-1-10 0,1 1-9 16,3 0-16-16,0-1-1 0,0 2-12 0,0-2 3 15,0 2-15-15,3 0-4 0,-1 0-6 16,1-2-9-16,0 2-7 0,2 2 10 0,-1-2-1 16,3 0 0-16,-1 0-10 0,2 0 7 0,3 0 2 15,0 2 3-15,19 0-6 0,-12-2 15 16,8 0-5-16,8 0 12 0,2 0-13 0,6 0-12 15,6 0 10-15,6 0-10 0,5 0 8 16,2 0-8-16,5 0-3 0,3 0 2 0,5 0-1 0,0 0-13 16,4 0-10-16,2 0 14 0,4 0-17 15,1 0-7-15,2 0 9 0,-1 0-5 0,1 0 7 16,85-8-6-16,-83 2 4 0,3-1-9 16,3-3 11-16,2-4-9 0,2 1 9 0,4-3 3 15,1 0 0-15,0-2-6 0,0 1 6 0,-2-1-10 16,0-2-3-16,2 2 12 0,-4 0-8 15,0 2 0-15,0 0-6 0,-6 1 13 0,-2-1-2 16,-2 3-7-16,-2 0-6 0,-4 2 12 0,-3-3 1 16,-2 5-6-16,-3-2-5 0,-5 3 3 15,1 0 3-15,-7 3-8 0,2-5 12 0,-3 2 0 16,-2-1-7-16,0 0 6 0,3-3-2 16,-5 4 0-16,2-1-4 0,0 1-1 0,3-1 8 15,1 2-4-15,-2-3 1 0,2 5-16 0,-4-5 23 16,2 6-14-16,-2-2 14 0,-2 1-8 0,-3 0 2 15,-4-2-14-15,-3 3 19 0,-2-1-18 16,-3 3-8-16,-2-2-31 0,-5-1-27 0,0 1-25 16,-2 1-33-16,1-5-29 0,-4 0-38 0,-2-1-74 15,0-1-322-15,-6-5 0 0</inkml:trace>
</inkml:ink>
</file>

<file path=ppt/ink/ink92.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7T14:28:06.165"/>
    </inkml:context>
    <inkml:brush xml:id="br0">
      <inkml:brushProperty name="width" value="0.05292" units="cm"/>
      <inkml:brushProperty name="height" value="0.05292" units="cm"/>
      <inkml:brushProperty name="color" value="#FF0000"/>
    </inkml:brush>
  </inkml:definitions>
  <inkml:trace contextRef="#ctx0" brushRef="#br0">10246 14959 11 0,'0'0'108'16,"-14"18"-2"-16,-3 6-11 0,14-17-13 16,-1-3-3-16,2 0-2 0,-2-1-14 0,2 1-6 15,1-2 4-15,0 0-12 0,-2 0-1 16,2 0 3-16,-1 1 3 0,1-2-14 0,0 3 3 15,-1-3-3-15,1 0-5 0,1 2 8 0,0-2-12 16,0 2 0-16,0-3-3 0,0 0 1 16,0 0 5-16,0 0 2 0,15 11 3 0,1-5 8 15,1-2-10-15,2 4-1 0,3-1 5 0,5-1 3 16,2-1-2-16,2 1-8 0,5 0 8 0,4-1-11 16,1 1-3-16,7-1-1 0,4 1 3 15,4 0-7-15,6 2-3 0,4-3 8 16,7 2-5-16,5-1-7 0,0 0 13 0,5 2-13 15,2-1 6-15,3-1-6 0,2 3-1 16,3-2 3-16,2-1-2 0,3 4-6 0,2-1 9 16,4 1-5-16,4-1 3 0,-1 4-1 0,4-1-9 15,-1 2 7-15,2 1 4 0,2 1 2 0,1 0-11 16,1 0 12-16,2 1 0 0,-1 0 1 0,0 0-8 16,3 0 1-16,-3 1 7 0,1-3 1 15,-4 1 2-15,4 1-12 0,-2 1 16 16,-1-2-17-16,-1-3 18 0,-2 4-4 0,-1-4-6 15,-3 4-1-15,-3-4-3 0,-4 0 0 0,-4 3 3 16,-2-6-11-16,-3 1 15 0,0-3-7 0,-2-1-2 16,-2-1-5-16,-3-1-1 0,-4-2 8 15,-6-2-4-15,-1 1-3 0,-39-2 6 0,14 0-11 16,6 0 8-16,1 0 0 0,55-11-10 0,-63 5-4 16,-3 2 20-16,-1-3-10 0,-5 1-12 15,-3 2-8-15,-1-5-20 0,-2-2-62 0,-1-1-51 16,0 1-50-16,-1-4-138 0,-2-1-149 15,0-1 0-15</inkml:trace>
</inkml:ink>
</file>

<file path=ppt/ink/ink93.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7T14:28:08.798"/>
    </inkml:context>
    <inkml:brush xml:id="br0">
      <inkml:brushProperty name="width" value="0.05292" units="cm"/>
      <inkml:brushProperty name="height" value="0.05292" units="cm"/>
      <inkml:brushProperty name="color" value="#FF0000"/>
    </inkml:brush>
  </inkml:definitions>
  <inkml:trace contextRef="#ctx0" brushRef="#br0">16457 15019 15 0,'0'-18'75'16,"0"18"-9"-16,20-32 1 0,-22 27-7 0,4 0-12 15,-4 1 11-15,0-1-21 0,2 0-3 16,0 4-2-16,0 0 1 0,-4 2-18 0,2 1-2 16,-8 10 12-16,-2 5-6 0,-4 3-3 15,0 1 6-15,0 3-4 0,0 3 14 0,1 1-15 16,4 2 18-16,3 0 18 0,4 6 5 0,4-20 18 15,26 27 4-15,6-18 5 0,14-3-9 16,16-5-4-16,14-6-7 0,14-5-14 0,-38-6-9 16,34 0-5-16,124-21-14 0,-77 2-7 0,7-7-10 15,92-25-13-15,-14-11-6 0,-6-4-1 0,-5-8-10 16,-2-1-5-16,1-10-15 16,-7-1-13-16,-6-1 3 0,-5-4-11 0,2 3-6 15,-2 2-10-15,-1 3-1 0,-32 15 18 0,37-11-11 16,6 7-3-16,-35 12-36 0,-20 12-125 15,-18 7 32-15,84-26 26 0</inkml:trace>
</inkml:ink>
</file>

<file path=ppt/ink/ink94.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7T14:28:10.933"/>
    </inkml:context>
    <inkml:brush xml:id="br0">
      <inkml:brushProperty name="width" value="0.05292" units="cm"/>
      <inkml:brushProperty name="height" value="0.05292" units="cm"/>
      <inkml:brushProperty name="color" value="#FF0000"/>
    </inkml:brush>
  </inkml:definitions>
  <inkml:trace contextRef="#ctx0" brushRef="#br0">10784 12347 5 0,'32'90'32'0,"-17"-45"0"15,2 4 3-15,4-2 15 0,6 2-18 16,5-3 4-16,5-1 16 0,7-1-11 0,10-5-2 16,8-3 4-16,10-5-5 0,12-4 5 0,12-3 0 15,14-6-16-15,12-4 10 0,14-7-10 16,11-2-14-16,13-5 1 0,-22 0 3 16,266-21-29-16,-144 4 0 0,-7-8 1 0,-9-7-11 15,-7-6-5-15,-4-5-16 0,0-6 0 0,-10-2-2 16,-3-6 13-16,-3-1-7 0,-1-4-14 0,-47 9 12 15,36-16-11-15,-1-3 8 0,-39 16-6 16,-25 3-6-16,57-19 2 0</inkml:trace>
</inkml:ink>
</file>

<file path=ppt/ink/ink95.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7T14:28:12.913"/>
    </inkml:context>
    <inkml:brush xml:id="br0">
      <inkml:brushProperty name="width" value="0.05292" units="cm"/>
      <inkml:brushProperty name="height" value="0.05292" units="cm"/>
      <inkml:brushProperty name="color" value="#FF0000"/>
    </inkml:brush>
  </inkml:definitions>
  <inkml:trace contextRef="#ctx0" brushRef="#br0">12922 11817 42 0,'-21'68'76'0,"14"-36"-13"0,1 1-10 0,-1-1 9 16,0 1-6-16,2 1 6 0,1 1-3 0,3 4 0 15,-1-2-14-15,2-19 12 0,0 9 2 0,11 41-8 16,0-31 9-16,7 0-10 0,9 0 9 15,12-5-3-15,12 1 0 0,12-6 9 0,13-4-18 16,19-6 9-16,17-5-8 0,12-6-13 0,-55-6-7 16,43 0-5-16,274-32-24 0,-116-6-3 15,2-3-26-15,-3-11 8 0,-7-9-22 0,-3-5-24 16,12-16 8-16,-5-7-15 0,-12-5-11 0,-4-4 12 16,-6 2-3-16,-12-8-7 0,-9 3-12 15,-6-2-2-15,-5 3 19 0,-8-3 0 0,-5-5 0 16,-6 13-12-16,-9 1 13 0,-37 22-2 15</inkml:trace>
</inkml:ink>
</file>

<file path=ppt/ink/ink96.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7T14:28:16.124"/>
    </inkml:context>
    <inkml:brush xml:id="br0">
      <inkml:brushProperty name="width" value="0.05292" units="cm"/>
      <inkml:brushProperty name="height" value="0.05292" units="cm"/>
      <inkml:brushProperty name="color" value="#FF0000"/>
    </inkml:brush>
  </inkml:definitions>
  <inkml:trace contextRef="#ctx0" brushRef="#br0">12786 9153 32 0,'-62'29'226'0,"47"-29"-26"0,-28 7-35 15,18 4-28-15,1-1-24 0,1 3-8 16,4 2 0-16,3 0-14 0,4 4-4 0,2-2-12 16,2 6 1-16,4 2-17 0,4-14-4 0,0 9-2 15,0 5-1-15,12 30-6 0,-2-29-3 0,2 1-11 16,7 2 3-16,4-1-4 0,6-6-3 16,4-1 7-16,10-5-7 0,8-6 12 0,12-7 4 15,-27-3 4-15,82-19 3 16,-23-2 14-16,17-7 2 0,9-10-6 0,94-36 17 0,4-14 7 15,6-6-1-15,2-9-3 0,3-5-7 0,2-2 28 16,9-12-15-16,-2-5-8 0,-3-4-15 0,1 1-6 16,-3 1-9-16,-2 1-9 0,-7 0-10 0,2-3 0 15,-3 5-47-15,0-1-11 0,-5 6-39 16,-6 8-26-16,-5 0-34 0,-9 5-34 0,-1 8-53 16,-5 4-416-16,0 4 0 0</inkml:trace>
</inkml:ink>
</file>

<file path=ppt/ink/ink97.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7T14:28:19.400"/>
    </inkml:context>
    <inkml:brush xml:id="br0">
      <inkml:brushProperty name="width" value="0.05292" units="cm"/>
      <inkml:brushProperty name="height" value="0.05292" units="cm"/>
      <inkml:brushProperty name="color" value="#FF0000"/>
    </inkml:brush>
  </inkml:definitions>
  <inkml:trace contextRef="#ctx0" brushRef="#br0">13382 15350 85 0,'0'17'168'0,"0"-2"-18"16,-28 17-15-16,21-12 2 0,2-3-21 0,0 3-11 16,1 0-12-16,2 3-12 15,2-1-11-15,-2 3-1 0,2 3-6 0,0-2 0 0,0-11-12 16,0 2-6-16,14 28-1 0,-6-20-8 0,3 2 1 16,1-3 5-16,3 2-6 0,2-1-8 15,3-3 8-15,3-1 3 0,3-1-3 0,5-3 7 16,6-1 6-16,5-5 4 0,5-5 8 15,7-3 7-15,-23-3-9 0,70-11 13 0,-23-6-1 16,12-3 5-16,10-10 22 0,12-6-1 16,7-7 13-16,90-35 10 0,0-5-12 0,18-12 8 15,12-8-2-15,2 0 6 0,16-5-11 16,1-1-24-16,3 0-23 0,4 1-13 0,3-2-45 0,12 3-31 16,4-6-13-16,-2 6-42 0,1 0-39 15,-2 3-52-15,-4 3-58 0,-12-4-478 16,-8 3 0-16,-15 1 0 0</inkml:trace>
</inkml:ink>
</file>

<file path=ppt/ink/ink98.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07T14:28:23.058"/>
    </inkml:context>
    <inkml:brush xml:id="br0">
      <inkml:brushProperty name="width" value="0.05292" units="cm"/>
      <inkml:brushProperty name="height" value="0.05292" units="cm"/>
      <inkml:brushProperty name="color" value="#FF0000"/>
    </inkml:brush>
  </inkml:definitions>
  <inkml:trace contextRef="#ctx0" brushRef="#br0">15910 7485 59 0,'0'0'80'0,"-37"-19"-13"15,25 8-14-15,5 1 11 0,-4-1-17 16,2-1-5-16,0 0 0 0,-2-1-1 0,2 1-12 16,-1-1 15-16,2 1-18 0,-1-3 14 15,1 4-6-15,0-4-8 0,1 6 6 0,3 1-1 16,0-1-5-16,2 2 3 0,-1-2-5 15,0 3 10-15,1-12-3 0,0 3-6 0,2-6 3 16,0 10-4-16,0-9-8 0,14-27 1 16,-6 18 5-16,1-5-8 0,4-3-13 0,2-3 0 15,2-2 3-15,2-4-7 0,4-1-8 0,1-5-8 16,5-5-12-16,6-1-17 0,3 1 2 16,4-2 4-16,3 0-8 0,2-1-12 0,3-3 19 15,8 1-4-15,3-2-13 0,6 2-6 16,-1 2 9-16,2-1 4 0,2 1-6 0,2-1 11 15,0 3-1-15,4 1-3 0,4 2 1 0,4 2 13 16,4 3-2-16,2 2 0 0</inkml:trace>
  <inkml:trace contextRef="#ctx0" brushRef="#br0" timeOffset="942.99">21257 6430 28 0,'20'30'26'0,"0"0"-7"0,-1-1 6 16,2-1 0-16,1 1 2 0,0-3-4 16,1 4 5-16,2-2-11 0,4 3 5 15,-3-5 5-15,1 3-14 0,2-3 9 0,-1 1-3 16,0-1 4-16,-1-2-14 0,-2 2 21 0,-2 1-16 15,-2 0 1-15,1 1-12 0,-1 4 12 16,2 0-10-16,-3 1 20 0,-3-1-1 0,2 3-15 16,-2-3 10-16,-1 2-9 0,2 0-5 15,-5 2 7-15,0-3 13 0,1 2 8 16,-1 0-24-16,-1-2 21 0,-1 2-4 0,-1 1-3 0,0-2 1 16,-1 0 12-16,0 0-18 0,-1 4-4 15,-1-4 5-15,0 0-5 0,-2 3 14 0,0 2-2 16,-1-2-13-16,-1 3 5 0,-2 3 10 15,1-2-2-15,-2 0-6 0,0 2-2 0,0-23-1 16,0 12 3-16,0 3-4 0,0 3 4 0,-14 37-7 16,9-38 3-16,0 2-7 0,-3-3 6 15,-2-1-12-15,1 1 10 0,-2-4-11 0,-1 1 10 16,-1 1 2-16,-3-1 2 0,0 1 5 16,-1 0-11-16,-1 0 10 0,0 2-5 0,-2 0-4 15,1 0 4-15,-2-1-4 0,-1 3 7 0,1 2-2 16,-1 0 3-16,0-1-13 0,-4-2 9 0,1-1-3 15,1 0 1-15,-3-2-1 0,2-2 9 16,-3-1-8-16,0 0 0 0,0 0-2 0,0-5 5 16,-2 2-2-16,-3-3-13 0,-2 0 11 0,-2-2 0 15,-4-1-9-15,-3-2 14 0,-3 0-4 16,-5-4-5-16,0 1 14 0,-4-5-5 0,-2-3-3 16,-2 0-3-16,-4-3-4 0,-2-2-1 0,-6-2 10 15,-6-2-5-15,37 0-3 0,-23 0-1 16,-85-13 1-16,61 5 2 0,-2-1-2 0,1-2-7 15,-2-1 1-15,-1 2-3 0,0-5 10 0,-4 1-9 16,2-3 7-16,-4 0-4 0,2-2 0 16,-2-4 0-16,2-1 2 0,2-3-2 0,-1-7 2 15,0 2-1-15,1-6-6 0,0 1 4 16,-2-6-2-16,0-3 4 0,0-1-7 0,-2-2-7 16,-1-4 0-16,-3-5-3 0,-2-3-3 0,1-2-7 15,-66-47 0-15,42 20-12 0,22 14-1 16,16 8 8-16,1-2-8 0,1-1 6 0,3-4-9 15,4-2-2-15,6-5 0 0,6-1-3 0,8-6-8 16,6-3 18-16,10 2-2 0,16-6 9 16,8-1-14-16,10-4-7 0,10 51-13 0,26-105-10 15,6 50 0-15,16-6-22 16,51-70 2-16,-10 43-2 0,30-25-6 0,2 8 10 0,5 4-5 16,-21 36 6-16,-13 17-4 0,-11 13 6 15</inkml:trace>
  <inkml:trace contextRef="#ctx0" brushRef="#br0" timeOffset="3754.29">16095 11414 115 0,'0'0'137'16,"0"0"-10"-16,-14 0-15 0,14 0-3 15,-23 15-11-15,20-16-8 0,-1 1-16 16,2 1-2-16,-1-2-5 0,2 1 3 0,-2 0-7 15,0 0-13-15,3 0 5 0,2 0-13 16,4 0 1-16,18-1-7 0,-8 1-4 0,11 0 10 16,10 0-8-16,57-10 1 0,-25 7-5 0,12 0-4 15,9 1 5-15,4 2-1 16,0-2-6-16,-42 2 0 0,24 0 1 0,16 0-3 16,6 0 3-16,99 16-7 0,-98-12 4 0,-3 1 0 15,-3 2 5-15,3-3 1 0,-3 2-8 0,0-1 5 16,-3-3-3-16,-2 1-3 0,0-3-5 15,-43 0 8-15,21 0-10 0,12 0-2 0,6 0-6 16,95-16 2-16,-89 11 7 0,-4-4-11 0,-2 1 2 16,-4 0 3-16,-5 1 1 0,-3-1-10 15,-4 2 0-15,0-1-4 0,-4 1 2 16,-5 2 5-16,-3-3-1 0,-6 0 5 16,-1 6-10-16,-5-3 7 0,-4 2-4 0,-3-3-2 0,-3 1 0 15,-2 0 4-15,0 2 2 0,-2-1-11 0,-3 1-9 16,-3 0-23-16,-5 0-33 0,-1 1-59 15,-3 1-108-15,-4-2-137 0,-2-1 0 0</inkml:trace>
  <inkml:trace contextRef="#ctx0" brushRef="#br0" timeOffset="17713.22">25407 13057 52 0,'-19'-17'125'0,"-13"-8"-13"0,23 18-3 0,-2-1-16 16,3-1 2-16,4 1-4 0,0 3 3 15,0-3-12-15,2 2-6 0,2 0-3 16,-2-1 2-16,2 0-6 0,-1 0-7 0,1-1-12 15,0 0-3-15,0-2 1 0,0-7-3 0,0-3-5 16,0-3 0-16,0-2-7 0,0-1-8 16,15-32 0-16,-9 26-11 0,0 2 5 0,0-3-7 15,4-4-3-15,0 1-4 0,2-1 0 16,3-6-13-16,2 4-5 0,3-3 9 0,2 2-5 16,3 1 5-16,3-1-6 0,3-2 2 15,1 3 1-15,2-1-7 0,5 2-1 0,-2-1 2 16,3 3 3-16,0 1-5 0,2 1-1 15,-1 0-2-15,2 2-6 0,3-1 1 0,-3 3 11 16,-1-2-3-16,-4 2-6 0,2 2 4 16,0 2 8-16,0 1 6 0,0 2-10 0,2-3-6 15,-2 3 8-15,4 1-5 0,2 1-1 0,2-2 8 16,3 1 11-16,1 2-6 0,2-1-14 16,2 3 5-16,-2-2 11 0,-4 2-1 0,4 2-14 15,1 0 6-15,-3 5 7 0,2-3-9 0,-2 2 0 16,1-1 2-16,1 3 9 0,0-1-5 15,4 3-14-15,-2 0 7 0,0 1 3 16,1-3 7-16,-1 5-16 0,-1-1 7 0,-1 0 9 16,0 1-12-16,-1 1-4 0,-1 0 6 0,1 1-14 15,-1 0 16-15,0-1 2 0,0 3-2 16,-1 1-6-16,-26 0 11 0,12 0-11 0,7 0 11 16,2 0-9-16,2 0 10 0,50 11-1 15,-46-5 2-15,0-1 6 0,0 1 0 0,0 2-6 16,0-2 4-16,2 4 12 0,-1 0-7 15,2 0 12-15,-1-3-9 0,1 8 0 0,3 0 7 16,4-2-7-16,-1-1 5 0,7 2-11 16,-4 0 13-16,0-2 0 0,-2 2 4 0,-4 0-9 15,-2-1-1-15,-3-1-5 0,-4-1-5 16,-3-1 3-16,-4 0 0 0,-4 1 4 0,-5-1 3 16,-1-2-14-16,-4 0 3 0,-1 2-3 0,-2 1 12 15,-1-3-14-15,-2 4-2 0,-2-1 6 16,-3 0 9-16,-1 1-17 0,-3 2 11 0,-1 0 3 15,2 1 5-15,-4 3-15 0,1 0-5 0,-3 2 10 16,1 1 15-16,-1 0-11 0,-2 1 0 0,-3-1-7 16,1 4 21-16,-2-3-15 0,-1-1 9 15,0 4 2-15,-1-2 2 0,0-10-11 0,0 4-1 16,0 3 14-16,0 3-1 0,-14 22-15 16,7-21 9-16,1 1 5 0,-2-2 0 0,-2 3 6 15,0-1-6-15,-1 0 4 0,-2-1 0 0,-2 2 3 16,-2 1 1-16,-3 1 2 0,-3 1 2 0,-2-1-6 15,1 2 1-15,-7 1 6 0,-2 0 0 16,-1-1 5-16,-3 0-8 0,-2 5 7 0,-1-3-12 16,-4 0 11-16,-3 0-6 0,-1 0 1 15,-2 1 2-15,-2-2-1 0,-2 3 8 0,-2-2 1 16,-1-3-4-16,0 3 1 0,-3 3 6 0,0-2-3 16,-1 1 1-16,-1-2 2 0,3 1-2 0,-3-1-9 15,-2 3 7-15,2-2-3 0,-2-1-5 16,4 3-6-16,-6-3 8 0,-2 2-1 15,2 1 1-15,-4 0-10 0,1 0-2 0,0-6 6 16,-1-1-2-16,5 2-6 0,0-3 7 0,1-3-4 0,1 0-5 16,-1-3 2-16,0-4 8 0,0 4-10 15,-2-6 1-15,-4 0-9 0,1-3 7 16,-3 1-1-16,-3-2 3 0,-2-3-5 0,-3 0-5 16,-4-6 6-16,1 1-8 0,-3-3 0 15,42 0 11-15,-22 0 2 0,-96-13-10 0,65 5-1 16,-1-1 4-16,2-5 4 0,-1 1-9 15,4-2-7-15,-1-2 6 0,3-2-4 0,2-2 4 16,0-3 6-16,-1-1-7 0,1-1-7 0,1-4 9 16,1 2-3-16,1-4-5 0,0 0-8 0,1-6 10 15,0 4-6-15,-2 0 4 0,4-2 1 16,1-1-3-16,0-1-1 0,2 0 3 0,2 0-1 16,-1-3 4-16,0 1-7 0,3-1 3 0,-2-1-1 15,0-1-5-15,1 0 6 0,3-3-11 16,-1 4 5-16,0-2 1 0,2 2-2 15,0 2 4-15,-1-3-5 0,4 0 5 0,0 2 6 16,6 0-3-16,-1 1-2 0,4 0 9 0,3-1-4 16,2 1 3-16,2 0 7 0,4-1-11 0,2 0 5 15,2-1-3-15,4 1 4 0,4-1-3 16,0-3-7-16,6-3 7 0,4 3 0 16,0-3-3-16,6 0 0 0,4 1 3 0,4 1-8 15,4-1 0-15,6 0-5 0,4 21-9 0,0-10 4 16,18-44 2-16,-4 34 0 0,2 2-11 15,2 0 8-15,2 0 9 0,2 2-4 0,6 1-2 16,0 2 1-16,0 0 2 0,4 2 5 0,4 1-7 16,2 0 1-16,2 2-5 0,4 3 9 15,2 1-9-15,4 3 3 0,4 3-1 0,1 1 1 16,5 5-2-16,4 0 8 0,5 7-9 16,6 1 8-16,5 3-1 0,5 3-20 0,2 4-60 15,-44 0-97-15,25 0-97 0,10 0 59 16</inkml:trace>
</inkml:ink>
</file>

<file path=ppt/ink/ink99.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10T14:11:50.651"/>
    </inkml:context>
    <inkml:brush xml:id="br0">
      <inkml:brushProperty name="width" value="0.05292" units="cm"/>
      <inkml:brushProperty name="height" value="0.05292" units="cm"/>
      <inkml:brushProperty name="color" value="#FF0000"/>
    </inkml:brush>
  </inkml:definitions>
  <inkml:trace contextRef="#ctx0" brushRef="#br0">4614 8978 61 0,'-15'0'73'0,"15"0"-2"0,0 0-18 0,0 0 11 16,-15 0 0-16,15 0 4 0,0 0 0 15,0 0 11-15,0 0-6 0,0 0 7 0,-9 9 1 16,17 7-1-16,3-1 3 0,1-1-7 15,4 2 5-15,1-2-1 0,3 0 2 0,3-3-1 16,2-1 1-16,3-2-7 0,8-3-4 0,7-1 4 16,9-2-7-16,5 0-10 15,-25-2-5-15,22 0 1 0,12 0-14 0,86-15 8 0,-62 7-14 16,6 2-4-16,4-3 8 0,6 0-3 0,2 0 7 16,4-2-3-16,8 0 3 0,-4-3 10 15,12 7-21-15,2-2 16 0,0-3-6 0,2 3-4 16,3 2 1-16,5-2-5 0,4 1-4 15,4 0-2-15,2 2 5 0,1-3-7 0,1 3-6 16,5-3 8-16,98-4-9 0,-58 2 9 0,-38-1 8 16,-18 4 2-16,2-2-18 0,2 0 17 15,1 4-13-15,1-7-2 0,-2 2-13 0,0 1 5 16,-2-1-5-16,-1-1 10 0,-4 3 0 0,-5 0-2 16,-3-2-8-16,5 0 9 0,-3-1-3 15,-5 1-1-15,1-1 1 0,-1 1-9 0,-6 0 9 16,-3-3-1-16,-2 3-4 0,-2 1-8 0,-5-3-3 15,-2 0 15-15,-3 2-14 0,-4-1 10 16,-3-2 8-16,-2 2-11 0,-6-1-8 0,-4 0 22 16,-6 1-16-16,-4-1-3 0,-7 1-9 0,-5 0 11 15,-6 1-10-15,-5 1 16 0,-4 0-7 0,-4-1 6 16,-2 0-11-16,-2-2 5 0,-4 3-8 16,-2-2-3-16,0 0-47 0,-1-5-59 0,-1-4-122 15,-2-2-457-15,-6-4 1 16,1-4 0-16</inkml:trace>
</inkml:ink>
</file>

<file path=ppt/ink/ink100.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10T14:13:04.327"/>
    </inkml:context>
    <inkml:brush xml:id="br0">
      <inkml:brushProperty name="width" value="0.05292" units="cm"/>
      <inkml:brushProperty name="height" value="0.05292" units="cm"/>
      <inkml:brushProperty name="color" value="#FF0000"/>
    </inkml:brush>
  </inkml:definitions>
  <inkml:trace contextRef="#ctx0" brushRef="#br0">7018 16478 19 0,'0'-16'30'0,"0"16"-16"0,0-16-5 16,-13-8 1-16,19 5 8 0,4 0-5 0,2-1-4 16,4-2 1-16,1 2-4 0,3-2 4 0,6-3 2 15,3-2-11-15,2 0 7 0,2 0-16 16,3 2 6-16,1 2 3 0,5 3-3 16,-7 3 2-16,2 6 2 0,-2 3 4 0,-3 7-5 15,-16 1 10-15,25 16-4 0,-21 1-4 16,-2 12 16-16,-6 7-11 0,-4 5 3 0,-6 10-8 15,-2-25 13-15,0 12 2 0,0 9 1 0,-16 53 0 16,8-47-2-16,-1-2-8 0,0-3 8 16,1-2-11-16,0-4 7 0,1-3-6 0,-1-7 13 0,4 0-25 15,-3-2 12-15,5-5-10 0,2-14 9 16,0 2-8-16,20 14 15 0,-3-21-1 16,6-4 5-16,-9-2-9 0,34-14 11 0,-8-1-18 15,3-2 12-15,4-6-9 0,2 1 12 0,2-3 2 16,2 1-8-16,-1 1 12 15,-1 1-3-15,-3 2-16 0,-3-1-16 0,-1 5-15 16,-4-1-56-16,-5 2-133 0,-6 0 19 0</inkml:trace>
  <inkml:trace contextRef="#ctx0" brushRef="#br0" timeOffset="308.02">8244 16494 17 0,'3'-25'52'16,"1"2"-4"-16,3-4 8 0,3 3-20 0,4-4 10 15,3-2 5-15,7 1-8 0,0-1 5 0,4 3-9 16,1-2 6-16,5 6 1 0,-2 1-5 0,-2 2-2 16,-2 6-10-16,0 3-2 0,0 1 3 15,-1 5-3-15,-16 5-12 0,3 0 2 0,17 25-6 16,-24-1 7-16,-5 4-18 0,-2-11 11 0,0 7-15 15,-17 31 19-15,6-24-6 0,1-1-7 16,-2-6-12-16,0 0 13 0,-3-2-16 0,3-1 8 16,-1-3-3-16,2-4 15 0,2-3-9 15,2-2-11-15,0-2 3 0,2-5 13 0,1 0-9 0,0-2-1 16,4 0-41-16,0 0-62 0,-4-13-93 16,9-6-12-16</inkml:trace>
  <inkml:trace contextRef="#ctx0" brushRef="#br0" timeOffset="622.69">9174 15744 28 0,'27'-33'45'16,"3"3"-3"-16,4-1 14 0,2 6-15 0,0 2 0 15,-4 3 10-15,-2 4-10 0,-2 7-18 16,0 7 16-16,-18 2-1 0,15 17-13 0,-17 4 12 16,-8-5-22-16,0 13 18 0,-20 46-10 0,7-21 5 15,-2 2-8-15,2-4-1 0,1-8 12 16,1-1 0-16,4-3-20 0,1-5 13 16,2-4-7-16,1 3 7 0,0-6 0 0,3-17-13 15,14 17 18-15,0-15 2 0,8-8-14 0,-8-5 7 16,9 0-5-16,34-20 8 15,-17 5-14-15,4-5 5 0,1-2-12 0,5-4-8 0,4-5-4 16,2-2-56-16,4-3-52 0,-5-3-85 16,2-1-50-16,-2-1 44 0</inkml:trace>
  <inkml:trace contextRef="#ctx0" brushRef="#br0" timeOffset="957.87">10203 15323 5 0,'-24'29'52'0,"-3"5"4"0,7 7-11 16,3 7-4-16,1 5-1 0,6 2 16 0,5 3-9 16,5-28 8-16,0 12-4 0,27 50 2 15,-6-42 1-15,7-7-8 0,6-4 11 0,2-5-5 16,4-2-9-16,2-3-2 0,2-3 1 0,-2-2-18 15,-2-1 4-15,-6-2-11 0,-2-5 5 0,-4 0 9 16,-4-1-17-16,-6 2 11 0,-5 2-5 16,-10 3-12-16,-3-8 3 0,-18 24-2 15,-4-13 3-15,-9 4-4 0,-6-2-7 0,-5 4 4 16,-3 0-6-16,-6 1 13 0,2-2-7 0,-2-1 5 16,-1 2-10-16,4-2 4 0,4-1-14 0,5-1-5 15,1-5-67-15,3-1-120 0,8-6 4 16</inkml:trace>
  <inkml:trace contextRef="#ctx0" brushRef="#br0" timeOffset="1748.71">8100 18149 10 0,'-6'40'44'0,"-1"-4"5"15,2-7-21-15,-1 2 19 0,2-5-12 0,-1-5-2 16,-2-8 7-16,5-4-20 16,-2-9-9-16,4-5 7 0,-2-6-9 0,0-16 1 0,0-7-14 15,2 18-7-15,0-13-10 0,0-6 14 16,16-43-16-16,-9 34-5 0,4-2-1 0,1 2 10 0,0 4 5 16,1 3-15-16,0 4 1 0,2 3 18 15,-2 4-7-15,3 3 0 0,-1 3 8 0,2 7-3 16,-1 3 13-16,-1 10-6 0,-6 0 15 0,18 17-10 15,-12 6 28-15,2 2-16 0,0 8 19 16,1 5-10-16,-1 2-2 0,3-3 19 0,-1-1 0 16,-5-4 3-16,2-7-6 0,-4-3-3 15,3 3 9-15,-6-10-22 0,3-9 9 0,-12-6-15 0,28-23 9 16,-8 0-16-16,2-13 2 0,2-3 3 16,1-8-12-16,-1-2 3 0,-1 0-1 0,1-2-8 15,1 1-1-15,-2 3-2 0,-2 0 0 16,0 6 3-16,-1 1-7 0,2 2-3 0,-4 4-3 15,4 2 8-15,0 5-6 0,1 4-6 0,1 3-17 16,-3 5-60-16,3 6-107 0</inkml:trace>
  <inkml:trace contextRef="#ctx0" brushRef="#br0" timeOffset="2023.98">9221 17453 4 0,'12'-40'21'0,"-3"8"3"0,0-2-12 0,-3 4 10 15,0-2-18-15,-3 4 1 0,-2 3 9 0,1 4-2 16,-2 14 0-16,0 0-14 0,-14-3-1 0,8 13-2 16,-6 13 12-16,-3 6-14 0,2 3 13 0,-1 3 4 15,0 4-1-15,-1 9 6 0,6 5 4 16,3 3-2-16,2 2-6 0,0 2 16 15,4 0-19-15,0-30 22 0,0 12 6 0,16 39-12 16,-5-42 8-16,1-6-9 0,8-9 10 16,5-9-16-16,-9-8 9 0,30-19-9 0,-12-2 9 0,8-11-41 15,-1-7-58-15,-5-6-127 16,-4-7 1-16</inkml:trace>
  <inkml:trace contextRef="#ctx0" brushRef="#br0" timeOffset="2224.23">9634 17295 62 0,'0'30'81'0,"0"17"-17"16,16 60-10-16,-6-47 0 0,2-3-17 0,4-4 6 16,-2-2 7-16,4-7-17 0,2-2-5 0,0-6 17 15,4-9-18-15,-2-5-21 0,0-7-28 16,-2-8-44-16,0-5-28 0,-12-2-49 0,11-29-38 15</inkml:trace>
  <inkml:trace contextRef="#ctx0" brushRef="#br0" timeOffset="2334.8">9816 17549 1 0,'-8'-22'1'0,"2"-3"9"0,4 8 0 16,2 7 3-16,14-16 3 0,2 13 3 16,8-2-11-16,2 4 17 0,5 0 2 0,7 1 4 15,5 2-24-15,6-3 8 0,7 2-3 0,4 2-20 16,6-3-29-16,-1-1-94 0</inkml:trace>
  <inkml:trace contextRef="#ctx0" brushRef="#br0" timeOffset="2877.47">11000 17016 67 0,'-8'31'74'0,"1"1"-16"0,2 6 10 16,-2 2-20-16,5-1 14 0,-2-1-4 16,2-2-10-16,1-2-17 0,0-7 10 0,-1-4-8 15,2-9 9-15,0-14-12 0,0 0 2 16,2 7-17-16,2-14-5 0,1-17-5 0,-1-8 8 16,1-2 0-16,1 0-18 0,0-4-11 0,1-1-1 15,0-2 12-15,-2 0-21 0,6 3 13 16,-1 1-20-16,1 5 12 0,0 2-6 0,-1 0 8 15,2 7-15 1,0 1 16-16,-1 2-8 0,-2 4 8 0,-1 7-6 0,0 5 11 0,-8 4 0 16,10 0 18-16,10 30 4 0,-11-3-1 0,-1 2 5 15,3 8-3-15,-2 0 8 0,0 3-5 0,3-4 7 16,2 1 9-16,2-3-8 0,1-5 15 16,0-2-2-16,3-4-20 0,0-7 6 0,3-4 2 15,6-8-15-15,-13-4 1 0,31-13 16 0,-14-2-15 16,1-5-3-16,0-5 3 0,-4-2 4 15,0-4-28-15,-2-3 3 0,-4 1 13 0,-4-4-13 16,-4-1-10-16,-4 7 0 0,-4 2-12 16,-4-5 14-16,-4 7-4 0,0 16 0 0,0-4 13 15,-10-9-2-15,3 18-2 0,-1 6-10 16,-4 9 14-16,0 7-5 0,-3 9 9 16,2 7 5-16,4 10-7 0,-3 2 1 0,4 5 19 15,2-2 9-15,4 1-4 0,2-26 1 0,0 10 18 16,16 38-19-16,-3-39 17 0,4-5 4 15,6-5-22-15,4-10 7 0,5-6-1 0,-15-5-6 16,39-14-6-16,-13-4-23 0,2-7-36 0,-1-8-49 16,-2-6-100-16,-2-1-26 0</inkml:trace>
  <inkml:trace contextRef="#ctx0" brushRef="#br0" timeOffset="3040.22">12101 17020 28 0,'-12'39'42'0,"1"3"18"16,5-5-13-16,0-1 9 0,2-2-24 16,3 0 14-16,1-21-20 0,0 7 4 0,0 0 2 15,21 13-14-15,-5-29 4 0,-7-4-26 0,25-11-51 16,-13-4-124-16,0-8-18 0</inkml:trace>
  <inkml:trace contextRef="#ctx0" brushRef="#br0" timeOffset="3220.62">11976 16692 26 0,'2'-2'40'0,"2"0"-13"0,-2-1-18 0,0 2-6 15,1 0-22-15,-2 1-28 0</inkml:trace>
  <inkml:trace contextRef="#ctx0" brushRef="#br0" timeOffset="3600.41">11993 16690 9 0,'1'0'52'15,"1"4"-3"-15,2 1 19 0,1 13-13 0,0 2-8 0,1 9 13 16,-2 4-10-16,-2 5 11 16,0 2-5-16,-1 5-12 0,0 0 13 0,2 1-27 15,2-3 6-15,-1-5-7 0,3-3 7 0,-3-6-12 16,1 2-13-16,-1-6-2 0,0-6 14 16,0-6-16-16,0-10 3 0,2-3-4 0,-6 0-12 0,14-18-5 15,-3-3-7-15,-1-6-3 0,1-1 5 16,0-2-28-16,-1-4 14 0,2-3-1 0,0-2-7 15,2-1 3-15,0 2-3 0,-2 2-10 16,3 4 12-16,-3 4 10 0,1-1-15 16,1 5 21-16,2 0-5 0,0 3 10 15,0 5-2-15,1 5-5 0,0 2 12 0,-1 9-9 0,-6 0 16 16,19 15 11-16,-12 2 8 0,-2 7 20 16,0 5-23-16,-5 6 20 0,1 1-8 15,1 2 8-15,-1-2-24 0,1-4 19 0,0 0-9 0,-3-2 7 16,4-2-23-16,-2-3 1 15,2 2-20-15,-1-6-14 0,-1-6-54 0,-6-8-105 16</inkml:trace>
  <inkml:trace contextRef="#ctx0" brushRef="#br0" timeOffset="3932.54">12782 16837 67 0,'7'32'74'0,"-7"-15"1"0,9 40-18 15,-5-17 3-15,2-3-11 0,0-3 2 0,4-5-10 16,-2 0-5-16,-2-3 1 0,5-5-18 16,0-5 8-16,-1-11-14 0,-10-5 11 0,14 0-19 15,18-22-2-15,-14 4-2 0,1-7 3 0,1-2-6 16,2-5-17-16,0-2 3 0,0-4-2 15,0 1 9-15,0 1-17 0,-2 3 14 0,0 2 1 16,0 3-4-16,-1-1-15 0,-2 6 13 0,-1 1 5 16,2 3-6-16,0 2 9 0,4 4-15 0,-4 5-9 15,-2 6 11-15,-6 2 4 0,14 13-1 16,-12 5 8-16,-2 7-9 0,-4 7-16 16,-4 1-81-16</inkml:trace>
  <inkml:trace contextRef="#ctx0" brushRef="#br0" timeOffset="4220.35">13457 16883 39 0,'18'-34'30'0,"5"-6"-19"0,-3 0 10 0,0-3-12 16,2-2 6-16,-6 1-15 0,0 1 11 15,-3 1-4-15,-2 5-7 0,-3 1 10 0,-2 3 0 16,0 0 5-16,-6 7-7 0,4 1 4 0,-2 5 13 16,-2 10-17-16,0 10-13 0,-2 5 10 15,-9 18 2-15,3 11-17 0,-3 6 23 0,1 16 4 16,-4 7-8-16,4 6 10 0,-2 4 6 15,5 4-10-15,3-4 4 0,4-38 3 0,0 15-4 16,15 58-6-16,-9-53 14 0,4-6-11 0,-4-8-12 16,2-3 5-16,-2-5 7 0,0-2-11 0,-3-1 3 15,-2-7 13-15,-1-12-2 0,-17 23-4 16,0-15-10-16,-6-1 4 0,-7-2 0 0,-6-3-18 16,-9 1-2-16,-3-3-4 0,0-6 3 15,1-3-3-15,25-2 18 0,-9 0-19 16,-33-16-10-16,39-7-41 0,9-9-129 0</inkml:trace>
  <inkml:trace contextRef="#ctx0" brushRef="#br0" timeOffset="4387.78">13938 16803 19 0,'-17'77'74'0,"0"2"-11"0,1 1-4 0,2 0-13 15,5 0-25-15,4-9-1 0,3-5 5 16,2-36-4-16,11 53-4 0,1-37-4 16,5-9-17-16,3-11-45 0,-1-5-81 0</inkml:trace>
  <inkml:trace contextRef="#ctx0" brushRef="#br0" timeOffset="4738.13">15701 16147 43 0,'36'0'47'0,"20"0"-53"0</inkml:trace>
  <inkml:trace contextRef="#ctx0" brushRef="#br0" timeOffset="4920.35">15753 16760 54 0,'90'-19'64'0,"9"-5"-33"16,6-3-78-16</inkml:trace>
  <inkml:trace contextRef="#ctx0" brushRef="#br0" timeOffset="5723.96">18191 16113 25 0,'104'-40'55'0,"-39"20"-6"16,3 2 8-16,4 4-3 0,0 3 7 0,-4 4 2 16,-5 2 5-16,-6 3-10 0,-33 2 1 15,11 0-6-15,34 23 1 16,-45-5 2-16,-9 7-8 0,-8 7-1 0,-7-12-9 0,-14 43-10 0,-4-19 1 15,-2 2-8-15,-2-3-5 0,2-2 0 0,3-5 3 16,2-3-17-16,3-1 1 0,4-4-5 16,4 5 5-16,4-20 2 0,0 4-5 0,24 23-16 15,0-27 20-15,6-4-3 0,8-1-16 0,8-5 8 16,-20-3 3-16,16 0-10 0,63-13 17 16,-36 4-24-16,6-5 10 0,1 1 10 0,5-2-8 15,-1-2-25-15,1-1-42 0,-6-4-74 16,-5 1-109-16,-7-1 32 0</inkml:trace>
  <inkml:trace contextRef="#ctx0" brushRef="#br0" timeOffset="6143.54">19624 15745 7 0,'14'-31'47'0,"8"4"-7"15,4-2-4-15,12 3 12 0,3 1 0 0,6 0-5 16,3 0 7-16,5 7-21 0,0 2 10 16,-3 3-8-16,-2 4 4 0,-7 6-12 0,-2 3 7 15,-23 0 4-15,27 22-4 0,-26-1-4 0,-10 9-1 16,-9-12 9-16,-13 42-22 0,-9-10 15 16,-7 6-8-16,-7 0-1 0,-5 6-6 0,-3 2-7 15,-2-1-1-15,0 4-4 0,2-3 11 0,2 1-7 16,5-3-7-16,6-1 10 0,5-5-1 15,4 0-9-15,6-3-10 0,7-4 5 0,5-3 12 16,4-24-22-16,13 40-2 0,6-27 24 0,10-7-20 16,6-2 11-16,6-6-5 0,6-6 15 15,4-4-4-15,3-5-17 0,1-5 18 0,-31 0-4 16,13 0-8-16,2 0 11 0,36-18 2 0,-46 1-5 16,-9-1 14-16,-5-6-17 0,-15-4 0 15,0 15 9-15,-26-29 1 0,1 14-19 0,-8-1 14 16,-9-3-24-16,-6 1 3 0,-2 0-18 15,-1-1 12-15,3 6 1 0,5-1 3 0,7 7-8 16,6 1 17-16,3 1-6 0,3 7-1 16,11 4 9-16,9 3 4 0,8 4 10 0,14 5 3 0,10 3-24 15,4 0-55-15,6-1-137 0</inkml:trace>
  <inkml:trace contextRef="#ctx0" brushRef="#br0" timeOffset="6542.49">21714 15630 82 0,'-10'45'93'16,"-3"10"-12"-16,1 5-2 0,-1 6-6 15,-1 4-10-15,-2-2 7 0,7 4-12 0,-3-6-10 16,3 0 15-16,1-6-21 0,0-2 7 0,0-5-14 15,4-2-3-15,-2-2-4 0,4-1-3 16,-2-5-14-16,1-2 5 0,-1-5-9 0,3 1-7 16,-3-4 16-16,1 2-10 0,-2-4 5 0,1-5-1 15,0-3-3-15,1-2-29 0,2-2-33 16,-3-9-46-16,1-4-90 0,-1-4-62 0,4-2 47 16</inkml:trace>
  <inkml:trace contextRef="#ctx0" brushRef="#br0" timeOffset="6728.87">21259 16184 61 0,'28'0'62'0,"57"-18"-5"0,-22 10 5 0,1 2-15 15,-1-1-4-15,-2 1 8 0,-4 1-6 16,3 2-10-16,-1-2-30 0,-3 0-47 0,-6 0-149 15,-1-2-24-15</inkml:trace>
  <inkml:trace contextRef="#ctx0" brushRef="#br0" timeOffset="7299.16">22893 15501 9 0,'-34'19'62'0,"0"7"-21"0,-4 5-4 0,0 7 8 16,0 9 19-16,4 0-3 0,2 8-19 0,2 4 7 15,2 3 1-15,6-1 7 0,6-2 5 16,8-1-7-16,6-7 7 0,2-28-7 15,12 39-5-15,2-30-6 0,6-7-9 0,6-8 1 16,4-9 5-16,2-5-18 0,-14-3 2 0,40-15-20 16,-14 2-4-16,0-6-5 0,2-1 1 0,-4-1-2 15,-2-2-10-15,-2 5-7 0,-6 0 0 0,-2 3 14 16,-4 2-3-16,-4 0-22 0,0 1 10 16,-6 1 8-16,0 2-4 0,-4 7 3 0,-12 2 15 15,8 0 7-15,7 20 1 0,-14 5-14 16,-1-8 11-16,-13 36 2 0,2-10-2 0,-3 6 2 15,0 1 5-15,-2 0 0 0,4 2 9 16,4-4-11-16,2-2-5 0,4-3-6 16,2-26 10-16,0 11 1 0,24 27-2 0,-8-29 0 15,7-5 6-15,2-5-52 0,6-6-55 0,1-4-80 16,3-4-99-16,-19-2 49 0</inkml:trace>
  <inkml:trace contextRef="#ctx0" brushRef="#br0" timeOffset="7736.42">23826 15755 28 0,'17'-19'42'0,"10"2"1"0,5 0 20 15,8 4-15-15,3 7 13 0,2 4-12 0,-22 2 0 16,40 13 0-16,-25-2-16 0,-6 8-11 16,-4 7 15-16,-10 7 3 0,-6 5-8 0,-12 5-8 15,0-20 20-15,-12 43-19 0,4-29 7 0,-2-1-8 16,0-7-9-16,0-5 15 0,0 2-6 16,2-1-18-16,1-8 9 0,2-2-27 0,-1-2 14 15,4 0-13-15,2-5-2 0,0-8 24 16,0 0-13-16,26 23-9 0,0-14 13 0,2-3-15 15,4 2 8-15,3 1 7 16,2-2 10-16,2 4-10 0,0-1 9 0,-2 3 13 0,-1 0 3 16,-4 2 7-16,-4 0-11 0,-3 2 12 0,-5 0 3 15,-4 2-7-15,-4 9 3 0,-10 4-3 0,-2-16 3 16,-19 29-17-16,-1-17 5 0,-5 1 2 0,-6-3 1 16,-2-1-9-16,-3-2 1 0,-4-5 2 15,-2 1-21-15,-2-4 4 0,0-2 1 16,0-2-10-16,0-3-15 0,2-2-3 0,2-5-10 15,3 0 22-15,21-1-17 0,-9 0-30 16,-30-21-69-16,33 8-77 0</inkml:trace>
  <inkml:trace contextRef="#ctx0" brushRef="#br0" timeOffset="8004.54">25279 15814 34 0,'1'53'97'16,"-1"-22"-18"-16,-16 70 8 0,4-27-12 0,-2 4 0 0,-2-3 2 16,4 0 5-16,0-2-1 0,2-6-14 15,4-3-4-15,2 0-7 0,0-6-7 16,1-5-9-16,3-6-2 0,0-5-6 0,-1-2 0 15,1-22-15-15,0 9-8 0,0 2-2 0,0-3 4 16,0-2-20-16,0-4 15 0,0-4-4 16,0-7 0-16,14 3-51 0,-10-12-66 0,2-4-104 15</inkml:trace>
  <inkml:trace contextRef="#ctx0" brushRef="#br0" timeOffset="8421.17">26963 16137 61 0,'14'-9'54'0,"9"-2"-9"0,5-1 2 16,8 1-8-16,10-1 6 0,14-3-6 0,6 3 6 16,9-2 2-16,2 3-3 0,5 0 2 15,-1 1-15-15,-1 3-14 0,-3-1-46 0,-9 2-128 16,-8-3-59-16</inkml:trace>
  <inkml:trace contextRef="#ctx0" brushRef="#br0" timeOffset="8591.44">27025 16532 25 0,'43'1'48'0,"-18"-1"-7"0,17 0 10 16,10 0 7-16,8 0-14 0,73-13-10 15,-59 8-8-15,0-3-6 0,1 2-56 0,-4-7-129 16</inkml:trace>
  <inkml:trace contextRef="#ctx0" brushRef="#br0" timeOffset="9854.94">30105 15825 45 0,'-51'-22'78'15,"32"22"-23"-15,-10 0-5 0,-10 0-8 0,-6 0-5 16,-55 17 10-16,44-7-22 0,0 4-2 15,2 2 12-15,-1 3-22 0,3 7 23 0,1 3-14 16,3 4 9-16,0 7-8 0,8 2 21 16,3 5-14-16,6 0 18 0,6-1-14 0,6-3 7 15,8-2 3-15,9-4 4 0,2-21 3 16,22 25-9-16,4-24 1 0,11-6-12 0,6-8 1 16,-19-3-3-16,54-11 5 0,-22-3-9 0,2-5-7 15,-1-1-1-15,2-3-5 0,-6-1 0 16,1-3-6-16,-6 4-1 0,-6 0-1 0,-3 3-9 15,-7 3-2-15,-3 2-6 0,-5 0 18 16,-1 3-11-16,-1 1-2 0,-4 3 8 0,-6 5 4 16,-12 3 0-16,0 0 2 0,6 28-1 0,-16-2 11 15,-5 7-12-15,-4 8 9 0,-5 3 3 0,-2 6 0 16,0 0 4-16,2 2-6 0,2 1 3 16,1-6-1-16,5-1 8 0,2-5-2 0,2 1-8 15,4-7-9-15,4-1 8 0,0 0-1 16,4-19-3-16,14 23-13 0,-1-21-30 15,7-4-50-15,4-7-68 0,-12-6-118 0,8 0 49 0</inkml:trace>
  <inkml:trace contextRef="#ctx0" brushRef="#br0" timeOffset="10197.84">30411 16109 37 0,'2'-2'80'0,"-1"6"4"16,-1 5 1-16,-5 10-2 0,-3 8-16 16,-4 1-2-16,-4 6-4 0,-2 4 7 0,1 4-16 15,1-2 0-15,3 1-5 0,3-4 0 0,5-3-4 16,5-16-4-16,0 5 3 0,20 24-1 16,0-31-8-16,4-3-12 0,7-2 2 15,3-3-1-15,4 1-8 0,1-3-11 0,1 0-2 16,-2 1-1-16,0 0-6 0,-4-1 2 0,-3 3-1 15,-2-2 0-15,-2 3 4 0,-4 0 6 16,-2 0-2-16,-4 2 1 0,-5 0 14 0,-6 5-5 16,-6-6-7-16,-12 23-3 0,-2-11 3 0,-7 5-1 15,-6 3-8-15,-6-1-2 0,-4 0 1 16,-6-2 8-16,-4 2-4 0,-2-4-17 0,-2-6-4 16,0-4-5-16,2-3 18 0,-3-3-21 15,1-8-10-15,29-2-15 0,-48-13-64 0,30-6-100 16</inkml:trace>
  <inkml:trace contextRef="#ctx0" brushRef="#br0" timeOffset="10346.16">31080 16037 39 0,'29'0'47'0,"60"-14"-5"0,-26 5-29 0,-2 2-60 15</inkml:trace>
  <inkml:trace contextRef="#ctx0" brushRef="#br0" timeOffset="10688.65">31623 15746 34 0,'-51'18'71'0,"-1"7"-6"0,-2 9 2 0,-4 5-3 0,0 8-13 16,4 2 8-16,3 4-8 0,6-2 9 0,9-3 4 16,9-5-7-16,3-4-20 0,9-5 9 15,6-7 0-15,6-3-4 0,15-9-10 16,8-7 2-16,10-5-3 0,-13-3-17 16,39-13-2-16,-13 2 5 0,1-2-1 0,1-1-19 15,2-1 1-15,-1 0-2 0,-2 2-6 16,-4 0 5-16,-3 2 11 0,-5 3-13 0,-5 0-9 15,2 3 8-15,-3 3 8 0,-17 2 6 0,19 13-10 16,-16 4 11-16,-7 8-3 0,-5-8-1 16,0 12 10-16,-22 43-4 0,3-20 5 0,-4 0-2 15,2 3 22-15,-2-4-16 0,4 2 0 0,3-5-11 16,3 1-1-16,4-7-3 0,3-4 6 16,1-2-18-16,5-2 2 0,0-20-4 15,0 4-39-15,0-3-54 0,11 8-106 0</inkml:trace>
  <inkml:trace contextRef="#ctx0" brushRef="#br0" timeOffset="11231.88">27980 16173 11 0,'-19'-51'84'0,"10"-2"5"16,9 27-18-16,13-57-1 0,9 26-14 0,10-1 2 15,9 1-1-15,10-5 15 0,9 0-8 0,9 0 3 16,8-3 0-16,11 1 1 16,11-1 1-16,90-39 6 0,3 5-2 0,6 12-6 0,4 12-3 15,7 8 1-15,13 10 6 0,9 11-11 16,3 8 11-16,-41 16-7 0,-22 10 1 0,-19 8-3 15,-72 4 1-15,261 16-5 0,-98 12-7 0,-10 15 1 16,-17 7-1-16,-9 13-3 16,-18 9 10-16,-15 13-5 0,-17 7-4 0,-19 12-17 0,-19 1-5 15,-18 7 9-15,-15 8 0 0,-17 3-19 16,-14 16 3-16,-15 1-2 0,-14-5-12 16,-10-3 16-16,-10 0-2 15,-6-67-7-15,-31 134-4 0,0-67-9 0,-13-7 0 0,-9-6 2 0,-14-11-4 16,-11 0 10-16,0-14 0 0,1-9 13 0,1-11 23 15,-7-3 25-15,-13 0 0 0,-73 37 23 16,29-30 12-16,13-18 13 0,-66 18 5 16,24-25 26-16,16-19 14 0,15-10 7 0,-10-6-17 15,-112-3-11-15,155-15-23 0,-251-18-12 0,104-11-27 16,9-12-18-16,13-10-13 0,9-9-23 0,13-6-13 16,12-12-5-16,6-5-10 0,45 8-16 15,32 3-9-15,18 6-5 0,6-7-15 0,6-7-19 16,7-9-69-16,8-1-83 0,5-8-708 0,5-2 0 15,2-5 0-15</inkml:trace>
</inkml:ink>
</file>

<file path=ppt/ink/ink101.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10T14:13:40.083"/>
    </inkml:context>
    <inkml:brush xml:id="br0">
      <inkml:brushProperty name="width" value="0.05292" units="cm"/>
      <inkml:brushProperty name="height" value="0.05292" units="cm"/>
      <inkml:brushProperty name="color" value="#FF0000"/>
    </inkml:brush>
  </inkml:definitions>
  <inkml:trace contextRef="#ctx0" brushRef="#br0">12095 3918 38 0,'0'0'62'0,"0"0"-3"16,0-17-10-16,19-4-1 0,-20 16-6 16,1-1-6-16,0-2 5 0,-3 3-21 0,2-1 4 15,1 6-8-15,0 0 15 0,-12-26-7 0,3 14-13 16,3 1 4-16,-3-2-10 0,-2 2 5 16,2-1-6-16,-2 3-2 0,-1 0-2 0,-1-1-6 0,-2-1 20 15,-2 3-17-15,2 1 9 0,-2-1-12 16,-3 2-8-16,0 1-1 0,-3 3 0 15,-2 0 8-15,0 0 4 0,12 2-14 0,-9 0 8 16,-2 0 12-16,-22 13-16 0,23-4 7 16,0-1 0-16,6 5-7 0,1 3 3 0,1 6 3 0,3 1 0 15,4 5 6-15,0 4 9 0,0 4 0 16,8 1 2-16,-1 5 7 0,1-21-4 16,0 9 13-16,15 47 17 0,-3-32-17 0,0 1 11 15,1-3-13-15,3-3 18 0,-3 0-15 0,2-6 4 16,0 0 3-16,-1-6-11 0,1 2-2 15,-2-4 0-15,1-1-5 0,-2-2-11 0,0 1-1 0,-3-1-6 16,0-2 5-16,-6 1-8 0,2-1 7 16,-3 0-5-16,-2-10 15 0,-11 23-4 0,-5-10 8 15,0-3-7-15,-5 1 19 0,-6 0-17 16,-5 1 18-16,0-3 4 0,-3-2 14 0,1-2-8 16,-1-4 17-16,2-2-10 0,3-5 0 15,-4-4 2-15,18-1-1 0,-7 0 5 0,-24-21 4 16,26 4-1-16,6-4 5 0,7-5-10 15,8 9-4-15,0-7-5 0,28-35-16 0,-2 21-6 16,10-3-11-16,9-1-20 0,10-1-45 0,7 0-69 16,5 2-57-16,-2 0-110 0,1 6 30 15</inkml:trace>
  <inkml:trace contextRef="#ctx0" brushRef="#br0" timeOffset="512.97">12135 4252 139 0,'15'-23'128'16,"2"1"-24"-16,7-5-9 0,6 1-9 0,6-3-13 16,1 3-20-16,0 3-9 0,2 3-13 0,-3 5-15 15,1 3-11-15,-6 7 11 0,1 5 0 16,-19 0 1-16,19 26-9 0,-20 0 14 0,-6 7-11 15,-6-15 7-15,-12 43 15 0,-3-14-17 16,-4 0 9-16,-3 0-12 0,-2-6 24 0,-2-3-10 16,1-6 35-16,2-7 21 0,1-4 0 0,-2-5-1 15,-2-4-6-15,2-8-3 16,14-4-6-16,-20-17-12 0,14-4-9 0,6-3-10 16,4-5-9-16,4-7-17 0,2 18-14 15,12-37-5-15,8 14-6 0,4-2-2 0,8-3 2 16,4 2-8-16,2 1 2 0,1 3 1 0,-2 5-14 15,-3 2 7-15,-2 7-1 0,-3 5-6 16,-4 4-1-16,1 10 12 0,-5 5-7 0,-12 2 7 16,14 30 9-16,-15-3 4 0,-4 9 17 0,-4 3-14 15,0-20 12-15,0 7 5 0,0 2 12 16,0 1 22-16,0-6 0 0,0-3 10 0,0-4 4 16,0-4 1-16,0-2 3 0,0-10 4 0,1 9-12 15,2-13 3-15,1-13-6 0,4-5-8 0,2-7-6 16,3 0 0-16,4-6-4 0,6-4-28 15,4-1-5-15,3 1-11 0,5-1-16 0,5 2-32 16,0 1-44-16,3 1-56 0,-4 2-50 16,1 3-172-16,-2 2 0 0</inkml:trace>
  <inkml:trace contextRef="#ctx0" brushRef="#br0" timeOffset="825.98">13552 3827 5 0,'0'0'184'0,"-2"-1"-13"0,4-1-18 0,-2 0-5 16,0-2-6-16,0 0-18 0,1-1-10 0,2-2-14 16,7-9-15-16,4 0-6 0,3-2-18 15,3 3-6-15,4 0-9 0,5-1-13 0,3 4-1 16,0 4-5-16,0-1-1 0,-2 5-7 15,0 4 8-15,-15 0-4 0,24 13-9 16,-22-2-2-16,-2 6-2 0,-5 3 2 16,-2 0 2-16,-1-1 1 0,-2 3-3 0,-2-3 3 15,1 0 0-15,-1-2-12 0,2 0 6 0,0-3 6 16,2 2-6-16,1-4 3 0,4-3 9 16,4-4 4-16,4 1-8 0,-8-6 1 0,8 0-30 15,28-11-29-15,-19 1-39 0,6-1-51 0,0 0-34 16,-2-5-78-16,0 4-65 0,-2-2 0 0</inkml:trace>
  <inkml:trace contextRef="#ctx0" brushRef="#br0" timeOffset="1083.16">14350 3738 164 0,'-4'-11'182'0,"0"0"-14"16,2 3-8-16,0-3-11 0,2 4-19 15,0-6-16-15,22-15-12 0,-8 12-15 0,9 1-11 16,0-1-7-16,5 5-12 0,2-1-12 15,7 2-8-15,-2 6-7 0,-3 0-10 0,-15 4-3 16,7 0-6-16,27 18 0 0,-32-2 3 0,-10 9 5 16,-8 5-8-16,-1-15 2 0,-22 40-2 0,1-16 3 15,-5 2-8 1,-4-4 4-16,4-3 7 0,0-4-6 0,2-5 13 0,1-3-2 16,3-5-5-16,-3-3-6 0,2-7-14 15,2-6-23-15,11-1-26 0,-16-18-58 0,14-1-75 0,6-8-122 16,4 12 20-16,0-9 0 0</inkml:trace>
  <inkml:trace contextRef="#ctx0" brushRef="#br0" timeOffset="1357.16">14855 3404 83 0,'10'-12'182'16,"2"1"-13"-16,1-2-16 0,0-1-5 0,3 0-12 15,3-1-20-15,4-2-15 0,-2 1-9 16,6-1-8-16,2 0-17 0,3 1-3 15,1 0-9-15,2 2-8 0,-3 3-5 0,-1 1-15 16,-2 4-2-16,-1 4 4 0,-15 2-16 16,20 13 5-16,-19-1 5 0,-9 11-15 0,-5-10 5 15,-12 34 7-15,1-15-6 0,-1 0 0 0,-2 3-6 16,-1-2 7 0,1-1-6-16,2-1-3 0,0-5 4 0,2 0-7 0,1-4 6 0,1-2 8 15,1-3 0-15,3-6-4 0,3-1 8 0,1-10-2 16,13 2-16-16,7-9-21 0,8-3-36 15,0-5-48-15,8 0-51 0,1-4-96 16,5-4-81-16,-1-2 1 0</inkml:trace>
  <inkml:trace contextRef="#ctx0" brushRef="#br0" timeOffset="1722.65">15763 2968 59 0,'4'1'150'0,"0"4"-13"0,4 9-10 15,0 4-3-15,-1 5-12 0,-2 5-11 0,-1 4-12 16,-2 5-2-16,-1-3-6 0,0 1-5 16,2 2-17-16,0-6 4 0,-2-4-14 0,2-4 5 15,-1-3-8-15,1-4-1 0,4-4 4 16,2-7 4-16,3-3-9 0,-1-2 0 0,6 0-7 15,26-19-6-15,-19 8-5 0,1-1 2 0,3 1-1 16,1-3-6-16,2-1 6 0,0 1-3 16,-1 2-3-16,1 1-9 0,-2 0-1 0,-1 5-8 15,0-3-9-15,-4 7 4 0,-1 1-1 0,-15 1 7 16,13 14-4-16,-11 1 0 0,-10 6 1 0,0-6 3 16,-15 32-1-16,-1-3 1 15,-5 3-8-15,-3 5-4 0,-2-1-8 0,-2-3-11 16,0-2 1-16,-1-1-27 0,4-8-23 0,-2-2-38 15,2-5-59-15,-3-7-118 0,0-10 7 16,1-3 0-16</inkml:trace>
  <inkml:trace contextRef="#ctx0" brushRef="#br0" timeOffset="1864.29">15857 3047 126 0,'65'-46'133'0,"8"3"-9"0,3-1-21 15,2 5 1-15,-2 2-7 0,0 5-17 16,-4 0-33-16,-4 9-31 0,0 4-78 0,-8 4-105 16,-4-1-89-16,-4 6 25 0</inkml:trace>
  <inkml:trace contextRef="#ctx0" brushRef="#br0" timeOffset="2387.03">14612 4552 109 0,'-5'12'182'0,"0"-3"-14"15,2 0-2-15,-4 6-8 0,2 2-18 16,-2 4-13-16,-2 5-8 0,0 0-3 0,-2 6-9 16,-2 3-22-16,-1 0-2 0,-2 5-6 0,1-4-4 15,2 0-16-15,1-6 5 0,1-4-9 16,-1 0-1-16,3-4-4 0,1-3 34 0,2-2 16 16,1-6 0-16,1-7-14 0,4-4 4 15,-4-13-23-15,4-7-33 0,0 4 6 0,0-9-18 16,13-41-3-16,-2 18-9 0,2-4 0 0,6-3-9 15,2-2-21-15,5-1 6 0,2 3-7 0,3-1-2 16,1 7-6-16,1 3-7 0,2-1 8 16,0 4 1-16,1 4-1 0,0 3 6 0,0 5 0 15,1 6-8-15,-5 5 8 0,-4 7 5 16,2 9-8-16,-20 4 8 0,22 13 8 0,-18 8 2 16,-6 7 2-16,-4 6-6 0,-4-17 4 15,0 8 7-15,0 5-2 0,0 0-7 0,0 1 4 16,0-3 3-16,0-1 4 0,0 0-2 0,0-2 13 0,9 18 11 15,0-26 9-15,5-2 16 16,2-6-16-16,8-3 11 0,2-5-21 0,6-1-8 16,-16 0-30-16,35-14-31 0,-14 3-56 0,6-1-55 15,-2-3-64-15,2-2-226 0,-1-3 0 0</inkml:trace>
  <inkml:trace contextRef="#ctx0" brushRef="#br0" timeOffset="2587.69">15763 4141 196 0,'2'-3'211'0,"-1"0"-24"0,2 2-17 0,-2 0-13 15,2 0-21-15,-1 2-16 0,1 0-6 0,1 3-10 16,0 2-19-16,5 13 2 0,-2 5-18 0,1 2-1 16,0 6-4-16,-3-1-14 0,1 0-26 15,-2 2-34-15,-2 3-49 0,1-3-65 0,-3-17-69 16,0 3-136-16,0 1 47 0,0-6 0 0</inkml:trace>
  <inkml:trace contextRef="#ctx0" brushRef="#br0" timeOffset="2743.38">15500 4140 7 0,'-5'-28'195'0,"6"2"-10"16,-1 12-15-16,23-20-6 0,-1 16-7 0,7-1-22 15,4-1-20-15,5 0-6 0,3 4-16 16,0 2-5-16,3-1-13 0,3 5-7 0,-3 1-15 15,0 3-9-15,-3 2-51 0,-5 4-72 16,-18 0-75-16,6 0-180 0,20 14 63 0</inkml:trace>
  <inkml:trace contextRef="#ctx0" brushRef="#br0" timeOffset="2918.8">15440 4441 54 0,'-9'23'146'0,"6"-5"-2"15,7-5 5-15,8-1 9 0,7-9-4 16,-4-3-14-16,9 0-5 0,39-15-20 0,-19 4-1 16,4-3-18-16,5-1-10 0,3-3-23 0,1-3-48 15,5-2-62-15,-2 2-69 0,0-5-117 16,0 0-61-16,-4-1 1 0</inkml:trace>
  <inkml:trace contextRef="#ctx0" brushRef="#br0" timeOffset="3295.05">16521 3961 19 0,'0'0'212'0,"4"2"-14"16,-4 1-13-16,2 1-16 0,-2 6-3 15,2 15-14-15,-2-12-13 0,0 12-10 0,0 2-26 0,-18 40-3 16,10-25-10-16,2 1-5 0,-2-4-12 16,2-1-3-16,0-4-5 0,2-2-16 0,-4-2-3 15,4-6 7-15,0-6 27 0,2-1 14 0,-4-7-16 16,2-8 14-16,4-2-28 0,-12-15-18 15,4-7-9-15,4 0-5 0,0-8-10 0,2-2-19 16,2 16 0-16,0-10 6 16,22-36-13-16,-2 20-15 0,4-2 7 0,6-2-2 0,8 0-2 15,2 1-4-15,6-2-9 0,4 5 13 0,0 4-1 16,0 1-3-16,-4 3-8 0,-4 5 1 0,-6 5-7 16,-1 5-1-16,-7 5 10 0,0 4-7 15,-20 10 11-15,11 11 6 0,-19 13-10 0,0-9 5 16,-19 31 6-16,6-14 8 0,-2-2 12 15,0 0-3-15,2-3-2 0,1 0 11 0,1 0-2 0,-1-2 9 16,6-2-4-16,4-1 9 0,0-6-2 16,2-7 7-16,14 16-9 0,0-9-3 0,6-5 7 15,4-1 2-15,5-6-14 0,6-2-9 16,-18-2-25-16,11 0-29 0,8 0-34 0,43-13-56 16,-31 5-71-16,1-3-275 0,0-1 0 15</inkml:trace>
  <inkml:trace contextRef="#ctx0" brushRef="#br0" timeOffset="3676.33">18341 3422 73 0,'2'-1'184'0,"-1"-3"-11"15,3 2-15-15,10-6-11 0,4-3-11 16,4 0-20-16,2-2-9 0,6 1-8 16,6-2-20-16,4 0-2 0,4 2-3 0,6-2-21 15,-2 4-38-15,4-3-31 0,-3 0-40 0,-1 7-59 16,-7-3-92-16,-1 3-68 0</inkml:trace>
  <inkml:trace contextRef="#ctx0" brushRef="#br0" timeOffset="3844.15">18352 3644 7 0,'-23'21'212'0,"6"-4"-25"15,2 0-11-15,7-8 0 0,7-1-15 16,1-8-20-16,11 8-14 0,13-8 4 16,-8 0-26-16,9 0-11 0,39-13-10 0,-18 4-13 15,6-1-2-15,6 0-19 0,2 1-49 0,0-3-59 16,0 3-83-16,-1-4-141 0,-4 3-46 0,-6-1 0 15</inkml:trace>
  <inkml:trace contextRef="#ctx0" brushRef="#br0" timeOffset="6219.73">21295 2689 61 0,'0'-15'140'0,"0"15"-12"0,0-16-16 16,18-6-8-16,-19 15-1 0,1 1-8 0,-1 0-18 16,1 6-2-16,0 0-7 0,0-11-10 15,-14 1-2-15,-3 9-17 0,5 1 2 0,-8 0-1 16,-28 19-10-16,16-6-2 0,-2 3 4 16,0 3 0-16,-2 4-7 0,2 3 3 0,2 5-1 15,-2 3 1-15,2 2-1 0,4 5-7 16,1-3 6-16,4-1-12 0,3 2-1 15,3-9 6-15,5-1 10 0,1-2-1 0,9 1 7 16,2-19-2-16,0 5 12 0,24 10-13 16,-3-19 5-16,-6-5-10 0,7 0-8 0,32-16 2 15,-22 5-3-15,4-6-5 0,0 0 4 16,-2-2-11-16,0-3 2 0,0-3-1 0,-2-1-5 16,-2 3 3-16,-2-1-4 0,-4 2-3 0,-3 2-1 15,-1 4 1-15,-1-1 7 0,-3 3-8 0,-3 1-5 16,1 1 4-16,-6 5-9 0,-3 3 2 15,-5 4 6-15,0 0-9 0,5 18 15 0,-9 9-8 16,4-11 13-16,-12 37-7 0,6-16-4 16,0 4 7-16,1-3 1 0,1 0 7 0,-3-2 0 15,6-2 5-15,1 3-2 0,0-20-5 0,0 5 0 16,0 2 7-16,0-2-6 0,12 23-13 16,-9-30-8-16,-1-3-12 0,4 3-6 0,-4-5-14 15,1 0-12-15,-2-4-21 0,1 2-8 0,0-5-28 16,0 2-13-16,-1-2-24 0,-1-1-37 15,0 0-58-15,3-2 44 0</inkml:trace>
  <inkml:trace contextRef="#ctx0" brushRef="#br0" timeOffset="6578.52">21881 2874 107 0,'4'-9'160'0,"-2"7"-19"15,-2-2-12-15,-1 6 3 0,-3 1-13 0,-4 9-9 16,-1 3-16-16,-3 9-6 0,1 1-9 0,-2 5-4 16,3 2-13-16,2 0-7 0,0 1 2 15,3-4 3-15,1 1-3 0,3-2 3 0,-1-4 5 16,2-15-1-16,0 4 15 0,19 15 0 16,-4-18-8-16,3-5-19 0,9-2 3 0,-2-2-3 15,-11-1-1-15,6 0-14 0,1 0 2 16,3 0-8-16,-1 0 0 0,-3 0-14 0,-2 0 16 15,-4 0-15-15,0 0 2 0,-4 0-24 0,0 0 3 16,-4 0 3-16,2 0-5 0,-8 0-5 16,14 10-3-16,-12-3 12 0,-2 14 7 0,0-10-12 15,-16 25 4-15,4-13 2 0,-2 0 4 0,0-1-2 16,-4-1-6-16,0-2 17 0,-2-1-8 16,-2-2-16-16,1-2 8 0,-3-1-23 0,0-6-16 15,-4-4-55-15,13-3-57 0,-27-12-94 0,16 1-210 16,0-11 0-16</inkml:trace>
  <inkml:trace contextRef="#ctx0" brushRef="#br0" timeOffset="6718">21935 2861 88 0,'32'-17'119'0,"3"4"-11"0,0-1-5 0,-1 5-14 0,2 0-9 15,2 1 2-15,-4 4-18 16,4 2-27-16,2-1-33 0,-20 3-54 0,10 0-98 15,6 0-107-15,2 0 46 0</inkml:trace>
  <inkml:trace contextRef="#ctx0" brushRef="#br0" timeOffset="7098.46">22933 2612 109 0,'-22'-4'166'0,"-4"7"-12"0,12-3-7 0,-26 14-4 15,12-3-22-15,-4 6-9 0,0 8-8 16,-2 5-6-16,0 6-19 0,2 5 0 0,0 1-8 16,6 3-9-16,2-3 0 0,4-3 5 15,6-4 3-15,2-4-8 0,2-1 13 0,6-3-1 0,2-4-4 16,2-16-3-16,26 12-5 0,-6-15 6 16,-6-4-16-16,8 0-7 0,32-19-4 0,-26 4 1 15,2-8-15-15,0 0-10 0,2-4-4 16,-4-2-4-16,4 0-5 0,-4 0-13 0,0 2 9 15,-4 0-2-15,-4 5-2 0,0 3 6 0,-4-2-2 16,0 6-9-16,-4 0-2 0,0 4-13 16,-4 3 7-16,0 7 1 0,-8 1 7 0,0 22-7 15,-4 6 5-15,0 4-2 0,-4 5 11 16,0 3-10-16,0 4 9 0,2-2 7 0,4-1 5 16,-2 0-7-16,0-3-1 0,4 0 1 15,-2 0 2-15,2-20-15 0,0 5-15 0,0 5-34 0,0 0-32 16,0-2-68-16,0-2-66 0,0-5-190 15,0-5 0-15</inkml:trace>
  <inkml:trace contextRef="#ctx0" brushRef="#br0" timeOffset="7527.39">20472 3933 121 0,'1'-2'179'16,"6"0"-16"-16,10-4 2 0,7-1-20 16,3-1-12-16,7-3-4 0,10 1-17 0,11-1 1 15,8-4-6-15,7 2-5 0,10-2-14 0,6 0-6 16,16 0 20-16,7 0-4 16,3-2-16-16,5 1 10 0,7-4-11 0,8-1-13 0,6 1 8 15,-1 0-25-15,5-2 1 0,94-15 9 16,-54 10-10-16,-34 7-10 0,-18 0-12 0,-6 1 6 15,-2 5 4-15,-4 0-13 0,-9-1-5 0,-6 1-8 16,-9 5-4-16,-10 0-11 0,-10 0 6 16,-9 3-13-16,-9 0-40 0,-7-2-51 15,-7 5-75-15,-6 2-33 0,-7-1-324 0,-9 0 0 0</inkml:trace>
  <inkml:trace contextRef="#ctx0" brushRef="#br0" timeOffset="8666.44">21244 4161 211 0,'0'0'191'16,"0"0"1"-16,0 0-23 0,-13 0-5 0,13 0-23 0,0 0-9 15,0-17-27-15,13 0-12 16,3 1-4-16,5 0-18 0,1 1 0 0,3 1-18 16,3-2-4-16,1 6-4 0,1-1-12 0,-1 4-3 15,1-1-1-15,0 3-5 0,-2 5-5 0,-2 0 1 16,-17 0-8-16,19 11-5 0,-16 0-5 0,-4 6 4 16,-8-7 2-16,0 8-2 0,-15 26-5 15,3-18-7-15,-2-2-5 0,-4 3-7 16,4-4 5-16,-2 0 0 0,2-5-1 0,6-1 15 0,-4-2 10 15,7-4 17-15,1-2 3 0,3-3-4 16,1-6 9-16,0 0 2 0,14 5-10 16,8-4 5-16,-10-1-1 0,9 0-14 0,6 0 9 15,1 0-7-15,1 0 1 0,0 0 3 16,1 0-2-16,-1 0-14 0,-2 0 10 0,24 6-11 0,-31 1 2 16,-3 5-9-16,-2-1 5 0,-3 3 14 15,-10 4-5-15,-2-8-4 0,-20 26-3 0,0-10-2 16,-4-1 1-16,-2-1-2 0,-1 1 7 0,-1-5-1 15,2-2 5-15,4 0 1 0,2-4 23 0,-2 2-7 16,5-6 17-16,2 1 15 0,-1-3-22 16,6-5-45-16,10-3-38 15,0 0-47-15,-7 0-35 0,0-21-60 0,14 4-57 0,1-5-262 16,7-3 0-16</inkml:trace>
  <inkml:trace contextRef="#ctx0" brushRef="#br0" timeOffset="9000.44">22529 3840 196 0,'12'-13'186'0,"-8"4"-8"0,-6 3-14 0,-4 5-5 0,-6 2-18 16,-8 9-23-16,-4 3-6 16,-2 7-8-16,-4 6-18 0,-4 9 3 0,0 4-6 15,-2 3-6-15,0 7 0 0,2 2-3 0,4 4-16 16,4-4 4-16,4 0-18 0,6-6-4 0,2-1-1 15,6-7-4-15,6-3 9 0,2-19-13 0,14 26-4 16,4-25-6 0,8-7 12-16,8-6-11 0,-14-3 7 0,8 0 20 0,34-16-19 0,-30 6 25 15,-4-1-6-15,-2 1-16 16,-8-7 6-16,-4 1-9 0,-2-1-9 0,-12 0-6 16,0 9-8-16,-20-20-10 0,2 11 10 0,-2 2-11 15,-2 1 4-15,2 5 2 0,-2 0-6 0,0 9-5 16,-2-2-1-16,16 2 0 0,-20 15-18 15,10-3-10-15,4 6-21 0,2 5-27 16,8-4-13-16,4 2-3 0,0-12-16 0,20 17-11 0,-2-16-37 16,6-2-53-16,6-8-177 0,-14 0 0 15</inkml:trace>
  <inkml:trace contextRef="#ctx0" brushRef="#br0" timeOffset="9320.99">22831 4020 188 0,'0'-2'181'0,"0"0"-14"0,-4 4-7 16,2 2-17-16,-6 9-16 0,-2 7-11 0,-2 5-8 15,0 2-22-15,4-2 1 0,-4 1-11 0,4 3-4 16,4-2-11-16,-4 0 5 0,8-7-3 0,-4-1 7 16,4-6-10-16,0-13 14 15,0 10-7-15,18 9-7 0,-4-17 0 0,-2-2-5 16,-2 0-5-16,6 0-12 0,2 0 0 0,2 0-3 15,20-13 6-15,-22 10-11 0,-2-2-1 0,-6 4 4 16,2 0-5-16,0-1 4 16,-12 2-14-16,6 0 17 0,-6 0-14 0,8 0 13 0,-8 0-36 15,12 14 11-15,-18 7 6 0,-4 4-2 16,-4 3-14-16,-6 3 4 0,-4-1-14 0,0 0-5 16,-4 0-18-16,4-4-8 0,-2-3-8 15,-2-3-34-15,-2-4-45 0,2-4-71 16,-2-7-320-16,-2-3 0 0</inkml:trace>
  <inkml:trace contextRef="#ctx0" brushRef="#br0" timeOffset="9466.94">22773 3997 83 0,'46'-22'139'0,"4"2"-10"0,-2 6-9 0,0 2-11 0,-2 6-10 15,-4 3-24-15,-22 3-38 0,6 0-34 16,34 17-43-16,-33-8-64 0,-3 6-139 0,-1 0 17 15</inkml:trace>
  <inkml:trace contextRef="#ctx0" brushRef="#br0" timeOffset="9826.11">23298 3880 11 0,'1'-5'196'0,"1"-1"-13"0,-1 2-14 0,0 0 5 0,3 2-24 16,-1-1-3-16,1 5-25 0,0 1 0 15,5 11-12-15,-1 4-8 0,-5 12-16 0,-3-12-6 16,0 7-4-16,0 2-2 0,-15 34-10 0,11-28-20 16,2-7 4-16,-1-2 0 0,0-3-9 15,2-7 13-15,0-2 10 0,1-3 7 16,0-9-5-16,0 0 12 0,12 9-13 0,6-9-10 16,4-3-11-16,-13 3 6 0,23-9-24 0,-8 6 13 15,1-2 3-15,1 2-10 0,0 1-10 16,-3 0-19-16,-3 2 21 0,-11 0-13 0,5 0-7 15,0 0 3-15,1 0-13 0,12 20 11 16,-19-8-10-16,-4 5 22 0,-4-6-4 0,-14 26-18 16,-3-8 13-16,-7 4-9 0,-3 0 1 0,-1-2 4 15,-2 0-8-15,-1-4-2 0,-2-1-5 16,1-5-16-16,0-1-10 0,-3-3-28 0,2-5-34 16,-3-5-38-16,1-2-68 0,16-5-335 15,-5 0 1-15</inkml:trace>
  <inkml:trace contextRef="#ctx0" brushRef="#br0" timeOffset="9967.26">23367 3888 130 0,'36'-12'142'0,"-2"1"-18"0,0 1-9 16,-2 2 0-16,-1 1-8 0,-2 2-9 15,3-1-34-15,0 3-49 0,3 0-59 0,-6-2-120 16,2-1-89-16,-4-3 30 0,-1 0 36 0</inkml:trace>
  <inkml:trace contextRef="#ctx0" brushRef="#br0" timeOffset="10309.53">24511 3295 22 0,'-1'1'184'0,"2"0"-20"0,4-1-18 16,2 0 6-16,14-1-13 0,-7 1-12 0,8 0-16 15,6 0-7-15,36-15-16 0,-20 13-3 0,2-1-17 16,3 1-17-16,0 0-35 0,-2 2-45 0,-24 0-48 16,10 0-64-16,2 0-159 15,-2 0 72-15</inkml:trace>
  <inkml:trace contextRef="#ctx0" brushRef="#br0" timeOffset="10499.01">24610 3629 50 0,'-7'12'193'0,"8"-4"-8"0,5-1 0 0,7 0-4 16,8-5-9-16,5 1-17 0,-10-3-12 0,9 0-13 15,6 0-15-15,5 0-10 0,45-16-7 0,-34 11-20 16,3-3-14-16,-2-2-46 0,0-1-59 15,6 0-88-15,-6-1-151 0,-3-4-76 0,-2-5 0 16</inkml:trace>
  <inkml:trace contextRef="#ctx0" brushRef="#br0" timeOffset="10786.89">25350 2653 114 0,'4'-5'170'0,"0"5"-14"16,2 3 5-16,8 11-3 0,0 6-11 16,1 3-16-16,1 9-13 0,0 8-10 0,0 7-16 15,0 5-6-15,-3 2-3 0,1 4-11 0,-2 2-13 16,-2 6 5-16,0 2-3 0,-2 1 3 16,0-2-2-16,-2-2-9 0,2-2-5 0,-2-5-9 15,-2-4 0-15,-3-2-2 0,0-6 4 16,-1-25-1-16,0 10-12 0,-18 37 4 0,3-33-11 15,-5-1 5-15,-9-3-7 0,-6-2 11 0,-6-3 7 16,-9-2-2-16,-6-3-7 0,-5-5-8 16,-2 0 0-16,1-7-13 0,-1-2-26 0,2-7-36 15,33 0-36-15,-12 0-65 0,-47-22-117 0,47 4-205 16,9-6 0-16</inkml:trace>
  <inkml:trace contextRef="#ctx0" brushRef="#br0" timeOffset="11534.24">26299 3691 86 0,'-2'-3'208'0,"-1"-1"-9"0,2-1 12 0,-1-4-26 0,6-9-17 0,-4 7-26 15,19-23-9-15,-4 13-17 0,6 0-12 16,6 0-13-16,2 0-11 0,6 1-15 0,2 3-8 16,2 1-10-16,2 3-10 0,3 3-6 15,-2 5-11-15,-2 1 1 0,-22 4-3 0,8 0-5 16,32 17-2-16,-34-2-5 0,-6 6 6 0,-5 4 3 16,-10 7 2-16,-3-15-10 0,-20 45 12 0,-4-18-11 15,-4-2 4-15,-4 1 0 0,0-5 12 16,-2-3 19-16,2-5 10 0,2-1 29 0,1-6 18 15,4-5 5-15,0-4-6 0,-1-2-11 0,4-6-30 16,0-6 4 0,16 0-19-16,-6 0-28 0,-12-22-1 0,14 5-28 0,4-4-37 15,4-3-31-15,2 12-34 0,0-6-56 16,22-26-41-16,-6 20-360 0,5-1 1 0</inkml:trace>
  <inkml:trace contextRef="#ctx0" brushRef="#br0" timeOffset="11724.45">27023 3620 150 0,'2'0'241'16,"2"-2"-5"-16,-1 0-20 0,1 1-9 16,0-1-34-16,0 0-19 0,1-2-22 15,10-1-34-15,1-3-43 0,0 4-37 0,3-5-46 0,-2 2-61 16,2 3-78-16,-3-1-150 0,5-1 47 15,-1-1 0-15</inkml:trace>
  <inkml:trace contextRef="#ctx0" brushRef="#br0" timeOffset="12034.39">27495 3442 7 0,'4'-11'234'0,"-1"2"-20"0,-1 0 8 0,1 0-30 15,1-6-15-15,3-2-21 0,-2 2-17 0,4-2-3 16,2 0-32-16,4 1-7 0,3-1-12 16,4 1-6-16,2 2-16 0,1 3-10 0,7 0-11 15,-3 1-7-15,3 4-1 0,-3 1-7 0,7 5-12 16,-21 0 5-16,5 0-9 0,23 15 2 0,-26-3-8 16,-4 2-8-16,-3 2 1 15,-5 1 9-15,-4 3 3 0,-1-10-9 0,0 7 8 16,-10 26 1-16,2-20-1 0,2 2 2 0,0-1-10 15,2-2 5-15,0 0-4 0,-2-4 7 0,4-2-1 16,-2-2 2-16,4-3-4 0,0-11 18 16,0 9 19-16,16 12-5 0,0-12 1 0,6-1-1 15,10-4-14-15,3 0-13 0,-2-4-56 16,-13 0-48-16,11 0-74 0,49-16-161 0,-29 2-132 16,1-4 0-16</inkml:trace>
  <inkml:trace contextRef="#ctx0" brushRef="#br0" timeOffset="12409.84">29246 2959 186 0,'9'-21'188'0,"-1"4"-11"0,-6 2-5 16,-2 15-21-16,0-9-22 0,-12-7-10 15,2 14-16-15,-8 3-12 0,6-1-5 0,-24 19-12 16,8 3-4-16,-4 6-12 0,-6 11 3 0,-3 6 3 15,-4 9 0-15,0 8-3 0,2 2 6 0,4 4-15 16,-1 0-1-16,7 0-5 0,4-5 2 16,4-2-10-16,7-5-2 0,4-5 5 15,6-2-9-15,6-7-3 0,2-23 5 0,18 31-1 0,0-24 2 16,9-6-2-16,6-5-7 0,3-7 8 16,1-4-4-16,-18-4 9 0,8 0 5 15,34-16 15-15,-30 3 1 0,-4-5-23 0,-3-2-8 16,-2-4-8-16,-8 1-8 0,-4-1-5 0,-4-5-7 15,-6 14-1-15,0-4 9 0,-14-23-10 0,-4 26-7 16,1 1-4-16,-3 5 15 0,-4 7-15 16,12 3-11-16,-25 13 7 0,14 3-7 0,-3 4-22 15,-1 6-26-15,2 2-39 0,5 8-30 16,1 0-38-16,4-2-61 0,8-4-252 0,4 2 0 16</inkml:trace>
  <inkml:trace contextRef="#ctx0" brushRef="#br0" timeOffset="12938.66">26325 3400 202 0,'-44'-24'185'0,"8"-1"-15"16,9-4-5-16,10-4-18 0,10-3-30 0,7 16-15 15,19-43-15-15,5 14-10 0,14-4-24 16,16 0-8-16,12 1-11 0,14-1-4 0,15 1-5 16,9 4-3-16,14 5 3 0,97-23-7 15,9 13-4-15,-36 20 1 0,-24 9 0 0,-14 11 6 16,104-4-4-16,-53 13 2 0,-112 4 3 0,251 22 1 15,-144-1-4-15,-39 2 1 0,-20 5 5 0,79 27 0 16,-54-3-9-16,-34-4 2 0,-20 4 2 16,-8 4-2-16,-8-1-5 0,-12 8 0 0,-10 7 1 15,-8 3 2-15,-12 5-2 0,-8 7 8 0,-12 0 3 16,-10 4 0 0,-9-4 2-16,-11-41 6 0,-17 88 2 0,-9-44 8 0,-10-1-3 15,-12-1-5-15,-10-4 0 0,-16-3-1 0,-16-2 13 16,-75 33 22-16,23-37 22 0,13-20 15 0,5-15 10 15,-11-7 9-15,-101 6 21 0,43-20-6 16,20-12 8-16,94-5-22 0,-259-22-13 0,90-5-36 0,10-16-21 16,15-10-35-16,49 2-31 0,38 4 3 15,24-1-21-15,5-4-9 0,10-4-18 16,5-6-16-16,12 0 3 0,8-6-6 0,15-6 7 16,13-2 5-16,16-1-13 0,19-2-31 0,9 41-77 15,32-79-84-15,6 40-360 0,16 2 0 16</inkml:trace>
  <inkml:trace contextRef="#ctx0" brushRef="#br0" timeOffset="23487.86">14397 14129 67 0,'-15'0'119'15,"-11"0"-3"-15,15-2-9 0,4-2-3 0,-1 1 8 16,2-1-12-16,-1 1 3 0,2 1 2 16,-1-2-11-16,1 2 3 0,0 0-7 0,1 0-11 15,-2-2-6-15,1 2-2 0,1-2 0 0,-1-1-9 16,2 0-4-16,-5-9-7 0,0-4-8 0,1 7 3 15,2-8-12-15,1 0 2 0,1-5-6 0,2 0 0 16,0-3-9-16,1 12-6 0,0-8 10 16,0-3-11-16,0-4 2 0,0-1-6 15,0-1 2-15,0-2-13 0,12-30 6 0,-8 30-11 16,0 0 5-16,-2 1-5 0,4 4 1 0,0-1 3 16,4-2-2-16,-1 1-5 15,4-1 1-15,2 2 4 0,4-4-2 0,2-2-3 0,2 1-3 16,5-2-1-16,1 0 8 0,4 0-2 15,2 0-7-15,4-1 0 0,1 2 2 0,3-1-5 16,0-1 6-16,0 2 5 0,3 3 0 0,-4-2-9 16,0 3 8-16,-3 4-2 0,-3 0-1 15,-1 5-4-15,-3-1 3 0,-3 5-1 0,-1 0 0 16,-1 5 3-16,-2 0 2 0,0 3-6 16,-1 1 13-16,2 1-7 0,0 1 2 0,5 0-1 15,-1 5 6-15,-2-1-4 0,0 0 6 16,-1 1-6-16,0 1-1 0,-2 1-3 0,-1-2 1 15,-1 3-8-15,-3 0-12 0,-6 0-12 0,0-2-22 16,-4 2-50-16,0 0-61 0,-5 0-128 0,-2-2 62 16</inkml:trace>
  <inkml:trace contextRef="#ctx0" brushRef="#br0" timeOffset="24746.36">9426 15265 43 0,'0'0'121'16,"0"0"-8"-16,-15 0-8 0,15 0-2 0,-22-22-6 16,15 4-5-16,3 0-16 0,0-3-3 15,3-8-15-15,-1 1 8 0,2 11-18 0,0-8 1 16,0-6-3-16,0 0-5 0,16-35-5 15,-6 29-2-15,2-3 3 0,4-4-13 0,2 1-1 16,9-4 2-16,4-2-10 0,3-4-2 16,5-2 2-16,3-5-2 15,4 2 3-15,6-1-3 0,2 0 8 0,2 1-7 0,6 0-1 0,4 1 3 16,-1 4-4-16,2 0 6 16,-2 0-5-16,1 6 1 0,-2 3-1 0,-1 7 1 0,-1-1-1 15,1 6-1-15,-3 2 0 0,3 3 6 16,-3 5-1-16,2 2 7 0,1 2-5 0,1 6 0 15,-2 1-8-15,2 4 3 0,-2 3 12 16,-2 2-12-16,-31 2 2 0,14 0 2 0,5 0 7 16,53 15-2-16,-49-7-12 0,-3-1-1 0,1 3 2 15,-2 1 1-15,-3 4 5 0,0 0-11 16,-2 2 5-16,-3 2-5 0,0-2 6 0,-5 2-6 16,-2 3 4-16,-1 3-2 0,-3 3-5 0,-1 1 11 15,0 2-8 1,-5 1-5-16,-1 5 2 0,-2 3-3 0,-2 2 7 0,-4 3-9 0,-3 2 1 15,-2 0 6-15,-2 4-5 0,-4-4 0 16,-3-21 5-16,0 12 4 0,-18 51-9 0,8-38 0 16,-6 0 0-16,-3 2-4 0,-6 2 7 15,-5-1 1-15,-6 3 4 0,-2-2 1 0,-5 3-1 16,-2 0 0-16,-7 0 7 0,-4 0-1 0,-5 2-3 16,-3-2 5-16,-4-1 1 0,-3 3 3 15,-1-2 7-15,-3-3-6 0,1-2 12 0,-4-1-1 16,-2-1-7-16,-1-4-2 0,-4-2-5 15,-3-3 6-15,0 0-5 0,-3-3 1 0,-5-3-3 16,2-1-14-16,-2-2 5 0,-4-3-4 16,-3-2-11-16,0-2 11 0,-1-1-18 0,0-3-7 15,-6-4 2-15,1-1-2 0,-1-4-2 0,2-3-1 16,4-3-5-16,2-3 2 0,4-4 6 16,50 0-11-16,-21 0 5 0,-87-21 0 0,73 9-8 15,6-6 14-15,5-5-6 0,5-1 4 16,7-10 9-16,7-6-4 0,6-9 0 0,10-10-1 15,11-12-12-15,16-12 11 0,10 32-8 0,24-108-15 16,16 40-30-16,54-89-31 0,36-8-32 16,10 11-95-16,-2 11-108 0,6 13 0 0</inkml:trace>
  <inkml:trace contextRef="#ctx0" brushRef="#br0" timeOffset="47709.86">14885 15061 47 0,'0'0'69'0,"-14"0"-13"0,14 0 13 16,0 0-3-16,0 0 1 0,-28-22-4 15,24 22-2-15,2-2 9 0,-1 2-6 0,0-2-14 16,1 2 6-16,0-1-10 0,0 0 7 0,0-1-17 16,1 2 0-16,-2-2 13 15,3 0-13-15,-1 2 2 0,-2 0 2 0,2 0-10 16,0-2 11-16,1 2-1 0,-2 0-4 0,1 0 7 15,1 0 4-15,0-2-9 0,-1 2 5 0,-1 0 0 16,2 0 3-16,-1 0-6 0,1-1 5 16,0 1 3-16,-1 0-9 0,1 0 0 0,1 0 2 15,-1 0-7-15,0 0 1 0,0 0 3 0,-1 0-10 16,1-2-1-16,-2 2 0 0,2 0-4 16,0-2-8-16,0 2 4 0,0-2-9 0,0 0-2 15,0 0 1-15,0 1 4 0,0-3-4 16,0-1-3-16,2 1 6 0,-2-1 3 0,1 0-9 15,-1 1-6-15,0 4 1 0,0 0 12 0,0-8-3 16,0 8-2-16,0-9 1 0,0 9-6 0,0-6 1 16,0 6-5-16,0-7-4 0,0 7 4 15,0 0-13-15,0-9-6 0,0 9-9 0,0 0-5 16,0-7-6-16,0 7-8 0,0 0-15 0,0 0-1 16,0-9-17-16,0 9-5 0,0 0-19 15,0 0 1-15,0 0 0 0,8-9-19 16,-7 11 7-16,2-2-40 0,0-2-69 0</inkml:trace>
  <inkml:trace contextRef="#ctx0" brushRef="#br0" timeOffset="48926.42">14643 16002 61 0,'-12'-10'114'15,"0"0"-8"-15,0 1-4 0,1 0-16 16,-1-3 4-16,2-3-5 0,-2 1-12 0,2-4-8 16,-2 3 5-16,2-2 5 0,0-3-4 15,-1 1-6-15,2-1-4 0,1-4 3 0,-3-2-11 16,6-2-2-16,-1-1-5 0,1-1 1 0,2-6-10 16,2 2-3-16,1 16-2 0,0-9-11 15,11-40 3-15,-2 26 3 0,0-4-9 0,3-2 0 16,2-1-3-16,1-1 3 0,1-2 2 15,1 1 4-15,1-2 2 0,0 1 6 0,2 1 0 16,0 0 1-16,0 1-7 0,1 0-5 0,-1 2-9 16,-2 1-2-16,4 0 5 0,-1 1 2 0,2 0-11 15,1 1-5-15,2-3 7 0,4-1-7 16,0 1 3-16,8-4-1 0,2 2-3 16,4-2 1-16,4 4 6 0,4-1-3 15,5 0 0-15,11-5-1 0,2 1 7 0,6-1-8 16,3 1 6-16,4-2 6 0,4 2-3 15,1 1-4-15,4 2 6 0,1 1-2 0,2 1-2 16,1 3 5-16,0 2-1 0,0 4-3 16,-4 2 3-16,4 2-8 0,-6 6 7 0,0 0 5 0,-2 3-13 15,0 4 5-15,-4 1 0 0,-2 7-6 16,-4 0 7-16,0 3 0 0,-4 4-1 0,0 1-5 16,0 4-2-16,-38 1-5 0,18 0 11 0,8 0 1 15,73 15-4-15,-65-7 1 0,1 1-2 16,-2-1-4-16,1 1 3 0,-4 1 0 0,3 1-1 15,-4-1-4-15,0 3 9 0,1 0 1 0,-2-1-2 16,-3 2-5-16,3 1 3 0,-2 1-8 16,-2 0 9-16,-3 2-10 0,0 0 4 0,-3 3 2 15,-5 0-1-15,-1 2-2 0,-4-1-5 0,0 3-2 16,-4 2 3-16,-4 0-2 0,-3 3 2 16,-3 2-7-16,-5 1 8 0,-2 2 6 0,-3 3-6 0,-3 4 1 15,-1 1 7-15,-7 7-5 0,-2 0 0 16,-2 8 4-16,-5 0-1 0,0-28-4 0,0 16 3 15,-17 63-3-15,5-43-2 0,-3 2 7 16,-1-2 0-16,-4 6-1 0,-1-2 1 0,-3-3 2 16,-1 3-3-16,-2 2-8 0,-4-3 8 15,-1 1 2-15,-2 1-6 0,-6-3 4 0,-2-2 2 0,0 1-3 16,-4 0 2-16,-3-1 7 0,-3-2 1 16,-5 0 0-16,-1 1-7 0,-10-3 11 0,0 4 1 15,-5-2-4-15,-6 0-9 0,-5 1 1 16,-3 0 10-16,-5 2 3 0,-3-2-10 0,-5 0 7 15,-64 42-2-15,33-24 1 0,12-13-2 0,11-10 8 16,-76 36 12-16,37-22 3 0,23-12-5 16,12-9 2-16,0-1 26 0,-80 32-10 0,38-20 6 0,22-10-6 15,15-9 31 1,-4-1-16-16,-2-2-5 0,-90 21 14 0,42-18 11 0,31-11 8 16,16-11 1-16,-4-3 4 0,-3-4-19 15,-6-5 14-15,-1-6-8 0,2-1-12 0,65-4-9 0,-144-15-31 16,74-1-11-16,4-2-6 0,3-6 9 15,5-6-20-15,9-4 7 0,6-2 2 0,6-8-4 16,8-4-11-16,11-6 2 0,8-3 8 16,12-5-23-16,7-6 10 0,14-6-1 0,11-7 2 15,16-8-15-15,14-5-27 0,7 43-25 16,35-111-42-16,6 43-22 0,58-85-30 16,15 7-32-16,23 4-537 0,21 1 0 0,11 8 1 15</inkml:trace>
</inkml:ink>
</file>

<file path=ppt/ink/ink102.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10T14:14:54.003"/>
    </inkml:context>
    <inkml:brush xml:id="br0">
      <inkml:brushProperty name="width" value="0.05292" units="cm"/>
      <inkml:brushProperty name="height" value="0.05292" units="cm"/>
      <inkml:brushProperty name="color" value="#FF0000"/>
    </inkml:brush>
  </inkml:definitions>
  <inkml:trace contextRef="#ctx0" brushRef="#br0">12614 8939 8 0,'-15'0'45'0,"15"0"-5"15,0 0-14-15,0 0 7 0,-13 0-4 16,13 0-9-16,-20 2 12 0,17-3 1 16,1 1-13-16,-1-1-8 0,2 1 4 0,-2 0-3 15,2-3-1-15,-1 3-14 0,1 0 14 0,0 0-2 0,-1 0-10 16,1 0 6-16,0 0 4 0,-1 0-7 15,2-1-4-15,-1 1 3 0,0 0 3 16,-1 0 4-16,2 0-17 0,-1 0 7 0,1 0 1 0,0 0 3 16,0-3 3-16,-1 3-9 0,1 0 6 15,0 0-8-15,1-1-1 0,-1 1-4 16,1 0-9-16,-1 0-14 0,0 0-33 0,0-1-75 16</inkml:trace>
  <inkml:trace contextRef="#ctx0" brushRef="#br0" timeOffset="1739.08">12105 9944 19 0,'-15'15'118'16,"15"-15"-16"-16,0 0-9 0,0 0 1 0,0 0-15 15,0 0-8-15,0 0-10 0,-14 0-4 16,14 0-4-16,0 0-7 0,0 0-2 0,-19 25 5 16,18-24-14-16,-1-1-12 0,2 1 5 0,0 1-6 15,0 0 12-15,0-2-9 0,2 4-10 16,-1-3 11-16,2 2 1 0,1-2 3 16,0 1-4-16,1 2-7 0,8 3 2 0,3-2-6 15,5 0 4-15,2-1 6 0,4-3-8 0,5-1 4 16,-16 0-4-16,9 0 9 0,6 0-3 0,3 0-5 15,40-14-5-15,-30 8 12 0,0 3-17 16,-2-3 3-16,4 0-4 0,2 0-4 16,-2 0-1-16,4 0 7 0,1 1 6 0,3-1-12 15,5 1 10-15,1-1-3 0,4 2-3 16,-4-1 2-16,2 1-4 0,4 0-3 0,4 0 9 16,8-1-9-16,0 1 7 0,8-3-3 15,2 2 8-15,0 1-1 0,1-3 3 0,3 2-6 16,7-1 5-16,0 1-1 0,5-4 2 15,-4 7-2-15,-3-6 3 0,2 6-8 16,-4-4 2-16,0 3 6 0,-2-1-9 0,-1 0-7 16,-4 0 8-16,-1 0-4 0,0 0-2 0,-3 1 0 15,-4 0-4-15,-3-2 1 0,0 2-1 0,2-1 7 16,-6 1-8-16,3 2 4 0,0 0-4 16,-2-2 4-16,-38 3-6 0,20 0 7 15,10 0-5-15,4 0 9 0,3 0-11 16,2 0 12-16,-1 0-8 0,76 15 4 0,-76-15 3 0,4 4 0 15,-4 0 1-15,0-1-2 0,0-1 8 16,0 0-7-16,-2 2-3 0,2-3 11 0,-4 0-7 16,-2 3 7-16,-2 0-4 0,-5-3-9 0,-1 1 11 15,-4 2-2-15,-4-2-7 0,0 1-1 16,-5-1-3-16,-4 2 6 0,0-4-4 16,-3 3 7-16,-1-1-8 0,-3-2 5 0,-3 0-2 15,2 0 0-15,-1 1-5 0,0-1 3 0,-18 0 4 16,5 0 0-16,4 0-1 0,2 0 2 0,-3 0 2 15,0 0-3-15,-1 0-3 0,-5 0 5 16,0 0-1-16,-5 0-3 0,10-11 3 0,-15 10-2 16,0 0-1-16,-1 1-7 0,-2-2-7 0,0 1 6 15,10-5-8-15,0 1-7 0,-2-6-63 16,2 5-85-16,1-8-163 0,-2-2-20 0,-2 0 1 16</inkml:trace>
  <inkml:trace contextRef="#ctx0" brushRef="#br0" timeOffset="5235.02">16545 9161 34 0,'-32'-56'74'16,"18"23"-17"-16,0 0 3 0,4-2-4 0,2-3 0 15,0 2-18-15,4-3-9 0,2 0-10 0,2-1-6 16,0 17-9-16,10-45 5 0,0 18-15 0,6-5 5 15,4-2-16-15,4-1 1 0,6-7 5 16,4 0-1-16,2-1-6 0,8 0-13 16,0-1 7-16,4 0 0 0,4 2-1 0,4-3 0 0,4 3-23 15,2-1 23-15,6 0-17 16,-2 4-2-16,0 3 8 0,0 2 8 0</inkml:trace>
  <inkml:trace contextRef="#ctx0" brushRef="#br0" timeOffset="5759.75">20656 7804 34 0,'25'85'56'0,"-1"0"10"0,-7 2 7 15,-1 0-11-15,-2 4 20 0,-5 1-6 0,-4 7 3 16,-3 1 7-16,-2-48 4 0,0 23-8 16,0 14 6-16,-19 102-3 0,8-88 11 0,-3 1-11 15,-2 2 1-15,-3-5-7 0,-2-2 1 16,-3-4-2-16,-2-3-6 0,-3-5 2 0,-3 1-3 16,-4-2-7-16,-3-6-4 0,-2-7-6 0,-3-2 2 15,-4-1-5-15,-5-6-6 0,-6-2 10 16,-2-1 2-16,-7-1-9 0,-8 0 5 0,-3-3 1 0,-4-2-2 15,-1-7-6-15,-9 1-11 0,-4-2 6 16,-5-5-2-16,0 0 3 0,-11-4-5 16,-4-2 14-16,-7-2-11 15,-2-6 1-15,-2-6-6 0,-2-1 0 0,-4-5 0 0,-6-5-7 16,0-7-4-16,69-4 1 0,-138-15-6 0,67-5 0 16,-84-23-1-16,50 1-30 0,29-1-11 0,-58-25-14 15,52 6-2-15,31 3-1 0,16 3-8 0,4-4 4 16,2-5-12-16,2-4 1 15,-54-52-11-15,42 23-1 0,23 9 0 0,16 8 0 0,7-6-5 16,8-3-1-16,8-6-11 0,11-11 5 16,10-4-16-16,14-1-2 0,13 56 6 0,15-113 0 15,11 58-12-15,16-4-4 0,51-73-12 0,30 11-4 16,29 16 9-16,22 13 20 0,24 17-18 16,26 18 17-16,14 13 4 0,11 17-32 0,7 14-103 0,-2 10 9 15</inkml:trace>
  <inkml:trace contextRef="#ctx0" brushRef="#br0" timeOffset="6655">16861 8246 19 0,'-8'-21'31'0,"4"1"-1"16,4-1-2-16,0 9-5 0,0-8 0 0,22-24-3 15,-4 18-16-15,6-2 12 0,8-4 3 16,7 2 6-16,6-1-12 0,9-2-7 16,6-1 8-16,5 1-4 0,7 0 1 0,4-2 11 15,4 1-4-15,8 2-9 0,8 0 0 16,5 1-2-16,6 3-9 0,5 1-7 0,9 1 1 0,6 6-9 16,8-3-2-16,2 8 4 0,7 3-1 15,3 7-9-15,5 1 5 0,0 4 10 0,-76 0-1 16,154 12 5-16,-77-1-11 0,-2 1 17 0,-2 4-4 15,-3 4-7-15,-4 2 11 0,-8 5 1 16,-6 0-1-16,-10 3 8 0,-8 4-1 0,-6 5-1 16,-10 5 12-16,-8 1 7 0,-10 8-8 15,-10 4 1-15,-6 3-4 0,-6 4 15 0,-10 2 6 16,-9 3-18-16,-10 2-4 0,-6 7 10 16,-7 5 0-16,-6 3 11 0,-2 4 1 0,-4-44-3 15,0 22-7-15,-14 89 3 0,2-72-6 0,-3-4 16 16,0 2-10-16,-3-5-2 0,-5-2 0 15,1-1-10-15,-4-4 10 0,-4-3-2 0,-2-3-2 16,-2-5 7-16,-4 2-18 0,-4-5 21 16,0-2-7-16,-2-3 1 0,-4-2-12 0,-1-1 14 15,-8 3-7-15,-10-2 12 16,-1 2-3-16,-3-2 0 0,-1-5-2 0,-2 2-7 0,-4-4-9 16,2 1 2-16,-1-2-2 0,1-2 4 0,0-4-7 15,1-3-7-15,1-2-4 0,0-4 2 16,1 0-65-16,-3-5-123 0,5-5-100 0</inkml:trace>
  <inkml:trace contextRef="#ctx0" brushRef="#br0" timeOffset="9863.34">7599 11809 54 0,'5'-49'83'15,"-1"27"-18"-15,0 4 0 0,-1-2-8 0,-2 8-8 16,2 1-4-16,-2 4-5 0,-1 7 3 16,0 0 3-16,0-8-7 0,0 8 0 15,0 0-21-15,2-11 2 0,-2 13-5 0,-2 5 9 16,1 16 7-16,1-8-5 0,-9 36-2 0,1-11-4 16,-2 7 6-16,0 6-6 0,-2 4 8 0,-2 6 1 15,1 5 8-15,1 1-8 16,0 0 5-16,3 3 4 0,1-1-9 0,-2-3 0 0,4 4 7 15,4-5-7-15,1-5 2 0,1-2-12 16,0-32-2-16,0 12 6 0,19 55 0 0,-6-45-11 16,-2-3 1-16,5-1 5 0,4-4-1 15,1-3 0-15,0-2-6 0,5-6 5 0,0 1-4 16,2-3 7-16,4-3-13 0,3-4 16 0,1-4-9 16,4-4 11-16,4-6-7 0,3-8-2 15,-22 0 3-15,52-13 0 0,-19-4-11 0,-1-7 7 16,3-3-2-16,0-5 2 0,1-6-5 0,-1-3-7 15,-4-5 3-15,-4-3-13 0,-2-2 3 0,-8 3-10 16,-4-4 0-16,-6 4-3 0,-8 2-14 16,-6 3 0-16,-6 5 12 0,-6 2-16 0,-6 19 8 15,0-5-8-15,-26-19 14 0,1 26 5 0,-3 10-13 16,9 5-5-16,-7 0 9 0,-38 27 5 16,25-4-10-16,2 10 22 0,-1 5-5 0,4 9 11 15,6 5 9-15,2 7-1 0,8 3 20 0,6 3-4 16,4 2 9-16,8-3-7 0,0-33 1 15,14 58 8-15,0-37-10 0,6-4-1 0,6-10 0 16,6-6-6-16,7-10 9 0,8-9-6 16,3-9 2-16,-22-4-18 0,58-23-46 0,-28 2-78 15,-2-11-133-15,0-11-7 0,-5-8 0 16</inkml:trace>
  <inkml:trace contextRef="#ctx0" brushRef="#br0" timeOffset="10190.85">9209 12524 117 0,'-8'22'114'0,"1"10"-4"16,0 2-8-16,-2 7 4 0,-2 4-10 15,2 4-2-15,0-1-9 0,1 1 1 0,0-4-16 16,2-5-2-16,0-5-8 0,0 0-9 0,2-7-1 16,2-2 5-16,-2-3-6 0,2-9-14 0,1-9-4 15,1-7-14-15,1-6-1 0,1-10-8 0,-2-1-11 16,0-5-4-16,10-45-15 15,-3 22 0-15,2-4-12 0,2-2 10 0,1 0-14 16,3 2 24-16,1 2-4 0,0 2-7 16,0 5 3-16,0 4 13 0,-2 4-4 0,2 7 8 15,-1 5 11-15,4 1-2 0,1 8 3 0,-11 13 2 16,19 12 14-16,-13 10-6 0,-3 10 11 16,-3 10 2-16,-2 6-4 0,-2 5 8 15,0-1-1-15,1-1 0 0,-1-11 0 16,0-1-8-16,1-4-9 0,0-5-3 0,2-4-5 15,6-9-18-15,4-9-36 0,-4-8-87 0,23-19-112 16,-9-2-24-16,1-11 0 0</inkml:trace>
  <inkml:trace contextRef="#ctx0" brushRef="#br0" timeOffset="10541.91">10000 12205 38 0,'-1'-5'124'0,"-2"4"-11"0,-4 2-14 0,-6 8-3 16,-3 10-2-16,-4 6-7 0,0 9-3 15,-4 3-9-15,0 9 3 0,-2-1-12 0,0 4 0 16,4-3-3-16,0-3-11 0,4-4-2 0,2-6-5 16,2-3-1-16,2-5-12 0,2 0 6 0,0-7-9 15,10-9-2-15,4-11-5 0,8-9-5 0,6-7-4 16,6-4-7 0,0-4-8-16,4-4 1 0,2 2 0 0,2-4 10 0,4 1-1 15,-1 4-8-15,-5 1 3 0,1 4 4 0,-3 2-8 16,-3 4 9-16,-2 4-6 0,1 3 3 0,-9 8-2 15,-9 1 11-15,10 25-7 0,-18 2 2 16,2-10 0-16,-23 45-2 0,3-10 8 0,-4 6 0 16,-4 6-4-16,-1 0 3 0,-1 0 6 15,0-5 4-15,2-2 4 0,1-5-8 0,-1-8 4 16,4-1-4-16,4-7-5 0,0-3 3 0,2-10-10 16,0 1-8-16,2-6-1 0,-4-4-9 15,4-6-8-15,-4-8-27 0,-1-11-56 0,4-7-145 16,2-7-93-16,6-6 0 15</inkml:trace>
  <inkml:trace contextRef="#ctx0" brushRef="#br0" timeOffset="10763.83">10307 12062 48 0,'25'-10'112'0,"-3"7"-13"0,-13 3 7 0,15 22-9 16,-13 1 5-16,-6 9-3 0,-5 12-4 0,0 9-4 15,0-24-1-15,0 17-6 0,-11 66 0 0,7-46-16 16,2-5-4-16,-1 0-3 0,3-6-20 16,0-3-3-16,0-28-5 0,0 9-12 0,0 5 7 15,12 36-9-15,-5-43-9 0,1-3-1 0,4-3-5 16,1-7-58-16,2-9-71 0,2-7-183 16,-10-2 54-16</inkml:trace>
  <inkml:trace contextRef="#ctx0" brushRef="#br0" timeOffset="10907.75">10322 12576 60 0,'5'-17'105'0,"8"0"3"0,5 1-12 0,4 1-5 16,0 2 2-16,4 0-4 0,2 1-31 0,3 1-26 16,1-2-61-16,1-5-84 15,-1 0-110-15,-1-3 22 0</inkml:trace>
  <inkml:trace contextRef="#ctx0" brushRef="#br0" timeOffset="11200.91">10801 12014 45 0,'4'20'135'0,"-2"3"-6"0,-2-7-11 0,0 9-14 15,0 9 17-15,-12 53-15 0,5-29-4 16,-1 6-11-16,-1 0 2 0,1 0-10 0,1-1 1 15,2-6-14-15,1-6-11 0,-2-7-7 16,5-7-14-16,1-1-4 0,-1-4-1 0,1-20-4 16,0 1 2-16,20 3-10 0,-3-21-14 0,3-5 0 15,0-7-16-15,3-1 0 0,2-1-2 16,-1-2-2-16,3 0-4 0,-3 3-1 0,-2 0 17 16,1 3-4-16,0 0-2 0,-2 2 4 0,0 3-4 15,-2 5 5-15,0 3 7 0,-10 2-10 16,4 0 2-16,21 24 9 0,-18-3-8 0,-3 3 6 15,-1 5-8-15,-1 3-31 0,-1 8-68 0,1-3-88 16,4-3-113-16,1 3 89 0</inkml:trace>
  <inkml:trace contextRef="#ctx0" brushRef="#br0" timeOffset="11842.91">12542 12771 77 0,'4'-4'88'0,"0"-1"-17"0,7-7 9 0,7-6-19 16,1 2-2-16,5-3-5 0,5-2 0 0,7-4 3 15,5-3 14-15,4 3-10 0,0 5-4 0,3-3 3 16,-4 3-7-16,-4 4-2 0,-5 2-5 15,-5 7-4-15,-2 1-2 0,-18 6-3 16,8 18-1-16,-18 4 1 0,0-9-10 0,-29 31-2 0,4-12 3 16,-6-2 1-16,-2 3 1 0,0-5-8 15,-3-3-2-15,1-3 5 0,-2-2-4 0,5-5-10 16,2-3 0-16,2-2-13 0,-1-5-1 16,3-2-6-16,14-3 1 0,-14-20-3 0,15-2 0 15,10-14-1-15,1 17-21 0,25-39 4 0,6 7 13 16,10-6 3-16,14-2 4 0,6-6 7 15,10-4-8-15,4-3 5 0,4-3 11 0,3 0 2 16,-5 2-3-16,-4 5 8 0,-6 6-6 16,-8 4 4-16,-7 5-2 15,-8 6 6-15,-10 3-11 0,-8 12 4 0,-10 3-7 0,-9 8 6 16,-7 21-3-16,-11-14-6 0,-9 28 4 0,-6 4-10 16,1 12 2-16,-3 6 11 0,1 9 0 0,1 8 7 15,-1 4-4-15,3 7 11 0,5 4-2 16,5 1 7-16,6 2-5 0,4 0 10 0,2-1-4 15,2-35-1-15,14 70-8 0,-2-37-2 0,4-3-2 16,2-3-1-16,2-3-2 0,2-3-1 16,-2-5 6-16,2 0-3 0,-4-4-11 15,-4-6 8-15,1-1-4 0,-7-2 8 0,-8 1-6 16,0-24 5-16,-17 23-2 0,-5-19 4 16,-6-8-17-16,-5-5-9 0,13-6-14 0,-41-17-7 15,14-2-6-15,3-6 4 0,3-2-3 16,2-4-2-16,7-2 7 0,7-3 5 0,10-4-4 15,12-2 1-15,3 19 6 0,31-38-5 0,4 16 0 16,11 3 8-16,13-1 7 0,13 6 24 16,12 2-2-16,7 6 9 0,4-1 7 0,5 9-5 15,2 3-26-15,1 5-58 0,1 4-121 0,-7 5-112 16</inkml:trace>
  <inkml:trace contextRef="#ctx0" brushRef="#br0" timeOffset="12185.01">10635 14318 83 0,'-1'34'99'0,"1"-16"-12"0,0 14-4 0,-14 57 3 16,6-24-2-16,0 8 9 0,-1 5-14 16,0 2 8-16,1 2-8 0,0-1-5 0,4 0-4 15,0-8-8-15,1-5-9 0,2-6-8 16,1-35-2-16,0 14-7 0,0 3-11 0,13 35 7 15,-6-49-72-15,3-5-25 0,2-17-68 0,-12-8-146 16,28-25 83-16</inkml:trace>
  <inkml:trace contextRef="#ctx0" brushRef="#br0" timeOffset="12401.76">11400 13938 36 0,'11'28'117'0,"-3"16"-21"16,-6 11 6-16,-2 9-8 0,0-28-3 15,0 21 7-15,-16 81-8 0,8-58 0 0,-1 3-18 16,2-3-3-16,3-1-7 0,-1-2-11 16,1-7-7-16,3 0-7 0,-1-4-8 0,2-4-5 0,0-33-5 15,0 12-23-15,0 2-29 16,0-1-61-16,0-2-88 0,0-5-103 0</inkml:trace>
  <inkml:trace contextRef="#ctx0" brushRef="#br0" timeOffset="12588.02">10928 14679 55 0,'47'-29'86'0,"11"1"3"0,8 1-12 0,6-1-15 15,5 2-5-15,2-1-13 0,5 0-39 0,0-2-100 16,1 0-120-16</inkml:trace>
  <inkml:trace contextRef="#ctx0" brushRef="#br0" timeOffset="12913.67">12191 14067 21 0,'-37'39'89'0,"-3"11"-2"0,-1 6-3 0,4 3-3 16,3 5-15-16,5-2 4 0,5 0 5 15,5-7-9-15,6-4-10 0,5-8 2 0,4-5-1 16,4-2-1-16,0-25-5 0,13 14-5 0,2-25-8 0,8-11-13 16,5-8-6-16,4-8 2 0,1-3-14 15,3-4-1-15,2-4-15 0,1-1-2 16,-2 5 1-16,-2 2-13 0,-4 2 20 0,-3 3-11 15,-3 6-3-15,-2 4-3 0,1 6 21 16,-3 6 2-16,-12 5-1 0,14 24 3 16,-15 6 3-16,-5 6 12 0,-3-13-8 0,0 18-9 15,-19 71 17-15,0-33 5 0,-3 10 7 0,-2 6-4 16,-4-1-10-16,1-3-2 0,-1-3 3 0,3-8 1 16,-1-6-15-16,2-8 5 0,3-9 7 15,2-7-11-15,2-6 9 0,1-8-2 0,0-5-2 16,0-5-11-16,-1-12 2 0,5-12-76 15,5-2-109-15,-10-34-132 0</inkml:trace>
  <inkml:trace contextRef="#ctx0" brushRef="#br0" timeOffset="13365.08">13693 14797 46 0,'-4'53'99'0,"-4"9"3"0,-5 3-22 16,-5 4-2-16,-2 3-5 0,-5 0 13 15,1-1-10-15,0-2-1 0,0-1-5 0,0-4 0 16,1-4-3-16,2-4-10 0,3-8-3 0,2-4-1 16,3-9-5-16,0-4 2 0,1-5-11 15,-2-6-9-15,1-8-2 0,13-12-22 16,-23-21-10-16,15-11 0 0,3-11-15 0,0-14-12 15,3-16 4-15,2 35-17 0,0-26-11 16,20-92-8-16,-4 53 7 0,7-6-20 0,5-7 4 16,5 6 13-16,5-1 14 0,2 8 7 0,5 3 8 15,5 7 12-15,3 9 0 0,0 6 20 0,-1 8-10 16,-1 8 19-16,-2 9 4 0,-3 9 8 0,-2 10 17 16,-3 11 0-16,-4 10-8 0,-3 13 10 15,-5 13 11-15,-8 19 3 0,-9 24 5 0,-8 16 1 16,-4-29 7-16,-20 98 3 0,0-39-11 15,-2-7-4-15,-1-9 6 0,-4-8-10 16,1-13 1-16,-4-4-17 0,1-6-5 0,-2-8-6 16,-2-6-8-16,-2-10-26 0,2-12-6 0,0-9-11 15,-2-9-18-15,10-12-69 0,-1-14-103 0,9-13-81 16,5-6 0-16</inkml:trace>
  <inkml:trace contextRef="#ctx0" brushRef="#br0" timeOffset="13667.84">14426 13722 18 0,'-13'41'96'0,"-7"9"-5"0,-3 16 3 16,-2 8-12-16,-2 5-6 0,2 1 4 0,2-2-12 16,3 0 4-16,4-6-10 0,4-1 6 15,3-9-11-15,2-6-7 0,5-6-5 0,2-29 3 0,0 6-12 16,18 28-2-16,2-40-3 0,10-15 2 0,4-11-7 15,8-9-13-15,4-8-1 0,5-4 0 16,2-2-11-16,0 0-11 0,-4 1 3 0,-5 3-7 16,-5 2-4-16,-5 5 8 15,-5 2 7-15,-5 4-8 0,-1 2 13 0,-2 5-7 16,-9 8 4-16,-12 2-4 0,8 17-10 0,-11 10 22 0,-6 7-9 16,-6 6 5-16,-1 9-1 0,-2 7-7 15,-1 7-3-15,2-3-6 0,6 1-9 16,4-5-46-16,7-33-20 0,12 35-16 0,4-32-64 15,8-14-86-15,12-9 28 0</inkml:trace>
  <inkml:trace contextRef="#ctx0" brushRef="#br0" timeOffset="14432.59">15178 14201 14 0,'-33'33'79'0,"1"7"7"0,1 4-27 0,6 1 11 16,1 4-14-16,4-2 9 0,5-3-11 0,4-3-8 16,5-4 19-16,2-2 0 0,4-22-11 15,0 4-4-15,26 7-10 0,-2-31 0 16,4-6-18-16,7-8 3 0,2-5-14 0,5-2 3 16,-4-7-3-16,-3 1-8 0,1-1 9 0,-6 3-23 15,-2 2 4-15,-4 1 11 0,-2 5-8 0,-4 2 2 16,0 4-3-16,-1-1-14 0,-5 8 11 15,-4 6 14-15,-5 5-12 0,-3 0 15 0,-2 30-24 16,2-15 16-16,-14 29 1 0,4-9-7 0,2-2 7 16,0 2 8-16,2 0-13 0,-2-5 14 0,2 3-8 15,4-4 16-15,-1-6-14 0,3-6 4 16,0-17 10-16,0 0 3 0,27-2-6 16,-5-18 1-16,8-6-9 0,4-11 0 0,7-9 4 15,-1-8-20-15,2-4-10 0,1-5 17 16,1-2 16-16,-3-3-9 0,-2 0 12 0,-3 2 3 0,-4 1-5 15,-3 7 4-15,-5 5-6 0,-4 5 1 16,-4 5-14-16,0 7 10 0,-4 5-4 0,-1 6-5 16,-8 16 13-16,-5 10-14 0,-3 19 9 15,-4 7-12-15,-5 11-8 0,-3 17 7 0,-6 9 12 16,-2 10 10-16,-3 2 1 0,1 3-4 0,1 0-3 16,0-3 3-16,4-4-1 0,3 2-2 15,-2-5 8-15,5-2-8 0,0-6 5 0,1-8-9 16,3-4 6-16,0-10 0 0,3-2-6 0,1-6-4 15,-2-5 5-15,1-8-11 0,0-7-3 16,9-11-4-16,-12-15 2 0,10-9 6 0,2 9-22 16,0-8 2-16,20-34 1 0,-4 18-8 0,6-3 2 15,3-1 13-15,4-4-6 0,6 0 5 16,4-4 7-16,3 2 2 0,9-3 19 0,4 0-3 16,5 1-5-16,4 0 2 0,1 0 11 15,4-2 9-15,6-1 1 0,-2-2 5 16,-7 5 5-16,-6 4-3 0,-10 5-13 0,-8 3 2 0,-14 3 1 15,-4 6-10-15,-20 5-6 16,-4 16-6-16,-32-2-3 0,16 11-1 0,-40 25 4 16,8 2-5-16,-8 9 2 0,-3 11-5 0,-2 6 6 15,-1 2-11-15,2 5 5 0,7 1 1 0,5-3-4 16,7 0 1-16,6-2 0 0,7-3 0 16,7-2-1-16,6-6-15 0,10-4 15 15,5-24 7-15,13 25-7 0,12-27 13 0,11-10 1 0,-12-5 3 16,64-18-7-16,-9-9 0 0,9-8-62 0,11-17-106 15,5-9-149-15,72-51 62 0</inkml:trace>
  <inkml:trace contextRef="#ctx0" brushRef="#br0" timeOffset="14840.59">16078 11618 22 0,'-32'-56'180'15,"7"7"-16"-15,11 4-12 0,6 6 6 0,7 3-18 16,1 24 0-16,21-19-10 0,3 24-6 16,-9 7-19-16,30 17-6 0,-7 6-4 0,4 15-10 15,2 16-5-15,6 10-12 0,0 15-17 0,1 10-7 16,2 13 8-16,5 12-14 0,32 78-12 15,-20-37-4-15,-6-29 5 16,-10-11-7-16,40 74 8 0,-19-41-4 0,-11-22-3 0,-9-18 11 0,2-1 3 16,-2 1 4-16,-1 1 0 0,-2 2 1 0,-1 5-6 15,-6 2 3-15,-2-3 8 0,-7 0 0 16,-5-2 14-16,-7-1-12 0,-7 2 2 16,-8-3 9-16,-6 1-9 0,-3-58-3 0,-18 108 7 15,-1-58-5-15,-8-6 4 0,-5-3-15 16,-8-6 1-16,-11-7-17 0,-2-5 19 0,-11-4-12 15,-8-8-28-15,-8-5-43 0,-8-11-54 0,-3-4-82 16,-1-15-115-16,0-11-320 0,8-18 1 0</inkml:trace>
  <inkml:trace contextRef="#ctx0" brushRef="#br0" timeOffset="15486.03">21476 11909 29 0,'-32'-5'79'16,"13"5"0"-16,-11 0-4 0,-10 0-9 0,-51 16-7 16,36 0-7-16,-4 5 4 0,1 7 2 15,-2 4-23-15,4 6 2 0,4 5 18 0,1 8-10 0,3 7 2 16,7 3-3-16,6 5 13 0,7-2-6 15,5-2-12-15,10-1 6 0,4-4-8 0,7-3 10 16,2-31-3-16,22 40 1 0,-1-28-7 16,10-8 11-16,7-6-15 0,10-3-4 0,2-4-4 15,2-3 0-15,2 2-4 0,-4-2-4 0,0-1 3 16,-4-1 3-16,-6 1-2 0,-5 1-2 0,-5 2 0 16,-6 3-5-16,-6 4 1 0,-9 6 3 15,-9-12-5-15,-11 33 3 0,-7-11 3 0,-12 7 4 16,-8 3 1-16,-9 4-4 0,-7 1 0 15,-4 0-7-15,-2-3-7 0,0-5 1 16,0-4-2-16,2-2-2 0,4-8-3 0,2 0-10 0,0-6-9 16,5-2 0-16,0-7-3 0,3-1-14 15,3-7-8-15,2-4 1 0,22-2-32 16,-31-19-78-16,25 1-186 0,10-9 84 0</inkml:trace>
  <inkml:trace contextRef="#ctx0" brushRef="#br0" timeOffset="15997.76">22801 12341 93 0,'-10'48'113'16,"-2"6"-2"-16,-6 8 0 0,0 5-5 16,2 3 0-16,-2-4-7 0,2 2-4 0,4-7-1 15,2 2-5-15,4-6-11 0,2-2-4 0,2-6-8 16,2-27 4-16,0 7-10 0,20 29-6 16,-4-37 2-16,6-8-8 0,8-11-8 0,-14-2-9 15,44-23 4-15,-14 2-15 0,4-6-2 0,2-5-8 16,0-4-3-16,0-6-9 0,0-3-5 15,-4-2 2-15,-1-1-9 0,-6 1-3 16,-2 2-5-16,-6 2 1 0,-6 5-1 16,0 4 4-16,-6 4-3 0,-1 3 12 0,-4 6 2 0,-3 3-5 15,-2 9 1-15,-11 9 8 0,-4 16-6 16,-7 11 1-16,-5 5 6 0,-2 9 5 0,-5 7 2 16,-1 4 2-16,-3 5 3 0,1 2 15 0,-2 4-6 15,2-1 8-15,-2 1-1 0,-1 1 7 16,1 0-6-16,-1-2 2 0,-1 2-2 0,-2-1-11 15,0-4 1-15,-4-1 7 0,0-2-3 0,-2-1-5 16,-4-4 3-16,-2-2-8 0,-6 3 6 16,-2-4-16-16,-2 1-3 0,-2-4-7 15,-2-7-5-15,2-2-3 0,4-6-15 0,-2-1-11 0,2-6-37 16,2-8-108-16,6-5-158 0,24-10 65 16,-8 0 0-16</inkml:trace>
  <inkml:trace contextRef="#ctx0" brushRef="#br0" timeOffset="16351.09">23602 13211 28 0,'55'-21'124'0,"2"-1"1"0,6-4 6 16,2 1-11-16,4-5 4 0,3 0-10 0,-2-1-5 0,-2-1-17 15,-5 2-6-15,-3 1-5 0,-6-2-11 16,-5 1-13-16,-6-2-4 0,-6 4-23 0,-8-2 6 16,-5 1-24-16,-10 1-5 15,-10-1-7-15,-4 18-5 0,-26-19-14 0,0 19-1 0,-12 7-8 16,17 4-3-16,-14 0-8 0,-49 23 11 0,30-1-2 16,0 6 9-16,0 5-17 0,0 8-2 15,3 7 13-15,5 4-2 0,5 3 19 16,6 4 2-16,7-3-2 0,11 0 5 0,10-2-7 15,7-30 8-15,30 40 20 0,4-32-4 16,14-11-4-16,15-8-10 0,17-9 4 0,-33-4-11 16,108-16-39-16,-44-2-41 0,1-7-76 15,1-7-88-15,1-8 28 0,-8 0 23 16</inkml:trace>
  <inkml:trace contextRef="#ctx0" brushRef="#br0" timeOffset="16628.73">25348 12857 20 0,'-4'-21'97'0,"-8"4"1"0,-8 4-14 0,-4 5-5 0,-8 4-9 0,15 4-2 15,-10 0-13-15,-42 18 8 0,26-1-14 0,-2 5 3 16,-2 6-5-16,-1 3-3 0,3 3 5 16,-4 7-12-16,9 0 0 0,2 0-9 0,2-4 0 15,8 1 7-15,6-6-5 0,2-5 9 16,6-2-14-16,6-2-2 0,7-11-7 0,1-12 2 16,28 0 6-16,-3-12-14 0,7-2 2 0,7-10-12 15,1 0 6-15,3-5-1 0,-3 0-19 0,0 0 8 16,-4-1-3-16,-4 2-2 0,-4 2 0 15,-4 4-2-15,-3 2 3 0,-2 4 1 16,-1 0 0-16,1 1 15 0,-7 4-13 0,-4 7-5 16,-8 4 9-16,0 0 11 0,0 28-15 0,-8-5-2 15,-3 3 5-15,-3 6 6 0,0 5-5 16,1 1 12-16,1 3-2 0,1 0-16 0,5-2-29 16,6-23-18-16,0 8-69 0,24 21-132 0</inkml:trace>
  <inkml:trace contextRef="#ctx0" brushRef="#br0" timeOffset="17163.8">25799 12697 5 0,'-21'28'103'0,"-2"5"-5"0,-1 3-8 0,-1 5-6 15,1 0 4-15,2 0-8 0,4 3 2 16,2-4-21-16,5-3 0 0,3-1-3 0,3-6-15 15,5-1 6-15,0-20-1 0,21 13-21 16,-1-18 4-16,-7-4-12 0,30-15 7 0,-10-1-20 16,3 0-13-16,3-5 10 0,0-1-5 0,-1-3-5 15,1 1-2-15,-4 0 4 16,-2 2 2-16,1 1-17 0,-5 1 5 0,-1-1 6 0,0 3-4 16,0 0 15-16,0 0-11 0,3 4 4 15,1-2 5-15,2 3-1 0,4-1-2 16,3 1 3-16,6 3-3 0,3-1 13 0,4-2 1 15,0 0 4-15,1-1-13 0,1-3 17 0,0-1-9 16,-2-4-1-16,2 0-5 0,-1-4 11 0,-5-1-4 16,-3-3 1-16,-6-3 5 0,-2-3-2 15,-7 0 5-15,-6-2 2 0,-9-1 0 0,-6-1 0 16,-7 1-3-16,-4 18 10 0,0-9-9 0,-23-33-3 16,7 32 1-16,-2 4 0 0,0 4-15 15,-1 7 6-15,-2 2-9 0,9 14-4 16,-23 11-10-16,14 10 14 0,-1 6-6 0,-2 13 11 15,2 5-3-15,2 10-2 0,1 3 9 0,3 6 12 16,4 3-6-16,2 0-2 0,4 0 2 0,2 2 2 16,4 0 3-16,0-35-4 0,0 16 2 15,0 7-1-15,0 4 5 0,0-1-12 0,0-2-2 16,0 0 6-16,-16 53-8 0,2-58 2 16,-8-3 1-16,-8-1-2 0,-8 0 2 0,-6-6-6 15,-9-1 2-15,-8-2-3 0,-7-3-10 0,-8-5-17 16,-4-1-25-16,-3-4-75 0,-1-5-159 0,0-3 14 15</inkml:trace>
  <inkml:trace contextRef="#ctx0" brushRef="#br0" timeOffset="17511.46">22601 15020 15 0,'82'-29'78'0,"16"-6"2"16,6 2-10-16,8-2 14 0,6 1-4 16,2-1-17-16,-1 3-52 0,-4-1-64 15,-7 1-162-15,-15 0 17 0</inkml:trace>
  <inkml:trace contextRef="#ctx0" brushRef="#br0" timeOffset="17709.34">22687 15201 59 0,'70'-24'74'0,"10"-3"-9"16,10-7 10-16,6 0-13 0,10-5-11 0,8-2 1 16,5 0-48-16,1-4-109 0,80-28-124 0</inkml:trace>
</inkml:ink>
</file>

<file path=ppt/ink/ink103.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10T14:15:28.243"/>
    </inkml:context>
    <inkml:brush xml:id="br0">
      <inkml:brushProperty name="width" value="0.05292" units="cm"/>
      <inkml:brushProperty name="height" value="0.05292" units="cm"/>
      <inkml:brushProperty name="color" value="#FF0000"/>
    </inkml:brush>
  </inkml:definitions>
  <inkml:trace contextRef="#ctx0" brushRef="#br0">7948 11411 49 0,'0'0'99'0,"0"0"-16"0,-14-13-1 16,14 13-24-16,0 0-4 0,-22-19-3 0,20 17 0 0,0 2 3 16,0-2-16-16,0 2 1 15,1 0 8-15,-2 2-7 0,2-2 1 0,1 5-11 16,-3 0-1-16,-2 15 2 0,0 0 9 15,-3 4-6-15,0 2-5 0,-4 3-8 0,-2 4 14 16,2 5-7-16,0 2-1 0,-1 2 0 0,0-1-6 16,2 0-1-16,2-2-9 0,2-2 7 0,4-2-4 15,3-16 13-15,0 8-1 0,16 26 1 16,2-31 4-16,6-7 8 0,9-4-11 0,10-8-1 16,-18-3-6-16,16 0 1 0,65-19-8 15,-36 3-3-15,6-6-5 0,7-3 4 0,8-4-6 16,1-3 3-16,1-2-7 0,-4-2-3 0,1-1 0 15,0-1-2-15,2-5 2 16,5-1-6-16,-4 0 4 0,2 0-8 0,3-4-2 0,4-2-8 16,-1 0 8-16,4-2-8 0,6-4 2 15,74-32 7-15,-43 17 2 0,-23 15 2 0,-13 6-27 16,8 5-61-16,1-2-137 0,-2 1-5 0</inkml:trace>
  <inkml:trace contextRef="#ctx0" brushRef="#br0" timeOffset="2057.8">8282 13108 54 0,'-15'21'125'0,"-12"18"-18"0,17-22-6 16,-1 2-16-16,3 4-2 0,0 3 1 0,4-1-15 15,1-1 5-15,3-11-14 0,0 4 4 0,20 25 8 16,-5-26-6-16,8-2-8 0,7-7 0 15,-12-7-1-15,12 0-9 0,60-22-8 0,-21 1 4 16,11-4-9-16,3-8-9 0,5-5-14 16,14-7 9-16,9-3-1 0,73-40-9 0,-37 14-11 15,-22 8-8-15,62-32 0 0,-7 4 5 0,-35 15-2 16,35-16-5-16,-40 17 1 0,40-15-4 16,-35 20-6-16,36-18 10 0,-37 24 0 0,-21 10-2 15,-15 10-4-15,7 0 4 16,-1 0 1-16,0 1-4 0,-5 3-47 0,-2 2-79 15,-7 1-153-15,-7 2 86 0</inkml:trace>
  <inkml:trace contextRef="#ctx0" brushRef="#br0" timeOffset="3257.49">7328 14933 46 0,'-14'17'106'0,"-6"21"-5"0,14-14-4 16,2 3-3-16,2 1-4 0,-2 7 7 0,2-2-21 15,2 4 3-15,-2-1-1 0,2-17 3 0,0 11-13 16,0 4 1-16,0 2 4 0,18 35-2 16,-10-36 17-16,4-7-4 0,2-6-10 0,4-6-8 15,8-7-1-15,-9-9 0 0,46-13-6 16,-7-6-6-16,12-11-4 0,12-11 0 0,8-7-6 15,10-2-1-15,77-50 2 0,9-5-3 0,1 0 3 16,-1-5-1-16,4-1-2 0,11-6-17 16,3 1 6-16,6 0-6 0,8 1 2 0,9 0-4 15,-2 2-2-15,11-1-13 0,6 5-32 0,2 6-32 16,2 3-68-16,-6 6-96 0,-8 9-255 0,-8-4 1 16</inkml:trace>
  <inkml:trace contextRef="#ctx0" brushRef="#br0" timeOffset="7308.56">113 8107 1155 0,'131'33'28'0,"-63"-16"-6"15,1 4 8-15,3 0-3 0,6 0 1 16,4 0 7-16,3-3-7 0,3 0-3 16,-6-2 0-16,-9-4 4 0,-4-1-10 0,7-2 5 0,7 2 0 15,11-3-3-15,10 3-4 16,5-3-3-16,7-3 3 0,2 3-2 0,11 0 7 16,11-1-11-16,8 0 3 0,1 2 0 15,3 2-6-15,100 4 0 16,-55-2 4-16,-37-4-11 0,-20 2 5 0,1 1-8 0,3 1 11 15,3 0-5-15,0 1 5 0,1 1-7 16,4 0 6-16,92 10-1 0,-56-5 1 0,-32-3-15 16,-21-2 7-16,-1 1 2 0,7 0 8 15,2 3-7-15,99 9 4 0,-60-5 1 0,-26-4 3 16,-18-2-2-16,8 0-3 0,99 11 8 16,-61-9-8-16,-29-2 3 0,-15-4-4 0,4 3 8 15,5-2-5-15,101 9-6 0,-64-8 0 0,-26-3 3 16,-19-2 1-16,7 0-4 0,0 2 0 0,0-1 6 15,1 0-12-15,3-1 10 0,2-1-6 16,-2 2 2-16,2-2-1 0,1 3-1 0,0-3-3 16,98 11 5-16,-60-11 0 0,-36 3-6 15,-19-3 8-15,5 0-8 0,1 0 0 0,5 1 0 16,2-3 3-16,0 3 4 0,1-3-8 16,2 2-6-16,0 1 7 0,2 0-1 0,0 1 4 15,95 6-3-15,-61-1 3 16,-23-2 2-16,-23-1 0 0,0 1 1 0,0 1 7 0,0-2-7 15,4 4-2-15,-2 1 5 0,-3 2-3 0,0-2 6 16,-3-1 6-16,0 2-6 0,-3-2-1 16,-1-2-1-16,-2 2 7 0,-4-3 1 0,-2-1-9 15,-1 1 7-15,0 0-7 0,0 2 1 0,1-3 1 16,-1-4-8-16,-2 3 6 0,-1-1 1 16,-1 0-2-16,-1 1-1 0,0-3 1 15,5 3-8-15,2-1 6 0,4 0-5 0,-2-1 2 0,2 3 0 16,2-4 0-16,0 1-2 0,3 1-5 15,-4 0 1-15,6 1 2 0,3 1-3 0,0-2 9 16,1 1-10-16,-3 1 3 0,0-4-2 16,0 0 6-16,3 1-5 0,3-2-1 0,4 2-1 15,0-1 8-15,2-2-11 0,-1 1 3 0,106 5 4 16,-52-3-7-16,-34-1 2 0,-22-2 4 16,5-1-7-16,109 7 6 0,-56-3-2 15,-36-5-1-15,-17 2 3 0,3-1-4 0,102 4 0 16,-58-3-8-16,-34-2 5 0,-19 0 4 15,6-1-1-15,4 1-2 0,104 6 3 0,-56-5-3 16,-27 0 2-16,-20-3-3 0,102 5 2 16,-52 0-7-16,-34-4-8 0,-22-1-5 0,5 2 18 15,-3 1-12-15,3-2 5 0,-1 0-8 16,4 0-3-16,-3 2 9 0,-3-1 3 0,-2-1-6 16,-4 1 5-16,-6 2 0 0,-6-2 10 0,-5-1-11 15,-6 1 13-15,-7 1 1 0,-8 0 3 0,-11 0-1 16,-10-1-1-16,-10 1-7 0,-10 1-9 15,-10-2-104-15,-14-1-156 0,-29-4 81 16</inkml:trace>
</inkml:ink>
</file>

<file path=ppt/ink/ink104.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10T14:15:44.998"/>
    </inkml:context>
    <inkml:brush xml:id="br0">
      <inkml:brushProperty name="width" value="0.05292" units="cm"/>
      <inkml:brushProperty name="height" value="0.05292" units="cm"/>
      <inkml:brushProperty name="color" value="#FF0000"/>
    </inkml:brush>
  </inkml:definitions>
  <inkml:trace contextRef="#ctx0" brushRef="#br0">7619 7745 20 0,'0'0'27'0,"0"0"16"15,0 0-23-15,-27 3 7 0,23 15 2 16,2-1-9-16,2-4 6 0,0 9-4 0,0 3 5 0,0 6 7 16,12 30-7-16,-6-25 9 15,5 0 4-15,0 5-13 0,6-2 8 0,4-1 7 0,5-2 11 16,6-4 6-16,8-5 11 0,8-8-11 16,14-12 2-16,-24-7-10 0,83-12 0 0,-24-8-18 15,10-7 3-15,6-10-14 0,6-8 1 0,80-35-3 16,-7-6 10-16,-5-2-8 0,-10-4-19 15,-34 12-2-15,-21 12-8 0,53-32-14 0,-35 18 15 16,-22 16-17-16,-17 7-2 0,1 0 9 0,-1 3-6 16,2 1-7-1,0 6 1-15,2 0-9 0,0 5 4 0,-2 5-24 0,-2-1-67 0,-2 5-113 16,-9 4 14-16,-2 1 18 16</inkml:trace>
  <inkml:trace contextRef="#ctx0" brushRef="#br0" timeOffset="2149.67">3357 12972 8 0,'0'13'94'0,"0"-13"-11"16,0 0-7-16,0 0-8 0,0 0-10 0,-15 0 0 15,15 0-10-15,0 0 3 0,0 0-8 16,0 15-7-16,0-15 1 0,0 0-6 0,-18 26 9 16,18-19-1-16,5 13 7 0,-5-12-6 15,8 24 8-15,-1-4-7 0,1 2-6 0,1-3 1 16,2 3-1-16,2-1 0 0,3 3-9 16,0-1-6-16,3 1 4 0,3-2 4 0,4 1-7 15,2-2 13-15,4-5-11 0,1-1 7 0,6-4-5 16,5-6 2-16,5-6-3 0,-22-7 5 15,17 0 2-15,68-27-7 0,-36 3-3 0,8-8 4 16,4-5-10-16,4-8-4 0,4-5 13 0,4-7 2 16,4-1 1-16,0-5 9 0,64-46-13 15,-3 2-6-15,-43 18-10 0,-14 11-3 16,-14 7 8-16,64-48-4 0,-34 26-3 0,-16 14-1 16,-14 8 2-16,4-2-6 0,58-46-29 0,-32 27-34 15,-20 15-60-15,-13 12-84 0,5-1-119 0,-5 0 1 16</inkml:trace>
  <inkml:trace contextRef="#ctx0" brushRef="#br0" timeOffset="7636.83">12678 2667 69 0,'0'-18'101'0,"0"5"-6"0,17-11 4 16,-18 5-16-16,1 19-11 0,0-13-2 16,0 1-4-16,0 2-3 0,0 3-5 0,0 7-10 15,0-9-3-15,0 9-7 0,0-7-1 0,0 7 4 16,-9-14-19-16,7 12 5 0,2 0-21 0,0 0-2 16,-1 4-4-16,1 2 7 0,0 4-2 15,0 21-2-15,0-13 0 0,0 11 8 0,0 8-5 16,0 7 11-16,0 6 19 0,-12 58 5 0,11-48-3 15,-3-1-10-15,1-2 4 0,0 0 1 0,-1-1-8 16,4-2 16-16,-2-7-6 0,2-22-3 16,0 6 4-16,0 2-2 0,0 4-10 0,0-3 4 15,0-1-8-15,16 20-5 0,-11-34-6 16,3-4-9-16,0-2-14 0,1-6-31 0,1-5-45 16,-2 0-22-16,17-14-49 15,-9-1-64-15,2 0-14 0</inkml:trace>
  <inkml:trace contextRef="#ctx0" brushRef="#br0" timeOffset="8035.69">12817 2827 29 0,'-1'-5'116'16,"-1"0"-11"-16,1-1-5 0,2-3-15 15,-1 1-11-15,7-12-1 0,4-1-10 0,5 0-2 16,6 0-25-16,8-5-1 0,7 2 12 0,7-1-23 16,6-1 1-16,4 3-1 0,2 1 3 15,4 3-12-15,0 4 8 0,0 1-4 0,-3 2-2 16,-5 6-12-16,-4 0 13 0,-8 4-7 16,-1 2-10-16,-23 0 3 0,8 0 1 0,21 20 0 0,-31-5 5 15,-9 3 10-15,-5-5-9 0,-20 24 4 16,-1-12 5-16,-10 4-2 0,-6 2 3 0,-4 0 12 15,-3-1 2-15,0 0-8 0,2-1 2 16,4-3-6-16,2-2 2 0,6 1-12 0,0 0-4 16,8-1 5-16,0 2 4 0,6 3-9 0,3-3 3 15,2 3-2-15,7 5 11 0,3-2-3 16,1-16 4-16,16 27 6 0,-4-16-5 16,7-1 0-16,2-1-3 0,2-3 2 0,2-2-18 15,-1-3-32-15,1 1-96 0,-3-3-92 0,2-5-92 16,-3-2 0-16</inkml:trace>
  <inkml:trace contextRef="#ctx0" brushRef="#br0" timeOffset="8702.48">11972 2329 53 0,'0'3'72'0,"-2"2"-3"0,-3 13-2 15,-2 10 3-15,-1 4-11 0,-1 6 14 0,-2 10-2 16,-2 9-12-16,0 6 15 0,-1 1-12 0,0 4-2 16,0 0 3-16,1-6 0 0,4 4-11 15,-2-5 4-15,3-3-4 0,0-4-1 0,2-1-3 16,-1 0-4-16,2-3-1 0,3-3-4 16,-2-2 2-16,0-5-12 0,3-3 1 0,-3-2 0 15,3 3-4-15,-2-4-4 0,0-2 4 0,1-5-1 16,0-2 1-16,1-3-5 0,1-5-3 15,-4 0-5-15,3-5-17 0,1-12-3 0,0 10-34 16,0-3-19-16,0-7-34 0,0 8-29 16,0-8-104-16,10 9-36 0</inkml:trace>
  <inkml:trace contextRef="#ctx0" brushRef="#br0" timeOffset="9822.78">12138 4046 27 0,'1'4'166'16,"-1"2"-11"-16,2-1-22 0,-1 18-2 0,-1-12-6 16,0 8-9-16,0 7 0 0,-16 35-15 15,9-17-4-15,-1 4-2 0,-1 2-4 0,0 0-8 0,1 3-10 16,0-1-8-16,1-4-1 0,2-1-14 15,1-6 1-15,0-3-12 0,1-3 2 0,-1-2-7 16,3-4 11-16,-2-5 0 0,3-3-2 0,-1-6-3 16,1-5 0-16,0-10-4 0,4-2-14 15,5-15-4-15,3-7-11 0,-1-7-1 0,0-5-4 16,0-7-12-16,1-3-9 0,-1-1 2 0,0-3-7 16,-1 0-5-16,1 1 11 0,1-2-10 15,0 3 0-15,1 1 6 0,5 3-6 0,-2-2 4 16,4 1 1-16,4 2-5 0,5 0 4 0,3 1 5 15,4 4 9-15,1 2-5 0,5 4 3 16,2 0 4-16,-2 5 8 0,2 5-9 0,-1 3 5 16,-4 6 4-16,-5 5 3 0,-3 3 0 15,-15 5 6-15,4 0 7 0,18 20-7 0,-28-3 7 16,-7 6 7-16,-3-7-5 0,-21 25-3 16,3-13 9-16,-3 1-6 0,-4-1 3 0,-1 1-2 15,2-2-4-15,1-4-1 0,3-2-2 16,3-3 9-16,1 2-12 0,1-2-4 0,2 1 8 0,2 0-4 15,3 1-7-15,3-4 4 0,4 4 6 16,1-10-1-16,12 20 9 0,0-9 6 0,6 0 3 16,0-4 1-16,3-4 2 0,6-2-5 0,1-1-2 15,4-5 1-15,1 1-5 0,5-6 13 16,6 0-11-16,-22 0 8 0,50-17-17 0,-22 5 5 16,3-3 5-16,-3-3-11 0,1 0-12 15,-4 0 0-15,-2-5 0 0,-2 1-4 16,-5-1-1-16,-4-2-9 0,-4-1-3 0,-4-2 4 15,-6-1-9-15,-7 1 6 0,-6-2-2 0,-7 17-1 0,-14-25-2 16,-2 15 0-16,-8 5 3 0,-2 1-3 16,-5 4 2-16,-1 5 2 0,0 2-7 15,15 6 1-15,-9 0 7 0,-28 19-4 0,24-2 13 16,5 6-2-16,0 1-3 0,6 7 13 0,2 4 1 16,5 3 7-16,5-2-5 0,6 1 7 15,1-19-7-15,12 34 6 0,1-18 0 0,6-5-7 16,7-5 7-16,6-3-3 0,7-8-2 0,6-4-22 15,6-2-23-15,-24-7-45 0,14 0-69 16,62-22-77-16,-43 4-198 0,0-6 0 0</inkml:trace>
  <inkml:trace contextRef="#ctx0" brushRef="#br0" timeOffset="10107.77">14045 3831 161 0,'-3'6'176'0,"-2"9"-10"0,-2 3 0 16,-1 0-23-16,2 3-12 0,-1-1-12 0,2 1-5 16,-1-1-18-16,1 1-6 0,0 0-6 0,2-2-17 15,-1 2-6-15,0-3 2 0,3-2-7 16,-1-5-3-16,2 0-5 0,0-1-13 0,-1-3 7 16,1 1-7-16,0-1 1 0,0-7-8 0,0 0-9 15,0 8 4-15,0-1-3 0,0-1-2 16,0-6-3-16,0 9 1 0,0-2 1 0,0-7-11 15,0 10 10-15,0-4-17 0,0-6-15 16,0 10-14-16,0-10-23 0,0 9-17 0,0-9-22 0,0 7-31 16,0-7-28-16,0 0-42 0,-7 10-117 15,9-12 39-15</inkml:trace>
  <inkml:trace contextRef="#ctx0" brushRef="#br0" timeOffset="10269.71">13865 3658 90 0,'-7'-17'177'0,"2"-1"-20"16,0 2 0-16,1 6-10 0,2-1-22 15,0 2-15-15,0 3-10 0,1 0-17 0,1 6-8 16,0 0-15-16,0 0-14 0,16-6-2 0,3 12-46 16,-2 3-49-16,3 11-65 0,-3-2-108 0,-2 3-21 15</inkml:trace>
  <inkml:trace contextRef="#ctx0" brushRef="#br0" timeOffset="10600.17">14205 3747 119 0,'4'-4'177'16,"-1"-1"-14"-16,-2 2-1 0,0 1-17 0,1-2-18 15,0 4-5-15,0 2-17 0,-1 4-8 0,3 13-1 16,-4 11-15-16,0-14 0 0,0 13-16 15,0 5 4-15,-13 46-15 0,9-43 1 0,-2-1-12 16,2 0-2-16,2-8 15 0,-2-2 7 16,4-5-15-16,-2-4 6 0,2-2 5 0,0-7-12 0,0-8-9 15,4 3-4-15,2-8-8 0,7-10-15 16,2-8-4-16,-2-4-7 0,0-3-14 0,5-4-1 16,0 1 3-16,2-3-6 0,-1 1-4 15,-2 4 7-15,1 4-1 0,-2 1-5 0,0 5 0 16,-3 0 11-16,3 3-10 15,-4 2 1-15,0 7 1 0,-1 3 2 0,-11 6 6 0,10 0 7 16,14 31-3-16,-17-3 4 0,-7 10-1 16,1 6-2-16,1 1-49 0,-2 1-52 0,0-2-37 15,6-3-19-15,7-5-6 0,0-7-44 0,3-7-72 16,6-6 0-16</inkml:trace>
  <inkml:trace contextRef="#ctx0" brushRef="#br0" timeOffset="11120.09">14878 3900 63 0,'-8'29'146'0,"0"0"-11"0,0-1-2 16,0 0-9-16,0 3 1 0,0-1-10 16,3-2-3-16,-1 4-13 0,1-6-11 0,4 0-1 15,-2-5-13-15,3-5-4 0,0-3 15 0,0-13 19 16,0 8-5-16,0-8-17 0,16 13-3 0,7-16-10 15,2-8-5-15,2-4 0 0,5-2-8 0,1-5-2 16,-1-2-8-16,5-2 0 0,-2-3-18 16,4-5 6-16,-2 1-6 0,-2 0-15 15,1 1-5-15,-2-2-10 0,3 2 3 0,-2 0-5 16,0-1-6-16,-3-2 1 0,0 4-3 0,-3 1-9 16,-1 0 4-16,-1-1-8 0,-3-1-3 15,-3 0 4-15,-2 0-2 0,-4 2 0 0,-3 3 1 16,-3 0 1-16,-4-4 8 0,-5 15-5 0,0-4 10 15,-14-22-4-15,2 19 6 0,1 5-3 16,-4 4 6-16,3 5-2 0,0 5 3 0,12 4-7 16,-25 12 0-16,9 5 6 0,2 5-2 0,2 10 4 15,-1 8 6-15,4 5 0 0,1 9 2 0,4 3-3 16,1 3-8-16,3 0 1 0,0-30 9 16,0 15-2-16,16 58 6 0,-7-47-6 0,2-3 0 15,0-3-1-15,-3-2 1 0,0-3-3 16,-3-6 15-16,-2-3 2 0,-3-18 9 0,0 8 10 15,-12 29-5-15,-3-31-4 0,-2-3 5 16,-7-8-10-16,-4-4-7 0,-2-4 7 0,-2-2-16 16,15-3-10-16,-8 0-29 0,-32-17-25 0,25 0-31 15,5 0-50-15,4-6-57 0,6-6-112 16,9-5-22-16,5-6 0 0</inkml:trace>
  <inkml:trace contextRef="#ctx0" brushRef="#br0" timeOffset="11316.66">15846 3618 27 0,'29'-11'164'0,"-3"1"-23"0,-2 1-7 0,-2 3 4 16,-15 6-11-16,1 0-11 0,12 20-7 0,-17 1-9 15,-3-5-1-15,0 13-9 0,-16 42-3 0,4-16-4 16,-3 1-2-16,-1 6 2 0,0 2-4 16,1 1-7-16,2 1-8 0,1-2-14 15,3-1-8-15,2-4-12 0,3-4-17 0,3-6-12 16,1-27-39-16,0 9-31 0,0 1-37 0,21 30-54 15,-8-41-75-15,1-8-96 0,-2-9 0 0</inkml:trace>
  <inkml:trace contextRef="#ctx0" brushRef="#br0" timeOffset="11457.6">15991 4029 73 0,'11'-23'160'15,"4"-1"-21"-15,3 3-8 0,6 3-10 0,4-1-10 16,2 4-12-16,6-1-22 0,2 3 0 15,4 0-12-15,3 1-10 0,4 2-14 0,3-1-37 0,0 3-61 16,2-4-89-16,-2 4-165 0</inkml:trace>
  <inkml:trace contextRef="#ctx0" brushRef="#br0" timeOffset="11649.8">16897 3929 133 0,'0'5'163'0,"4"-1"-21"0,0-1-1 15,12 2-16-15,2-3-18 0,7 0-3 16,-8-2-10-16,9 0-17 0,42-12-7 0,-20 8-7 16,4-1-33-16,-2 0-66 0,1-1-96 15,-2 1-167-15</inkml:trace>
  <inkml:trace contextRef="#ctx0" brushRef="#br0" timeOffset="11814.18">16949 4186 113 0,'-10'11'184'0,"6"0"-18"0,6-7-5 0,5-2-13 0,13 0-17 15,-5-2-20-15,9 0-15 0,6 0-5 16,50-15-20-16,-26 7-18 0,7-3-51 0,6-2-79 15,7-4-165-15,5-2-10 0</inkml:trace>
  <inkml:trace contextRef="#ctx0" brushRef="#br0" timeOffset="12508.98">20034 3743 56 0,'3'1'172'0,"-2"0"-18"16,1 1-10-16,-1-1-4 0,0 1-12 0,-1 2-26 16,-1 0-9-16,-4 12-12 0,-3 5-3 15,-3 4-15-15,-1 3 3 0,0 3-5 16,-3 1-13-16,1 1-6 0,0-1 10 0,2-5-8 0,2-1 2 16,-1-1-5-16,2-4-4 0,1-3 6 15,1-4-2-15,2-3 3 0,2-5-5 0,-1-1 1 16,4-5-19-16,0 0 3 0,5-24-13 0,3-4-10 15,3 1-4-15,2-5-4 0,2-5-6 16,1 4-1-16,1-1-7 0,1 2 2 16,-1 2-3-16,0 2 13 0,1 1-9 0,-2 4 2 15,2 5 3-15,1 2 8 0,2 3 0 16,3 4-1-16,-1 9-1 0,-11 0 11 0,21 17 1 16,-14 2 1-16,-4 7 14 0,-5 7-8 15,-4 9 7-15,-4 0-4 0,-2-17 1 0,0 11 0 16,-17 47 7-16,8-33-3 0,-1-4 13 0,-3-3 12 15,-3-1-3-15,-1-3 4 0,-5-5-8 0,0 0 2 16,-8-4 2-16,-3-1-8 0,-3-3 2 16,-4-1 2-16,-4-5-2 0,-3-2-3 0,-2-2-19 15,-2-4-20-15,1-3-11 0,2-5-6 0,1-3 3 16,26-1-15-16,-10 0-30 0,-30-16-51 16,39 0-75-16,9-10-131 0,9-6-71 15,4 17 0-15</inkml:trace>
  <inkml:trace contextRef="#ctx0" brushRef="#br0" timeOffset="12658.27">19893 3927 42 0,'-1'-26'157'0,"-3"2"-14"0,-4 3-18 15,-3 2-1-15,-1 0-19 0,0 4-9 0,3 2-21 16,1 2-4 0,1 1-10-16,0 6-14 0,6 0-14 0,2 6 0 0,5 0-26 0,8 7-21 15,10 1-56-15,3 1-112 0,2-1-102 0</inkml:trace>
  <inkml:trace contextRef="#ctx0" brushRef="#br0" timeOffset="13089.32">20802 4056 75 0,'6'5'180'0,"0"-3"-13"15,-2 0-11-15,0-1-9 0,0-1-15 16,-1-3-13-16,12-5-12 0,1-6-17 0,4-3-22 15,10-2-11-15,8-2-3 0,6-4 0 0,12-1-2 16,8-1 7-16,6 2-4 0,4 3-13 16,-2 1-3-16,-7 5-4 0,-4 3-13 0,-11 1-4 15,-7 7-13 1,-10 3 7-16,-19 2 4 0,10 19-8 0,-30 3 4 0,-10 2-5 0,-10 3-4 16,-9 3 4-16,-6 2-3 0,-1 1 2 0,-5-1 6 15,1 4 0-15,-2 1 8 16,1 4-10-16,3 2 3 0,4-1-5 0,4 0 0 15,4 1 8-15,8-3 11 0,4-1-3 0,8-4 7 16,2-3-4-16,8 1 3 0,2-19-4 0,16 19-3 16,-2-17 6-16,6-5-2 0,2-2 5 15,2-3-1-15,-12-6 4 0,4 0-4 0,17-15 5 0,-14 3-4 16,-7-4-4-16,-4-4-15 0,-4-3-3 16,-3-1-15-16,-1 10-3 0,-17-25-7 0,2 14-7 15,-6-2-2-15,-3 1 1 0,-4 4 5 16,4 1-11-16,2 2 1 0,0 4 1 0,2 1-21 15,4 3-11-15,4 2 5 0,4 9-7 0,8 0-9 16,-4 11-17-16,12 7-26 16,8 5-58-16,2-2-155 0,8-1 23 0,8 0 0 0</inkml:trace>
  <inkml:trace contextRef="#ctx0" brushRef="#br0" timeOffset="13295.29">21712 4176 105 0,'-34'-17'189'0,"-4"2"-22"0,1 0-11 16,-2 4-12-16,2 2-12 0,0 3-19 16,3 4-6-16,17 2-20 0,-33 17 2 0,-12 21 52 15,32-8-73-15,4 6-10 0,3 3 7 16,3 4 2-16,7 3-18 0,2-3-1 16,6 3-9-16,5-5 5 0,0-22-6 0,14 34-9 15,4-25-8-15,3-4-17 0,10-6-25 16,7-7-46-16,8-5-31 0,8-6-84 0,-26 0-143 15,61-17 8-15,-35-3 0 0</inkml:trace>
  <inkml:trace contextRef="#ctx0" brushRef="#br0" timeOffset="13671.15">22131 4141 63 0,'2'0'180'0,"0"3"-16"0,0-1 1 0,-2 4-11 16,-2 14-7-16,-6 3-11 0,2 6-14 15,0-1-14-15,-2 6-4 0,2 3-8 0,-2 1-7 16,0-4-19-16,-2 0-7 0,2-2 9 16,0-2-16-16,0-3-1 0,2-5 0 0,-2-5 11 15,4 1 4-15,0-7 2 0,0-4-15 0,0-7-2 16,4 0-7-16,-14-11-22 0,5-7-17 16,2-11 0-16,3-3-18 0,0 2 1 0,0-6-7 15,3-2-6-15,1 17-5 0,11-41 5 16,-1 18-9-16,4-1 6 0,2 0-14 0,4 3 6 15,4-1-2-15,4 1 2 0,2 5 6 0,0 0 7 16,2 6-1-16,0 3 4 0,2 3 3 0,0 7 11 16,2 4-4-16,-4 4 12 0,4 9-5 15,-20 1 11-15,28 21-2 0,-16 1 4 0,-8 10 0 16,0 4 7-16,-6 4-9 0,-4 3 3 0,-2 2-2 16,-2 0 0-16,-2 3 2 0,0-5 5 15,-2 3-8-15,-2-3-15 0,0-24-24 0,0 9-33 16,0 2-50-16,-12 32-45 0,2-33-92 0,0-7-127 15,-4-7 0-15</inkml:trace>
  <inkml:trace contextRef="#ctx0" brushRef="#br0" timeOffset="13820.01">22205 4223 115 0,'10'-18'180'0,"4"-1"-7"15,6 3-9-15,4 2-5 0,8 1-22 0,8-1-13 16,0 5-9-16,4 0-14 0,-2 0-39 15,-2 0-43-15,-2 4-87 0,-4-3-80 0,-2-1-152 0,-6-1 91 16</inkml:trace>
  <inkml:trace contextRef="#ctx0" brushRef="#br0" timeOffset="14666.69">18193 3749 150 0,'-42'11'146'15,"16"8"-14"-15,-2 2-11 0,-1 5 2 16,-2 4-15-16,-1 6-11 0,0 3-4 0,0 5-10 16,1 1-2-16,2 2 0 0,2 6-8 0,5-2-3 15,2 0-2-15,4-1-5 0,1-4 0 16,6-3-9-16,1-3 0 0,5-4-6 16,3-18-17-16,0 7-8 0,19 25-9 0,1-32-15 0,8-9-22 15,8-5-41-15,-18-4-46 0,46-17-56 0,-17-4-91 16,2-3-32-16,2-8 0 0</inkml:trace>
  <inkml:trace contextRef="#ctx0" brushRef="#br0" timeOffset="14973.17">18372 4095 70 0,'-6'-9'174'0,"0"3"-13"0,2 2-18 0,-4 0-4 16,1 8-22-16,-5 2-9 0,-1 7-6 0,-3 4-15 15,0 4-6-15,1 1-5 0,1 5-9 16,-1 4 5-16,3 2-13 0,0 3 0 0,4-5 3 15,3 0-4-15,-1-2-1 16,2-3-10-16,3-3-11 0,1-8 0 0,0-15 3 0,0 9 3 16,16 1-14-16,0-12 1 0,4-9-5 0,0-5-10 15,-1 0-2-15,1-5-20 0,1 0 10 0,-2 0-2 16,-2 2 3 0,1-2-13-16,-4 3 4 0,0 3 5 0,0 1-3 0,-4 1-8 0,-4 3 2 15,2 4 2-15,-4-1 1 16,0 4-5-16,-2 0 0 0,-2 3 7 0,0 0 0 0,8 13 0 15,-6 9 5-15,0 6 2 0,-2 6-4 16,0-17-2-16,0 9 3 0,0 3-18 0,10 31-21 0,-2-32-6 16,0-5 0-16,0-6 3 0,8-4-21 15,4-8-47-15,-8-5-76 0,28-16-115 16,-14 0 43-16</inkml:trace>
  <inkml:trace contextRef="#ctx0" brushRef="#br0" timeOffset="15366.69">18766 4093 166 0,'-6'23'158'0,"0"5"-15"16,-1 0-3-16,0 5-10 0,-1 6-4 0,-2 3-6 15,2 1-8-15,-2 1-12 16,2 1-1-16,-1-2-7 0,0 3-14 0,-1-5-5 0,5-3-5 16,-2-5-6-16,2-1-3 0,0-3 6 15,-1-4 10-15,2-5-9 0,0-4 4 0,0-6 1 16,2-9-14-16,2-1-3 0,-4-16-4 0,2-8-30 15,2-12-2-15,-4-1-17 0,4-7-27 0,0-1 0 16,-2-4-2-16,2 23-6 0,0-14-5 16,12-54-6-16,-2 37-6 0,1 0-1 15,2 5 10-15,3 1 10 0,-1 9 0 0,-2 1-3 16,2 6 15-16,0 5-16 0,-2 4 19 0,0 0-4 16,2 5 9-16,1 4 5 0,-1 6 5 15,1-1 1-15,-3 10 12 0,-13 2-5 0,8 0 5 16,11 18 3-16,-10-4 2 0,-5 5-9 0,-3 3 0 15,-1-12 11-15,0 5-5 0,0 5 1 0,-13 19-6 16,9-16 6-16,-3-3 0 0,1 1-5 16,-4 2-18-16,2-4-19 0,2 2-34 15,-2 0-58-15,-2-1-64 0,1-1-134 0,0-5 29 16,3-4 0-16</inkml:trace>
  <inkml:trace contextRef="#ctx0" brushRef="#br0" timeOffset="15878.46">18844 4293 32 0,'4'0'199'16,"0"0"-12"-16,0 0-14 0,-1 2-8 0,0 0-15 15,-1-2-7-15,1 0-13 0,0 0-18 0,2-2-12 16,11-6-17-16,1-1-5 0,1 1-21 16,-2-3-6-16,1 2-9 0,-1-4 3 0,-4 1-16 15,1 1-4-15,-3 2-8 0,-4 1 4 0,0 4-9 16,-1-2-4-16,-2 1 2 0,-3 3-2 0,0 1-1 15,0 1 1-15,0 0-9 0,-12-2 4 16,8 4-3-16,-2-1-2 0,1 1 2 0,-2 2 0 16,-5 5 6-16,2 4-8 0,0 1 2 15,2 4 3-15,3 3-6 0,4 2 6 0,1-10-1 16,0 4 2-16,14 23 2 16,-3-18-1-16,4 0-7 0,1-4-2 0,4-3-12 0,0-1-10 15,0-4-19-15,0-1-31 0,-2-3-2 16,-6-1-36-16,-1-4-11 0,-11-1-11 0,8 0 7 15,-8 0 20-15,13-15 39 0,-10 10 43 0,-2-1 11 16,-2-1 47-16,1-1 48 0,0 0 18 16,0 8-11-16,0-8-8 0,0 0-11 0,0-1-3 15,0 2-11-15,0-6 0 0,9-14-19 16,-2 15-3-16,-2 2 1 0,2 1-11 0,5 1 9 16,-4 1 10-16,1 2-12 0,-1 3 13 0,-1 1-4 15,-7 1-7-15,0 0 2 0,9 0 1 0,-9 0-13 16,14 12 8-16,-13 9-2 0,-1-10-5 15,-24 26-2-15,7-11-19 0,-2-1-13 0,-2-2-31 16,2 1-14-16,-1-3-11 0,3-3-3 16,1-2-8-16,2-3-7 0,6-10-16 0,8-3-11 15,0 0-23-15,0-14-27 0,6-7-10 0,4-2-90 16</inkml:trace>
  <inkml:trace contextRef="#ctx0" brushRef="#br0" timeOffset="16013.13">19216 4280 116 0,'10'-13'173'0,"-4"2"-11"0,0 5-11 0,-2 0-18 0,0 2-15 15,-2 1-11-15,0 1-4 0,-1 7-8 16,-4 0-14-16,-2 19-6 0,-2 4 1 0,-2 0-15 16,0 5-9-16,-1-1-2 0,4 0-1 15,2-2-9-15,0 2-11 0,2-2-4 0,2-5-13 16,0-16-12-16,0 4-15 0,22 14-20 0,-6-20-71 16,-6-7-65-16,24-11-184 0,-12-1 98 15</inkml:trace>
  <inkml:trace contextRef="#ctx0" brushRef="#br0" timeOffset="16183.81">19438 4223 173 0,'-2'-1'167'0,"-1"-1"-19"0,3 1-6 16,1 0-13-16,3-1-6 0,10-5-22 15,7-1-8-15,7 0-4 0,3 1-15 16,2-3-14-16,0-3-22 0,2-2-55 0,1-4-110 15,-3-1-180-15,-2-3 85 0</inkml:trace>
  <inkml:trace contextRef="#ctx0" brushRef="#br0" timeOffset="16469.82">18640 2990 5 0,'-56'33'121'0,"-4"11"-7"0,-4 6-3 0,-4 16-16 0,-3 11-2 16,-1 12 4-16,-38 80-19 0,1 3-3 16,27-27 10-16,16-15-5 0,12-15 0 0,4-2-6 15,4 1-11-15,3-7-8 0,7-1-2 0,3-1-7 16,6-5 2-16,6-5 0 0,3-1 1 15,10-4-13-15,6-5 1 0,2-44-8 0,20 70-3 16,1-47-4-16,11-9-3 0,13-10-1 16,21-15-35-16,10-12-40 0,12-8-50 0,-39-10-75 15,113-22-158-15,-32-6 101 0</inkml:trace>
  <inkml:trace contextRef="#ctx0" brushRef="#br0" timeOffset="16889.91">24077 3333 62 0,'12'32'150'0,"3"9"-6"0,-2 8-12 16,0 14 1-16,-2 9-15 16,-3 7-8-16,-3 7-13 0,-1 7-5 0,-1 5-3 15,0 2-10-15,-3 0-7 0,0-51-9 16,0 23-2-16,0 11-10 0,0 1-2 0,-11 83-4 0,6-92 1 15,-6-5-1-15,-2-2 0 0,-3-7 4 0,-6-6-5 16,-6-2 11-16,-2-2-3 0,-9-8 16 16,-7-1-14-16,-8-6-11 0,-6-2 6 0,-6-3-15 15,-2-6 3-15,-4-4-4 0,6-5 4 16,0-2-32-16,6-5-11 0,10-4-36 0,4-4-59 16,29-1-99-16,-23-17-274 0,35-4 0 0</inkml:trace>
  <inkml:trace contextRef="#ctx0" brushRef="#br0" timeOffset="17191.2">24827 3563 95 0,'3'0'144'0,"-1"5"-18"16,2 3-3-16,2 13 0 0,-2 6-10 0,-2 7-1 15,0 3-8-15,-2 8-11 0,0-20-7 16,0 13-5-16,-11 60-11 0,6-38-11 0,-1 2 3 16,0 2-4-16,0 1-6 0,1-1-3 0,0 0-5 15,1-4 4-15,0-3 0 0,1-4-4 0,-1-8-19 16,1 0-14-16,2-8-23 0,-2-2-33 0,1-3-23 15,-1-4-30-15,-1-11-78 0,0-5-155 16,-4-11 71-16</inkml:trace>
  <inkml:trace contextRef="#ctx0" brushRef="#br0" timeOffset="17335.62">24358 4180 25 0,'-3'-19'158'0,"11"2"-19"0,11 2-5 0,5 0 9 16,5 4-7-16,7 1-11 0,8-1-6 15,7 1-9-15,9 1-13 0,4 0-13 0,5-2-9 16,0-1-19-16,1 1-34 0,-1-3-43 16,0 1-63-16,-2-1-85 0,-2-2-141 0,-3-2 100 15</inkml:trace>
  <inkml:trace contextRef="#ctx0" brushRef="#br0" timeOffset="18188.16">26250 3615 107 0,'-1'0'109'0,"-1"1"-5"16,1 1-17-16,0-2-11 0,-1 2 5 16,1 0-4-16,0 2-14 0,-1-3-6 0,1 1 7 15,0 0-10-15,-1 0-13 0,1 2-7 16,0-3-1-16,-1 2-8 0,1-1-8 0,0 0 5 16,-1 0-7-16,2-1 2 0,-1 0 1 15,0 0 0-15,-1 1 5 0,2 0-7 0,-1-2 1 16,0 1-7-16,1 0-2 0,-2 2 11 15,0-2-8-15,-1 2 9 0,-1 3 3 0,-8 7-6 16,-4 7 0-16,1 0 14 0,-2 3-11 0,-4 3 3 16,1 5-1-16,-6 0 0 0,1 3 1 15,1 2 0-15,-1 2 0 0,-1-2 9 0,2-1-6 16,3-2 3-16,1-2-11 0,2-4 6 0,4-3-6 16,-1-1 3-16,0-4 11 0,1-1 28 15,6-4 17-15,0-4-8 0,4-5 5 16,2-5-15-16,4-4-16 0,6-9-5 0,6-9-1 0,4-5-17 15,-1-7-19-15,3-5-14 0,3-5 2 16,2-5-9-16,3-1-3 0,0-2-6 0,2 1 0 16,-2 0 0-16,1 5 0 0,0 2-4 15,2 3 6-15,2 5 1 0,-2 4 2 16,1 9 5-16,1 3 5 0,1 8-3 0,-1 4 10 16,-14 8 10-16,5 0-2 0,26 25 7 0,-26 0 2 15,-5 4 13-15,-6 15-8 0,-3 1 2 16,-4 3-6-16,-2 4 2 0,-1-3-6 0,-2 2 13 15,2-4-4-15,-3-24-3 0,0 12 1 16,0 3 10-16,0 0-12 0,0-2 11 0,0-1 13 16,0-1 2-16,-13 29 16 0,3-35-12 0,-2-9-1 15,-4 1-2-15,-6-6-3 0,-5-3-5 16,-4-4 0-16,-9-4-2 0,-6-3-2 0,20 0-12 0,-12 0 10 16,-56-14 5-1,37 7-23-15,4-2 7 0,3-1-15 0,5 0-13 0,2 0-3 0,4 2-12 16,7-2-14-16,3 1-35 0,5-4-94 15,15-2-85-15,9 6-226 0,22-20 1 0</inkml:trace>
  <inkml:trace contextRef="#ctx0" brushRef="#br0" timeOffset="18647.3">27618 3714 124 0,'21'-6'163'0,"-9"1"-18"0,-5 7-9 0,-9 2-7 16,-3 3-6-16,-7 8-17 0,-5 4-7 0,-5 7-5 16,-3 3-14-16,0 3-1 0,-5 4-6 15,0 0-6-15,0 3-5 0,2-5-6 0,4 2-5 0,2-8-3 16,2-3-10-16,2-3 9 0,2 1 2 16,2-4 4-16,2-4-1 0,2-4 5 15,9-9-9-15,4-7-3 0,7-7-11 0,5-10-23 16,2-3-8-16,6-5-8 0,5-10-13 15,4-2-4-15,3 0-3 0,1 0 4 16,-2 2 0-16,0 4-6 0,-2 4 17 0,-3 4-7 16,-1 5 5-16,-3 2-5 0,-2 4 14 0,2 6-10 15,-5 4 11-15,-5 7 10 0,-15 0-3 16,18 21 8-16,-15 7-4 0,-3-10-2 0,-11 33 5 16,2-13-5-16,-2 0 2 15,2 3 1-15,1-5-11 0,1-3 7 0,2-2 7 0,1 0-2 16,0-6 28-16,1-3 6 0,2-7 0 0,1-2-1 15,0-13-6-15,12 5-3 0,9-14-4 16,3-3-8-16,2-8-13 0,6-7-17 0,2-5-7 16,4-5-11-16,3-2-9 0,4-5-5 0,1 1 4 15,0 1-13-15,0-1 9 0,-4 4-6 16,1 3 9-16,-4 1-6 0,-3 2-13 0,-3 3-24 16,-4 1-24-16,-1 6-33 0,-5 1-30 0,-4 5-69 15,-1 1-50-15,-7 5 0 0</inkml:trace>
  <inkml:trace contextRef="#ctx0" brushRef="#br0" timeOffset="19067.02">28504 3574 30 0,'3'3'148'0,"-1"1"-10"0,0 1-13 0,0 0-6 16,0 1-5-16,-2 2-14 15,2 13-3-15,-2-9-7 0,0 8-5 0,-17 28-12 16,6-15 0-16,-2 5-7 0,-2 3-5 0,1 0-6 15,2-3-2-15,1-1-8 0,3-4 3 0,1-3 6 16,1 0-5-16,4-5 3 0,2-16-10 0,14 18 6 16,3-18-7-16,6-5-1 0,-10-4-12 15,8 0-10-15,29-19-5 0,-24 4-11 0,4-2-6 16,-4-4-6-16,1 1 3 0,-3 1-2 0,-3 2 3 16,-1 0-6-16,0-1 4 15,-2 4 5-15,-5 2-8 0,0 1-4 0,-5 7 10 16,-1 2 2-16,-7 2 9 0,0 0 5 0,-3 23-4 15,-7 2 1-15,-4-2 0 0,0-1 2 0,0 3 1 16,4-1 0-16,-2 0-5 0,1-1 9 16,3-4 9-16,1-4 7 0,3-1 3 0,2-6-6 15,2-8 4-15,0 0-8 0,13 4-10 0,7-11 1 16,1-8-6-16,3-4-6 0,2-4-9 0,0-5-8 16,6-10-4-16,3 0-14 0,1 0 3 15,1 1-7-15,0-1-1 0,-1 1-1 16,1 1 2-16,-2 4-6 0,1 3 13 0,-1 2-1 15,-2 5-18-15,-1 2-51 0,0 3-41 16,-3 3-128-16,1-3-37 0,-2 7 0 0</inkml:trace>
  <inkml:trace contextRef="#ctx0" brushRef="#br0" timeOffset="19324.59">30167 3486 145 0,'-22'-5'142'0,"-8"5"-9"0,16 0-15 16,-37 14 10-16,10 2-20 0,-9 6-9 15,-3 10-8-15,-7 8-1 0,0 9-7 0,0 3 4 16,7 3-4-16,6 0-5 0,8-4-11 0,9 0 1 16,7-4-10-16,8-4-7 0,10-5 7 15,5-18-4-15,20 32-3 0,3-20-3 0,11-3-9 16,9-6 3-16,7-5-17 0,3-4 2 15,4-5-22-15,3-4-32 0,-29-5-47 0,17 0-93 16,66-15-183-16,-51 2 10 0,-2-5 0 16</inkml:trace>
  <inkml:trace contextRef="#ctx0" brushRef="#br0" timeOffset="20568.32">18516 3470 42 0,'0'0'135'15,"-14"0"-16"-15,14-13-10 0,0 13-1 0,0 0-10 16,0 0-16-16,0 0-6 0,0 0-6 15,-14 0-16-15,-2-28-4 0,16 28-9 0,-2 2 4 16,-2 0-8-16,-2 10 14 0,-6 7-7 16,4 3 0-16,-6 3-5 0,4-1 4 0,-4 6 3 15,0 2-6-15,2 0-5 0,-2 4-2 16,2-4-4-16,-1 0-6 0,3-3 5 0,-1-1 3 16,3-5-10-16,3-3-7 0,-2-1 4 15,2-6 0-15,1-1 5 0,1-4 6 0,0-2-7 0,1-2 2 16,0-4-14-16,2 0-7 0,0 0-5 15,2-30-8-15,-1 6 7 0,-1 10-9 0,0-7-10 16,8-31 3-16,-3 25-1 0,-1-4-2 16,0 0 1-16,2 1 3 0,-2 0-3 0,1 0 5 15,0 4 3-15,1 1-10 0,0 2-5 0,1 0 15 16,1 3-10-16,2 4 11 0,0-1-7 16,2 7 4-16,4-2 2 0,4 2-9 15,-2 4 19-15,4 4 11 0,-10 2-9 0,4 0 2 16,28 10 7-16,-20 1-2 0,-4 4 12 0,0 4 7 15,-4 0-4-15,-4 7 8 0,2 0-5 16,-2 4-3-16,-4 3 8 0,-2 3 3 16,-2 2-5-16,0-3 2 0,-1 0 5 0,0-6-3 0,-1-3-5 15,0-4-1-15,-1-4 4 0,-1-18 1 16,0 11-5-16,0-2-2 0,-19 1 4 16,10-10-4-16,-14-4-1 0,-3-4-9 0,0-3-16 15,-2-3-3-15,0-2-7 0,-2 0-4 0,4 1-7 16,0-1-11-16,4 3 7 0,0 0 1 0,4 2-14 15,8-1 4-15,10 12-54 0,10-25-91 16,12 12-175-16,6 2 85 0</inkml:trace>
  <inkml:trace contextRef="#ctx0" brushRef="#br0" timeOffset="38671.28">15131 15923 82 0,'0'0'107'0,"0"0"-14"0,0 0-7 15,0 0-10-15,0 0-3 0,0 14-4 16,0-14-3-16,-17 23-12 0,16-19 1 0,1 1 3 16,0 3-5-16,0 0 2 0,-2 10-5 0,2-10 10 15,0 7 1-15,0 4-8 0,0 2-3 16,0 1-12-16,0 1-12 0,12 24 9 0,-6-26-6 15,2-1 8-15,4-2 2 0,5-4 17 0,4-8 7 16,7-4 22-16,-12-2-4 0,39-18 0 16,-6-1-4-16,8-8-12 0,9-5-9 0,4-6 1 15,8-4-11-15,6-7-7 0,7-3 7 16,5-5-2-16,6-4 0 0,72-42-9 0,-38 20-5 0,-24 14-7 16,-12 8-8-16,2 0 0 0,-4 1-35 15,2-1-44-15,-2 4-36 0,-5 4-23 16,-8 4-37-16,-3 2-22 0,-8 2-37 0,-6 5-155 15,-5-1 0-15</inkml:trace>
  <inkml:trace contextRef="#ctx0" brushRef="#br0" timeOffset="39569.1">21817 16458 1 0,'-18'17'94'16,"-10"15"-11"-16,13-17 7 0,1 0 0 15,0 4-2-15,0-1-4 0,2 4 10 16,-2 2-7-16,5 2-8 0,-2 2-9 0,2-1-4 16,4 0-3-16,-1 3 4 0,5 2-20 15,1 0 1-15,0-17 9 0,0 6 11 0,20 28 6 16,-7-28 10-16,7-2-1 0,6-7 1 0,3-2 9 15,10-10 21-15,-15 0-19 0,56-13 4 0,-9-4-7 16,9-6-11-16,10-8 0 0,8-6 0 0,8-6-16 16,12-8 11-16,84-37-20 0,-2-3-1 15,-6-1-6-15,-1-3-5 0,-4 5 1 0,1-3-6 16,0 1 10-16,-42 16-3 0,-23 12-5 16,55-30-14-16,-37 20-26 0,-24 8 1 0,-17 9-38 15,5-2-13-15,66-42-44 0,-35 19-28 16,-21 13-50-16,-13 6-18 0,65-40-173 0,-38 21-116 15,-26 11 0-15</inkml:trace>
</inkml:ink>
</file>

<file path=ppt/ink/ink105.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10T14:16:30.407"/>
    </inkml:context>
    <inkml:brush xml:id="br0">
      <inkml:brushProperty name="width" value="0.05292" units="cm"/>
      <inkml:brushProperty name="height" value="0.05292" units="cm"/>
      <inkml:brushProperty name="color" value="#FF0000"/>
    </inkml:brush>
  </inkml:definitions>
  <inkml:trace contextRef="#ctx0" brushRef="#br0">9876 11257 39 0,'0'-15'77'15,"0"15"-8"-15,0 0-19 0,0 0-2 0,0 0-12 16,0 0-3-16,4 0 15 0,-6 24-3 16,-2 6 1-16,0 2 15 0,-2 6 6 0,2 9-12 15,-4 6 5-15,0 4-4 0,0 6 5 16,2 1-1-16,-2 4-8 0,2 2-12 16,2-3 10-16,4 1 2 0,0-36-6 0,12 56 0 15,4-37 6-15,6-6-7 0,9-11 2 0,15-9-2 16,11-14-7-16,12-9-4 0,-27-2-10 0,93-23 0 15,-17-7-10-15,97-29-10 16,2-10-2-16,6-6-3 0,1-9-4 0,0 5 2 16,12-2-12-16,-6 2-5 0,-2 3 7 0,-7 5-9 15,-9 5-6-15,-41 15 3 0,-26 7-15 0,71-21 11 16,-47 13-11-16,-30 7 1 0,-16 7 4 16,2-1 10-16,91-24-16 0,-46 14 4 15,-26 10 7-15,-15 6 3 0,4 2-28 0,3 0-88 16,-1 0-135-16</inkml:trace>
  <inkml:trace contextRef="#ctx0" brushRef="#br0" timeOffset="1454.32">13865 11749 36 0,'-16'0'121'0,"-15"33"-11"0,17-12-3 0,-1 2-15 16,0 8-4-16,1 0 5 0,0 5-10 15,2 2-10-15,0 0-5 0,4 3-12 16,4 2 2-16,4-1 4 0,0-22-10 0,15 37-1 0,0-25 4 16,5-5-8-1,8-7 5-15,6-4-1 0,10-9 0 0,-16-7-12 0,64-15 5 16,-17 0-11-16,9-5-2 0,11-9-5 0,7-3 0 15,8-9-14-15,8-5 1 0,85-36-4 16,5-2-1-16,-4-5-2 0,-1 3-5 0,4 0 3 16,5-1 2-16,7 3-6 0,1 4-6 0,1 2-3 15,1 4-18-15,2 0-36 0,0-1-74 0,-8 1-173 16,-9 6 32-16,-46 13 0 0</inkml:trace>
  <inkml:trace contextRef="#ctx0" brushRef="#br0" timeOffset="4688.96">3732 15762 120 0,'-80'11'176'0,"61"-11"-23"0,-6 0-3 0,-34-9-6 16,24 7-12-16,3-3-20 0,3 0-15 15,2-2-14-15,3-1-8 0,3 3-4 0,2-1-5 16,-1-1-11-16,3-1-2 0,-2 2-3 0,2-7-20 15,0 3 8-15,-2 1-13 0,3-7 3 0,1 4 4 16,1-3-12-16,-1 0 4 0,0 0-11 16,2-3-1-16,0-3 2 0,-1 0 0 15,2-1-1-15,0-3 2 0,0 3 7 0,2-5 0 16,-2 2 0-16,1-5 8 0,-2 2 11 16,2-3 4-16,-1-2-3 0,1-3 13 0,2 0 11 15,0-2 5-15,-1-4-9 0,4 1 0 0,-1-2-8 16,2-2-21-16,1 4 11 0,2-3-20 15,2 1 22-15,0 22-20 0,0-12-5 0,14-46-4 16,-4 35-2-16,5-6 1 0,1 3-14 0,5-2 7 16,3-2-8-16,6-2-8 0,2 1-1 15,5-2-5-15,7 1 6 0,4-1 5 16,5 1-9-16,5 2 13 0,0-1-7 0,8-1 2 16,3-1 2-16,2 1-12 0,1 2 3 15,2 1 15-15,2 0-21 0,0 2 16 0,2 2-11 16,0 2 5-16,2 0 1 0,-3 3-9 0,1 0 5 15,4 4-4-15,-2 1 8 0,1 0-12 0,2 4 20 16,-2 0-3-16,2 2-9 0,0 3 5 0,0 2-12 16,-1 0 16-16,0 3-6 0,-2 3-5 15,4 3 4-15,0 1 13 0,4 3-3 0,0 1-2 16,2 2 5-16,2 2-2 0,0 2-10 16,0 1 10-16,-2 4-10 0,4 0 2 0,-50 0 6 15,26 0-7-15,94 19 11 0,-66-8-3 16,1 0-13-16,-4 3 2 0,-5 3 15 0,4 0-8 15,-4 3-4-15,0 3-3 0,-2 0 15 16,-3 2-18-16,1 3 13 0,-4 0-1 16,-4 4 0-16,0 0-3 0,-5 2-4 0,0 0 10 0,-2 4 0 15,-3 0-11-15,-4 0 8 0,-3 1 5 16,2-1-13-16,-2 3 11 0,-3-1-3 0,-2-1-14 16,-2 1 9-16,0 2 10 0,-2-3-5 15,-3 4-1-15,0-1 1 0,1-1 4 0,-6 2-1 16,0 0-12-16,-4-2 3 0,-3 2 0 0,-1 0 0 15,-3 0 6-15,-2 1-7 0,-2-1 14 0,-3 4-5 16,-2 0 0-16,-3 0-3 0,-2 1-10 16,-3 0 7-16,-2 5 7 0,-3-2 4 0,0 1-13 15,-3 1 11-15,-2 1-14 0,-2-3 13 16,-1 0 4-16,-3 1-12 0,0-27 9 16,0 11-4-16,-13 45 8 0,5-33 1 0,-4-3 8 0,-3-2-8 15,-5-2 1-15,-1-1-6 0,-5 0 14 16,-3-1 8-16,-4 1-15 0,-6-1 7 0,-1-2 14 15,-5 4-10-15,-6-3-19 0,-2 0 19 0,-3 1-8 16,-6-5 0-16,-2 5 11 0,-2-4-11 16,-2 1-19-16,-3-2 19 0,-2 0 13 0,-6 0-24 15,4-2 19-15,1-2-8 0,-1 1 5 16,-1-3 16-16,-5-2-1 0,-3-1 0 0,-2-1-1 16,0-3-13-16,-2-2 28 0,-1-3-7 0,-2-1-6 15,-1-3 10-15,0-2-6 0,-4-1 9 16,-5-2-9-16,-2-3 5 0,-1-4-1 0,49 0-7 15,-27 0 8-15,-112-13-3 0,76 5 2 0,-4-3 0 16,-4 1 8-16,-2-2-6 0,-2-4 9 0,-4-2 4 16,-6-5 5-16,-88-18-2 0,58 12-5 15,26-1-6-15,20 2-8 0,0-3-14 0,-3-1-24 16,6-7-6-16,0-2-3 0,7-4 0 16,-1-3-16-16,7-3-9 0,5-4-12 0,7-2-6 15,6-1-20-15,3-5 7 0,7 0 2 0,5 0-13 0,6-6 11 16,6 0 17-16,9-4-10 15,6-2 8-15,8 0-18 16,9-6 19-16,11-2-1 0,12-5 3 0,8 40-8 0,17-93-34 0,9 45-53 16,12-4-61-16,10-2-98 0,8-2-362 15,4-1 0-15,3 2 0 0</inkml:trace>
  <inkml:trace contextRef="#ctx0" brushRef="#br0" timeOffset="8351.29">11261 14000 24 0,'-20'0'170'16,"-18"-25"-20"-16,27 25-15 0,-6 0-2 16,-3 0-21-16,-3 0 4 0,-1 0-22 0,-24 11-4 15,23-6-9-15,-2 4-21 0,0 1 1 16,3 2-5-16,-1 4-11 0,1 1 1 0,-1 4 0 16,1 0-7-16,1 8-4 0,0 0 2 0,2 2-4 15,0 5 7-15,2 1-10 0,2 1 8 0,1 5 1 16,4-1-5-16,0 0-7 15,4 1 6-15,3 1 2 0,2-3-3 0,3-3 4 0,0-20-8 0,11 32 8 16,-1-22-1-16,2-2-2 16,6-3 5-16,3-3-9 0,7-5 7 0,5-6-5 0,11-6-1 15,-19-3-5-15,15 0-6 0,60-24 1 16,-40 10-27-16,2-5-37 0,-2 1-48 0,-3-5-37 16,-1 0-56-16,-5 3-78 0,-6 2-124 0,-5-2 0 15</inkml:trace>
  <inkml:trace contextRef="#ctx0" brushRef="#br0" timeOffset="8664.12">11527 14597 58 0,'-12'-15'156'0,"2"-1"-19"0,1-5-8 16,2-2-8-16,3-4-5 0,3-3-21 0,1 12-16 16,0-6-3-16,19-34-12 0,-3 22-14 0,5-1 0 15,6-1-7-15,5 0 12 0,9 1-6 16,2 1 0-16,3 4 8 0,2 2-11 0,2 6 2 15,-5 6-6-15,0 2 2 0,-4 6-5 16,-2 7 2-16,-22 3 4 0,27 15-6 0,-22 9-1 16,-9 9 1-16,-5 11-2 0,-8-21-7 0,-13 52-1 15,-5-25 8-15,1-4 0 0,-2-5 5 16,1 0 4-16,-4-6-4 0,0-7 3 0,-1 0-9 16,0-7-17-16,1-2-5 0,-4-6-8 15,3-1-4-15,-1-7-18 0,0-2 0 0,12-3-9 16,-4 0 0-16,-18-22-8 0,22 4-1 15,6-5-15-15,6 10-23 0,0-10-34 16,25-32-85-16,-2 17-161 0,5-1 25 0,4 1 0 0</inkml:trace>
  <inkml:trace contextRef="#ctx0" brushRef="#br0" timeOffset="8941.34">13045 13660 104 0,'8'-17'141'0,"-8"3"-11"0,-7 8-12 0,-4 4 5 0,-10 9-17 15,-7 5-12-15,-2 8-4 0,-8 9-14 16,-2 7-5-16,-4 9 1 0,-1 8-3 0,0 11 7 16,3 7-6-16,1 5-7 0,3 2 2 0,6 0-9 15,6-5-7-15,4-3 3 0,6-6-10 16,4-3-1-16,8-7-11 0,3-5-3 0,1-26 6 15,16 38-10-15,0-29 0 0,8-6 3 16,9-7-5-16,5-8-2 0,7-6-11 0,5-3 2 16,-24-2-17-16,57-21-46 0,-24 3-71 0,-3-6-109 15,-2-3-145-15,-3-5 0 0</inkml:trace>
  <inkml:trace contextRef="#ctx0" brushRef="#br0" timeOffset="9108.77">12988 14305 17 0,'-23'-13'144'0,"4"3"-23"0,9-1-10 0,6-1-11 0,4 3-1 0,26-17-14 16,1 5-8-16,11 2-8 0,6-6-20 0,3-1-23 0,5 1-30 15,3 1-48-15,-2-2-71 0,-2 2-135 16,-6 0 52-16,-8-1 17 0</inkml:trace>
  <inkml:trace contextRef="#ctx0" brushRef="#br0" timeOffset="9564.65">10695 14634 97 0,'-35'0'136'16,"-13"0"-13"-16,-4 0-16 0,-52-16-8 0,58 3 3 15,8-8-15-15,10-5-13 0,12-9-2 0,12-8-19 16,4 17-1-16,35-61 1 0,4 25-14 16,13-8 12-16,17-5-14 0,19-6 11 0,92-60-4 15,10 10 6-15,10 9-2 0,12 11 3 16,10 9-7-16,2 10 5 0,-2 18 1 0,-4 14-3 16,-42 22 0-16,-30 15-5 0,-25 12-5 0,-2 6-13 15,-63 5 2-15,110 22 0 0,-62 4-5 16,-13 15-2-16,-7 16-6 0,-11 13-2 0,-9 6-1 15,-12 9 4-15,-7 5 1 0,-9 6 1 16,-7 1-13-16,-6-1 7 0,-6-4-6 0,-5-1 4 16,-7-2 2-16,-5-47 1 0,0 20 16 0,-20 77 7 15,-2-57 20-15,-9-4-2 0,-10-2 16 16,-10-2-18-16,-7-5 12 0,-10-2-24 16,-9-3 11-16,-11-5-9 0,-8-2 6 0,-5-4-12 15,-7-7-8-15,-5-6-8 0,-4-5-22 0,1-4 1 16,-1-5-9-16,2-4 1 0,3-7-6 0,7-5-8 15,3-6-4-15,55-4-12 0,-83-14-5 16,58-4 1-16,14-12 4 0,17-10-18 0,16-11-13 16,21-11-31-16,24-7-41 0,17-8-54 15,14-6-117-15,13-1-39 0,9-2 1 0</inkml:trace>
  <inkml:trace contextRef="#ctx0" brushRef="#br0" timeOffset="9835.32">14682 13464 98 0,'15'-11'128'0,"2"1"-11"15,6-1-10-15,1-4-4 0,8 0 0 0,6-2-4 16,8-3-10-16,4-1-2 16,10-1-8-16,6 2-1 0,6-2-10 0,6-1-2 0,3-1-7 15,-1 3-31-15,-1 2-34 0,-2 0-66 0,-2-2-84 16,-8 6-133-16</inkml:trace>
  <inkml:trace contextRef="#ctx0" brushRef="#br0" timeOffset="10009.14">15103 13781 4 0,'-16'19'144'0,"4"-2"-16"0,11-8-2 0,9-4-15 16,19-7 4-16,-11 2-14 0,45-19-1 16,0-1-7-16,7 0-15 0,5-6-9 15,3 2-17-15,2-6-15 0,1 0-64 0,-1 2-74 0,-2-4-139 16,2 0 42-1</inkml:trace>
  <inkml:trace contextRef="#ctx0" brushRef="#br0" timeOffset="10274.15">16719 12879 143 0,'10'-5'144'0,"-2"5"-11"0,2 4-10 16,2 9 1-16,-2 10-3 0,-4 5-9 0,-2 4-6 16,-2 6 0-16,-2-14-12 0,0 16-6 15,-16 58-1-15,8-34-16 0,-2 0 0 0,0-1-11 16,-2-3-13-16,2-4-2 0,0-4-1 0,2-5 6 16,2-6-1-16,0-5 4 0,0-4-8 15,0 0-1-15,2-6-3 0,2-5-9 0,0-8-6 16,2-13-41-16,10-3-52 0,4-17-38 0,2-6-42 15,2-13-51-15,0-3-86 0,0-7-27 16,-2-2 0-16</inkml:trace>
  <inkml:trace contextRef="#ctx0" brushRef="#br0" timeOffset="10597.29">16823 13247 12 0,'0'-46'159'0,"0"24"-22"0,0-9-11 0,0-3-13 16,0-2 0-16,-12-36-8 0,12 36-7 0,-2 4-9 16,2 18-9-16,0-9-9 0,16-25-5 15,-8 20-6-15,8 3-6 0,6-1 0 0,4 2-7 16,4-3 3-16,8 2 4 0,5-1-7 0,2 0-1 15,6 1 3-15,5-2-6 0,1 2-9 0,3 1 2 16,-1 5 1-16,-2 0-9 16,1 4-1-16,-6 2 6 0,-6 5-13 0,-5 3 3 0,-6 3-2 15,-19 2 3-15,17 20-11 0,-30 1-3 16,-3-7 5-16,-29 35 4 0,-5-11-6 0,-7 4 7 16,-4 2 3-16,-2-1 2 0,1-4-13 0,2 3 1 15,1-5-3-15,6-1 4 0,5 2-15 16,4-4 7-16,1-1-2 0,10-2-7 0,5-3 5 15,4 2-2-15,4-2 13 0,4-14-5 0,22 20-6 16,1-15 9-16,8-6 4 0,6-1-3 16,8-4-7-16,6-4 13 0,-2 0-8 0,6-2 1 15,2-2-10-15,-29 0 6 0,13 0-11 0,55-10-31 16,-44 0-36-16,-1-1-75 0,-4-5-97 0,-3-1-199 16,-3-3 1-16</inkml:trace>
  <inkml:trace contextRef="#ctx0" brushRef="#br0" timeOffset="11018.05">18600 12252 145 0,'-30'-7'145'0,"16"7"-15"0,-8 0-13 0,-30 17 4 16,18 2-9-16,-2 7-20 0,2 11 1 15,-4 9-4-15,1 9-8 0,2 7-2 0,2 11-7 16,5 0-2-16,4 7 11 0,8-3-10 16,5 0-8-16,7 3 2 15,4-43-1-15,0 17-7 0,20 68 0 0,-5-58-6 0,3-4-10 16,1-5 3-16,1-2-6 0,1-4-12 16,-2-6-2-16,-3-4 7 0,-1-3-9 0,-2-3-1 0,-4-2-10 15,-3-2 5-15,-6-14-3 0,-15 26-8 16,-4-18 8-16,-10-4 2 0,-7 1-13 0,-7-3 5 15,-5-4-11-15,-6-7 11 0,-5-4-17 0,28-2-2 16,-58-18-18-16,33 4-3 0,5-4 1 16,6-3-3-16,6-4-1 0,8-5-1 0,10 2 9 15,13-8-5-15,8 20-7 0,21-39 14 16,10 16 7-16,13 2 1 0,11 1-4 0,10 2 19 16,8-2 6-16,7 2 10 0,7 0 7 0,9 6 6 15,6-2-8-15,3 3-7 0,-3 1-27 0,-2 3-48 16,-3-1-57-16,-6 2-101 0,-6 2-139 15,-5-3 1-15</inkml:trace>
  <inkml:trace contextRef="#ctx0" brushRef="#br0" timeOffset="11455.42">20272 11871 119 0,'-3'2'137'0,"2"2"-17"0,-2 15 1 16,0 8 6-16,3-11-18 0,0 11-4 0,0 7-4 15,0 9 0-15,0 7-6 0,0 9-7 0,0 4-6 16,0 6 1-16,0 0-4 0,0 2 0 16,0-3-9-16,0-1-4 0,7-1-11 0,5 57 0 15,-7-67-3-15,-1-3 0 0,-1-2-6 16,2-4-2-16,-1-1-4 0,3-5-6 15,-4-1 0-15,2-1-6 0,-1-2-11 0,-3-4 2 0,3 2-5 16,2-2-5-16,-2-5-19 0,0-5-23 0,1-5-19 16,-2 1-22-16,-1-7-32 0,0-4-59 15,-1-6-125-15,-2-3-73 0,-3-5 0 16</inkml:trace>
  <inkml:trace contextRef="#ctx0" brushRef="#br0" timeOffset="11631.42">19729 12910 48 0,'-23'-17'155'0,"11"2"-14"16,2-1-11-16,6 4-12 0,4 12 3 0,0-14-16 15,25-17-7-15,-2 15-9 0,2-1-11 16,12 0-4-16,5-1-3 0,7 0-10 16,4-1-12-16,6-1 2 0,5-1-4 0,5 4 1 15,2-2-14-15,2 0-8 0,1 2-32 0,-1-2-52 16,2 1-83-16,-3-2-172 0,-3-1 56 0</inkml:trace>
  <inkml:trace contextRef="#ctx0" brushRef="#br0" timeOffset="12505.08">22018 11730 23 0,'-13'19'159'0,"-1"4"-9"0,0 8-9 0,-4 5 0 0,-2 8-5 16,-1 5-9-16,-3 8-15 0,-3 6 4 15,3 0-17-15,0 3-5 0,3-1-11 0,2-4-10 0,2-1-5 16,3-7 6-16,1-6-9 0,2-5 0 16,2-8 2-16,1-1-12 0,1-5-2 0,2-3 3 15,2-14-9-15,3-11-16 0,7-3 4 16,5-19-9-16,0-1-18 0,0-14-7 0,3-8-8 15,1-8-7-15,0-8-7 0,0-4-1 16,0-6-11-16,-1-7 5 0,-1 3-1 0,0 0-1 16,-1 3-1-16,-2 4 2 0,2 6 8 0,-2 3-1 15,-1 8 9-15,1 4-1 0,-2 8 10 16,2 3 1-16,0 6 8 0,1 7-1 0,4 5 6 16,2 9 5-16,5 9 13 0,-10 0 8 15,21 23-3-15,-10-3-5 0,0 4-7 0,2 5-1 16,-4 0 6-16,2 1-5 0,-4 0-4 15,0 1 4-15,-4-3-3 0,-2 2-3 0,-2-2 8 0,-2-1 5 16,-2-1 2-16,-2 1-2 0,-2-3-10 16,2-3 4-16,-6-6-5 0,4-2-3 15,-2-4-5-15,4 7-2 0,0-2-6 0,4 0 6 16,2-2-9-16,12 0 1 0,-2 0 6 0,4-3-5 16,6 2 5-16,0 6-9 0,0-2 12 0,2 1 2 15,-4 1 5-15,2 4 2 16,-4 2-10-16,-6 1-1 0,-2 2 13 0,-8 6 8 15,-4 2-9-15,-8 3-7 0,0-19 3 16,-20 43-9-16,-2-22 7 0,-4-3 0 0,-6-4 10 16,-2-1 12-16,-2-3 5 0,-4-3-4 0,-4-4 10 15,-4-3-8-15,-2-3 6 0,-4-4 0 16,-4-3 4-16,-4-3-18 0,28-5-21 0,-20 0-10 16,-70-16-7-16,50 2-28 0,1-4 1 0,2-5-23 15,4-3-30-15,5-4-47 0,2-9-67 16,8-3-373-16,6-8 1 0</inkml:trace>
  <inkml:trace contextRef="#ctx0" brushRef="#br0" timeOffset="12793.37">22115 10954 33 0,'22'11'159'16,"0"12"-16"-16,-4 7 0 0,-6 15 2 15,-4 11-4-15,-4 12-2 0,-4-26-9 0,0 27-13 16,-24 108-4-16,8-63-5 0,-4 1 9 16,2 2-2-16,-2 1 1 0,2-2-6 0,2-5-18 15,0-4-3-15,4-7-4 0,1 0-16 0,3-4-4 16,0-4-2-16,1 0-14 0,5-5-4 0,-1-2-2 16,3 0-11-16,0-45-9 0,0 18-1 15,0 8 1-15,16 68-11 0,-8-68-4 0,3-4-5 16,-1-5-8-16,4-4-30 15,2-5-17-15,4-6-25 0,0-6-27 0,6-4-46 0,4-11-93 16,4-6-229-16,4-9 0 0</inkml:trace>
  <inkml:trace contextRef="#ctx0" brushRef="#br0" timeOffset="13114.34">24603 11077 142 0,'-49'50'137'0,"-2"14"6"0,-2 13-12 0,-1 14 14 0,1 10-10 15,0 7 2-15,1 12 0 0,2 1-13 16,2 4 2-16,2-3-16 0,5-3-11 0,4-4-1 16,3-6-9-16,6-3-9 0,4-5-11 15,5-3-7-15,6-5-17 0,2-5-8 0,5-5-5 16,0-7-5-16,6-41-8 0,12 66-16 16,2-44-28-16,3-5-18 0,6-10-39 0,5-12-51 15,7-12-85-15,6-12-189 0,-20-6 0 0</inkml:trace>
  <inkml:trace contextRef="#ctx0" brushRef="#br0" timeOffset="13552.47">24983 12194 153 0,'1'-13'157'0,"1"7"-6"0,-5 8 0 15,-1 4-11-15,-7 16-5 0,-3 5-9 16,-4 7-3-16,0 5-9 0,-5 6-13 0,-1 3-7 0,0 0-17 15,0 0-7-15,1-1 1 0,2-3 0 16,0-4-4-16,2-6 8 0,3-4-8 0,1-4-10 16,3-4 7-16,-1-2-10 0,2-6-17 15,2-11-6-15,9-3-18 0,-19-16-2 0,11-7-8 16,2-8-14-16,2-2-12 0,2-2 1 16,2 14-4-16,0-11-9 0,15-46 8 0,-4 33-9 15,-1-1 8-15,8 0 5 0,4 1-6 0,9 0 14 16,5 1-2-16,8 2 13 0,5 2 1 15,7-1 3-15,4 3-4 0,3 4 8 0,2 2-2 16,-1 2 9-16,-1 5-6 0,-6 5 1 16,-5 5-10-16,-5 1 4 0,-7 5 3 15,-4 4 1-15,-20 5 1 0,3 0-3 16,15 16 1-16,-27 2 11 0,-7 0-9 0,0-4 4 16,-20 25 4-16,7-13-12 0,-2 0 3 0,3 5 3 15,-1-3-3-15,1 3 7 0,1 0-4 16,2 2-3-16,3 1 5 0,2-1 3 0,4-15 3 15,0 8-7-15,15 29 5 0,0-31-6 16,5 0 9-16,4-6-23 0,5-3-18 0,4-2-62 16,6-5-62-16,0-7-135 0,-19-1-106 0,10 0 0 15</inkml:trace>
  <inkml:trace contextRef="#ctx0" brushRef="#br0" timeOffset="14040.38">26201 11938 155 0,'5'5'147'16,"2"11"0"-16,-2 6 8 0,-2 6-7 0,-3-12-17 16,0 11-12-16,-11 42-2 0,0-19 1 15,-5 5-16-15,-1 8 7 0,-3 0-10 0,-1 1-15 16,1 5-5-16,-2-4-13 0,2-5 8 0,2 1-7 15,0-6-22-15,1-3 9 0,2-1-9 0,2-1-8 16,1-3-7-16,2-6 4 0,2-4-6 16,2-5-1-16,-2-1-16 0,1-4 14 15,3-4-4-15,1-4 0 0,1-8-14 0,2-10 6 16,4-5 5-16,2-11-14 0,4-11-15 0,0-3-1 0,4-12-13 16,1-9-11-16,-1-7-10 0,1-7 3 15,1-4-13-15,1-5 0 0,-1 0 1 0,2 1 12 16,-1 1-10-16,2 1 5 0,2 2 5 15,2 3 13-15,3 2 3 0,6 2 9 0,4 6-3 16,6 2 20-16,6 3 4 0,2 5 7 16,4 6 3-16,-2 8 4 0,-2 5 9 0,-3 6-6 15,-5 4 1-15,-4 8-1 0,-20 8-2 0,6 0 15 16,18 27 0-16,-32 0-10 0,-10-13 2 16,-20 39-2-16,0-16-3 0,-4 4-6 15,-4-2-1-15,0-1 5 0,-2-3 2 0,2-4-7 0,0-3 10 16,1 1-7-16,1-3-5 0,0-2-19 0,1-3-16 15,4-5-23-15,1 0-19 0,1-1-28 16,3-5-47-16,5-6-119 0,11-4-117 0,0 0 0 16</inkml:trace>
  <inkml:trace contextRef="#ctx0" brushRef="#br0" timeOffset="14332.89">27792 11196 131 0,'20'20'176'0,"1"9"-10"0,-2 13 10 16,-3 16-4-16,-5 12-11 0,-5 11-19 16,-3 9-16-16,-3-42-20 0,0 27 7 15,-12 103-23-15,4-73-15 0,0-3-10 0,0-2 8 0,-1-4-7 16,-2-5 21-16,-1-4 2 0,-3-2 10 15,-2-9-7-15,-4-1 27 0,-7-3 1 16,-4-1 4-16,-11 1-20 0,-6-4-1 0,-11 0-24 16,-13-2 7-16,-10 0-27 0,-12-4-30 0,-85 36-41 15,29-28-78-15,-56 6-72 0,-1-14-132 16,40-18-324-16,27-20 0 0</inkml:trace>
  <inkml:trace contextRef="#ctx0" brushRef="#br0" timeOffset="15819.39">14289 15969 113 0,'-53'25'110'0,"23"-9"-3"15,-2 2-19-15,0 3 0 0,-4 3 2 16,0 3-17-16,-2 7-3 0,-2 1-4 0,-2 5-15 16,0 2 10-16,0 1-4 0,4 0-9 0,0 1 0 15,4-1-4-15,6 2-15 0,6-5 12 16,4 3-6-16,2-3 3 0,9 0-8 0,6-1 1 15,1-22-11-15,18 32 2 0,4-24 5 0,10-7-2 16,13-8-3-16,8-8 9 0,-22-2-12 16,70-15 2-16,-25-4-24 0,7-6-36 15,4-2-24-15,-1-4-48 0,4-1-29 0,-8-2-90 0,0 0 0 16</inkml:trace>
  <inkml:trace contextRef="#ctx0" brushRef="#br0" timeOffset="16129.79">14901 16421 12 0,'-28'-8'108'0,"-2"-4"-14"16,0 1-7-16,0-4-21 0,2 0 0 0,0 0-8 15,3-4-10-15,4-2 2 0,3-1 2 16,6-3-8-16,5-7-9 0,7 14 6 0,15-30 6 16,5 18 13-16,6-2 4 0,7 3-2 15,4 1 6-15,3-2 10 0,2 8-8 0,-1 6 3 16,-2 1-2-16,-3 9-12 0,-20 6-1 15,6 0 4-15,26 26-6 0,-29-1-8 0,-7 7-3 16,-5 6-14-16,-7 6 7 0,0-22 9 16,-15 47-8-16,3-29 0 0,-3 0-16 0,-3-4 10 15,-1-4-14-15,-4-3-19 0,-1-5-4 0,2-3-9 16,-1-6-9-16,-2-4-6 0,-1-4-6 0,16-7 9 16,-17-12-11-16,18-7-25 0,6-8-20 15,3 12-30-15,20-32-46 0,0 9-44 16,5-3-94-16,6-4 0 0</inkml:trace>
  <inkml:trace contextRef="#ctx0" brushRef="#br0" timeOffset="16497.16">15775 15714 62 0,'8'16'119'0,"-6"1"-3"15,-2-6-15-15,0 8-4 0,0 4 13 0,-15 32-18 0,7-22 1 16,-3 3-10-16,-1 0-4 0,0 2-7 15,3-6-6-15,1-4-2 0,3 1-10 0,-5-7 0 16,5-3 0-16,0-2-10 0,1-5-9 16,1-7-1-16,4-10-11 0,2-4-8 0,2-11-6 15,5-6-2-15,3-3-18 0,2-7 3 16,3-3 0-16,4 1-6 0,3-3-7 0,3-1 10 16,1 2-10-16,1 5-6 0,3 3 15 0,-1 3-5 15,-1 8 15-15,-1 1 6 0,0 7 3 16,-2 4 16-16,2 8 4 0,-16 1 4 0,26 17-2 15,-22 2 3-15,-4 9 3 0,-9 14 12 16,-5 12 1-16,0-24-4 0,-19 65 8 0,1-29 1 16,-4 0 6-16,-2 0-16 0,-1-5 4 15,-2 1 1-15,-2-8-6 0,-3-3-5 0,-4-4 9 16,-1 1-9-16,-6-5-12 0,-1-3-18 16,-5-8-15-16,1-4-52 0,-3-8-52 0,3-8-87 15,1-12-146-15,25 0-13 0,-44-26 0 0</inkml:trace>
  <inkml:trace contextRef="#ctx0" brushRef="#br0" timeOffset="17174.29">12784 16853 14 0,'-24'-20'135'0,"6"-6"-17"0,6-7-10 16,4-8-8-16,8 18-1 0,0-14 1 0,24-58-16 16,0 32-4-16,8-4 5 0,11-4-21 0,8-3 4 15,10-3-3-15,7-4-8 16,10-2-8-16,70-60 2 0,6 8 7 0,1 9-6 15,3 9-5-15,2 6 8 0,10 10 1 0,4 2-7 0,-24 23 0 16,-20 15 8-16,62-18 2 16,-28 21-11-16,-20 16 2 0,-17 10 5 0,0 8 4 0,4 7-6 15,1 9-11-15,-4 7 3 0,-65 1-1 16,122 26-17-16,-67 3 13 0,-9 8-16 0,-6 11 0 0,-9 9-5 16,-6 7-13-16,-10 9 1 0,-4 4 5 15,-8 0-7-15,-6 4 9 0,-4 2 0 0,-8-2-9 16,-2 1-6-16,-10-3 2 0,-6 0 10 15,-6-5 5-15,-6 0 9 0,-9-1-5 16,-6-1 9-16,-3-38 6 0,-22 71-20 0,-2-34 17 0,-8-2 0 16,-64 69 25-16,36-70-9 15,-8-2 6-15,-8-3 19 0,-10-1 5 0,-6-1 3 16,-16-1 23-16,-74 30 3 0,34-26-10 16,20-11-3-16,13-12-6 0,-8-3-24 0,-6 2-25 15,-5-8-10-15,1-4-3 0,-4-1-46 16,0-3 7-16,2-7 2 0,1-5-30 0,5-5-21 15,4-5 3-15,67-2-14 0,-109-21-3 0,67-3-23 16,11-10-15-16,10-6-16 0,11-9-28 0,13-6-53 16,14-4-424-16,12-13 0 0</inkml:trace>
  <inkml:trace contextRef="#ctx0" brushRef="#br0" timeOffset="19956.86">12036 16345 83 0,'-15'-14'141'0,"15"14"3"0,0 0-13 15,0 0 13-15,-13 0-12 0,-5 23-3 16,13 6-4-16,1 4-17 0,0-1-3 0,-1 7-3 15,-1 5-13-15,1 2-11 0,0 7-10 16,-1 1-1-16,1 3-4 0,2 3-4 0,-1-1-3 16,0-1-20-16,2-2-1 0,-2-4-1 0,0-4-9 15,1-7 1 1,0-5 9-16,1-2 24 0,2-2 24 0,-2-7 20 0,0-8-30 0,-1-6-32 16,-1-9-5-16,4-2-22 0,-11-29-20 15,5-2-7-15,-1-2-9 0,-1-8-15 0,3-4-3 16,-4-5-14-16,3-5-3 0,-2-6 2 0,0-7-11 15,3-1-1 1,4 0 6-16,1 34 7 0,0-16-3 0,10-64 23 0,5 53 5 0,2 2 7 16,7-1 10-16,4 7 8 15,3-1 3-15,3 8 13 0,4 3 6 0,0 9 8 0,5 2 2 16,-2 7-12-16,0 9 1 16,1 5 5-16,-2 8-8 0,-22 4 0 0,32 16-4 0,-20 1 5 0,-7 4-6 15,-3 5 0-15,-7 4 5 0,-7 1 2 16,-5 5 0-16,-1-20 5 0,-15 32 23 0,1-18 0 15,-4 0 12-15,-6-2-15 0,-2 0-11 0,-2-1-2 16,-4-4-11-16,2-1-15 16,0-3-3-16,0-2-16 0,1-2 3 0,2-4-21 0,-2-1-6 15,7-6-26-15,7-4-59 0,15 0-35 0,-9-14-53 16,15-7-185-16,8-1 0 0</inkml:trace>
  <inkml:trace contextRef="#ctx0" brushRef="#br0" timeOffset="20478.22">12641 16039 171 0,'1'-2'161'0,"2"4"-12"0,-2 2 6 0,-1 0-22 16,-3 17-5-16,3-8-15 0,0 8-4 0,-12 30-15 15,7-17-5-15,1 0-16 0,0 0-7 0,0-2-5 0,0 0-12 16,1-8 2-16,1-1 5 0,0-4 12 15,1-5-11-15,1-8-11 0,-1-2-14 0,1-8-11 16,1-2-13-16,2-14-2 0,2-6-8 16,2-3-4-16,1-3-21 0,4-2 7 0,1-5-12 15,3-1-8-15,5 2-6 0,4-3 3 16,1 3 1-16,2-1 11 0,3 3-4 0,1 2 5 16,-3 4-10-16,1 3-6 0,-2 6-19 15,-3 8 23-15,2 1-16 0,-2 7-3 0,-5 4 17 16,-11 1-6-16,14 14-9 0,-9 3 7 0,-6-2 8 0,-1 2 10 15,-2-4 9-15,-1-5 44 0,-1-1 29 16,0-5-2-16,-2 0-4 0,-1-2-6 16,0 0-10-16,21-18 5 0,-5-1 5 15,-1-2 8-15,4-2-5 0,-1 0-13 0,1-3 2 16,-3-2 2-16,0 0-9 0,-4 3 2 0,0 2-8 16,-3-5 6-16,-2 3-17 0,-3 1 10 0,-3 3-11 15,-1 13 3-15,0-3-8 0,-14-11 8 16,3 18-5-16,-6 7-8 0,-7 5-4 15,2 7 7-15,-2 4 1 0,0 10-3 0,2 3-7 16,-1 7 10-16,2 4 14 0,-1 9-3 0,4 6 2 16,4-2-1-16,5 1 10 0,5-4-12 0,3-6 5 15,1-26 0-15,16 36-1 0,1-33 0 16,6-9-7-16,6-11-8 0,-12-4-22 16,39-19-23-16,-13-5-60 0,0-7-34 0,-1-7-141 15,1-9 49-15</inkml:trace>
  <inkml:trace contextRef="#ctx0" brushRef="#br0" timeOffset="20708.62">13495 15261 44 0,'-2'4'114'0,"0"-2"-10"16,2 4-7-16,6 9-3 0,-1 4 4 0,3 3-22 15,3 1-1-15,1 1 0 0,-2-1-8 0,4 1-5 16,-1 1 3-16,-1 0-10 15,3 1-6-15,-2 3-6 0,1-5 1 0,-1 5-1 16,0-3-10-16,-1-1-6 0,0 0-2 0,-2 1-3 0,0 0-16 16,2-7-21-16,-4 2-19 0,-2-2-16 15,2 0-50-15,-3-3-53 0,-1-6-110 16</inkml:trace>
  <inkml:trace contextRef="#ctx0" brushRef="#br0" timeOffset="21194.3">13557 15617 65 0,'-4'6'108'15,"3"-1"-24"-15,-1 1 1 0,5-2 4 0,1-1-14 16,1 1 11-16,15 0-16 0,4-4 1 15,-8 0-10-15,7 0-9 0,38-23 5 0,-18 10-7 16,1-2-8-16,3-5-11 0,-1-1 2 0,1 0-17 16,-3-5-51-16,0 4-49 0,-5-1-71 15,-2-1-131-15</inkml:trace>
  <inkml:trace contextRef="#ctx0" brushRef="#br0" timeOffset="21498.32">14240 15207 26 0,'-7'1'120'0,"-5"9"0"0,-1 5-10 0,-1 7-10 0,2 3-8 16,0 7 1-16,3 2-14 0,0 6-10 0,-1 1 12 0,4 4-7 16,2-5-9-16,1-2-4 0,3 0-5 15,0-5-5-15,0-20-5 0,0 5 1 16,0-4-7-16,16 2-8 0,0-20-2 0,0-6-5 15,3-8-17-15,-3 0 7 0,2-3-11 16,1 1-9-16,0-4 4 0,-2 3-13 0,0 3 9 16,2-2 5-16,-4-1-8 0,-2 5 7 0,2 2-19 15,-3 5 11-15,-4 2 6 16,0 3-15-16,-8 4 18 0,8 0-5 0,12 14-3 16,-11-2 8-16,0 8-1 0,-1 9-4 0,-2 0-14 15,-4 3-31-15,4 2-62 0,-2-5-74 0,1-5-95 16</inkml:trace>
  <inkml:trace contextRef="#ctx0" brushRef="#br0" timeOffset="21704.58">14552 15514 37 0,'7'-36'83'0,"0"0"-20"15,1-2 0-15,-2 0-12 0,5 3-1 0,-2 2 2 16,3 1 11-16,0 1-5 0,4 4 2 16,0 1-15-16,3 3 9 0,0 4 4 0,1 4-1 0,4 0-7 15,-1 9 12-15,-1 4-11 0,-11 2 5 16,17 14 13-16,-13 5-11 0,-6 10 3 0,-6 4-14 15,-3-12-12-15,-11 45 2 0,-1-17-11 0,-1 0-16 16,-2-6-6-16,3-3 4 16,-1-8 0-16,-1-4-10 0,2-5-23 0,3-10-42 15,5-13-41-15,4 0-39 0,3-28-86 0</inkml:trace>
  <inkml:trace contextRef="#ctx0" brushRef="#br0" timeOffset="21861.25">14927 14993 89 0,'8'-24'114'0,"-4"13"-10"0,-4 1-2 0,-1 8-20 0,-2 6 11 16,-5 10-1-16,-4 10-16 0,-2 11-2 16,-1 7 0-16,-2 9-5 0,-1 8-5 0,4 0 0 15,2 3-1-15,2-6-12 0,6-1-1 16,4-31-5-16,0 11-2 0,19 40-7 0,-2-43-2 16,7-6-21-16,4-10-12 0,14-10-39 0,7-4-71 15,7-14-84-15,11-6-131 0</inkml:trace>
  <inkml:trace contextRef="#ctx0" brushRef="#br0" timeOffset="22275.58">18025 15579 34 0,'4'-1'109'0,"13"-2"-16"0,10-4-8 16,4 1-11-16,6-5-14 0,6-6 15 0,8 1 3 15,5-4-10-15,7-2-9 0,3 1-6 16,6 0 7-16,2 1-3 0,-2-1-13 0,-3 1-29 15,-4 1-36-15,-5 0-123 0,-9 0-127 16</inkml:trace>
  <inkml:trace contextRef="#ctx0" brushRef="#br0" timeOffset="22463.4">18177 15877 51 0,'0'13'97'0,"8"2"-13"0,10-7 3 16,8-6-12-16,8 2 2 0,-17-4-1 0,12 0-2 16,50-14-9-16,-23 5 14 0,10-5-8 15,0-1-3-15,8-6-27 0,-1 1-34 16,-1 1-52-16,-4-5-136 0,-3-2-84 0,-7 0 47 16,-5-2 17-16</inkml:trace>
  <inkml:trace contextRef="#ctx0" brushRef="#br0" timeOffset="22881.24">20017 14975 102 0,'8'24'129'0,"-1"8"-9"16,-3 2-11-16,0 10-3 0,-3 6 1 16,-1-22-1-16,0 18-5 0,0 8-9 15,0 7-6-15,-11 69-4 0,9-62 2 0,-1-3-13 0,0-5 0 16,3-1-12-16,0-8-6 0,0-27-4 16,0 10-10-16,0 2-7 0,0 0-12 15,0-1-14-15,0-3-12 0,11 22-27 0,-8-43-32 16,2-5-83-16,-1-10-96 0,3-11-38 15,1-5 0-15</inkml:trace>
  <inkml:trace contextRef="#ctx0" brushRef="#br0" timeOffset="23096.71">20053 15023 39 0,'5'-19'87'0,"7"1"0"0,3-2-16 0,2 2-8 16,6-1-6-16,6-2-6 0,7-1-3 16,7-3 4-16,6-1 3 0,3 3-20 0,7-2-2 0,1 3 8 15,5 0-7-15,1-1-8 0,-1 5-51 16,-2 0-73-16,-7 3-136 0,-8 2 10 16,-8 1 28-16</inkml:trace>
  <inkml:trace contextRef="#ctx0" brushRef="#br0" timeOffset="23295.24">20297 15446 101 0,'-5'15'100'0,"7"-4"-20"0,8-6 0 0,12 0-8 16,-7-5-6-16,12 0-3 0,5 0 0 0,44-16 1 15,-30 7-20-15,6-2-7 0,3-1-50 0,0-3-62 16,1 0-101-16,-3-1-65 0,-2-1 31 15</inkml:trace>
  <inkml:trace contextRef="#ctx0" brushRef="#br0" timeOffset="23457.06">21096 15152 108 0,'-2'-1'127'0,"0"0"-11"16,0 1-4-16,0 4-6 0,2 3 0 15,-6 14-12-15,0 5-10 0,2 5-3 16,-4 2-4-16,4-1-9 0,-4 4-9 0,0 0-14 16,0-2-31-16,0 2-27 0,-2-4-48 0,-2-2-56 15,-2-7-97-15,0 1 16 0</inkml:trace>
  <inkml:trace contextRef="#ctx0" brushRef="#br0" timeOffset="23574.12">20837 14838 87 0,'27'-3'89'0,"-11"3"-13"15,6 0-45-15,30 19-47 0,-24-6-85 16</inkml:trace>
  <inkml:trace contextRef="#ctx0" brushRef="#br0" timeOffset="23927.65">21344 15011 65 0,'1'3'116'0,"6"12"-5"0,-6 6-15 0,1 5 6 16,-2-12-2-16,0 10-11 0,0 6-2 0,-15 36-9 15,6-22 0-15,-3-1-6 0,-2 1-6 16,2-3-8-16,2-4 2 0,0-5-10 0,1-1-10 15,2-5-1-15,1-5 2 0,3-9-14 0,2-7-2 16,3-5-11-16,8-12-11 0,2-8-1 0,1-6-4 16,4-5-6-16,3-4-9 0,3 0 13 15,2-2-10-15,2-1-6 0,4 1-9 0,0 2 21 16,-1 3-8-16,2 1-1 0,-4 4-4 16,-1 2 7-16,-4 5 6 0,-1 3-1 0,4 7 3 15,-5 4 15-15,-1 4 12 0,-11 2-12 16,15 14 9-16,-12 9 3 0,-5 6 8 0,-4 5-13 15,-3-13 4-15,0 11-10 0,-12 46 13 0,6-31-27 16,4-2-10-16,2-5-25 0,0-22-24 16,13 32-36-16,0-28-64 0,5-4-120 0</inkml:trace>
  <inkml:trace contextRef="#ctx0" brushRef="#br0" timeOffset="24188.41">22807 14618 10 0,'2'-2'128'0,"-6"4"-11"0,-6 13-3 0,-8 4-16 0,-6 4-1 16,-10 10-3-16,-2 7-5 0,-8 7 2 15,0 8 2-15,2 4-8 0,-2 5-5 0,4 0-6 0,4-2-5 16,8-2-9-16,2-3-6 0,8-4-5 15,4-6-2-15,8-4-8 0,6-4 1 0,10-8-2 16,14-6-15-16,8-7-12 0,10-6-16 16,2-3-30-16,2-7-26 0,-22-2-69 0,12 0-50 15,40-13-69-15,-36 4 14 0</inkml:trace>
  <inkml:trace contextRef="#ctx0" brushRef="#br0" timeOffset="24732.09">22855 15404 22 0,'2'-11'121'15,"0"0"-8"-15,-8-5-5 0,0-2-13 0,-2 1-5 0,2 0-5 16,-2-1-8-16,0-1-8 0,2 1-5 15,0 0 5-15,0 0-17 0,2 0 1 0,4 3-6 16,0 5 0-16,10-20 1 0,4 9-2 16,2 2 9-16,12 2-2 0,4 0 4 0,6 0-3 0,4 3-1 15,4 2-3-15,0 4 3 0,0 2 0 16,-4 3-7-16,-24 3 1 0,8 0-11 16,30 13-1-16,-33 3 4 0,-11 6-10 0,-12-7-1 15,-12 32-8-15,-9-12 0 0,-11-1-10 16,-4 1 0-16,-4-2 6 0,-2-3 0 0,2-6 0 15,0-1 3-15,4-7-10 0,0 0-4 0,4-8-10 16,0-3-5-16,-2-4-8 16,20-1 2-16,-22-12-10 0,22-3-4 0,4-4-2 0,10-5 2 15,0 10-2-15,24-30 11 0,-4 8-5 16,12 1 9-16,10-7 12 0,10-4 6 0,14-4 5 16,4-1 5-16,4-2 2 0,2 0-2 0,0-1-2 15,-4 1-5-15,-2 0-4 0,-6 2 4 16,-7 1-4-16,-8 2-11 0,-7-1 4 0,-6 3-5 15,-8 3 16-15,-4 6-13 0,-10 0 7 0,-8 6-7 16,-5 6-2-16,-1 15 0 0,-23-7-3 16,3 16 7-16,-4 13 3 0,2 4 5 0,-4 6-12 15,-2 9 13-15,0 9 3 16,-1 8 2-16,1 11 10 0,1 0 5 0,3 4 2 0,3 5-3 16,2-5 0-16,5 0 2 0,2-4-11 0,1 0 5 15,4-4-4-15,2-7 4 0,1-4-9 16,0-2 2-16,0-6 8 0,1-1 6 15,1-1-3-15,-5-4 6 0,-1-5 2 0,-4-1-2 16,-4-3 3-16,-3-5-11 0,-5-1-12 0,-1-5-20 16,-3-4-18-16,-7-2-29 0,18-4-21 15,-6 0-55-15,-25-22-85 0,28 4-180 0,0-9 0 16</inkml:trace>
  <inkml:trace contextRef="#ctx0" brushRef="#br0" timeOffset="24905.62">23777 14506 16 0,'25'-19'144'0,"-5"3"-9"16,1 6-17-16,-3 3-4 0,-18 7 4 15,8 0-4-15,4 23-13 0,-14 3 0 0,2-7-10 16,-10 38-1-16,-2-10-5 0,-3 6-14 0,-4 11 8 16,-1 5-7-16,-1 5-4 0,1 1-11 0,3 3-8 15,2-7-13-15,4 1-7 0,5-8-3 16,4-2-14-16,2-36-12 0,0 13-22 0,11 43-32 15,0-44-56-15,1-8-48 0,0-7-99 0,4-6-25 16,-3-9 1-16</inkml:trace>
  <inkml:trace contextRef="#ctx0" brushRef="#br0" timeOffset="25072.79">23723 15136 87 0,'-9'-29'98'15,"2"2"-11"-15,6 3 5 0,1 18 1 0,12-21-13 16,4 12 8-16,7-2-4 0,7 8-9 15,4-3-10-15,3 3-40 0,6 0-26 0,2 2-50 16,0 0-76-16,-2-2-132 0,-1 2 27 0,-4-2 44 16</inkml:trace>
  <inkml:trace contextRef="#ctx0" brushRef="#br0" timeOffset="25432.33">24563 15144 19 0,'-15'-5'138'0,"1"-3"-9"15,2-1-12-15,2-1 0 0,2 0-15 0,4 1-4 0,2-2-15 16,2 1-8-16,0-5-10 0,25-20 1 15,-10 14-13-15,7 2-7 0,4-2-6 0,4 4-3 16,4 0 10-16,2 2-9 16,2 4 5-16,1 1 0 0,-2 6 8 0,1 1-8 0,-1 3-2 15,-22 0-2-15,26 13-10 0,-20 1 6 16,-5 8 3-16,-5 4 1 0,-8 8-6 0,-3-13 0 16,0 9-2-16,-20 46 1 0,9-31-10 0,0-2 5 15,3-1 3-15,2-4-12 0,0-1-3 0,4-5 2 16,0 2-8-16,2-18-2 0,12 23-1 15,4-20-1-15,7-7-7 0,5-3-4 16,5-7-30-16,-15-2-42 0,11 0-34 0,40-13-54 16,-29 0-37-16,-1-3-136 0,0 0 1 0</inkml:trace>
  <inkml:trace contextRef="#ctx0" brushRef="#br0" timeOffset="25674.38">25327 15205 623 0,'-13'-17'85'0,"-1"1"1"16,4 1-14-16,2 3-14 0,0 0 0 0,1-2-7 15,6 3-1-15,1 0-8 0,0 11-6 0,10-27-4 16,6 12 1-16,6 1-12 0,2 2-7 16,2 3 10-16,2 3 12 0,4 1 4 15,4 4 0-15,2 0 1 0,-22 1 2 0,8 0-1 16,2 0 1-16,24 15-4 0,-30-4-5 0,-6 0 4 16,-4 4-4-16,-10-7 1 0,0 7-12 0,-24 26 0 15,0-13-1-15,-3 1 4 0,-4-1-11 0,2-2 9 16,1-3 3-16,0-2-5 0,1-2-10 0,5-2-9 15,-2-4-10-15,1-4-15 16,4-2-36-16,6-4-65 0,13-3-57 0,0 0-144 0,-13-23 15 16,21 4 1-16</inkml:trace>
  <inkml:trace contextRef="#ctx0" brushRef="#br0" timeOffset="25962.15">25788 14818 115 0,'6'-16'114'0,"2"1"-8"0,4-2-18 16,1 3-14-16,6 1 0 0,3-1 6 0,4 3-18 15,0 2-2-15,1-1-12 0,1 4-7 16,-1 1 1-16,-2 3-4 0,-1 2 9 0,-13 0-5 16,5 0-1-16,17 11-5 0,-17-3 1 0,0 5 1 15,-8 2 5-15,-5 4-7 0,-3-6 1 16,-16 27-9-16,1-12-1 0,-1 0-5 0,0 4 2 15,2-5-5-15,-1 1 1 0,2-1-4 0,2-5 5 16,0 6-13-16,3-3-3 0,3-6 6 16,4-2-1-16,1-10-1 0,16 14-2 0,1-16 3 15,6-1-5-15,-10-4 9 0,8 0-38 16,27-16-14-16,-17 6-64 16,1-9-97-16,3-4-132 0,-1-3 115 0</inkml:trace>
  <inkml:trace contextRef="#ctx0" brushRef="#br0" timeOffset="26307.24">26600 14641 17 0,'2'3'119'0,"-1"1"-1"0,0 3-12 16,-1-1-1-16,0 15-6 0,0-10-3 0,0 7-14 16,0 3 6-16,-12 29-7 0,6-18-8 0,0 0-11 15,1-3-11-15,2-5-4 0,1 0-7 16,0-6-5-16,1-4-2 0,1-2-2 0,-1-3-9 15,1-9 4-15,0 0-4 0,0 8-7 16,20 9-2-16,-4-10 5 0,2-1-3 0,-2 0 9 16,4-3-13-16,0 1-4 0,0 0 8 0,0 2 2 15,0 1-14-15,-2 0 8 0,-4 1 4 16,2 3-1-16,0 1-1 0,-2 4 2 0,-4 0 0 16,-2 5 3-16,-1 5-1 0,-6-1 8 15,-1-10-5-15,-14 27-1 0,-2-12 0 16,-8 2 5-16,-2-2-11 0,-2 1 8 0,-4-4 1 0,2-2-4 15,-2-3 1 1,0-5-10-16,4-1-1 0,-5-3-16 0,1-6-33 0,0-7-73 0,16 0-98 16,-30-17-151-16,20-4 0 0</inkml:trace>
  <inkml:trace contextRef="#ctx0" brushRef="#br0" timeOffset="26454.31">26911 14644 67 0,'44'-10'111'0,"-2"-1"-7"0,-3 2-10 0,-3 1-38 0,-2 2-63 0,-8-2-111 15,-2 0-81-15</inkml:trace>
  <inkml:trace contextRef="#ctx0" brushRef="#br0" timeOffset="27088.35">18904 16798 44 0,'2'-4'79'0,"12"-12"-3"0,8 2 7 16,10-1 0-16,9-4-10 0,8-2 11 0,11-3 10 15,10-1-10-15,10 0 4 0,11-1-1 0,6 1 5 16,7-1-10-16,4 1-4 16,6 2-8-16,-1 3 1 0,7-1-14 0,3 3-4 0,2 1-3 15,3 2-3-15,1-3-8 0,2 5 2 0,5 0-4 16,5 0 5-16,1-4-8 0,3 3 1 0,6-3-2 15,105-8-5-15,-13-4-3 0,-53 6 2 16,-20 3-4-16,78-10 6 0,-8-1-5 0,-2 1 2 16,-42 6-4-16,-28 4-6 0,73-10-1 15,-52 9 6-15,-29 4-10 0,-17 3 6 0,3 1-5 16,-4-5-3-16,-1 2-6 0,0 0-2 0,-2-1-11 16,0-4 3-16,-2 0-3 0,0-2 7 15,-5-1-12-15,-1-2-3 0,-4 2-2 0,-5-2 5 16,-3-4-3-16,-2 3 2 0,-2-4-13 0,-4 2 11 15,0-2-1-15,-5 3 1 0,1 0 9 16,-5 2 13-16,-2 0 8 0,-8 3 0 0,-7 2-1 16,-5 3 0-16,-6 0 11 0,-8 3 2 0,-7 0-8 15,-8 3-7-15,-4 1-19 0,-10-1-35 16,-5 1-74-16,-7-3-80 0,-15-1-147 0,-10 15 40 16,-22-25 0-16</inkml:trace>
  <inkml:trace contextRef="#ctx0" brushRef="#br0" timeOffset="28016.77">20501 16710 112 0,'0'0'128'0,"0"0"-9"0,0-15-10 15,-17 0-2-15,3 15-9 0,-7 0-17 16,-28 15-3-16,19-5-5 0,-2 4-9 16,-1 0-6-16,2 4 0 0,2 0-11 0,2-2-4 15,5 5 1-15,4 1-6 0,6 2-12 16,4 4 5-16,8-2 11 0,0-14-8 0,20 24-2 0,0-16 4 16,4-4-10-16,7 1 5 0,5-2 0 15,4 1 4-15,1-3-6 0,1-1-1 16,-1 0-2-16,-1 3 6 0,0-1 2 0,-5-1-4 15,-5-2-5-15,-4-1 2 0,-2 1-6 16,-2 3-1-16,-6-1 10 0,-6 2-3 16,-8 4-10-16,-2-9 2 0,-21 23 1 0,1-11-2 0,-9 0-8 15,-9 2 3-15,-4 1 1 0,-4-1 7 16,-3-3-7-16,-3 0-3 0,-3 0-2 0,1-1-6 16,-1-3-4-16,3-4-12 0,3-1 4 0,3-3-5 15,6 0-2-15,3-3-8 0,6-3-18 0,18-3-28 16,-3 0-79-16,-4-20-57 0,25 3-178 15,11-5 0-15</inkml:trace>
  <inkml:trace contextRef="#ctx0" brushRef="#br0" timeOffset="28261.6">20906 16799 1 0,'14'-5'128'16,"-4"3"-4"-16,-2 5-15 0,-2 1-6 15,-2 2 11-15,-4 1-8 0,4 14-14 16,-4-11 0-16,0 10-7 0,0 5 2 0,0 3-5 0,-16 36-15 16,10-26 0-16,-2 3-3 0,0 1-3 15,2 0 4-15,0 0-8 0,0-2-6 16,0-1-5-16,2-3-9 0,0-3-5 0,2 0-5 16,-1-4-16-16,0-4-14 0,1-5-24 0,-1-7-42 15,0-2-61-15,-2-7-62 0,5-4-139 0,-19-15 92 16</inkml:trace>
  <inkml:trace contextRef="#ctx0" brushRef="#br0" timeOffset="28408.54">20454 16810 39 0,'12'-22'102'16,"10"3"-10"-16,6-2 1 0,9 0-5 0,8 1 5 0,11 3 2 15,4-2-6-15,2 2-2 0,2 3-9 16,0 0-19-16,0-1-39 0,0 0-37 15,-2 4-53-15,-2-3-98 0,-3 1-106 16,-5 0 53-16</inkml:trace>
  <inkml:trace contextRef="#ctx0" brushRef="#br0" timeOffset="28945.36">21444 16399 49 0,'-3'-1'121'0,"1"1"-15"15,2 1-7-15,-2 0-4 0,1 4-5 16,0 1 3-16,-2 14-4 0,-1 3-11 16,-3 7 0-16,-1-1-8 0,-2 1-9 0,-2 5 0 15,0 3-6-15,-3-3-7 0,2 0 5 16,-2-4-2-16,6-5-2 0,-2 0-9 0,2-1-4 0,-2-7-9 16,4-4 2-16,1-7-18 0,2-3-3 15,4-4-5-15,0 0-16 0,-7-15 0 0,7-6-4 16,0 8 10-16,12-30-1 0,-3 14-3 15,6-3-16-15,5-1 7 16,-1 1 4-16,1 3 1 0,0 1-20 0,1 1 8 0,0 2 1 16,2 5 11-16,-1-1-2 0,-1 8 5 0,3 0 20 15,0 7-5-15,-3 1 22 0,-11 5-8 16,3 0 7-16,14 22-5 0,-21-1 8 0,-2 5-1 16,-4-10 2-16,-12 34 0 0,0-12-2 15,0 2-5-15,0-1-5 0,0-7 9 0,4-2 0 16,0-2-12-16,0 1-2 0,3-4-8 0,5-11 9 15,0-14-9-15,0 0 1 0,16 16-5 16,-5-16 5-16,10-2-8 0,-12 2 3 16,7 0-4-16,22-9-4 0,-17 3 2 0,-2 0 4 0,-2 2 1 15,2 3 5-15,-2-1 4 0,-5 2 9 16,-1-2-11-16,-11 2 9 0,6 0 2 0,-6 0 0 16,13 13 1-16,-15-4 4 0,-9 12-5 0,-5 4 3 15,-5 3-3-15,-7 6 0 0,-4 2 7 16,0 0-2-16,-4-1-6 0,3-5 5 0,1 0-5 15,1-4 0-15,-1-5 1 0,5-1-5 0,2-4-7 16,-1-1-8-16,2-4-11 0,-1-1 5 16,2-6-20-16,13-4-57 0,-4 0-67 15,-14-17-128-15,20-1-43 0,6-6 1 0</inkml:trace>
  <inkml:trace contextRef="#ctx0" brushRef="#br0" timeOffset="29186.91">22285 16434 42 0,'10'3'113'0,"-2"1"-16"0,2 7 8 0,-2 6-5 0,0 6-8 16,-6 4-7-16,-2 5 9 0,0-16-16 15,0 11 9-15,-14 39-11 0,2-21 6 0,2 2-9 16,-4 2 3-16,-2 3-13 0,4 1 7 0,-4-1-11 15,4-4-5-15,0 0 1 0,0-5-9 16,2-2-3-16,2-5-10 0,0-4-17 0,2-5-16 16,-2-1-23-16,-2-7-46 0,0-4-65 15,-4-7-99-15,0-8-62 0,8 0 0 0</inkml:trace>
  <inkml:trace contextRef="#ctx0" brushRef="#br0" timeOffset="29353.18">21922 16792 2 0,'23'-12'98'0,"5"-2"5"0,4 2-3 16,2 1 1-16,6 1-15 0,2 4 12 0,2 0-12 15,4 1-13-15,0 1-1 0,0 2-5 0,2 1-14 16,-2-2-6-16,-6 0-44 0,0 3-66 16,-4-5-101-16,0-3-122 0,-6 3 56 15,-4-3 41-15</inkml:trace>
  <inkml:trace contextRef="#ctx0" brushRef="#br0" timeOffset="29631.32">22857 16416 16 0,'-2'-6'117'0,"2"1"-6"16,0 0-1-16,0 0-11 0,0 2-7 15,0 0-6-15,0 3-3 0,0 3-7 16,0 3-10-16,-6 16-3 0,0 9-2 0,-2-2-2 15,0 8-3-15,-4 4 5 0,0 4-3 0,0 4-4 16,0 2 6-16,0-1 2 0,4-2-7 16,4-1-6-16,2-5-1 0,0-5-1 0,2-21-11 15,0 8-1-15,20 25-8 0,-6-30 1 0,4-3-4 16,8-7-11-16,4-4-9 0,-12-5-42 16,8 0-50-16,46-17-77 0,-32 4-152 0,4-4 30 15,-4 0 0-15</inkml:trace>
  <inkml:trace contextRef="#ctx0" brushRef="#br0" timeOffset="29841.25">23330 16553 45 0,'1'-1'127'0,"1"0"-10"0,0 3-14 0,1 1 3 15,0 1-2-15,-2 3-6 0,3 11-6 16,-1 2-12-16,-3-6 0 0,0 7-12 0,-12 29-3 15,2-19-4-15,1 4-3 0,-3-1-14 0,1-2-6 16,1 4 1-16,0-4 3 0,4-4-15 0,-2 1-3 16,1-3-16-16,2 2-19 0,1-7-33 15,1-1-46-15,0-4-43 0,-1-7-112 0,2-2 19 16</inkml:trace>
  <inkml:trace contextRef="#ctx0" brushRef="#br0" timeOffset="30151.62">23015 16666 44 0,'0'-4'104'0,"-2"0"-23"0,0 4 7 16,2-2-8-16,0-1-7 0,-2 1-14 0,2-1 2 15,2 0 9-15,0-1-10 0,8-5-14 0,2-4-2 16,8 1-7-16,2-3 11 0,4 0-11 16,2-4-8-16,4 1-3 0,4-2 2 0,3 1-19 15,2-2 9-15,2 4 11 0,5-3-12 0,1 3-7 16,1 1 0-16,-2 0 3 0,0 3-4 15,-2 1-1-15,-4 1-12 0,-2 1-37 0,-6 3-48 16,-3-2-91-16,-4 1-119 0</inkml:trace>
  <inkml:trace contextRef="#ctx0" brushRef="#br0" timeOffset="30740.17">23909 16354 82 0,'2'23'111'0,"0"-1"-3"15,-2-10-6-15,0 11-14 0,0 3 6 0,0 4-3 16,-16 33-3-16,6-24-5 15,-3 1-3-15,-6 3-7 0,5-1-3 0,-5-1-7 16,4-1 0-16,-1-5-10 0,3-4-6 16,1-3 2-16,0-2-4 0,3-5-7 0,-1-4-2 0,5-6-15 15,2-5 1-15,3-6-14 0,2-9 1 16,4-6-16-16,4-8-6 0,2-4-17 0,5-3 19 16,-1-6-17-16,5-3-4 0,2-3-7 15,1-1 6-15,1-2-11 0,1 1 6 0,-2 2-17 16,0 1 16-16,-2 7-15 0,0 0 8 0,-2 7 12 15,-1 2 6-15,-2 6 4 0,2 4 18 16,1 1 6-16,-2 12 5 0,-8 2 13 16,15 16-4-16,-10 1 13 0,-1 5-2 0,0 2 0 15,-2-1 4-15,0 2-5 0,4-3 1 16,0 2 0-16,4-4-11 0,-2 0 12 16,3 1 0-16,-2-1 5 0,1 0 0 0,-3-1-6 15,0-1 2-15,1 2-2 0,-4-2 16 0,-2 1-14 16,-4-1 7-16,-4 2 1 0,-4-10 6 15,-13 24-10-15,-3-12-1 0,-4-1-3 16,-4 3-2-16,-5-2-2 0,-3 2-1 0,-2-2 1 16,-4 0-4-16,2 0-1 0,-5-2-4 0,0-1 2 0,1-2-9 15,1-2-10-15,0-2-3 16,-1-2-4-16,3 0-11 0,-3-3-8 0,2-4-32 16,0-1-67-16,0-1-68 0,20-2-143 0,-10 0 82 15</inkml:trace>
  <inkml:trace contextRef="#ctx0" brushRef="#br0" timeOffset="31773.05">24651 17397 9 0,'0'-19'73'0,"-3"-17"-8"0,22 16-1 16,4 2-16-16,9-3 5 0,8-2-5 15,5 3-5-15,3 0-1 0,1-1-4 0,1 5-4 16,-2 3 12-16,-2 3 3 0,-2 4-4 15,-4 1-9-15,-4 3 3 0,-18 2 5 0,7 0-2 16,0 0 2-16,23 22-10 0,-32-6 9 16,-4 5-3-16,-5 4-10 0,-6 1 0 0,-1-9 4 15,0 5-1-15,-14 33-5 0,7-25-5 16,2-3 4-16,-1-2 4 0,2-4-18 16,2 0 11-16,2 0 0 0,0-15-5 0,12 13 3 15,1-9-1-15,6-2 5 0,6-8-15 0,-10 0-19 16,31-12-24-16,-11 2-47 15,2 1-78-15,-2-4-122 0,-3-3 74 0</inkml:trace>
  <inkml:trace contextRef="#ctx0" brushRef="#br0" timeOffset="32031.26">25414 17226 60 0,'0'-15'57'0,"1"-5"-8"0,10-2 9 0,6 2-21 15,3 0 9-15,7 1-1 0,3-1-10 16,5 1-7-16,2 2 11 0,2 2 13 0,2 3 1 16,-2 2 2-16,0 3 5 0,-6 2-1 15,-2 1 2-15,-1 2-14 0,-16 2-3 16,2 0-2-16,9 23-2 0,-25-8 4 0,-11 11-6 16,-6 1-5-16,-7 4 5 0,-5 1 2 0,-1-2-14 15,1-2 1-15,-2-3 3 0,3-3-11 16,2-1-10-16,2-3-2 0,2-5-3 0,-2-2-9 15,4-4-19-15,10-4-47 0,10-3-32 16,0 0-90-16,-4-23-101 0</inkml:trace>
  <inkml:trace contextRef="#ctx0" brushRef="#br0" timeOffset="32307.19">25947 16745 14 0,'26'-25'54'0,"3"1"-1"0,0 5 2 0,1 0 0 0,-1 3-13 0,0 5 7 16,1 0 0-16,-1 6-6 15,-1 0 1-15,-4 2-7 0,-13 3 14 0,1 0-14 0,10 15 12 16,-16-5-6-16,-5 10 1 0,-1-9-8 16,-16 27 0-16,-3-11 5 0,-3 7-7 0,-2 2-16 15,0-1-4-15,2-3 1 0,4-1 6 16,3-3-8-16,3-1 1 0,3-1-3 0,5-5 4 15,4-13 6-15,16 12 2 0,2-13-13 16,5-5 0-16,-8-2-4 0,7 0 1 0,33-18-3 0,-19 4-3 16,5-4-26-16,2 0-37 0,0-6-54 15,-2-3-116-15</inkml:trace>
  <inkml:trace contextRef="#ctx0" brushRef="#br0" timeOffset="32545.08">26650 16445 5 0,'6'24'89'15,"-2"5"-4"-15,2-1 1 0,0 6-5 16,-4-2 4-16,0 2-9 0,0 0-10 0,0 5-9 16,-2-3 1-16,4 1 1 0,-2-2-1 0,0-3-13 15,2-6-1-15,0-1 1 0,4-6-5 0,4-4-3 16,0-6-5-16,6-3-5 0,-8-6-7 15,6 0 1-15,24-15-24 0,-20 1-26 0,3-2-38 16,-3-5-79-16,0-4-122 0</inkml:trace>
  <inkml:trace contextRef="#ctx0" brushRef="#br0" timeOffset="32758.9">27028 16554 31 0,'12'-8'65'16,"0"3"-1"-16,-3 1 4 0,1 4 6 15,-2 0-4-15,2 0-9 0,-1 0-1 16,1 0 11-16,13 19-14 0,-15-9 9 0,1 2-3 16,-2 5-1-16,-2 3-2 0,-1 2-6 0,-4 5-6 15,0-13-3-15,-10 30-7 0,2-12 8 0,-3 4-6 16,0 4-5-16,-3-1-4 0,0 2 2 0,-1 1-6 16,1 4 0-16,2-2-8 0,-3-1-8 15,-1 0-22-15,0-6-56 0,3-1-60 16,-1-5-125-16,2-8 34 0</inkml:trace>
  <inkml:trace contextRef="#ctx0" brushRef="#br0" timeOffset="32912.39">27174 16796 1 0,'30'-22'73'0,"5"0"-8"0,2 0 7 0,5 2-21 16,2-2 9-16,1 1 8 0,-1 2-10 15,0-2-31-15,-3 1-22 0,1 1-85 0,-10 0-135 16</inkml:trace>
  <inkml:trace contextRef="#ctx0" brushRef="#br0" timeOffset="33429.75">20370 16348 77 0,'-36'30'103'0,"-2"6"-7"0,-4 6-3 16,-2 9-7-16,-2 5 8 0,-2 12-5 0,-3 8-5 15,0 7-4-15,1 7 0 0,2 5 3 16,2 4-2-16,6 3-8 0,7 7 5 0,8-2-1 16,5 3-5-16,6-4 0 15,10-4-2-15,4-54 1 0,15 87-5 0,6-53-18 0,10-6 3 16,9-8-14-16,5-6 6 0,6-13-23 0,5-7 4 15,7-7-19-15,7-8-17 0,10-10-21 16,10-4-43-16,7-7-46 0,-46-6-52 0,110-16-87 16,-46-2-33-16,5-5 0 0</inkml:trace>
  <inkml:trace contextRef="#ctx0" brushRef="#br0" timeOffset="34097.94">27781 15934 137 0,'2'5'165'0,"7"14"-14"16,2 8-5-16,1 1-4 0,2 8-5 15,0 7-7-15,0 6-13 0,0 6-13 0,-4 4-9 0,1 5-16 16,-6 2 6-16,-3 3-16 0,-2-33 2 15,0 20-3-15,-22 78-6 0,6-56-8 16,-4 1-10-16,-6 1 0 0,-5-3-2 0,-2-6-11 16,-5 0 8-16,1-5-11 0,-3-4 13 0,-2-6 6 15,0-4-4-15,-3-3 9 0,-2-6-6 0,-3-1 4 16,-6-4-8-16,0-3-15 0,-10-3-25 16,-3-4-35-16,-6-2-70 0,-1-6-115 0,-3-3-291 15,-1-8 0-15</inkml:trace>
  <inkml:trace contextRef="#ctx0" brushRef="#br0" timeOffset="50719.78">24647 10116 5 0,'0'0'135'0,"0"0"-13"16,-13 0-3-16,13 0 1 0,0 0 3 0,0 0-5 16,0 0-12-16,-27 27-2 0,27-28-10 15,1 0 7-15,3-1-7 0,-1 0-10 0,12-5 1 16,3-3-15-16,4-1-1 0,0-3-5 0,8 0-9 15,4-2-4-15,4-5-12 0,4 1 4 16,1-3 0-16,4 0-8 0,-1-1-5 0,1 0-8 16,0-1 9-16,-1 1-7 0,-2 1-9 15,-2 0-1-15,-5 4-19 0,-4 2 3 16,-3 3-17-16,-4 2-11 0,-4-1-43 0,-1 0-52 0,-4 3-33 16,-6-3-81-16,-8 6-102 15,-3 7 0-15</inkml:trace>
  <inkml:trace contextRef="#ctx0" brushRef="#br0" timeOffset="50989.96">24644 10370 59 0,'-5'9'143'0,"0"-2"-7"15,1-1-12-15,2-1-5 0,4-1-2 0,0 0-10 16,4-2-4-16,2-2-14 0,12 0-9 0,-8 0-7 16,6 0-3-16,6 0-14 0,3 0-8 15,33-10-12-15,-28 5-11 0,-1 1-31 16,-2-1-20-16,-1 1-33 0,-1-1-50 0,-3-4-65 0,-3 2-107 16</inkml:trace>
  <inkml:trace contextRef="#ctx0" brushRef="#br0" timeOffset="51741.67">27343 12983 35 0,'0'-15'171'0,"-27"-18"-16"0,25 14-5 0,2 8-1 16,0-9-5-16,17-23-15 0,-2 16-13 15,2-3-7-15,7-2-6 0,5 0-9 0,3 0-11 16,4 0-9-16,4-4-5 0,-1 4-1 16,4 0-12-16,-2-1-1 0,1 3-2 0,0-1-9 15,-1 0-7-15,-1 6 1 0,-4 0-6 0,0 5-3 16,-3-1-17-16,-2 4-10 0,-3-2-28 16,-4 4-45-16,0 4-31 0,-3-2-52 15,-6 3-103-15,-6 3-93 0,-7 2 1 0</inkml:trace>
  <inkml:trace contextRef="#ctx0" brushRef="#br0" timeOffset="51955.67">27407 12800 90 0,'-9'12'159'0,"2"-3"-3"0,7-3 4 16,1-1 0-16,5-5-11 0,2 1-18 0,16-5-19 15,-11 4-10-15,32-13-8 0,-10 2-8 0,5-1-11 16,-1-2-20-16,3-3-25 0,-2 2-27 0,3-2-26 16,-3-3-38-1,-2 4-38-15,-4 1-54 0,-5-3-89 0,-1-1-4 0</inkml:trace>
  <inkml:trace contextRef="#ctx0" brushRef="#br0" timeOffset="52566.6">28064 14348 120 0,'-8'-3'169'0,"1"1"-2"0,2-1 5 0,0 1-8 16,2 2-16-16,-1-1-11 0,3-1-4 0,1 0-10 16,0-2-16-16,4 1-10 0,10-7-9 15,6-4-8-15,4 3-5 0,3-1-5 0,5-2-10 0,7-3-10 16,6-2-6-16,-1 2 6 0,5-1-12 15,1 0-10-15,-1 0 12 0,0-2-15 0,-1 2-8 16,-1 1-15-16,-3 2-30 0,-3 0-22 16,-3-1-37-16,-5 2-34 0,-5 3-43 0,-3-2-137 15,-7 0-63-15,-5 2 1 0</inkml:trace>
  <inkml:trace contextRef="#ctx0" brushRef="#br0" timeOffset="52801.75">28213 14514 23 0,'-5'10'159'0,"2"1"-3"15,3-5-1-15,3-2 10 0,5-1-14 0,1-3-15 16,18-3-8-16,-11 3-12 0,36-14-7 0,-9 1-18 15,3 0-3-15,5-5-21 0,1-2-26 16,1 0-37-16,2-1-45 0,2 0-60 0,-5-3-94 16,-2-3-114-16,-4 2 73 0</inkml:trace>
  <inkml:trace contextRef="#ctx0" brushRef="#br0" timeOffset="53155.94">28814 13561 108 0,'18'-39'139'15,"0"2"-13"-15,2 3-14 0,2 5-3 0,-2 1-13 16,2 6-9-16,2 1-7 0,-1 8-5 16,4 7-7-16,0 0 5 0,-13 6-1 0,22 16 0 15,-14 3-2-15,1 10 2 0,-3 8-8 16,-4 14 1-16,-3 5-7 0,-3 7-2 0,-5 14-8 15,-2 3-7-15,-1 4 2 0,-2-1-6 0,2-2-6 16,-2-2-4-16,0-42-1 0,0 16 3 16,0 10 3-1,0 0 0-15,-11 67 0 0,6-69-11 0,-3-9 10 0,0-2-3 16,-3-3 1-16,-2-4-1 0,-5-4 1 0,-2-2-2 16,-5-2-1-16,-3-3-18 0,-8-5-1 0,-1-1-15 0,-4-4-14 15,-1-4-19-15,-2-5-17 0,3-5-32 16,4-4-26-16,21-4-53 0,-28-14-97 0,23-2-95 15,6-7 0-15</inkml:trace>
  <inkml:trace contextRef="#ctx0" brushRef="#br0" timeOffset="53578.77">30074 13911 13 0,'23'4'190'0,"-10"6"-11"0,-6 5-17 0,-7 8 8 16,0-11-9-16,-18 40-12 0,4-8-18 0,-5 7 0 16,-4 4-22-16,-2 5-10 0,-2 2-10 0,-2 2-1 15,2-1-14-15,1 1-17 0,1-4 7 16,1-2-14-16,2-5 1 0,1-3-18 0,2-5 6 16,1-8-11-16,4-3 7 0,2-3 12 15,2-3 8-15,0-3 28 0,1-7 2 0,-2-4-20 16,6-7-4-16,5-7-36 0,-9-21 6 15,7-6-19-15,2 9-1 0,0-10-32 0,19-46 1 16,-4 19-4-16,1-5-15 0,2-5-4 0,5-3 0 16,4-1 8-16,2-1-10 0,0 4 0 15,6 0 4-15,2 5 3 0,2 2 6 0,-1 2 10 16,4 5 7-16,-2 7 6 0,0 5 9 16,0 3 1-16,-3 6 8 0,-1 10-3 0,-3 5 11 0,1 8 1 15,-17 8 5-15,30 13-5 0,-22 10 15 16,-5 12-5-16,-8 12 1 0,-5 5 6 15,-5 9-2-15,-2 3-9 0,0-32 0 0,0 17-13 16,-13 63 4-16,5-50-5 16,1-3-25-16,-1-4-24 0,-1-5-49 0,-2-5-36 0,-1-5-67 15,-1-4-87-15,-3-6-148 0,1-7 0 16</inkml:trace>
  <inkml:trace contextRef="#ctx0" brushRef="#br0" timeOffset="53730.84">30133 14424 2 0,'1'-30'166'0,"-1"16"-14"0,21-26-11 16,-3 22 5-16,7 1-5 0,4 4-18 16,6 1-11-16,2 2-12 0,2 5-8 0,2 3-14 15,2 2-22-15,-23 0-32 0,11 0-20 0,5 0-19 16,41 13-23-16,-37-9-37 0,2-4-53 16,-24 0-78-16,12 0-13 0</inkml:trace>
  <inkml:trace contextRef="#ctx0" brushRef="#br0" timeOffset="53915.51">31046 14033 175 0,'8'-16'168'0,"2"6"-15"16,-4 2 1-16,1 1-14 0,1 6-5 0,-1 2-6 15,-1 4-7-15,8 11-13 16,-4 4-11-16,2 7 2 0,-2 1-6 0,-4 8-8 0,0 5 7 16,-5 2-10-16,-1-18-15 0,0 11 3 15,-13 53-12-15,-1-35-9 0,1 1-16 0,-2 0-41 16,-1-6-29-16,-1 0-23 0,0-6-29 0,-2-1-26 15,-1-7-34-15,0-8-18 0,1-12-43 0,-2-7-115 16,12-8 0-16</inkml:trace>
  <inkml:trace contextRef="#ctx0" brushRef="#br0" timeOffset="54037.65">30828 14108 44 0,'0'-28'150'0,"16"-57"-12"0,-2 33-9 0,8 6 0 15,6 3-4-15,6 6-4 0,8 5-7 0,3 6-8 16,6 7 0-16,7 7-12 0,2 5-19 15,-30 7-18-15,14 0-35 0,57 17-36 0,-49-2-47 16,-3 2-80-16,-11 8-163 0,-8 0 81 0</inkml:trace>
  <inkml:trace contextRef="#ctx0" brushRef="#br0" timeOffset="54309.28">30508 14818 168 0,'-46'20'162'0,"1"8"-16"16,1 3 3-16,-2 6-17 0,1 6-13 0,0 5 3 16,1 9-17-16,0 5 3 0,1 6-17 0,3 4-6 15,1-1-11-15,6-1 2 0,1 3-6 16,7-4-11-16,8-1-2 0,1-5-14 0,5-6-5 15,4-7-7-15,6-5-11 0,1-25-10 0,15 31-9 16,1-26-14-16,9-9-21 0,8-9-35 16,3-3-41-16,-16-4-65 0,43-11-121 0,-23-4 3 15,-4-1 1-15</inkml:trace>
  <inkml:trace contextRef="#ctx0" brushRef="#br0" timeOffset="54527.11">30329 15646 28 0,'-2'-33'171'0,"2"16"-18"16,0-7-16-16,-9-26-4 0,9 23-8 0,0 14-8 15,0-6-10-15,0-3 1 0,20-18-11 0,-4 19-1 16,4 6 0-16,7 0 6 0,3 0-13 16,6 5-3-16,2 4 13 0,3 1-12 15,1 5-3-15,-24 0-10 0,9 0-14 0,32 19-9 16,-34-6 0-16,-8 7-16 0,-7 7 11 0,-10-11-18 16,0 9-5-16,-26 32-26 0,2-23-23 15,-4 0-7-15,0-1 2 0,0-7 0 0,0-3 4 16,3-4-6-16,1-6-9 0,1-2-17 15,5-6-27-15,18-5-35 0,-7 0-36 0,1-18-52 0,13-6-148 16,5 2 1-16</inkml:trace>
  <inkml:trace contextRef="#ctx0" brushRef="#br0" timeOffset="54861.18">30990 15257 63 0,'40'-22'177'0,"-5"5"-12"0,-4 1-2 16,-3 1-7-16,-3 4-6 0,-4 4-7 15,-9 5-8-15,-12 2-9 0,4 15-8 0,-13 10-12 16,-11 4-6-16,-4 6-20 0,-7-1-1 15,1 2-16-15,-1-4-6 0,4-3-6 16,5-4 3-16,2-1 32 0,4-3-13 0,-2-4-13 16,4-1-16-16,4-9-2 0,9-7-23 0,5-4-4 15,9-11-4-15,5-1-16 0,4-6-7 0,6-2-6 16,4-2-6-16,4-2-4 16,0 1 13-16,2 2 4 0,0-1 0 0,2 4 1 0,0 2 12 15,-2 2 3-15,-4 2-4 0,0 5 3 16,-8 3 5-16,5 1-5 0,-4 5 3 0,-17 2 15 15,15 19-11-15,-18 3 11 0,-7-6-2 0,-15 39 6 16,-8-11-9-16,-7 7-1 16,-7 4-11-16,-8 0 3 0,-1 1-1 0,0 1 2 0,-1-5 5 15,-1-4 8-15,3-3-13 0,1-5-11 0,2-4 2 16,6-7-12-16,2-4-22 0,2-4-34 0,2-7-47 16,4-4-72-16,2-10-131 0,16 0-109 15,-14-31 0-15</inkml:trace>
  <inkml:trace contextRef="#ctx0" brushRef="#br0" timeOffset="54991.15">30956 15361 87 0,'13'-17'139'15,"0"8"-8"-15,1 7-13 0,-1 2-1 0,-4 0-16 16,19 17-11-16,-8-2-43 0,-2 3-43 16,0 4-38-16,1 2-80 0,1 4-135 0,0-5 46 15,4 1 24-15</inkml:trace>
  <inkml:trace contextRef="#ctx0" brushRef="#br0" timeOffset="55166.09">32026 15308 91 0,'9'-4'181'0,"1"1"-13"15,-4 4-3-15,-2 2-7 0,-1 6-9 0,0-1-25 16,-3 13-13-16,0-7-8 0,0 5-26 0,-19 30-33 15,10-20-36-15,-1-3-58 0,0 2-47 16,0-5-113-16,2-3-46 0</inkml:trace>
  <inkml:trace contextRef="#ctx0" brushRef="#br0" timeOffset="55657.08">29967 15703 176 0,'-65'-20'169'0,"8"-6"-11"0,2-7-9 0,7-9-20 16,7-9-7-16,6-4-16 0,8-9-11 0,10-5-11 15,8-11-9-15,9-3 0 0,0 38-14 0,20-89-6 16,0 40-8-16,8-2-9 0,8-3-1 0,12-5 7 15,11 1-4-15,50-63 1 0,-12 40-1 16,-8 20 3-16,53-29-5 0,18 12 6 0,11 18-3 16,-25 31 2-16,-8 21 2 0,-9 16 7 0,10 10-14 15,-2 12 4-15,4 11-1 0,-3 16 4 0,75 25-6 16,-31 22-9-16,-26 12 2 0,-27 18-4 16,-23 19-2-16,-22 7-8 0,-19 9 7 0,-15 15-5 15,-14 2-9 1,-14 1 4-16,-7-1 7 0,-8 1-13 0,-7-74 2 0,0 30-5 0,-18 123 11 15,2-127-6-15,-2-13-1 0,-6-11 16 16,-7-1-8-16,-5 4 19 0,-10 1 5 0,-11 1 25 16,-11 0-8-16,-12-1 14 0,-10-2 21 0,-10-6 2 15,-75 38 3-15,28-30 4 0,15-18-2 16,12-15-15-16,-5-3-25 0,-3-6-12 0,-4-4-5 16,-1-7-4-16,2-10-26 0,6-3-2 0,4-6-15 15,66-2 6-15,-104-15-32 0,64-4-3 0,13-13-25 16,14-8-54-16,14-12-61 0,17-9-66 15,20-12-519-15,17 32 1 0,26-92 0 0</inkml:trace>
  <inkml:trace contextRef="#ctx0" brushRef="#br0" timeOffset="56227.57">31132 13879 180 0,'-15'-24'162'16,"0"2"-8"-16,2 0 6 0,-2-4 2 15,2 0-17-15,-2 0-18 0,3-1-11 0,-1-3-1 16,1 0-11-16,-1-2-12 0,2-3 2 0,0-2-12 15,1-3 5-15,-2-1-8 0,0-1-17 0,1-3 6 16,0-4 4-16,3-2-13 0,-1-4-2 0,1-3-7 31,1-3-6-31,1-4-7 0,-2-6-7 0,2 0-4 0,1-3-14 0,2-3-2 16,1-6 7-16,2-2-7 0,0 41-14 0,0-22 6 16,0-11-3-16,0-11 11 15,0-2-7-15,10-94-3 0,-10 89 0 0,0 47-12 0,0-23 8 16,0-14-5-16,0-5 3 0,-16-98 1 0,10 89 0 15,-4 0-6-15,2 0 9 0,-1-3 1 16,-3-3-12-16,-1 1-1 0,1 2 3 0,0 1-1 16,0-1-6-16,0 0 4 0,1 2 9 15,-1 0-3-15,3 2 0 0,1 1-1 0,-2 2 7 16,1 0 3-16,0-4-9 0,1 2 6 0,2-1 0 16,-2 2-8-16,2 5 3 0,-1-2 0 15,2 8 10-15,-2 2 1 16,2 4 2-16,3 4 5 0,-3 5-2 0,1 3-7 0,0 5 2 15,1 4 9-15,1 5-2 0,-1 4-6 0,0 6 8 16,2 3 0-16,0 6 2 0,-2-1-8 16,0 6 6-16,3 3 4 0,0 3-11 0,0 14-5 15,0-4-31-15,0 1-41 0,0 1-43 16,0 2-44-16,0 2-78 0,0 7-205 16,0-11 0-16</inkml:trace>
  <inkml:trace contextRef="#ctx0" brushRef="#br0" timeOffset="57231.58">26049 3402 72 0,'-15'-16'207'0,"15"16"-10"0,0 0 8 0,-13 0-23 15,13 0-14-15,0 0-19 0,-19-29-13 0,16 27-11 16,3 2-14-16,-1 2-10 0,1 2-17 15,0 1-2-15,0 4-5 0,0 20 5 0,0-11-10 16,0 9 2-16,0 10-2 0,-12 54-14 16,5-31-19-16,1 4-2 0,-1 4 8 0,-3 1 5 15,2 2-21-15,0-1 10 0,0-1-4 16,0-4-21-16,2-3 7 0,-1-8-8 16,0-6 13-16,3-5-1 0,-1-5-6 0,0-5 29 15,1-1 39-15,-2-5 19 0,1-7 17 0,0-8-14 16,-3-10-10-16,8-2-27 0,-23-17-16 0,8-4-14 15,-1-6-26-15,2-8-40 0,-1-6 8 16,0-7-34-16,1-6 1 0,2-5-7 0,2-5-3 16,2 1 0-16,6-2-12 0,2 31 11 0,0-16-7 15,20-70 2-15,-2 54 17 0,9-4 13 16,9 1-8-16,7 3 3 0,5-4 5 0,1 8-1 16,5 4 0-16,0 7 7 0,4 5 1 15,-2 8 2-15,-3 13-4 0,-4 9-3 16,-5 10 7-16,-25 6 3 0,28 20 7 0,-26 4-1 15,-9 10 7-15,-9 10 4 0,-3-19 5 0,-18 55 12 16,1-23 5-16,-4-2 9 0,-6 0 5 16,-4-2 7-16,-5-5 0 0,-1 0 0 0,-2-8-8 15,1-5-8-15,2-2-5 0,2-7 6 0,2-7-17 16,3-2-16-16,5-8-29 0,-1-5-37 0,17-4-48 16,-5-15-89-16,19-5-319 15,11-5 1-15</inkml:trace>
  <inkml:trace contextRef="#ctx0" brushRef="#br0" timeOffset="57438.3">26808 3410 60 0,'8'5'232'0,"-2"2"-21"0,0-1-5 16,0 8-14-16,0 2-18 0,1 2-12 0,-2 9-19 15,-2 3-22-15,1 5-13 0,-2-2-2 16,1 5-6-16,-2 7-16 0,1 2-9 0,-1 2-11 15,0 0-8-15,-1-2-2 0,0-26-23 0,0 13-31 16,0 2-26-16,-10 41-38 0,3-42-47 16,-1-5-69-1,-4-5-96-15,0-3-105 0,-6-9 0 0</inkml:trace>
  <inkml:trace contextRef="#ctx0" brushRef="#br0" timeOffset="57577.05">26465 3526 120 0,'8'-40'202'0,"13"3"-19"0,10-2-7 16,11 1-16-16,11 0-12 0,7 3-21 16,8-3 1-16,4 6-15 0,5 3-12 0,2 5-22 15,0 3-15-15,-4 4-44 0,-3 7-47 0,-6 4-67 16,-7 5-65-16,-34 1-187 0,41 19 97 0</inkml:trace>
  <inkml:trace contextRef="#ctx0" brushRef="#br0" timeOffset="57848.14">26353 4602 33 0,'-78'53'231'0,"-3"6"-30"15,-2-1 3-15,3 1-18 0,-1 3-7 0,1 2-21 16,4 5-7-16,2 4-23 0,5-2-9 15,5 6-10-15,9 0 4 0,6-2-22 0,9-3-12 16,8-2-11-16,9-4-9 0,10-4-13 0,6-7-15 16,7-28-18-16,16 39 0 0,12-32-21 15,10-10-35-15,10-9-25 0,12-7-23 0,9-8-50 16,-29 0-48-16,80-19-110 0,-40 3-45 16,7-5 1-16</inkml:trace>
  <inkml:trace contextRef="#ctx0" brushRef="#br0" timeOffset="58097.25">26515 5557 142 0,'-14'-20'246'0,"0"-3"-13"0,0 3-2 0,0-3-22 15,1 1-14-15,5-1-37 0,1 4-6 16,6-3-38-16,1 8-5 0,15-26 4 0,2 14-11 16,7 0 5-16,5 0-9 0,7-2-5 0,3 6-1 15,3 1-18-15,-4 5-1 0,-2 2-21 16,-2 3-28-16,-6 7-4 0,2 4-13 0,-20 0-6 15,14 21 0-15,-20 5-2 16,-4-10-4-16,-20 34-28 0,-4-12-21 0,-8-1 3 16,-4 2-13-16,0-3 4 0,0-4 5 0,2-6 5 15,3-5 12-15,4-6 9 0,0-4-4 0,4-9-24 16,15-2-53-16,-5-23-41 0,15-1-26 16,10-2-31-16,10-6-160 0,8-8 0 0</inkml:trace>
  <inkml:trace contextRef="#ctx0" brushRef="#br0" timeOffset="58413.01">27116 4948 659 0,'31'-20'124'16,"-4"2"-12"-16,-6 6-5 0,-2 3 3 0,-9 8-18 16,-10 1 0-16,3 14-13 0,-12 9-5 15,-5 6-11-15,-2 3 5 0,-2-1-9 0,-2 5-1 0,2-5 3 16,4 2-6-16,2-9 9 0,-2 3-2 16,3-4 34-16,2-5 10 0,2-2 6 0,3-6-3 15,3-4-27-15,4-8-9 0,10-9-16 16,6-3-21-16,4-6 8 0,2-1-30 0,6-2 11 15,-1 1 2-15,1-1-13 0,4-1-2 16,2 0 14-16,4 2-5 0,2 1 14 0,-4 3-20 16,-3 5 14-16,-3-2 0 0,-2 6-25 15,-2 1 9-15,-5 5-7 0,-13 3-4 0,13 14 3 16,-22 10-2-16,-14 10 3 0,-10 13 13 16,-13 11-19-16,-4 6 13 0,-6 2-21 0,-4-1 2 15,1-4 9-15,1-3-1 16,0-5 5-16,2-4 6 0,1-5 1 0,1-3-14 15,1-7-9-15,0-5-32 0,2-5-23 0,1-5-48 16,1-8-54-16,2-3-70 0,18-8-357 0,-30-14 1 16</inkml:trace>
  <inkml:trace contextRef="#ctx0" brushRef="#br0" timeOffset="58571.83">26672 5257 115 0,'-2'-26'226'0,"0"5"-23"15,2 11-23-15,0-1-27 0,0 0-24 16,0 3-12-16,0 8-12 0,4-12-30 15,2 14-27-15,8 4-32 0,2 1-39 0,4 4-83 16,0 1-81-16,8-5-98 0,-12-7 93 0</inkml:trace>
  <inkml:trace contextRef="#ctx0" brushRef="#br0" timeOffset="58893.61">29665 2802 34 0,'-48'10'180'0,"-4"10"-9"0,-4 9-16 16,-7 16 3-16,-2 10 5 0,-7 17-19 15,-2 15 11-15,-44 74-16 0,2 7-8 0,9 5-16 16,25-30-2-16,18-20-2 0,9-14-8 0,5 1-17 16,3-4 4-16,4-3-14 0,5-3-5 15,3-2 4-15,4-3-12 0,6-2 8 0,4-2-13 16,9-4-14-16,2-5 10 0,6-3-3 16,4-42-2-16,12 69-27 0,2-40 0 0,4-6-14 0,8-4-22 15,4-6 2-15,6-4-29 0,6-6-22 16,3-5-31-16,4-6-37 0,10-6-56 15,1-7-141-15,2-8-133 0,4-7 0 0</inkml:trace>
  <inkml:trace contextRef="#ctx0" brushRef="#br0" timeOffset="59229.73">30097 3400 106 0,'-10'17'145'0,"-2"5"2"0,0 7-7 15,-1 9 0-15,-3 10-6 0,-1 6-3 0,-3 11-21 16,1 5-13-16,-2 5 1 0,-1 4-4 15,1 1-8-15,1 2 3 0,2 0 7 16,0-1-14-16,2-2-3 0,2-5 6 0,-1-3 1 16,0-3-10-16,5-5 5 0,2-5 3 15,-2-2-20-15,5-4-12 0,-2-8-10 16,5-2-29-16,0-6-15 0,1-2-31 0,0-2-36 0,1-19-30 16,0 4-54-16,13 8-93 0,-4-24-193 15,11-10 0-15</inkml:trace>
  <inkml:trace contextRef="#ctx0" brushRef="#br0" timeOffset="59486.38">30478 4273 189 0,'0'-4'255'0,"0"0"-3"15,1 0-27-15,-1 1-38 0,2-1-8 16,1-2-25-16,6-5-5 0,7-2-33 0,5 0 2 16,5 1-20-16,2 0-11 0,5 0 2 15,3-2-23-15,4 3-33 0,0 1-51 0,-1-1-41 0,-1 2-63 16,0-2-68-16,-4 1-156 0,0-2-20 16,-5 1 0-16</inkml:trace>
  <inkml:trace contextRef="#ctx0" brushRef="#br0" timeOffset="59737.51">31396 3507 26 0,'10'-10'224'16,"-3"3"-33"-16,0 1-8 0,-3 4-15 0,0 4-13 15,-3 0-20-15,0 4-2 0,-1 14-20 16,0-6-3-16,0 8-11 0,-16 37-5 0,6-11-11 15,-2 3-1-15,-2 4-12 0,1 2-5 16,0 2-7-16,2 1-6 0,2-2 1 0,-1-1-3 0,4 0-2 16,-1-3-1-16,2-3-2 15,2 0-1-15,0-7-15 0,2 1-9 0,1-24-7 16,0 7-7-16,11 35-17 0,-5-32-27 16,2-5-25-16,6-5-19 0,4-4-67 0,6-5-71 15,3-7-239-15,-12-5 1 0</inkml:trace>
  <inkml:trace contextRef="#ctx0" brushRef="#br0" timeOffset="59898.36">31434 4101 196 0,'-12'-14'249'0,"3"-1"-23"0,0 4-39 0,5 2-12 16,1 2-17-16,3 7-16 0,0 0-15 0,27-21-7 31,-5 15-16-31,6-3-5 0,2 1-29 0,6 2-50 0,2-3-55 0,-1 0-69 0,2-2-117 15,1-1-158-15,-1-3 1 0</inkml:trace>
  <inkml:trace contextRef="#ctx0" brushRef="#br0" timeOffset="60156.8">32386 3167 3 0,'10'3'185'0,"6"5"-10"16,11 16-18-16,-4 7 0 0,-2 10-1 16,-5 8-11-16,-6 14-14 0,-10-32-5 0,-11 75-15 15,-4-34-10-15,-9 10-9 0,-7 10-1 16,-3 6-3-16,-5 6-8 0,-2 7 3 0,-2-5-11 16,-2 1 10-16,-2-5 11 0,-1-6 1 0,0-2-2 15,-1-6-7-15,-3-6 4 0,-4 0-1 16,-5-7-27-16,-9 0 18 0,-6-4-33 15,-8-3-44-15,-11-5-60 0,-8-5-93 0,-6-5-154 0,-5-9-258 16,1-11 0-16</inkml:trace>
</inkml:ink>
</file>

<file path=ppt/ink/ink106.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10T14:17:42.219"/>
    </inkml:context>
    <inkml:brush xml:id="br0">
      <inkml:brushProperty name="width" value="0.05292" units="cm"/>
      <inkml:brushProperty name="height" value="0.05292" units="cm"/>
      <inkml:brushProperty name="color" value="#FF0000"/>
    </inkml:brush>
  </inkml:definitions>
  <inkml:trace contextRef="#ctx0" brushRef="#br0">20482 4490 3 0,'0'15'25'0,"0"-15"-13"0,14 0 14 0,7 40-11 0,-14-24 7 16,-1 0-8-16,1 4 7 0,-2 2-5 15,3 3-9-15,2 3 20 0,-2-2-13 16,2 1 12-16,1 5-3 0,4-2 8 0,-1 5-5 15,2 0 6-15,3 6-9 0,2-6 16 16,6 5 4-16,2 4 0 0,3-4 9 0,3 2-2 16,1-5 6-16,4-2-8 0,-1-4 5 15,1-3-3-15,0-6-6 0,4-4 5 0,2-6-7 16,6-5 0-16,6-7-4 0,-25 0-9 0,75-19 0 16,-25-1-5-16,4-5 1 0,6-6-21 0,9-6 1 15,10-6-4-15,5-7-3 0,73-36-7 16,-2-6-3-16,0-3-8 0,10 0 0 0,-2-2-7 15,-2 7 6-15,12-3-10 0,-3 4-17 0,5 7-6 16,-8 9 6-16,-45 17 0 0,-22 10 1 16,-12 10-10-16,-2 2 7 0,-3 1-69 0,-6 3-108 15,-6-1 3-15</inkml:trace>
  <inkml:trace contextRef="#ctx0" brushRef="#br0" timeOffset="14515.59">24446 3535 77 0,'0'-17'101'0,"0"17"-16"16,-18-34-3-16,16 26-5 0,0 2-16 0,2 1 5 15,0 0-5-15,-1 0-4 0,1 5-3 16,-1-6-24-16,-1 1 0 0,1 4 7 16,0-2-16-16,-1 1-4 0,1 0-7 15,0 0-4-15,-1 6 2 0,1-2-6 0,-3 3 15 0,-1 16 0 16,-5 7-2-16,4 1 10 15,-2 0 0-15,1 3-9 0,2 2 7 0,-2 2 1 16,2 0-2-16,1 0 11 0,1-2-11 0,-1 3 4 16,1-7 1-16,2-3-6 0,1-4 6 15,0-3-3-15,0-12 0 0,0 1 8 0,0 0 6 16,0-1 7-16,0-8-11 0,-1 8 1 0,3-10-6 16,8-13-2-16,0-7-11 0,2-5-5 0,0 2-6 15,0-5-4-15,4-2-7 0,3-5-3 16,1 0 5-16,3-1-16 0,-1 1-4 0,2 1 9 15,3 0-18-15,1 4-13 0,0 4 17 16,-1 2-10-16,1 1 5 0,0 5 2 16,-3 3-2-16,-1 7 9 0,4 2 5 0,-1 4 3 15,-15 4 2-15,20 11 9 0,-14 4 1 16,-4 7 23-16,-5 5-4 0,-2 6 4 0,-5 5 8 16,-2-16-4-16,0 12 4 0,-20 45 0 0,7-33 6 15,-7 1 0-15,-1-3-1 0,-5-1 2 16,-6-2-3-16,-5-1-1 0,-3-4 11 0,-5-6-1 15,-2 0 0-15,-2-4-6 0,-6-5-5 16,-1-4-19-16,0-2-6 0,0-5-1 0,5 0-9 16,-1-8-6-16,29-2 2 0,-8 0-5 15,-27-21-53-15,39 3-62 0,10-7-104 0,9 7-60 16,0-8 0-16</inkml:trace>
  <inkml:trace contextRef="#ctx0" brushRef="#br0" timeOffset="14652.01">24278 3465 30 0,'-2'-8'86'0,"2"0"-5"16,0 2-12-16,-2 2-23 0,0-2-3 0,2 5-8 15,0-2 7-15,4 3-11 0,0 0-6 0,12 4-18 16,6 2-32-16,2-2-89 0,8-2-101 0</inkml:trace>
  <inkml:trace contextRef="#ctx0" brushRef="#br0" timeOffset="14956.08">24907 3729 64 0,'11'10'130'0,"1"-1"-13"0,4-5-10 16,4-4-14-16,-8 0-6 0,8 0 4 0,30-21-8 16,-14 4-10-16,4 0-14 0,3-7-3 0,1 0-9 15,3-3-10-15,2-5-10 0,-4 1 3 16,-1-1-13-16,-4 0-12 0,-4-2-7 0,-5 5 3 15,-7-1-9-15,-4 0 16 0,-7 4-9 16,-7-3-2-16,-6 18 6 0,-15-21-14 16,-2 16 2-16,-5 5 8 0,-3 7-9 0,10 4-10 15,-5 0 18-15,-29 22-7 0,21-2 5 0,-1 5 14 16,2 7-3-16,0 5 7 0,3 5-1 0,3 5 4 16,6 1 9-16,5-1-6 0,4-2-6 15,5-1 1-15,1-25 5 0,13 34-5 0,2-27 2 16,8-5-2-16,5-6-36 0,6-7-30 0,6-8-47 15,-20 0-55-15,44-24-135 0</inkml:trace>
  <inkml:trace contextRef="#ctx0" brushRef="#br0" timeOffset="15306.32">25944 3064 44 0,'-6'17'91'16,"-4"8"10"-16,-2 7-9 0,-1 4-15 0,-3 7 6 15,0 10 15-15,1 2-11 0,2-1 3 16,4 3-13-16,-1-3-6 0,2-6 1 0,2-6-7 16,0-4-13-16,2-7 4 0,0 1-8 0,0-2 4 15,3-8-7-15,-6-3 8 0,7-19-3 16,0 9 0-16,12 3-4 0,8-18-13 0,6-2-9 16,0-2-13-16,4-1-3 0,-1 0-7 15,4-2 5-15,0 4-7 0,-5 1 0 0,1 1-13 16,-4 1 6-16,-3 3-2 15,-6 3 5-15,-8 0 9 0,10 14 0 0,-12 7 5 16,-6-8-6-16,-18 35 11 0,-4-12 2 16,-5 5 8-16,-1-2 8 0,0-5-7 0,4-2 0 15,1-4 1-15,3-3-2 0,1-6 3 0,-1-2 1 16,0 0-6-16,0-6 4 0,0-5-9 0,0-6-21 16,12 0 2-16,-14-17-9 0,8-3-25 15,6-11-58-15,7-2-45 0,1 13-76 0,0-10-128 16,21-42 1-16</inkml:trace>
  <inkml:trace contextRef="#ctx0" brushRef="#br0" timeOffset="15495.73">26310 3222 105 0,'16'-14'103'0,"-8"6"-5"0,0 4-24 16,-1 3-8-16,-3 5 6 0,-3 5-8 0,2 16 1 15,-2 8-3-15,-1-14-11 0,0 11 6 0,0 10 8 16,0 7 7-16,-13 58-7 0,9-42-2 15,2 0-4-15,2-31-3 0,0 14-12 16,0 6 2-16,0 3-8 0,0-2-12 0,11 52-31 0,-7-65-34 16,3 0-37-16,-2-6-34 15,3-6-2-15,0-8-100 0,1-8 12 0</inkml:trace>
  <inkml:trace contextRef="#ctx0" brushRef="#br0" timeOffset="15636.06">26451 3754 19 0,'7'-34'121'15,"4"2"-12"-15,3 0-9 0,6 5-17 0,4 1-9 16,4 4 4-16,1 2-21 0,3 3-2 0,2 2 4 16,-2 1-24-16,2 5-18 0,-2 4-1 0,-2-1-19 15,2 3-73-15,3-1-135 0</inkml:trace>
  <inkml:trace contextRef="#ctx0" brushRef="#br0" timeOffset="15825.68">27347 3576 27 0,'3'1'133'0,"2"-1"-33"0,2-1 4 16,17-4-18-16,-10 5-11 0,33-10-3 15,-12 8-9-15,5 1-21 0,1-1-35 16,2 0-80-16,-3 2-182 0,-1 0 41 0</inkml:trace>
  <inkml:trace contextRef="#ctx0" brushRef="#br0" timeOffset="15999.76">27302 3937 2 0,'-7'11'148'0,"7"-3"-22"0,4-5-4 0,5-1-22 16,14-2 2-16,-7 0-16 0,11 0-4 15,46-16-12-15,-21 8-10 0,4-2-7 0,3-1-38 16,3 0-72-16,3-6-130 0,3 0-82 16,0-6 45-16,0-1 30 0</inkml:trace>
  <inkml:trace contextRef="#ctx0" brushRef="#br0" timeOffset="16345.43">29165 3249 92 0,'-10'-17'91'0,"-6"2"-16"15,-5 5 2-15,-2 2-12 0,-6 4-7 0,13 4-7 16,-9 0-3-16,-32 18-12 0,19 0 11 0,1 5-16 16,0 8-2-16,2 5 19 0,3 7-1 15,4 4-1-15,7 3-5 0,4 4 4 16,7-4 1-16,5 3-6 0,5-27 0 0,0 12-3 15,13 50 0-15,-1-40-8 0,0-3 6 16,2-2-6-16,-1-1 7 0,2 0 4 0,-2-8-3 16,-1 0 6-16,0-2-2 0,-4-4 0 0,-2 4-2 15,-6-19 9-15,0 6-13 0,-18 28-2 16,1-28 3-16,-7 0-9 0,-4-2 2 0,-3-3-1 16,-2-5 6-16,-2 2-6 0,3-2-4 15,0-2 1-15,3-3-9 0,-5-1 1 0,6-3-11 16,15 0-7-16,-6 0-22 0,-15-22-18 0,23 7-51 15,8-1-38-15,3 6-57 0,16-24-70 0,4 10-31 16,14-3 0-16</inkml:trace>
  <inkml:trace contextRef="#ctx0" brushRef="#br0" timeOffset="16534.71">29085 3865 87 0,'25'-13'123'0,"-1"-1"-13"0,-3 5-8 0,-3 0-15 0,-4 1-10 0,-2 4-5 0,-2 2-11 16,-10 2 1-16,16 14 2 0,-10 3-2 0,-3 7-6 15,-3-8-1-15,-12 31-4 0,1-10-5 16,1 4 0-16,-2 1 1 0,0 1-14 0,1 2 17 16,-1 0-8-16,3-3 4 0,-2 0-14 0,3-2-9 15,0-6-7-15,-1-2-32 0,2-2-15 16,-1-7-25-16,5-2-65 0,-2-11-118 0,0-7-8 16</inkml:trace>
  <inkml:trace contextRef="#ctx0" brushRef="#br0" timeOffset="16696.16">28793 3603 92 0,'20'-27'112'0,"7"1"-19"0,3 5-18 0,5 3-1 0,5 4-13 16,3 1 3-16,3 5-14 0,1 2 1 16,-1 4-12-16,1 2-2 0,-24 0 3 0,46 12-20 15,-26-4-8-15,-1 5-79 0,-4-2-160 16</inkml:trace>
  <inkml:trace contextRef="#ctx0" brushRef="#br0" timeOffset="17275.41">30147 3410 27 0,'0'5'114'15,"-5"13"-6"-15,-6 9-20 0,-5 1-8 0,-2 6-8 16,-8 7 13-16,-2 4 1 0,2 3-7 0,-1-3-8 16,2-2 8-16,1-3-17 0,4-4-6 15,1-4-3-15,2-4 2 0,1-3-17 0,3-1 6 16,-1-3-3-16,4-4-7 0,-1-5-1 16,3-5-3-16,3-7-11 0,5 0 0 0,-12-17 0 15,6-2-17-15,6-5-1 0,0 9-6 16,0-6 0-16,16-30-4 0,-2 23 8 0,4-2-13 15,5-2 4-15,5-4-17 0,5 3 8 0,4 1-1 16,7 2-19-16,-1 0 18 0,4 3-4 0,-1 5 9 16,0 3 2-16,-4 1-23 0,-3 6 16 15,-4 1 2-15,-3 2-9 0,-2 5 9 0,-16 4-1 16,19 13 18-16,-21 2-11 16,-5 4 19-16,-7-6-3 0,0 8 10 0,-19 29 3 0,2-18-3 15,-1 0-13-15,-2 4 17 0,0-4-2 16,0-2-7-16,3-3-7 0,1-1 3 0,3-4-5 15,-1 0 9-15,4-1 10 0,2-5-12 16,1 0 5-16,7-7 6 0,0-9 5 0,17 19-6 16,2-8-1-16,4-1-9 0,3-2 6 0,2 1-1 15,-1-2-5-15,0 2 3 0,1 0 6 16,-2 0 2-16,-2 0 6 0,2 2-9 0,-2 0 9 16,-4 1-3-16,-5 2-6 0,-6 0 5 0,-5 3 0 15,-4-6 4-15,-19 22-8 0,-6-7 4 16,-10 6 1-16,-8 2-4 0,-6-1 8 0,-2-2 6 15,2-3-5-15,2-3 2 0,3-5 5 16,2-3-8-16,2-2-1 0,1-5-4 0,4-3-7 16,3-6-19-16,16-1-12 0,-8 0 4 0,-26-16-4 15,25 9 6-15,5-8 0 0,5-6-1 16,6 0-59-16,9-6-61 0,0 12-70 0,20-25-103 16,4 9 1-16</inkml:trace>
  <inkml:trace contextRef="#ctx0" brushRef="#br0" timeOffset="17487.96">31222 3671 7 0,'-2'9'95'0,"-6"10"-11"0,-6 5-1 16,-4 7 0-16,-8 6-7 15,-3 5-20-15,-6 2 20 0,2 8 5 16,-2-1-9-16,5-2-5 0,2 9 2 0,1-2-2 0,3-2-10 15,4-3-10-15,3-1 0 0,1-4-13 16,2-2-6-16,2-3-1 0,3-5-27 0,2-4-36 0,1-4-53 16,-1-3-59-16,6-11-121 0</inkml:trace>
  <inkml:trace contextRef="#ctx0" brushRef="#br0" timeOffset="17654.18">30592 4125 38 0,'8'-16'105'0,"4"4"-14"0,2 2-1 16,8 5-9-16,4-2 1 0,5 4-14 0,0 2-3 16,5 1-14-16,-20 0 5 0,10 0-16 0,5 0-4 15,40 15-12-15,-33-11 16 0,2 1-27 16,-1-1-13-16,1 0-86 0,-3-2-152 0</inkml:trace>
  <inkml:trace contextRef="#ctx0" brushRef="#br0" timeOffset="17901.29">31615 3738 39 0,'4'1'94'0,"0"5"-3"16,2 14-7-16,-4 3-14 0,-2-5 13 0,-14 34-2 16,-4-13-13-16,1 7-9 0,-3-1 1 0,0 1 12 15,-2 2-8-15,4-1 3 0,0 0-14 16,2-3 4-16,0-3-13 0,4-3-1 15,1-3-5-15,3-3-2 0,1-3-7 0,3 1 0 16,3-3 2-16,1-18 2 0,12 21-6 0,4-16-6 16,6-5 3-16,3-3-6 0,-11-6-71 0,7 0-50 15,27-17-86-15,-21 4-106 0,4-8 101 16</inkml:trace>
  <inkml:trace contextRef="#ctx0" brushRef="#br0" timeOffset="18068.95">32030 4134 99 0,'3'-2'99'0,"-1"2"-5"0,0-3-2 16,-1 8-11-16,-1 2-6 0,-1-2 3 0,-5 19-7 15,-3 3-2-15,0 1-8 0,-3 3 0 0,-3 6-4 16,-1 4-6 0,0 1-7-16,-3 2 5 0,2 1-16 0,-2-3-5 0,2 1-19 15,-2-6-15-15,3-2-22 0,4-5-54 0,2-6-16 16,-1-3-52-16,3-9-130 0</inkml:trace>
  <inkml:trace contextRef="#ctx0" brushRef="#br0" timeOffset="18227.5">31665 4113 16 0,'22'-12'86'15,"5"2"0"-15,6 3-4 0,3 3-3 0,6 3-17 16,-21 1-9-16,8 0 8 0,43 12-4 15,-30-4-22-15,-1 4 19 0,-2-1-25 0,-1 4-50 16,-2-2-127-16,-2-2-87 0,-3 0 21 0</inkml:trace>
  <inkml:trace contextRef="#ctx0" brushRef="#br0" timeOffset="18722.71">32637 4108 5 0,'-4'12'115'0,"-6"5"-12"0,-6 12-9 16,0-7-16-16,-4 1 2 0,-1 1 4 0,-6 6-10 15,-2 0 0-15,-3 2-3 0,-2-3-9 16,4-1-18-16,3-4 4 0,3-3-15 0,4-4-2 16,0 1-7-16,3-7-3 0,2-6-7 15,15-5-16-15,-9 0 7 0,-5-14-6 0,10-2-11 16,7-5-2-16,-3 10 6 0,15-25 5 0,-1 13-12 15,6 2-2-15,4 2-1 0,26-10-15 16,3 5-1-16,3-1 6 0,2 6-4 0,-5 4 19 16,-4 3 10-16,-5 4 1 0,-6 3 6 0,-6 0 3 15,-6 4-7-15,-15 1 26 0,0 0-24 16,3 21 27-16,-23 0-7 0,-16 2-5 0,-19 8 10 16,1-1-8-16,2-3-6 0,6-6 6 0,2 1-13 15,3-3 9-15,4-1-3 16,3-2-5-16,3-1-7 0,0-1-2 0,5-3-5 15,6-1 12-15,9-3-6 0,0-7 14 16,25 21-3-16,-1-8-7 0,8 0 0 0,3-2 3 0,5 1 2 16,-3 2 3-16,2 0-13 0,-4-4 2 15,-6 5-8-15,-5 0 7 0,-3 0 5 0,-3 1 16 16,-6 0-4-16,-4 6 1 0,-8-10 9 16,-11 22 5-16,-13-6 3 0,-21 6-11 0,-2-2 3 15,-1-10 14-15,3 2-19 0,-3-6 10 0,-2-1-5 16,-1 1-3-16,1-5-21 0,0 0 0 15,0-5-20-15,-2 1 4 0,-2-4-13 0,5-3-79 16,23-2-172-16,-10 0 31 0</inkml:trace>
  <inkml:trace contextRef="#ctx0" brushRef="#br0" timeOffset="19272.18">27793 8178 87 0,'-4'0'103'0,"11"-2"-4"16,17-5-20-16,15-5-7 0,21-1-1 15,16-2-14-15,13-4 1 0,14 2-8 0,10-3-4 16,16 2-1-16,11 0-9 16,11 1 6-16,94-11 0 0,-52 11 7 0,-36 6-15 0,-27 4 1 15,-9 4-14-15,-13-1-11 0,-10-1-52 0,-17 1-69 16,-21 3-158-16</inkml:trace>
  <inkml:trace contextRef="#ctx0" brushRef="#br0" timeOffset="19439.38">27676 8446 21 0,'27'9'118'0,"14"-2"-1"0,16-3-10 16,13 1-10-16,12-4 12 0,10-1-9 0,-41 0-10 15,28 0-8-15,17 0-4 0,12 0-9 16,130-11-6-16,-106 4-63 0,1-3-119 0,3-5-150 15</inkml:trace>
  <inkml:trace contextRef="#ctx0" brushRef="#br0" timeOffset="25131.43">16999 7929 59 0,'0'0'91'0,"-14"0"12"0,14 0-3 15,-14 0-18-15,-14 24 2 0,12 0 8 16,0 3-5-16,-2 10-15 15,-2 2 2-15,-2 4-6 0,0 1 0 0,2 1-11 0,0 0 1 16,4-4-10-16,0-2-6 0,4-1 1 0,0-4-7 16,4-4-3-16,2-2-5 0,2-2-4 15,4-14 7-15,12 16-1 0,6-17 4 0,14-7-11 16,-12-4-2-16,52-11-5 0,-10-5-8 0,16-8 2 16,8-5-9-16,6-6-11 0,6-5-4 0,5-2-8 15,2-7 3-15,4-1-9 0,1-3 3 16,0 0-3-16,6 0 2 0,0 1 11 0,74-32-10 15,-40 23 2-15,-24 10-13 0,-18 10-5 16,-4 3 9-16,-2 1 0 0,0 4 16 16,-6 3-19-16,-4 6-11 0,-6-1-107 0,-8 3-136 15</inkml:trace>
  <inkml:trace contextRef="#ctx0" brushRef="#br0" timeOffset="26026.22">17259 8014 9 0,'0'0'93'0,"13"0"8"0,-13 0-19 15,0 0 7-15,0 0-20 0,0 0-3 16,0 0-10-16,-11 5 6 0,-3 19-2 16,-8 6-12-16,1 7 8 0,-8 10 7 0,-2 4-7 15,-4 2 4-15,-2 2-7 0,-2 1 2 16,2-3 9-16,1 4-8 0,1-3-4 0,3-3-2 0,0 1-1 15,4-5-12-15,-2-3-1 16,4-2 0-16,0-4 0 0,4-1 1 0,2-6-11 16,2-1-4-16,2-8 2 0,0 0-11 0,2-2-1 15,2-3-5-15,4-2 1 0,0-7-28 0,4-5-31 16,4-3-52-16,0-7-67 0,4 0-107 16,6-14 21-16</inkml:trace>
  <inkml:trace contextRef="#ctx0" brushRef="#br0" timeOffset="26233.36">16681 8198 64 0,'-4'-9'104'0,"0"2"-7"0,2 1-19 0,0 1-9 0,0-1-8 0,0 2-10 0,4 0-1 15,0 4-2-15,6 0-14 0,12 8-2 0,6 2-38 16,0-3-89-16,-2 8-135 0,2 0 23 0</inkml:trace>
  <inkml:trace contextRef="#ctx0" brushRef="#br0" timeOffset="26438.1">17183 9057 40 0,'16'-4'159'0,"0"-7"-11"16,2-1-23-16,2-6 2 0,2 0-11 16,2-3-6-16,2 0-14 0,1 0-19 15,0 2-9-15,2 1-11 0,0 0-2 0,1 4-15 16,-5 0-20-16,0 5-90 0,-4-1-227 16,-6 2 79-16</inkml:trace>
  <inkml:trace contextRef="#ctx0" brushRef="#br0" timeOffset="35951.57">3440 12035 78 0,'0'0'110'0,"-15"14"-6"0,15-14-10 16,0 0-15-16,0 0 4 0,0 0-1 0,0 0-19 15,0 0 18-15,0 0-14 0,0 0-2 16,0 13-7-16,0-13 2 0,0 0-4 0,0 0-10 16,-13 0 1-16,13 0-12 0,0 0-3 15,0 0-4-15,0 0 0 0,0 0-2 0,0 0-6 16,0 0-2-16,-18 19-3 0,18-19 2 16,0 0-5-16,0 1-5 0,0-1 3 0,-1 1-8 0,1-1 7 15,0 0-5-15,0 0 2 0,0 0-1 16,0 1 3-16,0-1 0 0,1 0-2 0,1 3-3 15,-1-3-1-15,2 1-2 0,-2-1-4 16,2 0 3-16,-1 1 6 0,2-1-6 0,0 0 8 16,0 2 2-16,2-2-7 0,-1 0-5 0,-1 0 8 15,0 0 0-15,1 0-3 0,-5 0 12 16,0 0-9-16,0 0 2 0,8 0-1 0,-8 0-10 16,7 0 8-16,-7 0-4 0,0 0 7 0,8 0 0 15,-8 0-7-15,0 0 5 0,7 0 3 16,-7 0-8-16,0 0 0 0,0 0 7 0,6 0-8 15,-6 0-6-15,0 0 9 0,0 0-1 16,0 0-1-16,7 0-1 0,-7 0 0 16,0 0-1-16,0 0 4 0,0 0-6 15,0 0 6-15,0 0-7 0,0 0 1 0,0 0 4 0,7 0-8 16,-7 0-1-16,0 0 9 0,0 0-20 16,0 0 3-16,0 0 5 0,0 0 6 0,0 0-21 15,0 0-21-15,6 0-41 0,-6 0-13 0,0 0-62 16,0 0-73-16,10 2 34 0</inkml:trace>
  <inkml:trace contextRef="#ctx0" brushRef="#br0" timeOffset="37610.18">4512 10271 7 0,'0'0'73'0,"-13"0"-7"16,13 0-24-16,0 0 16 0,0 0-14 0,0 0-1 15,-14-13-15-15,-2-1-4 0,15 12 3 16,-2 2 3-16,2-1-9 0,0 1 2 0,-2 0-18 15,2-2 9-15,1 2-15 0,-2 0 8 16,1 0-3-16,1 0 11 0,1 0-11 0,2 0 0 0,0 0-2 16,2 2 8-16,2-2-3 0,10 4 2 15,-6-4-6-15,5 0 12 0,7 0 0 0,3 0 1 16,4 0-3-16,3 0-5 0,2 0 5 16,1 0-3-16,42-12 0 0,-32 6 12 0,2-1-3 15,1-1-8-15,2 1 3 0,1-2 1 0,-1 3 3 16,-3-1 9-16,2-1-4 15,-4 3-1-15,-2 0-4 0,-2-1-10 0,-4 1 6 16,-2 1 9-16,0 2-11 0,-2-2-1 0,-2 1 8 16,2 0-15-16,-2 0 17 0,6 1-9 0,2-3-3 15,0 1 17-15,4-2-13 0,2 1 5 0,4-2 9 16,0-2-9-16,0 4-4 0,2-1-2 0,0-1-2 16,2-1-1-16,-4 2 15 0,0-1-6 0,-4 3-8 15,2-1 11-15,-2 0-8 0,-4 3 3 16,-2-1-8-16,0 2 9 0,-21 1-10 15,9 0 7-15,1 0 8 0,6 0-12 0,-3 0-2 16,0 0 8-16,-3 0-5 0,-2 0-1 0,25 11 6 16,-31-9-11-16,-2-1 1 0,-4-1 4 0,-2 0-7 15,-2 0-4-15,-11 0 7 0,8 0-1 16,-2 0 3-16,-6 0 8 0,8 0-12 16,-8 0 2-16,8 0 3 0,-8 0-12 0,0 0 10 0,14-11-7 15,-14 7 2-15,-3 0 0 0,-1-1-6 16,-8-5 7-16,-4 2-4 15,-7-1-6-15,-3 3-5 0,-6-1 8 0,-2 2 1 0,-3 0 1 16,-6 1-13-16,-5 3 6 0,-4-3-11 16,-6 4 18-16,28 0-11 0,-16 0-3 0,-10 0 5 15,-6 0-1-15,0 0-7 0,-68 14 9 0,66-9 0 0,0 2 2 16,0-1-5-16,2 3 2 0,2 3 5 16,0-1-9-16,0-1 6 0,4 1-9 0,2 0-2 15,4 3-8-15,4-3 19 0,4-2 3 16,2 2-16-16,8-1 11 0,4 0-21 0,6-1 9 15,2 4-2-15,6-3-1 0,10-1 26 16,4-9-4-16,0 0-7 0,22 20 0 0,2-16 20 16,8-4 0-16,-14 0 9 0,12 0-12 15,8 0 5-15,54-11 8 0,-36 4-15 0,4 1 9 16,4 0 6-16,0 0-4 0,2 1 2 16,2-1-3-16,-4 1 11 0,2 4-15 0,-2-3 14 15,-4 3-8-15,0-1 3 0,-3 0-4 0,-29 2 1 16,13 0-2-16,5 0 1 15,0 0-7-15,-2 0 11 0,-4 0-8 0,-2 0 5 0,-5 0-2 16,-4 0-8-16,-2 0 3 0,-4 0 6 16,-7 0 4-16,-6 0-9 0,0 5-4 15,-17-4 4-15,-12 3-5 0,-9 1 1 0,-5-1-2 0,-3 0-4 16,-8 0-2-16,-7-1-3 0,-6 3-13 0,-7-1 4 16,-3 1 1-16,-1-2 0 0,4 0-8 15,0-1 9-15,8 0 6 0,8-1 4 0,4-1-1 16,4 1-1-16,4 0-18 0,12-2 0 0,10 4 7 15,12-3 1-15,8-2 2 0,18 0 1 16,-8 1 4-16,14 0-15 0,50-9-30 0,-18 5-22 16,4 3-31-16,2-3-85 0,2 2-77 0</inkml:trace>
  <inkml:trace contextRef="#ctx0" brushRef="#br0" timeOffset="38623.18">8300 10356 80 0,'0'0'126'0,"0"0"-10"0,0 0-3 16,0 0 1-16,0 0-1 0,0 0-7 0,0 0-12 16,-2 28 4-16,22-26-11 0,-8-2-10 0,8 0-6 15,6 0-14-15,34-12-2 0,-24 8-5 0,4-1-10 16,0 2 3-16,4-3-5 0,2 2-2 0,-1-3-13 16,-2 1 6-16,1 0-4 0,-2 4 4 15,-3-2-12-15,-2-1 4 16,-3 1-7-16,-1 2-2 0,-4-1-1 0,-3 1-3 0,-17 2 3 15,5 0 1-15,-1 0-7 0,-4 0 7 16,-9 0-8-16,8 4 4 0,-28 1-2 0,-8 3 5 16,-4 0-4-16,-9-2-4 0,-9 2-5 0,-2 0 9 15,-5-1-1-15,-4-1-7 0,-5 2 2 16,0-3-7-16,-2 1 5 0,2-1-2 0,4-1 2 0,7 0-8 16,6-1 6-16,5 0-11 0,6 1 2 15,6-2-5-15,4 1 9 0,8 1 2 16,12 0 8-16,8-4 1 0,20 5 0 15,8-5 1-15,-10 0 2 0,12 0-7 0,12 0 6 16,60-15 0-16,-35 10-6 0,2-1 0 0,1 0 10 16,-4 2-7-16,-2-1 6 0,-6 3 0 15,-8 0-12-15,-6 0-4 0,-5 1 16 0,-3 1-8 0,-23 0 3 16,-1 0 8-16,-4 0-9 0,-8 11-1 16,-24-4-1-16,-5 4 7 0,-11-5-6 0,-4-1 0 15,-1 0 7-15,-1-2-9 0,0 2 3 16,0-3-11-16,6-1 5 0,3 2 1 0,4-1 4 15,1-2-7-15,5 1-8 0,8 2 13 16,15-1 0-16,4-2-6 0,26 6 5 0,6-4-28 16,-14-2-34-16,16 0-47 0,12 0-44 15,62-13-75-15,-44 6-60 0,2 0 0 0</inkml:trace>
  <inkml:trace contextRef="#ctx0" brushRef="#br0" timeOffset="43068.54">11633 10884 135 0,'0'0'149'16,"-16"0"-21"-16,-5 18 1 0,17-19-8 15,-1 1-16-15,1 0-9 0,0-1-14 0,0 1-4 16,1 0-11-16,2-3-11 0,-1 3 4 16,2 0-7-16,4 0-13 0,0 0 2 0,4-2-4 15,12-1-3-15,7-1-6 0,4 2 2 16,3 2-1-16,1-2-2 0,2 2-1 0,6 0-5 15,4-3 0-15,0 2 4 0,4 0-6 0,4-2-4 16,6 3 5-16,3-1-3 0,1-3-4 16,4 2 5-16,3 0-2 0,0 0 3 15,3 2-3-15,1-2-7 0,1 2 2 0,1-2-2 16,-1 2-3-16,1 0 10 0,-2-3-8 0,2 3 6 16,-1-3-7-16,1 0-3 0,-1 1 5 0,2 0-5 15,-6-2 2-15,-1-1-4 0,-1 1 7 16,-4 0-4-16,-3 0 3 0,-6 0-9 0,-2-1 0 15,-4 1 0-15,-2 2 9 0,-6-2-12 16,-2 1 10-16,-4-1-9 0,-2 0 4 0,-4 2 4 16,0-1-1-16,-2 2-1 0,-3-4-3 0,-2 5 0 15,-1-2 3-15,-2 2-3 0,-4-2-1 16,-4 2 2-16,-2 0-3 0,-3-1 2 16,-1 1 2-16,-3 0-4 0,1-1 2 0,-1 1-3 15,-2-1 1-15,-2 1 5 0,-1 0-2 16,0 0-2-16,0 0 1 0,-17-5 2 0,-2 2-2 15,-6 0-10-15,-3-2 4 0,-4-2 6 16,1 1-7-16,2 1-3 0,-2-2 0 0,-2 0 2 16,-2 0-3-16,-2-4 6 0,-1 4-2 0,-2-2 6 15,-2 2-8-15,-1-1 3 0,-1 2-6 16,-1-1 4-16,-1 1 1 0,-2 2 6 16,2 0-9-16,-2 3-1 0,-5-1 4 0,27 2-2 0,-16 0 2 15,-7 0-1-15,-62 11 5 0,50-4-4 16,-2-1-1-16,1 0 2 0,-4 3 6 0,0-1 3 15,-3 1-11-15,-1 1 4 0,2-1 0 0,4 1 0 16,3-3-1-16,5 1 6 0,5-1-4 16,6-1 5-16,5-1 0 0,5-1-12 0,2-1-3 15,7 1 1-15,12-3 12 0,8-1-5 16,14 0 1-16,16-2 0 0,-8 2 10 0,44-11-4 16,-1 1-7-16,10 1 4 0,13 0 3 0,11 2 6 15,2 0-7-15,6 0 6 0,2 3-5 16,3-1 2-16,2 1-1 0,-2 3 0 15,-2 1 1-15,0 0 7 0,-55 0-6 0,26 0 2 16,12 0-2-16,7 0 5 0,5 0 4 16,2 0 1-16,2 0-2 0,0 0 3 0,-2 0-7 15,2 0-3-15,1 0 1 0,3 0 8 16,109-5-8-16,-106 1-2 0,-5-1 4 0,-2-1-9 16,-4 1-2-16,-3-2 0 0,-4 1-1 15,-3-2 4-15,-7 2-3 0,-7-1-3 16,-7-1 9-16,-9 2-7 0,-6 2-2 0,36-7-4 15,-53 6 6-15,-2-1 5 0,-5 1-2 16,-8 0-4-16,-10-1 8 0,-11 1-10 0,0 5 3 16,-32-9-6-16,-4 5 1 0,-11 1 1 15,-19 2-6-15,-10-3 9 0,-8 2-6 0,-8-2 1 16,-10 3-4-16,-9-1-5 0,-3 0 12 16,-5-2-8-16,2 3 2 0,4 1-2 15,-1-2 8-15,4-1-5 0,6-2-3 0,5 1 9 16,9 2-9-16,11 0 7 0,10 0 4 0,11 1-14 15,6 0 4-15,15 0 7 0,9-1 0 0,28 2 2 16,-3 0 2-16,30-1 6 0,-6 1-1 16,21 0-8-16,16 0 6 0,16 0-2 0,13 0-3 15,12 0 8-15,8 0-5 0,9 0 7 16,5 0-12-16,3 0 6 0,1 0 1 0,2 0-2 16,1 0-12-16,0 0-6 0,129 4-20 15,-194-4-28-15,30 0-37 0,14 0-69 0,116-12-138 0,-115 4 49 16</inkml:trace>
  <inkml:trace contextRef="#ctx0" brushRef="#br0" timeOffset="49345.75">25207 10067 22 0,'0'0'87'16,"0"0"-7"-16,0 0 3 0,0 0 6 0,0 0-2 16,0-13-5-16,0 13-8 0,0 0-5 15,3-24-7-15,-5 21-16 0,1-2-3 16,0 3 2-16,-1-2-1 0,2 1-12 0,-1 0 8 15,0 0-7-15,1 2 0 0,-2-1-19 0,1-1 15 16,1 3-9-16,-1-2 1 0,-1 1-12 16,1-1 5-16,-2 4-11 0,1 1-8 0,-8 11 3 15,0 2 6-15,-5 4-8 0,-1 2 17 0,1 4 2 16,-1 1-2-16,2 1-2 16,-2 6 6-16,0 2 8 0,0 2-3 0,0-1-1 0,-2 2 1 15,1 2 7-15,1-3-4 0,3 3 4 16,-1-2-7-16,1-1 2 0,1 1 7 0,1-1-8 0,5-2 1 15,0-4-2-15,4 4 2 16,0-4-1-16,2-19 2 0,0 8 5 0,19 23-1 16,-2-23 3-16,5-5-4 0,2-6-5 0,4-1 1 15,4-3 1-15,1-3-4 0,2-2 3 16,-18-1-4-16,11 0-7 0,4 0 3 0,41-15 1 16,-33 7-8-16,0-2-4 0,2-2 5 15,-1-2-3-15,-1 1 1 0,1-1-8 0,-1 0-6 16,-1 1 10-16,-2-3-10 0,-3 2-1 0,-1-1-6 15,-2-1-27-15,-2-1-49 0,-2-2-89 16,-5 2-124-16,-2-3-28 0,-2-3 0 0</inkml:trace>
  <inkml:trace contextRef="#ctx0" brushRef="#br0" timeOffset="49605.59">25827 10137 45 0,'1'1'120'0,"-1"0"-13"0,0 3 1 16,0 3-10-16,2 20 12 0,-2-12-16 16,0 13-2-16,-15 44-1 0,4-22 5 0,-3 7-13 0,-2 7-2 15,-3 6 3-15,2 2-1 0,-2 0-9 16,0-2-4-16,2-3-8 16,-3 0 0-16,4-3-5 0,1-3-8 0,2-1 3 0,0-7-1 15,-1 0-3-15,4-3-8 0,-1-2-11 16,2-5 3-16,-1-3-22 0,4-6-23 0,-2 0-19 15,2-5-25-15,1-2-42 0,-2-2-19 0,3-13-76 16,2-3-125-16,0-7 45 0,2-2 0 16</inkml:trace>
  <inkml:trace contextRef="#ctx0" brushRef="#br0" timeOffset="49739.12">25599 11029 10 0,'23'-32'129'0,"2"0"-14"0,8 0-7 0,3 2-6 15,6 2-14-15,3-3 4 0,4 5-19 0,1 2 11 16,-1-1-22-16,5 1-9 0,3 1-40 16,-2-2-47-16,-2-2-96 0,3-2-115 0</inkml:trace>
  <inkml:trace contextRef="#ctx0" brushRef="#br0" timeOffset="50104.43">26660 10222 45 0,'2'2'130'0,"-2"4"-14"0,0 1-6 0,2 14-2 0,-2-9-8 15,0 9-7-15,0 6-1 0,-16 31-13 16,8-22-4-16,0-1-11 0,2-3-3 16,-2-4-8-16,2 4-6 0,4-3 1 0,0-6-1 15,0-2-4-15,2-13-3 0,0 1 5 0,22 10-9 16,-4-13-8-16,8-4-4 0,-14-2 3 0,12 0-10 15,4 0-6-15,4 0 1 16,32-13 1-16,-29 11-4 0,-2 0-5 0,2 2 0 16,-18 0 2-16,8 0 0 0,3 0 2 15,26 16 1-15,-32-11 1 0,-3 6 6 0,-5 4-3 16,-6 5 0-16,-8-8-4 0,-12 25 7 16,-5-6 0-16,-11 5 4 0,-5 1-4 0,-4 1 6 0,-6-2 8 15,0-2-4-15,-1 1-10 0,3-8 1 16,-3 0 0-16,2-2-4 0,0-6-18 0,2-3-20 15,2-5-47-15,3-6-89 0,16-5-165 16,-31-14 3-16,19-6 0 0</inkml:trace>
  <inkml:trace contextRef="#ctx0" brushRef="#br0" timeOffset="50252.3">26884 10120 29 0,'57'-23'120'15,"-2"6"-20"-15,0 2-5 0,0 6-3 0,-3 0-12 16,0 3-7-16,-3 0-37 0,-1 4-55 16,-1 2-118-16,-5-2-75 0,0 1 12 0</inkml:trace>
  <inkml:trace contextRef="#ctx0" brushRef="#br0" timeOffset="50585.61">27655 10237 55 0,'7'-15'99'0,"6"-6"-5"15,3 4-4-15,6-5-16 0,8-2-15 16,4-4 2-16,12-2 4 0,6-3-18 0,6-4-6 16,8 0 0-16,3-1-12 0,4 1 0 0,1-1 11 15,2 0-8-15,-3 4-15 16,-2 2 9-16,-5 3-7 0,-4 3 8 0,-8 3-13 0,-3 1-4 15,-7 6 12-15,-5 2-12 0,-3 3 1 0,-5 5-3 16,0 3 14-16,1 3-2 0,-17 0-3 16,23 16 5-16,-16 2 11 0,-6 4-15 0,-3 6 15 15,-1 4-3-15,-5 8-5 0,-1 4 3 16,-3 2 2-16,-3 7 3 0,0-27 7 0,0 17-4 16,0 10 5-16,-13 62-11 0,6-53-2 15,-2 3 3-15,-3-1 0 0,0 4-6 0,-6-4-7 16,1 2-3-16,-4-2-8 0,-2 0-36 0,-2-5-44 15,-2-4-62-15,-5-4-138 0,-1-5-8 0,-3-5 0 16</inkml:trace>
  <inkml:trace contextRef="#ctx0" brushRef="#br0" timeOffset="51173.91">24065 12194 44 0,'4'-2'129'0,"4"1"-8"0,13-3-17 0,-7 4-11 16,30-9 14-16,-6 4-23 0,4-2 6 0,6 1-15 15,4-1-1-15,8 0-5 0,6-1-3 0,7 0-8 16,10-1 0-16,2-1 2 0,7 1-9 15,5 0-2-15,7-1-6 0,3 0 3 16,6 1-7-16,10-2-3 0,0-1-3 0,1 1-5 16,4 1 0-16,5-1 5 0,10 1-5 15,2 0-8-15,6-1-2 0,2 1-1 0,104-6 2 16,-54 5 4-16,-31 0-1 0,-16 5-2 16,101-4 1-16,-52-1-1 0,-30 1 7 0,90-6-11 0,-6 1-2 15,-4-4 3-15,-53 6 2 0,-25 0-2 16,83-2 1-16,-55 1-12 0,-31 1-2 15,78-3 5-15,-48 3-3 0,-31 2 2 0,-18 0-12 0,97-7 5 16,-45 1-4-16,-37 8 0 0,-24-1-4 16,2 0-3-16,92-5 7 0,-15 0-6 15,-17 4 9-15,-11-4-8 0,-13 2-1 0,-9-1 0 16,-7 3-5-16,-10-4 6 0,-6 2-2 0,-1-5 2 16,-6 2 2-16,-11 0-9 0,-6-1 4 15,-18 0 6-15,-10 2-1 0</inkml:trace>
  <inkml:trace contextRef="#ctx0" brushRef="#br0" timeOffset="52681.77">25456 12507 20 0,'0'0'35'0,"0"0"-7"0,0-13 4 15,-13 13-9-15,13 0-3 0,0 0-1 0,0 0 6 16,0 0-7-16,-29-5-2 0,18 18 14 0,0 1-17 16,-1 4-5-16,2 3 17 0,0 2-3 15,-2 0 4-15,2 2 0 0,-4 2-4 0,1 4-5 16,1 4 17-16,0-1 2 0,-1-2-8 0,1 4 4 16,1-4-8-16,4-2 3 0,-1-3 3 15,3 0-24-15,1-3 6 0,4 0-3 16,0-15-12-16,0 3 9 0,13 15 2 0,-2-18 7 15,5-4 4-15,7-2-12 0,-10-3 9 16,10 0-3-16,34-15-15 0,-18 1 21 0,3 1-9 0,2-1 5 16,2-1-5-16,0-1-3 0,-3 0-15 15,2-2 3-15,-3 1-8 0,-4 0 19 0,0 1-12 16,-6-2 8-16,-2 1-15 0,-3 0-12 16,-4 0-47-16,-3 0-77 0,-2-3-77 0,-3 0 17 15</inkml:trace>
  <inkml:trace contextRef="#ctx0" brushRef="#br0" timeOffset="52862.67">25952 12631 12 0,'2'9'72'0,"0"14"-18"0,-2-8 5 16,0 10 4-16,0 5-3 0,0 4 0 15,-13 37-7-15,6-26-2 0,-2 1 7 16,0 5-18-16,-2 1 7 0,0 1-8 0,-1 2-3 0,2-5-1 15,-4-2-6-15,5-1-31 0,0-10-7 16,-1-1-35-16,4-4-11 0,0-8-54 0,1-10-76 16,4-4-25-16</inkml:trace>
  <inkml:trace contextRef="#ctx0" brushRef="#br0" timeOffset="53010.42">25914 12990 34 0,'17'-12'36'0,"0"2"-4"0,3 0 8 0,1 2-3 16,1 0-5-16,2-1-7 0,0 1-8 16,0-2 4-16,0 1-38 0,-1-2-98 0</inkml:trace>
  <inkml:trace contextRef="#ctx0" brushRef="#br0" timeOffset="53574.44">26760 12437 2 0,'-30'18'57'0,"-4"4"-1"0,2 4-18 16,-4 5 7-16,2 3 3 0,-1 1-9 16,2 1 1-16,1 1-18 0,4-1 10 0,4-1-16 15,3-2 6-15,2-5-11 0,4-1-1 16,5-3-1-16,0 2 18 0,8-3-2 0,2-12 9 16,12 17-8-16,2-13 0 0,8-1-4 0,2-1 11 15,0-1 0-15,1-1 5 0,-2 1-12 16,2-3 11-16,-1 4-11 0,-3-4 5 0,-2 1 10 15,-1 3-16-15,-4-2 5 0,-4 1 6 16,-6 4-1-16,-4-1-2 0,0-5-10 0,-18 22-1 16,2-11 6-16,-7 3-13 0,-1 0-5 15,-5 1 9-15,-3-3-8 0,-1 0-16 16,-3-1 5-16,1-1-3 0,-2-4-12 0,1 0 6 16,0-1-10-16,2-4-2 0,4 0 0 0,0-1-20 15,2-2 7-15,3-2-5 0,6-3-1 16,19-3-25-16,-9 0-77 0,1-17-122 0,19-1 47 15,3-3 22-15</inkml:trace>
  <inkml:trace contextRef="#ctx0" brushRef="#br0" timeOffset="54213.45">26664 12829 40 0,'-4'1'56'0,"0"1"-4"16,0-2-23-16,2 1-3 0,0-1 4 0,0 0-4 16,0 2-12-16,0-2 10 0,2-2 0 15,0 1-3-15,2-1 7 0,2-1-13 0,10-6 2 16,4-4-1-16,2-1-11 0,4 1 4 0,2-3-8 15,0 1 4-15,4-2 3 16,-2 2-7-16,3-3 12 0,1 3-18 0,0-4 11 0,-1 2-5 16,1 0 10-16,-1 0-8 0,-1 2 0 15,-2 1 5-15,-3 0-15 0,-3 0 7 0,4 2 5 0,-1 3-2 16,-6-1 0-16,-1 5 2 0,-4-3-2 16,-2 6-10-16,-4-2 10 0,-2 4 12 0,-6 0-9 15,0 0 11-15,20 19-2 0,-14-4 8 16,-5 5 14-16,0 4-4 0,-1-12-6 0,0 8 4 15,0 5-13-15,-13 33 19 0,8-27-6 0,-2 1-8 16,-2 0 18-16,-2 1-2 0,0 0-6 16,-1 2-11-16,0 0 7 0,0 0 4 0,2 1-5 15,-4-3 7-15,4 2-8 0,0-2 4 16,1-2-10-16,0-2-6 0,-1-1-7 16,1 0 4-16,1 1-1 0,0-3-1 0,1-2 2 0,-1-5 4 15,1 2-8-15,1-4 2 0,-1 0-11 0,2-5 1 16,2-1 7-16,-1-4-12 0,1-3-13 15,2 0-53-15,1-4-81 0,0-4-129 0</inkml:trace>
  <inkml:trace contextRef="#ctx0" brushRef="#br0" timeOffset="54666.56">28200 12437 93 0,'7'25'94'0,"-2"3"-7"16,-1 5 6-16,-3 3-14 0,-1 3 0 15,0-21 2-15,0 10 0 0,0 7-14 0,-12 43-3 16,6-38-1-16,-2 3-10 0,0-3-5 0,0 1 5 16,1 6-3-16,0-5-12 0,1-2-1 15,-1-1-6-15,2-3 4 16,-2-3-14-16,0-1-5 0,2-1-3 0,-3-4-12 0,0 4-17 0,0-6-24 16,4-2-29-16,-4-6-89 0,-4-2-118 15</inkml:trace>
  <inkml:trace contextRef="#ctx0" brushRef="#br0" timeOffset="54861.08">27739 12911 9 0,'20'-10'79'0,"4"2"1"0,2 0-19 0,6 3 2 15,-1 1-7-15,4 2-6 0,1-1-8 0,2-1-17 0,4 0 16 16,0 3-7-16,2 0 5 0,3 1-8 15,1-2-9-15,-1 2 10 0,-2 0-7 16,-22 0 6-16,10 0-50 0,3 0-84 16,1 0-123-16,1 0 30 0,30-12 27 0</inkml:trace>
  <inkml:trace contextRef="#ctx0" brushRef="#br0" timeOffset="55367.2">29213 12662 59 0,'-3'22'83'0,"-1"6"-4"0,0 0-4 15,-3 1-6-15,1 3-2 0,-4 3 0 16,1 1-2-16,-3 2 2 0,1 3-7 0,-1-1 2 16,-1 5-10-16,1-1-6 0,0-1 3 15,0 2-4-15,0-2-10 0,1-3-7 0,2 2-3 16,-2-3 6-16,1-3-11 15,1-2-3-15,2-3-2 0,-1-1 1 0,3 0-15 0,-2-4 5 16,2-2 2-16,1-4-2 0,1-8-30 16,2-2-8-16,1-10-47 0,0 0-110 0,4 0-90 0</inkml:trace>
  <inkml:trace contextRef="#ctx0" brushRef="#br0" timeOffset="55675.74">29732 12614 48 0,'0'4'87'15,"-2"4"1"-15,-2 14-15 0,-2 4 4 16,-2 4-6-16,0-2-12 0,-3 4 15 0,0 5-8 15,-1-2 1-15,2 1-6 0,-1 2 4 0,0-1-4 16,2 1-6-16,-1-2-9 0,1 1-7 16,1-1 3-16,1 2-5 0,1-5-6 0,0 2-10 15,2-4 8-15,0 3 2 0,-1-5-7 16,1 2-4-16,1-5-2 0,2-3-3 0,0 2-8 16,-1-7-3-16,1-2-9 0,0-5-31 0,1 0-48 15,0-3-73-15,0-2-118 0</inkml:trace>
  <inkml:trace contextRef="#ctx0" brushRef="#br0" timeOffset="56879.63">30257 12553 39 0,'14'-16'51'0,"9"-16"1"0,-16 12-14 0,-3 8 6 15,-3-1-14-15,-1 2 5 0,0 11-4 16,0-12-3-16,-15-14 5 0,2 15-4 16,-8 7 2-16,-6 2-1 0,11 2-2 0,-7 0-9 15,-35 17 0-15,19-2 19 0,0 5-12 0,-1 3 1 16,-1 8 1-16,2 1 1 0,2 3-3 16,3 1-6-16,3-2-9 0,6 0 6 0,3-2 1 15,5-3 1-15,5-4-1 0,5 1 4 0,7-4-2 16,0-15-1-16,30 13-1 0,2-17-4 15,4-3 2-15,-15 0-2 0,44-14-14 0,-21 3 3 16,1-1 2-16,-2-2-2 0,-2 1-8 16,-3-1-1-16,-4 1-6 0,-6 2 4 0,-1-1-1 15,-3 5-11-15,-3-2 7 0,-1 1 4 16,-4 3 4-16,-5 2-2 0,-11 3 12 16,0 0-2-16,4 21 7 0,-12 1 4 0,-1 3 0 15,-6 3-5-15,-2 5-8 0,-2-1 21 0,-1 5-15 16,0 1 6-16,3 0 9 0,-1 2 3 15,2-3-1-15,3-1-12 0,1-4 10 0,3-3-2 16,1-2-7-16,1 0-4 0,2-4 0 16,2-4 7-16,2-4-11 0,1-15-5 0,0 10 9 15,0-10-39-15,13 16-45 0,-9-16-102 0,3-4-82 16</inkml:trace>
  <inkml:trace contextRef="#ctx0" brushRef="#br0" timeOffset="57541.45">30488 12642 47 0,'1'-5'43'15,"0"-1"-6"-15,7-9 14 0,6 2-10 16,0-3-9-16,4 0 7 0,0-2-9 0,6 4-17 16,3 1 1-16,4 0 3 0,2 0-1 0,2 3 6 15,1 2 1-15,-3 2 7 16,-1 1-15-16,1 3 7 0,-17 2 11 0,6 0 6 16,0 0 1-16,16 21-14 0,-28-6 7 0,-7 6-4 15,-3-10 5-15,-12 30-2 0,-1-15 1 16,-2 0 0-16,-2 1-14 0,-2 1 0 15,0 2 9-15,1-1-9 0,0-2-1 0,5-3 3 16,1 2-15-16,0-1-8 0,4-3 9 0,4-3-1 16,3-3 9-16,1-8-10 0,16 13-2 15,4-11 7-15,6-2 7 0,5-5-10 0,6-3 5 16,-17 0-10-16,14 0-3 0,50-13-10 16,-32 5 1-16,-2-3-42 0,0-2-71 0,-2-1-119 15</inkml:trace>
  <inkml:trace contextRef="#ctx0" brushRef="#br0" timeOffset="57944.41">31426 12384 9 0,'30'-9'48'0,"2"4"1"0,3 3 0 0,1 1-8 15,-1 1 5-15,-18 0-12 0,33 11 0 0,-22 0 3 16,-4 3 14-16,-6 3-7 0,-3 4-10 16,-7 7 1-16,-8 2-6 0,0-15 16 0,-20 28-11 15,5-13-8-15,-1-2 6 0,0-3-13 0,-1-4 8 16,2 0-15-16,1 0 2 0,0-5 3 16,4-2-15-16,0-1-2 0,3-4-7 0,3-2 14 15,2-1-2-15,2-1 1 0,0-5-11 16,0 0 3-16,24 16 0 0,-3-7 9 0,3-1-13 0,3 1 12 15,1 0 0-15,1-3 14 16,-2 2-3-16,-3 2-6 0,1 0-5 0,-2 0 10 16,-2-2 0-16,-5 3 11 0,-2 1-14 0,-5 0 15 15,-6 2-5-15,-3-6-1 16,-19 18 5-16,0-6-7 0,-5 0-5 0,-5-2 7 0,-2 2-7 16,1 0-5-16,0-3-5 0,0-1 9 0,0-2-12 15,1-1 0-15,2 1-3 0,-1-7-3 0,0 4 7 16,1-4-17-16,5-2-1 0,0-2-33 15,16-3-52-15,-4 0-126 0</inkml:trace>
  <inkml:trace contextRef="#ctx0" brushRef="#br0" timeOffset="58376.68">32220 12290 23 0,'34'-20'39'0,"23"-11"-7"15,3 6-9-15,-1 7 21 0,0 3-14 0,-5 5 0 16,-4 6-10-16,-6 1 5 16,-27 3 2-16,28 13 14 0,-26-1-13 0,-10 8 8 0,-9-8-7 15,-16 34 5-15,-13-2-11 0,-12 2 10 0,-7-1-13 16,4-4 9-16,-6 6-5 0,1 4 2 0,-1 1 0 15,1-3 1-15,2 2 6 0,5-2-20 16,2-2-2-16,7 4 9 0,3-8-9 16,6-2 19-16,6-3-14 0,6-5 0 0,5-2 10 15,7-2-15-15,0-17 11 0,21 20-11 0,1-17-9 0,3-8 3 16,4-5 15-16,-13-2-4 16,7 0 0-16,27-17-10 0,-26 6-5 0,-1-2-3 15,-4-5 7-15,-9-6 4 0,-2-5-10 0,-8 13-12 16,-14-31-8-16,4 15-5 0,-7 1-3 15,-3 1 10-15,-1 4-7 0,-1 2-7 0,2 8 1 16,-2 0-4-16,-6 11 10 0,12 5-1 0,-5 0 8 16,-27 21-9-16,22-5-40 0,2 0-104 15,6 3-41-15</inkml:trace>
  <inkml:trace contextRef="#ctx0" brushRef="#br0" timeOffset="58862.4">25503 12070 55 0,'-132'160'70'0,"7"8"3"0,10-5-6 16,32-29-5-16,17-19-5 16,15-11-1-16,6 1 1 0,5 3 1 0,8-2-2 0,8-4 2 0,6-2-8 15,12-2 10-15,6-51-19 0,0 22 1 16,30 89-9-16,1-78 13 0,12-4-12 15,9-10 1-15,9-7 0 0,11-10-8 0,13-6 9 0,17-8-6 16,10-11-14-16,5-7-45 0,11-12-82 16,-60-5-168-16</inkml:trace>
  <inkml:trace contextRef="#ctx0" brushRef="#br0" timeOffset="59451.82">33133 12139 36 0,'18'68'127'0,"-7"6"-4"0,-6 9 2 0,-5-38-14 15,-26 96 17-15,-9-36-10 0,-9-1-8 0,-3 6 7 32,-7 4-1-32,-5 2-8 0,-1-3 1 0,1-3-10 0,9-26-2 0,11-14 4 15,6-12-15-15,-1-1 4 0,4-1-1 0,-2-4-15 0,1-2 1 16,-1 1-13-16,-4-5 4 0,-3-3 12 16,-2-1-21-16,-7-3-3 0,-8-3 4 0,-11-4-16 15,-10-3 12-15,-16-2-11 0,-11-5-34 16,-15-1-43-16,-12-6-55 0,-4-2-96 15,-8-5-198-15,-1-8-85 0,69 0 0 0</inkml:trace>
  <inkml:trace contextRef="#ctx0" brushRef="#br0" timeOffset="65202.91">17697 15615 62 0,'29'-48'122'16,"-18"25"-7"-16,-3-1-22 0,-1 2-14 0,-5 0-6 15,0 3 4-15,-2 12-8 0,0-3-6 16,-11-14-12-16,4 16-5 0,-3 4-8 0,-9 2 4 16,7 2-11-16,-27 12 2 0,9-1-21 0,-9 8 10 15,-2 4-4-15,-6 7-7 0,-3 4 5 0,-5 6-1 16,-1 6-7-16,1 4-5 0,-3 3 8 15,0 5 8-15,5 1-18 0,5 4 7 16,4 4 11-16,7 1 1 0,5-1-6 0,6-1 2 16,8-2 1-16,8-1-2 0,6-2 6 15,4-33 1-15,0 14 0 0,22 47 9 0,-2-48-13 0,4-3 9 16,1-6-4-16,6-4-7 0,5-4 10 16,4-3-8-16,2-5 6 0,5-4-5 0,5-7-10 15,3-2-8-15,-29-3-38 0,14 0-32 16,58-15-72-16,-46 4-154 0,-5-4 51 0</inkml:trace>
  <inkml:trace contextRef="#ctx0" brushRef="#br0" timeOffset="65362.07">17617 16194 17 0,'41'-15'77'0,"2"2"-22"15,10-2 4-15,3-1-8 0,0 1 11 16,2-3-24-16,-4 1-36 0,-2 0-63 16,-3 0-113-16</inkml:trace>
  <inkml:trace contextRef="#ctx0" brushRef="#br0" timeOffset="65662.42">18914 15689 59 0,'-31'52'101'0,"-5"10"-9"0,-8 8 1 0,-7 13-11 15,-2 4 2-15,-6 7 0 0,1 4-2 0,-4 1 6 16,-2 4-10-16,0 5-5 0,5-4-9 0,3-5-7 16,6-6-8-16,4-4-1 0,6-7-8 15,4-5-9-15,6-2 1 0,4-7-10 0,6-5 2 16,3-9-20-16,3-2-17 0,8-9-37 16,3-8-47-16,3-22-92 0,16 18-113 0</inkml:trace>
  <inkml:trace contextRef="#ctx0" brushRef="#br0" timeOffset="65999.73">19312 16922 68 0,'-10'43'82'0,"-1"7"-6"0,-1 4 0 0,-1 6-3 15,1-4 0-15,0 5-14 0,4-1 8 16,2-3 8-16,4-3 4 0,2-28-25 0,0 10 4 16,10 42-5-16,-2-43 4 0,4-5-4 15,3-9-10-15,5-4-2 0,4-11-3 0,-8-6-3 16,30-14-9-16,-13-2-8 0,3-5 4 0,3-4-7 16,-2-7-17-16,5-5 0 0,-2-8-1 15,1-2-25-15,0-8-2 0,-2 1 16 0,0-6-20 16,-2 6-2-16,-1-5-2 0,-3 2 14 0,1 0-8 15,-4 2-4-15,0 3-9 0,0 4 6 16,1 0 0-16,0 2 14 0,2 3-16 0,3-2 7 16,4 7-15-16,3 1-43 0,-1 0-102 0,0 2-36 15</inkml:trace>
  <inkml:trace contextRef="#ctx0" brushRef="#br0" timeOffset="66227.48">21519 16232 37 0,'28'0'45'0,"60"-21"9"0,-27 9-17 0,1 1 21 15,1 1-16-15,-2 1-28 0,-2 2-53 0,-9-4-109 16</inkml:trace>
  <inkml:trace contextRef="#ctx0" brushRef="#br0" timeOffset="66393.73">21659 16628 37 0,'36'0'65'0,"-13"0"0"0,52-13 1 16,-18 3-5-16,6-5 6 0,3 2-19 0,4-4-8 15,8-3-37-15,-4-3-73 0,-2-2-113 0</inkml:trace>
  <inkml:trace contextRef="#ctx0" brushRef="#br0" timeOffset="66633.17">23666 15741 25 0,'3'36'113'0,"-3"-17"-7"15,-12 55-8-15,-3-10 0 0,-2 4-14 0,-5 6-2 16,0 1 8-16,-2 0-13 0,1 2 4 0,2-1-12 15,1-2-5 1,4-6-7-16,4-2-11 0,2-7-7 0,4-4-12 0,0-5-3 16,5-5-3-16,1-26-18 0,0 8-1 0,16 30 0 15,-3-34-35-15,6-7-56 0,5-9-93 16,9-5-106-16</inkml:trace>
  <inkml:trace contextRef="#ctx0" brushRef="#br0" timeOffset="67160.92">25248 16224 59 0,'0'4'50'0,"3"2"-1"0,1-3-3 16,9 5-12-16,3-5 10 0,6 1-22 0,-12-4-1 15,10 0 9-15,7 0 8 0,30-13-18 16,-22 9-3-16,2-1 6 0,3-1-11 0,2 1 9 0,2 0 4 16,1 0 0-16,2-1-12 0,1 2 15 15,0-1-17-15,0 0 3 0,-4 1-7 16,-2 1 16-16,0 0-22 16,-5 2-46-16,-3-4-98 0,-4 0-69 0,-2-3 17 0</inkml:trace>
  <inkml:trace contextRef="#ctx0" brushRef="#br0" timeOffset="67586.36">26752 15862 59 0,'-10'30'85'0,"-2"2"-5"0,-2 4 5 15,-6 4-11-15,0 5-1 0,-2 0 0 16,-2 2-1-16,2-5-11 0,1-4-18 0,2-7 8 16,5-1-18-16,1-9 10 0,1 0-8 15,2-7-7-15,5-11-5 0,6-9-7 0,6-9-17 16,8-6 2-16,3-8-18 0,5-3-5 0,6-4-2 16,4-2 16-16,5-2-25 0,0 1 23 15,4 1-24-15,0 2 5 0,1 5 3 16,-2 1-18-16,0 5 6 0,-2 3 12 0,-3 4-3 0,-1 1 4 15,-3 8-3-15,-3 3 1 0,-15 6 9 16,6 0 24-16,20 24 14 0,-27-3-3 0,-4 11 30 16,-9 2-8-16,0-12-1 0,-25 53 6 15,0-18-7-15,-5 2-11 0,-5 0 11 0,-2-2 9 16,-2-3-6-16,-2-3-11 0,-3-6-2 16,-4-1 2-16,-6-5 2 0,0-3-22 0,-6-4-9 0,-4-5-3 15,-6-3-2-15,-6-5-8 0,-4-2-19 16,-4-9 6-16,-1-3-26 0,2-5 1 0,43 0-44 15,-76-27-88-15,48 4-46 0,12-10 10 16</inkml:trace>
  <inkml:trace contextRef="#ctx0" brushRef="#br0" timeOffset="67991.72">28336 15645 28 0,'-5'36'80'0,"-7"8"8"0,-8 12 1 0,-8 9-10 16,-8 9 1-16,-8 5-4 0,-6 1 13 16,-4 7-13-16,-4-1 2 15,0-1-14-15,-1-1 6 0,2-4-8 0,3-3 3 0,2-4-11 16,7-7-7-16,1-3-13 0,4-4-3 0,6-3-9 15,0-6 0-15,5-5-8 0,5-2-2 16,1-7-6-16,7-3-4 0,3-6-16 0,6-3-36 16,7-18-64-16,0-6-103 0,28 9-2 0</inkml:trace>
  <inkml:trace contextRef="#ctx0" brushRef="#br0" timeOffset="68580.13">28800 16248 9 0,'-20'23'68'0,"-3"6"-11"16,-3 8-11-16,-2 3 6 0,-4 4 3 16,2 8-18-16,-2 1 13 0,2 4-17 15,0-7 11-15,5 0-9 0,1-5 1 0,4-4 11 16,4-3-17-16,1-4-5 0,3-2-1 0,2-6-10 15,2 2 4-15,-3-6-8 0,6 1 2 0,1-5 0 16,-2-3-1-16,4-3-5 0,0-2 7 16,1-4-17-16,1 0 12 0,-1-2-7 0,1 1 7 15,0-2-2-15,0 0 1 0,0-3-3 0,0 0 4 16,2 2-14-16,1-2 13 0,0-2-2 0,-1 2 1 16,2-2 3-16,-1-1-12 0,2-2 11 15,-1 2-6-15,0-1 8 0,7-7-7 0,-2 0 2 16,-1-3 0-16,2 3-1 0,-4-1-3 15,2 1 5-15,3-2 8 0,-2 2-21 0,1-1 14 0,-2-1 9 16,2 0-8-16,0 2-5 0,-1-3-3 16,-1 7-12-16,-1-2 23 0,1-2-18 15,-2 3 8-15,-2 2-3 0,0 2 13 0,0 0-8 16,-1 1-3-16,0 2 1 0,-2-2 5 0,0 1 0 16,2 0-12-16,-2 1-9 0,1-1 19 15,-1 1-5-15,0 0-6 0,1 1 18 0,0-3-2 16,0 1-10-16,2-2-4 0,4-6-11 0,4-5 4 15,2 0 5-15,2-8-3 0,3 4 13 16,2-7-10-16,1-3 2 0,4-3 6 0,6-4-11 16,-1-3-9-16,1 3-7 0,1-3 16 15,3 0-8-15,-3 1 0 0,2 2 2 16,0 4-20-16,-1-1 19 16,-1 2 8-16,-3 4-16 0,2 2 13 0,-3 1 5 0,-2 1-2 0,-3 6-1 15,0 0-1-15,-3 2 2 0,2 1 11 16,-3 0-1-16,-2 6-11 0,0 2-11 0,3 2 17 15,-1 1-41-15,-7 0-120 0,-2 1-42 16</inkml:trace>
  <inkml:trace contextRef="#ctx0" brushRef="#br0" timeOffset="86896.64">4934 15958 9 0,'0'0'46'0,"0"0"-1"0,0 0-17 16,0 0 9-16,0 0-9 0,0 0-7 0,0 0 4 16,0 0-2-16,0 0 23 0,0 0-22 0,0 0 11 15,0 0 0-15,0 0-1 0,0 0-4 16,-13 21-5-16,10 10 20 0,0 5 5 0,-1 6-1 15,2 7-10-15,-1 2 0 0,0 6-4 0,1-2 2 16,2 1 0-16,0-28-19 0,0 14 11 16,18 48 7-16,-4-42-4 0,2-2-12 0,4-5 11 15,2-6 8-15,5-2 0 0,4-9-13 0,2-3-3 16,6-5 8-16,5-10-5 0,-20-6-6 16,18 0 5-16,64-28 10 0,-36 2-14 0,12-10-9 15,12-8 14-15,10-9 1 0,76-54-11 16,2-2 1-16,6-7-8 0,12-8 12 0,4-9-5 15,5-4-4-15,22-6-5 0,4 0 3 0,3 0 4 16,6 7 8-16,2 5 1 0,-8 8-2 0,-6 9 3 16,0 3-2-16,-2 7-9 0,-4 1 4 15,-7 1-5-15,-6 9-26 0,-5 0-60 0,-3-3-75 16,-6 3-169-16,-3-5 53 0</inkml:trace>
</inkml:ink>
</file>

<file path=ppt/ink/ink107.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10T14:21:06.384"/>
    </inkml:context>
    <inkml:brush xml:id="br0">
      <inkml:brushProperty name="width" value="0.05292" units="cm"/>
      <inkml:brushProperty name="height" value="0.05292" units="cm"/>
      <inkml:brushProperty name="color" value="#FF0000"/>
    </inkml:brush>
  </inkml:definitions>
  <inkml:trace contextRef="#ctx0" brushRef="#br0">7938 12727 58 0,'-14'0'44'15,"14"0"-8"-15,0 0-1 0,0 0-6 16,-14-13-5-16,-4-3 0 0,13 12 23 16,2 3-17-16,2 1-5 0,-2-1-17 0,1 1 14 15,-1-3-22-15,2 3 10 0,-1 0-11 16,1 0 5-16,0 0-5 0,1 0-5 0,1 0 8 15,0 3-6-15,2-3 2 0,1 1 11 16,3-1 5-16,13 0 14 0,-8 0-5 0,10 0-3 16,5 0 11-16,4 0-4 0,39-15 0 0,-24 9 10 15,3 1-16-15,4-1 18 0,6 0-8 16,4 2-11-16,5-1 13 0,2 1-4 0,4-2-3 16,0 1-2-16,1 1 13 0,2 0-4 15,3-1-1-15,6-1-14 0,0-1 8 16,4-1 9-16,-2 0-4 0,0-1-12 0,1 1 13 0,-1-3-15 15,3 1-3-15,-3-2 1 0,0 3 0 16,0-2 3-16,-1-1-11 0,0-1 8 0,1 0-7 16,-1-1 4-16,-2-1-4 0,1-2-1 15,0 3 5-15,0 2 2 0,-1-3 2 0,-1-1-9 16,-3 0 8-16,-1 3-3 0,-4-1-3 16,-1 2 8-16,-1-2-6 0,-3 3 1 0,-2-3-8 15,-1-3-4-15,2 5 8 0,-4-2-5 16,-2 1 5-16,0-1-5 0,0-1 8 0,0 0-11 0,-2 2 11 15,0-1-3-15,0-2-9 0,-1 1 7 16,0-2-4-16,0 0-9 0,0-2 6 0,-1-1-4 16,-1-1-1-16,-2 1-11 0,2-3 0 15,-3-2 6-15,-1 2 5 0,-3-4-12 0,-3 2-1 16,-2 0 1-16,-5 2 5 0,-2 0-27 16,-2 1-46-16,-5-3-122 0,-1-1-27 0</inkml:trace>
  <inkml:trace contextRef="#ctx0" brushRef="#br0" timeOffset="1606.1">10266 14338 49 0,'-58'-43'77'0,"32"17"-4"0,0 0-15 16,1-5 11-16,1 0-13 0,2-2-6 15,1-2-3-15,2-1 1 0,1-2-20 0,4-2 4 16,2-6-11-16,4-3 16 0,3-4-24 16,2-2 10-16,3-3-6 0,0 28 0 0,19-61-17 15,-4 28 7-15,5-2-7 16,4-2 17-16,2 2-11 0,5-3-11 0,2-2 11 0,5-1-4 15,3-3 11-15,3-1-13 0,6 0-8 0,2-2 8 16,4 2 4-16,5-2-21 0,3 3 10 0,9-2 7 16,6 0-6-16,6 1 4 0,66-49 6 15,-31 31-6-15,-16 14-5 0,-4 11-4 16,68-39 8-16,-2 2 1 0,-27 26 11 0,-15 17-19 16,-14 5 13-16,83-29-13 0,-35 18-2 15,38-10 14-15,-38 19-4 0,-23 13-9 0,-9 8 3 16,4 2 6-16,3 2 1 0,-1 2 6 0,-1 6 4 15,0 2-7-15,-2 5 5 0,-1 4-9 16,-1 1 0-16,-3 7 1 0,-3 2 3 0,-3 3-2 0,-61 2 8 16,27 0 3-16,112 19-5 0,-87-8-9 15,2 3 8-15,-3 3 10 0,-3 2-17 0,0 4 6 16,-2 2 16-16,1 2-5 0,0 3 14 0,-1 4-9 16,1 2 8-16,1 2 4 0,4 6 3 15,-1 1-10-15,-1 6 6 0,-3 4-1 0,-4 3-1 16,-3 1 2-16,-3 1 4 0,-6 1 0 0,-2 6-11 15,-4 1 10-15,-2 2 6 16,-5 2-5-16,-3-1 0 0,-7 2-1 0,-2 1-4 0,-6 0-1 16,-2 0 0-16,-4-5-2 0,-5 4 5 0,-2 0-7 15,-5-3-2-15,-2 3 11 0,-4-2 4 16,-2-1-8-16,-6 3 0 0,-2 1 4 0,-4-1 3 16,-3 1-4-16,-4 0-7 0,-7-1 5 15,-2-1-7-15,-3-35 0 0,-12 71-2 0,0-34 7 16,-7 1-6-16,-4 4-3 0,-6 1 8 0,-7 2-2 15,-2-1-7-15,-9 6-6 0,-5-5 4 16,-3 2-11-16,-5-2 6 0,-6 0-3 16,-8 2 6-16,-6-1-6 0,-58 51 2 0,24-25-11 0,14-19 6 15,10-12 1-15,-62 51 2 0,28-33 0 16,14-19 7-16,10-9-8 0,-2 1-4 16,-67 37 2-16,40-21 0 0,18-18 18 0,12-8-3 0,-5 1-1 15,-4 0-1-15,-68 40 3 16,34-26-12-16,22-13 13 0,10-8 4 0,-3-3 5 15,-5 0 1-15,-76 26-3 0,42-22 13 0,23-11 1 16,13-9-2-16,-7-4-2 0,-7-3-1 0,-2-4 22 16,-6-3 18-16,-2-5-5 0,-4-4 0 0,-4-4 5 15,0-4 0-15,72-3-3 0,-39 0-5 16,-254-27 2-16,171 7-17 0,-38-15-7 0,53-2-8 16,35 1-11-16,-58-28-5 0,50 5-20 0,30 1 6 15,24 1-14-15,2-7-5 0,5-7-4 16,-53-60-14-16,44 20-18 0,26 7 6 0,18 0 2 15,9-14-6-15,8-4-3 0,13-12-6 16,12-5-6-16,10-9-9 0,8 73 11 0,43-253-12 16,5 84-4-16,16 15 2 0,17 13-17 0,5 12 15 15,2 10-11-15,13 12-13 0,7 9-54 16,-18 38-32-16,-14 23-95 0,-10 13-202 0,-2-1 0 16</inkml:trace>
</inkml:ink>
</file>

<file path=ppt/ink/ink108.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10T14:21:20.318"/>
    </inkml:context>
    <inkml:brush xml:id="br0">
      <inkml:brushProperty name="width" value="0.05292" units="cm"/>
      <inkml:brushProperty name="height" value="0.05292" units="cm"/>
      <inkml:brushProperty name="color" value="#FF0000"/>
    </inkml:brush>
  </inkml:definitions>
  <inkml:trace contextRef="#ctx0" brushRef="#br0">2308 4855 20 0,'-86'70'22'0,"35"-29"11"16,0 7 5-16,1 4 9 0,-1-1 5 15,4 2-8-15,5-3 1 0,4 0 5 16,8-7-13-16,4-3 5 0,8-3-9 0,6-1 8 16,8-6 3-16,4-15-9 0,22 21 14 0,5-24-7 15,9-10-9-15,-13-2-12 0,14 0 0 0,56-16-4 16,-29 5 1-16,4-1-6 0,0 3-16 15,-2 2 6-15,-4 1-12 0,-5 4 15 0,-32 2-20 16,43 13 21-16,-30 0-9 0,-10 6 16 0,-8 8-2 16,-11 6 4-16,-9 9 0 0,-11 11 25 15,-10 2 4-15,-6 5 18 0,-6-1 0 0,-7 3 2 16,-8-2-2-16,-3-1 1 16,-1-3-4-16,-3-8-2 0,2-1-6 0,-1-6 1 0,6-4-2 15,2-6-1-15,3-5-8 0,2-3-4 16,1-7 2-16,9-2 4 0,0-6-4 0,2-3-5 15,17-5-44-15,-4 0-58 0,-8-24-62 0,20 2-62 16,4 6-133-16,0-6 61 0,19-35 0 16</inkml:trace>
  <inkml:trace contextRef="#ctx0" brushRef="#br0" timeOffset="298.33">2658 4922 56 0,'-13'14'98'0,"0"4"-11"0,2 4-4 0,3 5-13 16,1 2-4-16,3 7 0 0,3 9 3 0,1-22 0 15,0 16 0-15,20 54 10 0,-7-38-10 0,3 0 2 16,2-1-7-16,0-1 1 0,1-1-4 0,2-2-6 15,1-2-5-15,-1 0 2 0,2 0-7 0,-1-5 1 16,2-3 2-16,0-1 0 0,2-5-15 16,-2-2 2-16,1-3-8 0,3-3-10 15,-3-5-36-15,5-9-32 0,3-3-56 0,-16-9-108 16,10 0-87-16,34-24 0 0</inkml:trace>
  <inkml:trace contextRef="#ctx0" brushRef="#br0" timeOffset="473.46">3020 5637 15 0,'-19'-17'134'0,"2"-3"-6"0,5-2-12 0,8-1-18 0,4 7-1 15,0-6-11-15,17-31-10 0,0 21-14 16,7-1 8-16,6-2-29 0,4 1 10 0,6 0-5 16,3 4-8-16,1 0-10 0,1 4-18 0,2 4-60 15,-2 1-86-15,-1 6-140 0</inkml:trace>
  <inkml:trace contextRef="#ctx0" brushRef="#br0" timeOffset="897.94">4651 5194 18 0,'-19'11'90'0,"2"3"-2"0,-3 2-25 0,0 5-3 15,-3 7 1-15,1 7 13 0,-4 8-6 0,2 8-6 16,-1 4-3-16,1 8-1 0,0 5 3 0,2 2-16 16,5 6 14-16,2-4 9 0,5-4-13 15,2-2-2-15,1-1-3 0,4-7 1 0,3-29-1 16,0 11-11-16,11 50-5 0,1-45 7 0,4-4-7 15,3-4-11-15,6-3 5 16,3-7 10-16,7-6-4 0,1-6-12 0,4-8-12 16,4-2-22-16,-23-5-26 0,14 0-42 0,46-24-69 0,-31 5-109 15,-2-2 18-15</inkml:trace>
  <inkml:trace contextRef="#ctx0" brushRef="#br0" timeOffset="1081.81">4611 6043 75 0,'-9'-17'95'0,"6"-6"-9"0,3 12-11 0,20-23-4 0,-3 9-15 15,6 1 1-15,4-1-4 0,3-1-16 16,5 3 2-16,0-2-39 0,2 3-29 0,1 0-64 16,-5 2-77-16,0 0-34 0</inkml:trace>
  <inkml:trace contextRef="#ctx0" brushRef="#br0" timeOffset="1325.55">5075 5585 28 0,'3'5'86'0,"2"14"-2"16,3 6 4-16,-2 3 0 0,6 0-22 16,0 6 8-16,4 2 12 0,0 2-17 0,4-2-7 15,2-1-2-15,2-1-4 0,-2-5 3 16,2-3 3-16,-2-5-17 0,-2-2 5 0,2-4 6 15,-2-7-7-15,2-7-4 0,-12-1-6 0,22-21-4 16,-12 3-9-16,0-7-5 0,-2-7-4 0,0-4 0 16,0-6-24-16,-2-3 8 0,0-3-6 15,0-6-3-15,2 0 1 0,2-3-7 16,4-1-19-16,0 4 8 0,6 2-8 16,-2 2 8-16,6 4 4 0,0 4-13 0,2 4 7 0,0 8-28 15,-2 4-51-15,0 5-141 16</inkml:trace>
  <inkml:trace contextRef="#ctx0" brushRef="#br0" timeOffset="1766.76">6657 5708 50 0,'-35'29'93'16,"-10"15"2"-16,-7 7-16 0,-8 11-3 0,-6 7-26 15,-3 9 11-15,-7 8-5 0,-49 61 3 16,31-35-6-16,18-17-17 0,10-13 15 0,2-3-12 16,2 0-3-16,-2-1 5 0,-2-1-7 15,2 0-8-15,0 1-11 0,4-3 1 0,0-2-10 16,-2 1-21-16,4 2 8 0,-2-3 5 0,8-4-26 15,4-2 23-15,9-5-25 0,4-5 14 0,10-5-43 16,8-11-122-16,9-12-68 16,8-6 42-16</inkml:trace>
  <inkml:trace contextRef="#ctx0" brushRef="#br0" timeOffset="2034.66">6015 7025 6 0,'-68'45'49'0,"0"2"-2"0,2 8-10 16,0 2 9-16,4 6-4 0,4 2 1 16,6 2-1-16,6 7-13 0,6 5 20 15,8 4-2-15,8-3-9 16,6 4-7-16,6-5 5 0,8-5 10 0,4-40-9 0,0 16-2 0,22 58-10 15,-6-57-7-15,4-6 15 0,4-5-3 0,4-5-6 16,4-8-13-16,4-6 14 0,12-7 3 16,2-7-18-16,-24-7-18 0,62-12-67 15,-26-9-96-15,4-7-89 0,0-6 46 0</inkml:trace>
  <inkml:trace contextRef="#ctx0" brushRef="#br0" timeOffset="2186.84">6181 7736 71 0,'10'-17'69'0,"8"-4"-3"0,4 0-5 0,8-5-19 16,4 0 6-16,6-4 1 0,6-2-27 0,-1-2-45 16,3 0-48-16,0 0-85 0</inkml:trace>
  <inkml:trace contextRef="#ctx0" brushRef="#br0" timeOffset="2712.55">6819 7093 67 0,'0'-3'75'0,"0"3"-6"0,0 3-3 0,0 2 0 15,0 4-3-15,0 15-9 0,0-10-11 16,0 11 16-16,-12 34-11 0,4-20-15 0,-1-1 15 15,-2-4-22-15,2 0 6 0,1-6 1 16,1 0-1-16,1-3-2 0,-1-3-6 0,3-10 8 16,-1-3 1-16,2-5-11 0,3-4 6 15,0 0 1-15,-5-17-9 0,6-9-10 0,-1 10 2 16,12-27 9-16,-1 11-5 0,3-2-21 16,5-5-9-16,2-1 10 0,5 0-9 0,3 3-20 15,3 2 20-15,3 2-2 0,2 2-6 16,0 5 9-16,-2 4 18 0,-3 8 1 0,-1 1-7 15,1 8 4-15,-3 3 18 0,-15 2-19 0,15 26 20 16,-16 6 4-16,-2 9-17 0,-3 3 6 0,-1-3-4 16,-2 1-6-16,0-4 4 0,1-4 4 15,-2-1-7-15,2-2 16 0,-4-9-1 16,2-1 4-16,0-10 0 0,2-3 1 16,0-5 7-16,-6-3-8 0,14 0-11 0,16-17-11 15,-11 5 8-15,2-4-17 0,1 1 11 0,-1 1-11 16,4 2-9-16,-1-3-1 0,0 5 15 0,-5 1 1 15,-2 2-1-15,1 2 3 0,-5 0 1 0,-4 4 4 16,-2 1-3-16,-7 0 10 0,7 11 0 0,-11 10 10 16,-6 6-14-16,-4 4 6 0,-5 6-1 15,-4 5-5-15,-2 0-1 0,1-5 8 0,-1-1-5 16,-1-3 3-16,2-6 1 0,0-1 9 0,2-3-11 16,0-6-1-16,2 0-10 0,0-3-10 15,0-5-40-15,2-5-45 0,18-4-83 0,-20-16-137 16,16-6 74-16</inkml:trace>
  <inkml:trace contextRef="#ctx0" brushRef="#br0" timeOffset="2887.33">7894 6934 105 0,'14'11'111'0,"0"4"-3"0,-2 6-19 0,0 4 3 16,-2 1-12-16,0 6-4 0,-1 2 1 15,2 4-12-15,-1-2-8 0,2 2-8 0,-2 1-4 0,0-3-30 16,1-3-34-16,-2 0-34 0,2-5-69 16,-3-5-146-16</inkml:trace>
  <inkml:trace contextRef="#ctx0" brushRef="#br0" timeOffset="3054.34">7652 7013 75 0,'24'-18'98'0,"8"-5"-9"16,7 0-1-16,8 1-25 0,3-1 3 0,6 0-9 15,2 5 2-15,2 1-7 0,-2 4-8 16,-2 5-32-16,-8 6-68 0,-8 2-110 16,-25 0-61-16,25 19 22 0</inkml:trace>
  <inkml:trace contextRef="#ctx0" brushRef="#br0" timeOffset="3224.65">7504 7713 17 0,'6'2'126'16,"12"-6"-7"-16,10-5-11 0,3-6-21 0,12 0 2 16,5-7-14-16,9-6-11 0,7-2-14 15,4-3-30-15,4-4-71 0,0 0-132 16,3-3-59-16,-3-1 23 0</inkml:trace>
  <inkml:trace contextRef="#ctx0" brushRef="#br0" timeOffset="3436.33">8810 6800 80 0,'1'6'120'0,"4"10"-13"16,-3 11-5-16,-2-11-7 0,0 10 6 0,0 5-13 15,0 4-11-15,-12 46-13 0,6-36-7 16,-3 3-5-16,0-1 3 0,-3-2-1 0,0-2-12 16,1-3-10-16,2-7-11 0,-1-2-14 15,0-5-7-15,0-9-27 0,4-6-68 0,2-10-49 16,4-1-101-16</inkml:trace>
  <inkml:trace contextRef="#ctx0" brushRef="#br0" timeOffset="3922.58">8570 6942 95 0,'1'-4'98'0,"4"-15"-16"0,3 2-13 15,3-2-12-15,2 1-9 0,2 2-9 0,0 0-5 0,-2 4 6 16,-1-2-9-16,-1 4 1 0,-2-1 6 15,0 1-23-15,-1 2 19 0,-1 3-15 0,0-3 1 16,-1 4-12-16,6-5 3 0,0-1 10 0,0 1-11 16,4-1 1-16,3-1-9 0,2 0 4 15,5 1 2-15,-2-1 4 0,4 0-3 0,0 1-13 16,0-1 6-16,0 4-10 0,1-2 3 16,-4 4 5-16,0 2 0 0,-5-1 7 15,-3 0 1-15,-5 2-11 0,-1 0 8 0,-3 2-5 0,-8 0-6 16,8 0 15-16,-8 0-24 0,8 0 17 15,5 12-12-15,-9-9 28 0,0 2-17 0,-1-1 10 16,1 1-6-16,-2-2-10 0,0 1 8 0,0 1 4 16,1-2-7-16,0 0 1 0,-2 2-7 15,0-2 4-15,2-2-44 0,-2 0-42 0,-1-1-95 16,0 0-48-16,0-1 21 0</inkml:trace>
  <inkml:trace contextRef="#ctx0" brushRef="#br0" timeOffset="4174.51">8438 6868 60 0,'2'-3'80'0,"9"-4"9"0,9-5-11 16,5-1-6-16,9-3-21 0,7 0-5 16,10 0-13-16,2-4-72 0,2 2-106 0,1-1-63 15</inkml:trace>
  <inkml:trace contextRef="#ctx0" brushRef="#br0" timeOffset="4570.59">9317 6591 84 0,'1'0'94'0,"0"-1"4"0,1 4-11 15,-2 1-5-15,-4 16-4 0,-6 10-9 16,2 4 4-16,-4 7-3 0,-2 3-8 0,-2 7 0 16,1-4-11-16,2-3-5 0,1-3 9 15,2-9-15-15,1 0 4 0,1-5 8 0,1-2-6 16,1-5-2-16,4-12 8 0,2-8-14 0,7-6-8 15,4-9-6-15,1-8-13 0,2-5-3 0,4-4-6 16,0-2-5-16,6-2-9 0,3-2 1 16,4-1-3-16,6-1-6 0,3-1-2 0,3 2 1 15,3 0 6-15,-2 5-1 0,-2 6 14 16,-4 4 0-16,-3 6-9 0,-3 6 21 16,-2 8-7-16,-16 4 7 0,20 26 8 0,-28 2-11 15,-6-7 13-15,-14 52 10 0,-6-10 2 0,-8 6-4 16,-2 1 2-16,-1 2 5 0,-2-5-4 0,1-6 5 15,0-4-7-15,3-3 2 0,-2-3 6 0,0-5-9 16,-1-3-2-16,-1-5-8 0,-2-1-7 16,-2-4-4-16,-6 1 2 0,-2-6-13 15,-4-2-5-15,-7-1-31 0,-2-6-56 0,2-2-58 16,-1-4-159-16,2-8 32 0,31-5 0 16</inkml:trace>
  <inkml:trace contextRef="#ctx0" brushRef="#br0" timeOffset="4718.32">9326 6910 54 0,'8'-11'89'0,"3"-1"-11"0,-1 6-8 0,5 0 1 16,4 1-15-16,5 3-13 0,4 0-39 0,2 1-80 15,-14 1-125-15</inkml:trace>
  <inkml:trace contextRef="#ctx0" brushRef="#br0" timeOffset="5026.35">10211 6822 64 0,'7'0'137'0,"-3"0"-20"16,-2 1-1-16,-2 4-10 0,-2 0-8 0,-10 19-10 15,-4 2-2-15,-6 8-19 0,-5 6 6 0,-3 7-5 16,0 4-16-16,-4 5-11 0,2-1 6 15,1-4-14-15,4-4 9 0,5-9-7 0,2-1-4 16,2-8 1-16,1-4 1 0,1-3 3 0,6-8-16 16,4-13 1-16,6-1-4 0,2-32-11 0,6 5 5 15,2-8-17-15,7-5 6 0,5-5-8 16,6-4-9-16,5-2-8 0,4-4-1 0,3 2-18 16,6-3 10-16,3 2 4 0,2 2 2 15,-3 3-1-15,0 4 18 0,-1 5 16 0,-3 4-20 16,-4 6 15-16,1 8 7 0,-8 6 0 15,1 6-1-15,-1 9 1 0,-5 12 11 0,-11 10-4 16,-5 12-4-16,-9 13 8 0,-3-14 0 0,-19 72-3 16,3-26-26-16,-1 1-46 0,2-2-26 15,2-3-58-15,0-7-137 0</inkml:trace>
  <inkml:trace contextRef="#ctx0" brushRef="#br0" timeOffset="5199.89">10188 7210 37 0,'18'-24'129'0,"3"2"-9"0,4-3-9 0,3 1-20 16,4-1 11-16,4 1-27 0,2 1-23 0,4-1-32 16,5 0-85-16,1-5-139 0,7 1-3 15,5-2 8-15</inkml:trace>
  <inkml:trace contextRef="#ctx0" brushRef="#br0" timeOffset="5570.49">12523 5139 17 0,'-8'0'105'0,"6"-2"-10"0,4 1-3 16,5-3-10-16,16-4-12 0,3-3-4 16,13-4 1-16,8-4-20 15,8 2 16-15,9-4-19 0,6 0 4 0,5-1-10 0,9-1 0 0,2 3-9 16,2 2-2-16,0 4-10 16,-4 5-67-16,-8 2-105 0,-8 2-102 0,-11 4 16 15,-35 1 49-15</inkml:trace>
  <inkml:trace contextRef="#ctx0" brushRef="#br0" timeOffset="5734.42">12694 5760 42 0,'-11'18'121'0,"11"-7"-7"0,14-4-6 0,11-5-18 0,-7-2 6 0,10 0-13 15,52-21-8-15,-22 8 1 0,12-4-21 16,4-2-27-16,2-1-66 0,4-3-122 15,4-4-98-15,-1 3 37 0,-5-3 33 0</inkml:trace>
  <inkml:trace contextRef="#ctx0" brushRef="#br0" timeOffset="6196.66">15354 4676 30 0,'1'-1'112'0,"-1"3"-11"0,1 3-13 15,1 17-11-15,-2-8-3 0,0 12 12 0,0 6-1 16,0 8-10-16,0 9-2 0,-14 64 9 0,9-39-6 15,-3 4 3-15,3 1-4 0,-2-1-2 0,3-3-3 16,0-2 1 0,1-3-13-16,3-38 2 0,0 13-10 0,0 5-7 0,0-1 0 15,0-2-10-15,0-4-3 0,0-3-14 16,0-2-5-16,0-7-19 0,0-4-2 0,0-8-36 0,12 1-102 16,-5-26-131-16,8-14-16 0,-2-6 0 15</inkml:trace>
  <inkml:trace contextRef="#ctx0" brushRef="#br0" timeOffset="6368.22">15336 4657 83 0,'20'-26'80'0,"10"0"-7"0,4-3-2 0,8 3-11 0,4-2-2 0,4-1-22 0,6 5 0 16,0 1 8-16,5 0-7 0,1 1-3 15,0 3 1-15,-2 2-11 0,4 0-14 0,-4 2-99 16,-5 2-158-16,-4 2 38 0</inkml:trace>
  <inkml:trace contextRef="#ctx0" brushRef="#br0" timeOffset="6559.86">15404 4919 90 0,'-9'27'106'0,"8"-6"-13"0,1-10-2 0,25 13-11 0,3-14-5 16,3-5-12-16,9-2 4 0,4-2-8 0,-19-1-13 15,14 0 8-15,60-12-8 0,-39 3-34 16,0 0-63-16,1-4-121 0,0-3-85 0,1-5 46 16</inkml:trace>
  <inkml:trace contextRef="#ctx0" brushRef="#br0" timeOffset="6809">16659 4435 26 0,'-50'6'109'0,"-2"5"-18"0,-2 4 0 0,4 5-22 16,-2 5 6-16,4 7-16 0,-3 6-2 15,3 10-4-15,-1 6 6 0,2 8 1 0,2 6-6 16,6 6 1-16,3-1-3 0,5-4-10 0,6-3 8 15,6-5-8-15,3-5-5 0,6-5-11 16,2-5 9-16,2-4-2 0,6-26 0 0,0 8 3 16,24 25-5-16,-2-33-3 0,8-9-9 15,6-4 5-15,-14-3-8 0,48-16-27 0,-16 0-55 0,6-9-74 16,-2-8-159-16,4-3 87 0</inkml:trace>
  <inkml:trace contextRef="#ctx0" brushRef="#br0" timeOffset="7035.89">16771 4704 100 0,'2'3'103'0,"2"0"-11"0,2 16-16 0,0 3-4 16,-2 7 10-16,0 9 3 0,-4 1-11 16,0-16-6-16,-12 56-3 0,2-18 2 0,-4 7-2 15,2 4-5-15,0 0-1 0,-2-2-4 16,4-4-3-16,0-2-6 0,0-6 1 0,2-2-3 15,0-4 0-15,0-8-12 0,4-3-8 0,0-5-15 16,-2-3-11-16,6-6 0 0,-2-5-20 16,2-22-56-16,0 0-72 0,16 10-149 0,-4-25 82 15</inkml:trace>
  <inkml:trace contextRef="#ctx0" brushRef="#br0" timeOffset="7186.7">16831 4767 80 0,'26'-36'78'0,"4"-2"-10"0,4 2-3 16,9-1-6-16,2 4-6 0,7-2-6 15,0 3-22-15,6 2 3 0,-1 1 1 0,-1 7-9 16,0-1-3-16,-1 5-8 0,-6 0-47 16,-4 4-97-16,-5 4-90 0</inkml:trace>
  <inkml:trace contextRef="#ctx0" brushRef="#br0" timeOffset="7342.75">16731 5012 50 0,'-4'12'100'0,"10"-4"0"0,10-1-18 16,8-5-17-16,-6-2-2 0,8 0 7 0,8 0-2 15,48-15-4 1,-31 9-23-16,1-2-33 0,-1-2-67 0,1-1-150 0,-4-4-18 0,-3 1 23 15</inkml:trace>
  <inkml:trace contextRef="#ctx0" brushRef="#br0" timeOffset="7552.96">17657 4773 32 0,'7'20'117'0,"-2"6"-3"0,-1 5-8 15,-3 6-11-15,-1-16 8 0,-18 51-10 0,3-14-3 16,-6 9-1-16,-2 1-18 0,-2 3 5 16,-2-1-7-16,0-3-8 0,2-5-16 0,0-3-15 15,4-6-24-15,2-6-29 0,3-7-24 16,5-5-7-16,5-7-18 0,4-11-104 0,2-17-107 16</inkml:trace>
  <inkml:trace contextRef="#ctx0" brushRef="#br0" timeOffset="7737.56">17648 4512 56 0,'17'-30'70'0,"6"0"-8"16,10 3-2-16,7-1-9 0,9 3-25 15,7-2 16-15,7 4-7 0,8 2 1 0,0 2-28 0,3 2 16 16,2 2-40-16,-1 3-91 0,-3-1-113 15</inkml:trace>
  <inkml:trace contextRef="#ctx0" brushRef="#br0" timeOffset="7887.86">17776 4852 86 0,'9'0'84'0,"16"-4"-11"0,13-4-19 0,12-2-2 0,14-6 10 0,11 1-10 16,8-1-6-16,16-2 2 0,9 4-10 16,5-1-65-16,-1 2-118 0,-8 0-72 15</inkml:trace>
  <inkml:trace contextRef="#ctx0" brushRef="#br0" timeOffset="8267.43">15707 6272 10 0,'-17'-3'102'0,"-7"-2"-13"0,12 5-8 16,-9 0-23-16,-31 11 1 0,17-2-12 16,0-1-16-16,-2 3-5 0,1 2-1 0,1-1-18 15,2 1 4-15,3-2 4 0,5-1-15 0,0 1 0 16,3 0 2-16,5-1-1 0,3-3-2 15,2 2 1-15,4-2-2 0,5-2 4 0,3-5 3 16,0 0 13-16,19 8-31 0,0-10-57 0,-8 2-109 16,8 0-18-16</inkml:trace>
  <inkml:trace contextRef="#ctx0" brushRef="#br0" timeOffset="8600.74">14723 6632 7 0,'42'-6'77'0,"10"-3"10"0,14-2-17 15,12-4 2-15,14-1-5 0,10-4-9 16,10-2 5-16,11-1-15 16,11-4 2-16,103-19-4 0,-4-1 0 0,2 0-9 0,17-1-5 15,0-4-11-15,6-1 8 0,3 3 8 0,-1-2-7 16,1 4-8-16,8 0-12 0,0 5 8 0,6-1 1 16,-15 8-20-16,-12 4 16 0,-51 9-1 15,-38 8-12-15,-28 4 0 0,-11 2 10 0,-16 3-19 16,-13 2-47-16,-23 2-75 0,-24-2-147 15</inkml:trace>
  <inkml:trace contextRef="#ctx0" brushRef="#br0" timeOffset="8956.39">16170 6754 32 0,'-60'12'94'0,"-4"3"-6"0,-3 8-14 0,1-1-12 16,0 7-2-16,4 6 3 0,2 9 2 15,1 7-5-15,4 7 8 0,5 7-3 0,-1 8-6 16,4 1 6-16,7 3-5 0,4-1-3 0,8 2 1 16,7-1 5-16,3-6-9 0,8-2-8 15,4-6 4-15,6-34 1 0,0 11-12 0,19 49 4 16,-2-47-4-16,13-8 1 0,10-5-8 16,9-8-2-16,4-12-6 0,12-1-2 0,-31-8-35 15,80-12-34-15,-28-3-63 0,5-7-149 0,5-8-25 16,0-4 0-16</inkml:trace>
  <inkml:trace contextRef="#ctx0" brushRef="#br0" timeOffset="9112.29">16001 7513 19 0,'-26'-11'116'0,"8"-5"-19"0,10-4-18 0,8 8-1 0,18-21-9 16,2 14-12-16,12-4 1 0,10-1-45 15,6 1-49-15,0-1-95 0,4 0-65 0,-3-1 3 0</inkml:trace>
  <inkml:trace contextRef="#ctx0" brushRef="#br0" timeOffset="9610.06">16403 6996 42 0,'-2'3'108'0,"-2"4"-1"0,0 14-2 0,-6 5-6 0,2 2-10 16,-1 8-6-16,-2 4-5 0,-1 5 1 16,0 4-7-16,0 0-2 0,2-4-10 0,-2-1-4 15,2-5 0-15,2-7-6 0,0-5-9 16,2 2 3-16,-2-5 7 0,4-3-2 0,1-12-4 16,3-9-12-16,0-9-8 0,5-10-13 0,2-10-11 15,1-5 2-15,1-2-6 0,6-5 2 16,2-4-12-16,3 1-6 15,2-5 0-15,4 2-2 0,0 0-9 0,6 4 3 0,-2 1 0 0,0 2 5 16,0 8 8-16,0 2-10 0,-6 5 5 16,-2 5 15-16,0 4-3 0,-2 5 16 15,-4 8-4-15,-16 3 3 0,10 19 1 0,-12 7 5 16,2-11-9-16,-18 34 8 0,8-12-11 0,6-4 13 16,-2 2 0-16,4-4-4 0,0-3 2 0,2-17 9 15,14 19-4-15,2-16 1 0,14-7-2 16,4-3 2-16,2-4-5 0,-18 0-2 0,12 0 0 15,38-13 2-15,-28 11-11 0,-5-1 3 0,-4-3-5 16,2 6 0-16,-6-2 1 0,-3 0 7 0,-6 2 0 16,-11 0-7-16,1 0 9 15,3 17 0-15,-18 4 2 0,-5 3 8 0,-9 5-7 16,-6 6-1-16,-10 1 0 0,-2 5 2 0,-4-3 0 16,3-3 1-16,2-3 7 15,4-6 0-15,2-2-3 0,4-4 4 0,2-4-2 0,2 0-7 16,2-5-12-16,-2-1-11 0,0-7-4 0,16-3-24 15,-16-13-71-15,16-5-103 0,6-9-142 0,2 11 0 16</inkml:trace>
  <inkml:trace contextRef="#ctx0" brushRef="#br0" timeOffset="9799.69">17504 6927 1 0,'10'5'134'0,"-3"7"-11"0,-4 8-8 15,-3-8-1-15,0 9-3 0,-21 31-18 16,7-14-5-16,-2 3-7 0,0 1 0 0,0 1-17 16,2-1-8-16,2-2 0 0,0-6-10 0,2-2-11 15,4 0-12-15,-2-3-20 16,4-8-22-16,1-11-70 0,3-10-194 0,1-6 74 0</inkml:trace>
  <inkml:trace contextRef="#ctx0" brushRef="#br0" timeOffset="9967.07">17209 6799 31 0,'18'-18'105'0,"6"3"-2"0,5 3-13 15,7 1-5-15,4 1-14 0,4 5 3 16,3 0 7-16,2 4-15 0,-25 1 2 0,46 14-30 16,-27-6-49-16,-7 6-68 0,-8 2-172 0,-8 3 34 15,-9 5 35-15</inkml:trace>
  <inkml:trace contextRef="#ctx0" brushRef="#br0" timeOffset="10110.35">16809 7547 60 0,'-20'16'151'0,"10"-4"-12"0,12-6-8 0,10-6-4 16,12-4-16-16,-8 4-10 0,42-14-15 0,-2 0-5 15,5-1-9-15,8-2-13 0,6-3-4 16,5 0 3-16,1-3-25 0,2-1-59 15,0 0-72-15,-4-1-151 0,-3-7 26 0</inkml:trace>
  <inkml:trace contextRef="#ctx0" brushRef="#br0" timeOffset="10299.94">18219 6913 20 0,'2'4'148'0,"0"1"-19"16,0 2-13-16,1 13-4 0,0 6 8 0,-2 1-19 15,-1-10-2-15,0 8-11 0,0 6-8 0,-16 36-4 16,8-28-8-16,-3 4-7 0,-1-1 2 0,-1-1-22 16,-3-3-20-16,-1-2-39 0,-1-2-79 0,0-7-126 15,2-8-29-15</inkml:trace>
  <inkml:trace contextRef="#ctx0" brushRef="#br0" timeOffset="10430.08">18038 6685 3 0,'46'-11'105'0,"1"7"-5"0,-23 4-15 15,8 0-28-15,41 21-44 0,-38-6-26 16,-2 0-106-16,-1 0-73 0</inkml:trace>
  <inkml:trace contextRef="#ctx0" brushRef="#br0" timeOffset="10779.79">18410 6801 84 0,'0'-2'127'0,"0"-1"-9"0,2 2-11 0,-2 1-10 0,4 1 0 16,-4 2-19-16,2 0 4 0,0 3-7 0,2 14-4 16,-4-8-13-16,0 6 3 0,0 5-11 0,-12 27 1 15,6-28-1-15,4-3-8 0,-2-2-3 16,2-4 1-16,0-2 8 0,2-7-5 0,0-4 1 0,4 0-4 15,8-11-14-15,2-8-4 0,2-3-4 16,2 0-1-16,2-2-12 0,4 0-4 0,2-1-7 16,4 1-5-16,0-1 3 0,0 4-1 15,1 0-2-15,0 3-7 0,-5 3 10 0,-3 1 0 16,2 4 9-16,-2 3-8 0,-2 5 10 16,-13 2 1-16,18 13 9 0,-17 8-2 15,-5 6-4-15,-4-11 8 0,-25 45 10 0,-1-6-2 0,-8 5 4 16,-6 6 3-16,1-2 7 0,2-3-5 15,1-5 0-15,2-5-1 0,4-5 3 0,2-7-2 16,2-4-4-16,2-6 7 16,0-3-4-16,-2-5-16 0,0-4-6 0,-2-8-38 15,-8-9-86-15,20 0-113 0,-29-25-174 0,15 0 0 16</inkml:trace>
  <inkml:trace contextRef="#ctx0" brushRef="#br0" timeOffset="10926.76">18044 6910 29 0,'14'-20'127'0,"7"4"-5"0,3 2-23 0,6 5-1 16,2 4-7-16,-14 5-10 0,8 0-17 16,36 17-37-16,-30-2-56 0,0 3-112 0,1 1-86 15,-1-5 40-15</inkml:trace>
  <inkml:trace contextRef="#ctx0" brushRef="#br0" timeOffset="11246.57">19212 6853 112 0,'7'-4'150'0,"0"4"-29"15,-3 2-5-15,-3 0-2 0,-1 6-10 0,-7 16-7 16,-6 4-3-16,-8 8-4 16,-6 10-13-16,-5-1-7 0,-1 2 3 0,-1-1-11 0,6-5-2 15,6-7-5-15,0-3-9 0,4-5-5 0,0-2 12 16,2-3-2-16,3-8-5 0,4-11-18 0,9-2-11 15,-8-21-4-15,9-4-8 0,-1 9-3 16,16-39-4-16,0 12-3 0,4-3-3 16,5-1-7-16,5-2-4 0,3 0-8 0,6 2-2 15,-1-1 1-15,4 5-16 0,0 3 13 16,2 5-4-16,-1 2 11 0,-2 6 4 0,-1 7 1 16,-3 6 1-16,-2 4 20 0,2 7 2 0,-24 3 3 15,25 25-1-15,-21 0 8 0,-10 13 4 0,-7-15-7 16,-16 61 8-16,-8-18-5 0,-4 5-10 0,-2-2-17 15,1-3-25-15,-2-6-18 0,3-2-20 16,-3-11-47-16,3-6-126 0,0-9 19 16</inkml:trace>
  <inkml:trace contextRef="#ctx0" brushRef="#br0" timeOffset="11398.44">19418 6831 72 0,'46'-30'123'0,"0"3"-16"0,2 0-4 0,-2 3-18 0,-2 2-2 16,-3 4 0-16,-2 0-16 0,-1 2-18 0,-7 1-30 16,0 3-55-16,-5-4-102 0,1-1-90 0,-3-2 19 15</inkml:trace>
  <inkml:trace contextRef="#ctx0" brushRef="#br0" timeOffset="11776.22">20514 5279 37 0,'-25'-13'114'0,"-4"5"-17"0,-6 7-19 0,18 1 3 16,-39 16-5-16,13 3-4 0,-5 10-10 15,-4 7-3-15,3 7-2 0,2 6 3 0,4 2-8 16,6 5-6-16,6-2 0 0,9 0 11 0,6-2 0 15,8-4-11-15,6-2 0 0,2-25-1 0,19 43-2 16,1-24-2-16,7-2-6 16,5-4-3-16,1 1-10 0,4-3 2 0,-2-5 4 0,-3-2-16 15,-3-2 6-15,-5-3-4 0,-1-1-4 16,-4-1 16-16,-2-2-10 0,-8-1 8 0,-9-7-3 16,-12 16-8-16,-9-9 4 0,-4-4-7 15,-7 0 0-15,-4-1-5 0,-3-2 4 16,-4 1 2-16,2-4 2 0,1 0 7 0,1 0-2 15,5-4-6-15,-4-1-4 0,22 0-14 0,-5 0-4 16,-23-21-43-16,32 5-87 0,7-4-103 0,5 8-69 16,18-31 0-16</inkml:trace>
  <inkml:trace contextRef="#ctx0" brushRef="#br0" timeOffset="11968.48">20676 5496 36 0,'1'7'110'0,"-4"16"-8"0,3-8-11 16,-13 32 3-16,1-3-15 0,-4 9 2 0,-1 4-1 15,-2 6 10-15,-1 3-11 0,1 3-2 16,3 0-13-16,4-3 8 0,-1 0-16 0,5-4-5 16,1-5-5-16,3 0-7 0,2-9-10 15,-1-1-21-15,3-28-27 0,0 8-51 0,19 27-114 16,-7-38-100-16</inkml:trace>
  <inkml:trace contextRef="#ctx0" brushRef="#br0" timeOffset="12122.87">20662 5990 87 0,'4'-23'109'0,"4"1"-4"0,3 3-4 0,4 2-10 0,2 2-5 0,7 1-4 15,1 3-15-15,2 4-13 0,2-3-40 16,6-1-84-16,-2 1-130 0</inkml:trace>
  <inkml:trace contextRef="#ctx0" brushRef="#br0" timeOffset="12496.43">23313 4450 54 0,'-75'30'96'0,"-8"9"-17"0,-9 8-2 0,-2 10-5 0,0 9-1 0,-62 61-10 16,40-15 22-1,-16 30 0-15,34-21-6 0,22-20-2 0,12-9 2 16,6 6-4-16,2 2 8 0,4 5-11 0,6-3 0 0,4 1-2 16,5 1-6-16,2-1-3 0,3-3-4 0,6-3-6 15,2-3-7-15,2 0-8 0,6-4 6 0,0-4-14 16,5-2-3-16,1 1-12 0,2-6-2 0,4 0-2 16,1-2-1-16,3-3-1 0,0-42-1 15,0 19-2-15,17 60 0 0,-3-56 3 16,6-6-8-16,3-6-9 0,3-6-37 15,4-8-48-15,4-8-83 0,6-8-131 0,4-11 47 0,-20-2 0 16</inkml:trace>
  <inkml:trace contextRef="#ctx0" brushRef="#br0" timeOffset="12809.18">23342 4991 90 0,'-5'27'98'0,"-2"11"-4"0,-2 9 11 0,-2 12-13 16,-4 11 4-16,-2 9 14 0,-2 9-12 0,-3 5 7 15,-2 5-8-15,1 4 5 0,2-2-5 16,-1 0-10-16,2-4-3 0,6-3-4 0,0-7-9 16,2-4-16-16,0-7 0 0,4-5-14 0,2-8-9 15,0-3-6-15,2-6-2 0,4-7-6 16,0-5-22-16,0-6-30 0,0-17-27 0,12 21-53 16,0-32-147-16,6-12-60 0,4-11 0 0</inkml:trace>
  <inkml:trace contextRef="#ctx0" brushRef="#br0" timeOffset="13056.6">24335 5109 44 0,'17'5'95'0,"-5"7"-7"0,-6 11-4 16,-6 11 5-16,0-14-5 0,-12 47 14 0,-2-11-15 15,-2 8-1-15,-4 8 6 0,-2 7-10 0,-4 6 4 16,6 2 1-16,0-4 0 16,0 0-3-16,5-4-7 0,4-5-13 0,2-5-6 0,2-3-17 15,3-5-20-15,2-6-28 0,-1-8-44 16,3-4-57-16,0-26-59 0,0 8-113 16,0-5 71-16</inkml:trace>
  <inkml:trace contextRef="#ctx0" brushRef="#br0" timeOffset="13223.05">23703 5801 47 0,'8'-27'107'0,"11"6"-4"15,10 2-11-15,14 1-4 0,10 1-9 16,10 3 0-16,8 2-3 0,6 2-14 0,1 2-27 16,2 0-35-16,4 0-63 0,2 3-131 15,-1-3-36-15,-2 2 42 0</inkml:trace>
  <inkml:trace contextRef="#ctx0" brushRef="#br0" timeOffset="13567.25">25323 5398 4 0,'-13'0'131'0,"-18"-32"-11"0,12 33-18 16,7-1-14-16,-24 15 6 0,7 5-6 0,-4 4-11 15,-2 3-6-15,-2 9-5 0,-1 1-4 16,2 4-2-16,4 1-17 0,4-6 3 15,4-2-9-15,3-4 6 0,4-5 5 0,2-1-3 16,3-1 8-16,5-5-6 0,7-18-1 0,0 6-5 16,30 3-6-16,-18-9-7 0,26-13-6 15,-10 4-1-15,4-4-11 0,2 0 3 0,0 0-13 16,2 1 4-16,-1 1-8 0,0 1-3 16,-2 1-1-16,-1 6-7 0,1 0 5 0,-18 3 7 15,5 0-6-15,21 16 9 0,-25-2 1 0,-4 6 4 16,-9 6 3-16,-3-9 9 0,-13 36-4 15,-6-9 0-15,-13 12 19 0,-11 4-8 0,-7 4 7 16,-2 2 1-16,-2-4 2 0,4-3-5 16,4-5-1-16,5-6 1 0,1-3-2 0,5-5-2 15,1-5 4-15,3-5-9 0,2-4 5 0,2-3 2 16,0-6-13-16,1-4-10 0,-2-4-9 16,-3-9-10-16,16 0-66 0,-23-15-67 0,18-3-121 15,5-2-91-15,10-8 0 0</inkml:trace>
  <inkml:trace contextRef="#ctx0" brushRef="#br0" timeOffset="13908.64">26022 5822 66 0,'16'6'130'15,"-8"7"-11"-15,-9-1-16 0,-11 10-1 0,-6 1-4 16,-4 5-9-16,-5 8-15 0,-5 7 7 15,-2 5-6-15,-2 6-2 0,0 5-13 0,0 2 5 16,3 2-7-16,8-4-1 0,2-2-4 16,6-5-1-16,3-4-5 0,6-7 2 15,4-5-1-15,4-18-4 0,14 24-6 0,3-26 1 16,10-3 1-16,2-4-15 0,6-7 0 0,-19-2-6 16,10 0-4-16,2 0 3 0,31-13-13 0,-28 7-3 15,-6 2 3-15,-2 1 1 0,-4-1-8 0,-5-2-3 16,-2 3-9-16,-2 2 11 0,-2 0-10 15,-2 1 2-15,-6 0 4 0,0 0-3 0,2 15 11 16,-12 9-5-16,-2-1 0 0,-1 7-21 16,0-3-42-16,2 2-64 0,3 1-96 0,8-18-88 15,16 22 0-15</inkml:trace>
  <inkml:trace contextRef="#ctx0" brushRef="#br0" timeOffset="14269.99">26702 6375 27 0,'-16'-11'143'0,"-2"5"-7"0,4 6-17 0,-6 0-6 15,-30 20-3-15,18-3-14 0,-2 5-2 0,-1 4-20 16,1 4-5-16,0 1-6 0,5 1-6 16,2-3-2-16,3-1-5 0,6-1 5 0,2-4-8 15,1 1-7-15,6-6 13 0,5-1-8 16,4-17 3-16,18 21-11 0,4-18-5 0,12 0-5 0,4-3 1 15,-20 0-10-15,13 0 0 0,5 0-8 16,0 0 7-16,37-12-9 16,-40 10-3-16,-1 0-3 0,-4 2-1 0,-14 0 2 0,4 0 4 15,-2 0 0-15,12 25-7 0,-18-12 12 0,-10 1 6 16,0-1-4-16,-20 21 5 0,-2-4-1 0,-6 4 0 16,-8 3 2-16,-8 5 1 0,-2 3 2 15,-3-1-2-15,-2 1-3 0,-1-3 0 16,3-5 6-16,3-3-4 0,4-2-4 0,0-5-1 15,5-2 4-15,1-7-8 0,1-1 9 0,3-9-3 0,0-3-15 16,15-5-16-16,-4 0-41 0,-29-27-64 16,26 1-136-16,3-10-154 0,1-9 0 0</inkml:trace>
  <inkml:trace contextRef="#ctx0" brushRef="#br0" timeOffset="14595.73">27418 5145 19 0,'-7'53'149'0,"-6"15"-8"0,-9 12-10 0,-10 17-6 15,-8 8-10-15,2 5-4 0,0 7-9 16,5 0 0-16,4-2-11 0,2-3-5 15,4-4-6-15,5-2-9 0,-1-6 9 0,3-1 1 16,0-9-10-16,2-1-6 0,0-3 0 0,-1-5 2 16,-2-4-6-16,-3 0-2 0,0-5-15 15,-4-1 1-15,-4-6-2 0,0-3-4 0,-7-9-2 16,-3 2-7-16,-4-6-9 0,-6-6 8 16,0-3-14-16,-4-5 13 0,-4-6-8 0,-3-6-2 15,-5-3-13-15,-3-7-4 0,-1-5-12 0,1-7-28 16,35-1-45-16,-64-26-60 0,38-3-156 15,4-12-118-15,10-9 1 0</inkml:trace>
  <inkml:trace contextRef="#ctx0" brushRef="#br0" timeOffset="15134.28">27396 3914 19 0,'-2'4'96'0,"-2"1"-13"0,-4 11-2 15,-2 6-1-15,0 1-7 0,-1 2-3 16,2 1 1-16,-3 2-8 0,-2 2-5 16,0 0-8-16,2-1-3 0,-2 3 1 0,4-4-8 15,-2-2-6-15,2 1-4 0,2-8 3 0,0 0-4 0,4-6 18 16,2-4 6-16,-1-3-3 0,4-8-16 15,2-3 5-15,6-10-21 0,6-6-7 0,1-1-5 16,4-6-4-16,3-5-8 0,5-5-6 16,4-2-20-16,5 0 6 0,6-1-9 0,-1 0-4 15,2 3 9-15,0 5-16 0,-2 2 24 16,-1 4-15-16,-1 5 9 0,-3 3 7 16,0 10-1-16,-2 3 25 0,-18 6-6 15,31 17 2-15,-21 7 3 0,-6 10 16 0,-9 10-8 16,-6 10 17-16,-6-23 7 0,0 21 6 0,-18 73 9 15,6-51-16-15,0 1 2 0,0-5-16 0,4-2-16 16,0-2-19-16,2-4-62 0,2-6-75 16,1-5-141-16</inkml:trace>
  <inkml:trace contextRef="#ctx0" brushRef="#br0" timeOffset="15544.04">28950 5320 61 0,'-54'21'101'0,"-1"11"-18"0,-3 9 4 0,-2 9-14 16,-3 12 7-16,-4 8 21 0,1 9-13 16,-1 9 1-16,-2 5 1 0,1 4-1 0,2 2-2 15,6-2-3-15,3-1-2 0,4-2-6 16,3 0-7-16,5-2 1 0,4-3-5 0,2 3-11 15,6 1-4-15,5-3 2 0,4-1-7 16,5-3-2-16,7-3 4 0,4-2-10 0,5-7 0 16,3-37-6-16,0 17-3 0,23 66-4 15,-8-61-24-15,5-2-27 0,5-5-31 0,6-5-68 16,3-9-87-16,2-8-162 0,4-8 0 0</inkml:trace>
  <inkml:trace contextRef="#ctx0" brushRef="#br0" timeOffset="15920.33">29287 5568 65 0,'-12'34'111'0,"-2"7"-17"0,-6 6 6 0,-4 8-6 15,-3 5 6-15,-4 8 0 0,-2 4-4 16,-2 3-4-16,-1 1-2 0,-1 1-4 0,4 1-3 15,1-1-5-15,3 0-2 16,2-5 1-16,3 0-13 0,4-4-4 0,3-4-4 0,1-5-9 16,4-3-4-16,3-5-13 0,-1-3-12 0,2-7-11 15,2-3-27-15,0-4-24 0,1 1-20 0,5-4-45 16,0-20-42-16,0 0-141 0,0-3 45 0</inkml:trace>
  <inkml:trace contextRef="#ctx0" brushRef="#br0" timeOffset="16184.24">30138 5692 67 0,'8'-2'79'0,"-4"7"6"0,-3 1-9 0,-2 14 3 0,-3 5-5 0,-3 7-9 15,-1 3 3-15,-4 6 2 0,-1 6 1 16,-3 10-11-16,-1 2 12 0,-3 5 0 0,-2 4-3 16,4 2-8-16,-4-3 5 0,5 1-7 0,1-4-6 15,3-1-22-15,0-1-10 0,2-11-27 16,2-3-58-16,1-7-54 0,0-7-122 16,-2-5 22-16</inkml:trace>
  <inkml:trace contextRef="#ctx0" brushRef="#br0" timeOffset="16333.37">29458 6146 39 0,'5'-15'105'0,"15"4"-17"0,4 6 10 16,10 5-2-16,-17 0-17 0,12 0-2 16,53 12-3-16,-26-2-2 0,4-1-10 0,7 3 2 15,2-1-22-15,4-2-69 0,2 1-83 16,1-4-144-16</inkml:trace>
  <inkml:trace contextRef="#ctx0" brushRef="#br0" timeOffset="16711.99">31041 5943 111 0,'-35'6'109'15,"-6"3"-16"-15,-2 4-4 0,-3 8-1 16,-2 3 5-16,-2 6-15 0,2 4-2 0,0 2-1 15,2 2-13-15,4-2-5 0,8 0-2 0,4-6-5 16,5-2 2-16,4-3-7 0,3-4 7 16,5 0 0-16,13-7-6 0,0-14 2 15,26 19-7-15,-4-20-11 0,-9 1-1 0,10 0-10 16,30-18-2-16,-22 9-10 0,1 0-8 16,1-1-7-16,2 0 6 15,-2 2-10-15,-1-1-7 0,-4 4 4 0,4 3 3 0,-6 0-4 16,-14 2 6-16,5 0-4 0,16 21 14 0,-22-5-1 15,-4 5 18-15,-7-8-3 0,0 7 11 0,-31 40-10 16,0-18 5-16,-7 7 10 0,-6 2 6 0,-7 4-8 16,-2 0 10-16,2-5 0 0,3-3-10 0,4-2 1 15,5-10-1-15,3-1-6 0,3-7-5 16,-1-5 2-16,1-3 8 0,1-7-9 0,-1-3 1 16,-1-3-12-16,17-6-11 0,-8 0-11 15,-31-18-31-15,25 7-81 0,4-4-132 16,9-2-88-16,8-4 0 0</inkml:trace>
  <inkml:trace contextRef="#ctx0" brushRef="#br0" timeOffset="17069.27">31322 6878 2 0,'7'-6'143'0,"-7"2"-16"0,-5 2-7 0,-18-1-8 15,-9 1-3-15,-5 2-14 0,14 0-10 16,-14 0-7-16,-54 17-3 0,36-6-16 0,-2 2-7 16,4 7-1-16,2 3-1 0,0 6-7 15,3 1-7-15,8 4-3 0,7 2-7 0,5 0 0 0,9 3 9 16,10-2-1-16,6-1 1 0,3-18-3 16,28 35 4-16,-2-19-10 0,7-1-2 15,2-4 0-15,2-1-4 0,-1 0-5 0,-4-7 0 16,-4 0 7-16,-3-4-2 0,-3 0 4 15,0-2 7-15,-8 0 0 0,-14-3 0 0,-12 0-1 16,-10-1-10-16,-7-2-4 0,-6-1 5 0,-7-2-6 16,-2 2 9-16,-6-1-9 0,-2-1 2 0,2 4-5 15,-1-7-9-15,4-1 10 0,5 0-6 16,3 0-7-16,20-2-18 0,-6 0-21 0,-27-13-55 16,36-1-76-16,12-4-145 0,4 7-19 15,24-27 0-15</inkml:trace>
  <inkml:trace contextRef="#ctx0" brushRef="#br0" timeOffset="17254.09">31480 7038 123 0,'14'14'129'16,"-5"4"-11"-16,-4 9-2 0,-3 8-6 0,-2-18-7 0,0 12-1 15,-19 47 2-15,6-26-7 0,-5 6-4 0,0-1-8 16,-3 4-4-16,1-3-8 0,0 3-11 15,3-3-21-15,-1-5-35 0,4-4-33 16,2-4-68-16,0-6-93 0,0-12-104 0,1-1 81 0</inkml:trace>
  <inkml:trace contextRef="#ctx0" brushRef="#br0" timeOffset="17391.95">31304 7334 32 0,'18'-34'120'16,"12"2"-15"-16,6 4-12 0,6 3-2 0,7 2-11 15,6 1-26-15,1 1-39 0,3 0-54 0,-2-1-104 16,-1-1-66-16,-1 1 29 0</inkml:trace>
  <inkml:trace contextRef="#ctx0" brushRef="#br0" timeOffset="17659.04">32502 6190 93 0,'25'37'111'0,"-6"3"0"15,-3 15-17-15,-13 3 4 0,-3-22 10 16,-18 69-3-16,1-43 2 0,-6 2-1 16,-5 6-1-16,-4 4 4 0,-5 3-9 0,1 4 4 15,-3-1-10-15,2 1-6 0,-1-4-8 0,-2 0 0 16,3-2-6-16,-1-6-6 0,-2 0-13 0,0-1 3 15,-7-5-4-15,0-1-2 0,-1-4-10 16,-5-3 0-16,-6-4-1 0,-6-4-6 0,-7-4-15 16,-8-5 0-16,-8-4-3 0,-8-1-19 15,-6-8-21-15,-6-6-67 0,-8-4-84 0,-10-5-175 16,-4-9-60-16,63-1 1 0</inkml:trace>
  <inkml:trace contextRef="#ctx0" brushRef="#br0" timeOffset="18586.02">13095 8814 7 0,'-32'-4'100'0,"16"4"-19"0,-6 0 2 0,-18-11-10 15,31 9-12-15,7-2 2 0,9-2 2 16,14-3-14-16,7-1-10 0,12-1 16 0,7 2 1 0,5 1-14 16,12-2 9-16,6 3-9 0,9-1 1 15,8 0-10-15,5-1 0 0,5 0 10 0,9 0-9 16,7 0 5-16,10-3 1 0,6 3-12 16,7-2-3-16,7-3-1 0,9-1-8 15,105-8 10-15,-13-2-8 0,-47 5 8 0,56-6-12 0,-2 3 6 16,-4 1-7-16,-41 5 1 0,48-1-2 15,-2 2 0-15,-42 6-1 0,-26 7 0 0,85-2-9 16,-48 4 1-16,-84 1 10 0,75 0-4 16,34 0 3-16,274 15-9 0,-245-8 10 0,-4 0 3 15,0-3-2-15,2 4-2 0,5-2 5 0,-4 1-8 16,21 0 2-16,-8-1 3 0,-2 1 8 16,5 0-3-16,5-5 0 0,2 3 0 15,-3-1-2-15,0 0-12 0,8-3 5 0,2 2 2 16,-8-1-5-16,-150-2-10 0,70 0 3 0,33 0-5 15,14 0-3-15,6 0-8 16,1 0-4-16,-2 0 3 0,-2 0-1 0,0 0-7 0,215 7 4 16,-210 2 6-16,-3 0 6 0,-53-3-9 0,51 6 2 15,-6 1 3-15,-4 0 4 0,-48-2-1 16,46 5 10-16,20-3 6 0,-13 4-2 0,-2-2 1 16,-51-4 2-16,-29-1 1 0,77 3 2 0,-47-2-1 15,45 5 1-15,-52-6-3 0,-29-4 5 16,-19 2-8-16,6-3 1 0,99 5-3 0,-59-4-4 15,-31-3 0-15,64 4-5 0,-14-5-2 16,-118-2-11-16,50 0-3 0,182-12 8 16,-159 10-4-16,-16-7-2 0,-12 0 2 0,-8 6-14 0,-11-5 6 15,-10-1 4-15,-7 2-2 16,-20-3 2-16,-8 0 5 0,-18 0-3 0,-12 0-14 16,-16-7-31-16,-18 0-181 0,-20-8-30 15,-18-7 1-15</inkml:trace>
  <inkml:trace contextRef="#ctx0" brushRef="#br0" timeOffset="20815.58">15089 9162 42 0,'-30'50'80'0,"12"-16"-1"0,-1 2-13 15,0 3 7-15,1 9-21 0,0 4-2 0,2 5 7 16,3 2 3-16,4 0-4 0,3-2 0 0,5-1-7 16,1-32-1-16,0 12 2 0,17 38-11 15,-5-40 6-15,3-5-2 0,8-8-5 16,5-9-5-16,5-7-4 0,4-2-8 0,-17-3 3 0,44-27-9 16,-20 2 1-16,3-6-16 0,-2-5-3 15,2-4-6-15,-5-1-2 0,-3 0-4 16,-6-1 7-16,-2 5-10 0,-6 2 6 0,-3 3 5 15,-5 4-16-15,-1 2 14 0,-4 5 11 0,0 0-8 16,-1 5 3-16,-8 6-9 0,-1 8 11 16,-4 6-9-16,-5 9 8 0,-5 13 11 0,0 5 6 15,0 8 13-15,0 6-10 0,3 1 6 0,1-2-8 16,4-4 11-16,1-2-9 0,3-1 3 16,-2-5 6-16,2-20 4 0,0 4 1 0,22 11-2 15,-7-27-5-15,-3 0-2 0,25-24-8 16,-9-1 1-16,0-3-12 0,1-7 3 0,1-6-5 15,-1-4-14-15,-1-2-1 0,0-4 1 0,-3 1-13 16,-2-5 2-16,1 5-19 0,-3-2 4 16,1 1 3-16,-4 4 0 0,0 4 12 15,-1 2-9-15,-1 5 6 0,0 6-1 0,3 3-11 16,-1 8 11-16,4 3-9 0,-2 10-29 0,0 2-80 16,-10 4-93-16,5 0 34 0,18 21 21 0</inkml:trace>
  <inkml:trace contextRef="#ctx0" brushRef="#br0" timeOffset="21186.52">16585 9072 21 0,'4'-4'95'0,"-2"1"-11"0,0 1 1 0,0 1 3 16,-2 4-16-16,-2 0-14 0,-2 11 3 16,-4 8-2-16,-4 4-19 0,-4 5 5 0,0 5-4 15,-6 7 3-15,-2 2-4 0,-2 3 1 16,4-1-2-16,2-6 2 0,2-4-10 0,2-4-4 15,4-3 3-15,-2-6-7 0,2-3 2 0,3-4 6 16,1-12-6-16,1-5 1 16,7 0-7-16,-10-19 0 0,7-5-10 0,0-6-9 0,3 11-10 15,0-7-3-15,12-43-2 0,0 19-5 16,4-7 8-16,6 0-21 0,2-6-8 16,6 5-7-16,2 3 3 0,2 4 6 0,-2 4-2 15,-2 5 11-15,2 8 2 0,-4 4 17 0,2 3 3 16,-4 7 1-16,0 7-8 0,2 5 23 15,-14 8 3-15,20 18 7 0,-14 8-1 16,-4 13 14-16,-2 7-2 0,-6 7-7 0,-4 3-2 16,-2 2 14-16,-2 1-2 0,0-5 4 0,0-2-9 15,0-1 9-15,0-26-4 0,0 12-7 0,0 4-14 16,-10 42-15-16,4-46-28 0,-2-3-49 16,-2-9-90-16,-4-5-96 0</inkml:trace>
  <inkml:trace contextRef="#ctx0" brushRef="#br0" timeOffset="21353.68">16374 9315 44 0,'1'-14'74'15,"13"2"-7"-15,4-1-1 0,8 5-7 16,6 1-2-16,4 4 3 0,4 3-9 0,-18 0 6 16,12 0-8-16,10 0-14 0,6 0 6 0,54 13-12 15,-48-10-71-15,0-3-96 0,-27 0-73 16,12 0 25-16</inkml:trace>
  <inkml:trace contextRef="#ctx0" brushRef="#br0" timeOffset="21563.36">17668 8783 105 0,'-6'0'91'0,"-10"4"4"16,-2 4-24-16,-4 7 6 0,-3 5-15 0,-6 10-1 15,-2 5-10-15,-1 10-4 0,-2 4-4 16,-2 4-5-16,4 2-5 0,4 1 12 16,5-3-10-16,5-6 10 0,4 4-2 0,7-5-7 0,3-3 4 15,6-25 6-15,15 35-10 16,4-27-2-16,11-8-6 0,6 0-25 0,6-13-41 0,-18-5-57 16,13 0-126-16,56-23 18 0</inkml:trace>
  <inkml:trace contextRef="#ctx0" brushRef="#br0" timeOffset="21776.43">18187 8729 90 0,'-23'-8'93'0,"-2"8"3"16,10 0-16-16,-24 21-9 0,11 2-9 16,-3 9 4-16,-3 10-13 0,0 8 3 0,2 2 9 15,2 7-10-15,3-2-4 0,8 0 1 0,3-3-1 16,4-4-3-16,6-5-2 0,3-2 0 15,3-23-11-15,11 37 16 0,2-25-15 16,4-3 11-16,7-4-12 0,6-5 0 0,2-6-18 16,1-5-34-16,3-4-40 0,-1-1-121 0,-17-4-107 15,9 0 85-15</inkml:trace>
  <inkml:trace contextRef="#ctx0" brushRef="#br0" timeOffset="22152.97">18568 9482 32 0,'-38'5'139'0,"-8"1"-13"0,-2 2-16 0,-4 2-8 15,-1 0 1-15,2 6-6 16,2 0-18-16,2 4 1 0,4 2-19 0,3 5-6 0,4 3-2 15,4 2-5-15,7 1-4 0,2 1-6 0,8-4-1 16,5 1-2-16,6 0-1 0,4 4-5 16,0-19 1-16,13 23 3 0,3-14-1 0,3 0-6 15,1-2 3-15,2-1 8 0,1 1-10 16,1-5 4-16,-2 3 1 0,-4-4-8 0,1 0 2 16,-2 1-2-16,-6 2-2 0,-4-1 3 15,-7-9 4-15,-14 27-6 0,-4-15 0 16,-6 2-2-16,-7 1-4 0,-2-2-4 0,-4 0 5 15,3-3-2-15,-4-1 3 0,4-2-6 0,0-3 0 16,4-1 2-16,2 0-5 0,0-2 5 16,1-4-22-16,6-1-8 0,14-6-25 0,-1 0-64 15,0-18-98-15,13-7-193 0,11-2 1 0</inkml:trace>
  <inkml:trace contextRef="#ctx0" brushRef="#br0" timeOffset="22367.2">18739 9573 113 0,'15'-4'138'0,"-7"4"-10"16,-4 4-14-16,-2 2 5 0,-2 5-13 15,-4 15-7-15,4-10-8 0,-12 35-8 16,3-12-12-16,-3 6 6 0,1 3-13 0,-1 1-1 16,-1 4-1-16,-3 3-4 0,1 1-4 0,1 1-7 15,0-3 0-15,2-1-8 0,2-1 0 16,0-4-5-16,2-4-3 0,0-5-20 0,2-4-18 15,2-4-14-15,2-2-37 0,2-18-42 0,0 1-84 16,16 7-121-16,-8-19 51 0</inkml:trace>
  <inkml:trace contextRef="#ctx0" brushRef="#br0" timeOffset="22500.81">18690 10186 7 0,'2'-30'144'0,"-2"16"-8"0,0-4-29 0,0-2 2 15,11-22-6-15,-3 22-8 0,4 0-5 0,7 4-19 16,5 0 0-16,2 3-20 0,5 0 7 15,4 1-12-15,3-1-32 0,2 0-61 16,0-1-82-16,-1-3-131 0</inkml:trace>
  <inkml:trace contextRef="#ctx0" brushRef="#br0" timeOffset="22722.77">19569 9487 2 0,'-4'-2'139'0,"1"2"-20"0,2-3-9 0,1 1-5 15,3 0-1-15,2-2-14 0,15-3-15 16,5-1 1-16,3 2-18 0,6 0-5 0,3 1 7 16,4-2-5-16,2 1-10 0,2 1-10 15,2-2-58-15,-2 2-129 0,-2-2-129 16</inkml:trace>
  <inkml:trace contextRef="#ctx0" brushRef="#br0" timeOffset="23176.35">21596 8969 40 0,'-14'-22'115'0,"-4"1"-5"0,-3 5-13 0,-3 0 2 15,-4 5-5-15,-3 2-1 0,-5 7-9 0,16 2-21 16,-45 12 2-16,18 2-4 0,-2 4-2 0,-3 6-9 16,1 5-10-16,3 2 2 0,2 1-8 15,6 4-1-15,2 1-1 0,8 0 6 0,4-3-14 16,7 0 8-16,7-6 5 0,4 1-3 15,8 1 5-15,0-19-6 0,27 18-1 0,-5-16-6 0,8-4 8 16,2-5-13-16,4 1-1 0,2-4-5 16,2-1-6-16,-20 0-2 0,8 0-2 0,4 0-5 15,1 0-10-15,0 0 4 0,27-12-6 16,-36 10-9-16,-4 2 4 0,-4 0-5 16,-16 0 6-16,7 0 3 0,2 13 6 0,-10-5-2 15,-9 10 12-15,-6 4-6 0,-9 4 3 16,-7 2-4-16,-3 7 8 0,-6 5 3 0,-3-1 8 15,-2-1-4-15,2-2 6 0,4-4 1 0,2-3-3 16,6-6 1-16,0-1 8 0,2-3-14 0,1-4 15 16,1-1 0-16,0-2-4 0,-3-5-10 15,-1-1-2-15,3-2-3 0,-3-2-38 16,1 0-51-16,17-2-74 0,-9 0-171 0,-2 0 49 16,-22-19 0-16</inkml:trace>
  <inkml:trace contextRef="#ctx0" brushRef="#br0" timeOffset="23533.32">21906 9535 75 0,'-9'-3'111'0,"-13"6"-3"16,12-3-12-16,-26 14-15 0,12-1 5 15,5 2-9-15,-1 9-4 0,0 3 0 0,2 7-2 16,1 7-11-16,4 5-2 0,-1 4-4 16,9 2 0-16,4 0 8 0,1-25-10 15,13 48-2-15,-1-26-5 0,3-4-2 0,-1-2-12 0,1-2 1 16,0-4-1-16,0-5-5 0,-2-1-5 16,-2-5-4-16,-1-2 5 0,0-3-6 0,-6 0 3 15,-4-12-1-15,-15 16 5 0,-6-12-9 16,-5-6-4-16,-3 2 0 0,-7-3-3 0,-2-2 1 15,-3-4-5-15,21 0 0 0,-11 0 0 0,-3 0 2 16,-1 0-11-16,0 0-2 0,-32-15-7 16,38 13-14-16,5-2-24 0,8 0-56 0,11-6-131 15,6 0-57-15,12-10 0 0</inkml:trace>
  <inkml:trace contextRef="#ctx0" brushRef="#br0" timeOffset="23744.06">22537 9653 67 0,'14'-8'108'0,"-6"4"-15"0,-4 5-9 15,-2 8 2-15,-4 9-2 0,-4 8 0 16,2 5-15-16,-6 5 6 0,0 5 6 0,-6 9-15 16,2 6 9-16,-4 4-8 0,2 4-3 0,0 2-1 15,2 2-3-15,0-4 4 0,6 0-14 16,2-5-2-16,4-2-6 0,2-31-4 15,0 11-5-15,20 43-23 0,-8-40-35 0,8-8-57 0,0-10-85 16,2-7-131-16,2-5 63 0</inkml:trace>
  <inkml:trace contextRef="#ctx0" brushRef="#br0" timeOffset="23875.75">22671 10173 51 0,'20'-25'94'0,"0"3"0"0,8 1-18 0,4 4-4 16,6 0-8-16,4 4 8 0,6-1-11 0,0 3-36 15,0 4-42-15,-4-2-86 0,-4-2-85 16,-4-1 19-16</inkml:trace>
  <inkml:trace contextRef="#ctx0" brushRef="#br0" timeOffset="24296.97">15410 8908 47 0,'-120'106'58'0,"24"-10"-5"15,-31 61 22-15,37-27 1 0,24-15-7 0,18-5 5 16,11 7 4-16,9 6-2 0,12 5 21 15,9-1-3-15,7-63-5 0,15 124-8 0,8-67-10 16,6-5 7-16,6-6-1 0,11-4-10 16,8-10-11-16,10-5-1 0,12-8-16 15,6-11-9-15,9-9-31 0,9-13-13 0,10-10-47 16,13-8-53-16,13-15-116 0,19-12-25 16</inkml:trace>
  <inkml:trace contextRef="#ctx0" brushRef="#br0" timeOffset="24751.01">24331 8805 35 0,'36'58'113'0,"-4"8"-5"0,-4 6 7 16,-8 10-9-16,-4 7 3 0,-8 10-2 16,-4 2-5-16,-4 3-13 0,0-52-8 15,0 27-4-15,-17 108 2 0,5-85-9 16,0-4 4-16,-4-7-4 0,-2-5 3 0,-3-3-2 16,-3-9 0-16,-7-1-6 0,-5-5 3 0,-6-4-2 15,-8-2-2-15,-9-5-12 0,-5-2-12 16,-7-3-4-16,-2-5-3 0,-7-3-20 0,-4-2-3 15,0-5-3-15,2-1-5 0,0-4-27 16,7-5-57-16,11-6-72 0,5-5-104 0,14-11-114 0,28-5 0 16</inkml:trace>
  <inkml:trace contextRef="#ctx0" brushRef="#br0" timeOffset="25155.83">26117 8772 40 0,'-72'68'103'0,"-3"10"4"0,-4 8-9 0,-48 69 7 16,9 1 4-16,28-29 4 0,17-15-4 16,12-14-1-16,3 3-9 0,4-1-10 0,4 0 0 15,4 1-12-15,3-1-3 0,4 0-13 0,6 2-2 16,5-4-8-16,5-3-5 0,3-1-12 15,7-6-2-15,8-3-15 0,5-4 4 16,0-43-13-16,20 70 9 0,0-43-5 0,6-7-2 16,9-7-5-16,5-7-47 0,5-7-30 0,6-7-71 15,4-10-169-15,3-9 31 0,1-9 0 16</inkml:trace>
  <inkml:trace contextRef="#ctx0" brushRef="#br0" timeOffset="25487.55">26730 9440 65 0,'0'40'108'0,"0"-14"8"0,-14 63 3 16,2-20-12-16,-8 8 13 0,-4 8-5 15,-2 1 0-15,-1-2-3 0,-1 3 2 0,3-7-12 0,-2 1-10 16,5-3 0-16,-2 1-10 0,1-7-10 16,2-3-5-16,3-5-2 0,2-5-9 0,0-2-7 15,4-8-10-15,3-4-1 0,0-7-19 16,2-4-13-16,0-4-21 0,3-1-14 0,3-9-48 15,1-20-78-15,11 13-154 0,3-24-13 0,2-8 1 16</inkml:trace>
  <inkml:trace contextRef="#ctx0" brushRef="#br0" timeOffset="25740.87">27643 9326 45 0,'5'20'91'0,"-2"8"0"0,-3-11-8 0,-11 38-3 0,2-10 7 15,-4 7-1-15,-5 6-3 0,0 5 1 16,-4 3 0-16,0 2-4 0,-2 3-8 0,-2 2-10 16,-2 1 0-16,3-4-14 0,-2 2-18 0,2-6-11 15,0-2-36-15,-1-2-37 0,0-5-53 16,-1-8-104-16,4-6 11 0</inkml:trace>
  <inkml:trace contextRef="#ctx0" brushRef="#br0" timeOffset="25888.23">26624 10080 7 0,'20'-20'98'0,"10"2"-14"0,12 2 5 16,14 2 1-16,6 0-11 0,13 4-2 15,5 2-2-15,8-1-8 0,1 2-1 0,1-1-39 16,0 1-24-16,-1 0-62 0,-4-2-104 0,1-2-74 16,-8-4 48-16</inkml:trace>
  <inkml:trace contextRef="#ctx0" brushRef="#br0" timeOffset="26263.71">28203 9580 69 0,'-2'0'90'0,"1"4"-15"0,-2 2 8 0,-5 21 0 16,-1 1-15-16,-2 5 2 0,1 5 0 16,-2 2 1-16,0 5-11 0,-2 1 1 0,1 1-5 15,2-2 11-15,2 1-13 0,1-5 2 16,3-4-6-16,2-4 5 0,3-17-4 0,0 5 1 16,20 20-6-16,0-32-2 0,9-8-15 15,-13-1-2-15,38-17-14 0,-16-1 1 0,5-5-19 16,1-4-3-16,-1-3 6 0,-3 0-17 0,0-2 1 15,-6 2-10-15,-3 2-3 0,-4 3 6 16,-5 2-5-16,-3 3 10 0,1 2 8 0,-7 3-9 16,-6 8 7-16,-7 7 2 0,-3 4 11 15,-5 7 7-15,-6 8-8 0,-2 4 5 0,-3 1 6 16,-1 5-4-16,0 0 6 0,1 0 1 16,1-1 6-16,3-3 0 0,3-2-1 0,1 1 7 15,2-3-6-15,5-8 6 0,4-13 4 16,0 0-8-16,32 5-2 0,-5-15-7 15,5-4-6-15,4-9-1 0,2-1-2 0,6-6-11 0,3-5 7 16,2-4-13-16,5-6-12 0,1 2 1 16,4 1-55-16,1 0-68 0,-2 1-131 15,0 3 72-15</inkml:trace>
  <inkml:trace contextRef="#ctx0" brushRef="#br0" timeOffset="26654.7">29494 9685 7 0,'-1'1'98'0,"-1"3"-22"0,0 0-1 0,-6 9-4 16,-4 7 2-16,-6-2-18 0,1 2-1 0,-4 5-2 16,-3 1 7-16,-6 3-8 0,-3 3 0 15,0 0-4-15,-2 0 0 0,-1 0-16 0,5-4 7 16,2-2-1-16,5-4-12 0,1-2 17 0,3-3-13 15,3-4 4-15,6-8-7 0,11-5-7 0,0 0-2 16,0-25-8-16,15 0-1 0,1-5-9 16,8-4-12-16,7-7-3 0,3-2 4 0,6-5-3 15,4-3-12-15,4 2-7 0,2 2 4 0,3 2-19 16,-1 3 0-16,-1 3-1 0,-5 3 14 0,-2 3-12 16,-3 7 22-16,-5 4 3 15,-3 4-7-15,-1 6 22 0,-1 6 11 0,-2 4 7 0,-14 2 1 16,21 23 1-16,-23-4 16 0,-4 10-3 15,-6 10 14-15,-3-17-4 0,-13 49-3 0,-5-14 5 16,-3 0-5-16,-4-1 3 0,-2 4-8 16,4-7 5-16,-3-2-16 0,2-3 15 0,0-5-28 15,0-5-41-15,2-4-52 0,1-8-137 16</inkml:trace>
  <inkml:trace contextRef="#ctx0" brushRef="#br0" timeOffset="26821.64">29451 9720 21 0,'34'-5'76'0,"-17"5"-11"0,8 0-8 0,6 0-12 16,4 0 6-16,40 12-17 0,-33-6-28 0,2-2-84 16,2 1-97-16</inkml:trace>
  <inkml:trace contextRef="#ctx0" brushRef="#br0" timeOffset="27039.53">30488 9453 73 0,'-30'23'83'0,"-1"7"-10"0,-3 7 3 0,-1 6-6 16,-1 3-13-16,-1 5-2 0,-1 1 8 15,4 1-13-15,2-2-9 0,2-2 2 0,8-4 4 16,6-3 4-16,5-2-4 0,8-7-9 0,3-18 2 16,20 27 3-16,4-23-28 0,8-5-31 15,7-5-43-15,1-7-72 0,-19-2-105 0</inkml:trace>
  <inkml:trace contextRef="#ctx0" brushRef="#br0" timeOffset="27243.73">30974 9436 52 0,'-46'23'72'15,"-8"13"-9"-15,-3 11 15 0,-2 5-9 16,2 3-3-16,1 2 4 0,5 0-7 0,5 0-8 16,3-2-2-16,8 0 4 0,4-1-11 0,7-5-2 15,7-2-3-15,5-3-3 0,8-5 6 16,4-21-18-16,13 34 10 0,7-20-6 15,6-5-4-15,4-2-15 0,12-1-54 0,3-9-88 16,7-1-128-16</inkml:trace>
  <inkml:trace contextRef="#ctx0" brushRef="#br0" timeOffset="27629.82">31166 10170 55 0,'-22'20'101'0,"-4"6"-14"0,-4 6 7 15,-2 3-16-15,-4-2-3 0,-2 5-10 16,1 5-1-16,2-3 2 0,2 0-4 0,5-1-16 15,3-6-1-15,5-1 2 0,2-6-9 0,8 0 6 16,6-4 5-16,4-14-5 16,22 10-12-16,6-11-1 0,4-5-15 0,-16-2-8 15,11 0-15-15,37-19 6 0,-24 7-4 0,-3 0 3 16,2 0-5-16,-3-1 6 0,-7-2-21 16,-1 5 17-16,2 3 2 0,-6-2-4 0,-3 1-12 0,-4 0 17 15,-3 6-14-15,-14 2 10 0,0 0 2 16,0 0 10-16,12 18 5 0,-18 2-12 0,-4 3-4 15,-4-2 7-15,-16 36-5 16,14-25-62-16,1-3-66 0,6-1-129 0</inkml:trace>
  <inkml:trace contextRef="#ctx0" brushRef="#br0" timeOffset="27997.24">31721 10381 35 0,'-30'16'89'0,"0"2"-11"0,2 0-9 0,2 3 5 0,2 1-16 16,5-1-5-16,2 0 2 0,4-1 8 0,1 2-20 16,5-3 1-16,7-12 4 0,0 2-3 15,27 11-14-15,-3-12-4 0,8-2-10 0,0-4 1 16,7-2-12-16,-23 0 3 0,9 0 6 0,4 0-21 15,2 0 7-15,0 0 1 0,-2 0 1 16,-4 0 4-16,-2 0-18 0,-4 0 3 0,9 6 15 16,-24 0-6-16,-6 1 7 0,-7 11-1 15,-7 0 6-15,-5 1 1 0,-7 5-8 0,-8 5 8 16,-8 3-10 0,-3 0 14-16,-4 0-8 0,1-2 12 0,3-1 6 0,0-3-22 0,3-2 10 15,1-1 2-15,5-4-8 0,4-4-4 16,2-1 6-16,2-3 2 0,1-5-2 0,4-3-16 15,13-3 7-15,-20-12-12 0,14-8-45 16,6-5-96-16,4-3-115 0</inkml:trace>
  <inkml:trace contextRef="#ctx0" brushRef="#br0" timeOffset="28331.83">32174 9701 5 0,'-4'36'104'0,"4"-15"-5"0,-13 49-8 16,3-15-2-16,-3 9 7 0,-3 4-2 16,-1 3-4-16,1 5 2 0,-4 1-12 15,4 6 4-15,-3 0-4 0,0-2-9 0,1 1-1 16,0-5-5-16,2-4-10 0,-2-3-1 15,-1-2-7-15,-2-4-3 0,-1-4-3 0,-2-6 0 16,-2-3-3-16,-2-4-3 0,-3-4 1 16,-2-7-6-16,-5-4-4 0,-4-5 1 0,-7-5 0 15,-1-5-8-15,-8-5-5 0,-2-6-1 16,-4-6-4-16,30 0-12 0,-64-18-2 0,32 5-19 16,5-6-33-16,4-4-43 0,7-6-54 0,6-3-172 15,8-8 51-15,8-2 1 16</inkml:trace>
  <inkml:trace contextRef="#ctx0" brushRef="#br0" timeOffset="28816.25">32487 9221 25 0,'-15'21'52'0,"1"4"-1"0,0-1-13 0,2 0 18 0,-1 1-16 16,-2-3 5-16,2 1-20 0,2-4 4 0,2-2 9 15,2-1-5-15,2-6 8 0,2-4-13 16,3-1 2-16,-1-4-10 0,5-1-9 0,3-2 6 16,11-9-1-16,12-8 6 0,3-4-23 0,4-3-5 15,2-5 1-15,1 1-2 0,7 0-24 16,1-2 9-16,4 3-9 0,-7 3 12 0,2 2-4 15,-6 6 2-15,-5 6 5 0,-5 3 1 0,-2 8 16 16,-15 1-17-16,27 14 18 0,-21 5-1 16,-3 5 2-16,-3 8 21 0,-9 6 1 0,-5-16 8 15,-16 50 10-15,-12-17-13 16,-8 7 0-16,-4 1 12 0,-7 10 0 0,6-5-3 0,0-4-10 16,6-5-31-16,3-2-44 0,4-9-97 15,4-6-69-15,-1-6 18 0</inkml:trace>
  <inkml:trace contextRef="#ctx0" brushRef="#br0" timeOffset="29708.93">9642 12803 7 0,'166'-50'10'0,"-88"34"3"16,-5 0-3-16,-7 5 0 0,-6 4 0 16,-8 4-23-16</inkml:trace>
  <inkml:trace contextRef="#ctx0" brushRef="#br0" timeOffset="29908.12">9522 13457 10 0,'79'-30'32'0,"4"3"-17"0,1-3-5 0,2 4 6 16,-1-1-2-16,-7 3-6 0,-3 3-11 0,-7 0-88 15</inkml:trace>
  <inkml:trace contextRef="#ctx0" brushRef="#br0" timeOffset="144492.57">3904 15246 8 0,'-28'73'24'0,"13"-23"3"0,-4 6-4 16,2 8 3-16,-4 9-1 0,-3 6-2 0,2 3 6 16,-2 0-8-16,3 1 7 0,1-2 3 15,0 1-16-15,1-7 20 16,2-3 0-16,1-3-7 0,1-2-3 0,3-5-4 0,0-4 7 0,3-2-9 15,0-6 1-15,2-3-11 0,-1-6 10 0,3-4-11 16,-1-5 11-16,1-4 10 0,1 1-18 0,1-4-13 16,2-5 13-16,-2-6 8 15,2-4-1-15,-2-2-9 0,1-6 26 0,-1-2-7 0,3 0-8 16,0 0-6-16,-15-20-11 0,7-1 0 0,2-6 2 16,-1-4 0-16,0 1-24 0,3-4-5 15,0-5-9-15,0-2 7 0,2 0-14 0,-2-2 6 16,1 1 4-16,0 0-13 0,2 0 11 0,-2 2 8 15,2 2-4-15,0 0 13 0,1 1-2 16,0 18-3-16,0-7 4 0,0-7 0 0,0 1 8 16,16-32-4-16,-11 28 4 0,3 2-5 0,3-2 7 15,2-1 4-15,3-4-8 0,4-2 6 0,3-1-4 16,3-3-9-16,4-3 1 0,0-2 9 16,4 2-11-16,0-1 1 0,2 4-1 15,-1 1 5-15,-3 3 1 0,-1 4-9 0,-5 2-4 0,-2 6 8 16,-1 5-3-16,-3 0 7 0,0 3-4 15,1 1 2-15,1 3 13 0,6-2-15 0</inkml:trace>
  <inkml:trace contextRef="#ctx0" brushRef="#br0" timeOffset="144721.44">4361 15073 7 0,'44'-1'-2'0,"-22"1"2"0,8 0-1 16,41 12 7-16,-33-6-7 0,-5 5 13 0,-2 4-4 16,-5 2 2-16,-6 2-3 0,-2 6 4 0,-6 5 9 15,-6 6 4-15,-6-18-5 0,0 17 0 16,-25 46 0-16,5-27-7 0,-5 2 9 0,-5 1 7 15,1-1-14-15,-3-3 1 0,3-3 3 16,-1-6-7-16,7-3 3 0,1-4-8 0,2-5 1 16,2-2-5-16,6-4-6 0,2 0 3 15,0 1-16-15,4-1 15 0,4-3-1 0,2-12 1 16,0 6-8-16,16 22 15 0,-1-18 2 16,2 0-6-16,2-3 16 0,4 0-2 0,5-1-3 15,4 0 9-15,0-2 5 0,5-2-12 0,2 0-3 16,4-5 1-16,-1 0-42 0,8-7-113 15,-24-1-52-15</inkml:trace>
  <inkml:trace contextRef="#ctx0" brushRef="#br0" timeOffset="144975.25">6358 15907 4 0,'9'21'17'0,"3"-8"10"0,2-7 4 0,0-7-5 16,-6 1 1-16,20-26-12 0,-12 5-3 15,-1-10-40-15</inkml:trace>
  <inkml:trace contextRef="#ctx0" brushRef="#br0" timeOffset="145349.64">6481 15871 5 0,'73'-30'49'0,"4"0"-3"0,1-2-14 0,-2 0-1 0,-3-1 19 16,-1 0-20-16,-3-4-70 0,-7-2-133 15</inkml:trace>
  <inkml:trace contextRef="#ctx0" brushRef="#br0" timeOffset="146622.91">5287 15578 122 0,'-64'0'112'15,"-50"-3"-6"-15,67-13-8 0,7-3-3 16,7-11-20-16,10-4 1 0,8-6-21 0,11-9-24 16,18-8 9-16,20-14-7 0,21-2 6 15,16-8-2-15,67-55 5 0,16 5-11 0,10 5 6 16,10 7 2-16,-4 13-13 0,-26 27 6 0,-18 20 5 15,-11 15-1-15,5 9-9 0,-4 3-3 16,-7 9 1-16,-7 10-2 0,-9 10 3 0,-50 3 5 16,78 19 6-16,-51 4-10 0,-13 5 2 15,-12 4-9-15,-11 4 4 0,-16 4 5 0,-16 5-13 0,-25-2-7 16,-29 8 7-16,-27-4 0 16,-18-2-20-16,-18 1-12 0,-96 20-6 0,-5-6-21 15,-1-6 3-15,34-15 5 0,27-5-1 0,20-12-8 16,2-1-8-16,10-4-5 0,12 0 20 15,16-6-1-15,10-2 1 0,16-1 10 0,20-6 21 0,36-2-16 16,7-34 19-16,46 4-8 0,33-8 29 16,24-5 8-16,104-35 7 0,24 1 11 0,22 3 5 15,18 5 9-15,-1 12 0 0,-2 10-2 16,5 15 8-16,-59 20-5 0,-37 12-13 16,-102 0-7-16,126 25-10 0,-79-2-18 0,-16 7-9 15,-18 2-2-15,-22 5 0 0,-22 4-8 16,-26 3-2-16,-26 3 6 0,-25 5 9 0,-24 2-7 0,-29 4 15 15,-95 37 11-15,-14-10 2 0,-6-6-9 16,-3-11-20-16,39-22-13 0,28-16-2 16,22-8 4-16,9-5 3 0,8-3 3 0,11-3 5 15,14 0 6-15,8-4 2 0,44-7-2 0,-36-11 8 16,50-11 2-16,26-9 4 0,26-10 15 16,22-4 1-16,20-4 3 0,31-5 13 15,97-30 4-15,-3 13 3 0,6 8-5 0,-41 21 10 16,-28 15-17-16,-21 11 2 0,-6 9-1 0,-10 5-8 0,-58 2-23 15,81 16 3-15,-64 2-13 0,-18 5 13 16,-20 4 0-16,-22 4 0 0,-22 5 5 0,-20 4-5 16,-18 5 20-16,-18 2-9 0,-20 2-18 15,-13 0-13-15,-9 2 2 0,-82 28-4 0,38-19-15 16,25-15-11-16,22-8-6 0,7-8-1 16,12 0 7-16,11-6-2 0,12-3 5 0,14-5-4 15,25-11 6-15,32-4 7 16,9-22 13-16,33-6 2 0,24-8-10 0,29-7 2 0,20-7-19 0,99-39-28 15,17 3-58-15,9 0-89 0,1 2-212 16,16 7 0-16</inkml:trace>
  <inkml:trace contextRef="#ctx0" brushRef="#br0" timeOffset="147217.37">13091 14624 85 0,'3'0'143'0,"-2"3"-17"0,-2 3-10 0,-4 11-4 16,-5 9-14-16,-2 1 1 0,-1 11-8 16,-4 5 0-16,-1 8 3 0,0 7-14 0,-2 3-2 15,1 4-3-15,3 3-7 0,2-3-3 0,-2-1-7 16,1-2-2-16,2 0-6 15,1-4 0-15,1-6-4 0,0-3-4 0,1 4-3 0,2-6-6 16,-2-2-8-16,2-5 2 0,3 1-2 0,-2-2 3 16,3-3 3-16,-2 0-5 0,2-1-3 15,1 1 1-15,-1-2-2 0,3 1-9 0,-2-8 7 16,3 1-1-16,-1-4 3 0,1-13-6 16,0 5-14-16,0 0-33 0,0-4-35 0,0-1-57 0,0-4-89 15,0-7-210-15,6 3 0 0</inkml:trace>
  <inkml:trace contextRef="#ctx0" brushRef="#br0" timeOffset="147738.71">12986 14938 23 0,'-29'-63'211'16,"17"32"-121"-16,1 0-7 0,2 0-8 0,2 3 0 15,3-4-14-15,3-2 4 0,1 16-2 16,15-30-13-16,2 14-1 0,12 0 15 15,10-4 2-15,11-2-14 0,10-1 2 0,10 3 3 16,8 4-3-16,8 5 4 0,3 3 10 16,2 8-7-16,-3 5-3 0,-1 6-2 0,-9 7 1 0,-42 0 2 15,66 22-10-15,-45-2-1 0,-13 7-8 16,-7 7 9-16,-15 5-9 0,-12 4-2 0,-10-18 11 16,-18 51 1-16,-13-24 5 0,-13 3-15 0,-12-4-1 15,-8 1-8-15,-11 0-13 0,-6-7 3 16,-6 0-9-16,-2-7-7 0,2-4-14 0,7-3 4 15,11-3-3-15,6-6-1 0,10-1-3 0,7-2-1 16,9-1-3-16,9-1 2 0,11 2 7 16,7 4 12-16,10-13-1 0,23 18 10 0,9-9 7 15,8 3 3-15,8-1 12 0,7 3 15 16,3 1-2-16,2 0-6 0,3 3 8 0,-2 1-6 0,-2 2-2 16,-3 0-17-16,-5 0 6 15,-6 0-15-15,-3-2 9 0,-5-3-10 0,-4-1 0 16,-6-3-13-16,-3-2-8 0,-4-4-40 0,-3 0-43 15,-7-7-57-15,-2-6-68 0,-8-3-319 0,0 0 0 16</inkml:trace>
  <inkml:trace contextRef="#ctx0" brushRef="#br0" timeOffset="147986.99">14587 14682 108 0,'1'0'165'0,"1"2"-18"0,-4 2 4 16,2 3-11-16,0 20-6 0,0-14-16 0,0 13 0 15,0 6 1-15,0 4-16 0,12 46 11 0,-5-37-7 16,2 2 2-16,1 1-19 0,0-4-13 0,2 0 0 16,0-5-27-16,-1-1-34 0,-1-8-30 15,-1 0-49-15,2-5-21 0,-3-10-94 16,-7-6-165-16,-2-11 27 0,-3-5 1 15</inkml:trace>
  <inkml:trace contextRef="#ctx0" brushRef="#br0" timeOffset="148122.13">14081 14875 117 0,'-4'-27'125'0,"11"2"-9"0,6 1-1 15,8 1-6-15,9 1-5 0,11-3-8 16,7 3-7-16,9-1-4 0,6 0-2 0,9 0-8 0,3 3-5 15,3-1-8-15,0 3-5 0,1 0-2 16,-1 3-53-16,-6 6-79 16,-7-1-135-16,-9 5-56 0</inkml:trace>
  <inkml:trace contextRef="#ctx0" brushRef="#br0" timeOffset="148305.67">13833 15671 14 0,'-28'36'141'0,"11"-4"-5"16,7-5-16-16,9-4-8 0,17-3-1 0,11-9-6 16,7-6-10-16,-10-5 4 0,19 0-20 15,69-14 1-15,-35 1-10 0,9-7-11 0,4-6-8 16,6-6-72-16,4-6-106 0,5-5-182 16,1-4 105-16</inkml:trace>
  <inkml:trace contextRef="#ctx0" brushRef="#br0" timeOffset="148775.31">15340 15080 148 0,'-6'-2'149'0,"0"6"-9"0,4 0-9 0,-1 3-6 0,2 18-12 16,1 2 0-16,0 8-6 0,0-17 1 15,0 11-14-15,0 10 3 0,0 5-12 0,0 5-9 16,0 2-2-16,0 1 10 0,0-2-8 15,0-5-7-15,0 0-8 0,0-6 5 0,0-3-5 16,0-6-4-16,-2 20-23 0,-7-34-4 16,-4-12-15-16,-5-10-17 0,0-5-11 0,-2-5-18 15,-1-9-5-15,-1-3-9 0,4-6 4 0,0 0-3 16,6-5 0-16,3-3 7 0,4-1-9 0,5 20 0 16,10-51-4-16,10 22 16 0,12-7 16 15,14 1 17-15,8 0 8 0,13 2 3 0,7 2 9 16,4 8 13-16,-1 3-2 0,-2 7-1 0,-2 9 2 15,-5 7 6-15,-6 11-7 16,-8 9 3-16,-10 13 3 0,-10 13 7 0,-14 9-4 16,-12 15-2-16,-8-23-4 0,-20 61 9 0,-3-29 9 15,-1-6 15-15,-4-2-19 0,-3-7 4 0,2-5 4 16,1-6-13-16,1-2-8 0,5-7-5 16,2-1-27-16,2-4-3 0,1 2-10 15,4-5-9-15,7-6 4 0,6-10-6 0,0 6-4 0,27 7 9 16,2-11 3-16,-13-2-1 0,14 0 2 15,8 0 11-15,58-10 2 0,-33 3 6 0,5-2-6 16,4-1-5-16,-1 1-26 0,-1-3-36 16,-2 1-54-16,-4 1-95 0,-2-1-259 0,-6-1 0 15</inkml:trace>
  <inkml:trace contextRef="#ctx0" brushRef="#br0" timeOffset="148998.18">17023 14838 2 0,'-3'-3'161'16,"2"0"-13"-16,1 0-15 0,1 1-6 16,3 0 0-16,3 1-18 0,14-1-7 0,6 0-11 15,9 1 3-15,0 0-11 0,4 1-7 0,6 0-9 16,8 0-7-16,-1 0 0 0,-25 0-9 15,13 0-33-15,10 0-74 0,2 0-112 0,-1 0-176 16,-1 0 108-16</inkml:trace>
  <inkml:trace contextRef="#ctx0" brushRef="#br0" timeOffset="149175.24">16781 15357 123 0,'-38'16'122'0,"10"0"-13"0,6-1-9 15,10 1-10-15,12-9 5 0,14 12-6 0,14-11-6 16,6-3-3-16,18-5-4 0,8 0-1 16,-26 0-5-16,22 0-2 0,81-13 0 0,-52 4-12 15,1-1-25-15,2-1-77 16,1-3-95-16,-3-1-167 0,-4 0 98 16</inkml:trace>
  <inkml:trace contextRef="#ctx0" brushRef="#br0" timeOffset="149963.44">17269 14786 71 0,'0'0'104'16,"0"0"-3"-16,0 0-14 0,0 0-10 0,8 19-14 16,18-27 13-16,3-1-5 0,7-2-4 15,7-1-11-15,6-3 7 0,4-1-8 0,14 0-3 16,2-1-3-16,4-2-1 0,3 3-13 16,0 0 7-16,-1 1 0 0,-6 2-5 15,-3 2-11-15,-7 0 0 0,-6-1-28 0,-8 3-38 16,-3 1-23-16,-9 0-106 0,-6 0-123 0</inkml:trace>
  <inkml:trace contextRef="#ctx0" brushRef="#br0" timeOffset="150795.93">20042 14292 1 0,'0'2'132'0,"0"1"-3"0,0 1-20 16,0 1-5-16,-2 15 2 0,2-9-2 15,-10 26-9-15,4-5-6 0,-1 0-2 0,-1 5-7 16,0 1-5-16,0 4-4 0,1 0-4 16,1-1-7-16,0 5-5 0,2-1-2 15,0-4-2-15,2 0-8 0,-2-2-2 0,2-3-2 0,1-2-4 16,0 4-4-16,-1-5 2 0,1-4-11 15,-2 1 3-15,2-8-2 0,-2-3-10 0,2-5 5 16,0-1-1-16,-2-6 4 0,-1 1-7 16,0-2 2-16,-1-4-15 0,-1 1 3 0,0-3-10 15,-1 0-3-15,-13-15-4 0,8 0-3 0,0-6-5 16,3-7 9-16,3-3-12 16,2-5 2-16,4 15 0 0,0-12-4 0,16-50-9 0,0 25 0 15,7-4-7-15,6-4 7 0,7-4 4 16,8-1 16-16,4 0 3 0,7 5 3 0,1 2 12 0,5 2 6 15,-2 9-2-15,0 5 2 0,-9 5 1 16,-2 6 1-16,-8 2-9 0,-4 11 3 16,-5 6 11-16,-7 7 1 0,-12 11-4 0,-12 0 0 15,1 29 2-15,-13 2-4 0,-12 10 11 16,-4 10 5-16,-4 0-2 0,-2 0-5 16,2-1-6-16,2-7-1 0,4-2-5 0,7-4-5 0,0-3 0 15,5-2-2-15,6-3 1 0,6 1 1 16,2-17-6-16,22 23 8 0,-2-17-5 15,9-2 2-15,8-2 4 0,6-2-1 0,5-1-5 16,4-1 2-16,5 2 3 0,2-2-3 16,1-1 4-16,-3 1-8 0,-1 0 7 0,-2 0-10 15,-4 1 3-15,-2-2-35 0,-6 0-36 16,-6 0-51-16,0-2-90 0,-6-2-121 0,-2-3 0 16</inkml:trace>
  <inkml:trace contextRef="#ctx0" brushRef="#br0" timeOffset="151122.91">21224 14677 124 0,'8'-11'147'0,"7"3"-13"0,3 2 1 16,4 2 1-16,4-1-9 0,8 2-10 0,-1 0-8 16,4-1-10-16,5 0 1 0,3 1-11 15,1-3-12-15,-2-1-8 0,-3 0-8 0,-2-2-12 16,-3-1-2-16,-7-2-13 0,-4-2-6 15,-6-3-6-15,-4-1-10 0,-11-2-6 0,-4 11 1 0,-29-13 2 16,2 10-17-16,-5 4 0 0,-6 1-6 16,-6 2-4-16,2 1 3 15,20 4-9-15,-8 0 7 0,-6 0 10 0,-37 15-5 0,39-6 0 16,3 7 4-16,3 2 3 0,5 7 10 0,3 5 2 16,4 6 4-16,8 5 7 15,8 2 4-15,0-20 7 0,19 43 2 0,5-28-3 16,8-2-11-16,12-6-11 0,15-11-16 0,6-4-63 15,7-3-52-15,0-11-106 0,-32-1-101 0,78-17 1 16</inkml:trace>
  <inkml:trace contextRef="#ctx0" brushRef="#br0" timeOffset="151315.07">22239 14534 103 0,'-8'-1'155'0,"2"1"-16"16,-2 4-3-16,-4 9 0 0,0 3-9 15,0 9-15-15,2 2 2 0,0 3-13 0,2 2-11 16,2 4-7-16,0 3 1 0,2-1-10 16,0 1-9-16,4-1-1 0,-2-1-9 0,2-22-19 0,0 11-36 15,12 29-33-15,-10-29-34 16,2-9-40-16,-2-7-44 0,-2-10-99 0,-2-4-17 16</inkml:trace>
  <inkml:trace contextRef="#ctx0" brushRef="#br0" timeOffset="151434.37">21850 14397 90 0,'-19'-41'135'0,"3"5"-20"0,6 2-5 16,4 2 0-16,6 16-3 0,14-27-11 15,2 22-12-15,1 7-13 0,3 4-36 0,1 9-23 16,-11 1-45-16,23 14-56 0,-13-3-95 0,0 5-61 16,-1-1 24-16</inkml:trace>
  <inkml:trace contextRef="#ctx0" brushRef="#br0" timeOffset="151782.31">22297 14279 73 0,'16'7'142'0,"0"6"-11"16,4 6-9-16,-4 1-4 0,0 3-7 0,-4 7-9 15,-6 3 1-15,0 8-6 0,-4 3-6 0,-2-19-14 16,0 13-5-16,-14 53 1 0,10-45 2 15,0-5-8-15,4-5 1 0,-4-2-1 0,0-4-1 16,2-10-17-16,2-10-10 0,0-10 2 0,8-4-12 16,0-16-16-16,2-2-13 0,2-5-4 15,2-4-3-15,4-2-9 0,-2-2-4 0,6-2-7 16,0 3 9-16,0-2-6 0,0 4 0 0,2 1-1 16,-2 4 14-16,0 3 6 0,-2 2 12 15,-2 7-10-15,6-1 9 0,-4 6-4 16,2 8 7-16,-12 2-4 0,16 15 9 0,-12 6-2 15,-4 5 12-15,-8 6-8 0,-2 7-1 0,0-15-7 16,0 13-5-16,-12 55-24 0,8-41-19 16,4-3-4-16,0-30-14 0,0 9-9 15,20 24-47-15,-4-34-108 0,6-12-78 0,-8-5 1 0</inkml:trace>
  <inkml:trace contextRef="#ctx0" brushRef="#br0" timeOffset="152336.28">23194 14280 74 0,'-12'29'132'0,"-3"6"-7"15,1 3-10-15,0 7 0 0,-4-1 3 0,4 3-10 0,2-4-4 16,2-2-9-16,4-2-6 0,4-8-6 0,0 5 7 16,2-22-12-16,0 4-12 0,16 11-6 15,2-28-8-15,-6-1-10 0,26-22-2 16,-10 3-18-16,4-8-7 0,0-4-8 0,2 0-2 15,-2-4-1-15,2-1-10 0,-2-2 0 16,0 4-3-16,-2-2 7 0,2 1-16 0,-3 4 8 16,2 1 8-16,-1 5-12 0,1 3 7 15,0 1 2-15,1 4 0 0,2 5-2 0,1 2 3 16,-2 2 10-16,2 5-1 0,1-3 0 16,0-1 3-16,4-3 1 0,-3-1 6 0,1-5-6 15,-3-1 12-15,-2-2-2 0,-1-3 4 0,-5 1 0 16,-3-5-9-16,-6-3 2 15,-2-2-12-15,-6 1 7 0,-6-4-5 0,-4 15 0 16,0-7-3-16,-18-27-2 0,8 25-5 0,-2 6 2 16,-4-1-10-16,-2 9 8 0,1 9-5 15,8 5-1-15,-21 17 9 0,12 1-8 0,-2 11 3 16,-2 10 9-16,-2 16 16 0,0 9-4 0,-1 5 7 16,1 3-2-16,4 2 8 0,4-3-5 0,2-1 2 15,8-4-9-15,0-4 6 0,5-3-3 16,-2-9-4-16,2-3-4 0,1-28 5 15,0 10-8-15,0 2-4 0,0 0 10 0,0-2 0 0,-11 21 2 16,2-33-6-16,-10-2-5 0,-6-6 1 16,-4-2 5-16,-7-2-6 0,-7-5 1 0,19 0-4 15,-12 0-2-15,-8 0-18 0,-53-12 1 16,50 7-6-16,6-1-16 0,2-1-5 0,8 0-46 16,7-4-56-16,7-4-106 0,13-7-103 0,16-6 1 15</inkml:trace>
  <inkml:trace contextRef="#ctx0" brushRef="#br0" timeOffset="152512.87">24430 13955 1 0,'22'-22'164'0,"-3"2"-22"0,-2 6-14 16,-6 6-3-16,-7 8-6 0,-4 0-10 16,-5 28-6-16,-6 5-22 0,-4 11 9 15,-6 12-3-15,-3 12 4 0,-3 7-3 0,1 6-4 16,0 4-12-16,2 4 1 0,4 2-14 15,4-5-11-15,4 0-11 16,8-2-13-16,4-8-11 0,0-40-11 0,0 14-6 0,19 56-31 16,-6-57-71-16,3-9-98 0,2-12-144 0,-1-9 0 15</inkml:trace>
  <inkml:trace contextRef="#ctx0" brushRef="#br0" timeOffset="152652.97">24595 14601 82 0,'51'-24'107'0,"10"3"-7"0,4 2 3 16,6 2-14-16,8 2 6 0,1 0-13 16,1 1-15-16,3 3-20 0,-1 1-62 0,-1-1-92 15,-3 0-133-15,-8 1 29 0,-7 0 28 16</inkml:trace>
  <inkml:trace contextRef="#ctx0" brushRef="#br0" timeOffset="153088.87">19570 16015 37 0,'28'-10'128'0,"12"-1"-11"0,11-2-12 15,10-4-17-15,13 2 12 0,12 0-11 0,13 0-3 16,16 1-14-16,11-1 8 0,13 0-6 15,104-14-6-15,9 0-5 0,0 1 1 0,8 3-2 0,14 0-3 16,-3 0-2-16,13 3 7 0,4 0-8 16,2 4-7-16,-2-2 9 0,2-1-12 0,-10 4 0 15,-6 2-8-15,-7-5-9 0,-15-2 6 16,-54 1-15-16,-32 3-1 0,-20 4-4 0,1 1-6 16,-4-3-9-16,-9 1-3 0,-7-3 1 15,-11 1-2-15,-12 1 2 0,-13-1-29 0,-14-1-91 16,-17-5-108-16,-16 1-130 0,-22-1 0 0</inkml:trace>
  <inkml:trace contextRef="#ctx0" brushRef="#br0" timeOffset="153465.87">22005 16076 19 0,'-56'13'89'0,"-4"8"-19"16,-2 4 11-16,-1 6-14 0,3 2-14 15,0 5-10-15,2 8 12 0,2 1-6 16,2 4 0-16,5 3 4 0,3 3 6 0,6 3-8 0,6 3 12 16,3 0-4-16,8 2-5 0,7 2-2 15,7-2 6-15,5-3 1 0,4-35 1 16,13 56-3-16,5-36-2 0,6-5-7 0,9-8 0 16,12-7-4-16,10-9-5 0,9-5 0 15,4-9-26-15,-33-4-47 0,74-18-77 0,-35-3-122 0,3-7-44 16</inkml:trace>
  <inkml:trace contextRef="#ctx0" brushRef="#br0" timeOffset="153625.97">21518 16690 1 0,'-11'-4'88'0,"12"1"-2"16,13-6 2-16,12 1-21 0,9 0-4 0,10-2-36 15,7-1-23-15,6-2-88 0,1 0-109 16</inkml:trace>
  <inkml:trace contextRef="#ctx0" brushRef="#br0" timeOffset="154123.07">22321 16430 21 0,'0'1'90'0,"-2"3"3"0,0-2-11 0,0 6-11 16,-4 14 2-16,0 1-5 0,-2 7 9 16,-2-2 2-16,-2 3 0 0,0 3-10 0,-2-1 1 0,0 2-3 15,2-5-6-15,0-4-6 0,6-1 9 16,-4-3-12 0,2-5-8-16,0-8-7 0,4-7-8 0,4-2-9 0,-8-13-10 0,8-11-8 15,0 9-10-15,0-8 3 0,16-39-4 16,0 20-12-16,6-4 4 0,6-4-18 0,6-2 11 15,6 4-2-15,0 3 5 0,0 4 12 0,0 3-4 16,-4 3 0-16,-4 5 18 0,0 8-6 16,0 1 8-16,-6 8 5 0,0 5 0 0,0 2 1 15,-16 6 0-15,16 25-6 0,-20 4 10 0,-6-10 3 16,0 11 2-16,-26 52 3 0,4-31-1 0,2-2 4 16,2-5-2-16,2-6-6 0,2-6-5 15,2-4-4-15,4 2 0 0,8-9-9 0,0-21 5 16,18 22-12-16,4-20 0 0,-8-2 4 15,8 0 0-15,32-14 2 0,-22 8-8 16,0 0 27-16,-4 1-7 0,6 1 9 0,-2-1-13 16,-4-2 8-16,-6 6-2 0,0-1 3 0,-16 2-4 15,6 0 8-15,-4 0-5 0,-8 0 0 16,12 13-5-16,-24 8 5 0,-4 1-3 0,-12 8 3 16,-4 5 2-16,-12 2 3 0,-4 5 2 15,-2-3-1-15,0 2 0 0,0-6 1 0,2-3-13 16,6-6 0-16,4-3-23 0,6-6-4 15,4-4-8-15,4-9-49 0,16-4-90 0,-4-23-170 16,16-4 40-16,6 0 0 0</inkml:trace>
  <inkml:trace contextRef="#ctx0" brushRef="#br0" timeOffset="154303.37">23347 16160 57 0,'8'-9'111'15,"-4"4"-13"-15,-1 5-19 0,-2 2 3 0,-1 5-13 16,-1 13 11-16,-2 5-22 0,3-9 1 16,-10 30 2-16,7-9-5 0,3 1-3 0,0-19-2 15,0 6-7-15,11 29-50 0,-5-20-73 16,0-11-130-16</inkml:trace>
  <inkml:trace contextRef="#ctx0" brushRef="#br0" timeOffset="154470">22947 16245 56 0,'48'-8'77'0,"6"1"9"0,12-2-3 16,4 2-4-16,6-2-9 0,2 3 13 0,1-1-27 15,-2 3-58-15,-10 0-105 0,-7 2-106 16,-11 1 13-16</inkml:trace>
  <inkml:trace contextRef="#ctx0" brushRef="#br0" timeOffset="154649.28">22955 16758 22 0,'-4'16'98'0,"4"0"-16"0,6-1 3 0,12-1-17 16,10-3 7-16,2-2-9 0,10 0 7 15,6-4 4-15,5-2-8 0,8-1-9 0,-30-2-7 16,19 0-12-16,67-13-73 0,-47 5-68 0,-4-3-161 16,-2-5 34-16,-6-4 23 15</inkml:trace>
  <inkml:trace contextRef="#ctx0" brushRef="#br0" timeOffset="154824.74">23881 16395 41 0,'-2'3'93'0,"2"4"-2"0,0 1 6 16,0 18-18-16,0-12 4 0,0 8 1 16,0 6 0-16,11 38-3 0,-7-34-7 0,-3 7-1 15,1-1-10-15,-1 1-4 0,0 0 1 0,1 1-1 16,-1-3-12-16,0-1-28 16,-1 0-29-16,0-19-47 0,0 2-72 0,-17 17-163 0</inkml:trace>
  <inkml:trace contextRef="#ctx0" brushRef="#br0" timeOffset="154983.04">23518 16292 61 0,'36'-3'91'0,"-15"3"-12"16,13 0 0-16,8 0 1 0,57 10-7 0,-40-4-4 15,3 3 0-15,4-1-29 0,3 4-62 16,-1-7-109-16,3-3-89 0,2-1 4 0</inkml:trace>
  <inkml:trace contextRef="#ctx0" brushRef="#br0" timeOffset="155238.44">25086 15962 57 0,'-31'41'79'0,"-6"9"10"0,-6 11-15 0,-5 7 2 16,-9 8 1-16,-2 5 12 0,-5 2-8 0,1 2 0 16,2 0-14-16,2 1 5 15,7 0-6-15,4-7 0 0,7 0-18 0,5-11-6 0,7-4 2 16,3-1-3-16,8-5 3 0,6-5 0 0,4-2-5 16,4-5-7-16,4-25 2 15,0 9-3-15,18 37-5 0,-4-34-3 0,6-5 0 16,2-3 2-16,5-2-7 0,2-9-25 0,5-1-45 15,2-5-42-15,1-6-66 0,-18-2-133 16,41-17 72-16</inkml:trace>
  <inkml:trace contextRef="#ctx0" brushRef="#br0" timeOffset="155530.01">25239 16319 57 0,'-8'29'85'0,"0"6"-3"0,-1 3 5 15,-3 5-8-15,-2 4-1 0,0 5 5 0,-2 4-3 16,1 2 0-16,0 2-10 0,1 1 4 0,2 1-6 15,2 0-5-15,2 0-4 0,4-5 5 16,0-2-13-16,3-7-2 0,1-25-19 16,0 9 3-16,11 36-19 0,-6-39-11 0,3-2-35 15,3-4-50-15,-1-9-70 0,4-6-160 16</inkml:trace>
  <inkml:trace contextRef="#ctx0" brushRef="#br0" timeOffset="155835.96">25542 16877 61 0,'-2'-2'104'16,"1"0"-21"-16,1 1-2 0,4-2-1 16,1-1-16-16,17-1-1 0,2-2 2 0,5 2-13 15,2-2-4-15,3-1-2 0,4 3-10 0,3-1 9 16,2 0-7-16,-2-3-16 16,-2 1-40-16,-1-5-76 0,-4 0-188 0,-2-2 50 0,-3 0 29 15</inkml:trace>
  <inkml:trace contextRef="#ctx0" brushRef="#br0" timeOffset="156045.6">26321 16219 65 0,'4'5'76'0,"1"14"1"0,-1 7-9 0,-1 8-6 16,-3-16 6-16,0 12-6 0,-16 50 2 0,4-24-8 15,-3 5 15-15,-1 1-14 0,-4 5-1 0,3 1 2 16,-1-1 7-16,2 4-13 0,2-6 0 16,0-4-6-16,6-5-9 0,4-4-11 15,-1-6-4-15,5-3 1 0,0-26-24 0,0 7-19 16,20 26-60-16,-9-34-108 0,3-6-95 16</inkml:trace>
  <inkml:trace contextRef="#ctx0" brushRef="#br0" timeOffset="156202.62">26397 16706 75 0,'12'-11'78'0,"8"2"-2"0,2 1 1 16,6 3-11-16,4-1-3 0,0 1-1 16,1-3-19-16,3-1-8 0,2-1-35 0,0-5-87 15,-4-4-120-15,4-4 6 0</inkml:trace>
  <inkml:trace contextRef="#ctx0" brushRef="#br0" timeOffset="156467.4">27188 15913 9 0,'27'33'132'0,"-4"10"-11"16,-3 5-3-16,-7 11-3 0,-4 7 11 0,-6 3-10 15,-3-31-13-15,-11 83 9 0,-2-33-1 0,-4 3-8 16,-3 3-1-16,-3-3-4 0,-2 0-9 16,-2-6-1-16,0-3-11 0,-4-5 1 0,-1-8-4 15,-4-2-2-15,-2-5 0 0,-6-5-4 16,-7-4-10-16,-5-1-4 0,-4-5-17 0,-8-3-6 16,-8-5-11-16,-10-1-12 0,-9-8-21 15,-6-3-48-15,-4-6-100 0,-7-8-215 0,0-8-20 0,57-5 1 16</inkml:trace>
  <inkml:trace contextRef="#ctx0" brushRef="#br0" timeOffset="158206.75">26111 13523 74 0,'0'0'124'0,"0"0"-7"0,0 0-17 16,11 9-17-16,10-18 14 0,5 0-12 16,0-1-10-16,6-1-7 0,7 1-5 0,6-3-7 15,3-2-11-15,4 3 7 0,0 0-4 16,4 2-5-16,-3 1-4 0,1-2 3 0,0 1-2 16,-2 2-14-16,-4 3-3 15,-4-1-1-15,-3 1-41 0,-2 2-60 0,-4-2-67 0,-7 3-141 16,-10 0 89-16</inkml:trace>
  <inkml:trace contextRef="#ctx0" brushRef="#br0" timeOffset="158425.68">26487 13878 62 0,'2'8'121'0,"0"-2"-7"0,4-1-6 0,7 4-16 15,2-4 0-15,5-3-10 0,3 2-12 0,-8-4 3 16,10 0-10-16,5 0-4 0,4 0-8 16,6 0-5-16,42-13 1 0,-32 10-2 15,1 1-21-15,1-1-38 0,-2 2-44 0,1-4-100 16,-1 1-118-16</inkml:trace>
  <inkml:trace contextRef="#ctx0" brushRef="#br0" timeOffset="158820.31">26704 12644 59 0,'18'7'129'0,"4"9"-18"0,4 0-2 0,2 11-9 16,2 7 14-16,3 7-12 0,1 10 2 15,0 8 3-15,1 8-6 0,2 7-6 0,1 11-10 16,-1 4-7-16,2 1-9 0,0 3 3 16,-1-5 2-16,5 7-13 0,0-3-4 0,2-2-1 15,0-1-7-15,1-2 0 0,-4-2-4 16,-2-5-2-16,-1-5 1 0,-3-2-2 0,-8-4 2 15,-3-3 5-15,-6-1 1 0,-7-3 18 0,-8-2-7 16,-4-32-13-16,-23 57 6 0,-5-27-15 0,-9-7-3 16,-12-1 4-16,-7-4-7 0,-8-4-1 15,-10-5-1-15,0-4-4 0,-5-1-9 0,0-7-12 16,-2 1-12-16,3-6-19 0,6-2-42 16,3-5-43-16,11-2-72 0,12-10-78 0,28-1-226 0,-20-20 1 15</inkml:trace>
  <inkml:trace contextRef="#ctx0" brushRef="#br0" timeOffset="160045.69">29183 14288 110 0,'0'0'139'0,"14"0"-14"0,-14 0-4 16,0 0 2-16,25 14-6 0,-20 10-20 16,2 6 0-16,-2 0-5 0,1 6 6 15,-2 3-2-15,2 9-5 0,-3 4-4 0,2 1-2 16,-2 8-6-16,-2 1-7 0,1 2 0 16,-2 4 6-16,0-34 1 0,0 18-16 0,-12 66 5 15,8-51-16-15,-2 0 5 0,0-3-4 0,-4-4-11 16,5 0 7-16,-3-3-8 0,1-3-4 0,2-1-5 15,-2-3-3-15,1-3-3 16,0-7 8-16,1 0-3 0,1-4-8 0,0-1-4 0,-1-1-8 16,3-5-8-16,-2-3-20 0,2-4-36 0,-1-1-26 15,0-5-48-15,3-5-38 0,-1-6-81 16,1-5-215-16,3 1 1 0</inkml:trace>
  <inkml:trace contextRef="#ctx0" brushRef="#br0" timeOffset="160478.41">29860 14982 128 0,'-4'-5'159'0,"1"1"-9"0,3 4-8 0,0 0-10 16,0 0-5-16,17-18-10 0,2 8-17 15,6 2-16-15,7-2-2 0,7 1-2 0,3 0-13 16,5 1-1-16,4 0-12 0,3 1-6 0,0 3 0 16,-2-2-8-16,0 3-3 0,-3 2-4 15,-2 1-8-15,-26 0-23 0,10 0-27 0,2 0-41 16,33 10-51-16,-36-6-74 0,-7-3-112 15,-4 2 48-15</inkml:trace>
  <inkml:trace contextRef="#ctx0" brushRef="#br0" timeOffset="160905.53">31321 14213 28 0,'-1'-5'165'0,"1"5"-18"16,1 3-15-16,2 1 6 0,-2-1-11 15,6 16-6-15,-3 3-13 0,-2 3-6 0,2 5-3 16,-4 4-12-16,0-17-3 0,0 13-3 16,-14 45-5-16,2-27 1 0,-3 4-5 0,-2 2-10 15,-2 2 8-15,0 2-9 0,-1-3 3 0,-1 0-5 16,1-1 6-16,3-1-17 0,1-6 8 0,2-4-8 15,2 0-15-15,2-6-15 0,-1-5-25 0,3-2-17 16,0-3-35-16,1-2-7 0,5-9-22 16,2-16-65-16,5 8-82 0,3-20-164 0,3-6 0 15</inkml:trace>
  <inkml:trace contextRef="#ctx0" brushRef="#br0" timeOffset="161073.57">31278 14161 17 0,'8'-34'118'0,"2"1"-12"0,0 2-12 16,4 0-1-16,4 5-14 0,6-2-3 15,3 3-1-15,8 3-8 16,7 1-7-16,3 0 5 0,7 2-5 0,6 3-6 0,2 0-9 16,1 3-8-16,0 1-34 0,2 5-61 15,-6-2-123-15,-2-1-73 0</inkml:trace>
  <inkml:trace contextRef="#ctx0" brushRef="#br0" timeOffset="161268.69">31451 14237 104 0,'-18'19'116'0,"3"1"-10"0,10-2-13 0,5-3 0 0,0-6-2 15,25 12-5-15,0-11 0 0,7 0-7 16,8-2-6-16,7-1-8 0,5 0-9 0,4-2-2 15,1-1-24-15,1-3-32 0,0 2-66 0,0-2-83 16,-30-1-116-16</inkml:trace>
  <inkml:trace contextRef="#ctx0" brushRef="#br0" timeOffset="161470.1">32220 14295 138 0,'-14'-5'131'0,"1"1"-7"0,-1 6-18 0,4-2 2 16,-24 18-11-16,13-2-13 0,-4 2-5 0,-5 7-4 16,0 5-6-16,-1 4-7 0,2 4 5 15,1 6-7-15,1 3 1 0,4 0-8 0,7 3 4 16,4-3 3-16,6-1-13 0,6-25 6 16,0 7-10-16,22 33-3 0,-2-35-13 0,8-6-26 15,8-6-43-15,8-10-60 0,-20-4-142 16,51-21-70-16,-26-2 0 0</inkml:trace>
  <inkml:trace contextRef="#ctx0" brushRef="#br0" timeOffset="161667.47">32571 14244 33 0,'-8'14'137'16,"2"-1"2"-16,0 2-15 0,-2 10 5 0,-2 2-7 15,-1 4-5-15,-4 2-8 0,1 5-8 16,-1 8-6-16,-3 3-6 0,1 3-4 0,-4 2-8 15,2 0-9-15,-1 1 0 0,3-3-8 16,2-4-6-16,2-3-6 0,-1-3-8 16,4-3-30-16,0-4-18 0,1-6-31 0,1 3-38 15,4-7-39-15,0-8-70 0,3-9-131 0,-1-7 76 0</inkml:trace>
  <inkml:trace contextRef="#ctx0" brushRef="#br0" timeOffset="161823.34">32538 14318 46 0,'32'-23'97'0,"4"2"0"15,5 3-17-15,3 5 9 0,4-3-15 16,4 5 0-16,2-4 2 0,-2 8-20 0,0-1-21 16,-3 3-39-16,-2-3-71 0,-9 4-148 15,-8-5 27-15,-14 3 9 0</inkml:trace>
  <inkml:trace contextRef="#ctx0" brushRef="#br0" timeOffset="161989.44">32403 14516 88 0,'-11'10'110'16,"7"-1"-14"-16,6 0 2 0,3-3-7 0,10 5-6 15,15-1 1-15,9 0-9 0,5-3-5 0,0 0-3 16,7-1-7-16,0-2-13 0,-2-3-23 15,-25-1-74-15,11 0-49 0,3 0-172 0</inkml:trace>
  <inkml:trace contextRef="#ctx0" brushRef="#br0" timeOffset="162203.17">33109 14397 117 0,'0'8'127'0,"-3"3"-13"0,-1 2-11 15,-1 8 9-15,-2 4-8 0,-4 0-7 16,-3 9-12-16,-4 3-7 0,-2 6-1 16,-4-1-14-16,-2 7-4 0,-2-2-5 0,2 4-3 15,-3 0-12-15,1-4-25 0,0-3-36 0,7-5-57 16,2-7-41-16,4-8-64 0,5-13-86 16</inkml:trace>
  <inkml:trace contextRef="#ctx0" brushRef="#br0" timeOffset="162372.63">33149 14160 14 0,'36'-5'99'0,"4"-1"-6"16,2 4-8-16,4 3 4 0,2 5-8 0,2-1 2 15,8 5-4-15,-2 0-11 0,-6 2-55 0,0-1-70 16,-6 0-167-16,-10-2 17 0,-12-4 27 15</inkml:trace>
  <inkml:trace contextRef="#ctx0" brushRef="#br0" timeOffset="162535.5">32738 14737 28 0,'24'4'118'0,"-5"-4"-20"0,14 0-4 0,12 0-8 15,11 0 1-15,12 0-3 0,10 0-2 16,10 0-14-16,9 0-6 0,2 0-31 0,5 0-63 16,-4 0-140-16,-10 0-77 0,-12 0 53 15,48 17 20-15</inkml:trace>
  <inkml:trace contextRef="#ctx0" brushRef="#br0" timeOffset="162759.75">31177 15894 95 0,'-67'26'93'0,"11"-5"-10"16,7 0-10-16,12-2-2 0,9-1-3 15,12-2-4-15,14-5-3 0,18-3-4 0,18-5-9 0,7-3 2 16,11 0-4-16,-20 0 7 0,21 0-12 15,90-11-12-15,-48 4 5 0,8-1-1 0,4 2-3 16,5-1-3-16,71-3-10 16,-19 1-28-16,-14 3-54 0,-23-10-111 0,-21 6-88 0</inkml:trace>
  <inkml:trace contextRef="#ctx0" brushRef="#br0" timeOffset="163118.54">31437 15999 6 0,'-45'8'107'0,"1"5"-10"0,-4 2-4 0,0 3-3 0,-2 6-15 16,2 2-1-16,0 6 1 0,2 6-12 15,0 2 0-15,2 5-9 0,3 2 0 0,2 2-13 16,5 2 4-16,3 0 0 0,6-2-1 16,2 2-4-16,3-4 1 15,5-1-8-15,6-1-11 0,4-7-3 0,5-19 3 0,0 4 2 0,16 29-12 16,1-30-1-16,7-5-2 0,8-2-7 15,3-5 2-15,3-4-34 0,4-4-54 0,-22-2-67 16,10 0-146-16</inkml:trace>
  <inkml:trace contextRef="#ctx0" brushRef="#br0" timeOffset="163303.2">31125 16513 2 0,'19'-18'73'0,"2"2"0"0,-1 4 3 16,1-1-8-16,1 4-26 0,-1 1 17 16,3 1-20-16,-3 1-2 0,-2 1-3 0,1-1-18 15,0 2-9-15,0 0-51 0,-1-2-76 16,2-3-69-16</inkml:trace>
  <inkml:trace contextRef="#ctx0" brushRef="#br0" timeOffset="163760.66">31555 16231 52 0,'-1'-1'93'0,"-2"2"-9"16,0 2 6-16,-6 9-6 0,-3 5-8 16,-1 4-2-16,-3 3 4 0,-3 3-14 15,-1 4 1-15,-5 3 2 0,0 1-1 16,1-3-15-16,3-4-6 0,2-4-2 0,3-3-4 15,0-1-6-15,1-7-1 0,5-7-15 16,4-5-1-16,6-1-8 0,-2-11-6 0,4-4-22 16,6-8 10-16,3-3-7 0,1-1 1 0,4-2-2 15,4 0-9-15,4-2 2 0,1 2 2 16,1 0-1 0,2 1-14-16,-1 2 6 0,1 5 11 0,-3 2-12 0,2 2 18 0,-2 6-11 0,4 1 9 15,-1 5 23-15,-18 5 18 0,6 0-6 16,18 25 16-16,-25-7-3 0,-5 12 4 15,-4-14-1-15,-17 33-9 0,-1-10 4 0,-4 0 1 16,-2 0 1-16,2-8 0 0,3 0-4 0,3-5 2 16,2-3-11-16,0 2-12 0,4-5 6 0,4-6-5 15,6-14 5-15,0 0-7 0,14 12-9 16,-5-12 10-16,0 1-13 0,1-1 8 0,-4 0 5 16,2 0 1-16,-1 1 4 0,0-1-1 15,-1 2 11-15,1-2-2 0,-3 0-4 0,2 2 4 16,-2-2 10-16,-3 4-4 15,-1 0-8-15,0-4-5 0,-17 19 5 0,-1 0-8 16,-3-3 6-16,-5 5-14 0,2 0-19 0,-1-4-41 16,4 2-37-16,-1-4-21 0,3-4-60 15,8-7-73-15</inkml:trace>
  <inkml:trace contextRef="#ctx0" brushRef="#br0" timeOffset="163969.91">31945 16246 45 0,'9'1'105'0,"-2"5"-7"16,-2-1-17-16,2 14-2 0,-5 4 2 15,-2-9 1-15,0 9-8 0,-13 32-13 0,4-21 2 16,-2 2-13-16,-2-2 3 0,1 1-36 0,0-3-24 16,2-3-42-16,1-1-26 0,-2-7-57 15,2-6-81-15,1-5 11 0,3-9 9 0</inkml:trace>
  <inkml:trace contextRef="#ctx0" brushRef="#br0" timeOffset="164110.51">31891 16343 49 0,'35'3'87'0,"-19"-3"1"0,31 12-16 0,-15-1 9 0,-3-2-11 0,-1 1-17 16,-3 2-53-16,-3 4-55 0,-4-4-124 15,-8 3-6-15</inkml:trace>
  <inkml:trace contextRef="#ctx0" brushRef="#br0" timeOffset="164283.34">31641 16756 52 0,'14'8'92'15,"8"-3"-13"-15,6 3 6 0,0-2-13 0,5-1-5 0,2-1-3 16,2-1 0-16,2 0-9 0,1-2-7 0,-22-1-47 16,13 0-57-16,34-11-127 0,-27 1-22 15,-4-1 13-15</inkml:trace>
  <inkml:trace contextRef="#ctx0" brushRef="#br0" timeOffset="164449.57">32336 16526 44 0,'-1'7'94'0,"2"1"-3"16,-2 14-14-16,1-11-11 0,0 5 11 0,0 5-6 15,-13 28-2-15,6-21-4 0,2 3-2 0,-2-1-6 16,2 1-12-16,-2 0-15 0,2-1-52 16,-2-8-59-16,-5-2-111 0,1-5-40 15,2-4 30-15</inkml:trace>
  <inkml:trace contextRef="#ctx0" brushRef="#br0" timeOffset="164602.54">32480 16331 2 0,'61'-14'52'0,"-1"8"19"0,-32 6-4 0,16 0-10 0,56 21-4 0,-47-6 10 15,-1 4-2-15,-5-2-14 0,-3 5-32 16,-7 4-51-16,-6-1-114 0,-9-1-42 0</inkml:trace>
  <inkml:trace contextRef="#ctx0" brushRef="#br0" timeOffset="164879.12">32222 16948 45 0,'-63'47'70'0,"-1"2"-21"15,-2 4 11-15,-2 1 5 0,1 1-11 16,2-3-5-16,2 1 0 0,7-1 0 16,4-2-10-16,5 2 22 0,4-4-19 0,9 2 13 15,3-3-20-15,3-2 7 0,7-2-9 0,4-1-3 16,5-1 7-16,7-4-15 0,5-21-2 15,0 11-5-15,18 22-8 0,2-32-1 0,4-4-2 16,6-4-19-16,5-9-27 0,-16 0-70 0,11 0-106 16</inkml:trace>
  <inkml:trace contextRef="#ctx0" brushRef="#br0" timeOffset="165136.78">32250 17281 3 0,'0'9'67'0,"-3"12"-8"0,-5 6 9 0,-1 0 1 16,-5 3-18-16,0 0-7 0,-5 5 6 0,1 2 9 15,-2 4-10-15,0-1-3 0,1 3 6 16,2-4-24-16,3-1 7 0,4-2-1 0,2-2 3 15,1-5 2-15,4 1-28 0,3-18-11 0,0 4-16 16,11 15-48-16,-3-27-54 0,-1 1-87 16,2-7-10-16</inkml:trace>
  <inkml:trace contextRef="#ctx0" brushRef="#br0" timeOffset="165319.66">32280 17628 34 0,'26'-9'57'0,"4"3"-23"0,14-5-3 16,0 1 6-16,-1 1-3 0,0 0-5 16,-6-1-1-16,5 3-12 0,-5-1-40 0,-5-7-104 0</inkml:trace>
  <inkml:trace contextRef="#ctx0" brushRef="#br0" timeOffset="165533.34">32870 17263 15 0,'-8'30'73'0,"1"6"-11"16,-5 3 19-16,-1 3-20 0,-3-3-4 0,0-1-1 15,-1 2-2-15,-1 3-3 0,1-3 1 0,-2-1-6 16,3-1-4-16,3 2-3 0,0-7-14 0,3-3-6 16,2-2-46-16,2-4-60 0,-4-11-66 15,4-4-74-15,6-9 33 0</inkml:trace>
  <inkml:trace contextRef="#ctx0" brushRef="#br0" timeOffset="165644.76">32917 17507 12 0,'28'-7'34'15,"0"-4"2"-15,1 3-4 0,4-3 7 16,-3 4-13-16,0-2 2 0,2 4 5 0,3-2 4 16,-2 1-25-16,-3-2 6 0,-2 1-15 0,-2-4-32 15,-6-9-81-15</inkml:trace>
  <inkml:trace contextRef="#ctx0" brushRef="#br0" timeOffset="166223.51">28396 15688 19 0,'-31'-83'137'0,"9"0"-10"0,7-6-6 15,10 0-10-15,5 44-3 0,21-90-8 16,6 44-11-16,10 2-21 0,11-2 2 15,17-7-7-15,62-53-10 0,13 15-8 0,12 9-7 16,10 11 2-16,7 9 1 0,14 4-8 16,5 8-6-16,3 5-1 0,6 10-7 0,23 2-3 15,4 6 5-15,6 11-4 0,4 3 3 16,-2 11-7-16,-42 16 4 0,46 5-4 0,-7 6 8 16,-3 13-10-16,-118 7 3 0,208 14-9 0,-112 7 3 15,-16 11 4-15,-8 7 1 0,-5 12-3 16,-20 8 15-16,-7 3-6 0,-20 4 2 15,-4 7 12-15</inkml:trace>
  <inkml:trace contextRef="#ctx0" brushRef="#br0" timeOffset="166537.21">33737 17461 2118 0,'-114'114'2'0,"-4"9"-4"0,-4-10 8 16,-6-6 1-16,-6-8 2 0,19-23-4 16,12-14 27-16,9-9-4 0,-9-1-1 15,-12 1 18-15,-85 30 4 0,43-19-1 0,18-13-2 0,-79 13 3 16,-2-12 1-16,9-9 16 0,1-6 4 16,34-25 24-16,18-9-7 0,89-3 8 0,-40 0 19 15,-248-40 2-15,116-1-6 0,12-15 10 16,10-15-2-16,7-16-9 0,-9-25-5 15,6-12-11-15,6-13-6 0,11-9-10 0,7-13-5 0,8-4-8 16,10-8-2-16,18-4-16 0,14-9-28 16,20-5-42-16,17-3-38 0,37 33-46 0,27 12-20 15,23 4-56-15,16-5-61 0,37-99-628 16,28 10 0-16,22 16 1 0</inkml:trace>
  <inkml:trace contextRef="#ctx0" brushRef="#br0" timeOffset="168882.73">20118 1294 151 0,'0'-15'147'15,"0"15"-18"-15,0 0-18 0,0 0 8 0,0-15-22 16,-12-2-6-16,11 15-15 0,1 0-10 0,-1 2-6 15,1 3-11-15,-2 2 2 0,1 3-2 16,-4 16-13-16,1 5-1 0,-2 2 8 0,1 1-2 16,-2 6 0-16,-1 4 3 0,0 5 2 15,0 6-4-15,0 3 1 0,-1 4-9 0,0 1 8 0,-1 1-3 16,0 0-2-16,0-5-17 16,2-1 6-16,0-6 0 0,0-2-4 0,3-5-1 15,-2-6 0-15,2-4-4 0,0 1-3 0,1-8 9 16,-4-3-1-16,4-3 3 15,1 0-12-15,2-8 2 0,-1-2-18 0,1-5-21 0,0-3-41 16,1-2-63-16,0-11-85 0,6-10-175 0,1-8 0 16</inkml:trace>
  <inkml:trace contextRef="#ctx0" brushRef="#br0" timeOffset="169093.44">20001 1302 6 0,'-3'-6'154'0,"2"2"-15"0,0 0-15 15,2-3-12-15,6-8-9 0,6-5-5 0,3 0-7 16,4-3-17-16,7-3-16 0,6 2 6 0,7-6-12 16,9 1-5-16,3 3-13 0,3-1-1 15,0 4-14-15,1 1 9 0,-3 3-17 0,-2 3-43 16,-5 2-45-16,-2 2-41 0,-8 1-83 0,-5 5-4 15</inkml:trace>
  <inkml:trace contextRef="#ctx0" brushRef="#br0" timeOffset="169295.81">20212 1415 67 0,'-10'13'121'0,"5"-3"-17"0,2-3 11 15,5-2 5-15,3-2 11 0,4-1-15 16,1-2-14-16,14-3-15 0,-10 3 3 0,30-11-9 16,-10 6-21-16,0-1-26 0,4-1-41 15,-2-1-49-15,0 2-43 0,0 0-76 0,-4-1-110 16</inkml:trace>
  <inkml:trace contextRef="#ctx0" brushRef="#br0" timeOffset="169570.36">21126 1167 141 0,'-30'6'153'0,"4"6"-24"0,-6 1-5 0,-2 7-6 16,2 3-15-16,-4 6-5 0,2 3-4 0,-3 4-3 15,1 1-6-15,0 6-8 0,3 1-1 16,3 3-3-16,4 1-11 0,4 0 4 16,5-3-6-16,5-1 3 0,4-7-3 0,3-1-7 15,5-19-2-15,0 4-4 0,22 25-3 0,0-30-20 16,6-6-2-16,1-6-14 0,4-3-28 16,-15-1-37-16,11 0-60 0,40-24-43 0,-29 11-138 15,-2-6-20-15,2-2 0 0</inkml:trace>
  <inkml:trace contextRef="#ctx0" brushRef="#br0" timeOffset="169848.34">21467 1235 67 0,'1'0'154'0,"2"1"-5"0,0 2-20 15,-2 1 8-15,0 3-13 0,2 16-7 0,-2 4-7 16,-1-10-11-16,0 7-7 16,-16 38-8-16,7-18-8 0,-3 3 3 0,-2 4-16 15,2 3-12-15,-1 2 0 0,4-6 0 0,-2 1-6 16,2-4-6-16,-1-4-10 0,2-4 1 16,3-4-27-16,-2-4-17 0,1-2-15 0,0-1-34 15,1-7-13-15,0-3-9 0,2-8-63 0,0-4-88 16,-1-6-46-16,4 0 0 15</inkml:trace>
  <inkml:trace contextRef="#ctx0" brushRef="#br0" timeOffset="170028.48">21428 1262 47 0,'8'-28'164'0,"3"-2"-24"15,1 3-9-15,1-4-9 0,2 4-11 16,4 1-14-16,3 0-8 0,4 2-4 0,2-1-14 15,5 3-12-15,3 0-10 0,1 2-6 0,1 4-25 16,-2 3-49-16,-1 2-58 0,-2 1-95 16,-4 4-118-16</inkml:trace>
  <inkml:trace contextRef="#ctx0" brushRef="#br0" timeOffset="170190.25">21496 1368 55 0,'-16'17'168'0,"3"-4"-15"16,8-4-8-16,5-3-6 0,4-4-7 0,4-2-18 16,13-2-15-16,-6 2-7 0,30-9-18 15,-12 4 0-15,2-1-23 0,1 0-32 0,-1 0-55 16,5-2-68-16,-8 2-115 0,1 1-20 16</inkml:trace>
  <inkml:trace contextRef="#ctx0" brushRef="#br0" timeOffset="170393.13">22081 1202 136 0,'2'0'156'0,"0"-2"-12"0,0 4-1 16,0-1-11-16,0 3-12 0,0 3-12 16,0 14 1-16,0 4-12 0,-2-10-7 0,0 9-5 15,-12 34-2-15,2-17-12 0,-2 6-4 0,-2 2-1 16,-2 4-7-16,4 0-12 0,-4-3-8 0,0-1 1 15,2-2-14-15,2-5-7 0,2-4-20 16,-2-4-19-16,2-5-31 0,2 1-17 0,0-6-24 16,4 0-23-16,-2-15-90 0,2-5-117 0,-2-4 1 15</inkml:trace>
  <inkml:trace contextRef="#ctx0" brushRef="#br0" timeOffset="170609.18">22031 1238 101 0,'10'-21'168'0,"2"-4"-20"15,-2 1-12-15,4 1 1 0,2 1-22 16,6-3-6-16,4 4-17 0,6-3-16 0,2 1-3 16,8-1-10-16,2 3-13 0,4 4-12 0,2 0-61 15,0 4-49-15,-6-5-82 0,0 7-140 16</inkml:trace>
  <inkml:trace contextRef="#ctx0" brushRef="#br0" timeOffset="170761.39">22129 1309 120 0,'-12'11'177'0,"8"-5"-15"0,8-2-4 0,4-4-17 16,16-2-4-16,-8 2-19 0,36-11-15 15,-6 3-6-15,8 1-6 0,4-3-18 0,4 3-18 16,4-1-29-16,2 1-55 0,2 4-95 16,-4-2-152-16,-2 3 18 0</inkml:trace>
  <inkml:trace contextRef="#ctx0" brushRef="#br0" timeOffset="171047.83">20265 2519 150 0,'20'10'165'0,"13"-4"-18"0,3-5 3 15,-10-1-10-15,16 0-16 0,73-11-6 0,-36 3-13 16,6-4-2-16,15 0-16 0,9-3-10 16,11-5-1-16,8-1-10 0,5-1-6 0,9-3-8 15,97-12-11-15,-54 9-21 16,-37 4-26-16,-22 6-28 0,0 3-72 0,-6 0-48 0,-8 0-174 16,-12 4 64-16</inkml:trace>
  <inkml:trace contextRef="#ctx0" brushRef="#br0" timeOffset="171775.86">21158 2751 18 0,'-28'-9'161'0,"-4"3"-21"0,-4 1-9 16,-2 5-13-16,18 0-2 0,-12 0-12 0,-44 18-11 15,33-3-18-15,2 4 2 0,-3 4-10 0,0 3-6 16,1 7-7-16,3 4-1 0,3 3-3 16,3 1-9-16,2 2-1 0,6 1-2 0,3-2-6 15,4 0 2-15,6 0-2 0,6-2 4 16,6 0-2-16,1-24 6 0,11 35-1 0,1-24 1 0,4-2-9 15,8-7-8-15,2 0 0 0,8-7-7 16,3-4-21-16,0-1-16 0,5-4-29 16,-21-2-46-16,11 0-34 0,40-18-86 0,-35 10-109 15,-2-6 0-15</inkml:trace>
  <inkml:trace contextRef="#ctx0" brushRef="#br0" timeOffset="171914.72">20713 3181 22 0,'-1'-13'147'0,"7"-4"-12"16,12-1-13-16,3 2-22 0,6 1 3 0,3 0-27 16,6 2-23-16,7-1-23 0,-4 1-67 15,5 2-49-15,2 0-104 0,-4 0-29 0,-6 1 8 16</inkml:trace>
  <inkml:trace contextRef="#ctx0" brushRef="#br0" timeOffset="172417.04">21319 2838 160 0,'0'-5'155'0,"0"0"-20"0,0 3-1 0,0 1-9 15,-2-1-13-15,2 5-10 0,-1 3-7 0,-3 15-5 16,4-7-7-16,-12 29-6 0,3-10-4 16,-3 7-12-16,0-1-8 0,0-2-10 15,0-3-5-15,1-4 7 0,2-2-12 0,-1-3 15 16,1-2 3-16,4-5 3 0,-2 1 4 0,1-11-13 15,2-5-12-15,4-3-4 0,0 0-9 16,-4-14 4-16,4-11-17 0,0 12-9 0,0-12-4 16,17-28-6-16,-7 21-6 15,2-2-2-15,2 0 9 0,0 2-2 0,1 1-2 0,-3 3 6 16,0 4 8-16,1-2 4 0,-1 5 1 0,-2 4-8 16,-1 2-3-16,2 6 6 0,-3 5-2 15,0 2 3-15,-8 2-9 0,20 14 14 16,-11 2-8-16,0 7 3 0,-1 1-5 0,0 3 3 15,-2-1 5-15,0-5 5 0,0 0-9 0,0-2 7 16,-2-3-11-16,2-5 10 0,-4-3 10 16,1 0-3-16,-2-3 2 0,2-1 2 0,-3 0-11 15,3 0 8-15,0 0 0 0,-1-2-1 16,2 0-5-16,2 0 6 0,-1-1 2 0,11 7-5 16,0-3 6-16,-1 1-6 0,1 4 3 15,-3-1-4-15,-2 4 5 0,-1 0 5 0,-4 2 2 16,-1 6-15-16,-5-2 0 0,0-7 3 15,-15 23 3-15,3-13-7 0,-4-1 9 0,-1 0 2 0,0-4-12 16,-6 0 13-16,3-2-3 0,-2-3 4 16,2-1 8-16,0-4-10 0,0-3 2 0,3-1-25 15,8-3-15-15,-6 0-33 0,-13-18-53 0,17 7-61 16,5-8-142-16,6-7-96 0,0 14 0 16</inkml:trace>
  <inkml:trace contextRef="#ctx0" brushRef="#br0" timeOffset="172629.02">21985 2849 130 0,'16'-2'184'0,"-4"-1"-18"15,-3 2-3-15,-2 0-18 0,1 1-12 0,-8 0-19 16,0 0-17-16,0 0-7 0,0 0-18 16,14 15-6-16,-12 2 2 0,0-2-14 0,-2-2-5 15,0 2-2-15,0 6-6 0,0-5-6 0,0 5-14 16,0-11-30-16,0 4-32 0,0 1-33 15,-14 15-62-15,3-19-117 0,2-6-38 0,-1-1 0 16</inkml:trace>
  <inkml:trace contextRef="#ctx0" brushRef="#br0" timeOffset="172758.6">21774 2864 110 0,'0'-7'164'0,"3"-1"-13"0,2 3-8 0,10-3-2 0,2-3-14 16,4 3-12-16,3 2-15 0,4-1-3 15,3 2-9-15,2 2-11 0,2 0-9 0,-2 3-10 16,-15 0-23-16,6 0-46 0,2 0-92 16,22 13-107-16,-30-4-78 0,-10-2 0 0</inkml:trace>
  <inkml:trace contextRef="#ctx0" brushRef="#br0" timeOffset="172972.99">21564 3164 19 0,'-13'12'182'0,"4"-1"-18"0,7 1 2 16,6-5-3-16,2-1-9 0,8 3-24 16,8-4-5-16,4 1-6 0,6-5-10 0,4 2-15 15,4-3-12-15,2 0-8 0,-21 0-4 0,15 0-11 16,6 0-15-16,51-15-42 0,-44 6-71 0,1-2-103 16,0-3-141-16,0-5 12 0,-2-3 0 15</inkml:trace>
  <inkml:trace contextRef="#ctx0" brushRef="#br0" timeOffset="173146.52">22507 2736 17 0,'0'-3'172'0,"-2"2"-9"0,4 0-6 0,-2 1-1 16,0 1-16-16,0 3-19 0,0 2-11 0,0 16-3 16,0-8-9-16,0 8-11 0,0 9 0 0,0 2-9 15,0 3-8-15,-12 40-12 0,6-35-1 16,-2 1-9-16,0-1-1 0,0-3-29 0,-4 2-34 15,-2-5-47-15,0-1-42 0,0-2-41 0,-2-5-101 16,-2-7-57-16,-2-4 0 0</inkml:trace>
  <inkml:trace contextRef="#ctx0" brushRef="#br0" timeOffset="173295.36">22093 2949 12 0,'-8'-28'174'0,"2"1"-8"16,6 14-15-16,0-5 0 0,20-23-13 0,-4 20-8 15,6 5-17-15,4 1-16 0,6 3-12 0,4 2-2 16,6 2-5-16,2 1-9 0,2 1-7 16,0 5-41-16,-2 1-57 0,-20 0-77 0,4 0-136 15,8 0-34-15,-2 0 0 0</inkml:trace>
  <inkml:trace contextRef="#ctx0" brushRef="#br0" timeOffset="173791.86">23123 2319 68 0,'-22'13'153'0,"0"2"-11"0,0 6-13 0,-4 4-1 0,-4 3-9 16,0 10-2-16,-6 4-14 0,0 4-7 16,-4 7-9-16,0 4-7 0,0 1-10 0,2 3-10 0,2 1-6 15,4-4 2-15,2 0-10 0,6-2-4 16,4-6-5-16,0 5-8 0,6-2-2 15,2-6-1-15,4-1-7 0,4-3 6 0,4-1-5 16,0-24-18-16,0 8-29 0,0 3-49 16,20 31-25-16,-8-36-45 0,0-3-87 0,6-4-55 15,-2-4 0-15</inkml:trace>
  <inkml:trace contextRef="#ctx0" brushRef="#br0" timeOffset="174028.34">23197 2657 113 0,'2'-4'133'0,"0"4"-5"0,-1 3-6 0,0 3 2 16,-3 12 0-16,-4 8-8 0,-2 1-14 0,-2 8-11 15,-2 7-7-15,-2 1-17 0,-6 8-6 16,4 0 3-16,0 0-4 0,-2 1-13 15,6-4-5-15,-2 4-6 0,0-8-10 0,6 0-21 16,-2-4-12-16,4-4-16 0,0-3-16 16,2 2-27-16,2-6-40 0,2-16-40 0,0 2-86 0,0-1 0 15</inkml:trace>
  <inkml:trace contextRef="#ctx0" brushRef="#br0" timeOffset="174248.73">23357 3185 145 0,'-4'-4'189'0,"1"1"-6"0,0-1-7 16,3 0-18-16,2-3-15 0,7-5-14 0,4-1-18 15,6 1-15-15,5-1-12 16,1 4-18-16,1 1-23 0,3-1-23 0,-1 1-30 0,1-1-54 15,1 3-52-15,-1-1-57 0,-5-3-117 0,1-1 67 16</inkml:trace>
  <inkml:trace contextRef="#ctx0" brushRef="#br0" timeOffset="174462.39">23986 2544 60 0,'3'-2'168'0,"-1"2"-11"16,1 4-1-16,-2 3-14 0,4 10-5 0,-4 7-7 16,-1 3-8-16,0-11-17 0,0 11-14 0,-16 42 7 15,8-22-15-15,-7 5-7 0,0 1-5 16,2 0-7-16,-2 0-9 0,3 2-3 16,2-5-23-16,-1-2-20 0,2-3-18 0,1-6-25 0,2-3-39 15,2-5-29-15,-1-1-48 0,1-1-83 16,1-8-68-16,1-9 0 0</inkml:trace>
  <inkml:trace contextRef="#ctx0" brushRef="#br0" timeOffset="174627.57">23854 3146 24 0,'0'-21'207'0,"4"0"-26"0,3 2-13 0,3-1-8 16,1 2-5-16,0 2-18 0,3-1-17 0,5 2-6 15,4-1-14-15,-2 2-21 0,5 2-18 16,-1 2-39-16,3-2-58 0,0 2-69 0,0-3-102 0,0 0-88 15,-3-5 0-15</inkml:trace>
  <inkml:trace contextRef="#ctx0" brushRef="#br0" timeOffset="174840.26">24484 2457 108 0,'4'2'154'16,"2"3"-10"-16,6 5-1 0,-2 9 4 15,1 2-13-15,0 7-7 0,-5 0-1 0,0 6-7 16,-6-15-15-16,0 15-8 0,-11 51-14 16,0-31-8-16,-1 3 2 0,-4 0-19 0,-1 1 2 15,-3-5-18-15,-3-4-6 0,1 1-10 0,-2-7-12 16,-3-4 9-16,-1-3-11 16,-4-2-10-16,-1-4-18 0,-3-6-11 0,-2-3-23 0,-5-3-38 15,-5-7-28-15,3-2-73 0,-7-8-119 0,26-1 34 16,-11 0 1-16</inkml:trace>
  <inkml:trace contextRef="#ctx0" brushRef="#br0" timeOffset="175092.99">22907 2390 105 0,'-12'-3'151'0,"4"1"-9"0,2 2-13 0,6-3-3 16,6 1-11-16,18 0-16 0,12-2-10 0,14 2-3 16,12-1-9-16,8 1-3 0,8-2-19 15,10 3-3-15,7 0-6 0,4-2-31 0,6 2-41 16,2-3-41-16,3 2-44 0,0-2-142 0,-2-1 27 15</inkml:trace>
  <inkml:trace contextRef="#ctx0" brushRef="#br0" timeOffset="175649.03">26097 1943 150 0,'-2'2'150'0,"1"-1"-18"0,0 0 2 15,2-1-12-15,0-1-18 0,6 0 1 0,10-7-19 16,3 1-7-16,8 0-10 0,-2-2-13 0,6 2-2 0,0 0-3 15,5 1-18-15,0-3-31 0,2 3-30 16,-3 4-54-16,-3-2-85 0,-2 2-126 16</inkml:trace>
  <inkml:trace contextRef="#ctx0" brushRef="#br0" timeOffset="175812.18">25931 2183 69 0,'-12'15'162'0,"13"-3"-15"0,5-4-15 16,14 0 8-16,8-4-20 0,3 1-15 0,3-3-6 16,8-2-4-16,-21 0-19 0,15 0 3 0,7 0-15 15,5 0-8-15,2 0-36 0,1 0-52 16,-2 0-80-16,43-11-155 0,-54 10 28 0</inkml:trace>
  <inkml:trace contextRef="#ctx0" brushRef="#br0" timeOffset="176318.65">27208 1439 91 0,'2'4'142'0,"-2"2"-10"16,1 2-12-16,-1 19-7 0,0-11 4 0,0 12-7 15,-15 47-6-15,5-21-13 0,-1 6-6 16,0 1-8-16,-2 2 0 0,-2 1-11 0,3-2-13 16,3-4 14-16,0-3-10 0,5-3-1 15,-5-2-7-15,3-7-9 0,2 0-8 0,-2-5-16 16,4 3-27-16,-2-10-20 0,1 2-30 16,0-6-47-16,3-4-17 0,-1-5-54 0,-2-6-125 15,2-7 85-15</inkml:trace>
  <inkml:trace contextRef="#ctx0" brushRef="#br0" timeOffset="176783.52">27567 2057 171 0,'-7'2'167'0,"3"1"-20"0,-1-2 7 0,4 1-6 0,2-2-23 16,6 0-6-16,17-2-12 0,-10 2-13 15,37-10-3-15,-9 3-22 0,10-2-5 16,6 2-8-16,3-2-12 0,7 0-8 0,4 1-19 16,0 2-41-16,-3 1-44 0,1-1-88 0,-6 1-161 15,-6-4 56-15,-6 0 0 0</inkml:trace>
  <inkml:trace contextRef="#ctx0" brushRef="#br0" timeOffset="177561.95">28990 1930 95 0,'-2'-4'157'0,"-1"4"-16"0,2 0-12 15,-2 0-1-15,0 4-15 0,-5 7-10 0,-2 6-9 16,-1 8 0-16,-2-2-14 0,1 7-8 0,-3 3-6 15,-2 4 4-15,-2 4-13 0,-1-1-8 0,3 2-1 16,-2-2-2-16,3-3-8 0,0-1-2 0,2-4 3 16,2-2-11-16,1-5-1 15,0-1 19-15,2-3 23 0,1-2-2 0,3-8-1 0,1-1 4 16,0-5-18-16,4-5-10 0,0 0 2 16,-2-13-10-16,8-6-6 0,-1-7-13 0,4-2-16 15,-1-4 2-15,3-5-7 0,2-3-19 16,2-4-1-16,5-1 4 0,2-1-3 0,2 1-6 15,4-1-5-15,4 1 3 0,3 6 7 0,1 1-1 16,4 3 2-16,2 7 10 0,-2 0-7 16,-2 9 14-16,-1 2-7 0,-2 7 6 0,-3 2-3 15,0 5-4-15,-19 3 9 0,3 0-7 16,17 18 13-16,-23-1-12 0,-8-3 11 0,-2-4-5 0,0 5 4 16,-12 18 8-16,4-12-1 0,2-3-9 15,-1 2 8-15,-1-4-9 16,1 1 3-16,3 2-5 0,2-6 14 0,0 0-11 0,1-1 19 15,1-2 7-15,15 19-8 16,-2-10 12-16,2-3-2 0,5-1-8 0,1 1 9 0,2-4-10 16,3 2-3-16,1-2-8 0,1 1-17 15,0-3-25-15,-3 1-33 0,-1 2-55 0,2-2-42 16,-6 1-100-16,-4-4-52 0,-3-1 1 16</inkml:trace>
  <inkml:trace contextRef="#ctx0" brushRef="#br0" timeOffset="178403.21">30031 1998 64 0,'0'0'158'0,"0"0"-21"0,0 0-13 16,0 0 5-16,0 0-17 0,0 0-6 15,14 12-11-15,-14 4 1 0,0 11-14 0,0 2-11 16,-14 39-1-16,6-31-1 0,0 2-7 15,0-2-15-15,0 1-4 0,0-2-13 0,3-2-16 16,0 0-21-16,-2-4-13 0,2-6-21 16,1-1-17-16,1-4 6 0,2-6-22 0,1-13-67 15,0 0-109-15,4 7 33 0</inkml:trace>
  <inkml:trace contextRef="#ctx0" brushRef="#br0" timeOffset="178594.8">29781 2089 42 0,'11'-13'149'0,"5"4"-3"0,2-3-2 15,5 1-3-15,4 2-9 0,-1-1-20 0,6-3-4 16,7 4-20-16,2-1-8 0,6 1-11 16,5 3 1-16,2 0-18 0,0 1-14 0,-4 2-55 15,2 2-52-15,-28 1-51 0,8 0-154 16,2 0 51-16</inkml:trace>
  <inkml:trace contextRef="#ctx0" brushRef="#br0" timeOffset="178761.53">29595 2462 118 0,'-10'12'151'0,"11"-1"-2"0,6-2-7 16,10 0-3-16,10-4-21 0,5 1-7 0,4-3-18 15,7 1-7-15,6-4-11 0,4 2-16 0,5 0-36 16,0 0-57-16,-29-2-87 0,15 0-174 16,4 0 91-16</inkml:trace>
  <inkml:trace contextRef="#ctx0" brushRef="#br0" timeOffset="179153.47">30642 2219 181 0,'3'-1'165'0,"0"-1"-15"0,-1 2 1 0,1 2-4 16,-2 1-18-16,1 1-6 0,-1 3-11 0,-2 14-16 15,1-11-5-15,-19 27-8 0,10-10-11 16,-6-1 2-16,-4 3-10 0,1 0-9 0,-2-4-10 16,0-2 5-16,4-3-14 0,-2 0 14 0,2-5 8 15,1-6 11-15,3-5-15 0,12-4-8 16,-9 0-19-16,-7-19-3 0,11 1-8 0,3-5-14 15,2 7 5-15,12-27-14 0,0 13-4 0,3-6-6 32,4 2-5-32,5-5-5 0,1-1 8 0,9 3-7 0,6-2-9 0,4 4 11 0,5 2-11 15,0 3 17-15,3 4 11 16,-1 3 1-16,-2 6 1 0,-3 2 5 0,-5 8-10 16,-4 2 9-16,-18 5 0 0,5 0 3 0,27 25-6 0,-30 0 6 15,-4 7-1-15,-5 4 12 0,-4 5-4 16,0 1-5-16,2 1-4 0,0-2 4 15,-3-3 4-15,1-2 9 0,1-2-1 0,2 0-2 16,0-6 2-16,5 2-7 0,-2-5-3 16,4-3-8-16,0-2-26 0,5-7-47 0,0 0-84 0,2-4-175 15,-4-5-23-15,-10-4 1 16</inkml:trace>
  <inkml:trace contextRef="#ctx0" brushRef="#br0" timeOffset="179737.27">26768 945 11 0,'-38'36'62'0,"-2"3"10"16,-4 8 4-16,-2 3-8 0,1 3-13 16,-1 5 3-16,-2 5 2 0,1 8 0 15,0 3-7-15,5 5 11 0,3 4 6 0,7 1 0 16,5 7 3-16,9-1-3 0,7 2-5 0,11-44 5 16,0 20 1-16,20 93 2 0,0-74-20 0,11-3-5 15,7-4-22-15,6-6-1 0,4-6-15 0,7-10-21 16,5-5-27-16,6-7-11 0,10-7-41 15,6-7-50-15,6-9-103 0,9-6 45 0</inkml:trace>
  <inkml:trace contextRef="#ctx0" brushRef="#br0" timeOffset="180163.96">31889 1994 125 0,'13'12'130'15,"6"7"-3"-15,-2 4-11 0,7 9-2 0,3 13 9 16,-2 6-11-16,0 5-7 16,-3 1-6-16,-5 7-11 0,-4 4-9 0,-6 5-13 0,-6 5-1 15,-1-39-5-15,-13 75 2 16,0-40-11-16,-5-4-5 0,-2-3-4 0,-5-4 1 0,-4-8-12 15,-9-3 2-15,-2-5 7 0,-6-9-9 16,-5-3 1-16,-4-6-2 0,-6-6-21 0,-6-6-39 16,-8-6-36-16,-5-5-70 0,-6-6-142 15,42 0-60-15,-86-17 1 0</inkml:trace>
</inkml:ink>
</file>

<file path=ppt/ink/ink109.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10T14:21:59.038"/>
    </inkml:context>
    <inkml:brush xml:id="br0">
      <inkml:brushProperty name="width" value="0.05292" units="cm"/>
      <inkml:brushProperty name="height" value="0.05292" units="cm"/>
      <inkml:brushProperty name="color" value="#FF0000"/>
    </inkml:brush>
  </inkml:definitions>
  <inkml:trace contextRef="#ctx0" brushRef="#br0">11405 7110 1 0,'72'118'26'15,"-44"-56"14"-15,-1 2-11 0,-4 0-2 16,-5 4 0-16,-2 2 5 0,-4 3 5 0,-4 4-15 16,-4 3 2-16,-4-38-5 0,0 21-10 0,-12 85 8 15,-1-65 3-15,-6-1 3 0,-5 2 11 16,-6 3-13-16,-8-1 11 0,-7-1 0 0,-7 0 3 15,-7-1-13-15,-2-4 6 0,-8-1-11 16,-2-5 21-16,-4-3-23 0,-9-5 25 0,-2-3-16 16,-1-7 5-16,-9-3-18 0,-4-6-7 0,-2-5 6 15,-6-5 6-15,-3-4-11 16,-1-7-8-16,1-6 8 0,4-6-9 0,2-5-12 0,5-5 26 16,50-4-22-16,-24 0-7 0,-92-22-17 15,75 3 5-15,5-5-7 0,6-7-4 0,6-7 0 16,8-7 1-16,13-6 2 0,11-7-75 0,11-7-103 15</inkml:trace>
  <inkml:trace contextRef="#ctx0" brushRef="#br0" timeOffset="7172.87">23561 8693 1 0,'112'119'16'0,"-66"-60"3"16,-2-1-15-16,-4 0 10 0,-4-1-1 0,-5-1-5 15,-7-1-4-15,-3 0-11 0,-6 9 10 16,-7 2 3-16,-8-32-3 0,0 18-2 16,-28 74 2-16,7-54 3 0,-7-1 2 0,-7-1-10 15,-5 2 11-15,-3-2-5 0,-1 0 3 0,-4-4 1 16,0-2 1-16,-4-1-11 0,0-2 2 16,0-2 3-16,-1-2 13 0,-3-3-9 0,3 1-7 15,-2 0 14-15,-2 2-2 0,-1 1-3 0,-4-3-5 16,-4-2-2-16,-6-1 8 0,0-4-4 15,-2-2-9-15,-4-2-1 0,-6-3-17 0,-8-4-4 16,-4-6 4-16,-6-1-10 0,-8-6 10 0,-2-4 5 16,-1-3-16-16,-8-7 15 0</inkml:trace>
  <inkml:trace contextRef="#ctx0" brushRef="#br0" timeOffset="8588.12">25236 8429 7 0,'10'74'19'0,"-10"1"-1"16,0-1 4-16,-4 74 2 0,-3-74-10 0,-4-1 10 16,-2-4-3-16,-4-2-4 15,-3 1-8-15,-7 0 11 0,-4 0-1 0,-3-2-2 16,-4 2-12-16,-3-4 8 0,-4-1 0 0,-6-2-1 16,-6-1 5-16,-3 1-2 0,-6-3 6 15,-4 2-8-15,-4-2 6 0,-6-1-14 0,-1 2 2 16,-6-1-17-16,-1-3 15 0,-3-2-7 0,0-3 6 15,-4-2-13-15,-2-1 7 0,-2-6 9 16,-1-3-7-16,0-3 4 0,2-5-8 0,0-2 2 0,0-6-9 16,-4-5 2-16,-2-7 6 15,4-1-11-15,0-4 1 0,52-5 0 0,-24 0 7 16,-96-16 4-16,78 3-2 0,2-3-11 0,4-5 7 16,4-4-2-16,6-4-81 0,6-7-71 15</inkml:trace>
  <inkml:trace contextRef="#ctx0" brushRef="#br0" timeOffset="9688.39">19200 7102 2 0,'127'-94'56'0,"-36"44"-15"16,13-2-7-16,82-34 5 0,8 8 0 16,21 6-16-16,8 3-14 0,-1 10-14 0,8 3-19 0,12 7-2 15,-7 4-11-15,-41 17-7 0,45-3 5 16,-48 13-9-16</inkml:trace>
  <inkml:trace contextRef="#ctx0" brushRef="#br0" timeOffset="10113.16">23783 8284 17 0,'-44'107'32'0,"-4"-3"-4"0,-6-4 7 15,-4-2-7-15,-4-8-9 0,-6-4 14 0,-3-5-5 16,-5-5-2-16,-1-10-4 15,-7-5-1-15,-8-4-1 0,-6-8-4 0,-6-2-7 0,0-11 7 16,-8-4-1-16,-16-9 7 0,-6-4-19 0,-4-5 4 16,-4-6-9-16,-6-4 4 0,-6-2 9 15,77-2-6-15,-39 0 7 0,-155-15-7 0,114 5 8 16,3 1 0-16,-94-12 4 0,62 6 6 0,40 2-3 16,23-1-5-16,4 2-4 0,5-2 1 15,-1-1 10-15,3-2-14 0,3-1-2 0,5-3-1 16,4-8-1-16,2-3-13 0,4 0 9 15,6-10-19-15,4-1 11 0,3-4 0 0,4-2 0 16,2-4 1-16,3-2-8 0,5-5-6 16,5-6 4-16,2-2 4 0,6-3-2 0,6-3-9 15,6-4 4-15,6-2-1 0,10-3 10 16,6-1-2-16,12-4-6 0,6-1-9 0,14-3-1 16,12-2-14-16,18-2 4 0,22 2-5 0,75-59 10 15,18 14 0-15,21 11 16 0,18 10 1 0</inkml:trace>
  <inkml:trace contextRef="#ctx0" brushRef="#br0" timeOffset="21895.81">21305 2140 90 0,'0'0'88'16,"0"0"-14"-16,0-15-15 0,14 15-15 15,-14 0 12-15,17-24-16 0,-16 20 4 0,1 1-1 16,-1 1-9-16,-1-1-12 0,0 3-3 0,1 0 3 16,1 0-13-16,-1 4 3 0,-1 1 8 15,0 2 19-15,0 18-21 0,0-13 17 0,0 10-8 0,0 7 4 16,-11 33 17-16,5-24-6 0,-2 5-9 15,-2 3 12-15,-2 4-1 0,3 5 0 0,0 5 6 16,-3 4 2-16,0 1-8 0,1-3-1 0,0 2 6 16,3-2-3-16,0-7-3 0,2-2-2 15,2-3-7-15,-3-5-3 0,2-2-1 16,1-4-2-16,-1-5-1 0,1 0 2 0,2-4-13 16,-2-1 3-16,0-3-6 0,4-3-7 0,-2-5 1 15,0-4-14-15,2-5 2 0,0 1 7 16,0-5-7-16,0-5-8 0,0 0-11 0,0 0-59 15,6 9-50-15,8-20-89 0,5-2-78 0,-3-6 0 16</inkml:trace>
  <inkml:trace contextRef="#ctx0" brushRef="#br0" timeOffset="22492.59">21332 2458 85 0,'0'-16'79'0,"1"-7"3"16,-1 10-15-16,11-25-15 0,1 12 1 0,1 0-20 16,6-1 17-16,4-4-15 0,6 0-3 15,5-1 4-15,6 0 8 0,5 1-23 0,7-1 15 16,3 0 2-16,6 1-14 0,3 2 9 16,8-1 2-16,6 5 0 0,3 2-9 15,2 2 11-15,-3 1-2 0,0 10-1 0,-8 4-5 16,-38 6-9-16,12 0 16 0,52 19-5 0,-56-2-11 0,-4 8 11 15,-12 5 10-15,-8 9-10 0,-14 5 6 16,-4-20-15-16,-30 49 11 0,2-24 7 16,-8-2 3-16,-2-2-2 0,-4-1 8 0,-4-1-7 15,-2-3 0-15,-2-1-2 0,0-5-7 16,0-4-5-16,0-3-3 0,2-4-6 16,6-3 9-16,4-2-18 0,5-2-13 15,5-2-8-15,4-1-1 0,0-1-7 0,9 0-5 0,6 3 13 16,6-7 4-16,3-1 1 0,19 16 2 15,0-6 10-15,1 0 5 0,4 0 10 16,2 5-2-16,4 3 9 16,2 1-4-16,0 3-4 0,0 1 0 0,0 2 6 0,0 2 6 0,0-2-4 15,-2-2-4-15,0-1 0 0,0-3 1 16,-4-2-5-16,2 1-11 0,-6-5 6 0,0-3-2 0,0 3-4 16,-2-4-7-16,-2-2-15 0,-2-1-29 0,-2-2-34 15,-2-2-51-15,-2-4-49 0,-2-4-133 16,-8-1-19-16,0 0 1 0</inkml:trace>
  <inkml:trace contextRef="#ctx0" brushRef="#br0" timeOffset="22951.86">23019 3022 152 0,'-6'0'178'0,"0"-1"-29"16,0-3-3-16,0 1-18 0,2-3-20 16,2 2-16-16,-6-10 0 0,6 0-16 0,0 1-8 15,2 3-15-15,0-5-16 0,22-23 3 0,-6 17-10 16,4 1-17-16,8-1 10 0,2 2-16 15,4 1 3-15,4 0 12 0,-1 5-4 0,3 1 18 16,-1 5-5-16,-3 2-1 0,-19 5-3 16,7 0 3-16,27 12 1 0,-27 2 11 0,-8 7 3 15,-8 5-6 1,-8 12-8-16,0-20 7 0,-26 38-1 0,2-18-2 0,0-3 7 0,-2-1-5 16,-2-4 9-16,0-2-7 0,-6-4-6 15,1-6 0-15,1-1 9 0,-3-4-2 0,3-5-8 16,4-3-25-16,-8-1-6 0,20-4-7 0,-4 0-17 15,-4 0-2-15,-24-15-14 0,28 4-4 0,6-1-2 16,4-3 2-16,6-4-10 0,4 10-39 16,16-20-35-16,0 11-42 0,8-1-121 0,6-2-33 15,6-3 0-15</inkml:trace>
  <inkml:trace contextRef="#ctx0" brushRef="#br0" timeOffset="23372.6">24472 2426 114 0,'-30'3'127'15,"15"-3"-12"-15,-30 15-10 0,11-2 8 0,-2 8-15 16,-4 5-3-16,0 8-2 0,-4 7-4 15,0 5 2-15,2 3-3 0,5 4-12 0,1 3 3 16,5-1-2-16,3 3-14 0,5-5 3 16,3-2-8-16,6-2-4 0,4-3 4 0,4-3-3 15,4-5-8-15,2-21 4 0,0 7-9 16,26 27-6-16,-5-28-3 16,7-4 6-16,6-6-18 0,4-3 8 0,5-5-15 15,4-1-3-15,-23-4-9 0,16 0-39 0,55-17-51 16,-36 3-85-16,3-2-163 0,0-4-16 0,3-1 1 0</inkml:trace>
  <inkml:trace contextRef="#ctx0" brushRef="#br0" timeOffset="23698.66">25339 2751 7 0,'-5'0'145'16,"1"0"-10"-16,0 0-9 0,2-2-14 15,6 0-3-15,2-1-18 0,18-5-7 0,2-2-4 0,10 1-11 16,10-2-7-16,6 1-1 0,9-1-3 16,6 0-3-16,2 6-12 0,0-3-9 15,-5 0-35-15,-1 3-28 0,-4 3-54 0,-7-4-105 16,-5-1-123-16</inkml:trace>
  <inkml:trace contextRef="#ctx0" brushRef="#br0" timeOffset="23874.12">25307 2967 34 0,'-7'16'148'0,"10"-2"-13"16,9 0-7-16,9-3-8 0,7-2-1 0,4-4-12 16,7-3-12-16,8 2-7 0,6-3-7 0,4-1-11 15,6 0 2-15,-30 0-15 0,15 0-22 0,66-12-46 16,-49 6-74-16,-3-2-134 0,-5-3-25 0</inkml:trace>
  <inkml:trace contextRef="#ctx0" brushRef="#br0" timeOffset="24578.33">26859 2482 72 0,'-8'22'121'0,"-4"1"-17"0,-3 6 1 15,3 6-5-15,-6 6 8 16,0 3-4-16,2 2-15 0,2 1 1 0,2-1-13 16,2-2-10-16,0-2-2 0,6-3-7 0,2-4 4 0,2 0 1 15,0-22 5-15,12 23-8 16,4-21 0-16,8-8-9 0,8-5-8 0,-16-2-6 0,36-14-5 16,-15-1-10-16,6-10-13 0,2-4 1 15,-1-3-15-15,0-1 2 0,-3-1-8 16,-5 2 10-16,-3 1-1 0,-5 1-10 0,-3 0 1 15,-3 5 4-15,-4 5 10 0,1 1 2 0,-4 2-8 16,-2 5 2-16,-6 6 2 0,-5 6 5 16,-6 3-6-16,-4 15 8 0,-6 5 0 0,-2 5 3 15,0 4 1-15,-2 2 12 0,1 4-10 0,4-2 10 16,2-2-3-16,3-2 13 16,3-4-5-16,2 1 9 0,3-18 4 0,0 2-2 0,20 13-3 15,0-25-16-15,-8-1 1 16,8 0-6-16,31-16-10 0,-21 0-4 0,6-5 1 0,0-6-9 15,3-3-19-15,-2-3-8 0,1 0-3 16,-4-3 0-16,-2 2-4 0,-1 0-7 0,-3-2 21 16,0 8-12-16,-4-2-4 0,-4 3 5 15,-2 1 14-15,0 5-1 0,-4 3-4 0,2-1-40 16,-1 4-46-16,1 3-60 0,-4 1-115 0,-1 6 48 16</inkml:trace>
  <inkml:trace contextRef="#ctx0" brushRef="#br0" timeOffset="24982.97">28417 2480 152 0,'10'-2'132'0,"-5"2"-14"16,-1 1-13-16,-3 2 2 0,-2 2-14 0,-7 9-4 16,-4 6-2-16,-3 6-7 15,-6 3-8-15,-3 5 3 0,-5 5-6 0,-2 5-16 0,-2 3 1 0,2-4 0 16,3-5-6-16,3-4-6 15,5-4 2-15,0-3-1 0,2-3 6 0,4-3-4 16,-1-3 1-16,3-3 1 0,4-5-17 0,3-9-5 16,5-1-8-16,0-11-7 0,6-9-11 0,4-6-5 15,0-1-1-15,5-5-18 0,1-4-4 16,3 4 6-16,5-11-9 0,2 1 3 0,2 1-9 16,6 1 13-16,-2 1-17 0,0 3 22 0,2 2-1 15,-2 6 2-15,0 1 2 16,-1 4 2-16,-3 3 9 0,0 8 4 0,-1 1 3 0,1 11 2 15,-15 0 5-15,23 16-2 0,-15 0 5 16,-7 10 5-16,-4 5 6 0,-6 6 6 0,-1 5 2 16,-2 5-12-16,-1-24-1 0,0 12 1 0,0 7-6 15,0 1-5-15,0-1-26 0,0-4-22 16,0-1-45-16,0-1-47 0,0-4-83 0,-16 19-67 16,8-35 0-16</inkml:trace>
  <inkml:trace contextRef="#ctx0" brushRef="#br0" timeOffset="25120.88">28273 2691 114 0,'10'-11'124'0,"3"1"-12"16,6 1-11-16,2 5-1 0,6 0-6 0,5 4-17 16,-15 0-5-16,7 0-4 0,39 11-6 15,-26-7-21-15,3 2 0 0,1 3-57 16,-1-1-71-16,3-2-186 0</inkml:trace>
  <inkml:trace contextRef="#ctx0" brushRef="#br0" timeOffset="25393.55">29897 2310 5 0,'-8'-4'131'0,"0"4"-16"0,-12 2-7 16,7-2-13-16,-25 17-8 0,8 0-7 0,-4 2-7 16,-3 9-8-16,-2 4-17 0,0 4 3 15,3 2 1-15,-1 2-2 0,5 1-5 16,3 2 7-16,3-3-7 0,4 2-6 0,4-3-2 0,4-3 4 16,4 0 3-16,9-1-5 0,1-18 1 15,12 29-11-15,5-21 6 0,6-5-8 0,5 0-11 16,7-6-35-16,6-3-17 0,4-5-54 0,6-4-67 15,-24-2-100-15,60-18 34 0</inkml:trace>
  <inkml:trace contextRef="#ctx0" brushRef="#br0" timeOffset="25625.29">30614 2291 9 0,'-20'-13'112'16,"-6"3"-10"-16,-2 4 0 0,9 6-10 0,-9 0-11 15,-39 25-3-15,20 0 1 0,-2 11-7 16,-4 9-1-16,-1 10-5 0,1 3 5 0,5 6-1 16,4 2 2-16,5-1-3 0,6-2-10 0,5-5 3 15,4-1-7-15,5-8-15 0,4-1 6 0,4-7-14 16,11-3 2-16,0-21-5 0,21 28 6 16,8-20-11-16,10-4 4 0,8-6 2 15,7-4-15-15,5-7-5 0,5 0-21 0,-29-4-27 16,78-14-75-16,-30-1-218 0,2-7 43 0,3-4 0 15</inkml:trace>
  <inkml:trace contextRef="#ctx0" brushRef="#br0" timeOffset="35698.47">17205 5164 29 0,'0'-14'151'0,"0"14"-12"16,0 0-19-16,0-15 1 0,27-5-16 0,-26 14-8 16,1 0-17-16,-1 1-1 15,0-2-9-15,-1-1-11 0,0 4-7 0,0-2 0 0,0 6-2 0,0 0-1 16,0-9-7-16,-17-12-8 0,2 14-5 15,-3 5-8-15,-8 2-10 0,12 0 3 0,-34 15 2 16,8 0-11-16,-3 4 1 0,-2 3 1 16,-5 8 2-16,0-1 0 0,2 3 5 15,-2 0-9-15,2 2 4 0,4 0 5 0,4 1 1 0,4-4-2 16,4 1 4-16,2-3-7 0,6-1 0 16,4-2 5-16,4-3-10 0,2-1 6 0,4 2 0 15,4-4 0-15,6-13 1 0,12 10 3 0,8-9 6 16,8-7-10-16,-10-1 0 0,8 0 4 15,6 0-1-15,40-12-12 0,-36 9 6 0,0 0 6 16,-2 1 1-16,0 2-9 0,-18 0-1 16,6 0 1-16,0 0 0 0,-2 0 4 0,20 19-3 15,-24-12-3-15,-5 4 7 0,-3 1-2 0,-5 3 5 16,-3-5 4-16,0 4-7 0,-20 22 3 0,2-15-3 16,0-2 0-16,-4 0 4 0,2-2 7 15,-6 0 2-15,0-2-6 0,-4 0-3 0,0 0 2 16,-2-2-5-16,4 0 0 0,0 0-3 15,2-3-2-15,-2 1-5 0,4-5 1 0,0 2-6 16,6-3-5-16,2-1-9 0,4-2-20 16,2-2-36-16,10 0-59 0,0 0-90 0,0 0-169 15,-6-17 1-15</inkml:trace>
  <inkml:trace contextRef="#ctx0" brushRef="#br0" timeOffset="36512.35">18002 3880 98 0,'0'0'121'0,"-25"-19"-11"15,4 16-14-15,-7 3-14 0,13 0-5 16,-37 11-5-16,9 1-15 0,-3 4-10 16,-6 5 2-16,-3 4-6 0,0-1 0 0,1 2-9 0,3 4 5 15,6 2-5-15,2 1 10 0,6 2-15 16,6 3 1-16,9 2 12 0,4-1 2 0,9-1 8 16,4-2-6-16,5-19 7 0,14 29-6 0,4-21 1 15,10-2-2-15,5-5-4 0,6-6-8 16,-1-1-6-16,7-1-10 0,3 0 9 0,-2-3-12 15,-4 3 4-15,-2-1 1 16,-2 1-5-16,-6-1-1 0,-4 1 4 0,0 0-8 0,-6 3 5 16,-7 0 0-16,-6 3 7 0,-9-5-12 0,-10 18 4 15,-5-10-3-15,-8 4 5 0,-3-1 5 16,-6 0 0-16,-4 0 5 0,-3 2-4 0,-1-3-5 16,0 0 3-16,3-3-9 0,1-2 5 0,3-2 1 15,3-2-3-15,6-1-8 0,0-1-7 0,3 0-9 16,1-3-30-16,3-4-34 0,7-2-76 15,10-1-119-15,-4-11-105 0,12-5 1 0</inkml:trace>
  <inkml:trace contextRef="#ctx0" brushRef="#br0" timeOffset="36746.24">18257 3973 68 0,'6'-2'125'0,"-4"4"-13"0,0 4-11 16,-1 1-13-16,3 15 0 0,-3 5 0 16,-1-12 3-16,0 12-9 0,0 9 8 0,0 10-5 15,0 6-8-15,-13 60-1 0,10-49 7 0,3-3-10 16,0-29-7-16,0 12-3 0,0 6-9 16,0 0-9-16,11 47-4 0,-8-53-23 15,2-4-12-15,0-5-28 0,2-5-26 0,2 0-7 0,5-3-47 16,-1-11-34-16,-1-7-78 0,2-6-47 15</inkml:trace>
  <inkml:trace contextRef="#ctx0" brushRef="#br0" timeOffset="36898.56">18320 4570 115 0,'-9'-24'138'0,"2"3"-18"0,-1 4-13 16,3 0-5-16,1 4-10 0,4 13-8 0,0-9-10 15,18-14-11-15,5 11-3 0,3 3-13 0,4 0-2 16,4 2-11-16,4-3-46 0,2 2-52 15,2-3-102-15,0 1-122 0</inkml:trace>
  <inkml:trace contextRef="#ctx0" brushRef="#br0" timeOffset="37366.58">19720 3818 42 0,'-4'-2'132'0,"-6"0"-15"0,-8 6-23 15,4-4-6-15,-28 19-2 0,7-2-17 0,-1 4 5 16,-3 4-17-16,1 2 2 16,-4 5-7-16,5 0 6 0,1 3-10 0,2-2 7 0,5 1-4 15,3-4-6-15,6-3-4 0,2-1 6 0,4-5 0 16,2 5-5-16,8-5 3 0,4-21-4 15,14 22-1-15,4-16-4 0,8-6-9 0,-10 0 6 16,28-11-5-16,-10 4-6 0,3-3-6 16,-1-1-1-16,3-2-6 0,-1 0-6 15,0-1 4-15,-2 0-4 0,-4 2 4 0,-3 3-16 0,-2-1 7 16,-2 2 2-16,-4 1-2 0,-3 1-10 16,-5 3 14-16,-13 3-8 0,9 0 8 0,9 20-2 15,-16 2 3-15,-2-8 8 0,0 8 6 0,-20 42-4 16,6-18 7-16,-4 3 3 0,4 2 7 15,-1-2-2-15,-1-2 6 0,1-4-1 0,3-4-11 16,0-4 1-16,0-3 1 0,0-7 2 16,3 3-4-16,-2-5 7 0,-1-2-3 0,-4-6-10 15,-2-1 6-15,-5-6 12 0,-5-3-22 0,-1-5 1 16,13 0-17-16,-10 0-14 0,-39-19-6 16,26 9-8-16,-1-3-30 0,1 0-22 0,6-3-43 15,5-4-90-15,4-1-164 0,9-4 0 0</inkml:trace>
  <inkml:trace contextRef="#ctx0" brushRef="#br0" timeOffset="37570.85">20156 4116 108 0,'6'-3'126'0,"0"1"-20"0,-2 0-5 0,0 0-5 15,1 0-5-15,11-6-15 0,4 2-3 0,5-1-12 0,5 0 5 16,6 0-8-16,6-2-12 0,9 4 5 16,0-1-16-16,1 1-3 0,-2 3-2 0,1-1-32 15,-27 3-53-15,9 0-70 0,2 0-173 16</inkml:trace>
  <inkml:trace contextRef="#ctx0" brushRef="#br0" timeOffset="37732.57">20352 4397 133 0,'-19'15'139'16,"3"-2"-14"-16,4-4-4 0,7-2-5 0,3-3-15 15,17-4 74-15,13 0-97 16,-13 0-8-16,38-12-5 0,-9 4 0 0,7-1-15 16,3 0-9-16,6-5-39 0,4 3-69 15,0-4-110-15,0 2-130 0</inkml:trace>
  <inkml:trace contextRef="#ctx0" brushRef="#br0" timeOffset="38514.47">22149 3649 35 0,'-26'-1'131'0,"12"1"-13"0,-8 0-4 0,-2 0-26 15,-2 0 1-15,-25 13-9 0,28-3-5 0,2 5-4 16,2 2-19-16,5 6 1 0,3 1-7 16,7 5-9-16,4-14 12 0,0 7-2 0,19 25-2 15,-6-22 3-15,7 0-13 0,1-1 6 0,3-2 4 16,2 0-11-16,-2-1-6 0,2-1-1 0,0-1-1 15,-2-1-3-15,-4-1 3 0,4-2 2 0,-4 2-2 16,-2-1 9-16,-6 0-6 0,-2 0-3 16,-6 3 6-16,-4-10 2 0,0 4-3 15,-20 24 2-15,2-21-9 0,-4 6-2 0,-2-3-1 16,-2-1 10-16,-4-3-8 0,0-1 9 16,0-2-4-16,0-1-3 0,2-5-1 0,-4 2-11 15,4-3-4-15,3-3-2 0,1-2-23 16,12 0-7-16,-1 0-14 0,-17-16-28 0,25 6-60 15,5-2-44-15,0 2-85 0,23-23-73 0,-5 12 0 16</inkml:trace>
  <inkml:trace contextRef="#ctx0" brushRef="#br0" timeOffset="38734.61">22599 3641 68 0,'4'-4'132'0,"-4"4"-17"0,0 1-10 0,-2 4-11 0,0 1 5 16,-2 15-16-16,-2 4 1 0,-2 4 2 16,4 8-11-16,-4 7-8 0,2 3 2 0,-2 4-3 15,4 4-3-15,0 0 1 0,4 3 4 0,0-32-9 16,0 11-7-16,10 48-4 0,-2-41-17 0,-4-4-14 16,4-3-17-16,2-2-10 0,-2-6-28 0,2-2-26 15,4-4-40-15,-2-4-74 0,4-8-109 16,0-5 71-16</inkml:trace>
  <inkml:trace contextRef="#ctx0" brushRef="#br0" timeOffset="38889.87">22585 4116 82 0,'-4'-13'122'0,"8"3"-11"0,6-1-20 16,6 1-2-16,4 4 4 0,6 1-7 0,4-1-18 15,0 1-5-15,4 5-6 0,2-2-22 16,4 2-33-16,-18 0-74 0,10 0-121 15,4 0-48-15,4 0 29 0</inkml:trace>
  <inkml:trace contextRef="#ctx0" brushRef="#br0" timeOffset="39352.8">23651 3892 32 0,'4'3'143'16,"-2"-1"-1"-16,-1 6-18 0,-2 11-1 16,1-8-13-16,-16 29-12 0,2-9-4 0,-3 6-5 15,-3 0-3-15,0 6-8 0,0 1-13 16,0 0-6-16,4-5-8 0,1-2-5 0,1-4-2 0,0-5 2 16,5-3 5-16,-2-1 5 0,5-3 3 15,-2-4-13-15,0-2 4 0,2-10-16 0,4-4 1 16,2-1-9-16,-3-13-15 0,3-8-11 15,0 8-4-15,0-8-7 0,13-33-7 0,-5 21-8 16,3-3-6-16,2-6 0 0,3-1 3 0,4-3-7 16,0 0 1-16,3-1 3 0,2 3 1 15,1-1-6-15,0 5 3 0,0 4 14 0,-1 3 16 16,-1 3 4-16,0 3-5 0,-1 6 6 16,-1 3 1-16,0 2-5 0,-1 8 5 0,-6 8 7 15,-7 0-5-15,13 17-1 0,-8 4 5 0,-6 4 13 16,-6 7-9-16,-1 2 4 15,0-16-3-15,0 9 2 0,0 5 3 16,0 2-2-16,0 0 3 0,0-2 4 0,0-2-3 16,0-1 7-16,10 21-8 0,-4-29 6 15,4 2-7-15,-2-8 0 0,6 1 1 0,9-2-1 16,2-3-1-16,5-3-16 0,3-4-21 16,-1 0-58-16,4-4-63 0,-20 0-152 0,11 0-18 15,1 0 1-15</inkml:trace>
  <inkml:trace contextRef="#ctx0" brushRef="#br0" timeOffset="39634.18">24218 4261 1 0,'-6'-2'170'0,"2"-1"-22"0,0 1-15 0,2-2-14 16,2-2 0-16,0 0-23 0,2 0-13 16,6-8-4-16,6-2-15 0,4 4 1 0,6-3-15 15,4 3 2-15,6 3 4 0,2 0-8 0,2 1 7 16,2 4-2-16,-1 0-5 0,-3 4-5 15,-19 0-3-15,6 0-13 0,1 0-4 0,15 21 14 16,-37-5-4-16,-2-5-4 0,-28 25-7 16,-1-9 2-16,-7 2-5 0,-3-5-3 0,2 1-2 15,-3-5 13-15,1 0 15 0,3-6-7 16,4 0 7-16,4-5-3 0,4 0-6 0,-2 3-15 16,4-3-12-16,2-5-10 0,5 4-8 0,6-8 7 15,9 0-11-15,0 0-21 0,-2-15-25 16,20 1-40-16,6-1-45 0,4-2-116 0,8-1-77 15,8-5 0-15</inkml:trace>
  <inkml:trace contextRef="#ctx0" brushRef="#br0" timeOffset="39888.51">25154 3970 144 0,'-2'-4'145'16,"0"1"-17"-16,-1 1-5 0,-2 0-5 15,-2 2-11-15,-12 10-15 0,-3 1-9 0,0 1-9 0,-3 9-3 16,-2 6 3-16,-1 4-3 0,0 6-7 16,0 7-3-16,3 1 3 0,1 3-7 0,4 0 0 15,4 0-5-15,3-2 1 0,3-4 6 16,5-2-2-16,4-2-9 0,1-22-2 0,10 30 2 16,5-18-6-16,2-5-12 0,7-2 2 15,4-5 1-15,2-2-11 0,3-7-7 16,0-1-19-16,6-4-43 0,-19-2-57 0,40-19-134 0,-16 3-182 15,3-5 1-15</inkml:trace>
  <inkml:trace contextRef="#ctx0" brushRef="#br0" timeOffset="40859.89">26381 3661 76 0,'0'21'125'0,"-39"21"-6"0,22-14-12 15,-3 2 6-15,-2 4-13 0,-3 2 6 0,0 2-7 16,-2-1-15-16,2 1-3 0,-1-1-14 0,-2-1 10 16,2-3-13-16,-1 4 1 0,2-4-6 15,1-2-9-15,0 0-3 0,2-5-1 0,2 1-7 16,3-6-5-16,2 0-1 0,-1-3-1 16,4-3-4-16,1-1-4 0,1-3 0 15,0-6-33-15,2-2-54 0,8-3-58 0,-17-14-105 0,9-3-94 16,1-4 0-16</inkml:trace>
  <inkml:trace contextRef="#ctx0" brushRef="#br0" timeOffset="41103.82">25740 3805 112 0,'19'8'120'0,"1"6"-5"15,-1 2-6-15,-1 2-5 0,0 5 1 16,0 4-4-16,1 1-4 0,-3 6-6 0,0 1-5 15,-1 2-8-15,-1 2-6 0,1-1-2 0,-2 1-10 16,2-3-4-16,0 0 6 0,1-2-11 0,1-2-3 16,2-2-11-16,1 0-3 0,-1-7-14 15,3-1-17-15,0-1-20 0,-1-6-51 0,2-1-60 16,2-7-141-16,-1-2-19 16,-13-5 1-16</inkml:trace>
  <inkml:trace contextRef="#ctx0" brushRef="#br0" timeOffset="41566.25">27520 3588 87 0,'-28'0'129'0,"15"0"-6"15,-10 0-23-15,-26 18-4 0,21-6 7 0,-1 7-10 16,-2 0-5-16,2 7-18 0,2 3 0 0,3 3-3 15,4-1-1-15,5 3-4 0,5-2-3 0,6 4-11 16,4-20 2-16,12 31-4 0,4-16-2 16,4-1-4-16,2-1-2 0,5-3-2 0,1 1-7 15,0-2 1-15,0 0-6 0,0-3 0 16,-3 0-1-16,-3-1-6 0,-1-2 4 0,-6 3 4 16,-5 1 4-16,-3 3 2 0,-7-15 3 15,-12 25 2-15,-3-14-10 0,-6 0-2 0,-6 1 4 16,-5-4 12-16,-2 0 4 0,-5-2-6 0,-1-3 3 15,-3-4-4-15,3 1-7 16,4-3-5-16,0-4-10 0,3 1-13 0,-1-4-20 0,20-1-8 16,-6 0 0-16,0 0-14 0,-16-21-8 0,29 8-40 15,7 2-40-15,12-26-57 0,7 8-91 16,7-2-63-16,8-2 1 0</inkml:trace>
  <inkml:trace contextRef="#ctx0" brushRef="#br0" timeOffset="41788.87">27829 3597 19 0,'6'-9'132'0,"-1"3"-24"0,0 4-8 15,-2 3-3-15,-2 6 5 0,-1 2-10 16,0 18-6-16,0-10-5 0,0 12-5 0,0 10 2 16,0 7 10-16,-13 57-7 0,8-41-1 15,3 0-6-15,2 4 2 0,0-35-7 0,0 15-7 16,0 6-7-16,15 55-12 0,-8-58-4 15,-1-4-12-15,4-4-22 0,-1-5-18 0,0-5-19 16,5-8-45-16,-1-2-24 0,-1-8-135 16,0-11-67-16,-12-2 0 0</inkml:trace>
  <inkml:trace contextRef="#ctx0" brushRef="#br0" timeOffset="41919.75">27884 4138 87 0,'-5'-20'115'0,"-1"5"-2"0,5 5-12 0,1 10-10 0,0-9 6 15,23-8-9-15,-5 11-15 0,9 4-2 0,4-2-7 16,2 1-6-16,3 1-9 0,-3 2 1 0,-15 0-10 16,7 0-33-16,4 0-65 0,5 0-94 15,-2 0-117-15</inkml:trace>
  <inkml:trace contextRef="#ctx0" brushRef="#br0" timeOffset="42373.64">29175 3831 114 0,'7'0'139'0,"-2"4"-13"0,-3 1-12 16,-2 5 9-16,-7 13-5 0,-2 1-23 16,-3 8-1-16,-7 4-6 0,-1 4-12 0,-4 5 0 15,-5 2 7-15,1 6 1 0,1-6-12 0,5-1-2 16,0-7-3-16,5-7-12 0,1-1 2 15,3-3 0-15,1-4-7 0,0-2 2 0,2-6-3 0,5-5-12 16,1-7-14-16,4-4-3 16,1-13-9-16,7-10-19 0,2-1-5 0,2-7-11 15,1-4-3-15,2-3-7 0,3-4-6 0,1-3-3 16,2 0-8-16,-2-2-5 0,3 1 3 16,0 5 7-16,-2 1 13 0,-2 1 2 0,1 7-3 15,-2 2 12-15,-1 3 19 16,0 6-6-16,2 2 9 0,-1 2-9 0,2 6 18 0,-1 4-1 15,-4 7-7-15,-8 0 3 0,12 18 4 0,-6-2 4 16,-2 6 5-16,0 1 1 0,-2 2 11 0,0 3-8 16,-3 0-4-16,3 1 6 0,1-3 5 0,-1 0-11 15,3 0 1-15,0-1 0 0,-1-3-7 16,2 0 0-16,0 0 6 0,3-3-4 0,0-1 7 16,1 3-7-16,0-5 5 0,2-1-8 15,2 1-10-15,6-6-4 0,-5 1-29 16,3-3-45-16,5-5-113 0,-2 0-145 0,-12-3 52 0,6 0 1 15</inkml:trace>
  <inkml:trace contextRef="#ctx0" brushRef="#br0" timeOffset="42573.32">30097 3855 99 0,'0'-8'138'16,"1"1"-15"-16,0 2-9 0,-1 1 0 0,2 2-18 15,-1 4-8-15,0 0-7 0,2 3 2 0,1 16-17 16,0 7-8-16,-3 3-3 0,1 1-1 0,-2-13-12 16,0 5 0-16,0 6-12 0,-15 33-10 0,8-31-40 15,1 2-63-15,0-4-99 0</inkml:trace>
  <inkml:trace contextRef="#ctx0" brushRef="#br0" timeOffset="42764.75">29678 3767 64 0,'4'-6'125'0,"10"-1"-8"0,2 3-16 0,9 2-2 0,7 2-1 16,-13 0-6-16,7 0-12 0,9 0-14 16,5 0-7-16,52 13-8 0,-39-7 5 0,2 1-7 15,-6 3-30-15,0 0-86 0,-3-1-144 16,-9 0 11-16</inkml:trace>
  <inkml:trace contextRef="#ctx0" brushRef="#br0" timeOffset="42930.55">29525 4205 98 0,'-12'19'155'0,"9"1"-16"0,4-6-6 16,10 3-4-16,6-4-24 0,9-2 4 15,3-2-23-15,4-1-15 0,6-4-4 0,7-4-12 16,-22 0-8-16,16 0-16 0,8 0-13 16,60-11-86-16,-49 3-127 0,3-2-88 0</inkml:trace>
  <inkml:trace contextRef="#ctx0" brushRef="#br0" timeOffset="43393.12">30984 3835 12 0,'0'-4'127'0,"0"2"-22"0,-2 2-8 15,0 0-6-15,-1 5-3 0,-8 13-4 0,-2 6-2 16,-4 5-4-16,-5 5-15 0,-3 6 1 16,0 1-8-16,-2 4 12 0,3-1-4 15,0-1-6-15,0-2-6 0,1-5-9 0,6-4 3 0,0-3-6 16,3-7 7-16,0 1 2 0,-1-3-3 15,2-5-2-15,1-3-3 0,2-8-6 16,10-4-16-16,-8 0-8 0,-6-25-7 0,8 5-15 16,6-3 6-16,0 7-12 0,12-27-1 15,-2 9-8-15,4-1 0 0,5-3-7 0,9-2-3 16,4-2-1-16,5 1 4 0,7 3-10 16,6-3 12-16,3 5 7 0,3 4 13 0,0 2 9 15,1 1-2-15,1 7 15 0,-5 2-14 0,-6 4 3 16,-5 5-3-16,-4-3 6 0,-5 9-2 15,-1 4 1-15,-20 1 0 0,23 13 17 16,-22 1-3-16,-4 4 0 0,-3 0-12 0,-3 5 13 0,-3-10-4 16,0 8 8-16,0 2-13 0,-11 31 9 15,8-26 1-15,3 1 1 0,0-15 1 16,11 29-3-16,-1-17 5 0,4-2 7 0,4 1 2 0,3-2-8 16,4-3 1-16,7-1-1 0,4 4 5 0,3-4-6 15,5 1-4-15,0-3-7 0,7-1 0 16,0 0-15-16,1-1-16 0,0-3-21 15,4-3-105-15,0-1-195 0,-27-8 49 0,31 0 1 16</inkml:trace>
  <inkml:trace contextRef="#ctx0" brushRef="#br0" timeOffset="50575.15">27941 9139 58 0,'0'0'86'0,"0"0"-7"0,0 0-6 16,0 0-4-16,0 0-1 0,0 0-13 16,0 0-13-16,0-16 5 0,14 16-2 0,-14 0-17 15,0 0 11-15,0-13-13 0,13-4-5 0,-14 13 4 16,1 0 9-16,0 1-28 16,0-1 18-16,-2-1-16 0,1 3 12 0,0-2-13 0,1 4 2 15,0 0-1-15,-6-14-7 0,4 9 1 16,-2-1-6-16,0 1 10 0,-10-5 5 0,1 2-5 15,0-1-8-15,-5 3-10 0,2 2 15 0,-4-1-10 16,-2 4 16-16,-4 0-4 0,13 1-6 16,-10 0-7-16,-3 0 10 0,-33 11 3 0,27-5-6 15,-2 3 5-15,-1-1-3 0,-1 2-12 0,1 0 0 16,-1 0 20-16,2-4-4 0,-1 4-3 16,3 1-9-16,-5-1 3 0,1 1 12 15,0-1-17-15,0 2 8 0,0-3 3 0,1 2 0 16,3 0-13-16,0-1 14 0,0 0-6 0,4 1 12 15,0 0-8-15,1-1 2 0,3 1-10 16,1 3-4-16,1-2 27 0,-1 2-15 0,2-2 5 16,-2 2 3-16,-1 0-17 0,4 0 9 0,0-2-3 15,2 3 2-15,0-2 13 0,0 4-16 16,2-4 9-16,0 2 1 0,2-1-1 0,2-2-14 16,-2 0 21-16,4 3-2 0,-2-1-18 0,4 1 10 15,0-2-3-15,4 0 7 0,-2 5-1 16,0-2-3-16,2 0-6 0,-1 3 16 0,2 0-3 15,-1 1-8-15,0 1-1 0,3 0 2 16,-3-2 10-16,1 0 9 0,1 0-11 0,-1-1-6 16,2-4 7-16,-1-5-5 0,1 0 4 0,0 0 2 15,1 0-8-15,-2-4 3 0,2 2-2 0,-1-1-1 16,1-1-3-16,-1 1-2 0,1 1 10 16,0-2 2-16,0-5-15 0,0 0 2 0,0 9 1 15,0-1 16-15,0 0-11 0,0 1-7 16,0-3 10-16,0 8 4 0,0 0-7 0,0 3 4 15,16 15-6-15,-15-17 14 0,3 0-12 0,1 2 6 16,-2 0 1-16,1 0 1 0,0-1 2 16,1 0-11-16,1 1 5 0,-2 0 9 0,4-4-8 15,-2 4 1-15,2-2 3 0,-2 2 6 0,0-2-6 16,2 1-4-16,0-2 2 0,0-2 4 16,4-1-7-16,0 2-3 0,0-5 1 0,4 2 11 15,4 0-2-15,0-4-9 0,4 0 7 0,0-2 0 16,7 0 3-16,-3-3 0 0,1 0-7 15,3-1-2-15,-15 0-2 0,7 0 3 0,4 0-1 16,2 0-1-16,30-16-4 0,-29 13 0 0,-2-3 0 16,2-1 4-16,-6 2-23 0,0-2-25 15,-2-2-32-15,-2-1-46 0,-2-1-96 0,-3-2-61 16,-1-1 0-16</inkml:trace>
  <inkml:trace contextRef="#ctx0" brushRef="#br0" timeOffset="50791.64">26893 9837 78 0,'0'-2'100'0,"3"0"-4"0,1-1-7 0,3 1-17 16,13-6-5-16,4-1-12 0,5-1 7 15,0 3-12-15,6-2-2 0,2 1-4 0,2 0-10 16,3-3-33-16,3 4-57 0,-1-3-132 0,-3-1-29 16,1 1 28-16</inkml:trace>
  <inkml:trace contextRef="#ctx0" brushRef="#br0" timeOffset="51407.55">27875 9440 15 0,'0'-2'108'0,"0"2"-7"0,0 4-5 0,0 0-17 16,-3 3-3-16,-2 14 4 0,-3 4-15 0,-2 3 5 15,1 3-8-15,-3-1 6 0,0 2-11 16,-3 0-7-16,3 0-3 0,-1-5 1 15,0-1-12-15,2-1 7 0,2-4-15 0,1-3-2 16,1 0-4-16,3-7-2 0,0-4 1 0,0-2-4 16,1-5-6-16,3 0-5 0,0 0 7 0,0-14-15 15,3-9-5-15,-3 8-7 0,12-26 3 16,0 11-7-16,3-4 6 16,2 0-16-16,4-2-8 0,5-1-3 0,0 0 6 0,5-1 6 15,2 4-2-15,1 1 5 0,3 1-8 16,3 2 16-16,1 2-4 0,1 3 11 0,0 4 3 0,-2 0 1 15,-1 5 10-15,-6 4-14 0,1 5 7 16,-2 3 5-16,-19 4 18 0,22 11-16 16,-22 5 14-16,-10 6 6 0,-3-10-11 0,-18 27 11 15,-2-11 0-15,-6-1 2 0,-4 4-5 16,-2 1 16-16,2-5-17 0,0 2 1 0,1-6-11 16,4 0-5-16,1-4-6 0,4-2 9 0,4 0 1 15,0-4-7-15,4 1 0 0,8-6 8 16,4-8 4-16,10 10-8 0,9-2-5 0,8-5 6 15,1-3-1-15,5 0-3 0,3 2 1 16,3-2 10-16,-1 3-11 0,0 0 6 0,-2 0 0 0,-6 2 5 16,0 2 7-16,0 2-2 0,-4 0 2 15,-5 3-4-15,-5 3 4 0,-8 6 4 0,-8-7 7 16,-13 25-4-16,-9-7-6 16,-7 2 4-16,-3-4 0 0,-1 2-5 0,-1-4 5 0,2-1-5 15,-1-5 1-15,2-1 2 0,2-4-3 0,2 0-3 16,3-4-5-16,0-1-16 15,2-3-15-15,2-5 4 0,6-4-4 0,14 0-22 16,-8-15-70-16,15-10-110 0,5 0-116 0,8-4 0 16</inkml:trace>
  <inkml:trace contextRef="#ctx0" brushRef="#br0" timeOffset="51627.38">28962 9426 62 0,'16'-9'110'15,"-5"7"-11"-15,-2-2-19 0,-2 3-1 0,0 2 1 16,-3 3-4-16,-2 2-9 0,2 11-6 16,-2 3-3-16,-1 2-3 0,-1-8-3 0,0 8 6 15,0 5-14-15,0 3 0 0,-12 32-1 0,9-30-5 16,1-5-10-16,-1 1-30 0,0-3-41 16,2-10-66-16,-2-3-156 0</inkml:trace>
  <inkml:trace contextRef="#ctx0" brushRef="#br0" timeOffset="51772.4">28755 9432 75 0,'21'-3'98'0,"7"3"-8"16,-14 0-11-16,12 0 4 0,2 0-14 0,2 0 8 15,37 13-9-15,-34-4-15 0,3-1-5 0,-3 1-35 16,-5 1-67-16,-4 3-189 0,-8 1 23 15,-10 2 44-15</inkml:trace>
  <inkml:trace contextRef="#ctx0" brushRef="#br0" timeOffset="51929.82">28491 9938 85 0,'-4'10'120'0,"5"-2"-8"16,4 0-1-16,7-1-10 0,4 2 2 0,7-3-13 15,2 0-5-15,5-2-17 0,3-2-5 0,0-2-2 16,-14 0-7-16,10 0-1 0,7 0-24 16,44-15-43-16,-31 6-67 0,-2-3-206 15</inkml:trace>
  <inkml:trace contextRef="#ctx0" brushRef="#br0" timeOffset="52132.77">29458 9546 9 0,'3'0'117'16,"1"0"0"-16,-2 3-13 0,0 1-4 16,-1 3 6-16,2 12-1 0,-3-6-18 0,0 8-5 0,-14 32-5 15,5-18-4-15,-4 1-8 0,-3 5-4 16,-4 0-2-16,0-1-6 0,0 0-14 0,0-4-12 16,1-2-16-16,2-2-22 0,1-6-35 15,4-1-36-15,-3-8-42 0,3-6-109 0,4-8 34 16</inkml:trace>
  <inkml:trace contextRef="#ctx0" brushRef="#br0" timeOffset="52273.68">29222 9371 72 0,'32'-14'100'0,"1"1"-12"0,2 6 9 0,4 5-14 15,-23 2-11-15,9 0-6 0,31 12-7 0,-27-4-37 16,-2 1-58-16,0 3-95 0,-5-1-72 15,1-3 23-15</inkml:trace>
  <inkml:trace contextRef="#ctx0" brushRef="#br0" timeOffset="52625.66">29824 9448 97 0,'5'11'122'0,"-1"6"-14"0,-5-2-5 15,1-5-6-15,0 8-3 0,-20 27-6 0,6-19-6 16,-2 4-9-16,0-2-2 0,0-2-15 0,2-1-9 16,0-4 3-16,2-2-6 0,6-2 5 0,-1-9-11 15,3-3-5-15,4-5-8 0,0 0-9 16,-1-17-6-16,5-2-2 0,5-4 1 16,4 1-17-16,1-2-1 0,-1 2 8 0,2 0-3 15,2 5 3-15,-1-2-2 0,3 2-6 16,-2 3 9-16,0 3-3 0,1 2-4 15,-2 4 14-15,-3 3-1 0,-4 2-2 0,-9 0 0 16,18 16 9-16,-13 0-2 0,-5-5 10 0,0 10-4 16,-21 32 7-16,1-13 2 0,-10 4 2 15,-7 2-7-15,-4 1 8 0,-2-3-5 0,2-5-4 0,1-3 3 16,3-4-3-16,0-4-3 0,1-3 5 16,1-2-5-16,-1-5-6 0,0-3-15 15,2-4-1-15,-2-5-14 0,2-2-2 0,16-4-14 16,-9 0-54-16,-33-18-81 0,28 0-134 0,3-3 55 15</inkml:trace>
  <inkml:trace contextRef="#ctx0" brushRef="#br0" timeOffset="52780.13">29734 9548 24 0,'18'-5'92'0,"-4"2"-23"15,0 0-26-15,3 1-56 0,0-1-143 0</inkml:trace>
  <inkml:trace contextRef="#ctx0" brushRef="#br0" timeOffset="53117.66">30229 9628 125 0,'1'4'120'0,"-1"1"-10"0,-4 14-10 0,-4-2 2 16,-4 5-10-16,-3 0-12 0,-3 3-1 0,-1-2-8 16,-4 2-9-16,5-4-4 0,0-1-7 0,1 1-1 15,2-4-7-15,3-1-3 0,2-3 1 0,2-6-4 16,2-3-8-16,6-4-6 0,0 0-4 16,-5-11-15-16,12-9-7 0,2-5-1 0,2 0 0 15,5-5-7-15,5-3-1 0,4 1-16 0,5 0 10 16,2 0-19-16,5 0 15 15,2 1-7-15,1 3 6 0,0 3 12 0,-2 4-1 0,-2 0 5 16,-2 5 11-16,-5 4-4 0,-1 3 8 0,0 3 6 16,-4 6 9-16,-14 0-5 0,15 17-2 15,-18 3 6-15,-6 10 10 0,-1-13-6 0,-25 44 4 16,1-11 0-16,-8 3 2 0,-3 3-14 16,-3-2 1-16,2 0-12 0,0-3 7 0,3-2-18 15,2-3-26-15,3-7-30 0,4-3-48 0,2-6-89 16,6-9-79-16,1-6 87 0</inkml:trace>
  <inkml:trace contextRef="#ctx0" brushRef="#br0" timeOffset="53295.24">30279 9645 34 0,'19'-14'87'0,"2"3"-12"15,6 2 15-15,4 3-19 0,3 2-5 0,2 4-26 16,-14 0-15-16,14 0-40 0,11 0-80 15,6 0-108-15</inkml:trace>
  <inkml:trace contextRef="#ctx0" brushRef="#br0" timeOffset="53468.27">31789 9389 40 0,'0'0'121'0,"-2"2"-19"0,-2 2-4 0,-5 12-6 15,-4 2-5-15,-6 4-2 0,-5 6-7 16,-4 7 0-16,-5 3-3 0,-6 2 2 0,-1 1-17 16,-2 3-3-16,0-2-8 0,2-3-3 15,2-2-8-15,3-5-11 0,0 0-1 0,3-5-3 0,0-1-5 16,4-5-27-16,2-6-30 0,2-4-63 16,-3-6-115-16,16-5-11 0</inkml:trace>
  <inkml:trace contextRef="#ctx0" brushRef="#br0" timeOffset="53651.24">31226 9511 34 0,'24'5'119'0,"0"0"-6"0,0 2-5 0,-1 7-14 16,0-2 15-16,-3 3-16 0,-3 4-2 16,2 2-15-16,-5-2 0 0,-2 5-11 15,0 1-6-15,1-1-2 0,-1 1-17 0,0-3 0 16,3-1-14-16,2 0 11 0,3-1-14 15,4-4-26-15,4-1-69 0,3-5-159 0,4-7-8 16</inkml:trace>
  <inkml:trace contextRef="#ctx0" brushRef="#br0" timeOffset="53882.74">32742 9526 48 0,'1'0'124'0,"-2"1"-12"0,-7 2-5 0,0 2-12 16,-7 11 7-16,-6-4-17 0,-6 8-12 0,-2 2-1 15,-3 1 2-15,-1 2-21 0,-3 5 12 0,-8 4-13 16,-3 1-12-16,0 3-8 0,0-4-8 16,1 1 0-16,0-4-14 0,2-1-27 0,2-3-23 15,3-5-52-15,1-5-91 0,2-4-85 16</inkml:trace>
  <inkml:trace contextRef="#ctx0" brushRef="#br0" timeOffset="54060.12">32196 9579 95 0,'27'7'120'0,"-2"3"-3"15,3 5-9-15,-4 5-13 0,-1 5 1 16,-4 3-14-16,-3 4-5 0,-3 1-8 0,-2 2-4 15,-2 0-23-15,-1-1-56 0,3 1-44 0,-1-5-110 16,14 11-85-16,7-10 41 0,5-9 23 16</inkml:trace>
  <inkml:trace contextRef="#ctx0" brushRef="#br0" timeOffset="54259.41">33319 9674 103 0,'-8'18'125'0,"-6"1"-14"0,-4 7-10 16,-7 4 3-16,-6 6-10 0,-7 0-7 0,-4 2-6 15,-3 1 1-15,0-2-15 16,3-4-5-16,2 1-5 0,3-6-8 0,2-2-5 16,1-5-7-16,2-1-4 0,2-4 0 0,2-5-31 0,-1-1-57 15,2-10-69-15,15 0-167 0,-21-19 90 16</inkml:trace>
  <inkml:trace contextRef="#ctx0" brushRef="#br0" timeOffset="54405.32">32811 9716 66 0,'35'21'129'0,"-6"0"-5"0,1 1-10 0,-5 3-8 15,-4 5 0-15,1-2-1 0,-6 4-15 0,0 0-15 16,-3-3 5-16,2 5-11 0,-3-2-19 15,-3 0 3-15,4-3-16 0,-1-2-60 0,3-6-97 16,1-2-154-16,4-7 77 0</inkml:trace>
  <inkml:trace contextRef="#ctx0" brushRef="#br0" timeOffset="55047.49">26920 11183 45 0,'5'2'65'0,"3"-2"-10"0,18 3-6 15,-10-3 3-15,8 0 1 0,6 0-5 16,5 0-7-16,3 0 5 0,0 0 1 0,1 0-15 15,0 0 6-15,-2 0 10 0,2 0-22 16,-2 0 5-16,39-11-5 0,-39 8 1 0,1-5-53 16,-1-2-108-16,-2-7-98 0,-1-3 48 0</inkml:trace>
  <inkml:trace contextRef="#ctx0" brushRef="#br0" timeOffset="55281.38">27100 10869 67 0,'-55'45'68'0,"2"4"-9"16,0 1 8-16,1 3-12 0,4 0-5 0,1 0 9 15,5-1-6-15,4-2-15 0,6-3-7 16,2 0 11-16,8-4-8 0,6 0 0 15,4-6-5-15,11 1 3 0,1-22 3 0,25 21-7 16,3-17-35-16,8-8-49 0,6-8-115 0,-18-4-49 0,14 0 26 16</inkml:trace>
  <inkml:trace contextRef="#ctx0" brushRef="#br0" timeOffset="55550.1">27995 10799 35 0,'20'12'112'0,"-3"6"-12"0,-2 5 7 0,-3 9-10 15,-3 7-4-15,-2 5 1 0,-3 5-6 16,-3 1 1-16,-1-24-13 0,0 14-3 0,0 5-2 16,-12 49-2-16,4-50-7 0,-1-3-4 15,-2-4-5-15,-1-1 0 0,-5-4-13 0,-5-2-4 16,-4-4-5-16,-6-2 3 0,-6-1-10 0,-4-5-9 15,-8-2-6-15,1-3-19 0,-3-5-9 0,3 1-14 16,-2-7 3-16,29-2-6 16,-12 0-8-16,0 0 8 0,-30-13-13 0,44 0-70 0,10-5-124 15,10 9 18-15</inkml:trace>
  <inkml:trace contextRef="#ctx0" brushRef="#br0" timeOffset="55968.78">28687 11064 2 0,'37'-11'136'0,"-6"3"-18"0,-7 1 0 16,-12 3-21-16,-12 4-6 0,2 5 3 0,-8 1-1 16,-10 9-22-16,-6 0-7 0,1 2 0 15,-4 4-13-15,-2 4-8 0,-1-1-12 0,0 2 3 16,0 3-7-16,4-4-2 0,3-1-6 16,2-3 0-16,2 1-10 0,-1-6 13 0,5-3-12 15,8-3-2-15,5-10 2 0,4-7 2 0,9-5-17 16,6-6-4-16,1-2 3 0,4-7 1 15,1-3-10-15,3-1-14 16,1-4-2-16,3-1 20 0,4 0-14 0,-2 3-2 0,-1-1 5 16,-1 2 5-16,1 6 13 0,-4 5 7 0,2 5 2 15,-4 4-4-15,3 4 5 0,-2 7 11 16,-16 1-10-16,20 22 11 0,-16-2 8 0,-8 7 6 16,-7 9-7-16,-1-19 0 0,-16 41 0 0,1-15-1 15,-8 2 9-15,-4-1 2 0,-6 2 8 16,-3-2-11-16,-1-3 0 0,-3-4 5 15,-1-1-11-15,-2-3 2 0,-2-3-4 0,-3-7-2 0,-2 0-2 16,-4-5-14-16,-4-6-2 0,0-3-13 16,-1-4-4-16,-2-4-9 0,33-1-5 0,-55-11-14 15,35 0 0-15,4-5-4 0,8-1-9 0,12-4-68 16,9-3-135-16,13-8 10 16</inkml:trace>
  <inkml:trace contextRef="#ctx0" brushRef="#br0" timeOffset="56095.7">28675 11059 74 0,'18'-9'89'16,"-3"2"-1"-16,-3 4-6 0,-7 1-3 15,-5 2-20-15,0 0-1 0,8 0 1 0,10 18-23 16,-5-8-34-16,6-1-60 0,4-3-151 0,7-1 20 16</inkml:trace>
  <inkml:trace contextRef="#ctx0" brushRef="#br0" timeOffset="56458.93">29489 11033 53 0,'0'1'113'0,"-2"-1"-3"0,1 1-2 16,-10 11-14-16,-5 4-4 0,-1 0-6 0,-3 3-12 16,-4 7 3-16,-3 3-10 0,-2 3-11 0,0 1-3 15,-1 5 6-15,5-6 2 0,-2-1-12 16,7 0-5-16,3-6 1 0,1-4-5 15,3 0-4-15,1-2-3 0,8-10-7 0,8-9-7 16,9-7-9-16,4-8 5 0,1-5-7 0,4-8-15 16,5-2-9-16,2-8 4 0,2-3-5 15,4-1 0-15,-1-5-16 0,2 0-6 0,0 3 9 0,-1 0 0 16,0 3 11-16,-2 5-1 0,-2 2 0 16,-2 4 10-16,-2 5-2 0,-2 5 15 0,2 4-14 15,-4 5 24-15,2 8-2 0,-14 3 5 16,21 21 0-16,-19 2 10 0,-4 8-7 0,-5 7 7 15,-4-16-5-15,0 14 7 0,-22 54-8 16,4-34 12-16,-2-1 0 0,-2 1 6 0,-2 1-11 16,0-2-5-16,-3-3-10 0,0-4 0 15,0-1-7-15,1-6-1 0,-1-6-21 0,4-7-15 0,-1-9-21 16,3-5-38-16,5-14-75 0,8 0-90 16,-12-20 62-16</inkml:trace>
  <inkml:trace contextRef="#ctx0" brushRef="#br0" timeOffset="56580.27">29449 11406 9 0,'14'-29'79'0,"4"2"-19"0,0 1-5 0,5 4 5 0,1-1 2 16,3 5-23-16,2 2 10 0,4 1 1 0,1 4-11 16,1 0 5-16,2 3 14 0,-1 3-7 0,5 1 1 15,3-1-9-15,-1 5-4 0,-20 0-24 0,12 0-31 16,9 0-41-16,54 16-92 0,-42-11-65 0,2-1 20 16</inkml:trace>
  <inkml:trace contextRef="#ctx0" brushRef="#br0" timeOffset="56853.25">32304 10984 87 0,'0'4'114'0,"-1"1"-8"0,-10 7-13 0,-1 5 6 15,-4 1-9-15,0 2-2 0,-4 1-10 0,-1 4-8 16,-5 3-2-16,-2 0-13 0,-3 5 9 0,-2-1-1 16,-1 2-4-16,0 1 2 0,0-3-8 15,1 0-12-15,2 1-2 0,1-5 2 0,0-4-18 16,1 1 4-16,6-7-18 0,1-3-25 16,-2-1-62-16,1-11-116 15,14-3-99-15,-18-11 81 0</inkml:trace>
  <inkml:trace contextRef="#ctx0" brushRef="#br0" timeOffset="57039.42">31837 11011 62 0,'29'16'98'0,"0"2"-6"0,1 7 1 16,-5 0-1-16,-1 4-2 0,-3 0-3 15,-2 3-2-15,-3 1-5 0,-3 6 0 0,-3-1-11 16,-2-1-5-16,-2-1-5 0,0 0-5 0,-2-2-12 15,1-1-13-15,0-4-16 0,2-5-24 16,4-3-59-16,2-7-112 0,8-5-79 0</inkml:trace>
  <inkml:trace contextRef="#ctx0" brushRef="#br0" timeOffset="57260.7">32958 11153 103 0,'-11'8'103'0,"-2"6"-10"16,-11 4-7-16,-5 7-10 0,-10 6 10 15,-2 3-12-15,-9 6-7 0,8-3 10 0,0-4-8 16,5-2-17-16,-3 2-6 0,1-1-10 0,2-2-4 16,1-2-31-16,2-3-26 0,6-4-52 15,3-5-74-15,1-7-106 0,4-4 60 16,20-5 5-16</inkml:trace>
  <inkml:trace contextRef="#ctx0" brushRef="#br0" timeOffset="57403.21">32539 11227 75 0,'27'11'106'16,"1"7"-16"-16,-1 1-4 0,-2 8 3 15,0-4-2-15,-1 2 2 0,0 10-17 0,-4 4-3 16,-1 1-3-16,-3 2-7 0,-1 8-13 15,-2-2-5-15,0-1-44 0,3 0-30 0,-1-7-124 16,8-6-106-16</inkml:trace>
  <inkml:trace contextRef="#ctx0" brushRef="#br0" timeOffset="57729.42">30697 12324 72 0,'7'-8'87'0,"22"-1"1"15,12-4-8-15,15 3-14 0,14-3-8 16,12-1-8-16,13 3-2 0,10 0-2 16,10 1-8-16,4 2-7 0,8 2 0 0,81 0 2 15,-6 3 0-15,-10 3 0 0,-102 0-7 16,43 0 7-16,14 0-4 0,152 15-12 0,-158-7 7 16,-11 4-3-16,-13-2 4 0,-17-1-26 0,-21 1-11 15,-17-3-84-15,-24-2-167 0</inkml:trace>
  <inkml:trace contextRef="#ctx0" brushRef="#br0" timeOffset="58383.13">27418 12798 30 0,'-46'32'41'0,"5"5"-2"0,0 4-7 0,3 6 7 16,2 3 4-16,6 3-11 0,2 3 18 0,4-1-15 15,2 1 6-15,5 1 6 0,3-6-11 16,5-2-6-16,4-4 6 0,2 0 0 0,3-6-1 16,0-22-4-16,15 33 3 0,-1-24-3 0,11-7-2 15,4-6 2-15,8-5-4 0,5-5-2 16,-17-3-11-16,54-13-48 0,-23-2-67 15,0-4-145-15,-2-6 24 0,-3-1 31 0</inkml:trace>
  <inkml:trace contextRef="#ctx0" brushRef="#br0" timeOffset="58538.54">27616 13161 11 0,'36'-8'43'15,"7"2"4"-15,3 1-11 0,5-4-1 16,2 2-28-16,2-2-66 0</inkml:trace>
  <inkml:trace contextRef="#ctx0" brushRef="#br0" timeOffset="59041.9">28120 12912 58 0,'-8'17'68'0,"1"4"4"0,-1 1-8 0,-4 3-2 15,0 2-6-15,0-4-14 0,0 0 2 0,-1 0-7 16,1-2-5-16,3-3 1 0,1-3-10 16,1-5-17-16,2-5 16 0,1-3-18 15,4-2-12-15,0-11 20 0,6-5-13 16,6-4 9-16,2-4-17 0,2 1-1 0,5 0 4 15,4-3-8-15,3-2 6 0,2 2-7 16,2-3 9-16,1 2-6 0,0 1-5 16,-1 4-5-16,-2 3 8 0,-2 2 4 0,-6 4-13 15,1 0 9-15,-3 3 17 0,-4 2-7 0,-3 5 24 0,-13 3-9 16,0 0 8-16,12 14 3 0,-18 10-1 16,-8 0-4-16,-4 6-8 0,-8 4 16 0,-2 4-12 15,0 1 4-15,4-3-4 0,3-5 1 0,2-2-12 16,3-4 2-16,3-3-8 0,5-2 2 0,7-8 11 15,1-12-9-15,28 16 13 0,-3-14-9 0,3 0-2 16,-11-2-8-16,7 0-12 0,7 0 13 16,0 0 8-16,31-14-7 0,-28 9 15 15,-5 4-2-15,-2 0 10 0,-3 0-14 0,-6-2 8 16,-3 1 13-16,-4-1-6 0,-11 3 2 0,0 0 2 16,12 9 7-16,-22 6-10 0,-10 3 0 0,-2 3-8 15,-6 1-2-15,-6 6-15 0,-4 0 11 16,0 0-5-16,1-1-7 0,4-3-4 15,3-3 2-15,6-4-2 0,3-1-9 0,1 0 12 16,11-11-2-16,9-5 13 0,8-3-53 0,12-12-64 16,2-4-139-16,6-5 57 0,8-9 10 15</inkml:trace>
  <inkml:trace contextRef="#ctx0" brushRef="#br0" timeOffset="59226.86">29263 12830 24 0,'10'-1'69'0,"-5"4"14"16,-1 2-23-16,-4 2-4 0,-1 4-11 0,-3 12 18 16,-4 4-24-16,1 4-5 0,0 0 21 15,-1 3 3-15,2 5-12 0,-1 1-9 0,3 1 0 16,1-6-23-16,1 2-1 0,0-4-22 0,2-8-63 16,-4-7-130-16,2-7-7 0,-2-6 37 15</inkml:trace>
  <inkml:trace contextRef="#ctx0" brushRef="#br0" timeOffset="59383.23">29125 12974 45 0,'49'13'57'15,"-1"1"-9"-15,-3 1 1 0,-1 2-31 0,-6-2-72 16</inkml:trace>
  <inkml:trace contextRef="#ctx0" brushRef="#br0" timeOffset="59573.02">28890 13531 44 0,'31'5'52'15,"-14"-5"15"-15,42 8-19 0,-14-5 12 0,6-3-20 16,-26 0 1-16,16 0-8 0,7 0-2 16,59-19-73-16,-50 6-116 0,-1-3-24 0</inkml:trace>
  <inkml:trace contextRef="#ctx0" brushRef="#br0" timeOffset="59735.08">29965 13069 5 0,'0'10'70'0,"-3"17"6"0,3-12-11 16,-12 33 0-16,1-9-4 0,1 2-5 15,-2 7 0-15,-3-1-17 0,-1 5 13 0,0-1-11 0,-1-1-7 16,1-1 5-16,0-2-10 0,-1-6-21 16,1-3-26-16,1-9-43 0,3-7-66 0,-3-5-66 15,7-10 13-15</inkml:trace>
  <inkml:trace contextRef="#ctx0" brushRef="#br0" timeOffset="59892.05">29933 13004 2 0,'49'-3'55'0,"-24"3"11"0,14 0-3 15,8 0 6-15,2 0-20 0,56 16 17 0,-45-3-32 16,0-1-3-16,6-1-50 0,1 1-120 0,2 1-53 15</inkml:trace>
  <inkml:trace contextRef="#ctx0" brushRef="#br0" timeOffset="60110.04">31954 12853 45 0,'-4'6'99'0,"-5"11"-21"0,-10 2 3 16,-4 7-8-16,-7 6 2 0,-6 5 3 0,-7 5 9 16,-4 4-6-16,-3 3-12 0,-2 3-12 0,2-4 6 15,1 1-9-15,2-6-9 0,3-1-4 16,3-6-12-16,7-5-7 0,2-1 13 16,2-8-11-16,5-3-19 0,0-7-3 0,-3-9-29 15,16-3-69-15,-20-21-106 0,14-2-3 16</inkml:trace>
  <inkml:trace contextRef="#ctx0" brushRef="#br0" timeOffset="60281.97">31253 12926 44 0,'32'3'60'16,"-15"-3"7"-16,38 15-5 0,-20-2 5 0,-1 2-3 16,-1 3 5-16,-2 6-10 0,-5 0 10 15,0 6-18-15,-2 2 13 0,-2 3-20 0,1 0 12 16,1 3-25-16,2 0 6 0,2-2-43 15,6-6-90-15,4-4-150 0,3-3 39 0,4-10 8 16</inkml:trace>
  <inkml:trace contextRef="#ctx0" brushRef="#br0" timeOffset="60469.89">32770 12963 14 0,'-19'13'90'0,"-6"5"-8"0,-7 5-7 0,-1 2-1 16,-3 3 1-16,0 3-2 0,-6 6-4 16,-4 5-4-16,-3 4-20 0,-1 2 13 0,0-1-20 15,2-4-1-15,4-3-3 0,3-4-3 0,7-7-14 16,3-5-10-16,4-9-36 0,1-9-75 0,15-6-109 16</inkml:trace>
  <inkml:trace contextRef="#ctx0" brushRef="#br0" timeOffset="60638.38">32240 13093 62 0,'24'10'63'0,"-2"4"13"0,0 4-11 16,0 4 2-16,-1 1 4 0,-1 5-10 0,-4 1-8 0,-1 4 2 16,-2 3-9-16,-4 0-2 0,2-2-64 15,-3 0-66-15,1-6-132 0,17 14 33 0</inkml:trace>
  <inkml:trace contextRef="#ctx0" brushRef="#br0" timeOffset="60804.02">33253 13142 85 0,'-23'32'81'0,"-13"5"2"0,-7 8-9 0,-9 0 0 15,-6 9-13-15,-6-1-5 0,-7 2-7 16,0-6-35-16,14-12-41 0,10-11-51 0,10-8-82 16,4-5-30-16</inkml:trace>
  <inkml:trace contextRef="#ctx0" brushRef="#br0" timeOffset="60962.83">33077 13167 35 0,'34'29'88'0,"-3"6"-2"16,-3 3 0-16,-1 5-4 0,-6 0-18 0,-5 4 4 15,-7 10 0-15,-6 1-7 0,-3-31-13 16,-17 60-39-16,1-35-102 0,-8-6-131 0,-4-5 24 16</inkml:trace>
  <inkml:trace contextRef="#ctx0" brushRef="#br0" timeOffset="61481.7">29257 14523 14 0,'50'-18'76'15,"9"-1"-3"-15,9-4-5 0,11 3-6 16,11-1 10-16,11 0-4 0,7 1-3 0,13-1 5 15,15 1-7-15,8 2-1 0,6 1-5 0,108-4-6 16,-9 2 10-16,10 1-8 0,-3 2-7 16,-4 3 3-16,-8 3-7 0,-11-1-10 0,-9 8 3 15,-13-5-17-15,-13 2 3 0,-12 0-8 16,-16 3-7-16,-10 2 5 0,-20-4 3 16,-14 5-23-16,-22-4 17 0,-20 2-3 0,-18-2-7 15,-10-4-62-15,-20-6-139 0</inkml:trace>
  <inkml:trace contextRef="#ctx0" brushRef="#br0" timeOffset="62085.44">26523 15600 15 0,'-30'49'28'0,"4"0"-6"0,2 0 5 0,7 0 3 16,5-4-4-16,5 1-3 0,6-5 4 0,1-22-6 15,12 36-2-15,4-23 12 0,4-6-14 0,11-5 8 16,7-8 3-16,5-5-16 0,9-5 4 16,2-1-3-16,-24-2 6 0,60-15-11 0,-25 1-40 15,-2-4-62-15,0-3-101 0</inkml:trace>
  <inkml:trace contextRef="#ctx0" brushRef="#br0" timeOffset="62758.33">27588 15348 22 0,'-13'24'59'0,"-2"3"-7"15,-1 1-6-15,-1 4 7 0,0-2-3 16,-2 0-9-16,4-3-14 0,-1-5-7 16,4 2 7-16,3-7 4 0,0-5-14 0,3-8-9 15,6-4 16-15,-1-11-24 0,8-7 3 0,3-7-12 16,2-4 9-16,6-1-14 0,4-5 3 0,1-2-15 16,8-2 9-16,1 0-9 0,0 2 1 15,4 0 10-15,-5 4 3 0,1 3-17 0,-1 3 10 16,-3 4 6-16,-3 4-2 0,-2 3 7 0,-2 1-3 15,2 8 10-15,-4 3 14 0,-13 4-15 16,16 13 15-16,-13 1-6 0,-4 6 2 0,-3 7 8 16,-2-10 6-16,-18 35-6 0,2-12-8 15,0-2-4-15,2-2 10 0,0-5-6 0,2-4-12 16,2-1 11-16,-1-4-10 0,7-6 0 16,4-5-3-16,0-11-3 0,16 5 11 15,5-4 1-15,-10-1-9 0,8 0-10 0,5 0 20 16,4 0-4-16,1 0 2 0,2 0 8 0,-1 0-4 15,0 0 18-15,-2 0-1 0,20 4-11 0,-30 2 14 16,0 3-10-16,-6 2 22 0,-4 0-2 16,-6 3-1-16,-2-4-8 0,-13 22 2 15,-3-7-22-15,-8 3 5 0,-5 3 7 0,-5-1-5 0,-2 1 7 16,2-4-12-16,-1-1 3 0,3-6-14 16,1-1-14-16,3-6 10 0,4-2-5 15,2-2 1-15,2-2-2 0,20-7 1 0,-10 0-39 16,0-20-92-16,16-7-92 0,4 0 29 0</inkml:trace>
  <inkml:trace contextRef="#ctx0" brushRef="#br0" timeOffset="62978.77">28637 15151 63 0,'0'6'69'15,"-1"15"-10"-15,-3 2 4 0,-3 5-14 0,1-2 12 16,-4 5-16-16,2 1-10 0,-1 1 18 16,0 0-10-16,-1 2-6 0,2-4-13 0,2-4-12 15,-1 3 9-15,0-8-6 0,3-5-16 0,4-6-42 16,-1-11-106-16,1 0-53 0,0-11-7 16</inkml:trace>
  <inkml:trace contextRef="#ctx0" brushRef="#br0" timeOffset="63126.75">28417 15150 5 0,'39'5'46'0,"-18"-5"13"0,45 11-6 0,-24-5 2 0,0-1-8 15,-1 4-13-15,-6-2-17 0,-6-1-42 16,-4 0-83-16</inkml:trace>
  <inkml:trace contextRef="#ctx0" brushRef="#br0" timeOffset="63293.49">28120 15636 25 0,'41'5'40'0,"-18"-5"9"15,52 8-8-15,-46-8-4 0,14 0-8 16,9 0-1-16,58-17-66 0,-50 3-151 16</inkml:trace>
  <inkml:trace contextRef="#ctx0" brushRef="#br0" timeOffset="63484.1">28958 15327 51 0,'2'32'62'0,"-2"-15"4"0,-11 32-11 15,6-11-4-15,-2 0 8 0,2 2-7 0,-5 1-12 16,1 0-1-16,-3 0-4 0,0-3 12 16,-1-3-14-16,-1-2-22 0,2-9-61 0,-2-3-79 15,0-11-94-15</inkml:trace>
  <inkml:trace contextRef="#ctx0" brushRef="#br0" timeOffset="63640.5">29318 14976 27 0,'40'0'56'0,"-21"0"-2"0,5 0 0 16,28 14-20-16,-35-9-87 0</inkml:trace>
  <inkml:trace contextRef="#ctx0" brushRef="#br0" timeOffset="65492.42">30391 14213 55 0,'-98'-2'110'0,"40"20"-20"15,0 3-6-15,-1 10-12 0,0 6-7 0,2 6 4 16,0 10 3-16,2 9-10 15,2 10 9-15,2 6 8 0,1 10-4 0,4 5-6 16,5-1 0-16,5 2-9 0,2-7-7 0,5-2 0 16,5-4 0-16,3-4-4 0,6-7-13 0,3-2 6 15,4-7-9-15,1-4-6 0,5-6-6 16,2-28-1-16,0 8-5 0,13 37 1 0,0-38-5 16,7-5 2-16,4-6-13 0,7-1 6 15,4-7-4-15,5-4-30 0,1-7-65 0,-17 0-66 16,48-13-153-16,-22-2 72 0</inkml:trace>
  <inkml:trace contextRef="#ctx0" brushRef="#br0" timeOffset="65847.45">30402 14837 55 0,'-3'18'96'0,"-1"4"2"0,0 3-9 0,0 7 1 0,-1 1-14 15,0-2 6-15,-2 5-2 0,0 2 0 16,-2 4-14-16,0 5 1 0,-2-1-1 0,2 2-3 15,-2 2-5-15,0-1-3 0,2 2-1 16,-2-1-1-16,2-1-13 0,2 1 1 0,2-1 7 16,1-2-8-16,-1-3-1 0,2-1-3 0,2-2 3 15,-1-5-3-15,2-18-6 0,0 7-7 16,0 2-7-16,0-4-9 0,0 0-19 0,0-4-12 16,0-4-58-16,0-3-74 0,0-6-134 0,0-6 25 15</inkml:trace>
  <inkml:trace contextRef="#ctx0" brushRef="#br0" timeOffset="66124.12">30592 15628 55 0,'10'-13'101'16,"2"0"-3"-16,3-2-6 0,2 0-14 15,2 0-4-15,5 0-4 0,1 4-10 16,3-2 1-16,4-3-8 0,4 3 1 0,4 0-10 16,4-1 9-16,2-2-16 0,0 0-31 15,4 0-51-15,-2 0-98 0,-3-2-118 0,-4-1 43 16,-5-2 39-16</inkml:trace>
  <inkml:trace contextRef="#ctx0" brushRef="#br0" timeOffset="66341.67">31344 14775 88 0,'1'0'103'0,"0"4"-7"16,1 1-1-16,2 13-9 0,-2 3-1 15,-2 6 5-15,0-10-2 0,0 9-16 0,-14 42 2 16,2-21-3-16,0 6-1 0,-3 0-9 0,-1 2 0 16,1 1 0-16,1-1-11 0,2-4-3 15,4 1-5-15,1-6-3 0,4-3-9 16,3-6 2-16,0-21-5 0,0 9-5 0,23 24-19 0,-6-28-40 16,3-7-68-16,3-9-166 0,-11-5 1 15,20-11 0-15</inkml:trace>
  <inkml:trace contextRef="#ctx0" brushRef="#br0" timeOffset="66535.64">31326 15212 25 0,'-4'-19'104'15,"0"6"-14"-15,2 3-6 0,0 4-4 0,2-1-9 16,0 7-11-16,18-13 10 0,-1 9-13 16,6 0 9-16,3 2-13 0,8 1 3 0,0-2-14 15,4-2-16-15,5 0-56 0,1-8-78 16,3-4-160-16,-2-1 52 0,1-6 19 0</inkml:trace>
  <inkml:trace contextRef="#ctx0" brushRef="#br0" timeOffset="66756.02">32127 14638 22 0,'2'6'121'0,"-1"0"-7"15,2 16-6-15,-3-7-7 0,0 9 6 0,0 5-15 16,-12 42 6-16,5-24-3 0,-5 6 3 0,-3 5-17 15,-3 4 5-15,-4 4-3 0,-3 1-5 16,-3 2-4-16,-1 2-4 0,-2-9 0 16,2 1-2-16,-2-6-5 0,2-3-12 0,-1-6 1 15,1-4-2-15,-4-5-12 0,-3-3 5 0,-6-2-7 16,-4-5-9-16,-5-5-21 0,-7 2 6 16,-3-5-18-16,-8 0-11 0,-4-5-14 0,-4-4-1 15,-3-2-17-15,6-3-23 0,5-5-54 16,37-2-77-16,-53-15-149 0,39 2 0 0</inkml:trace>
  <inkml:trace contextRef="#ctx0" brushRef="#br0" timeOffset="67029.86">32995 15025 98 0,'2'8'117'0,"-2"4"-12"0,-6 8-10 0,1 2 4 16,-6 5 3-16,-1 4 2 0,-4 6-5 0,-4 3-8 16,-6-1-1-16,-4 10-3 0,-4-2-5 15,-1 6-6-15,-2-2-10 0,1-7-3 0,0 1-8 16,8-12-6-16,4-7-22 0,4-3-19 15,2-3-28-15,0-1-42 0,2-2-58 0,1-11-101 16,4-6-52-16,11 0 0 0</inkml:trace>
  <inkml:trace contextRef="#ctx0" brushRef="#br0" timeOffset="67201.13">32467 15127 93 0,'12'4'97'0,"6"4"-1"0,0 4-15 15,6 6 0-15,3 4-6 0,2 6 12 0,1-1-18 16,0 9 13-16,-3-2-7 0,0 1-12 0,-1 2-5 16,0 4-13-16,-1-7-3 0,3 4 3 15,1-10-22-15,2-2-18 0,6-2-47 0,7-9-88 16,3-5-152-16</inkml:trace>
  <inkml:trace contextRef="#ctx0" brushRef="#br0" timeOffset="67371.59">33595 15255 56 0,'-10'-4'107'0,"2"-1"1"0,-6 9-10 0,-2-2-2 15,-2 7-1-15,-4 7-11 0,-4 0-2 0,0 3-1 16,-8 4-6-16,-4 9-8 0,0-2-2 0,-5-2-10 16,-2 6-6-16,1 2-1 0,1-1-7 15,-1 0-3-15,3-4-20 0,1-3-20 0,-2-2-50 16,8-1-45-16,-2-9-100 0,5-8-84 15</inkml:trace>
  <inkml:trace contextRef="#ctx0" brushRef="#br0" timeOffset="67549">33019 15266 37 0,'12'-3'87'16,"8"7"-11"-16,3 5-2 0,4 3-1 0,2 7 3 15,2 1-12-15,-1 7 0 0,-2 1-1 0,2-1-5 16,-4 4-1-16,-3-3-2 0,0 3-14 15,-3 0 2-15,-4-4-27 0,0 3-47 0,-2-2-37 16,-8-7-104-16,-2 1-59 0,-4-3 30 16</inkml:trace>
  <inkml:trace contextRef="#ctx0" brushRef="#br0" timeOffset="67688.28">33499 15429 105 0,'0'1'96'0,"-4"5"0"0,-2 4-8 16,-6 3-10-16,-6 3-2 0,-4 4 2 0,-2 4-11 16,-8 1-19-16,-8 3-67 0,-3-1-69 15,-2-1-102-15,-7-2-24 0,-6-3 22 0</inkml:trace>
  <inkml:trace contextRef="#ctx0" brushRef="#br0" timeOffset="67826.73">33169 15615 74 0,'42'-2'99'0,"1"6"5"16,-4 2-8-16,-3 1-11 0,-4 4 3 0,-2 0 1 16,-8 7 0-16,-2 0-7 0,-4-1-3 0,-4 4-4 15,-10-1-6-15,-4 2-58 16,-4-6-106-16,-8 5-176 0</inkml:trace>
  <inkml:trace contextRef="#ctx0" brushRef="#br0" timeOffset="70715.86">1630 7941 9 0,'0'0'121'0,"-14"0"-6"16,14 0-14-16,0 0-10 0,0 0-1 15,0 0 2-15,0 0-6 0,0 0-13 0,-14 0 6 16,-2-24-23-16,14 24-2 0,2 0-4 16,-2-2-6-16,0 2 1 0,2-1-13 0,0 1-8 15,-2 0-2-15,2-1 2 0,0 1-6 0,-2 0 2 16,2 0-1-16,0-2-10 0,0 2 2 15,-2 0 2-15,2 0 1 0,-2-2-10 16,2 2 4-16,0 0-7 0,0 0 0 0,0-2 2 16,-2 2 3-16,2 0 1 0,0 0 2 15,0 0-14-15,2 2-6 0,-2-2-8 0,0 0-9 16,2 0-41-16,2 0-21 0,0-3-87 0,2 0-108 16</inkml:trace>
  <inkml:trace contextRef="#ctx0" brushRef="#br0" timeOffset="208963.05">6502 16820 40 0,'-19'0'161'0,"-11"22"-24"0,20-19-10 15,2-1 7-15,3 0-9 0,1-2-19 16,0 2-8-16,1-2-13 16,1 0 4-16,0 0-13 0,2 0-2 0,2-2-10 0,0 2 1 15,2-2-11-15,3 0-2 0,13-1-10 16,3-4 5-16,6-1-7 0,3 1 4 0,3-1-9 15,3 1 10-15,6-4 4 0,8 1-6 0,6 0 2 16,3-2 7-16,3-2-8 0,4-1-1 16,5-2 10-16,6 0-9 0,8-4 11 0,6 3 2 0,5-5 6 15,4 1-10-15,6-3 15 0,9-3-16 16,6-2 2-16,3 3-3 0,6-1 9 16,3-1-5-16,0 0-22 0,1-1 17 0,88-17-26 0,-51 10 1 15,-29 5 18-15,-16 5-5 16,0 0-5-16,-1-2-3 0,-6 3-11 0,-2-1 15 15,-5 1-7-15,-4 4 12 0,-5-3-36 0,-7 2 5 16,-5 1 15-16,-7-3-12 0,0 4 1 0,-9 0-10 16,-9 0-11-16,-1 3-33 0,-6-1-21 15,-5 4-19-15,-7 0-25 0,-6 0-31 0,-6-2-27 16,-2 4-67-16,-9-4-343 0,-3 4 1 0</inkml:trace>
</inkml:ink>
</file>

<file path=ppt/ink/ink110.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10T14:25:34.642"/>
    </inkml:context>
    <inkml:brush xml:id="br0">
      <inkml:brushProperty name="width" value="0.05292" units="cm"/>
      <inkml:brushProperty name="height" value="0.05292" units="cm"/>
      <inkml:brushProperty name="color" value="#FF0000"/>
    </inkml:brush>
  </inkml:definitions>
  <inkml:trace contextRef="#ctx0" brushRef="#br0">13981 4925 63 0,'0'-16'134'16,"0"16"-19"-16,0 0-8 0,0-16-12 0,4-1 5 16,-5 13-10-16,1 0-16 0,-2 1-10 0,2 1 0 15,-1 0-12-15,1-2-15 0,0 2 8 16,0 2-16-16,0 0 7 0,1 2-14 15,1 4 0-15,0 2 2 0,2 14-5 0,-1 4 3 16,0 6 5-16,1 1-16 0,1 3 7 0,0 6 9 16,3 1-13-16,0 4 22 0,6 0 10 0,3-2 7 15,4-1 10-15,5-2 6 0,4-4 2 16,9-4 4-16,5-6-6 0,9-7-5 0,7-6-2 16,11-8-12-16,4-4 2 0,-33-3 4 15,90-21-11-15,-33 3-14 0,6-5 2 0,10-7-3 0,5-5-8 16,1-4-13-16,5-3-4 0,97-34 1 15,-11-2-2-15,-5 2-9 0,-10-3-3 16,3 0-4-16,-4-2-1 0,-2-2-5 0,1 1 5 0,4 2-6 16,-1 1 4-16,-3 3-6 0,-34 17 7 15,-22 6-10-15,67-25 2 0,1 4 1 16,2 4 3-16,-45 11-2 0,-23 14 3 0,60-24-9 0,-41 17 6 16,-24 13-15-16,-20 5-14 0,0 1-80 15,-8-2-169-15,-6 1-64 0,-7-5 1 16</inkml:trace>
  <inkml:trace contextRef="#ctx0" brushRef="#br0" timeOffset="3165.36">9684 9878 75 0,'0'0'67'0,"-14"0"7"0,14 0-1 16,0 0-15-16,0 0-7 0,0 0-7 15,-15 0-1-15,-1 10 1 0,13-10-26 0,1 0 8 16,-1-2 2-16,2 2-4 0,-1 0-8 16,1 0 7-16,0 0-24 0,-1-1-4 0,2 2 9 0,0-1-2 15,2 2 12-15,2 0-25 0,0 3 15 16,14 3 17-16,2 2 2 0,6-1 12 0,2 0-3 16,6 1 11-16,6-2-8 0,8-1 19 15,7 1-3-15,7-1-18 0,6 0 7 0,6 0-3 16,6-2-5-16,3 4-2 0,2-2 6 0,8 2-9 15,3 0-9-15,2 0 11 0,1 1-8 16,1 1-4-16,3 0 12 0,0 1-8 0,-3-1 4 16,-2-2-8-16,0 3 1 0,-4-4 0 15,1 1 3-15,-2-2 0 0,1 1 3 0,0-1-7 16,3-1 3-16,-1-2-4 0,4 0-4 16,-1-1 0-16,-2-1 1 0,0 1-1 0,1-2-4 15,-2-1 3-15,-2 0 0 0,-48 0-2 0,21 0-4 16,7 0 3-16,5 0-1 0,-1 0-2 15,-3 0-7-15,-3 0 6 0,-5 0 0 0,-5 0 5 16,-3 0-11-16,-6 0 6 0,46-13-1 0,-60 11 1 16,-3 0-4-16,-4 0 2 15,-1 2 1-15,-3-3 6 0,-4 1-1 0,-3 2-6 16,-4-3 0-16,-3 1 7 0,-5 2-5 16,-9 0 5-16,8 0-3 0,-1 0 0 0,-7 0 1 15,8 0-1-15,-8 0 3 0,8 0-2 0,-8 0-14 16,6 0-19-16,-6 0-35 0,0 0-59 0,8 0-104 15,-8 0-106-15,0 0 0 0</inkml:trace>
  <inkml:trace contextRef="#ctx0" brushRef="#br0" timeOffset="4330.67">17745 7945 97 0,'-21'5'132'15,"3"-1"-14"-15,2-1-12 0,4 2-6 0,3-1-9 0,2-4-7 16,2 2-12-16,1-2-3 0,4 3-6 0,3-2 1 15,3 1 0-15,20 1-6 0,3 2-3 16,4-4 0-16,7 5-11 0,6-2-4 0,4 3 9 16,5 2-9-16,0-2 6 0,3 2-9 0,3 1 9 15,0 0-2-15,2 0 3 0,7 2-8 16,5 1-1-16,5 0 1 0,8-2 4 0,3-1-6 16,5 1-6-16,1-2 5 0,7 1 0 0,0 0-3 15,7-3-7-15,4 3-8 0,1-3 0 0,6 1 2 16,-1-3-8-16,3 3 7 0,3-2 0 15,3 1-11-15,5-1-2 0,-2-1 2 0,2-1-1 16,1 2 8-16,-1-3-13 0,2 5 7 0,2-2-5 16,-3 1 0-16,-1-3-7 0,-5 6 9 15,4-3-8-15,-3 1 4 0,-3-1-1 0,-3 1-4 16,-5 0 0-16,-4 3 6 16,-2-1-5-16,-2 1 8 0,2 0 1 0,0 0-2 0,0-1-2 15,-6 1-6-15,2-2 14 0,-4 2-6 16,2-1-2-16,-4-1 1 0,0-1-6 0,0 1 1 0,-4-3 0 15,2 2-4-15,2-1 0 0,-2-2-3 16,1 0 3-16,-4 0-2 0,-4-1-1 0,-3 2-1 16,-1-3-4-16,-4 1 7 0,-2 0 1 15,-2 0 3-15,-5-1-4 0,0 0-4 0,-2-1 6 16,-3 1 2-16,0-3-5 0,-3 2-3 0,0-1 2 16,2 2-7-16,3-3 7 0,0 1 2 15,2 0-3-15,4 0 4 0,1 1-7 0,-2 0 1 16,-2-2 3-16,1 0 5 0,0 0-5 15,-6 3-2-15,6-1-1 0,-4-2 9 0,-2 3-5 16,2-2 1-16,-3 1-5 0,0-1 6 16,0 2-1-16,2-2 3 0,2 0-8 0,3 1 6 15,-3 0 0-15,1-2-1 0,-7 4-4 16,2-3 4-16,-1 0-2 0,-1 1-3 0,-5 1 9 16,2-3-4-16,-6 2-3 0,-2 0 3 15,-5-2 6-15,-3 1-7 0,-4-1 2 0,-5 0-1 0,-2 0 9 16,-22 0-10-16,7 0 7 15,4 0-7-15,-1 0 1 0,-3 0-1 16,-2 0-3-16,-4 0-3 0,-3 0 0 0,-4 0 0 0,-2 0-8 16,-2 0 6-16,-1 0-11 0,-7 0-29 0,8-5-78 15,-15 5-186-15,-17-6 25 0,-5-1 1 0</inkml:trace>
  <inkml:trace contextRef="#ctx0" brushRef="#br0" timeOffset="20032.64">11109 11917 14 0,'-76'9'146'0,"59"-9"-19"0,-32-9-7 15,17 4-17-15,2-4-8 0,2 0 2 16,3-2-16-16,1-1-13 15,1-2-6-15,3 0-8 0,-1-3-14 0,4 0 13 16,0-1-12-16,3-3-4 0,2-2-11 0,4 0 1 16,0 1 9-16,4-3-10 0,2 3 1 15,2 8-8-15,0-8-5 0,0-3-4 0,18-28-2 16,-4 23-14-16,-1-4 1 0,4-2-9 0,3-1 12 16,4-1-13-16,5-4 2 0,3-5 2 15,4 4-3-15,2-4-9 0,3 2-5 0,3-2 14 16,5-3 10-16,2 2-19 0,4 3 7 15,3-2 2-15,4 0 4 0,2 1 5 0,2-1 5 16,5 0-9-16,1 2 11 0,1-2-15 0,3 0 13 16,4 1 3-16,0 3 1 0,1 0 1 15,3 1-14-15,1 4 15 0,-1-1-3 0,2 1-10 0,-1 2 14 16,0 0 4-16,1 3-12 16,-1 0 4-16,2-1 2 0,1 1-16 0,-1 2 14 15,-5-1-6-15,1 4 4 0,-2-1 0 0,-1 6-7 16,-5-1 9-16,2 4-11 0,-4 0 7 0,-1 4 8 15,-1 2-5-15,-1 3 6 0,-4 1-5 0,1 0 11 16,-3 2-4-16,1 2 6 0,3 2-19 16,-1 3 17-16,0-1-8 0,-34 2 0 0,16 0 7 15,7 0 3-15,63 14-7 0,-56-7 0 16,-5 3-5-16,-2 0-4 0,-3 2 12 0,-2 1-2 16,-3 0 3-16,-4 2 1 0,-1 1-4 0,1 0 5 15,-4 1-1-15,-3 2-6 0,-1-3 1 16,-1 2 4-16,2 0 1 0,-2-1-3 0,-2-1 2 15,-1 1-3-15,-1 0 0 0,-2 1 4 0,2-3-1 16,-1 2 3-16,1 0 2 0,-1 2-10 0,2 1 1 16,2-2 0-16,-2 3 0 0,2-2 0 15,1 2 4-15,0 0 6 0,1 1-13 0,0 0 8 16,-3 0-1-16,1 2-6 0,-1-2 4 16,-2 0-5-16,-1-1 8 0,-3 0-4 0,-2-1-3 15,-1-2 2-15,-1 1 0 0,-3-2 0 0,-3 0-4 16,5-2-4-16,-4 4 13 0,0-2-7 0,-2-2 1 15,1-2-3-15,2 2 7 0,-1-3-5 16,1 1-1-16,1-2 9 0,1-1-5 0,1-1 4 16,0 3-7-16,1-3 4 0,-2 0 0 15,1 1-8-15,-2 3 4 0,4-2 3 0,0 3 3 16,-2 0 0-16,5 1-1 0,1 2 5 16,4 0-5-16,1 4 9 0,1 2-4 0,4 1 5 15,2-1-4-15,-2 4-1 0,0-1-4 0,2 3 1 16,-4 0 3-16,-2 0-4 0,4 0 6 15,-4 3 3-15,-2 0-1 0,2 0-5 0,-6 2-6 16,2 2-6-16,-2-2 2 0,0 4 6 16,0-1-4-16,0 2 0 0,0-2 8 0,0 3-5 0,0-2 4 15,0 3 3-15,0-2-1 16,2 3-4-16,-4-1-1 0,0 1 2 0,3-3-1 16,-1 1-5-16,1-1-1 0,-1 2 11 0,0-2-2 0,-1 0 2 15,2-3-7-15,-2 3 0 16,2-3 8-16,-1 2-2 0,-1-3-4 0,-1 2 4 15,0-4-7-15,0 0-6 0,0 1 5 0,-1-3-2 0,-2-1-2 16,-3 1 1-16,2-2-4 0,0-1 8 16,-4 0-4-16,0 1 0 0,-1-4-12 0,-4-1 3 15,1 1-2-15,-1 0 9 0,-1-1-8 16,-3-3 3-16,-2-1-3 0,-2-3 6 16,-3-3 0-16,-1-2-4 0,-1-3 6 0,-12 13 5 0,1-10-9 15,-2 1-3-15,-6-1 7 16,1-1-3-16,-2-2 1 0,0-4-4 0,-3 3-2 0,-1 1 11 15,0-3-14-15,-3 0 0 0,1 0 16 16,-2-3-9-16,-2 5 5 0,1-4-8 16,-3-1-1-16,3 3 6 0,-2-2 0 0,1-2 9 15,-5 2-4-15,0-4 1 0,-1 1-11 0,-2 0-1 16,-6-1 7-16,1 0-2 0,19 0-8 16,-15 0 18-16,-6 0 1 0,-7 0-7 0,-59-12-15 15,47 5 3-15,0 1 16 0,0-2-3 0,-4 1-6 16,2-3-16-16,0 1 12 0,2-3 4 0,0 3-9 15,4-1 6-15,0 0 3 0,1 0-3 16,2 2 0-16,-2-3-7 0,0 4 11 0,1 0-2 16,0 0 3-16,0-2-8 0,0 5 0 15,1-2 5-15,-2 3-4 0,1-1-2 0,-2 0-5 16,-1 4 5-16,0-4-2 0,-3 2 11 16,0 1-2-16,-3-2 1 0,0-3-3 0,-3 1-9 0,0-2-5 15,0-1 9-15,1-3 3 0,1-1-2 16,1 0-1-16,1-5-9 0,0 0 3 0,3-4-4 15,1-1-5-15,1-3-2 0,1 1 0 0,3-4-1 16,-1-2-4-16,2-2-3 16,2-6-2-16,3-1-2 0,3-1-4 0,4-4-1 0,7-5 3 15,5 1-6-15,5-4 3 0,7-1 5 16,8-1 1-16,8-1 1 0,4 27 1 0,20-56-4 16,4 30 6-16,7 1-8 0,7 4 12 15,4 2-14-15,6 4 17 0,5 3-11 0,0 4 9 16,2 1-21-16,-2 6-58 0,2 0-90 15,-7 1-85-15,-4 3 54 0</inkml:trace>
  <inkml:trace contextRef="#ctx0" brushRef="#br0" timeOffset="22797.22">15467 15131 110 0,'-16'0'127'0,"16"0"-12"0,-32-9-17 0,25 7 7 15,3 2-8-15,0-1-7 0,0-2-6 16,3 3-23-16,-2 0 4 16,3 0 3-16,-4-2-14 0,4 2-7 0,2 0-2 0,3-4-5 15,2 4-6-15,19-3 1 16,5-3-7-16,5 3-4 0,1-2 9 0,8 0-9 0,3-1-3 15,5-3 1-15,7 2-9 0,5-3 10 0,13-2-8 16,6-1 1 0,9 1 3-16,7-4-9 0,5 3 6 0,6 0-1 0,4 2 8 0,5-1-4 15,6 1 4-15,2-1-2 0,4 3 3 16,-3-1-6-16,2 1 14 0,-3 1-9 0,-1 1 1 16,-1 1-6-16,-4 1 4 0,0-2-8 0,0 3 11 15,3-1-7-15,-3 0-6 0,3-1 2 0,-3-1 3 16,-4-3-4-16,3 0-4 0,-1-1 2 15,-1 0 0-15,1-3-10 0,-3-1 0 0,-1 1 3 16,-2 0-9-16,-3-1 5 0,-3-1 0 16,-7 2-3-16,-5 3-2 0,-8-2 5 0,-9-1-9 15,-5 1 7-15,-7 3-1 0,-6 1 4 0,-7-2 1 16,-6 2-4-16,-6 1 4 0,-4 0-6 16,-5 2 7-16,-5 0 7 0,3 0-2 0,-7 1-3 15,-3 1-2-15,-4-1 8 0,-1 2-2 16,-4 1-1-16,-2 0-4 0,-2 0 1 0,-2 0-5 15,0 0-6-15,-1 0-21 0,0-1-55 16,2 0-94-16,8-4-175 0,1-2 14 0,-2-2 0 16</inkml:trace>
  <inkml:trace contextRef="#ctx0" brushRef="#br0" timeOffset="33530.74">11208 15662 84 0,'0'0'135'0,"0"0"-11"16,0 0-19-16,0 0 0 0,0 0-11 15,0 0-9-15,0 0-15 0,0 0 7 0,13 0-16 16,-13 0-7-16,0 0-2 0,0 0-4 15,0 0 1-15,39 2-8 0,-27 12 1 0,4 4 0 16,0-1-11-16,0 0-1 0,3 0-6 0,-2 4 2 16,-1 0 2-16,-1-1 12 0,2 3-4 15,0 2 7-15,-2 3 0 0,1-2-2 16,1 4 3-16,2 5-12 0,1-1 4 0,0-1 0 16,0 3-9-16,4-2-3 0,3-4-2 0,5-2 9 15,4-3 7-15,2-2-9 0,6-8 8 0,7-7-5 16,9-4-6-16,5-4 6 0,-28 0-1 15,81-22-11-15,-24 0 0 0,7-3-2 0,5-6 6 16,8-5-3-16,6-7 7 0,81-32-3 16,-6-8-10-16,-3-6 5 0,-4-3-9 0,10-13-4 15,-2-6 1-15,3 0-6 0,2-4-4 16,-4 2 2-16,3 4 4 0,0-3-19 0,8 4 2 16,-4-2 6-16,0 5 1 0,3-4-3 0,-2 12-11 15,2 1 2-15,-5 4 6 0,-8 15-25 0,-36 11-34 16,30-16-69-16,-40 16-112 0,-24 9-175 0,-22 4 0 15</inkml:trace>
</inkml:ink>
</file>

<file path=ppt/ink/ink111.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10T14:26:22.392"/>
    </inkml:context>
    <inkml:brush xml:id="br0">
      <inkml:brushProperty name="width" value="0.05292" units="cm"/>
      <inkml:brushProperty name="height" value="0.05292" units="cm"/>
      <inkml:brushProperty name="color" value="#FF0000"/>
    </inkml:brush>
  </inkml:definitions>
  <inkml:trace contextRef="#ctx0" brushRef="#br0">2264 5045 31 0,'0'0'49'15,"0"0"9"-15,0 0-10 0,-14 0-18 0,14 0-3 16,0 0-9-16,-23-27 2 0,20 29-10 0,2-4-8 15,1 2 3-15,1 0 6 0,1 0-15 0,0 2 8 16,1-2 9-16,1 1-9 0,0-1-1 0,4 2 8 16,9 1 3-16,3 1-14 0,2 4 10 0,4-3 6 15,6-1-5-15,0 2 5 0,9-3 17 16,3-2-5-16,8-1-3 0,7 0 6 16,-27 0 5-16,18 0-7 0,13 0 3 0,8 0 5 15,6 0 8-15,7 0-16 0,3 0-1 16,5 0 3-16,1 0 1 0,4 0 1 0,3 0 11 15,4 0-10-15,3-8 7 0,113-5-12 0,-105 7 9 16,5 1-1-16,0-2-10 0,3 1-1 0,-1-1 3 16,4 0-7-16,-1 1 1 0,1-3-1 15,-1 2 0-15,1-1 4 0,2 3-16 0,4-1 5 16,0-1 5-16,6-1-1 0,-2 3-6 16,2-2-2-16,4 0 6 0,4 0-2 0,0-1 0 15,4 1-4-15,0-1 0 0,2-1 2 0,2 0-2 16,3 0-9-16,-2 0 10 0,-1 0-7 0,-1 2 8 15,-1-1-7-15,3 2 12 0,-2-1-10 16,-3 3-2-16,-6 0-1 0,-2 1 4 0,1-1-3 16,-3 0 0-16,-1 1-6 0,-3-2 6 0,0 3 1 15,0-2 1-15,-1 0 1 0,-1-2-7 16,3 1 5-16,-1-1-6 0,0-1 2 0,3 2 6 16,4-3-9-16,-1 2-5 0,4 1 7 0,-1 0-3 15,0 0 2-15,0 3-7 0,1-2 10 0,-1 3-2 16,2-3 1-16,1 2 6 0,-4 2-8 15,0-2 4-15,1 2-3 0,4-1 6 16,-4 1-4-16,-4-1-7 0,-3 0 8 0,-6-1-3 16,-3-1 1-16,-5 0 0 0,0 0-8 15,-4-2 8-15,-1 0 2 0,-5-1-9 0,-2 1 3 16,1-3 5-16,1 2-3 0,4 2-4 0,6-3 1 16,1 1-4-16,-4-3-1 0,3 5-9 15,0 2 10-15,2-2-8 0,3 1 16 16,-1-3-10-16,-3 4-5 0,0-3 11 15,-4 3-4-15,2 0 5 0,0-1-7 0,1-1-8 16,-4-1 9-16,3 2-1 0,-3 0-9 16,-3 0 3-16,0-1 1 0,-1 1 5 0,-2 2-6 15,4 0 4-15,-60 1 1 0,32 0-4 16,18 0 10-16,10 0-8 0,5 0 0 0,6 0 10 16,3 0-2-16,2 0-8 0,-1 0-2 0,136 11-8 15,-133-10 7-15,4 2-1 0,-4 0 7 16,-1-3-17-16,-5 2 11 0,-8 0-4 0,-4-1 8 15,-8 0 7-15,-59-1-4 0,24 0-4 16,6 0-3-16,3 0 11 0,-3 0-8 16,75-12 4-16,-92 7 3 0,-7 1-9 0,-4 1 7 0,-7 0-5 15,-5 0 20-15,-5-1-5 0,-5 0 5 16,1 0-1-16,-3 2-5 0,-5-2-16 0,-4 1 12 16,-3 0-8-16,-5 2 12 0,-1 0-5 15,-4-1-49-15,-2 1-97 0,-1 1-138 0</inkml:trace>
</inkml:ink>
</file>

<file path=ppt/ink/ink112.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10T14:26:47.257"/>
    </inkml:context>
    <inkml:brush xml:id="br0">
      <inkml:brushProperty name="width" value="0.05292" units="cm"/>
      <inkml:brushProperty name="height" value="0.05292" units="cm"/>
      <inkml:brushProperty name="color" value="#FF0000"/>
    </inkml:brush>
  </inkml:definitions>
  <inkml:trace contextRef="#ctx0" brushRef="#br0">12338 11300 82 0,'0'0'193'0,"0"0"-48"0,0 0-37 16,0 0-3-16,0 0-12 0,0 0-6 16,0 0-11-16,37 21-2 0,-22-13-3 15,1 3-13-15,3 8-2 0,-5 1-7 0,1 7-3 16,1 5-4-16,-3 7-4 0,1 7-9 15,-2 5-1-15,-3 7-5 0,-1 4 0 0,0 6-8 16,1 2 4-16,2 2 6 0,2 2 0 0,1 1-5 16,4 2 4-16,5-2-8 0,2 1 4 15,7-7-3-15,6-5 5 0,7-9 1 0,10-3 4 16,6-8 4-16,9-8 4 0,4-8-3 0,10-7-7 16,7-8 6-16,10-7 1 0,-48-6 3 0,117-14 4 15,-45-4 5-15,14-9 22 0,101-30 20 16,-7-2-5-16,-3-5 16 0,5-6 27 0,1-1-10 15,-1-5-9-15,-3 1-17 0,1-3-19 0,5-3 3 16,-2 1-20-16,0 4 10 0,2 0-14 0,4-3-30 16,8 2-7-16,-1-3-3 0,5-1-23 15,9 1 4-15,15-6-9 0,3-1-8 0,2 1-32 16,9 3-22-16,-4 4-31 0,3 5-47 0,-4 1-9 16,-6-6-78-16,-13 3-298 0,-17-6 0 15</inkml:trace>
</inkml:ink>
</file>

<file path=ppt/ink/ink113.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10T14:27:56.453"/>
    </inkml:context>
    <inkml:brush xml:id="br0">
      <inkml:brushProperty name="width" value="0.05292" units="cm"/>
      <inkml:brushProperty name="height" value="0.05292" units="cm"/>
      <inkml:brushProperty name="color" value="#FF0000"/>
    </inkml:brush>
  </inkml:definitions>
  <inkml:trace contextRef="#ctx0" brushRef="#br0">21112 14818 96 0,'0'14'148'0,"12"-14"-28"0,-12 0-19 0,0 0-13 15,0 0 1-15,0 0-8 0,14 0-9 16,2 29-12-16,-12-25 2 0,-2 1-12 0,2 1 3 16,4 11-17-16,4 3 5 0,0 2-4 0,-3 4-2 15,1 1-2-15,0 3 8 0,0 3-10 16,-1 0 2-16,-1 6-2 0,0 2 3 0,-1-1-9 15,-1 2-3-15,2 0-9 0,-1 1 2 16,2-1 1-16,2-1-1 0,4 2 3 16,2-7-6-16,4-4 14 0,6-3 8 0,6-5 1 0,9-6 4 15,10-9 5-15,8-5 0 0,-24-4-3 0,83-16 5 16,-22-4 2-16,18-9 8 0,10-6 5 16,107-32 5-16,10-4 5 0,10-7-5 0,14-5 5 15,18-2 19-15,12-3-14 0,14-1-21 16,7 0-3-16,4-1-15 0,12 3-22 0,3-2-27 15,7 5-30-15,4 4-17 0,1 5-12 0,-2 0-35 16,-9 4-28-16,-10 6-26 0,-17-5-65 16,-25 3-218-16,-24-7 0 0</inkml:trace>
</inkml:ink>
</file>

<file path=ppt/ink/ink114.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10T14:29:02.637"/>
    </inkml:context>
    <inkml:brush xml:id="br0">
      <inkml:brushProperty name="width" value="0.05292" units="cm"/>
      <inkml:brushProperty name="height" value="0.05292" units="cm"/>
      <inkml:brushProperty name="color" value="#FF0000"/>
    </inkml:brush>
  </inkml:definitions>
  <inkml:trace contextRef="#ctx0" brushRef="#br0">9534 5728 18 0,'0'0'52'15,"0"0"-1"-15,0 0-1 0,0 0-10 0,0 0-9 16,0 0-2-16,0 0-9 0,0 14-16 15,0-14-3-15,0 0-6 0,0 0-7 0,0 0-4 16,-25 35-4-16,23-12 8 0,2-7 12 16,0 9 8-16,0 5 12 0,0 4 15 0,0 9-2 15,0 3 27-15,0 1-2 0,10 54 17 16,0-49-4-16,4-3 14 0,0-2 0 0,4-6-4 16,-1-3-4-16,1-6 8 0,0-2 5 15,-1-5 2-15,2-6 2 0,3-4-1 0,2-8-2 0,8-7-16 16,-16 0 0-16,38-28-16 0,-8 1-9 15,10-9-6-15,5-8-13 0,11-11-1 0,10-9-21 16,9-8-9-16,81-62-17 0,6 2-25 16,2 6-10-16,-4 5-16 0,0 4 3 0,-7 13 9 15,-35 24-6-15,-16 13 6 0,-14 13-10 16,-1 2 10-16,1 5-22 0,-6 4 13 16,-4 1 12-16,-3 4 2 0,-5 4 9 0,-2 4-23 15,-6 0-52-15,-3 3-134 0</inkml:trace>
  <inkml:trace contextRef="#ctx0" brushRef="#br0" timeOffset="1456.34">29242 6854 15 0,'-32'63'38'0,"16"-17"11"0,0-2 0 0,4 6-11 16,1 3 17-16,2-3 5 0,2 1-2 16,5-3 6-16,2-5 5 0,0-23 22 0,12 35-3 15,4-22 4-15,10-9-6 0,10-8-7 0,14-5-2 16,11-9-16-16,-24-2-9 0,87-21-19 16,-24-3-9-16,9-4-5 0,4-8-21 0,9-5-3 15,90-34-19-15,0-5 4 16,2-4-10-16,-5-3-11 0,-1 2-2 0,4-2-22 15,-8 3-13-15,-1 2 9 0,-3-2 2 0,-3 3 2 0,8 2 0 16,-1 0-9-16,3 6-3 0,0 10 5 16,-2-1 19-16,-2 4-10 0,-3 1-3 0,-12 10 0 15,-4 4 3-15</inkml:trace>
  <inkml:trace contextRef="#ctx0" brushRef="#br0" timeOffset="8004.25">7109 12146 7 0,'-19'-11'114'0,"2"-3"2"0,2 4-23 16,2 2 4-16,1-1-19 0,4 6 3 15,1-1-9-15,3 0-6 0,0 2-18 16,-1 0-6-16,2 1-11 0,0 1 8 0,3 0-2 15,0 0-14-15,0 0-1 0,-5 14 6 16,5-7-2-16,1 17-6 0,-1-12 8 0,0 8 9 0,0 4-6 16,15 36 17-16,-8-32-8 0,2 4 12 15,4-1-3-15,1-1-1 0,1-2 2 0,1-5 7 16,4-2-11-16,1-1 11 0,4-8-5 16,3-3-6-16,7-6-4 0,-16-3-4 0,45-18 4 15,-10-1-11-15,6-7-2 0,9-8-1 16,8-4-5-16,6-4 3 0,6-7-7 0,6-5-3 0,6-6-7 15,74-46-2-15,-2 1-7 0,2 5-5 16,-38 16 1-16,35-22-7 0,2-1-2 0,5-2-2 16,-5-1 1-16,13-2-3 0,-3 6 1 0,-2 3-9 15,6 5 1-15,-42 20-5 0,36-16-6 16,-39 24-66-16,-26 13-42 0,-19 8-145 16,-7 2-25-16,-7 0 0 0</inkml:trace>
  <inkml:trace contextRef="#ctx0" brushRef="#br0" timeOffset="14951.13">10204 17163 37 0,'-21'0'108'15,"-14"-9"-14"-15,22 9-4 0,13 0 7 16,-11 0-1-16,2 0 7 0,-1 0-2 0,4 0-7 15,6 0-18-15,-10 0 0 0,2 0-16 16,-10 13-3-16,6-2-9 0,0 5 8 0,2 4-16 0,2 2 0 16,3 1-6-16,-3 5 6 0,1 2-10 15,2 2 8-15,0 0 2 0,2 0-2 16,0 2-7-16,3 4 0 0,-1-2-1 0,1-17-2 16,0 11 8-16,0 2-3 0,16 40-4 15,-11-36 6-15,3-4-5 0,0-2-6 16,0 0 5-16,2-4-6 0,3 1-2 0,2-3 6 0,1-3-1 15,4-4 3-15,5-6-15 0,0-7 6 0,-8-4 1 16,9 0-9-16,42-24 1 0,-20 3 0 0,4-6-7 16,6-6 8-16,4-7 2 0,8-4-2 15,6-3-10-15,8-7 1 0,2-3 0 16,7-5-5-16,5-4 1 0,-1-4 3 0,68-49 3 0,-7 5-4 16,-30 19 4-16,25-22-12 0,-25 18-1 15,28-24 9-15,-1 1-2 0,-29 22 1 0,31-25-13 16,-1 3-1-16,0-3 5 0,-4 4-17 0,-28 21-1 15,31-21 3-15,-30 28-3 0,-18 13-22 0,-15 10-27 16,0 1-21-16,-1 1-28 0,-1-2-59 16,-3 2-116-16,-6-1 2 0,-6 3 0 15</inkml:trace>
  <inkml:trace contextRef="#ctx0" brushRef="#br0" timeOffset="16941.5">28455 14890 112 0,'-18'13'111'16,"-16"15"5"-16,18-14-15 0,-3 2 1 16,2 3-8-16,1 0-9 0,0 1 1 0,0 2-9 15,-3 4-2-15,-1 2 0 0,3 4-5 16,-2 2-11-16,0 0 0 0,2 2-6 0,2 0-1 16,1-1-11-16,2-2 2 0,4 3-3 15,1-3 8-15,2-3 5 0,2 3-3 0,3-17-1 16,0 8 1-16,20 26-5 0,-5-26-4 0,2-5 11 15,3-4-7-15,5-4-8 0,5-2 10 0,4-3-6 16,8-6 2-16,-18 0-6 0,14 0-3 16,62-26-3-16,-30 5 1 0,7-7-11 0,8-2 10 15,11-9-6-15,8-6-4 0,9-6-5 0,83-38-2 16,11-11 8-16,-5 2 1 0,4-5-4 16,-5 3-3-16,-2 2-12 0,-6 3 9 0,-7-3-14 15,-9 5 0-15,-37 16-7 0,-20 13 4 16,-16 5 3-16,0 1-3 0,-1-4-3 0,-1 2-4 15,-5-3-4-15,2 1-16 16,-6 0-28-16,1-2-44 0,52-36-64 0,-12 4-144 0,-15 6-111 16,-12 6 0-16</inkml:trace>
  <inkml:trace contextRef="#ctx0" brushRef="#br0" timeOffset="19667.95">25896 10513 20 0,'0'0'98'0,"0"0"-13"0,0 0-1 16,0 0 3-16,0 0-13 0,0 0 10 0,0 0-2 15,0 0-4-15,0 0-8 0,0-16-4 16,0 16 3-16,0 0-14 0,0 0-11 0,0 0-2 16,0 0 0-16,0 0-11 0,0 0-5 15,0 0-2-15,-17-13-6 0,16 15 5 0,-2 3 1 16,-5 7-10-16,-3 5-3 0,-1 5 3 15,0 1 4-15,-2 3-2 0,-1 7-2 0,-2 3 3 0,1 11 16 16,0 1 3-16,1 2 0 0,0 1-7 16,3 2 3-16,2-1 4 0,0 1 4 0,5-1-4 15,4-5 0-15,1-24 2 0,0 11 1 16,10 38 1-16,-2-39-3 0,3-4-4 0,2-3 4 16,2-5-6-16,6-4-1 0,3-4-4 0,4-7-8 15,0-1-3-15,-12-5 4 0,8 0-7 16,32-18-3-16,-21 4 0 0,0-5-4 0,0-1-1 15,-2-1-4-15,2-4-7 0,1-3 3 16,-4-1-6-16,-2-3-4 0,-2-1 5 0,2-1-6 16,-5 0-2-16,-1-2 0 0,-1 3-1 15,-3-1 3-15,-2 7 3 0,-2 3 5 0,-4 1-4 0,2 1 0 16,-2 3-1-16,-2 4-2 0,-3 7 1 16,-2 4-1-16,-5 4 6 0,4 12-1 15,-2 7 9-15,-2-6 1 0,0 8 11 0,0 3-3 16,-14 33 9-16,10-27-11 0,2-1 5 0,-1-3-3 15,2-2 0-15,-1-2 7 0,2-9-8 16,0-5 5-16,0-1 1 0,0 2 4 0,0-9-1 16,11 17-4-16,-4-17 2 0,11-1 0 0,-8 1-11 15,20-13 5-15,-7 3 2 0,1-3 0 0,-2 1-7 16,1-3-4-16,2-3 0 0,-1-5 1 16,0 2-9-16,0-8 2 0,2 0-6 0,2-3 7 15,0 1-3-15,0 2-1 0,2-1 3 0,-2 2-2 16,3 0 1-16,-3 0-12 0,4 3-36 15,-2 2-29-15,5 3-65 0,-2-1-127 0,1 5-75 16,-3-1 0-16</inkml:trace>
  <inkml:trace contextRef="#ctx0" brushRef="#br0" timeOffset="20059.93">27320 10850 18 0,'-2'4'159'0,"-1"0"-19"0,0 1-15 0,1 1-6 16,-8 11-7-16,2 2-5 0,-1 3-4 16,-3 3-12-16,-3 2-5 0,-5 5-5 0,-2 2-5 15,-2 4-11-15,-2 1-8 0,4 0 2 0,0-2-5 16,4-3-7-16,3-6 4 0,0-3 2 0,0-1 6 16,5-3-17-16,-1-1 12 0,4-8-3 15,6-4-6-15,1-8-10 0,11 0-6 0,2-9 4 16,3-3-13-16,4-3-5 0,2-4-2 15,-1-3 1-15,3-5-4 0,0-1-11 0,4-2-8 0,-1-1 4 16,1-3-10-16,-2 4-3 0,0 4 5 16,-2 3 2-16,-2 4-4 0,-4-3-1 15,0 7-8-15,1 0 7 0,-2 6-1 0,-3 6-4 16,-14 3 9-16,24 16 5 0,-16 3 1 16,-4 10 5-16,-4 5 9 0,0-16 10 0,-14 36-4 15,5-13-4-15,-2-3 6 0,1 2 2 0,-1-4-5 16,2-2-6-16,2-3 3 0,2 0-2 15,2-5-14-15,2-3-19 0,1-6-32 0,0-17-59 16,0 9-74-16,0-1-120 0,13 0 8 0,-10-9 0 16</inkml:trace>
  <inkml:trace contextRef="#ctx0" brushRef="#br0" timeOffset="20227.12">27231 11319 104 0,'-9'-6'143'0,"3"-1"-15"16,6 3-10-16,3 0-7 0,1 1-4 15,3 1-10-15,1 2-10 0,13 2-8 16,-9-2-9-16,8 0-7 0,31 12-6 0,-17-8-4 0,5 2-34 16,4-6-44-16,5 2-79 0,-24-2-134 0,13 0 20 15</inkml:trace>
  <inkml:trace contextRef="#ctx0" brushRef="#br0" timeOffset="20445.66">28328 11093 97 0,'-1'-7'147'0,"-1"2"-8"16,0 1-17-16,-4 2-9 0,0 2-6 0,-14 6-8 15,-4 6-8-15,-4 4-17 0,-3 7 3 0,-4 4-10 16,-1 2-2-16,-2 10-13 0,2 0 17 16,0 1-9-16,1-1-3 0,4 2-2 0,7-3 0 15,2-2-7-15,3-3-9 0,8-2-3 16,9-1-39-16,2-18-16 0,22 20-37 0,5-19-53 15,8-9-57-15,-15-4-98 0,12 0 1 16,49-22 0-16</inkml:trace>
  <inkml:trace contextRef="#ctx0" brushRef="#br0" timeOffset="20614.48">28717 11162 107 0,'-12'-6'153'0,"-8"4"-21"15,7 2-8-15,-28 16-1 0,3 1-14 16,-4 9-10-16,-8 6-7 0,-3 5 6 15,1 2-10-15,7 0 1 0,5-1-9 0,4 2-7 16,5-6-9-16,6 1-8 0,5-3 1 0,5-3-13 16,6-1 5-16,9-13-8 0,13 23-7 0,8-20 6 15,9-4-6-15,7-3-6 0,8-5-8 16,3-1-38-16,6-5-46 0,-25 0-88 16,64-14-172-16,-27 2 5 0,0-4 0 0</inkml:trace>
  <inkml:trace contextRef="#ctx0" brushRef="#br0" timeOffset="20804.93">29213 11513 47 0,'-6'-4'146'0,"1"2"-17"0,4-1-14 0,2-1-5 0,12-4-8 16,9-7-9-16,6 9-7 0,10-4-6 15,16 0 3-15,4 2-2 0,6 1-13 16,3-1-21-16,2 1-17 0,4 0-22 0,-5 0-39 15,-4 2-38-15,-8-2-45 0,-10 0-79 0,-9 4-57 16</inkml:trace>
  <inkml:trace contextRef="#ctx0" brushRef="#br0" timeOffset="20962.62">29287 11777 136 0,'-21'15'136'0,"6"-1"-10"0,10-6-8 16,8-4-3-16,7-1-10 0,18-3-7 15,-10 0-10-15,12 0-1 0,53-15-15 0,-23 7-9 16,7-2-14-16,5-3-40 0,7-1-55 16,3-2-79-16,-2-5-132 0,0-1 63 0</inkml:trace>
  <inkml:trace contextRef="#ctx0" brushRef="#br0" timeOffset="21349.65">30377 11359 54 0,'-7'-2'129'0,"0"1"-9"0,2 2-8 16,0 3-8-16,-7 6 1 0,1 5-3 16,-1 6-2-16,1 6 0 0,-1 0-13 0,-2 8-3 15,-1 3-4-15,0 0-20 0,2-1-2 16,2-1-4-16,2-4-4 0,4-2-6 16,-3-1-1-16,0-4 0 0,4-3-2 15,1-9-15-15,2-6 3 0,1-7-14 0,2-5-6 16,1-2-11-16,1-17-1 0,3-7-4 15,-2-1-7-15,2 1-11 0,-1-3 1 0,4-2 6 0,-4-3-10 16,5 2 6-16,1-1-2 0,1 0-2 16,5 4 8-16,3 0-8 0,3 4 8 15,4 2 5-15,4 3 5 0,3 6-1 0,1 2 2 16,1 3 5-16,-2 7 9 0,-2 6-7 0,-17 1 8 16,24 15-3-16,-24 3 10 15,-5 9-6-15,-7 6 14 0,-4-14-4 0,0 8 3 0,-11 35-5 16,3-28-3-16,0-2 5 0,-1-3-11 15,1 1-5-15,-1-2 7 0,3 1 0 0,1-1-2 16,1-1 3-16,3-3 0 0,1-13 9 0,17 23-11 16,0-13-2-16,6-6 2 0,8-2-11 15,5-2-43-15,6-2-56 0,4-4-124 0,-22-5-87 16,12 0 0-16</inkml:trace>
  <inkml:trace contextRef="#ctx0" brushRef="#br0" timeOffset="21598.27">31130 11670 1 0,'-6'-14'129'0,"-1"-1"-13"0,3 4-13 0,3 0-15 0,-1 1 1 16,1 4-3-16,1 6-3 0,0-7-18 15,0 7 0-15,15-25-2 0,-1 15-19 0,5 2 0 16,2 0-1-16,6 4 4 0,2 4-12 16,5 0 9-16,-17 0 3 0,7 0-16 0,3 0 8 15,-1 0-15-15,22 15-2 0,-32-10-8 0,-6 2 3 16,-9 2-4-16,-8 7 4 0,-11 2 2 15,-5 1-4-15,-5 2 5 0,-4 0-5 0,0-1 7 16,1-3-12-16,3-1 7 0,2 0-2 0,4-5-1 16,1 1-4-16,2-1-1 0,5-4 7 15,8-6-30-15,6-2-34 0,7-6-84 0,13-9-167 16,4-5 34-16,9-3 0 0</inkml:trace>
  <inkml:trace contextRef="#ctx0" brushRef="#br0" timeOffset="21795.48">32006 11243 104 0,'-29'6'105'0,"-11"11"3"0,-8 5-13 15,-7 13-4-15,-2 4 4 0,-1 5-3 16,2 0-13-16,7 2-3 0,6-1-13 0,7 0 0 0,5-1-1 16,7-4-9-16,8-1-5 0,8-5-1 15,8-17-4-15,18 32-7 0,8-19-6 0,13-3 8 16,13-4-11-16,11 0-11 0,8-5 1 0,9-2-4 15,8-3-39-15,65-2-102 0,-1-8-169 16,-82-3 59-16</inkml:trace>
  <inkml:trace contextRef="#ctx0" brushRef="#br0" timeOffset="23755.35">24560 12844 15 0,'0'0'46'16,"16"50"-2"-16,-16-36-13 0,0 5 5 16,0 5 1-16,0 4 12 0,0 4-15 0,8 35 6 15,-6-30-6-15,2-3-10 0,-2 2 21 16,-2-4-12-16,3 0 8 0,0-1-8 0,-1-1 3 15,1-3-13-15,0-2-16 0,-1-2 9 16,1-2 9-16,-2 0-2 0,2-2-13 16,-2-4 3-16,2-4-1 0,-2-2 5 0,1 0-21 0,0-3 10 15,0-1 8-15,-1 0 5 0,0-3 5 16,1 1-10-16,0 1-27 0,2-2-12 0,0-2-62 0,-4 0-56 16,8 0-80-16,15-21 32 0</inkml:trace>
  <inkml:trace contextRef="#ctx0" brushRef="#br0" timeOffset="24341.73">25124 13256 51 0,'-6'-5'59'0,"-1"2"-2"0,3-2 3 0,-1 2-7 16,-1 0-22-16,2-1 18 0,0 0-19 0,0 0-4 15,0-2 9-15,2 1-5 0,0-3-4 0,-2-7 5 16,2 0-14-16,2 8-1 0,0-5 8 16,10-18-2-16,1 14-9 0,4-1-22 0,2-1 18 15,3 0-23-15,3 2 12 0,2 0 6 16,2 1-4-16,3-1-10 0,2 4 8 0,-1-1-5 15,0 5 4-15,-3 1-1 0,5 3 11 0,-5 4 5 16,-15 0 0-16,25 12 10 0,-18-1 5 16,-2 8 3-16,-8 3 4 0,-5 7-17 0,-5-14 9 15,0 9 2-15,-15 35-10 0,-1-22 18 16,-1-4-19-16,-2 2 17 0,1-8-14 16,0 1 2-16,1-5 7 0,-2-2-14 0,-1-5-2 15,-2-2-3-15,-1-5-2 0,0-4-2 0,13-5-19 16,-8 0 2-16,-19-12-7 0,18-1-11 15,3-4 5-15,3 0 14 0,2-2 12 0,5 0-10 16,4 0-13-16,2 6 7 0,11-19 3 0,1 9-20 16,5 2 30-16,2 6-21 0,2 2 9 15,2-2-30-15,2 5-40 0,3-1-79 0,-2 4-49 16,3 3-4-16</inkml:trace>
  <inkml:trace contextRef="#ctx0" brushRef="#br0" timeOffset="24701.07">26439 12767 7 0,'-1'5'87'0,"0"2"-16"15,-6 15 0-15,-4 2-5 0,-1 4-11 0,-2 4 10 16,-4 4-14-16,1 6 13 0,-4 3-6 0,2 0 0 16,-1 1-9-16,4-7-1 0,3 2-6 15,-1-5-12-15,2-3 1 0,2-2 7 16,0-6-7-16,2 2-23 0,2-3 1 0,-1-3 8 0,2-6-17 15,2-5-57-15,0-7-111 0,3-3-80 16,0 0 35-16,-8-13 25 0</inkml:trace>
  <inkml:trace contextRef="#ctx0" brushRef="#br0" timeOffset="24832.58">26301 12895 31 0,'18'8'79'0,"1"3"-18"16,-2-1-11-16,-1 3-40 0,-1 1-78 0</inkml:trace>
  <inkml:trace contextRef="#ctx0" brushRef="#br0" timeOffset="25009.78">26857 13304 93 0,'6'-4'92'0,"-2"1"4"0,0-1-17 0,0 2 3 16,0 0-9-16,1-2 4 16,0 1-19-16,9-3-6 0,-1-2-32 15,3 1-63-15,-1-1-118 0,1 2-56 0,-4-5 18 0</inkml:trace>
  <inkml:trace contextRef="#ctx0" brushRef="#br0" timeOffset="25659.53">28156 12447 44 0,'-37'16'41'16,"-6"5"2"-16,-5 5 8 0,-4 6 1 15,-3 8-12-15,-2 4 3 0,-2 6 10 0,3 6-14 16,4 5 8-16,5 5 2 0,1 5 11 0,5 7 4 16,6 1-3-16,5-1 4 15,6 3-9-15,8-4-5 16,2-4 3-16,8-4 2 0,4-6-3 0,2-33 4 0,0 12-5 16,23 53-1-16,-4-52-2 0,6 0-2 0,7-3-3 0,3-3-5 15,5-5-1-15,4-7 4 0,2-2-7 16,5-6-5-16,3-6-14 0,2-5-69 0,0-4-116 15,-26-2-124-15,55-16 41 0</inkml:trace>
  <inkml:trace contextRef="#ctx0" brushRef="#br0" timeOffset="27789.2">22473 4725 66 0,'-18'0'111'16,"-12"-29"12"-16,18 15-3 0,0 3-9 15,2-5 10-15,0 2-13 0,2-2-11 0,-2-2-2 16,0-1-24-16,2 1 3 0,2-1-15 0,0-3-8 16,-2-2 1-16,4 1-15 0,0-2 5 15,0-3-9-15,4 6-11 0,-4-5 3 0,4 1-12 16,0 1-8-16,0 14 9 0,0-9-8 15,12-24 0-15,-6 15-9 0,6 3-1 0,2 2 0 16,0-1-5-16,4 2-9 0,0-2 8 16,4-1-3-16,4 0 7 0,4-1 6 0,2-1-11 15,4-2 11-15,2-1-10 0,2 0-8 0,8-3 11 16,0 3 8-16,2-1-9 0,6 0 6 16,2 2-11-16,8-2 0 0,2 1 4 0,2-1-3 15,2 1 6-15,3 1-3 0,4 1 1 16,1 1 5-16,-2 2-7 0,0 1 1 0,0-1 0 15,0 3-13-15,-4 0 17 0,2 5-12 16,0-2 11-16,2 1-18 0,-2 2 13 0,0 4 11 16,-1 0-4-16,-1 2-13 0,6 3 1 0,0 2 22 15,2 1-3-15,1 3-2 0,2 1 4 16,-42 1-1-16,22 0 11 0,91 11 3 0,-66-5-6 16,-2 3 2-16,0 1-1 0,-2 2-3 15,1-1-1-15,-3 4 3 0,-4-1 6 0,-4 1-7 16,-5 2-7-16,-6 1 10 0,-4 1 4 0,2 4-12 15,-8 2 7-15,-3 0 4 0,-4 3-2 16,-3 2 7-16,-3 4-9 0,-5 0 5 0,-2 3 1 16,-2 3-1-16,-2 1 7 0,-7 1-2 15,1 4 3-15,-5-1 0 0,1 4 1 0,-2 0-3 16,-3 2 0-16,0 5 6 0,-4 0-5 0,-3 2 4 16,1 2-9-16,-2 3 3 0,-2 3 2 15,-2-2 5-15,-1 0-1 0,0-2-6 16,-2-1 9-16,-1-30-2 0,0 13 2 0,0 7-8 15,0 5 0-15,0-1 3 0,-15 59-7 0,10-61 3 16,-2 1 9-16,-1 0-15 0,-2 2-2 0,-1-1 4 16,-5 0 0-16,1-1-6 0,1-1 10 15,-6 3-13-15,1-1 6 0,-2 2-1 0,-1 4-1 16,-2-6 11-16,0-1 0 0,0 1-6 0,-2-5 12 16,-1 2-10-16,-2-2-11 15,-1 0 2-15,0-2 4 0,-2 2 8 0,-4 0-15 16,0 1 20-16,-2-2 1 0,2-6-11 0,-1 1 6 15,2-4 0-15,0-3-9 0,-3 3-2 0,-1-5 4 16,-2-3-8-16,-1-2 3 0,-2 1-7 16,-1-3-1-16,-3 0 17 0,-3-4-5 0,-5 2 1 15,-5-2 9-15,-4-2-6 0,-1-1 1 16,-2-2 3-16,-1-1 8 0,-6-1-1 0,-3-5-1 16,-5 1 5-16,0-5 23 0,-5-1-12 0,0-3 17 15,-5-2-11-15,48-2 1 16,-23 0-5-16,-11 0 3 0,-91-14-26 0,83 5 1 0,0-2-5 15,2-1-5-15,0-4-8 16,1 0-20-16,-2-1 12 0,4-5-10 0,2-2-9 0,2-1-6 0,2-4 2 16,3-1-10-16,1-2-17 15,1-4 5-15,-1 1-13 0,4-5-10 0,0-1 6 16,2-2-2-16,2-2 2 0,6 1-2 0,2-3 3 0,8 0-3 16,2-2 7-16,6 2 2 0,8-2 7 15,6-4-1-15,8-5 9 0,10-8-8 16,8 29-18-16,44-80-13 0,16 25 1 0,80-60-55 15,30 11-62-15,38 2-128 0,4 13-69 0,-1 11 0 16</inkml:trace>
</inkml:ink>
</file>

<file path=ppt/ink/ink115.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10T14:30:39.971"/>
    </inkml:context>
    <inkml:brush xml:id="br0">
      <inkml:brushProperty name="width" value="0.05292" units="cm"/>
      <inkml:brushProperty name="height" value="0.05292" units="cm"/>
      <inkml:brushProperty name="color" value="#FF0000"/>
    </inkml:brush>
  </inkml:definitions>
  <inkml:trace contextRef="#ctx0" brushRef="#br0">19381 6167 76 0,'0'0'88'16,"0"0"-9"-16,0 0-3 0,0 14-5 15,0-14-16-15,0 0-6 0,0 0-10 16,0 0 3-16,0 0-7 0,0 0-6 15,-13 0-7-15,13 0 10 0,0 0-14 0,0 14-2 16,-4 3-1-16,9-13 13 0,12 4-19 0,6-1 6 16,6-1 7-16,3 0 0 0,4-1-13 0,10 0 5 15,7-4 15-15,6 3 0 0,9-2-10 16,4-2-4-16,5 2 0 0,8-1 0 0,-39-1-4 16,23 0 2-16,16 0-5 0,9 0-10 15,3 0 6-15,2 0-4 0,-2 0 2 0,-1 0 7 0,-3 0-13 16,1 0-1-16,-4 0-1 0,-2 0 7 15,-2 0 3-15,0 0-4 0,-3 0-10 16,81 6 17-16,-86-3-11 0,-3 0 2 0,1 0 6 16,-3 0 9-16,1-1-10 0,-4 0-1 15,0-1 7-15,-1-1-2 0,2 0-1 0,-35 0-7 16,16 0 6-16,10 0 7 0,0 0-17 16,2 0 13-16,0 0 8 0,66-12-3 0,-66 7-13 15,-2 0 4-15,2 0-4 0,-2-1 3 0,-2 1-11 16,-2 0 5-16,-4-1 6 0,-2-1-5 15,-6 3-1-15,-2-2 4 0,-3 2-3 0,-4-1 5 16,-2 0 2-16,-2 2-15 0,2-1 7 16,-7 0 4-16,-1 3-8 15,-5-3-1-15,0 0 12 0,-2 3-2 0,-2 0-8 0,2-2 10 16,-10 3-11-16,4 0 1 0,5 0-1 0,1 0 2 16,1 0 14-16,1 0-8 0,0 0-1 0,1 0 0 15,0 0-3-15,1 0-1 0,-2 0 4 16,0 0-5-16,-1 0 7 0,-4 0 3 0,-1 0-5 15,0 0-8-15,-1 0 4 0,-2 0-6 0,-1 0 5 16,0 0 2-16,4 0-6 0,2 9 13 16,0-9 0-16,5 0-12 0,0 0 6 15,2 6-5-15,3-6 7 0,32 13 5 0,-26-12 1 16,-2 1-9-16,-15-2-7 0,12 0 21 16,7 0-5-16,4 0-2 0,2 0-4 0,4 0 1 15,0 0-10-15,52 12 10 0,-48-12-3 16,5 2 5-16,2-2-2 0,1 1 4 0,2 0 2 0,1 1-11 15,2-1 2-15,-2 1-1 0,4-2-7 16,-2 4 8-16,5-2-1 0,0 2-8 16,1 2 15-16,2-2-15 0,4 2 10 0,-1-1 4 0,5 3-7 15,1-3 16-15,0 2-14 0,-1 1 6 0,1 1-10 16,-2 0 3-16,5 1-4 0,-1 0 15 16,2 1-13-16,-2 0-2 0,1-1 6 15,0 2 5-15,-1 0-18 0,1 1 3 0,-1 0 3 0,0-3-3 16,-4 1-2-16,1 4 8 0,1-3-6 15,-2 1 14-15,3-2-13 0,-4 2 8 16,-1 2-10-16,1-1 10 0,-1 0-17 0,2 1 15 0,-4 0 0 16,-1 0-5-16,-2-3 4 15,-4 3-3-15,-3-2 3 0,-4 0-2 0,-4-2-12 0,-6-1 9 16,-2 1 11-16,-5-5-6 0,-6 3 7 16,-2-3-5-16,-4 0 5 0,-2-1 9 0,-2 1-22 15,-5-2 10-15,1-1 7 0,-6-1-19 0,2 2 17 16,-6-3-12-16,-2 0 13 0,0-1-5 15,-3 2-10-15,0-2 9 0,-2 0-7 0,0 1 10 16,-1-1 6-16,-1 2-2 0,0-2-9 0,0 0-1 16,0 1-6-16,-1-1 10 0,1 0-9 0,-2 0 5 15,1 2 9-15,0-2-6 0,-1 0-1 16,1 0-4-16,0 0 6 0,-2 0-4 0,0 0 6 16,2 0-6-16,-2 0-6 0,1 0 6 0,-1 0 12 15,2 1-27-15,-2-1 15 16,-1 0 0-16,0 0 8 0,0 0-9 0,0 0 0 0,0 0-9 15,0 0 5-15,0 0 9 0,0 0-8 0,0 0 1 16,0 0 7-16,0 0 0 0,0 0-10 16,0 0 3-16,0 0 12 0,0 0-18 0,0 0 2 15,0 0-58-15,0 0-145 0,0 0 13 0</inkml:trace>
  <inkml:trace contextRef="#ctx0" brushRef="#br0" timeOffset="15187.34">18283 7245 64 0,'0'-14'141'0,"0"14"-11"0,-15 0-12 16,15 0-4-16,0 0-7 0,0-16-3 16,-24-1-12-16,21 15-5 0,1 2-9 0,-1-1-1 15,2-1-4-15,-1 1-14 0,0-1 0 0,0 2-8 16,1-3-1-16,0 2-2 0,-2 0-11 0,3 0-5 15,-1-2 4-15,-1 3-8 0,2-2 2 16,0 1-14-16,0-2 1 0,0 2 3 0,2-3-4 16,-1 4-7-16,-1-4 2 0,3 2-3 0,-3 2-5 15,0 0 9-15,6-11-12 0,-2 7-4 16,0-1-7-16,0 1-13 0,2 0-14 0,-2 0-22 16,9-6-48-16,-4 3-36 0,-1 2-106 15,2-8-22-15,-4 5 0 0</inkml:trace>
  <inkml:trace contextRef="#ctx0" brushRef="#br0" timeOffset="16567.79">17737 7477 90 0,'-8'-11'137'16,"0"-1"-8"-16,3 1-21 0,1 0-8 15,1 0 0-15,3 1-13 0,0-1-11 0,0 0-2 16,0-4-21-16,0-4 6 0,17-21-8 0,-7 17-7 15,2-3-12-15,1 5-12 0,2 0 5 0,2-1-5 16,0-1-3-16,5-2-3 0,3-1-5 16,2 0 2-16,5-2-5 0,5-1-3 0,3-1-10 15,3 1 10-15,4 0-13 0,2 0 11 16,2-2-11-16,-1 2 15 0,5-1-6 16,-2 4 7-16,2 1-1 0,1 1-10 0,2-1-6 15,-2 4 11-15,0 0 0 0,0 3 5 0,0 0-6 16,-2 4 6-16,2 0 3 0,-1 2-12 15,-2 0 7-15,1 4-10 0,-2 1 0 0,1 1 1 0,0 4 7 16,2-2-8-16,-2 4 6 16,-26 0-1-16,12 0-9 0,51 12 12 0,-40-5 0 15,1 1 1-15,-2 4-5 0,1-1 17 0,-2 1-8 16,0 2 2-16,-3 1 0 0,0 0-1 0,-1 4 9 16,-2 0-1-16,-4-1-1 0,1 0 2 15,-2 0-10-15,-5 3 12 0,0-1-11 0,-2-2-1 16,-2-1 8-16,-4 2-13 0,-2-1 2 0,1 1 5 15,0 1-1-15,-3-2 7 0,-2-1-9 16,-2 3 7-16,0-2 1 0,-1 3-7 0,0-1 9 16,-2 3-7-16,-1-1 13 0,-1 1-3 0,-2-3-5 15,-2 1 1-15,-1 0-1 0,0 0-7 16,-1 1 16-16,-1-1-11 0,-1 3 8 16,-1 0-7-16,1 2 5 0,-3-3-8 0,0-10 5 0,0 6-4 15,0 3 5-15,0 1-4 0,0 3 0 16,-15 28 0-16,10-29 2 0,-2 0-1 0,1 2-4 15,-4-2 2-15,4 2 4 0,-4-4 0 0,1 2-14 16,1-2 8-16,0 1-3 0,-3-3 3 16,3 1 9-16,-4-1 2 0,3 1 0 0,-2 0 3 15,-1-2-8-15,-1 1 0 0,1 2 6 0,-3-1 2 16,1 1-2-16,-2-1-1 0,1-1 4 16,0-2-14-16,-1 1 5 0,0-1 2 0,0 2-4 15,-1-1-5-15,0 1 7 0,-2-2-2 16,0 0 1-16,1 0-7 0,-1-4 5 0,-1 2-3 15,0 1 12-15,0-3-9 0,-1 0 7 0,-2-1 6 16,2-1-4-16,-3-1-7 0,1 1 6 0,-4-2-4 16,1 1 8-16,0-1-9 0,-2-1-5 15,0-1 10-15,-1-2 2 0,0 1-10 0,1-1-1 16,-4-2 5-16,-2 1-7 16,2-2-4-16,-1 2 12 0,-2-2-8 0,-2-2-2 15,-2 1 10-15,-3-1-3 0,-3-2 1 0,2 3-18 16,-3-2 4-16,-4 0 9 0,2-1-4 0,23 0-9 15,-12 0 15-15,-7 0-4 0,-2 0-2 0,0 0-5 16,-49-11 2-16,48 7-1 0,1 1-3 16,-1-2 2-16,0 1 9 0,3-2-3 0,-2 0-1 15,0 1-4-15,0-1 5 0,0-1 3 16,2-1 1-16,0 0-14 0,0-1 1 16,0-2-7-16,1-1 3 0,1 1-1 0,-1-6-16 15,-1-2 0-15,1 2-7 0,-1-4 3 0,1-5 3 16,-2 1-12-16,2-2 3 0,-1-1-2 15,2-4-2-15,-1-3-3 0,0 0-2 0,1-3-2 16,0 0 5-16,1-3-10 0,3-1 0 0,2-1-2 16,1 1 9-16,3-1-1 0,1 0 3 15,7 1-8-15,2-1 6 0,3 1 1 0,4-1 1 16,5 2-1-16,4-1 12 0,6 21-1 0,0-10-20 16,24-39 3-16,4 29 15 0,11 2 3 15,10 0 2-15,10 3 10 0,10 3-3 16,7 4-11-16,9 0 8 0,2 5-84 0,-3-1-135 15,0 4 21-15</inkml:trace>
  <inkml:trace contextRef="#ctx0" brushRef="#br0" timeOffset="20920.09">13658 9584 77 0,'-14'0'94'0,"14"0"-3"16,0 0-23-16,-14 0-6 0,-4 12-2 0,14-13-6 15,0 1 0-15,1-3 7 0,0 1-26 16,1 2 12-16,0-4-8 0,1 2-5 0,2-2 2 16,3 1-10-16,7-8 2 0,8-2-3 0,1 5-8 15,4-5 3-15,0 2-3 0,4 1-1 16,5 0 8-16,0-1-14 0,3 1-5 15,3 0 7-15,1-1 2 0,4 2-7 0,1-1 9 0,6 0-5 16,6 1 1-16,3 0 2 0,7 0-6 16,5-3-1-16,5 3 4 0,6 1-9 15,4-3 7-15,3 3-3 0,-1 0-6 0,2-1 5 16,2 1-1-16,-1-1-2 0,0 4 1 0,-2-1 3 16,-4-1-1-16,-2-1-3 0,-3 2 1 15,-1 0-4-15,-2 1 0 0,1-4-2 16,-5 2 3-16,-2 0 6 0,0-1 0 0,0 1-18 0,2-3-4 15,-1 1 16-15,0-2 0 0,3 1-2 16,-1-1-2-16,0 0 4 0,1 1-9 0,0-1 3 16,0 1-4-16,0-1 8 0,-4 1 5 15,0 2-14-15,-4-2 9 0,0 0-6 0,-2 1 6 16,-4 2 5-16,-2-2-4 0,-4 1-7 0,-4 0 0 16,-1 1 9-16,-4-1-7 0,-3-2 16 15,-3 4-22-15,0-2 18 0,4-2-19 0,-3 2 7 16,-2 1 8-16,-2 0-11 0,-2-1-4 15,2 3 1-15,-1 0 1 0,0 0 10 0,-1 2-7 16,-1-4 1-16,0 2 7 0,-3 1-16 16,4 1 10-16,-6 2-1 0,-2-2 7 0,-2 2-24 15,-5 0 4-15,-3-2 14 0,-18 3-8 16,12 0 18-16,-3 0-17 0,0 0 0 0,-2 0 7 0,-7 0-10 16,7 0 6-16,-7 0-50 0,4 4-157 15</inkml:trace>
  <inkml:trace contextRef="#ctx0" brushRef="#br0" timeOffset="31657.92">5979 11154 74 0,'0'14'94'0,"0"-14"-6"0,-14 0-2 16,14 0-16-16,0 0-11 0,0 15 3 0,-22 8-8 15,22-16-2-15,-2-1-9 0,0 3-1 16,0 13-3-16,2-12-5 0,0 5 10 0,0 5-20 0,12 21 6 16,-6-21 0-16,6 3-1 0,0 2 13 15,2-4 1-15,4-1-12 0,2 1-2 16,4-1 10-16,4-3 3 0,4-2 0 0,6-5-5 16,8-8 9-16,-19-2-6 0,65-13 3 15,-15-6-7-15,15-8-4 0,14-10-6 0,6-5-10 0,97-43-1 16,-1-1 6-16,-2-6-3 0,-6 5-5 15,3-7 3-15,-3 5-20 0,-4 0 8 16,-4-4-8-16,0-4-13 0,-8 1 4 16,-1 6-1-16,-35 16 0 0,-20 12-13 0,-15 8 4 15,73-43-14-15,-33 25 8 0,-27 15-1 0,-14 7 2 16,1 2-10-16,-2 1-23 0,3 0-80 16,2 2-136-16,0-1 70 0</inkml:trace>
  <inkml:trace contextRef="#ctx0" brushRef="#br0" timeOffset="34643.42">26406 12891 81 0,'0'14'95'15,"-17"-14"-9"-15,-14 25-6 0,22-17-20 0,-5 4-1 16,4 0-2-16,-2 4 15 0,1 3-15 15,-1 3 5-15,4 3-8 0,-1 3 7 16,2 4-5-16,0-3 1 0,3 3-2 0,0 2 1 0,2-2-9 16,0 2 1-16,2-17 4 0,0 7-2 15,15 32 6-15,-4-27 2 0,5-3-6 0,8-5-5 16,8-6 8-16,12-5-11 0,10-8-3 16,-19-2-5-16,77-14 1 0,-22-1-12 0,10-6-2 15,12-5-5-15,5-5 6 0,6-5-10 0,81-30-5 16,-41 9-8-16,-24 5-2 0,58-23-10 0,-39 13 2 15,36-19-5-15,-42 16 0 0,-18 11-13 16,62-27-7-16,-36 19 6 0,-23 7-7 0,62-20 2 16,-41 17 9-16,46-7-7 0,-31 18 6 15,-28 8-11-15,-12 11 11 0,10 1-8 0,97-9 13 16,-43 13-14-16,-29 7-107 0,-20 2-148 16,0 3 58-16</inkml:trace>
  <inkml:trace contextRef="#ctx0" brushRef="#br0" timeOffset="55410.62">16305 16128 7 0,'0'0'151'0,"0"0"-22"0,0 0-17 0,0 0-26 16,0 0-2-16,0 0-24 0,0 0 8 15,0 0-18-15,0 0-3 0,0 0-10 0,0 0 1 16,0 0 0-16,0 0-9 0,13 0-5 0,-13 0 2 16,0 0-3-16,27 18-14 0,-22-1 8 15,2 2-7-15,-2 1 4 0,0 0 0 16,-2 3-3-16,2 1 4 0,-2 3-3 0,0-1-1 0,1 3 7 16,0-1-1-16,0 2 1 15,4 0 0-15,-4 0-2 0,2 2-3 0,0-2 5 16,2-1-13-16,2 1 14 0,4 0 6 0,2 1 8 15,4 1 12-15,4-4-8 0,0 0 4 0,8 0 1 16,4-3-9-16,4-1 6 0,8-3-5 0,2 0 3 16,8-5-7-16,6-4 3 0,4 0-4 15,11-5-3-15,2-2 0 0,5-3-11 0,-41-2 9 16,27 0-8-16,101-11 2 0,-65-2 7 16,4-2-9-16,7-5 2 0,6-6 8 0,97-28 15 15,3-7 5-15,-11-5 0 0,4-7 3 0,2-6-7 16,2-7 4-16,-2-2-3 15,-2-2-4-15,-5 1 3 0,2-7 11 0,-6 4-24 0,-6 1-4 16,-10 0-17-16,-6 2-13 0,5-1 0 16,-5 0-1-16,-3 2-1 0,-37 20-10 0,-19 9-8 15,-16 7-7-15,4-1-35 0,-1 0-41 0,1 0-74 16,-2 0-149-16,-2-3-83 0,68-38 0 16</inkml:trace>
</inkml:ink>
</file>

<file path=ppt/ink/ink116.xml><?xml version="1.0" encoding="utf-8"?>
<inkml:ink xmlns:inkml="http://www.w3.org/2003/InkML">
  <inkml:definitions>
    <inkml:context xml:id="ctx0">
      <inkml:inkSource xml:id="inkSrc0">
        <inkml:traceFormat>
          <inkml:channel name="X" type="integer" max="50794" units="cm"/>
          <inkml:channel name="Y" type="integer" max="30474" units="cm"/>
          <inkml:channel name="F" type="integer" max="8191" units="dev"/>
          <inkml:channel name="T" type="integer" max="2.14748E9" units="dev"/>
        </inkml:traceFormat>
        <inkml:channelProperties>
          <inkml:channelProperty channel="X" name="resolution" value="2000.55139" units="1/cm"/>
          <inkml:channelProperty channel="Y" name="resolution" value="2000.91919" units="1/cm"/>
          <inkml:channelProperty channel="F" name="resolution" value="0" units="1/dev"/>
          <inkml:channelProperty channel="T" name="resolution" value="1" units="1/dev"/>
        </inkml:channelProperties>
      </inkml:inkSource>
      <inkml:timestamp xml:id="ts0" timeString="2026-01-10T14:32:00.675"/>
    </inkml:context>
    <inkml:brush xml:id="br0">
      <inkml:brushProperty name="width" value="0.05292" units="cm"/>
      <inkml:brushProperty name="height" value="0.05292" units="cm"/>
      <inkml:brushProperty name="color" value="#FF0000"/>
    </inkml:brush>
  </inkml:definitions>
  <inkml:trace contextRef="#ctx0" brushRef="#br0">12842 2515 65 0,'0'-16'77'0,"0"16"4"16,0-16-24-16,-21-3 6 0,20 13-3 15,1 1-9-15,-2 2 9 0,1-1 0 16,1 0-11-16,-1-1 6 0,1 3-9 0,0-3 4 0,0 2-21 15,0 1 8-15,-2 1 3 0,2-2-20 16,-1-1-4-16,1 3-6 0,0 1-7 0,1 0-9 16,1 3 6-16,0 3 6 0,8 11-8 0,0 2-8 15,1 3 3-15,0 3 14 0,1 3 3 0,1 4-3 16,0 3 16 0,3 0-11-16,0 5 15 0,2 1 2 0,-1 2-8 0,3 1 12 15,0-1 0-15,1 2 0 0,2 1-5 0,-1-1 2 16,4 3 6-16,0 0-12 0,2 2 5 0,0 4 12 0,2-1-1 15,-1 0 3-15,0 3-5 16,2 1 4-16,1 2 3 0,0 2-9 0,1 1-1 0,-1 0 2 16,0 1-1-16,0-1-9 0,0 0-2 15,1 3-4-15,-3 0 1 0,2 4 4 0,-1 4-8 16,0-4 2-16,1 3-10 0,0 0 4 0,0 1 3 16,0 1 1-16,0 3-6 0,-2-2 5 15,1 2-11-15,0 2 9 0,1 3 2 0,-3 0-5 16,-4 0-5-16,3 2-1 0,-1 2 1 15,-2 0 9-15,1-1-4 0,-1 4-5 0,0-3-1 16,2 1 7-16,-4 0 3 0,1 1-1 0,-2-3-2 16,1 0 0-16,0 4-11 0,-3-2 8 0,0 1-2 15,-4-1 3-15,0-2 4 0,-2 0-9 16,0 0 2-16,-2 4 12 0,-2 0 3 16,-2 1-12-16,-2 5 11 0,-1-2-8 0,0-5 12 15,-3 6 1-15,-1 0-18 0,-1 1 9 0,0-48 20 16,0 23-16-16,0 14 5 0,0 5-9 15,0 2 11-15,-16 94-11 0,9-94-1 0,-1 0 14 0,-2-5-3 16,-1 5 5-16,-1 1 4 0,-4 1-23 16,1-2 14-16,-2-1 11 0,1-1-9 0,-3 2 0 15,-1-1 1-15,-1 2 4 0,-2 0-5 16,-1 1 21-16,-1 0-34 0,-2 0 27 0,-1 0-20 16,-1 1 21-16,-4 2-28 0,-2 0 9 15,-2-2 11-15,-6-1 14 0,-1 0-13 0,1-1 14 16,-3 7 0-16,-5 1 5 0,0 1 6 0,-5-1-12 15,-2 2 7-15,-6 3 9 0,-3-3 7 0,-39 67-11 16,16-37-2-16,16-21-7 0,10-17 7 16,-1 0-4-16,-4 1-2 0,-51 59-2 15,27-40-1-15,14-20-1 0,7-12-4 0,-3 2-1 16,-5-1-5-16,-4 2-5 0,-67 52-9 16,30-32-1-16,13-21-3 0,-57 34-1 0,3-6-1 15,30-31-1-15,20-16-5 0,10-8-1 16,0-3-25-16,-2-2-33 0,-2-7-38 0,4-5-71 15,-2-6-75-15,4-8-780 0,1-7 1 0,5-14 0 16</inkml:trace>
  <inkml:trace contextRef="#ctx0" brushRef="#br0" timeOffset="3167.03">6725 4550 1 0,'-16'0'24'0,"-18"14"1"16,17-12 2-16,9-2-12 0,-9 4 8 15,-1 2-5-15,1-2-10 0,2 0 11 0,-1 2-9 16,2-3 10-16,0 5 1 0,2-5-14 15,4 1 3-15,2-2 6 0,0 0-5 0,0 0 1 16,2-2-3-16,0 2 6 16,1 0-9-16,0-1 6 0,1-1-9 0,0 1 11 0,0-1-6 15,0 2 21-15,1-2 10 16,0 0-3-16,-2 0-1 0,2 0 29 0,-1 1-1 0,1-1 3 16,0 0 1-16,-1 0 9 0,1 2-3 15,0-2 4-15,1 0-6 0,-2 0-8 0,1 0-1 16,1 2-10-16,-1-2-8 0,1 0-5 0,-2 0 1 15,2 0-17-15,-1 2 2 0,1-2-5 16,0 0-5-16,0 0 4 0,0 0 0 0,1 0-8 16,2 1 5-16,1 0-10 0,3 1 10 0,1-1 2 15,13 0 1-15,4 3 0 0,7-4 0 16,-16 0 3-16,8 0 2 0,6 0-5 0,3 0-1 16,6 0 0-16,43-14-3 0,-32 12 4 15,0-3-1-15,1 1-5 0,0 0 4 0,-1 1-2 16,4-2 5-16,-2 2 0 0,3 1-3 0,-1-2 1 15,4 2-2-15,-3-2 7 0,2 3-8 0,-1-3-1 16,0 4 0-16,2-4 3 0,0 2-4 16,0-4 9-16,3 2-6 0,3-1-8 0,1-1 13 15,1-1-7-15,3 0 2 0,0-3 2 0,6 2 3 16,4-1-8-16,2-3 0 0,3 1 8 16,3 2-9-16,-1-6 8 0,1 2-4 0,0 0 4 15,1-1 3-15,2 1 1 0,1 0-12 16,0 0 10-16,1 1 1 0,-3 0-16 0,-1-2 17 15,3 2-11-15,-2 1 4 0,0 0-10 0,-1 2 0 16,2-1-3-16,0 0 2 0,-1-1-1 0,1 2 15 16,-1-2-7-16,5 1 2 0,0-1 1 15,5-1 0-15,4-2-1 0,3-2 3 0,6 2-2 16,3-4-2-16,2 0 4 0,3-2-2 16,4-2 6-16,3 0-4 0,3-3-2 0,4 0 4 15,-1-1 1-15,1 2 1 0,-2-1-13 0,3 0 14 16,-5 2-6-16,2-2-7 0,-2 3 3 15,-5 1-2-15,-2-1-2 0,-2 3 0 0,-2-1-11 16,-1 2 17-16,-2-2-11 0,-5 3 8 0,-2 0-20 16,0-2 15-16,0 4-8 0,-1-1-2 15,1 0-3-15,2 0 9 0,-2-4 0 0,2 3-5 16,0-1-9-16,3-2-1 0,0-1 15 16,4 1-3-16,1 3 6 0,-1-3 1 0,0-1 8 15,-5 4-14-15,-1-2 18 0,-4 3-9 0,-5 0 18 16,-5 0-18-16,-3 0-12 0,-3 3 15 15,-5-1-2-15,-7 2-14 0,-4 1 8 16,-8-1 4-16,-4 3 4 0,-4-1 2 0,-8 3-16 16,-4-1-10-16,-4 1 24 0,-6-1-9 0,0 3-6 15,-10 0 0-15,2-1 12 0,-4 1-25 16,-6 3 11-16,0-2 5 0,-8 3-1 0,0-2-10 16,-4 2 12-16,0-1-4 0,-2 0 9 0,0 2 0 15,-2-1-8-15,0 1-3 0,0-1 8 16,-2 1-14-16,2 0 1 0,-4 0 9 0,0 0 9 15,0 0-5-15,0 0 6 0,0 0-12 0,0 0-13 16,6 0-11-16,-6 0-23 0,8-1-25 16,-10 1-50-16,-2-2-43 0,-2 1-69 0,-2 1-331 15,-12-7 0-15</inkml:trace>
  <inkml:trace contextRef="#ctx0" brushRef="#br0" timeOffset="3677.18">15155 2236 105 0,'-14'-22'112'0,"3"-3"-12"0,0 5-12 16,2 4 2-16,1 0-7 0,4 5-21 0,1 3-2 16,3 8-3-16,0 0-2 0,12-3-10 15,4 14-8-15,4 7 3 0,2 2 6 0,3 10-6 16,3 6-2-16,4 8 2 16,4 7 11-16,5 6 2 0,6 8 4 0,5 5-10 15,1 2 2-15,4 0 5 0,0 0-7 0,0-1-11 16,2-1 9-1,2-1-14-15,0 0 7 0,1 0-4 0,-1-1-6 0,-2 3-3 0,3-1-6 0,0 0-1 16,-1 1 0-16,-1 0 4 0,-1-2-9 16,-7-2 0-16,-4-3-3 0,0-3-1 0,-4-2-7 15,-8-4 18-15,-6-3-6 0,-4-1 16 0,-6-4 9 16,-8 5 7-16,-4-2 9 0,-8-25 5 0,0 12 3 16,-24 47-8-16,0-39 16 0,-12 1-4 15,-8-1 1-15,-12-2 9 0,-6-2 4 0,-12-1 2 16,-13 1-1-16,-8-5 7 0,-7-2-14 0,-6 0 0 15,-7-2-12-15,-1-1-25 0,-3-3-30 16,-1-6-33-16,5-1-25 0,6-8-19 0,8-4-30 16,12-8-33-16,50-1-30 0,-60-25-99 15,57-4-309-15,18-8 0 0</inkml:trace>
  <inkml:trace contextRef="#ctx0" brushRef="#br0" timeOffset="4746.33">19315 3392 163 0,'0'0'154'0,"0"0"-10"0,0 15-1 15,31 17-15-15,-23-10-4 0,-4 7-11 0,-1 3 1 16,-2 6-15-16,-1-12-9 0,0 12-5 0,0 11-7 16,-15 62-5-16,8-45-8 0,-1 0-7 0,4 2-5 15,-4-2 8-15,3-2-8 16,0-2 17-16,-1-4-4 0,1-2-13 0,2-6-8 16,1-6-5-16,-1 1 1 0,2-8 3 0,-2-2-5 0,0-1-14 15,2-8-26-15,0-1-14 0,-1-4-10 16,2-10-35-16,-2-9-72 0,2-2-106 15,0-29-200-15,0 13 0 0</inkml:trace>
  <inkml:trace contextRef="#ctx0" brushRef="#br0" timeOffset="4949.37">19478 3333 102 0,'3'-22'164'0,"4"-2"-17"0,3 1-12 0,4-1-6 16,2 1-14-16,8-5-15 0,8-1-9 16,6 0-6-16,8-2-13 15,7-2-6-15,7-1-16 0,5 2-10 0,6-1-6 0,6 3-11 16,-1 2-23-16,0 3-55 0,-1 1-43 0,-7 5-101 16,-8 3-100-16</inkml:trace>
  <inkml:trace contextRef="#ctx0" brushRef="#br0" timeOffset="5138.85">19624 3750 77 0,'-24'26'182'0,"6"-5"-6"16,14-9-16-16,4-12-12 0,26 9-9 0,-10-9-17 0,9 0-9 15,47-15-11-15,-20 7-17 0,5-1-10 16,3-6-20-16,4 2-62 0,0-1-63 0,2-1-52 15,-2-1-93-15,-3 0-40 16</inkml:trace>
  <inkml:trace contextRef="#ctx0" brushRef="#br0" timeOffset="5381.07">21086 3349 96 0,'-22'-5'158'0,"-8"5"-14"0,14 0 2 16,-30 11-16-16,12 0-4 0,0 8-14 0,-4 3-16 16,0 7-5-16,-4 7-11 0,-2 10 2 15,3 10 7-15,1 3-11 0,0 5 11 0,3 0-3 16,6-3-12-16,4-3 1 0,6-5-9 0,6-4-12 16,5-4 2-16,3-6-5 0,7 2 6 15,0-26-1-15,19 24-7 0,1-20-25 0,10-6-5 0,10-9-43 16,-17-4-43-16,54-11-64 0,-19-5-102 15,3-8-200-15,6-10 1 0</inkml:trace>
  <inkml:trace contextRef="#ctx0" brushRef="#br0" timeOffset="5575.71">21608 3449 109 0,'4'-4'178'0,"-2"4"-16"16,0 4-4-16,1 1-11 0,1 16-6 15,-3 9-9-15,1 6-17 0,-2-17-5 0,0 13-20 16,0 11-3-16,0 6-5 0,-14 55-10 0,10-47-3 16,3-2-7-16,0-3-6 0,1-27-22 15,0 12-6-15,0 7-5 0,0-1-18 0,0-3-33 16,0-1-34-16,0 0-51 0,13 33-31 0,-13-44-95 16,1-4-80-16,-1-17 0 0</inkml:trace>
  <inkml:trace contextRef="#ctx0" brushRef="#br0" timeOffset="5756.04">21530 3606 56 0,'24'-48'162'0,"5"3"-15"0,6 0-17 0,6 0 4 16,4 1-21-16,3 1-13 15,6 4-5-15,1 2-16 0,5 2-14 0,2 0-23 16,2 3-64-16,0 6-77 0,-8 0-106 0,-2 1 5 15</inkml:trace>
  <inkml:trace contextRef="#ctx0" brushRef="#br0" timeOffset="5934.12">21583 3606 196 0,'4'12'182'0,"11"-4"-9"15,10-5-13-15,-8-3-10 0,13 0-26 0,6 0-10 16,49-13-7-16,-31 4-10 0,3 1-18 0,0-3-43 16,2 0-67-16,0-1-69 0,-1-1-102 15,0-2-70-15</inkml:trace>
  <inkml:trace contextRef="#ctx0" brushRef="#br0" timeOffset="6154.35">22751 3261 4 0,'2'0'175'0,"2"2"-14"0,0-1-7 0,0 3 2 15,-2 0-16-15,4 14-12 0,-4 7-11 16,-2-8-3-16,0 9-2 0,-16 47-5 0,0-20-16 16,-2 7-4-16,-4 3-11 0,-2 1-8 15,0 0-12-15,2 1-6 0,2-6-4 0,2-4-17 16,0-2-9-16,4-6-10 0,2 0-19 0,2-9-20 15,2-3-23-15,0-4-19 0,2-3-17 0,0-3-10 16,6-6-48-16,0-19-39 0,4 3-115 16,4-9 69-16</inkml:trace>
  <inkml:trace contextRef="#ctx0" brushRef="#br0" timeOffset="6332.23">22823 3142 72 0,'20'-36'161'16,"6"4"-16"-16,10-6-14 0,6 3 4 0,10 1-24 0,4-1-6 15,8 4-26-15,7 2 0 0,5 0-10 16,3 5-21-16,1 1-45 0,0 1-64 0,-6 4-102 16,1 0-121-16</inkml:trace>
  <inkml:trace contextRef="#ctx0" brushRef="#br0" timeOffset="6510.29">23166 3204 150 0,'20'-2'174'0,"9"-7"-22"0,11-3 9 0,10-1-23 0,10-1-23 16,8-4-40-16,6 2-42 0,6-2-42 0,3 3-59 15,0-3-121-15,-2 0-68 16,-2 1 34-16,-6 0 31 0</inkml:trace>
  <inkml:trace contextRef="#ctx0" brushRef="#br0" timeOffset="6899.49">20028 4966 39 0,'-12'26'190'0,"13"-4"-9"0,16-6-10 0,13-11-10 0,-8-5-2 15,22 0-24-15,82-17-11 0,-26 2-6 16,12-6-19-16,16-4-6 0,104-22 0 16,4-2-7-16,7-5-6 0,10-7-5 0,6 1 5 0,7-4-9 15,12 3 0-15,8 1-11 0,2 2-17 0,2 3-4 16,-2 4-12-16,-18 9-8 0,-10 6-3 15,-11 6-11-15,-60 9 1 0,-37 6-24 0,-27 4-46 16,-6 0-69-16,-10 1-113 0,-10-1-199 0,-14-2 0 16</inkml:trace>
  <inkml:trace contextRef="#ctx0" brushRef="#br0" timeOffset="7802.37">4524 2687 73 0,'-52'9'179'0,"32"-11"-15"16,13 2-15-16,-3 0-7 0,-13 12-13 0,12 3-14 16,1 6-9-16,2 7-9 15,2 6-13-15,2 6-7 0,2 10-11 0,2 7 0 0,-2 9-4 16,1 8-10-16,1 5-2 0,0-36 1 16,0 25-3-16,0 12-10 0,15 96-7 15,-9-90-6-15,2-6-13 0,0-6-5 0,2-8-15 16,-2-7 2-16,1-5-28 0,-1-5-26 0,1-8-13 15,1-5-36-15,0-10-45 0,-2-5-109 16,-2-12-16-16,-6-9 0 0</inkml:trace>
  <inkml:trace contextRef="#ctx0" brushRef="#br0" timeOffset="7955.73">4188 3144 168 0,'6'-34'172'0,"8"-4"-16"16,6-1-8-16,12-5-11 0,5-3-14 0,7-2-14 16,10-2-7-16,4-2-28 0,5 0-22 0,8 0-29 15,-2 2-22-15,2 2-47 0,1 3-53 16,-4 4-89 0,-5 4-96-16</inkml:trace>
  <inkml:trace contextRef="#ctx0" brushRef="#br0" timeOffset="8112.61">4800 3389 199 0,'-9'24'216'0,"6"-18"-25"0,11-8-21 0,11-13-34 0,8-1-35 15,5-7-49-15,7-6-84 0,5-3-95 16,2-4-142-16</inkml:trace>
  <inkml:trace contextRef="#ctx0" brushRef="#br0" timeOffset="8378.67">5289 3312 91 0,'-16'-6'239'0,"2"-8"-14"0,2-2-18 0,4-7-11 16,4-8-33-16,4 15-19 0,14-39-19 0,6 12 1 15,6-1-19-15,6-3-15 0,2-2 0 16,6 3-8-16,0 4-12 0,-2 2-13 0,0 4-3 16,-2 8-12-16,-2 5-20 0,-4 8-5 0,2 9 8 15,-22 6-12-15,20 25 7 0,-22 3-6 0,-8-5-2 16,0 15-5-16,-22 58-3 16,2-32-3-16,-4 0-4 0,-4-1-6 0,-2-5 5 15,0-6 15-15,0-5 0 0,2-5 7 0,4-8-2 16,0-3-8-16,4-11-40 0,0-8-40 0,20-12-59 15,-16-22-59-15,20-9-115 0,8-9-103 16,6-11 1-16</inkml:trace>
  <inkml:trace contextRef="#ctx0" brushRef="#br0" timeOffset="8743.74">6029 2604 55 0,'-6'34'169'0,"-2"6"-12"0,0 5-5 15,0 4 4-15,0 1-13 0,0-3-12 0,0-4-15 16,4-4-10-16,-2-5-17 0,2 2-6 0,0-8 15 16,0-3 28-16,0-4 21 0,2-6 12 15,0-4 1-15,-4-4-17 0,2-6-33 0,4-1-18 16,0 0-27-16,-10-29-12 0,6 4-2 0,2-10-23 16,2 18 0-16,0-9-22 0,14-39-13 15,-2 23 3-15,4-1 1 0,4 2 3 16,2-1-12-16,2 3 11 0,4-1 1 0,4 6-2 15,-4 2 4-15,2 4-6 0,-2 6 1 0,-2 4 5 16,-2 3-10-16,3 4 5 0,-3 9 3 0,-15 2 4 16,14 24 1-16,-16 3-1 0,-3 10 14 15,-4-17-8-15,0 10-5 0,0 6 5 0,-11 37-4 16,6-37 0-16,1-6-4 0,0 1-8 16,2-7 7-16,0 0-2 0,2-14-4 0,0 3-9 15,16 14 7-15,1-20-9 0,-5-7-29 16,8 0-53-16,35-23-44 0,-10 5-81 0,4-7-301 15,7-7 0-15</inkml:trace>
  <inkml:trace contextRef="#ctx0" brushRef="#br0" timeOffset="9712.84">8431 2048 65 0,'-17'0'159'0,"-3"0"-16"0,6 0-16 15,-27 13 7-15,10-2-20 0,-2 6-10 0,-4 4-7 16,-3 4-14-16,-6 1-8 16,1 6-7-16,-4 2-7 0,2 3-2 0,3 4-4 0,3 2-1 15,3 3 3-15,4 0-8 0,6 3-3 0,5-1-6 16,6 0-10-16,6 0-1 0,7-3-1 0,4-24 2 15,0 8-7-15,27 37-2 0,-6-34-5 0,4-5 2 16,6-4-2 0,0 0-8-16,2-5 3 0,2-3 3 0,-5 0-8 0,-2-1 1 0,-2-3 5 15,-2 2-10-15,-3 1 8 0,-4-2-2 16,-5 0 7-16,-8 3 0 0,-4-15 2 0,0 15-4 16,-20 17 6-16,0-15 3 15,-2-2 12-15,0-3 9 0,-6-1 26 0,0-2 16 0,0-1 8 16,-4-2 38-16,4 1-3 0,3-5-7 15,4 2-7-15,2-2-16 0,12-2-22 0,-2 0-10 16,1 0-9-16,1 0-12 0,7 0-17 0,0 0-15 16,-8-19-2-16,15 7 8 0,1-2-10 15,4-2-13-15,0 0 27 0,-1 2-13 0,1 1-4 16,0-2-1-16,-2 3-10 0,2-2 8 0,0 0-4 16,-1-1 6-16,1-1-3 0,1-3-11 15,-1-3 28-15,3-2-16 0,-2 2-12 0,3-4 12 16,0-3-8-16,2-2-4 0,-1-2-10 15,2-2 0-15,1-1-17 0,1-3 4 0,-1 3 11 16,0-1-3-16,0 0 7 0,-1 0-3 0,-3 2 5 16,0 0 2-16,-2 4-2 0,0 0 2 0,-1 0 3 15,-1 4-16-15,-3 0 15 0,1-2-4 16,-2 3 4-16,0 5-2 0,-3-1 7 0,0 4 3 16,-2-1-6-16,1 5-5 0,-1 2 11 0,-2 2-10 15,0 2-2-15,-1 0 6 0,2 1-3 16,-2 7-10-16,0 0 5 0,0-9-3 0,0 9 5 15,-11-8-4-15,-4 16-7 0,-3 5 11 16,-4 6 2-16,-4 8 2 0,-5 6-4 0,-1 3 5 16,-3 5 3-16,-3 4-4 0,-2 4 2 15,-2 2-4-15,0 2 20 0,-2 1-9 0,-2 2 3 16,1-2 3-16,0-1 2 0,1 0 2 0,2-2 3 16,2-1 2-16,2-2 4 0,4-1-11 0,4-4 8 15,0-1-8-15,8-2-3 0,4-4 1 16,4-3 8-16,6-1-16 0,0-6 16 0,1 6 8 15,7-20-7-15,0 7 6 0,13 18-8 0,1-23-4 16,4-5 11-16,4-2-5 0,2-7 0 0,-10 0-13 16,28-16 12-16,-13 2 3 0,3-6-21 15,1-3 7-15,3-7 13 0,0-8-13 16,0-3 15-16,-1-1-11 0,-2-5 10 0,-2 0-4 16,-2-1-10-16,-3 2 12 0,-4 5-1 0,0 2-12 15,-8 7 11-15,4-2 4 0,-6 8 0 0,1 2 3 16,-2 1-17-16,1 2 5 0,-4 4-4 0,-2 3-6 15,0 3-2-15,-2 6 4 0,0 3-14 16,-4 2-1-16,5 13 5 0,-1 8 10 16,-1 11-7-16,-1 0 6 0,2 2-3 0,0 5 1 15,2 2 6-15,2-2-26 0,0-3-4 0,4 1-25 16,1-5-25-16,0-5-24 0,5-4-24 0,0-6-55 16,6-6-42-16,7-9-308 15,-16-2 0-15</inkml:trace>
  <inkml:trace contextRef="#ctx0" brushRef="#br0" timeOffset="10002.35">9346 2133 159 0,'12'-18'236'0,"-3"3"-21"0,-3 4-11 16,-2 5-28-16,-3 5-12 0,-2 3-3 15,-1 7-23-15,-3 14-28 0,-2 5-7 0,2 1 0 16,2 6-17-16,-2 8-5 0,5 5-15 15,0-23-18-15,0 14-19 0,13 62-2 0,-2-44-10 16,4-2-11-16,2-6 9 0,3 0-5 0,1-2 0 16,1-7-8-16,-1-1 6 0,-2-6-1 15,-2-1 0-15,-2-6-3 0,-3 0 3 0,-6 3 15 16,-6-18-7-16,-13 28 9 0,-4-18-6 0,-10 2-3 16,-5 0-3-16,-8-3 9 0,-5-2-3 15,-7-2 18-15,-2 0 4 0,1-5-5 0,1-2 3 16,1-4-26-16,5-5-26 0,24 0-70 15,-33-20-74-15,31-5-135 0,15-10-196 0,9 11 0 16</inkml:trace>
  <inkml:trace contextRef="#ctx0" brushRef="#br0" timeOffset="10194.81">9820 2153 184 0,'4'5'243'0,"-2"4"-14"16,0 13-10-16,-2-8-17 0,0 9-37 15,0 6-4-15,-16 45-11 0,12-25-20 0,0 6-15 16,4 3-18-16,0-28-12 0,0 19-18 16,14 63-16-16,-2-54-36 0,2-1-15 0,6-5-22 15,2-5-24-15,5-7-46 0,4-8-32 16,2-9-121-16,3-8-151 0,0-9 0 0</inkml:trace>
  <inkml:trace contextRef="#ctx0" brushRef="#br0" timeOffset="10328.75">10121 2546 223 0,'-10'-21'220'0,"-1"4"-18"16,2 0-24-16,6 5-15 0,3 12-35 15,12-22-51-15,3 11-27 0,5 3-32 0,2 6-59 0,4 2-37 16,-15 0-102-16,5 0-88 0</inkml:trace>
  <inkml:trace contextRef="#ctx0" brushRef="#br0" timeOffset="10578.58">9550 3017 252 0,'-24'11'219'0,"3"4"-16"0,3 1-16 0,6 4-30 0,3 5-2 0,2 7-20 15,5 6-10-15,-2 0-20 16,4 10-11-16,-3 4 2 0,3 12-12 0,-1 5-10 0,-2 12-18 15,-1-2 1-15,0 2-2 0,3-2-5 16,-2-1-18-16,2-7-6 0,-1-5 8 16,1-8-6-16,0-3-11 0,-2-8-2 0,0-5 2 15,2-6-15-15,-3-4-41 0,-3 0-77 0,-2-11-44 16,-6-11-99-16,15-10-167 0,-29-15 1 16</inkml:trace>
  <inkml:trace contextRef="#ctx0" brushRef="#br0" timeOffset="10697.19">9439 3389 18 0,'39'-43'139'0,"4"-1"-5"0,2 6-14 0,3 3-2 0,1 3-2 15,0 3-15-15,1 5-25 0,0 3-28 16,-2 2-51-16,0 2-77 0,-7 5-163 0</inkml:trace>
  <inkml:trace contextRef="#ctx0" brushRef="#br0" timeOffset="10888.81">9433 3508 17 0,'-19'19'279'0,"8"1"-31"0,9-8-11 0,2-12-9 0,32 17-29 16,0-14-40-16,-15-3-8 0,15 0-28 0,53-19-43 15,-26 8-40-15,3-1-64 0,2-5-64 0,0 2-86 16,0-2-146-16,-3-5 31 0,-1 5 0 0</inkml:trace>
  <inkml:trace contextRef="#ctx0" brushRef="#br0" timeOffset="11057.46">10314 3329 39 0,'-3'0'311'0,"-1"2"-25"0,3-1-23 0,-1 0-13 0,1 2-40 0,2 3-24 16,1-1-32-16,3 12-18 0,0 2-7 0,-1 9-13 15,2 3-17-15,-2 3-17 0,-3 1-30 0,-1-17-41 16,0 11-40-16,0 5-41 0,-16 43-55 16,8-38-62-16,-1-3-96 0,-3-4-125 0,1-6 0 15</inkml:trace>
  <inkml:trace contextRef="#ctx0" brushRef="#br0" timeOffset="11182.18">10214 3199 98 0,'12'-44'143'0,"1"6"-27"0,0 2-8 16,3 4-20-16,3 6-22 0,0 4-33 0,2 6-25 16,3 5-40-16,4 5-41 0,-17 6-65 15,6 0-65-15,18 28 10 0</inkml:trace>
  <inkml:trace contextRef="#ctx0" brushRef="#br0" timeOffset="11430.53">10885 3238 275 0,'6'-4'239'15,"-2"3"-21"-15,-2-1-48 0,1 0-24 0,0 4-19 16,-1 0-8-16,-2 5-5 0,0 14-17 16,0-7-12-16,-10 28-12 0,-2-6 12 0,0 2-12 15,0 0-17-15,0-3-1 0,2-7-13 0,0 2 19 16,2-5 24-16,1-4 22 0,0-5 35 15,3-3-3-15,3-9-40 0,4-8-42 0,6-7-48 0,6-12-17 16,-1-1-9-16,5-7-36 0,2-7-56 16,7-3-53-16,7-2-56 0,2-5-309 0,7-4 0 15</inkml:trace>
  <inkml:trace contextRef="#ctx0" brushRef="#br0" timeOffset="11898.87">11579 3110 100 0,'0'5'295'0,"-2"1"-21"0,0-2-17 15,2-1-45-15,-2 1-23 0,1 0-27 0,0 2-18 16,-1-1-17-16,2 5-10 0,-4 23-21 16,0-10-17-16,0 2 1 0,-4 7-19 0,4-1 2 15,-4-1 14-15,2-1-20 0,-2-2-18 0,-2 3 3 16,2-5-14-16,3-1-11 0,0-4 1 15,1-11-10-15,1 1 21 0,2 0-7 0,-1-9-10 16,5-5-32-16,8-9-8 0,-1-5 11 16,4-6-4-16,0-2-8 0,6-8 13 0,3 0-8 15,4-7 5-15,1 2-7 0,2 0 16 0,1 1-7 16,0 0 7-16,-1 2 5 0,0 5 10 16,-5 4 2-16,-4 0-8 0,-1 8-8 15,-1 1 4-15,-2 4-2 0,-2 3 1 0,-5 11 0 0,-10 0 2 16,11 23 9-16,-8 0 1 15,-3 4-13-15,1-2 5 0,-1-4-9 0,1-3 4 16,-1-11-1-16,0 2 22 0,0-1 27 0,0-8 9 16,12 9-3-16,10-22-7 0,0-7 5 15,4-6-25-15,7-7 8 0,4-7-4 0,4-2-2 0,2 4-2 16,4-1-5-16,-1 0 6 0,0 1 2 16,-2 7-9-16,-4 2-9 0,-4 4-3 0,-4 4-1 15,-2 2 8-15,-3 6 8 0,0 3 10 16,-1 5-9-16,-15 5 8 0,20 15-7 0,-17 8 4 15,-10 11-9-15,-4-13 6 0,-10 54-32 0,-6-16-47 16,-4 7-52-16,-3 3-66 0,2 1-41 16,3-2-368-16,8-9 1 0</inkml:trace>
  <inkml:trace contextRef="#ctx0" brushRef="#br0" timeOffset="12814.73">21651 5068 118 0,'-56'-15'173'16,"40"15"-14"-16,-36 13 3 0,15 0-15 16,-4 4-8-16,-1 7-8 0,-5 3-14 0,-1 8 0 15,-3 7 3-15,1 5 1 0,-1 6-5 16,5 2-5-16,0 5-19 0,6 1-5 0,4 2-2 16,4 0-21-1,8-1-3-15,0-4 13 0,8 1-23 0,4-6 8 0,4-4-7 0,2-2-9 0,6-27 11 16,0 9 4-16,0 1-11 0,19 31-16 15,-4-36 2-15,7-7 7 0,4-4-7 0,6-7-4 16,2-2-22-16,-16-5-22 0,14 0-39 16,40-18-46-16,-32 4-38 0,5-1-53 0,-3 0-73 15,-4-5-229-15,-2 1 1 0</inkml:trace>
  <inkml:trace contextRef="#ctx0" brushRef="#br0" timeOffset="12967.39">21204 5848 36 0,'3'-18'166'0,"7"-1"-21"0,5 3-12 0,1-2-7 16,1 3-10-16,5-2-11 0,2 2-14 15,1 1-11-15,3-2-8 0,1 4-13 0,1-3-30 16,1 4-33-16,-1-3-35 0,2 5-31 0,-1-4-70 16,-3-2-112-16</inkml:trace>
  <inkml:trace contextRef="#ctx0" brushRef="#br0" timeOffset="13469.78">22045 5215 170 0,'4'0'197'0,"0"2"-26"0,-2 1-2 0,-2 3-12 16,0 15-8-16,0-8-16 0,-12 30-24 15,2-9 4-15,-1 2-18 0,-2 7-8 0,-3 4-5 16,4 0-13-16,-6-1-4 0,4-4-7 0,2-5-17 15,-2-3-5-15,5-5 5 0,0-1 21 0,1-6 10 16,0-3 27-16,5-12-9 0,0-6-27 16,3-1-19-16,4-23 3 0,3-3-16 15,1-1 1-15,3-6-18 0,1-1-1 0,0-8-3 16,8-2-3-16,1-2-3 0,3 2-1 0,1 1 3 0,3 1-10 16,-2 5-1-16,2 3-2 0,0 4 14 15,2 1-5-15,-4 7-2 0,0 2-2 16,0 4-1-16,0 6 3 0,-2 4-6 0,-14 6-1 15,20 12 5-15,-20 12-6 0,-6 8-6 16,-4-11 18-16,0 12-27 0,-12 46-10 0,4-33-9 16,4-4-6-16,0-6 3 0,0-2 3 15,0-4 1-15,2-2 12 0,-2-5 17 0,4-6 12 16,0-17 0-16,0 8 2 0,14 3 8 0,6-9-3 16,-2-2 3-16,-6 0-1 0,8 0-1 0,30-11 1 15,-18 7 0-15,0 0 6 0,0 0-7 16,-4 3 6-16,-14 1-5 0,6 0 8 0,2 0 0 15,22 13-8-15,-28-5-8 0,-2 2 11 16,-6 4-5-16,-6 4 0 0,-2-4-3 0,-26 27 7 16,0-9-11-16,-8 2 6 0,-4 6-7 15,-4 0 3-15,2-4-2 0,2-3 0 16,2-4 9-16,4-5 4 0,2-1 5 0,4-4 8 16,2-1-2-16,0-1-26 0,4-11-21 0,6-6-40 15,6 0-66-15,-6-24-110 0,10-1-265 16,4 10 0-16</inkml:trace>
  <inkml:trace contextRef="#ctx0" brushRef="#br0" timeOffset="13693.84">23031 5262 128 0,'24'-9'237'16,"0"1"-16"-16,-2 0-11 0,-2 5-27 0,-6 0-15 15,-2 3-15-15,-12 0-10 0,16 16-11 0,-8 3-17 16,-2 3-7-16,-5 5-6 0,-1 5-15 0,0-15 3 15,0 8-20-15,0 5-20 0,-11 32-4 0,7-29-24 16,2-1-31-16,-2-5-37 0,2-1-45 16,0-5-33-16,0-6-50 0,2-7-121 15,0-6-87-15,0-6 0 0</inkml:trace>
  <inkml:trace contextRef="#ctx0" brushRef="#br0" timeOffset="13843.79">22949 5226 118 0,'-16'-19'217'0,"4"3"-24"0,2 3 2 0,4 3-20 16,2 4-24-16,2-1-6 0,2 7-14 0,0 0-18 16,0 0-10-16,28-19-2 0,0 17-23 0,2-1-3 15,4 3 1-15,-18 0-11 0,12 0-33 16,4 0-49-16,36 10-56 0,-32-1-79 0,-6-1-105 16,-4 4-111-16,-4 2 1 0</inkml:trace>
  <inkml:trace contextRef="#ctx0" brushRef="#br0" timeOffset="14000.25">22513 5946 200 0,'-20'27'198'16,"4"-5"0"-16,6-1-11 0,8-9-18 0,2-12-1 16,24 15-16-16,4-12-10 0,-12-3-23 15,10 0-12-15,38-13-6 0,-22 6-11 0,6-3-23 0,2-1-44 16,4-2-51-16,2-1-74 0,0-1-97 15,-2 0-118-15,0-2-2 0,-4 1 0 0</inkml:trace>
  <inkml:trace contextRef="#ctx0" brushRef="#br0" timeOffset="14227.03">23634 5356 199 0,'9'-15'215'0,"-1"4"-14"15,-1 2-20-15,-2 2-30 0,2 4-11 0,-3 5-10 0,1-1-9 16,-2 5-7-16,1 11-15 0,-1 8 2 16,-3 7-11-16,0-13-10 0,-14 41-16 0,1-12-6 15,-2 4 7-15,-1 3-35 0,2-2-26 16,-1 0-32-16,4-4-24 0,1-6-20 0,0-3-39 16,4-1-31-16,-2-7-57 0,2-2-58 15,4-10-39-15,0-9 0 0</inkml:trace>
  <inkml:trace contextRef="#ctx0" brushRef="#br0" timeOffset="14379.03">23298 5356 181 0,'0'-26'201'0,"8"1"-14"0,7 2 12 16,3 5-17-16,8 1-24 0,6 2-9 0,6 2-25 15,9-1-1-15,2 3-7 0,5 0-20 0,3 1 3 16,3 1-21-16,1 0-43 0,1-2-67 15,-1-2-84-15,0-1-139 0,2-4-127 16,-3-4 1-16</inkml:trace>
  <inkml:trace contextRef="#ctx0" brushRef="#br0" timeOffset="14879.46">25414 2599 23 0,'-34'7'154'0,"-4"4"-13"0,-4 5-3 16,-3 7-10-16,-2 6-10 0,-1 9-17 0,-1 8 2 15,0 8-17-15,-1 8-3 0,1 10-9 0,-2 9 8 16,2 9 3-16,-3 7-6 0,4 3 0 16,1 3-7-16,2 0 2 0,4-1 5 15,1 2-2-15,4-2-6 0,1-2-2 0,4 2-6 0,5-3 4 16,2-2 1-16,2-7 0 16,5-3-14-16,4-4-16 0,5-4 7 0,4-9-20 15,4-2-1-15,0-38-15 0,14 51-23 0,2-31-7 0,6-11-7 16,3-9-23-16,6-7-13 0,5-6-24 15,5-7-37-15,6-10-61 0,-22 0-138 16,55-26-45-16,-27 2 0 0</inkml:trace>
  <inkml:trace contextRef="#ctx0" brushRef="#br0" timeOffset="15188">25712 3017 104 0,'15'-7'130'15,"-4"7"-14"-15,-3 4-10 0,6 10 9 16,-4 9-8-16,-5 7-4 0,-2 6-16 0,-3-10-3 16,0 14-10-16,-15 67 4 0,4-36-12 0,-1 6 2 15,-2 1-11-15,2 3-4 0,0-5 5 16,1 0-5-16,3-1-5 0,0-2-1 0,3-5 4 15,-1-4-3-15,4 0-4 0,-1-3-9 0,0-6-2 16,3-6-18-16,0-27-18 0,0 9-11 16,0 3-21-16,0-3-13 0,16 20-42 15,-2-44-76-15,3-12-146 0,-1-10 34 0,1-8 0 16</inkml:trace>
  <inkml:trace contextRef="#ctx0" brushRef="#br0" timeOffset="15389.96">26466 2933 25 0,'17'-16'164'15,"3"5"-17"-15,-2 4-8 0,-4 5-13 0,-7 2 0 16,13 28-2-16,-14-2-21 0,-2 6-6 16,-4-13-10-16,0 15-14 0,-14 58-2 0,3-30 1 15,-2 6-5-15,-2 3-11 0,-1 6-8 16,3 1-7-16,1-3 0 0,1-3-9 0,5-6-21 15,0-3-13-15,2-9-20 0,0-3-27 0,4-4-48 16,0-28-65-16,0 8-140 16,11 29 48-16</inkml:trace>
  <inkml:trace contextRef="#ctx0" brushRef="#br0" timeOffset="15598.51">26147 3520 82 0,'-14'-23'219'0,"10"5"-29"0,4 9-8 0,21-17-19 16,0 11-23-16,9 3-17 0,8-3-16 0,10 3-10 16,7 1-13-16,9-2-35 0,7 2-41 15,3 0-45-15,3 1-54 0,7 1-54 0,4-5-134 16,0 0 56 0</inkml:trace>
  <inkml:trace contextRef="#ctx0" brushRef="#br0" timeOffset="15929.25">27864 3083 21 0,'-4'-4'210'0,"-3"3"-26"0,1 2-10 0,-17 7-10 15,0 5-9-15,-5 7-12 0,-4 4-14 0,-4 7-13 16,-1 6-15-16,-1 8-6 0,0 0-12 16,0 7-3-16,6-2-18 0,2-2 5 0,6-5-9 15,2-5 1-15,4-6 2 0,1-2 4 0,2-5 10 16,2-1 2-16,6-7 24 0,7-17-9 15,14 10-10-15,7-16-4 0,6-4-23 0,2-8 0 16,8-3-29-16,2 2 1 0,1-7 0 16,1 0-22-16,2 3 8 0,-1 0-18 0,0 5 10 15,-4-2 0-15,-6 6-5 0,2 1-4 0,-6 4-6 16,-2 3 2-16,2 4 0 0,-14 2 7 0,20 15-17 16,-16 5 5-16,-10 8 13 0,-3 3-4 15,-5-11-5-15,-11 50 7 0,-6-13 7 0,-4 3-13 16,-6 2-2-16,-4 1 8 0,-1-5 8 15,2-1 1-15,-2-3-8 0,2-1-2 0,2-6 0 16,2-5 12-16,0-5-12 0,0-4 11 0,2-5-2 16,-1-2-4-16,-2-6-16 0,-1-6-32 0,-7-12-59 15,17-2-56-15,-37-17-71 0,12-2-299 16,-1-4 0-16</inkml:trace>
  <inkml:trace contextRef="#ctx0" brushRef="#br0" timeOffset="16275.34">28799 2410 85 0,'1'28'141'0,"-1"-9"-8"16,0 14-11-16,0 12-7 0,0 13 5 16,0 10-18-16,-12 90-8 0,0-60-13 15,-3 7 7-15,1 7-1 0,-4 1 4 0,2 1-6 0,2-1-1 16,2-6-2-16,1-6-1 0,-1-2-6 16,1-4 1-16,-2-6 0 0,-2-8-2 15,-2-2 3-15,-3-3-8 0,-1-7-12 0,-6-4 1 0,-4-2-10 16,-7-5 1-16,-6-2 0 0,-6-7-14 15,-6-2 2-15,-9-5-32 0,-6-4-22 16,-6-3-25-16,-3-7-37 0,0-4-42 0,4-6-87 16,5-7-270-16,10-7 1 0</inkml:trace>
  <inkml:trace contextRef="#ctx0" brushRef="#br0" timeOffset="16716.68">30385 3722 160 0,'-34'33'197'0,"-11"7"-5"0,-12 12-8 16,-7 4-15-16,-8 11-30 0,-10 13 4 16,-57 67-6-16,-4 1 2 0,-1 6-15 0,1 4 16 15,0 3 7-15,-2 3-9 0,1 0-6 0,0-5-8 16,3-6-11-16,-5 8-10 0,3-6 8 15,4-7-5-15,5-7-4 0,23-30-11 0,16-16-8 16,13-12 2-16,-4 0 2 0,-52 52-8 0,30-31-9 16,20-20 2-16,13-13-22 0,2 0 15 15,0-1-19-15,2-1-1 0,2-2-24 0,6-3-37 16,1-3-35-16,6-5-71 0,3-3-36 0,7-3-52 16,8-6-550-16,2-12 1 0,12-5 0 0</inkml:trace>
  <inkml:trace contextRef="#ctx0" brushRef="#br0" timeOffset="17146.64">28820 6496 33 0,'33'-21'251'0,"-5"4"-16"0,-3-3-8 0,-3 6-35 0,0 0-16 16,-3 5-21-16,-7 4-12 0,-12 5-20 0,0 0-20 15,8 16-12-15,-11 5 4 0,-6 6-13 16,0 3-6-16,-5 5-13 0,0 3-3 16,-4 1-6-16,4 5 6 0,0-3-11 0,1 1-17 0,2-3 6 15,2 0-15-15,1-6-1 0,4-1 0 16,0-2 9-16,4-7 0 0,0-15 19 0,21 8-15 16,2-21 12-16,8-10-29 0,3-6 7 15,6-6-10 1,4-5-5-16,0-4-11 0,0 1 13 0,-3-1-6 15,-5 2-6-15,-2 4 2 0,-5 1 32 0,-4 8 2 0,-2-1-4 0,-4 6-18 16,1-4-15-16,-4 9-14 0,-8 9 13 0,-8 2-6 16,4 11 0-16,-10 10 10 0,-3 7-7 0,-4 2 5 15,-2 4-8-15,-4 6 8 0,-1 0-12 16,2 3 1-16,0-4 16 0,4-3 0 16,3-4-2-16,0-3 1 0,2-3 12 0,1-2 17 15,4-6 28-15,4-18 9 0,0 0-13 16,31 2-12-16,-3-21-1 0,10-7 8 0,8-7-31 15,6-12-17-15,4-4-52 0,4-8-50 0,-2-2-37 16,5 1-27-16,-1 0-23 0,-2 1-24 0,-3-2-371 16,-2 7 1-16</inkml:trace>
  <inkml:trace contextRef="#ctx0" brushRef="#br0" timeOffset="17533.93">30273 6292 45 0,'2'6'252'0,"0"-3"-36"0,0 2 6 0,0-2-36 0,-1 0-13 16,-1 1-13-16,0 2-17 0,0 0-9 15,-5 14-21-15,-5 1-1 0,-3 6-9 0,-2-1-11 16,-2 3-11-16,-4 4-7 0,-3 2-7 16,-3 1-19-16,0-1 9 0,5-3 2 0,-1-3-14 15,2-4-3-15,5-4 4 0,1-1 27 0,2-4 23 16,5-9-32-16,8-7-29 0,4-7 3 15,12-14-6-15,1-4-13 0,7-7-24 0,3-6-7 16,3-1 1-16,4-7 6 16,2-3-18-16,4-1-8 0,2 0 1 0,2 2 4 0,-1 3-1 15,0 6 15-15,-3 3 8 0,-1 4-3 16,-3 5-16-16,-3 4 14 0,-1 7-2 0,-1 8-4 0,-1 2-3 16,-15 6 14-16,24 18 4 0,-25 3 0 15,-7 11-3-15,-7-12 18 0,0 16-9 0,-24 56-10 16,1-29-6-16,-5 3-5 0,-2 2-7 15,-2-2-13-15,0-2-12 0,2-2-13 16,2-8-20-16,3-2-11 0,3-12-34 0,2-2-31 0,3-8-25 16,2-10-74-16,3-10-118 0,12-10 0 15</inkml:trace>
  <inkml:trace contextRef="#ctx0" brushRef="#br0" timeOffset="17659.74">30405 6437 10 0,'14'-24'152'0,"5"1"-24"0,4 7-16 15,4 1-4-15,5 5-17 0,5 4-16 16,2 4-20-16,-19 2-50 0,10 0-81 0,8 0-143 16,44 13 22-16,-38-7 13 0</inkml:trace>
  <inkml:trace contextRef="#ctx0" brushRef="#br0" timeOffset="17913.12">31462 5949 57 0,'-2'-18'193'16,"-2"7"-15"-16,-2 2-9 0,-3 5-10 0,-2 6-16 16,1-2-5-16,-28 21-15 0,6 2-5 15,-5 9-1-15,-8 10-19 0,-5 8 7 0,-4 6 0 16,-4 6-2-16,5 2 3 0,5 1-5 0,4-1-14 16,5-3-5-16,7-4-10 0,6-3 6 0,6-4-15 15,2-6-8-15,9-3-21 16,4-4 7-16,5-20-1 0,25 25-46 0,0-21-19 15,10-4-47-15,5-6-50 0,7-4-62 0,-25-7-117 0,16 0-163 16,58-18 0-16</inkml:trace>
  <inkml:trace contextRef="#ctx0" brushRef="#br0" timeOffset="18479.78">31957 5930 190 0,'-31'5'176'0,"3"3"-11"16,-3 5-6-16,-3 5-13 0,-4 2-8 0,-2 8-8 0,0 8-10 16,-2 4-19-16,-1 5-6 15,0 2 2-15,2 2-8 0,7 0 4 0,0 0-12 0,4 0-6 16,4-2-9-16,8 0-7 0,0-4-20 16,6-1-4-16,4-6-17 0,6-3-15 15,2-18-28-15,20 23-34 0,4-18-75 0,6-4-72 16,7-6-207-16,3-5 0 0</inkml:trace>
  <inkml:trace contextRef="#ctx0" brushRef="#br0" timeOffset="18662.62">31803 6514 7 0,'-6'-4'215'0,"2"0"-17"0,2 0-18 0,5 1-8 0,1 0-22 16,15-1-18-16,5 0-5 0,6-1-45 15,4 3-31-15,6 0-47 0,1-3-68 0,4 0-69 16,6-1-141-16,5 1 62 0</inkml:trace>
  <inkml:trace contextRef="#ctx0" brushRef="#br0" timeOffset="19021.09">32826 6137 131 0,'-17'-5'194'0,"-6"4"-14"0,8 1-3 16,-30 17-24-16,12 2-10 0,-3 2-7 0,4 2-18 16,-2 3-19-16,0 6-8 0,-5 4-7 0,0 2 1 15,3 3-1-15,1-3-9 0,6 0 1 16,4-4-8-16,1-3-8 0,6-5-7 0,2-2 4 16,6-2-5-16,4-5 7 0,6-6 1 0,15-7-26 15,8-1 10-15,-10-3-4 0,42-20-11 16,-14 1-14-16,2-2 5 0,0-2-3 15,-1-3-2-15,-2 2-21 0,0 2 8 0,-4 3 0 16,-4 3-16-16,-4 4 3 0,-5 4 4 0,-4-1-6 16,-7 8-2-16,-12 1 9 0,18 14 6 0,-16 4-4 15,-2-4 15-15,-20 38-3 0,-10-7 5 16,-14 8 9-16,-5-6-4 0,-4 6-7 0,1-8 2 16,-8 6 10-16,-3 0 2 0,-3 1 8 0,0-4 8 15,-2-3-7-15,0-1-9 0,0-2-7 16,-4-4 17-16,0-4-13 0,-3-3-5 15,-3-5-33-15,-8-3-51 0,-7-8-75 0,-7-7-122 16,-8-3-301-16,51-5 1 0</inkml:trace>
  <inkml:trace contextRef="#ctx0" brushRef="#br0" timeOffset="20733.62">7018 7645 30 0,'0'0'154'0,"-16"0"-18"16,-7 17-22-16,18-15 5 0,0-2-13 15,2 0-15-15,-1 2-8 0,3-2-4 0,-1 0-15 16,2 2-8-16,2 0 6 0,2 0-12 0,10 3-12 16,8 1 3-16,2 2 3 0,1-4-8 15,6 4 1-15,0-4-2 0,1 2-2 0,-3 0-9 16,0-1 5-16,2 1-6 0,2 2 5 0,1-1-8 15,2 7-1-15,-1-7-7 0,2 4 7 16,3-1-1-16,-1 1-2 0,2 2 2 0,1 0 1 16,0 1-7-16,2 2 9 0,2 0-7 15,-1-3-4-15,3 2 1 0,1-2 1 0,1 1 4 16,-1-1 2-16,2-3-9 0,-1 1 2 16,2-4 2-16,-1 2-4 0,1 1 1 0,-1-4-2 15,-2-3 0-15,3 1-1 0,-4 1 1 0,1-1-3 16,1-2-3-16,-1 0 7 0,2-2-5 0,-25 0 0 15,13 0 7-15,8 0-8 16,2 0 0-16,0 0-2 0,47-11-1 0,-48 7 3 16,43-4 5-16,-45 3-8 0,-4 1 0 15,0 2 7-15,-2 0 1 0,0-1 5 0,-3 3-14 16,-1-1 14-16,-1 1-5 0,-1 0 0 16,-16 0-9-16,7 0 3 0,4 0 4 0,5 0 6 15,32 12-3-15,-30-10-7 0,-1-1 0 0,-17-1 3 16,12 0-6-16,4 0 4 15,2 0 4-15,44-11 1 0,-36 8-6 0,0-1 0 16,1-4-1-16,2 4 3 0,-2-1 4 0,2 3-8 16,0-4 4-16,-3 1-2 0,0 1 4 0,-1-1-7 15,-3 0-2-15,-2 2 7 0,0-1-3 0,-5-2 3 16,0 4-5-16,-1-1 10 0,2 1-1 0,-2 0-6 16,-2-2 7-16,0 4-1 0,-2-2 0 15,0 0 4-15,-2 1-7 0,2-1 2 0,-1 0 2 16,1-1 1-16,-2-1 2 0,6 3-2 0,0-3 0 15,3 2 0-15,-16 2-12 0,7 0 2 16,5 0 9-16,4 0-11 0,38-13 2 16,-32 11 9-16,2-1-10 0,1 2 7 0,1-2-3 0,2 3 0 15,1-2-2-15,1 1-3 0,-23 1 2 16,12 0 11-16,8 0-1 0,3 0-1 0,4 0-6 16,2 0 1-16,1 0-4 0,61 12 5 0,-58-10 1 15,2 4-10-15,0-1 6 0,4 2-1 16,-2 0 5-16,-2 2-9 0,1 2 2 0,-1-6 4 15,3 6-4-15,-1 0 3 0,1 1 6 0,1-1-6 16,0 1 7-16,4 2-1 0,-1-3-2 0,0 2 0 16,0 3 2-16,-2-4 7 0,3 3-17 15,-1-1 5-15,0 2 4 0,0-1-1 0,3 0-4 16,0 2 9-16,-1-1-9 0,-1 0 9 16,-1 3-15-16,-3-2 2 0,-1 0 6 0,-1 3 0 15,-1-2 3-15,-2 2 3 0,4-1-4 0,0-1 0 16,3 3-4-16,2 0-10 0,5-1 14 15,3-2 2-15,0 2 4 0,7-2-11 16,0 1 16-16,-1-3-18 0,1 0 7 0,1 1 8 16,0-2-3-16,-2 0 0 0,1 0-13 15,-3 0 13-15,-2-2-5 0,-5 3 2 0,-3-3-2 16,-3 0-2-16,-4 0-3 0,-4 0-3 0,-1-1 9 16,-4 1 0-16,-3-1 3 0,-2-1-7 0,-4 0-1 15,-2 2 4-15,-4-2-5 16,-3-3-1-16,-6 1 4 0,-1-1 1 0,0-1-14 15,-4 3 16-15,-3-5-10 0,-2 0 6 0,-5 0 3 16,3-3-6-16,-4 3 4 0,-3-1 7 0,-3-2-8 16,0 3 3-16,-1-4-5 0,-1 2 6 15,-2-2 3-15,2 0-9 0,-2 2 4 0,-1-3 15 16,2 1-13-16,-1 0-1 0,-1-1 2 16,1 2-5-16,-2-2 7 0,1 1-1 0,0-1-6 15,-1 2-34-15,-3-2-37 0,0 0-91 0,0 0-85 16,12-15-296-16,-8 0 1 0</inkml:trace>
  <inkml:trace contextRef="#ctx0" brushRef="#br0" timeOffset="21110.62">15989 7682 95 0,'1'-3'138'0,"2"3"-4"0,-1 4-6 16,2 1-4-16,6 14-6 0,2 3-9 15,-2 5-16-15,2 8-3 0,2 8-7 0,-2 9-9 16,0 7-8-16,-2 10-9 0,1 5 2 16,1 4-10-16,-1 4 5 0,1 4-3 0,2 7 1 15,-2 0 4-15,4 1-8 0,2-1 0 0,0-3 6 16,2-3-4-16,-1-3-8 0,2-5 7 15,1-3-12-15,-1-2 6 0,-1-3-5 0,0-2-3 16,-5 0-7-16,-3-1 1 0,-2-5-1 0,-4-2-4 16,-6-1 2-16,0-32-8 0,-16 59 4 15,-3-32 0-15,-4 0-6 0,-9-5 5 0,-6 3 2 0,-10-2 11 16,-8-4 10-16,-7-1-6 0,-8-3 12 16,-5-3-4-16,-1-1 2 0,0-7-16 15,-1 0-31-15,4-3-30 0,3-5-67 0,4-7-55 16,7-4-113-16,8-6-257 0,32-7 0 0</inkml:trace>
  <inkml:trace contextRef="#ctx0" brushRef="#br0" timeOffset="23013.72">18456 9470 101 0,'0'0'127'0,"0"0"-7"0,0 0-11 16,0 0 3-16,0 0-7 0,-22 34-6 0,20-1-9 15,-2 1-7-15,-2 5-1 0,-2 7 0 0,-2 5-10 16,-4 7 3-16,0 4-5 0,-2 3-7 16,0-1-5-16,1 4-4 0,2-7 1 0,2-3-11 15,2-4 6-15,2-2 2 16,1-6-8-16,2-3-11 0,4-6-7 0,-2 1-17 15,2-23-23-15,11 26-36 0,2-24-41 0,2-8-85 16,-3-7-117-16,4-15-5 0,-2-9 0 16</inkml:trace>
  <inkml:trace contextRef="#ctx0" brushRef="#br0" timeOffset="23214.39">18159 9578 25 0,'2'-26'130'0,"6"-5"-20"0,7 6-10 0,5-1-9 16,4-2-5-16,9 1-2 0,6-3-10 15,8-2-19-15,6 3 2 0,15-6-12 16,4 3 5-16,8 0-7 0,3-1-12 0,-2 3 6 16,-3 0-24-1,-4 8-60-15,-6-1-95 0,-10 4-112 0</inkml:trace>
  <inkml:trace contextRef="#ctx0" brushRef="#br0" timeOffset="23372.25">18474 9675 59 0,'-18'23'147'0,"10"-1"-16"16,8-9-8-16,10-4 0 0,12-4-9 0,16-5-4 15,-16 0-12-15,56-16-14 16,-13 5-3-16,7-2-5 0,3 0-14 0,-1-4-29 0,4 2-46 15,0 1-77-15,-4-3-124 0,-6 1-17 16</inkml:trace>
  <inkml:trace contextRef="#ctx0" brushRef="#br0" timeOffset="23618.1">19754 9225 51 0,'-38'-7'152'0,"-4"-1"-23"16,-2 8-5-16,22 0-7 0,-10 0-10 0,-42 23-10 16,33-3-14-16,0 6 0 0,1 7 0 15,4 8-4-15,3 12 5 0,4 10-5 16,6 0-2-16,7-1 2 0,8-4 2 0,7-5-6 16,1-30-1-16,18 41-2 0,2-28-13 0,10-8-4 15,8-7-13-15,12-10-17 0,8-7-46 16,-28-4-52-16,68-11-73 15,-30-6-177-15,-3-8-13 0,-1-8 0 0</inkml:trace>
  <inkml:trace contextRef="#ctx0" brushRef="#br0" timeOffset="23832.35">20216 9184 67 0,'-6'-1'149'0,"2"1"-12"0,0 4-19 0,-2 13 10 16,-2 2-12-16,-2 9-1 0,1 4-9 15,-2 6-9-15,-1 8-3 0,-2 8 0 0,-1 5-10 16,-1 4-5-16,1 1 3 0,1-2-2 0,3-3-13 16,2-4 2-16,-1-5-4 0,1-2-7 15,0-3-7-15,2-6-25 0,3-3-13 0,-1-6-27 16,-1 1-28-16,2-7-11 0,0-4-23 0,3-8-60 16,-2-6-105-16,2-4-93 0,1-2 1 15</inkml:trace>
  <inkml:trace contextRef="#ctx0" brushRef="#br0" timeOffset="24010.97">20282 9037 10 0,'28'-40'128'0,"2"4"-10"0,3 2-5 0,3 5-21 15,3 2 4-15,-1 2-9 0,5 2-23 0,1 4-9 16,1 4-39-16,1 2-62 0,-2 5-147 15,-3 1-14-15,-5 1 5 0</inkml:trace>
  <inkml:trace contextRef="#ctx0" brushRef="#br0" timeOffset="24184.6">20216 9394 164 0,'-3'12'151'0,"8"-3"-8"15,11 0-5-15,7-7-2 0,10-2-20 0,-15 0-12 0,12 0-3 16,49-12-9-16,-27 6-17 0,4-2-14 16,1-3-70-16,2 2-80 0,0-4-173 15,-2-3 31-15</inkml:trace>
  <inkml:trace contextRef="#ctx0" brushRef="#br0" timeOffset="24400.07">21148 9103 129 0,'0'2'146'0,"-2"1"-18"0,0 3-3 0,2 1-5 15,-4 18-5-15,-2 3-4 0,-2 3-19 16,-2 6-5-16,-2 6 1 0,-6 4-9 16,-4 8 4-16,0 6-2 0,-4 5-6 0,2-1-10 0,0-2-5 15,0 1 1-15,4-7 3 0,0-3-20 16,4-6-4-16,0-4-19 0,2-4-31 15,2-4-29-15,4-6-36 0,-1-3-20 0,0-7-77 16,5-11-131-16,2-6 23 0,2-3 0 0</inkml:trace>
  <inkml:trace contextRef="#ctx0" brushRef="#br0" timeOffset="24554.89">20948 9216 62 0,'18'-44'147'0,"2"1"-21"0,4-1-7 0,4 6-5 15,0 5-8-15,2-3-17 0,6 6 6 16,4 0-27-16,9 3-5 0,2 4-2 0,4 5-8 16,7 1-13-16,1 2-88 0,-3 4-115 15,-4 1-113-15</inkml:trace>
  <inkml:trace contextRef="#ctx0" brushRef="#br0" timeOffset="24713.84">21284 9208 30 0,'5'2'169'0,"15"-2"-18"0,-4 0-13 0,38-16 1 15,-5 6-9-15,11-2-23 0,10-2-10 16,2 0-7-16,6 1-18 0,3 0-25 0,-1 1-58 16,2 4-80-16,-3-3-170 0,-10 3 59 0</inkml:trace>
  <inkml:trace contextRef="#ctx0" brushRef="#br0" timeOffset="25032.42">17604 11079 11 0,'-40'16'169'15,"12"-7"-19"-15,9-5-13 0,19-4 2 0,13-12-14 16,18-7-10-16,28-8-12 0,22-7-1 16,20-5-5-16,19-4-2 0,114-28-9 0,16 3-9 15,11 0-3-15,10 6-5 0,5-1 4 0,3 3-18 16,-2 4-1-16,3 7-6 0,-16 2-19 15,-5 6 2-15,-6 5-4 0,-11 4-12 16,-51 5 1-16,-33 6-25 0,-17 5-30 0,-3 0-50 16,-7 0-105-16,-11 2-118 0,-14-3-2 0,-16 1 0 15</inkml:trace>
  <inkml:trace contextRef="#ctx0" brushRef="#br0" timeOffset="25401.18">18954 11207 55 0,'-68'17'130'16,"-2"2"-18"-16,-4 4-17 0,-2 6-2 15,-2 1-1-15,4 5-6 0,0 5-13 0,2 1-8 16,7 7-7-16,3 2 1 16,8 2-5-16,6 2-1 0,9 1-7 0,6 0 6 0,8-3-2 15,5 3 5-15,11-4-3 0,8 0 0 0,1-26 0 16,16 43 1-16,2-26-1 0,8-7 3 15,6-7-7-15,5-3 0 0,7-9-11 0,6-6-24 16,6-6-27-16,-26-4-52 0,21 0-59 0,73-23-156 16,-50 2-20-16,-1-5 0 0</inkml:trace>
  <inkml:trace contextRef="#ctx0" brushRef="#br0" timeOffset="25614.03">18747 11636 115 0,'-15'-11'119'0,"5"3"-13"0,0 0-9 15,6 3-4-15,2 4-6 0,2 0-8 16,1 1-13-16,2 4 6 0,7 7-13 16,1 0-1-16,1 4-11 0,0 4-7 0,1-4-21 0,1 1-33 15,-4 0-13-15,4 0-60 0,-5-2-110 16,-1-6-42-16,-3-3 41 0,2-2 16 0</inkml:trace>
  <inkml:trace contextRef="#ctx0" brushRef="#br0" timeOffset="26222.26">19015 11580 65 0,'-3'3'138'0,"-6"8"-7"0,0 4-15 0,-3 6-10 16,-2 4-9-16,2-3-5 0,-1 4-8 0,-3 3-5 16,-1 1-11-16,-2 1-4 0,3 0-5 0,1-5-4 15,2-3-6-15,1-2-6 0,1 0 3 16,2-4-11-16,-2-4 2 0,5-7-9 0,0-2 9 15,6-4-5-15,0 0-9 0,-9-31 6 0,9-6-9 16,17-24-14-16,-3 20-8 16,4-6 0-16,8-3-16 0,3-3 13 0,7-2-18 15,5-1 12-15,3-2-16 0,3 1 3 0,6-2 5 16,5 2-10-16,2 4 14 0,1 5 1 16,0 5 4-16,-4 7 8 0,-5 8 4 0,-5 7 2 15,-9 10 3-15,-4 9 4 0,-21 2 2 16,15 32 4-16,-28 1 4 0,0-15-2 0,-29 44 3 15,3-13 1-15,-4-1 9 0,-2-1-2 16,1-4 1-16,4-7 2 0,3-4-9 0,2-2-5 16,3-7-8-16,3-2-8 0,1-1 7 0,3-1 4 15,8-8 0-15,4-11-5 0,0 0-6 16,30 11 2-16,-17-11-5 0,8 0 3 0,7 0-5 16,3 0 7-16,37-12-7 0,-31 12-2 15,-17 0 10-15,7 0 7 0,4 0-11 16,31 11 3-16,-32-5 1 0,-5 3 8 0,-2 5-6 15,-5 7 10-15,-8 6-2 0,-10-8 7 0,-16 41-2 16,-6-16 1-16,-7 3-5 0,-3-2 1 16,-4-4 20-16,1-2-7 0,-1-3 6 0,0-5-8 15,2-5-6-15,0-5 5 0,2-1-8 0,0-4-15 16,2-5-3-16,-1-5-3 0,15-6-14 0,-6 0-46 16,-21-25-56-16,27 4-88 15,7-8-225-15,5-7 0 0</inkml:trace>
  <inkml:trace contextRef="#ctx0" brushRef="#br0" timeOffset="26402.88">20061 11245 52 0,'23'-15'150'0,"-2"3"-17"16,0 1-4-16,-2 2-8 0,-7 8-13 16,-12 1-10-16,0 0-8 0,15 16-10 15,-15 7-4-15,0-10-4 0,0 9-1 0,-11 32-5 16,6-19-3-16,-1 3-6 0,0 2-7 0,-1-1-22 15,2-2-20-15,-2-4-40 0,2 0-34 0,-2-4-50 16,-2-4-143-16,-3-10 14 0</inkml:trace>
  <inkml:trace contextRef="#ctx0" brushRef="#br0" timeOffset="26548.02">19653 11303 40 0,'9'-17'119'0,"10"-1"-11"0,6 4-3 15,10 2-6-15,10 0 1 0,7 1-4 0,8 3-4 16,6 0-10-16,6 3 0 0,1 2-30 16,-1 3-48-16,-37 0-89 0,13 0-144 15</inkml:trace>
  <inkml:trace contextRef="#ctx0" brushRef="#br0" timeOffset="26710.78">19746 11767 128 0,'-22'15'141'0,"6"1"-11"0,8-3-8 16,10-4-2-16,12-3-13 0,16-2-3 15,-12-4-1-15,14 0-14 0,53-12-7 0,-25 3-7 16,5-2-4-16,9-1-16 0,0-3-31 0,0-1-69 16,-2-5-110-16,0 0-126 15,-6-4 63-15</inkml:trace>
  <inkml:trace contextRef="#ctx0" brushRef="#br0" timeOffset="27053.16">20788 11411 96 0,'-4'0'148'0,"0"0"-13"16,0 3-10-16,-8 6 4 0,0 7-12 0,-2 5-6 16,2 1-5-16,-2 9-15 0,-2-1-6 15,1 4-13-15,-2 0-4 0,1 0-5 0,1-7-3 16,3-1-3-16,-1-3-9 0,2 1-9 0,3-7 6 15,0 1 13-15,4-12-6 0,3-4-9 16,2-7 3-16,6-12-7 0,1-11-13 0,0-1 3 16,4-3-7-16,-2-6-5 0,4-8-12 15,3-2-5-15,2-5-11 0,1 0 0 0,1 0-1 16,4-1-2-16,5 1-16 0,-1 2 5 0,2 4 5 16,1 4-1-16,-2 1 11 0,4 10 5 15,0 3-1-15,-4 7 5 0,2 9-2 0,0 5 3 16,-16 8 4-16,32 11 7 0,-24 9 2 0,-4 8 0 15,-6 12 4-15,-8 5 4 0,-6-15-2 16,-16 70 3-16,-4-28-15 0,-4-1-8 16,-2 2-5-16,-4-4-18 0,0-3-22 0,0-6-33 15,2-9-9-15,2-4-32 0,2-9-54 0,0-5-75 16,2-11-27-16,2-5 0 0</inkml:trace>
  <inkml:trace contextRef="#ctx0" brushRef="#br0" timeOffset="27192.62">20629 11588 14 0,'-5'-32'160'16,"5"15"-21"-16,0-5-14 0,22-25 0 0,-3 25-4 0,8 1-8 0,6 1-11 16,7 4 0-16,7 2-11 0,1 1-13 15,0 3-11-15,4 4-19 0,2-1-36 0,-4 5-56 16,-6-2-56-16,0 3-114 0,-3-4-21 0</inkml:trace>
  <inkml:trace contextRef="#ctx0" brushRef="#br0" timeOffset="27380.98">21531 11054 56 0,'1'1'162'0,"2"4"-14"0,0 1-5 0,5 13-1 16,1 4-8-16,-2 5-10 0,-3 6-13 16,-2 3 1-16,-2 7-9 0,0-21-10 0,-13 48-12 15,1-14-5-15,-3 0-15 0,-2 1-14 0,-2-1-26 16,1-4-45-16,-1-5-27 0,0-2-62 15,0-7-41-15,2-10-98 0,0-4-3 0,2-14 0 16</inkml:trace>
  <inkml:trace contextRef="#ctx0" brushRef="#br0" timeOffset="27533.66">21225 11227 133 0,'-2'-39'141'15,"2"23"-12"-15,16-27-1 0,0 21-1 0,5 2-6 16,4 5-3-16,6-1-6 0,1 7-8 0,5 1-13 15,3 0-1-15,3 4-8 0,1 0-15 0,3 1-15 16,-2 1-23-16,3-2-39 0,2-2-62 16,-2-2-82-16,4-4-133 0,3-5 36 15</inkml:trace>
  <inkml:trace contextRef="#ctx0" brushRef="#br0" timeOffset="27919.75">23845 8755 119 0,'-35'10'157'0,"-5"8"-16"16,-8 9-11-16,-5 9-3 0,-9 9-13 15,-8 14-5-15,-1 7 1 0,-2 12-3 16,-2 12 4-16,-42 72 4 0,29-28 3 0,14-13-9 0,-26 56-7 16,24-38-8-16,16-25 2 0,14-18-4 15,2-1-2-15,4 0-8 0,6-1-10 0,4-3-20 16,4-3-2-16,6-5-14 0,6-6-17 15,8-7-2-15,4-4 11 0,2-34-9 16,20 53-6-16,0-33-8 0,6-10 8 0,6-10-10 0,8-7-24 16,4-8-51-16,8-9-66 0,6-5-71 15,-30-3-294-15,60-18 0 0</inkml:trace>
  <inkml:trace contextRef="#ctx0" brushRef="#br0" timeOffset="28222.79">23977 9259 15 0,'12'13'155'16,"3"8"-10"-16,1 1-12 0,0 9 3 15,-2 8-7-15,0 9-4 0,-2 10-9 0,-4 9-14 16,-2 2-4-16,-2 3-20 0,-1 4 1 0,-2 1 3 16,-1-2-2-16,0-1 0 15,0-4-7-15,0-36-7 0,0 13-2 0,0 6-14 0,0-2-2 16,-10 47-1-16,8-55-20 0,1-7-10 16,-2-2-14-16,2-4-12 0,1-10-27 0,0-20-47 0,0 9-63 15,9-4-128-15,3-21-76 0,0-8 0 16</inkml:trace>
  <inkml:trace contextRef="#ctx0" brushRef="#br0" timeOffset="28438.9">25016 9316 103 0,'27'-18'153'0,"-3"5"-11"0,0 6-2 15,-1 5-3-15,-15 2-11 0,10 19-12 0,-10 2-8 16,-5 7-5-16,-3-10-1 0,0 11-4 15,-16 50-13-15,4-21 0 0,-4 8-2 0,-4-2-6 16,0 6-3-16,-1 1-8 0,1 2-12 16,-2-2-8-16,5-4-13 0,2-2-22 0,1-5-27 15,-1-4-30-15,4-6-64 0,2-5-37 0,-3-9-105 16,5-4-79-16,2-6 0 0</inkml:trace>
  <inkml:trace contextRef="#ctx0" brushRef="#br0" timeOffset="28599.79">24506 9941 160 0,'-4'-25'160'0,"13"4"-9"0,7 3 0 0,11 3-5 15,10 1-15-15,8 3-10 0,13 2-15 16,10 3-21-16,6 1-18 0,2 0-20 16,4 2-55-16,3-1-59 0,6-2-95 0,2-3-103 15,-2-3 59-15</inkml:trace>
  <inkml:trace contextRef="#ctx0" brushRef="#br0" timeOffset="28947.24">26033 9551 83 0,'-31'-6'189'16,"18"6"-16"-16,-9 0-10 0,-5 0-10 16,-27 15-10-16,23 0-10 0,-4 6-12 0,1 9-11 15,-2-2-6-15,1 8-12 0,2-2-11 0,1 0-15 16,5-4 2-16,3-3-8 0,4-5 9 15,1-1 0-15,2-2-3 0,2-2-1 0,5-6-6 16,4-6-10-16,6-5-6 0,12-3-10 0,8-5 2 16,4-3-4-16,-1-2-7 0,6-3-5 15,2-1-8-15,2 1-1 0,3-1-3 16,0 3-3-16,-1 2 4 0,-4 2-4 0,-2 1-1 16,3 5-1-16,-4 2-5 0,-16 2 8 0,5 0-8 15,21 20 9-15,-21 0-3 0,-9 4 9 0,-6 12 2 16,-2-20 1-16,-14 40-4 0,-6-13-9 15,-3 6 7-15,-3 0 1 0,-2-3-6 0,0 0 3 16,-2-4 11-16,4-5 7 0,0-4 2 16,-3-5 14-16,4-3 15 0,-2-5-10 0,-1-6-17 15,-3-6-2-15,-1-7-33 0,14-1-20 0,-40-15-39 16,14-2-67-16,-2-5-85 0,-8-9-350 16,-3-6 1-16</inkml:trace>
  <inkml:trace contextRef="#ctx0" brushRef="#br0" timeOffset="29276.91">26307 8793 82 0,'28'6'175'0,"-5"14"-12"0,-6 8-16 16,-2 11-1-16,-6 12-12 0,-5 9-9 0,-4-26-25 15,0 24-10-15,-20 89 2 0,7-51-7 0,-3 2-24 16,1 4 6-16,1-1-10 0,-1-1-5 16,3 0-1-16,3-6-3 0,-1-5 2 0,1-4-12 15,1-3-1-15,-3-7-4 0,1-2 2 16,-5-3-1-16,-4 2 0 0,-6-6-10 16,-7-3 14-16,-9-2-5 0,-6-4 1 0,-8-6-10 15,-6 0-12-15,-10-8-9 0,-10-3-18 0,-10-6-22 16,-5-4-27-16,-5-4-14 0,1-5-39 15,1-6-33-15,3-4-107 0,5-8-90 0,50-3 0 16</inkml:trace>
  <inkml:trace contextRef="#ctx0" brushRef="#br0" timeOffset="29599.46">28577 9837 155 0,'-20'30'160'0,"-12"12"-14"15,-12 12 12-15,-12 9-11 0,-8 10-17 0,-12 11-13 16,-60 66-10-16,-6 3 4 0,3 0-4 15,-5 0-7-15,6-5-3 0,6-5 13 0,26-30 1 16,16-16-14-16,10-13 1 0,-3 3-2 0,-1-2-5 16,-50 55-4-16,31-35-1 0,17-17 14 15,14-11-16-15,-2-1-5 0,-2 0-20 0,-3 1-15 16,6-3-20-16,1-4-28 0,5 0-37 0,2-4-26 16,10-6-66-16,7-5-30 0,7-8-81 15,10-6-269-15,11-12 1 0</inkml:trace>
  <inkml:trace contextRef="#ctx0" brushRef="#br0" timeOffset="30042.93">28071 11313 153 0,'-22'22'156'0,"-2"7"-9"0,-4 9 1 0,-4 10 4 0,-5 9-15 16,-2 6 0-16,-5 5-5 0,-2 1-11 16,3-1-9-16,4-2-9 0,2-2 2 0,3-1-9 15,4-6-10-15,5-3-1 0,5-5-2 0,3-6-12 16,3-5-5-16,5-3 10 0,8-6-17 16,1-20 4-16,34 11-15 0,-18-20 6 0,39-14 0 15,-10-6-27-15,10-7 3 0,5-9-19 0,5-2-3 16,-1-4 0-16,-3 0-11 0,-5 0 6 0,-4 5-1 15,-5 3-9-15,-8 5 3 0,-5 2-7 0,-2 5-2 16,-8 3 0-16,-4 6-5 0,-10 10 6 16,-10 3 0-16,1 13-4 0,-12 6 9 0,-2 4 5 15,-4 4-2-15,-3 4 4 0,0 1-5 0,-2 2 4 16,0 1 2-16,3-1 15 0,2-1 10 16,3-3-8-16,2-4 2 0,2 1-6 0,6-3 5 15,2-7 5-15,2-11-13 0,20 8 7 16,6-18 7-16,3-4 5 0,8-7-13 0,6-6-15 15,8-10 5-15,9-10-18 0,5-10-34 16,6-5-56-16,1-7-65 0,2 1-37 0,0 3-329 16,-4-1 0-16</inkml:trace>
  <inkml:trace contextRef="#ctx0" brushRef="#br0" timeOffset="30410.4">29466 11398 131 0,'8'0'180'0,"-3"2"-25"0,-1 1 2 16,-2 3-14-16,-8 9-9 0,-2 4-12 0,-8 2-4 16,-4 6-8-16,-6 2-11 0,-5 8-8 15,-5 2-3-15,-1 4-8 0,-2 3-9 0,-2-1 4 16,-2 5-14-16,0-5-1 0,5 0 6 16,2-6-9-16,2-7-3 0,7 0-8 0,1-9 6 0,5-1-12 15,2-5-9-15,5-6-3 16,7-10-5-16,7-1 0 0,7-21-9 0,6-1-10 15,6-9 0-15,5-8-11 0,6-7-2 0,9-6-13 16,5 2-5-16,4-4-6 0,2-1 2 0,5-3-3 16,-3 5-7-16,0 6 7 0,-3 5 1 15,-3 1 2-15,-5 8 7 0,-2 4 2 0,-5 5-2 16,1 8 10-16,-3 3 3 0,2 11 0 16,-21 2 4-16,23 22 7 0,-20 3 8 0,-8 9 15 15,-7 9-7-15,-1-16-5 0,-21 57 2 0,1-20 5 16,-4 0-12-16,-6 1 1 0,0-1-2 0,0-4-6 15,1-1 6-15,0-7-17 0,-1-4-15 16,2-5-22-16,0-2-31 0,3-8-34 16,1-7-47-16,4-5-55 0,1-6-123 0,5-9 0 0</inkml:trace>
  <inkml:trace contextRef="#ctx0" brushRef="#br0" timeOffset="30542.22">29257 11947 22 0,'-3'-38'157'0,"3"21"-14"0,0-9-7 0,0-5-10 0,0 0-18 16,20-26 3-16,-1 35-3 0,5 1-17 15,6 2-7-15,6 6-8 0,6 2-10 0,0 5-19 16,6 1-19-16,3 4-39 0,-27 1-40 16,15 0-39-16,5 0-105 0,51 11-57 0</inkml:trace>
  <inkml:trace contextRef="#ctx0" brushRef="#br0" timeOffset="30755.52">30537 11292 46 0,'-11'-11'165'0,"1"7"-21"0,-8 6-14 0,-3 10-1 0,-3 4-15 15,-4 9 8-15,-8 9-14 0,-3 6-4 16,-5 8 0-16,-3 9-5 0,-1 4-3 0,-1 2 3 16,5 0-13-16,3 3-5 0,7-6-19 0,2-2 1 15,6-5-6-15,7-3-14 0,4-5-4 16,6-4 2-16,9-5-16 0,0-22-25 0,31 25-25 15,-1-21-44-15,9-5-47 0,6-10-110 0,-18-3-155 16,56-12 1-16</inkml:trace>
  <inkml:trace contextRef="#ctx0" brushRef="#br0" timeOffset="31200.25">31394 11360 106 0,'-6'-1'123'0,"-2"1"-8"0,-10 1-8 0,8-1 3 16,-8 0 9-16,-22 14-14 0,16-5-10 0,-2 6-5 0,-6 2-3 16,-7 6-8-16,-2 5 1 15,-5 4-9-15,-2 6-9 0,-2 3 1 0,0 5-5 0,1 2 2 16,2 1-2-16,3 1-1 0,7-2-9 15,4-2 3-15,3-1-11 0,5-3 4 0,6-1 5 16,7-1 0-16,4-5-4 0,8-18-7 0,0 6 0 16,23 28-4-16,2-28-6 0,7-2-4 15,10-4 6-15,3-4-34 0,7-1-24 16,4-6-58-16,1-1-87 0,-29-5-137 0,16 0-81 0,58-16 0 16</inkml:trace>
  <inkml:trace contextRef="#ctx0" brushRef="#br0" timeOffset="31399.33">31490 12070 29 0,'-3'-6'174'0,"3"0"-14"16,1 3-22-16,3 0-2 0,0 0-10 15,2 1-18-15,12 1-10 0,5 0-5 0,4-1-10 16,-13 2-4-16,13 0-28 0,4 0-43 0,5 0-52 15,5 0-75-15,3 0-136 0,3 0 38 16</inkml:trace>
  <inkml:trace contextRef="#ctx0" brushRef="#br0" timeOffset="31750.96">32570 11613 158 0,'-29'-7'154'0,"13"7"-7"0,-10 0-3 15,-3 0-12-15,-39 12-16 0,26 4-7 16,-2 1-10-16,2 7-11 0,-4 4-9 0,4 3 3 16,-2 3-12-16,5-4-7 0,5 0-6 15,6-3 0-15,5-3 2 0,7-3-2 16,4 2-5-16,11-10-3 0,11 0-10 0,12-2-5 16,7-7-5-16,4-2-11 0,5-2-3 0,-17 0-9 15,76-15 6-15,-24 5-3 0,-2 1-11 16,-4 0-4-16,-10 0-3 0,-9 4 7 0,-9 0 5 15,-7 1-9-15,-9 3 1 0,-15 1 4 16,10 10 5-16,-19 5-2 0,-14 2 12 0,-9 8-6 16,-8 0 6-16,-5 1 6 0,-4 3 5 0,-12 3 9 15,-8 7 11-15,-11 4 4 0,-5 2 3 16,-4 0 5-16,1-3 3 0,-2 0-9 16,2-3 0-16,3-7-2 0,-2 0 0 0,1-2 2 15,-4-7-1-15,-2-2-14 0,-4-2-41 0,-9-8-59 16,-4-5-99-16,-8-3-194 0,51-3-153 15,-123-24 0-15</inkml:trace>
  <inkml:trace contextRef="#ctx0" brushRef="#br0" timeOffset="33024.21">6283 10703 47 0,'-14'-15'125'0,"14"15"-15"16,0-14-6-16,0 14-14 0,-19-24-1 16,18 19-4-16,1 1-15 0,0-2-8 0,-2 2-3 15,1 0-6-15,1 1-8 0,-1-1-12 0,1 2-2 16,0-1-2-16,0 0-4 0,0 2-8 15,0 1 5-15,2 1-15 0,1 0 16 0,0 4-11 16,6 6 4-16,4 4-1 0,2 1-1 16,1 3 3-16,1-1 1 0,5 3 3 0,2 5-5 0,4 0 7 15,1 3 2-15,4 1-1 0,3 2 4 16,3 2 3-16,2-2 0 0,-1 2 1 16,6 0-6-16,2 4 6 0,2-1-1 0,4-1-5 0,0 3 2 15,0 1 4-15,2 0 3 0,-2 1-2 16,0 4 9-16,1-5-2 0,1 2-1 15,0-3 4-15,0 0 2 0,0-4-2 0,2-2-12 0,2-4 11 16,0-1-9-16,4-5-7 16,0-1 9-16,0-2 2 0,2-1-4 0,2-3-10 15,-2-1 0-15,-2-1-1 0,-2-1 5 0,-3 0-8 16,-3-2-6-16,-5 0-6 0,-5-1 9 0,-4 0-8 16,-5-1-7-16,-5-2 8 0,-3 2-14 15,1-3 7-15,-5 0-2 0,-4-1 4 0,-3-1-6 16,-2 0-15-16,-6-1-8 0,-2-2-21 15,-4 1-33-15,-1-2-32 0,-3 0-62 0,0-2-87 16,-1 0-150-16,-1-5 1 0</inkml:trace>
  <inkml:trace contextRef="#ctx0" brushRef="#br0" timeOffset="33878.83">9509 9756 52 0,'0'0'146'16,"0"0"1"-16,0 0 3 0,-15 0-4 0,-4-14-21 15,14 11-9-15,1 3-9 0,0-2-7 16,0 2-15-16,1 0-11 0,2 0-13 0,0 0-2 16,2 0-4-16,3 4-5 0,9 6-4 0,3 1 2 15,3 4 3-15,1 2-10 0,0 1-11 0,0 7 15 16,1 5 8-16,0 2-2 16,-1 4-3-16,0 3-10 0,-1 2 7 0,0 4-8 15,-1 4 1-15,2 1-1 0,4-2-7 0,-2 1-3 16,4-2 8-16,4-1 6 0,2-4 23 15,5 0-2-15,4-2-1 0,3-5 2 0,4-1-5 16,4-3 9-16,3-3-4 0,8 2-15 16,-2-1-3-16,0-1-13 0,-1 2-1 0,0-3 6 15,-2-1-26-15,-2 0 11 0,-2 1 0 0,-2-1 4 16,2 0-8-16,-5-1-3 0,-3 0-17 0,-2-1 11 16,-2-1 4-16,-5 1-19 0,-4-3-4 0,-3 0-2 15,-5-1-12-15,-2-4-17 0,-5-2-16 16,1 1-8-16,-7-2-8 0,-4-2-25 0,-5-3-29 15,-3-8-46-15,0 0-59 0,-18 6-284 16,1-10 1-16</inkml:trace>
  <inkml:trace contextRef="#ctx0" brushRef="#br0" timeOffset="34435.11">9305 10855 140 0,'-2'6'159'16,"4"2"-15"-16,3 15 3 0,7 3-11 16,0 1-1-16,3 4-14 0,3 4-2 0,4 5-19 15,2 5-3-15,0 2-19 0,2 5 3 16,1 3-5-16,0 4-10 0,3 3-5 0,4-1-9 15,0 0 6-15,5 3-1 0,3-3 19 0,2 1 1 16,4-8-11-16,4-3 6 0,3-4 3 0,3-6 20 16,5-2 0-1,5-10-16-15,3-4 12 0,6-6-11 0,-2-8 11 0,4-7-21 0,7-2-3 16,-43-2-8-16,89-15 1 0,-44-2-27 16,-2-8 14-16,-2-6-14 0,-5-4-9 0,-6-3-23 15,-3-1 15-15,-6-2-15 0,-7-2-12 16,-6 0-7-16,-6-2 6 0,-6-4-1 0,-3 3 10 15,-7 2-7-15,-5-2-7 0,1 4 11 0,-7-1 5 16,-2-2-5-16,-3 2 9 0,-1 0-14 0,-1 0 4 16,1 0-3-16,-3-2 2 0,3 2-7 15,-1 0-46-15,2 1-52 0,-1 1-68 16,4 2-86-16,0 3-325 0,0 0 0 0</inkml:trace>
  <inkml:trace contextRef="#ctx0" brushRef="#br0" timeOffset="38054.11">10955 10394 12 0,'0'0'55'15,"0"0"-5"-15,0-15-12 0,0 15 5 0,0 0-19 16,0 0 8-16,0 0 8 0,-14 0-19 16,14 0 8-16,-20 7-8 0,16 14-4 15,-1 3 8-15,4 3-15 0,1 1 9 0,-2 3-7 16,1 1 6-16,1 1 7 0,0-13-2 15,0 7-1-15,0 7 15 0,13 44-4 0,-6-33 4 16,2-2-21-16,1 5 8 0,-2-1-1 0,1 2 8 16,0 1 6-16,2 1 6 0,-3 2-5 15,5 1 7-15,1 1-5 0,0 1 11 0,2 2-13 16,-1 1 1-16,4 3 0 0,1-3-19 16,1 2 11-16,0-2-7 0,5 0 5 0,-2-2 3 15,1-3-1-15,2-1 6 0,1-1-12 0,1 0 10 16,-1 1-16-16,-1-2 5 0,-1-2-4 15,1 0 0-15,1 0 2 0,-5 0 0 0,-1-1-1 16,1 4 2-16,-4-3-2 0,-2-2 1 16,-1 1 2-16,0-1 5 0,-3 0-8 0,-1-5 4 15,0 1-6-15,-1-1-4 0,0-4-1 16,-1-2 1-16,0-2-4 0,-1-2-2 0,-1-6 1 16,1 3 0-16,-2-4-2 0,0-4-5 0,-1-1 11 15,0-4-7-15,-2-5-2 0,0-3 2 16,-3 1-5-16,2-3 6 0,-2-2-1 15,0 0 5-15,2 2-2 0,-2-3 0 0,1 1-2 16,-1 0 8-16,2-3-2 0,-2 2 2 0,-1 0-5 16,1-1-26-16,-1 0-25 0,0-2-51 0,0 0-79 15,0 0-115-15,-26 10-51 0,4-10 0 16</inkml:trace>
  <inkml:trace contextRef="#ctx0" brushRef="#br0" timeOffset="38779.24">10312 13342 55 0,'-4'5'125'0,"2"-1"-4"16,2 3 1-16,2 13-14 0,-2-8-3 15,16 26 7-15,-4-11-17 0,2 6-4 0,3 1-8 16,0 2-3-16,3 3 3 0,2 0-6 0,0 3-2 15,2-3-3-15,2 3 0 0,2-2-4 16,1-1-1-16,3-2 0 0,3-5-10 0,2-1 4 0,4-6-9 16,6-10 7-16,6-6-10 15,7-9-9-15,-28 0 3 0,67-17-3 0,-30 1-21 16,0-7 5-16,1-8-16 0,-2-5 4 0,0-8-6 16,-3-6-5-16,-2-5-1 0,-2-6 4 15,-1 0-17-15,-3-4-5 0,-2 2-6 0,0-2-2 16,-5 0 8-16,2 0-1 0,-3 5-1 15,1 1 6-15,-5 2-7 0,0 5-5 0,-2 5 1 16,-2 5-7-16,-6 5-17 0,-3 6-78 0,-7 4-92 16,-5 5-157-16,-4 4 0 0</inkml:trace>
  <inkml:trace contextRef="#ctx0" brushRef="#br0" timeOffset="40016.17">10156 15077 59 0,'0'0'129'0,"0"0"-9"0,0 0-3 16,0 0-5-16,16 30-7 0,-16-17-8 0,0 11-5 15,-12 34-4-15,8-17 2 0,-1 0-12 0,-1 4-7 16,1 3 1-16,-2 0-4 0,1 3-2 16,-2 2-8-16,0 1 7 0,1-3 1 0,3-1-10 15,-1 3 0-15,-1-3 0 0,0-1-9 0,-1-3-2 16,2 2 5-16,-1-5 2 15,1-1-9-15,2-2-2 0,-2-6-6 0,2 3 5 0,2-7-8 16,-2-2-10-16,3-4 5 0,-2-6-1 0,2-3-6 16,0-4 8-16,-2-3-11 0,2-4 9 15,-1-1 0-15,1-3-2 0,0 0-8 0,-4-14 1 16,3-9-5-16,-3-5-20 0,1-5 7 16,-1 1-7-16,-3 0-14 0,2-5-2 0,-2-3-4 0,1 0 1 15,-1-3 9-15,0 0-3 16,-1-1-5-16,3-1 2 0,0-1 2 0,3-1-3 0,2 21 1 15,0-10-6-15,0-8 10 0,22-51-9 16,-5 38-1-16,8-1-11 0,11-2 7 0,7-1 8 16,8 1 0-16,8 1 3 0,7 3-3 15,4 2-1-15,-1 8 15 0,-1 5-10 0,-3 8 16 16,-5 3-7-16,-2 10 6 0,-5 3-2 16,-9 6 9-16,-6 9-2 0,-22 2 12 0,22 18-4 15,-24 3 9-15,-7 10 2 0,-7-14 1 0,-19 40 1 16,2-14 12-16,-6 2-5 0,-5-2 1 15,-5 1-3-15,1-3 4 0,-1-1-2 0,2-6-10 16,3-2 0-16,3-6 3 0,4-1-7 16,2-5-4-16,3-1-4 0,1 1-6 0,6-4 4 15,5 4-4-15,4-10 3 16,0 2 3-16,20 16-3 0,-1-13 2 0,3-2 8 0,6 0-1 16,0-2 0-16,2 4-4 0,3 0 5 15,-3-2-5-15,5 2 11 0,1 0 0 0,1 1-7 16,-3-3 6-16,0 4-4 0,1-1-3 0,-3 0 0 15,-4-1-34-15,0 0-40 0,-5-2-40 0,1-2-59 16,-3 4-112-16,-1-5-110 0,-3-6 0 16</inkml:trace>
  <inkml:trace contextRef="#ctx0" brushRef="#br0" timeOffset="40542.51">11611 15529 46 0,'-12'-22'152'0,"2"-2"-16"0,2-2-14 0,3 0-7 16,5-1-2-16,0 11-23 0,13-26-6 0,1 10-5 16,7 2-22-16,8 0-5 0,7-2-8 15,10 1-2-15,3 1-2 0,3 8-5 0,2-1 0 16,1 4-3-16,0 0-5 0,-2 10-4 0,-1 5-1 15,-7 4 3-15,-24 0 3 0,38 17-6 16,-28-1 4-16,-9 6 4 16,-8 10 0-16,-10 6-4 0,-4-16 7 0,-23 48-1 0,-1-22 9 15,-5-3 6-15,-3-2 0 0,-4-4-2 0,-4-5 4 16,-7-2-4-16,-1-5-7 16,-1-5-7-16,0-5-3 0,1-3-15 0,1-4 4 15,3-5-2-15,2-5-6 0,22 0-10 0,-10 0 5 16,-31-16-12-16,33 6 7 0,4-1-9 0,4-7 0 15,9 1-8-15,11-4-16 0,0 10-23 0,28-21-36 16,2 7-77-16,6 1-140 0,8-2-19 0,5-4 0 16</inkml:trace>
  <inkml:trace contextRef="#ctx0" brushRef="#br0" timeOffset="40958.15">13107 14743 70 0,'-37'13'111'0,"-4"7"-5"15,-2 5-16-15,-2 6-4 0,-4 7 6 16,-3 10 9-16,0 6-10 0,1 7 4 16,3 5 7-16,1 5-9 0,6 2-2 0,3-2-1 15,5 1-5-15,6-1 2 0,6-3 1 0,4-2-3 16,5-4-10-16,5-6 8 0,6-3-8 0,1-4-1 15,0-28-1-15,10 39-15 0,2-28 0 16,3-5 3-16,4-5-14 0,3-7 11 0,4-5-12 16,6-3-16-16,1-7-10 0,-13 0 0 0,43-13-6 15,-16 0-23-15,3-4-52 0,1-8-55 16,4-1-82-16,-2-3-180 0,4-6-21 0,-5 1 1 16</inkml:trace>
  <inkml:trace contextRef="#ctx0" brushRef="#br0" timeOffset="42345.4">14821 13728 42 0,'-20'0'77'0,"-22"27"-13"15,24-14 5-15,-4 0-7 0,1 5-13 16,1-4 5-16,0 5-8 0,-6 4-4 0,2 3 2 16,-2 6 1-16,-2 7 19 0,-2 5-19 0,-2 4 21 15,0 7-16-15,-3 4 11 0,0 5-9 0,1 4 7 16,0 5-2-16,1 7 3 16,1 1 7-16,1 6-3 0,2 3 2 0,5 0-5 0,-1 1 2 15,5 0-3-15,1 2 4 0,4-4 4 0,7-5-12 16,2-3-1-16,2-2 0 0,4-2 10 15,0-41-9-15,0 15 5 0,0 10-1 0,17 62-5 16,-9-61-6-16,3-4-2 0,1-1 3 16,0-3-16-16,0-1 4 15,2-2 9-15,2-2-2 0,2-3-18 0,-1-1 5 0,2-3-10 0,1-1-11 16,2-4 0-16,1-6-16 16,2-3-25-16,2-1-23 0,1-7-19 0,4-5-31 0,3-9-19 15,3-2-73-15,-18-4-73 0,45-15-145 16,-22-2 1-16</inkml:trace>
  <inkml:trace contextRef="#ctx0" brushRef="#br0" timeOffset="43382.74">15367 14502 82 0,'0'0'112'0,"0"0"-19"0,0 0 2 15,-15 10-7-15,15 1 7 0,-8 31-9 16,2-12 0-16,-2 9-11 16,-4 6-1-16,-2 5 3 0,-3 9 2 0,0 3-2 0,1 7 3 15,1 3-4-15,-1 2 9 0,4 1-9 0,2-5-3 16,3 2 4-16,2-6-4 0,1-2-4 16,1-4-5-16,3-3-6 0,0-32-5 15,0 13-7-15,0 2-11 0,11 43-5 0,-5-45 2 0,0-3-8 16,0-4-18-16,1 0-30 0,1-4-30 15,0-6-34-15,1-4-63 0,-1-6-73 0,1-11-160 16,-2 0 0-16</inkml:trace>
  <inkml:trace contextRef="#ctx0" brushRef="#br0" timeOffset="43633.4">15721 15346 66 0,'0'-2'144'0,"1"-1"-20"15,0 1-12-15,2-2-8 0,2 3-6 0,11-4-2 16,6 1 2-16,6-2-16 0,0-1-4 0,6 2-5 16,6-1-1-16,3-2-6 0,6 2-7 15,3-1-3-15,4-2-3 0,2-1-9 0,-1 3-6 16,3-1-8-16,0-2-28 0,-3 3-59 15,1 0-78-15,-6-3-152 0,-4-1 33 0</inkml:trace>
  <inkml:trace contextRef="#ctx0" brushRef="#br0" timeOffset="44147.14">17249 14707 92 0,'2'1'123'0,"-1"2"-11"0,0 4-21 0,-1 0 4 15,2 26 4-15,-2-15-8 0,0 9-2 0,0 13-4 16,-18 54 5-16,8-34 3 0,-2 2-4 16,0 4-3-16,-2 0-7 0,0 0-3 0,3-5-9 15,-1-3 2-15,1-5-13 0,2-9 4 0,0-3-9 16,2-5-1-16,2-3-5 0,-2-2-5 15,0-6-2-15,3-6 3 0,0-9-13 16,2-5 7-16,2-5-12 0,-4-11-1 0,2-13-11 0,2-9-11 16,0 15-11-16,0-15-2 0,14-55 0 15,-6 31-14-15,2-6-1 0,4 0-4 16,0 0 1-16,5-1 0 0,4 5 2 0,1-3 2 16,4 5-7-16,4 4 4 0,2 5-2 0,4 4-1 15,3 2 17-15,-1 6 0 0,1 5 9 16,-1 6-2-16,-1 5 2 0,-6 6 10 0,-2 8-3 15,1 3 3-15,-22 3 5 0,16 26 6 16,-24-3-4-16,-2-8-1 0,-16 34 6 0,4-13 3 16,-4-3-3-16,-1 4 4 0,-2-3-10 15,1 1 1-15,0-1-3 0,2-1-2 16,0 0-2-16,3-4 3 0,3 0 0 0,2 3-1 0,2-1 2 16,6-16 8-16,12 28 10 0,1-20-3 15,7-2-1-15,8-2 10 0,4-1-7 16,7-3 2-16,4-1-6 0,2-1 5 0,2-5-15 0,1 4-30 15,0-3-52-15,-3-2-50 16,-1-2-53-16,-4-1-113 0,-3-2-41 0,-2 1 0 16</inkml:trace>
  <inkml:trace contextRef="#ctx0" brushRef="#br0" timeOffset="44457.07">18726 14875 78 0,'-10'11'149'0,"0"2"-19"15,-1 6-14-15,2-3 4 0,-3 2-4 0,-2 6-10 16,2-1-4-16,0 3-10 0,0 3-11 0,2 1 2 15,0 2-14-15,0 2-2 0,2-2-1 0,2-2-1 16,-2 2-12-16,4-3-5 16,0-3-8-16,0-2 1 0,4-4-5 0,0-13-17 0,0 2-18 15,0-1-32-15,0-8-71 0,2 9-86 16,0-14-130-16,-4-4 58 0</inkml:trace>
  <inkml:trace contextRef="#ctx0" brushRef="#br0" timeOffset="44600.09">18221 14929 22 0,'0'-10'115'0,"10"-1"-2"0,3 1-16 0,8 0 4 15,6-1-4-15,4 3 0 0,6 0-17 16,7-1 4-16,8 3-8 0,8 0 3 0,6-2-6 16,4 3-9-16,6 0-5 0,-2 1-23 15,-4 0-32-15,-3 4-65 0,-7 0-73 0,-8 0-145 0</inkml:trace>
  <inkml:trace contextRef="#ctx0" brushRef="#br0" timeOffset="44792.92">18215 15533 38 0,'-22'28'151'0,"9"-5"-13"0,5 2-10 0,8-13-5 16,12 17-3-16,7-12-9 0,5-6-6 15,8-5-7-15,6 1-5 0,9-4-5 0,7-3-15 16,-22 0-8-16,18 0-5 0,74-15-15 16,-48 7-50-16,3-5-56 15,0-1-109-15,-1-6-141 0,-2-2 88 0</inkml:trace>
  <inkml:trace contextRef="#ctx0" brushRef="#br0" timeOffset="45255.33">19528 15093 49 0,'-4'-6'149'16,"0"-1"-20"-16,0 4-19 0,4 3 0 0,-2 0-7 15,1 3-7-15,-2 3-8 0,3 15-1 16,-4 3-6-16,-1 6 5 0,-2 4-13 16,-2 4 3-16,-3 2-7 0,-3 3-6 0,-2 6-2 0,-2-4-8 15,1-3-5-15,2-5 4 0,0-3-1 0,2-5-3 16,2-4 0-16,-3-4-2 0,0-6-6 15,1-4-10-15,2-10-4 0,5-1-9 16,-12-20-3-16,9-1-6 0,-1-8-6 0,6-3-3 16,1-7 2-16,4 18-9 0,0-13-4 0,14-55 0 15,1 32-5-15,5-1 3 0,5-1-8 0,2 2 0 16,12 2-2-16,4 0-2 0,5 4 5 16,4 4 8-16,5 2-1 0,6 5 5 0,1 3 10 15,0 3-7-15,0 7 3 0,-5 4 2 0,-5 7-4 16,-6 4 11-16,-9 8-2 0,-22 4 1 15,23 16 7-15,-38 8 8 0,-13 5-8 16,-13 8 7-16,-12 6 3 0,-7 1 8 0,-2-1 0 16,2-2-5-16,2-6 5 0,5-3-10 0,5-4-11 15,3-2 0-15,4 0-5 0,6-4 1 16,4 0-1-16,4 1 9 0,7 0-6 0,3-13 3 16,21 19-4-16,1-15 1 15,7 0 4-15,7-3-2 0,7 0 2 0,5-2-9 0,5-2 3 16,3-1 3-16,1 2-4 0,-1-5-24 0,-1-1-45 15,-30-2-66-15,13 0-76 0,2 0-199 0,38-12 1 16</inkml:trace>
  <inkml:trace contextRef="#ctx0" brushRef="#br0" timeOffset="46143.05">20940 13612 45 0,'0'0'119'0,"0"0"-12"16,-12 0-11-16,-2 21-2 0,14-7 2 0,0 9-12 16,10 29 5-16,-2-17-5 0,4 8-9 0,2 10-3 15,4 6-11-15,-2 7 1 0,0 5 1 16,0 9-17-16,-2 3-3 0,-2 2-11 15,-4 6 1-15,0 3-7 0,-2 6 4 0,-2 0 10 16,2-2 10-16,-4 0 4 0,-2-1 6 16,4-8-5-16,-4-5 5 0,2-3-9 0,0-2 8 15,-2-9 1-15,0-36-9 0,0 15 4 0,0 4-8 16,-12 54-9-16,4-55 1 0,-4-5 7 0,-4-5-9 16,-4 1 4-16,-6-2-5 0,-4 0 3 15,-8-5-4-15,-7-2-17 0,-4-2-14 0,-9-1-21 16,-3-5-39-16,-4-5-49 0,-2 0-75 15,3-7-136-15,4-6-99 0,33-8 0 0</inkml:trace>
  <inkml:trace contextRef="#ctx0" brushRef="#br0" timeOffset="47563.71">23003 13726 83 0,'0'0'116'16,"0"0"-18"-16,-26-11-3 0,6 19-8 15,-6 5-13-15,2 0-1 0,-4 8-10 0,-4 2 2 16,-6 5-12-16,-6 5 4 0,-2 8 2 16,-4 7 5-16,-2 8-9 0,0 2 3 0,-2 11 0 15,0 6-2-15,2 4 11 0,2 6 7 16,4 2-1-16,4 2 5 16,4 3-8-16,6-1-1 0,4 1 1 0,4 0 4 0,4-2-3 15,8 0 4-15,2-5-5 0,6-3-8 0,4-44 5 0,0 19-6 16,10 70 0-16,2-60-3 15,0-4-7-15,6-3-14 0,0-6 6 0,4-2-9 0,0-4-10 16,2-3-24-16,0-4-11 0,2-3-30 0,2-5-28 16,-2-4-22-16,6-4-32 15,-2-4-50-15,0-7-85 0,0-3-177 0,2-7 1 0</inkml:trace>
  <inkml:trace contextRef="#ctx0" brushRef="#br0" timeOffset="47888.17">23542 14495 6 0,'5'-4'119'0,"1"3"-8"0,-2 3-5 16,6 11-2-16,-2 8-10 0,-2 7 9 16,-2 4-7-16,-4 5-4 0,0-14 0 0,0 18 6 15,-14 59-11-15,6-35-2 0,-1 3 2 16,0 2-14-16,-1-1-3 0,1 1-9 16,-2-2-2-16,3-2-8 0,2 0-5 0,-2-4 0 0,2-2 3 15,2-6-8-15,2-2 2 0,-1-2-18 16,2-5-19-16,-1-6-22 0,2-4-20 0,-1 1-19 15,1-21-27-15,0 4-42 0,12 16-45 0,-3-31-147 16,2-8 53-16,5-8 0 0</inkml:trace>
  <inkml:trace contextRef="#ctx0" brushRef="#br0" timeOffset="48128.87">24250 14584 73 0,'18'-19'128'16,"2"4"-13"-16,-4 3-11 0,4 5-9 0,-8 5-2 16,-12 2-1-16,22 16-5 0,-16 2-4 15,0 10-5-15,-6-10 2 0,0 10-5 0,-14 47 3 16,2-22 4-16,0 4-15 0,-1 3-2 16,1 3 1-16,0 1-13 0,1-1-6 15,3 0 2-15,0 1 4 0,2-2-11 0,4-5-20 16,2-4-17-16,0-26-17 0,0 11-20 0,18 38-44 15,-5-38-35-15,4-9-95 0,-1-6-118 0,2-5 0 16</inkml:trace>
  <inkml:trace contextRef="#ctx0" brushRef="#br0" timeOffset="48299.45">24076 15204 120 0,'-14'-24'153'0,"5"1"-12"0,8 5-15 15,1 6-3-15,29-16-7 0,-2 15-9 0,9 0-13 16,12 1-3-16,8-1-11 16,6 2-9-16,6-1-22 0,8 3-28 0,8 2-49 0,4 1-45 15,-2 1-89-15,0-5-114 0,0 0 87 16</inkml:trace>
  <inkml:trace contextRef="#ctx0" brushRef="#br0" timeOffset="48676.64">25354 14786 139 0,'-26'-2'148'0,"0"9"-10"16,-2-1-5-16,4 8-9 0,-4 0-13 15,-2 9-11-15,-4 7 5 0,3 5-9 0,-1 4-5 16,3 2-2-16,-1 3-12 0,5-1-10 0,4-1-7 16,3-5 7-16,5-3 8 0,4-7 2 15,5-1 1-15,4-17-6 0,16 11-10 16,5-18-10-16,-8-2-16 0,30-16 13 0,-11 3-15 15,3-2-13-15,-1-6-7 0,2 0 0 0,-1 3-12 16,1 0 5-16,-3-1-3 0,-3 3-6 16,-2 4 3-16,-4 1-5 0,-2 1 3 0,-3 1-6 15,-4 8 0-15,-15 1-6 0,21 13 13 0,-13 2-4 16,-7 7-1-16,-1-8 1 0,-14 32 8 16,-1-10 7-16,-4 4 6 0,-6 5-1 0,-4 2 13 15,-3 3-7-15,-3-1 9 0,-1-6-2 16,-1-1 0-16,2-4-4 0,2-6-4 0,1 0 6 15,1-9-12-15,0 1 5 0,1-7 1 0,-1-1 6 16,0-5-7-16,1-4-26 0,-1-2-26 16,15-5-35-16,-9 0-36 0,-30-13-75 15,27 2-57-15,-1-2-225 0,6-3 0 0</inkml:trace>
  <inkml:trace contextRef="#ctx0" brushRef="#br0" timeOffset="49157.51">26026 14199 14 0,'0'4'155'0,"3"4"-10"16,7 16-18-16,2 1 5 0,3 9-14 15,0 3 2-15,-1 9-8 0,-2 10-4 16,-1 6-16-16,-4 9-6 0,-6 8-10 0,-1-37-8 0,0 25-8 16,-21 90-2-16,5-66-6 0,-3-2-10 15,-2-2 2-15,-2-4 9 0,-1 2-9 0,-1-6 4 16,-1-6-2-16,2-4 4 0,-1 0 11 0,-1-7-3 16,1-7-10-16,-2-3 6 0,2-4-8 0,-4-2 8 15,-2-6-11-15,-1-1-8 0,-4-3 1 16,-3-3-16-16,-1-2-32 0,-1-4-25 0,0-4-27 15,-2-5-48-15,3-2-69 0,0-5-126 16,4-7-91-16,19-4 0 0</inkml:trace>
  <inkml:trace contextRef="#ctx0" brushRef="#br0" timeOffset="49589.78">28869 14043 120 0,'-25'12'166'0,"-5"9"-14"0,-4 6 3 0,-6 5-13 16,-4 12-10-16,-7 4 1 0,-2 9-10 16,-6 8 5-16,-3 12-2 0,-8 3-14 0,-3 9-16 15,-54 66 7 1,2-6-2-16,0 0 0 0,22-30 4 0,15-19-2 0,8-10 3 0,-57 58 10 0,26-32-19 15,-27 21 27-15,27-29-8 0,12-17 3 16,-45 44-14-16,32-35 12 0,18-14-8 0,14-16-24 16,1 2-14-16,1-2-28 0,2-4-6 15,6 0-25-15,8-4-15 0,4-4-44 0,10-5-39 16,7-3-40-16,8-5-36 0,11-7-20 16,14-7-37-16,8-21-414 0,23 13 0 15</inkml:trace>
  <inkml:trace contextRef="#ctx0" brushRef="#br0" timeOffset="50077.28">28956 15658 83 0,'4'0'199'0,"-6"4"-21"0,-7 13-9 16,-6 3-17-16,-1 2-3 0,-4 6-10 0,-2 7 0 16,-2 11-12-16,-2 3-8 0,1 6-7 0,1 5-14 15,2-1-18-15,3 1 0 0,3 0-15 16,3-1-4-16,3-3-14 0,5-5 4 0,5-2-19 16,0-28 0-16,0 7-8 0,19 31 15 15,-3-36-19-15,4-9 12 0,10-5-14 0,-11-9 7 0,9 0-8 16,44-26-2-16,-23 0 2 0,6-6-6 15,3-5-6-15,2-3 1 0,-1 0-3 16,-7 0 0-16,-6 8 9 0,-4 0 7 16,-6 5-1-16,-2 5-17 0,-7 1 5 0,-3 2-11 0,-3 8 3 15,-2 4 4-15,-19 7 2 0,7 0-1 16,1 22-8-16,-14 4 3 0,0 1 5 0,-6 7-1 16,-3 2 4-16,2 5-1 0,-1-3-7 0,1-2 1 15,1 2-5-15,3-4 1 0,1-4 8 16,0 0 14-16,4-4 29 0,4-7 22 0,0-19-5 15,12 16-14-15,9-24 13 0,4-4-34 16,7-10 7-16,8-9-18 0,2-6-9 0,3-10-5 16,3-4-31-16,2-3-26 0,2-3-32 0,2-2-13 15,0 2-9-15,-2 3-22 0,-2 1-8 16,-1 4-39-16,-2 4-26 0,-3 5-241 0,-3 3 0 16</inkml:trace>
  <inkml:trace contextRef="#ctx0" brushRef="#br0" timeOffset="50438.36">30552 15825 112 0,'5'-1'208'0,"-2"2"-22"15,-1-1-3-15,1 1-21 0,-2 3-21 0,-1 0-12 16,-1 1-12-16,-8 14-11 0,-6 5-9 16,-2 1 3-16,-7 7-3 0,-3 2-15 0,-5 6 8 15,-4 3-17-15,-4 3-8 0,-4 0-1 16,0 6-20-16,0-5-5 0,2-2 8 0,4 0-13 15,4-7 0-15,4-8 3 0,3 0 26 16,0-7 3-16,7-3-12 0,0-4-13 0,8-9-2 16,12-7-17-16,2-14-11 0,8-9 1 0,6-4-12 15,7-9-5-15,4-5-15 0,5-5-15 16,4-4-5-16,5-3 0 0,2 0-5 0,5 0 8 16,-2 3-3-16,0 2 7 0,-6 3 2 0,0 9 3 15,-4 4 9-15,-3 2 5 0,-1 10 5 0,-4 2 7 16,-1 6 0-16,2 5 3 15,-15 7 5-15,23 14 0 0,-18 6 6 0,-7 3-2 0,-7 9 9 16,-5-13-7-16,0 15-4 0,-21 49-5 0,3-28-18 16,-10 3-23-16,2-3-33 15,-1 1-16-15,-2-4-51 0,2-7-18 0,2-6-62 16,-2-5-160-16,1-7 1 0</inkml:trace>
  <inkml:trace contextRef="#ctx0" brushRef="#br0" timeOffset="50589.71">30322 16107 122 0,'8'-22'150'0,"4"4"-18"16,4 3-9-16,4 4 4 0,1 4-9 0,3 4-13 15,-10 3-10-15,8 0-2 0,32 10-21 0,-21-2-10 16,2 1-22-16,1 0-40 0,1 2-54 16,3-2-50-16,2-2-167 0,-1-2 68 0</inkml:trace>
  <inkml:trace contextRef="#ctx0" brushRef="#br0" timeOffset="50822.43">31598 15536 4 0,'-2'-14'165'0,"-2"6"-19"16,-4 4-11-16,-8 8 3 0,-6 7-15 0,-6 8-17 15,-7 8 3-15,-7 7-13 0,-7 10 1 0,-7 3-5 16,-4 10 3-16,-3 5-9 0,0 1 6 0,2-2-8 15,2 0-7-15,6-1-5 0,4-6-20 0,6-5-3 16,6-4-6-16,3-5-15 0,6-1 4 16,7-5-10-16,4-3-1 0,5-4-5 0,4 2 3 15,8-17-8-15,12 19-5 0,8-16-23 16,5-6-37-16,7-4-58 0,3-5-70 0,-18 0-145 16,43-14-4-16,-17 2 0 0</inkml:trace>
  <inkml:trace contextRef="#ctx0" brushRef="#br0" timeOffset="51379.6">32005 15531 92 0,'-16'-3'138'15,"-4"3"-11"-15,6 0-4 0,-26 13-8 16,4 3-10-16,-1 5-2 0,-7 8-6 0,-3 5 1 16,-7 8-1-16,-6 6-4 0,-3 2 0 15,0 3-6-15,0 1-1 0,3 3-3 0,4-2-3 16,4 1-11-16,4-7-7 0,5-1-6 0,6-5 0 16,5-4-9-16,4-3-1 0,5-2-4 15,6-5-8-15,5-5-7 0,8 2 1 16,4-16-14-16,18 15-14 0,2-16-31 0,4-2-32 0,3-5-43 15,5-2-69-15,-16 0-96 0,31-13-92 16,-15 5 0-16</inkml:trace>
  <inkml:trace contextRef="#ctx0" brushRef="#br0" timeOffset="51959.03">31662 16273 15 0,'-7'0'169'0,"3"-2"-14"16,0 0-22-16,2 0 4 0,-1 2-20 0,4 0-11 15,2-1-8-15,1 1-10 0,16-3-3 0,4 3-17 16,7-5-1-16,2 2-11 0,4 1 2 16,5-3-13-16,2 4-2 0,2-4-17 15,0 0-30-15,0 5-36 0,1-5-51 0,-3-1-45 16,-1 1-90-16,-3 0-17 0</inkml:trace>
  <inkml:trace contextRef="#ctx0" brushRef="#br0" timeOffset="52296.68">32847 15845 97 0,'-22'-19'138'0,"-6"8"-18"0,-7 1-10 16,-8 10 5-16,21 0-9 0,-12 0-7 0,-42 16-3 16,28-3-15-16,-7 5 4 0,3 3-5 0,2 2-5 15,-1 5-3-15,4 3-3 0,3-2-5 16,7 1-1-16,4-3-4 0,9 0-10 0,4-3-2 15,7 0 1-15,13-10-6 0,12-3 1 0,12-5-11 16,8-2 5-16,9-4-2 0,-3 0-13 0,86-17-1 16,-44 5-4-16,-3 4-5 0,-7-1 8 15,-4 2-3-15,-10-2 2 0,-12 4-3 0,-8 0-11 16,-7-1 3-16,-5 2-2 0,-16 4-4 16,0 0 0-16,0 25 10 0,-20-5-1 0,-12 7 9 15,-15 5-9-15,-17 15 11 16,2-9-1-16,-5-1 12 0,-1-1 9 0,-11 2 0 0,-9 3-10 0,-7-2 10 15,-3 0 2-15,-3-3-5 0,-2-2-1 16,0-7 6-16,-1-3 1 0,-5-5-2 0,-4-5-17 16,-6-7-11-16,-5-5-59 15,55-2-85-15,-130-23-121 0,53 0-297 0,-104-31 0 0</inkml:trace>
  <inkml:trace contextRef="#ctx0" brushRef="#br0" timeOffset="53079.47">1269 10411 27 0,'0'0'194'0,"0"-14"-13"0,0 14-17 15,0 0-2-15,15 0-30 0,0-26-15 0,-15 26-18 16,-3 4-8 0,-5 15-3-16,-5 4-14 0,-18 22 1 0,-5 11-4 0,-9 12-5 0,-2 14 9 15,-4 8-1-15,-1 2-8 16,-3 10 24-16,-1 6-24 0,2 2 9 0,0-1 23 15,5 5-4-15,2 4-3 0,7-1 1 0,3-11-4 16,2-10-6-16,6-9 1 0,3-12-16 0,3-1-11 16,4-10-24-16,3-10 19 0,3-4-31 15,2-11-25-15,2-7-32 0,4-6-30 0,-1-4-24 0,2-9-25 16,-1-8-60-16,5-5-144 0,-13-13-188 16,9-8 1-16</inkml:trace>
  <inkml:trace contextRef="#ctx0" brushRef="#br0" timeOffset="53821.44">4236 10601 86 0,'0'0'210'16,"0"0"-30"-16,0 0 4 0,0 0-13 0,-22 34-24 15,8-9-11-15,-4 6-12 0,-4 7-11 0,-6 7-8 16,-4 10-3-16,-4 9-15 16,-4 8-9-16,-4 6 1 0,-2 6 13 0,-3 5-15 15,-2 2 3-15,1 4-8 0,-2-3-10 0,2 0 7 16,2-3-4-16,3-5 3 0,2-4-22 0,3-4 7 15,2-6-17-15,3-6 4 0,4-4 0 0,3-7-14 16,4-4 2-16,0-4-14 0,6-7-27 16,0-6-13-16,4-5-26 0,-2-2-37 0,1-3-56 15,-2-9-140-15,-13-5-745 0</inkml:trace>
  <inkml:trace contextRef="#ctx0" brushRef="#br0" timeOffset="54143.28">2652 11726 187 0,'-14'23'177'0,"2"9"-17"0,0 7-7 0,-1 7-15 16,-3 6-15-16,0 11-1 0,-1 5-12 15,-3 8-10-15,2 6-6 0,0 5-8 0,-1 1-4 16,0-1-3-16,2 1-10 0,0-3 3 0,1-4 2 16,4-6-10-16,2-5-5 0,-1-8-7 0,4-3-3 15,2-10-3-15,1-4 4 0,1-7 13 16,3 2-16-16,0-27 25 0,18 17 4 0,4-28-15 16,-7-2-5-16,39-32 15 0,-6 2-20 15,8-10-15-15,5-9 3 0,7-7-8 16,7-10-9-16,4-4-8 0,5 1-18 0,4-4-39 0,5-1-41 15,0 0-59-15,2 0-75 0,-2 1-356 0,-3 3 1 16</inkml:trace>
  <inkml:trace contextRef="#ctx0" brushRef="#br0" timeOffset="54928.24">9083 9624 43 0,'-1'2'184'0,"-2"2"-26"15,1 3-9-15,-5 14 4 0,-1 5-26 0,1 1-5 16,-3 9-9-16,-1 3-5 0,-4 8-12 0,0 6-8 16,-1 10-11-16,-4 6-11 0,-1 5-4 15,1 7-4-15,-1 6 0 0,1 9-2 16,1 6-5-16,0 5-7 0,2 2-4 0,2 3 14 16,3 5-12-16,2 2 7 0,4 4 1 0,0-2-7 15,3-2 1-15,3 0 0 0,0-59 2 0,0 27 11 16,0 14-20-16,12 117 1 0,-7-105-5 15,1-2 12-15,0 2 6 0,1-6-10 16,0 0-16-16,2 2 19 0,3-1-8 0,-3 2 1 0,5 3-1 16,0 0 4-16,6 0-15 0,-1-1 7 15,2 4-5-15,5 5 18 0,2 0-15 0,0 1 1 16,0 1-22-16,5 4 5 0,2 4 8 16,4 1 4-16,27 85 14 0,-11-50-37 0,-3-29 17 15,-3-15-5-15,35 71 16 0,-10-42-19 16,21 27 8-16,-11-41-10 0,-8-19-8 0,39 44 6 0,-15-36-15 15,-11-20 12-15,42 44-14 0,-23-33 3 16,25 27 14-16,6-11-7 0,-24-24 11 0,27 23-20 16,-22-28-2-16,25 21 13 0,-27-26-2 15,-13-10 5-15,46 37-6 0,3-6 7 16,2-4-5-16,5-6-15 0,-22-26 15 0,-18-15 0 0,68 24-19 16,5-5 8-16,-1-9 5 0,4-4 16 0,6-2-11 15,5-8-18-15,-2 2 6 0,-4-3 30 16,12 1-15-16,-2-2-17 0,-4 1 19 0,2 0-8 15,10 3 7-15,-1-5-9 0,-1 0 12 16,8 1 6-16,7-7-17 0,0 4 1 16,-3-6-13-16,-2 4-2 0,2-4-36 0,-12-1-29 0,1 0-43 15,-6-7-79-15,-6-5-460 0,-7-7 0 16,-12-16 1-16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5FEF04-F8CB-4FDD-A052-9465DC109F99}" type="datetimeFigureOut">
              <a:rPr lang="en-US" smtClean="0"/>
              <a:t>2/28/2026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B85995-5283-461E-B50A-EBECE5E9C2DE}" type="slidenum">
              <a:rPr lang="en-US" smtClean="0"/>
              <a:t>‹#›</a:t>
            </a:fld>
            <a:endParaRPr lang="en-US"/>
          </a:p>
        </p:txBody>
      </p:sp>
    </p:spTree>
    <p:extLst>
      <p:ext uri="{BB962C8B-B14F-4D97-AF65-F5344CB8AC3E}">
        <p14:creationId xmlns:p14="http://schemas.microsoft.com/office/powerpoint/2010/main" val="2733030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6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7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6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C4A983-ED1C-458E-BB74-240AB5A789C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862768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083AAA8-690A-477A-B939-092D9D21A2FE}" type="slidenum">
              <a:rPr lang="en-US" smtClean="0"/>
              <a:t>67</a:t>
            </a:fld>
            <a:endParaRPr lang="en-US"/>
          </a:p>
        </p:txBody>
      </p:sp>
    </p:spTree>
    <p:extLst>
      <p:ext uri="{BB962C8B-B14F-4D97-AF65-F5344CB8AC3E}">
        <p14:creationId xmlns:p14="http://schemas.microsoft.com/office/powerpoint/2010/main" val="388993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4565BC-F7FA-4210-AF9B-2AD52F728B10}"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65843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986570B-50A4-4FD8-B1C9-8C12D973779F}" type="slidenum">
              <a:rPr lang="en-IN" smtClean="0"/>
              <a:t>412</a:t>
            </a:fld>
            <a:endParaRPr lang="en-IN"/>
          </a:p>
        </p:txBody>
      </p:sp>
    </p:spTree>
    <p:extLst>
      <p:ext uri="{BB962C8B-B14F-4D97-AF65-F5344CB8AC3E}">
        <p14:creationId xmlns:p14="http://schemas.microsoft.com/office/powerpoint/2010/main" val="17063293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3053B50-D70D-42DA-8250-14371EFBF929}"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20560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do a regression, dependent variable is PEGY and independent variable is </a:t>
            </a:r>
            <a:r>
              <a:rPr lang="en-US" dirty="0" err="1"/>
              <a:t>PE,G,dividend</a:t>
            </a:r>
            <a:r>
              <a:rPr lang="en-US" dirty="0"/>
              <a:t> yield.</a:t>
            </a:r>
          </a:p>
        </p:txBody>
      </p:sp>
      <p:sp>
        <p:nvSpPr>
          <p:cNvPr id="4" name="Slide Number Placeholder 3"/>
          <p:cNvSpPr>
            <a:spLocks noGrp="1"/>
          </p:cNvSpPr>
          <p:nvPr>
            <p:ph type="sldNum" sz="quarter" idx="5"/>
          </p:nvPr>
        </p:nvSpPr>
        <p:spPr/>
        <p:txBody>
          <a:bodyPr/>
          <a:lstStyle/>
          <a:p>
            <a:fld id="{5BB85995-5283-461E-B50A-EBECE5E9C2DE}" type="slidenum">
              <a:rPr lang="en-US" smtClean="0"/>
              <a:t>447</a:t>
            </a:fld>
            <a:endParaRPr lang="en-US"/>
          </a:p>
        </p:txBody>
      </p:sp>
    </p:spTree>
    <p:extLst>
      <p:ext uri="{BB962C8B-B14F-4D97-AF65-F5344CB8AC3E}">
        <p14:creationId xmlns:p14="http://schemas.microsoft.com/office/powerpoint/2010/main" val="2325762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B85995-5283-461E-B50A-EBECE5E9C2DE}" type="slidenum">
              <a:rPr lang="en-US" smtClean="0"/>
              <a:t>460</a:t>
            </a:fld>
            <a:endParaRPr lang="en-US"/>
          </a:p>
        </p:txBody>
      </p:sp>
    </p:spTree>
    <p:extLst>
      <p:ext uri="{BB962C8B-B14F-4D97-AF65-F5344CB8AC3E}">
        <p14:creationId xmlns:p14="http://schemas.microsoft.com/office/powerpoint/2010/main" val="3343454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B85995-5283-461E-B50A-EBECE5E9C2DE}" type="slidenum">
              <a:rPr lang="en-US" smtClean="0"/>
              <a:t>474</a:t>
            </a:fld>
            <a:endParaRPr lang="en-US"/>
          </a:p>
        </p:txBody>
      </p:sp>
    </p:spTree>
    <p:extLst>
      <p:ext uri="{BB962C8B-B14F-4D97-AF65-F5344CB8AC3E}">
        <p14:creationId xmlns:p14="http://schemas.microsoft.com/office/powerpoint/2010/main" val="11635896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BFA4C14-2A12-4B29-BEFF-2976F089A27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01473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BFA4C14-2A12-4B29-BEFF-2976F089A271}"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25608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7A04D-B280-C5CB-B64F-2BFE169D64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759085E-0425-A24D-FBA6-FAE37CB606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248FEB-9E60-364C-C000-26C49D8D2039}"/>
              </a:ext>
            </a:extLst>
          </p:cNvPr>
          <p:cNvSpPr>
            <a:spLocks noGrp="1"/>
          </p:cNvSpPr>
          <p:nvPr>
            <p:ph type="dt" sz="half" idx="10"/>
          </p:nvPr>
        </p:nvSpPr>
        <p:spPr/>
        <p:txBody>
          <a:bodyPr/>
          <a:lstStyle/>
          <a:p>
            <a:fld id="{96762889-4BCA-4CA6-BDCC-E6CCB8C6EF90}" type="datetimeFigureOut">
              <a:rPr lang="en-US" smtClean="0"/>
              <a:t>2/28/2026</a:t>
            </a:fld>
            <a:endParaRPr lang="en-US"/>
          </a:p>
        </p:txBody>
      </p:sp>
      <p:sp>
        <p:nvSpPr>
          <p:cNvPr id="5" name="Footer Placeholder 4">
            <a:extLst>
              <a:ext uri="{FF2B5EF4-FFF2-40B4-BE49-F238E27FC236}">
                <a16:creationId xmlns:a16="http://schemas.microsoft.com/office/drawing/2014/main" id="{83AC833C-D09D-044B-984C-83DD2F651A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F43A96-0D4A-A15D-73FB-D17FB997DF21}"/>
              </a:ext>
            </a:extLst>
          </p:cNvPr>
          <p:cNvSpPr>
            <a:spLocks noGrp="1"/>
          </p:cNvSpPr>
          <p:nvPr>
            <p:ph type="sldNum" sz="quarter" idx="12"/>
          </p:nvPr>
        </p:nvSpPr>
        <p:spPr/>
        <p:txBody>
          <a:bodyPr/>
          <a:lstStyle/>
          <a:p>
            <a:fld id="{91674727-3C7E-4F10-B0E4-3CB0AD13DC0B}" type="slidenum">
              <a:rPr lang="en-US" smtClean="0"/>
              <a:t>‹#›</a:t>
            </a:fld>
            <a:endParaRPr lang="en-US"/>
          </a:p>
        </p:txBody>
      </p:sp>
    </p:spTree>
    <p:extLst>
      <p:ext uri="{BB962C8B-B14F-4D97-AF65-F5344CB8AC3E}">
        <p14:creationId xmlns:p14="http://schemas.microsoft.com/office/powerpoint/2010/main" val="829353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A0ADC-A2B1-9D20-BC30-B3B1905102D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4D76B4-0277-48F6-0F6B-647567EE95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78E73C-9DBC-614B-75F3-0CDF17E9A75A}"/>
              </a:ext>
            </a:extLst>
          </p:cNvPr>
          <p:cNvSpPr>
            <a:spLocks noGrp="1"/>
          </p:cNvSpPr>
          <p:nvPr>
            <p:ph type="dt" sz="half" idx="10"/>
          </p:nvPr>
        </p:nvSpPr>
        <p:spPr/>
        <p:txBody>
          <a:bodyPr/>
          <a:lstStyle/>
          <a:p>
            <a:fld id="{96762889-4BCA-4CA6-BDCC-E6CCB8C6EF90}" type="datetimeFigureOut">
              <a:rPr lang="en-US" smtClean="0"/>
              <a:t>2/28/2026</a:t>
            </a:fld>
            <a:endParaRPr lang="en-US"/>
          </a:p>
        </p:txBody>
      </p:sp>
      <p:sp>
        <p:nvSpPr>
          <p:cNvPr id="5" name="Footer Placeholder 4">
            <a:extLst>
              <a:ext uri="{FF2B5EF4-FFF2-40B4-BE49-F238E27FC236}">
                <a16:creationId xmlns:a16="http://schemas.microsoft.com/office/drawing/2014/main" id="{F701811C-AEBC-8CFA-AEFA-61EC5D3D46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7D1CEB-2682-481F-A90E-03E2EF92D083}"/>
              </a:ext>
            </a:extLst>
          </p:cNvPr>
          <p:cNvSpPr>
            <a:spLocks noGrp="1"/>
          </p:cNvSpPr>
          <p:nvPr>
            <p:ph type="sldNum" sz="quarter" idx="12"/>
          </p:nvPr>
        </p:nvSpPr>
        <p:spPr/>
        <p:txBody>
          <a:bodyPr/>
          <a:lstStyle/>
          <a:p>
            <a:fld id="{91674727-3C7E-4F10-B0E4-3CB0AD13DC0B}" type="slidenum">
              <a:rPr lang="en-US" smtClean="0"/>
              <a:t>‹#›</a:t>
            </a:fld>
            <a:endParaRPr lang="en-US"/>
          </a:p>
        </p:txBody>
      </p:sp>
    </p:spTree>
    <p:extLst>
      <p:ext uri="{BB962C8B-B14F-4D97-AF65-F5344CB8AC3E}">
        <p14:creationId xmlns:p14="http://schemas.microsoft.com/office/powerpoint/2010/main" val="4156795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9F716-E05C-035F-B7A8-CA896BFC2A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63C62E9-258D-590D-7CA9-D2AD56EC58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E8BF44-BC43-B3E3-8FF2-AD9DE3109977}"/>
              </a:ext>
            </a:extLst>
          </p:cNvPr>
          <p:cNvSpPr>
            <a:spLocks noGrp="1"/>
          </p:cNvSpPr>
          <p:nvPr>
            <p:ph type="dt" sz="half" idx="10"/>
          </p:nvPr>
        </p:nvSpPr>
        <p:spPr/>
        <p:txBody>
          <a:bodyPr/>
          <a:lstStyle/>
          <a:p>
            <a:fld id="{96762889-4BCA-4CA6-BDCC-E6CCB8C6EF90}" type="datetimeFigureOut">
              <a:rPr lang="en-US" smtClean="0"/>
              <a:t>2/28/2026</a:t>
            </a:fld>
            <a:endParaRPr lang="en-US"/>
          </a:p>
        </p:txBody>
      </p:sp>
      <p:sp>
        <p:nvSpPr>
          <p:cNvPr id="5" name="Footer Placeholder 4">
            <a:extLst>
              <a:ext uri="{FF2B5EF4-FFF2-40B4-BE49-F238E27FC236}">
                <a16:creationId xmlns:a16="http://schemas.microsoft.com/office/drawing/2014/main" id="{468F0B0D-1E4E-AE2B-A029-9467AC9AB8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511FC4-41C5-59F1-9D5B-27F8B5CDF831}"/>
              </a:ext>
            </a:extLst>
          </p:cNvPr>
          <p:cNvSpPr>
            <a:spLocks noGrp="1"/>
          </p:cNvSpPr>
          <p:nvPr>
            <p:ph type="sldNum" sz="quarter" idx="12"/>
          </p:nvPr>
        </p:nvSpPr>
        <p:spPr/>
        <p:txBody>
          <a:bodyPr/>
          <a:lstStyle/>
          <a:p>
            <a:fld id="{91674727-3C7E-4F10-B0E4-3CB0AD13DC0B}" type="slidenum">
              <a:rPr lang="en-US" smtClean="0"/>
              <a:t>‹#›</a:t>
            </a:fld>
            <a:endParaRPr lang="en-US"/>
          </a:p>
        </p:txBody>
      </p:sp>
    </p:spTree>
    <p:extLst>
      <p:ext uri="{BB962C8B-B14F-4D97-AF65-F5344CB8AC3E}">
        <p14:creationId xmlns:p14="http://schemas.microsoft.com/office/powerpoint/2010/main" val="960103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32114-B5B6-ECE9-D54C-B9B1BF0B3E0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8E4A4C-15EB-EA42-84F2-B62BDECEA46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62CA46-2548-8480-A73B-775BE0FBAE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495B5F-BE27-C86B-AEEA-C84FC5D0D03F}"/>
              </a:ext>
            </a:extLst>
          </p:cNvPr>
          <p:cNvSpPr>
            <a:spLocks noGrp="1"/>
          </p:cNvSpPr>
          <p:nvPr>
            <p:ph type="dt" sz="half" idx="10"/>
          </p:nvPr>
        </p:nvSpPr>
        <p:spPr/>
        <p:txBody>
          <a:bodyPr/>
          <a:lstStyle/>
          <a:p>
            <a:fld id="{96762889-4BCA-4CA6-BDCC-E6CCB8C6EF90}" type="datetimeFigureOut">
              <a:rPr lang="en-US" smtClean="0"/>
              <a:t>2/28/2026</a:t>
            </a:fld>
            <a:endParaRPr lang="en-US"/>
          </a:p>
        </p:txBody>
      </p:sp>
      <p:sp>
        <p:nvSpPr>
          <p:cNvPr id="6" name="Footer Placeholder 5">
            <a:extLst>
              <a:ext uri="{FF2B5EF4-FFF2-40B4-BE49-F238E27FC236}">
                <a16:creationId xmlns:a16="http://schemas.microsoft.com/office/drawing/2014/main" id="{E76B6B9B-1FEC-23E2-071B-8A1F98A111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D1194B-DC60-0F38-B297-FDF60F538879}"/>
              </a:ext>
            </a:extLst>
          </p:cNvPr>
          <p:cNvSpPr>
            <a:spLocks noGrp="1"/>
          </p:cNvSpPr>
          <p:nvPr>
            <p:ph type="sldNum" sz="quarter" idx="12"/>
          </p:nvPr>
        </p:nvSpPr>
        <p:spPr/>
        <p:txBody>
          <a:bodyPr/>
          <a:lstStyle/>
          <a:p>
            <a:fld id="{91674727-3C7E-4F10-B0E4-3CB0AD13DC0B}" type="slidenum">
              <a:rPr lang="en-US" smtClean="0"/>
              <a:t>‹#›</a:t>
            </a:fld>
            <a:endParaRPr lang="en-US"/>
          </a:p>
        </p:txBody>
      </p:sp>
    </p:spTree>
    <p:extLst>
      <p:ext uri="{BB962C8B-B14F-4D97-AF65-F5344CB8AC3E}">
        <p14:creationId xmlns:p14="http://schemas.microsoft.com/office/powerpoint/2010/main" val="1090109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68F52-DCA2-BB0A-60F8-B54F0EFA4B6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42D7A87-E8E6-EC03-6902-89D3D9BA08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ACE00F-45CE-36F6-4DC8-733A5C0276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6A04073-BABA-27D4-128A-8D28FFFC94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6FA500-EA7C-63DA-2A13-B2568DCF532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5DD2CDD-3CCD-7DEE-F4F0-F412A00F7428}"/>
              </a:ext>
            </a:extLst>
          </p:cNvPr>
          <p:cNvSpPr>
            <a:spLocks noGrp="1"/>
          </p:cNvSpPr>
          <p:nvPr>
            <p:ph type="dt" sz="half" idx="10"/>
          </p:nvPr>
        </p:nvSpPr>
        <p:spPr/>
        <p:txBody>
          <a:bodyPr/>
          <a:lstStyle/>
          <a:p>
            <a:fld id="{96762889-4BCA-4CA6-BDCC-E6CCB8C6EF90}" type="datetimeFigureOut">
              <a:rPr lang="en-US" smtClean="0"/>
              <a:t>2/28/2026</a:t>
            </a:fld>
            <a:endParaRPr lang="en-US"/>
          </a:p>
        </p:txBody>
      </p:sp>
      <p:sp>
        <p:nvSpPr>
          <p:cNvPr id="8" name="Footer Placeholder 7">
            <a:extLst>
              <a:ext uri="{FF2B5EF4-FFF2-40B4-BE49-F238E27FC236}">
                <a16:creationId xmlns:a16="http://schemas.microsoft.com/office/drawing/2014/main" id="{3259B05A-420F-142E-8739-DFAF291474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10CE433-1887-FFFE-935C-906C3BB7BAD8}"/>
              </a:ext>
            </a:extLst>
          </p:cNvPr>
          <p:cNvSpPr>
            <a:spLocks noGrp="1"/>
          </p:cNvSpPr>
          <p:nvPr>
            <p:ph type="sldNum" sz="quarter" idx="12"/>
          </p:nvPr>
        </p:nvSpPr>
        <p:spPr/>
        <p:txBody>
          <a:bodyPr/>
          <a:lstStyle/>
          <a:p>
            <a:fld id="{91674727-3C7E-4F10-B0E4-3CB0AD13DC0B}" type="slidenum">
              <a:rPr lang="en-US" smtClean="0"/>
              <a:t>‹#›</a:t>
            </a:fld>
            <a:endParaRPr lang="en-US"/>
          </a:p>
        </p:txBody>
      </p:sp>
    </p:spTree>
    <p:extLst>
      <p:ext uri="{BB962C8B-B14F-4D97-AF65-F5344CB8AC3E}">
        <p14:creationId xmlns:p14="http://schemas.microsoft.com/office/powerpoint/2010/main" val="3604887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43D88-F37F-7146-517F-8D885395F44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0D7358C-926B-789F-F03B-28AF518446F3}"/>
              </a:ext>
            </a:extLst>
          </p:cNvPr>
          <p:cNvSpPr>
            <a:spLocks noGrp="1"/>
          </p:cNvSpPr>
          <p:nvPr>
            <p:ph type="dt" sz="half" idx="10"/>
          </p:nvPr>
        </p:nvSpPr>
        <p:spPr/>
        <p:txBody>
          <a:bodyPr/>
          <a:lstStyle/>
          <a:p>
            <a:fld id="{96762889-4BCA-4CA6-BDCC-E6CCB8C6EF90}" type="datetimeFigureOut">
              <a:rPr lang="en-US" smtClean="0"/>
              <a:t>2/28/2026</a:t>
            </a:fld>
            <a:endParaRPr lang="en-US"/>
          </a:p>
        </p:txBody>
      </p:sp>
      <p:sp>
        <p:nvSpPr>
          <p:cNvPr id="4" name="Footer Placeholder 3">
            <a:extLst>
              <a:ext uri="{FF2B5EF4-FFF2-40B4-BE49-F238E27FC236}">
                <a16:creationId xmlns:a16="http://schemas.microsoft.com/office/drawing/2014/main" id="{E630B25E-CD3D-0D87-05B2-50FD451672F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0746E55-1C39-5686-0152-F038FFDAC621}"/>
              </a:ext>
            </a:extLst>
          </p:cNvPr>
          <p:cNvSpPr>
            <a:spLocks noGrp="1"/>
          </p:cNvSpPr>
          <p:nvPr>
            <p:ph type="sldNum" sz="quarter" idx="12"/>
          </p:nvPr>
        </p:nvSpPr>
        <p:spPr/>
        <p:txBody>
          <a:bodyPr/>
          <a:lstStyle/>
          <a:p>
            <a:fld id="{91674727-3C7E-4F10-B0E4-3CB0AD13DC0B}" type="slidenum">
              <a:rPr lang="en-US" smtClean="0"/>
              <a:t>‹#›</a:t>
            </a:fld>
            <a:endParaRPr lang="en-US"/>
          </a:p>
        </p:txBody>
      </p:sp>
    </p:spTree>
    <p:extLst>
      <p:ext uri="{BB962C8B-B14F-4D97-AF65-F5344CB8AC3E}">
        <p14:creationId xmlns:p14="http://schemas.microsoft.com/office/powerpoint/2010/main" val="2601503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E66042-65C3-8417-E76B-E5D40776DFB5}"/>
              </a:ext>
            </a:extLst>
          </p:cNvPr>
          <p:cNvSpPr>
            <a:spLocks noGrp="1"/>
          </p:cNvSpPr>
          <p:nvPr>
            <p:ph type="dt" sz="half" idx="10"/>
          </p:nvPr>
        </p:nvSpPr>
        <p:spPr/>
        <p:txBody>
          <a:bodyPr/>
          <a:lstStyle/>
          <a:p>
            <a:fld id="{96762889-4BCA-4CA6-BDCC-E6CCB8C6EF90}" type="datetimeFigureOut">
              <a:rPr lang="en-US" smtClean="0"/>
              <a:t>2/28/2026</a:t>
            </a:fld>
            <a:endParaRPr lang="en-US"/>
          </a:p>
        </p:txBody>
      </p:sp>
      <p:sp>
        <p:nvSpPr>
          <p:cNvPr id="3" name="Footer Placeholder 2">
            <a:extLst>
              <a:ext uri="{FF2B5EF4-FFF2-40B4-BE49-F238E27FC236}">
                <a16:creationId xmlns:a16="http://schemas.microsoft.com/office/drawing/2014/main" id="{7D3FFE45-AA77-C5AF-AE33-A26BEDF0B8E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24926BE-4B19-C16A-EA2D-865A23CC52E4}"/>
              </a:ext>
            </a:extLst>
          </p:cNvPr>
          <p:cNvSpPr>
            <a:spLocks noGrp="1"/>
          </p:cNvSpPr>
          <p:nvPr>
            <p:ph type="sldNum" sz="quarter" idx="12"/>
          </p:nvPr>
        </p:nvSpPr>
        <p:spPr/>
        <p:txBody>
          <a:bodyPr/>
          <a:lstStyle/>
          <a:p>
            <a:fld id="{91674727-3C7E-4F10-B0E4-3CB0AD13DC0B}" type="slidenum">
              <a:rPr lang="en-US" smtClean="0"/>
              <a:t>‹#›</a:t>
            </a:fld>
            <a:endParaRPr lang="en-US"/>
          </a:p>
        </p:txBody>
      </p:sp>
    </p:spTree>
    <p:extLst>
      <p:ext uri="{BB962C8B-B14F-4D97-AF65-F5344CB8AC3E}">
        <p14:creationId xmlns:p14="http://schemas.microsoft.com/office/powerpoint/2010/main" val="1316199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4FB57-66DA-19D9-BB28-E5D974ED8B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F4CCD76-D6F4-EDAE-5D92-204FBA559E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10112ED-46C2-8DD1-E8DF-0E2F4870E3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568451-4897-E8A0-6AD2-8BA5E9EC0D85}"/>
              </a:ext>
            </a:extLst>
          </p:cNvPr>
          <p:cNvSpPr>
            <a:spLocks noGrp="1"/>
          </p:cNvSpPr>
          <p:nvPr>
            <p:ph type="dt" sz="half" idx="10"/>
          </p:nvPr>
        </p:nvSpPr>
        <p:spPr/>
        <p:txBody>
          <a:bodyPr/>
          <a:lstStyle/>
          <a:p>
            <a:fld id="{96762889-4BCA-4CA6-BDCC-E6CCB8C6EF90}" type="datetimeFigureOut">
              <a:rPr lang="en-US" smtClean="0"/>
              <a:t>2/28/2026</a:t>
            </a:fld>
            <a:endParaRPr lang="en-US"/>
          </a:p>
        </p:txBody>
      </p:sp>
      <p:sp>
        <p:nvSpPr>
          <p:cNvPr id="6" name="Footer Placeholder 5">
            <a:extLst>
              <a:ext uri="{FF2B5EF4-FFF2-40B4-BE49-F238E27FC236}">
                <a16:creationId xmlns:a16="http://schemas.microsoft.com/office/drawing/2014/main" id="{39959EE2-3DD6-9A5C-0821-41376A30A3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F05EBC-9A14-9B17-561C-1465155504A7}"/>
              </a:ext>
            </a:extLst>
          </p:cNvPr>
          <p:cNvSpPr>
            <a:spLocks noGrp="1"/>
          </p:cNvSpPr>
          <p:nvPr>
            <p:ph type="sldNum" sz="quarter" idx="12"/>
          </p:nvPr>
        </p:nvSpPr>
        <p:spPr/>
        <p:txBody>
          <a:bodyPr/>
          <a:lstStyle/>
          <a:p>
            <a:fld id="{91674727-3C7E-4F10-B0E4-3CB0AD13DC0B}" type="slidenum">
              <a:rPr lang="en-US" smtClean="0"/>
              <a:t>‹#›</a:t>
            </a:fld>
            <a:endParaRPr lang="en-US"/>
          </a:p>
        </p:txBody>
      </p:sp>
    </p:spTree>
    <p:extLst>
      <p:ext uri="{BB962C8B-B14F-4D97-AF65-F5344CB8AC3E}">
        <p14:creationId xmlns:p14="http://schemas.microsoft.com/office/powerpoint/2010/main" val="2641107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B55B4-3C20-1B23-A60D-AA65A0B4E6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0F1108-BED3-72E5-273F-FAF65B1933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B1F4F3-D4A2-0B65-0C08-18A300CCFF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56F8E6-7715-7E4D-C460-FF0B32240B78}"/>
              </a:ext>
            </a:extLst>
          </p:cNvPr>
          <p:cNvSpPr>
            <a:spLocks noGrp="1"/>
          </p:cNvSpPr>
          <p:nvPr>
            <p:ph type="dt" sz="half" idx="10"/>
          </p:nvPr>
        </p:nvSpPr>
        <p:spPr/>
        <p:txBody>
          <a:bodyPr/>
          <a:lstStyle/>
          <a:p>
            <a:fld id="{96762889-4BCA-4CA6-BDCC-E6CCB8C6EF90}" type="datetimeFigureOut">
              <a:rPr lang="en-US" smtClean="0"/>
              <a:t>2/28/2026</a:t>
            </a:fld>
            <a:endParaRPr lang="en-US"/>
          </a:p>
        </p:txBody>
      </p:sp>
      <p:sp>
        <p:nvSpPr>
          <p:cNvPr id="6" name="Footer Placeholder 5">
            <a:extLst>
              <a:ext uri="{FF2B5EF4-FFF2-40B4-BE49-F238E27FC236}">
                <a16:creationId xmlns:a16="http://schemas.microsoft.com/office/drawing/2014/main" id="{4B838BEC-92A6-0961-2A1A-4729D5727F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6B0575-7F2A-F07F-3A8F-BD395EACDCB6}"/>
              </a:ext>
            </a:extLst>
          </p:cNvPr>
          <p:cNvSpPr>
            <a:spLocks noGrp="1"/>
          </p:cNvSpPr>
          <p:nvPr>
            <p:ph type="sldNum" sz="quarter" idx="12"/>
          </p:nvPr>
        </p:nvSpPr>
        <p:spPr/>
        <p:txBody>
          <a:bodyPr/>
          <a:lstStyle/>
          <a:p>
            <a:fld id="{91674727-3C7E-4F10-B0E4-3CB0AD13DC0B}" type="slidenum">
              <a:rPr lang="en-US" smtClean="0"/>
              <a:t>‹#›</a:t>
            </a:fld>
            <a:endParaRPr lang="en-US"/>
          </a:p>
        </p:txBody>
      </p:sp>
    </p:spTree>
    <p:extLst>
      <p:ext uri="{BB962C8B-B14F-4D97-AF65-F5344CB8AC3E}">
        <p14:creationId xmlns:p14="http://schemas.microsoft.com/office/powerpoint/2010/main" val="4147664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44DDE-CC2A-7E84-C862-137F55BE7BA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105DD5D-468E-785B-0A82-FD92EE6FA0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C5963B-28AE-1A93-0FB6-85CA7DB4FFAF}"/>
              </a:ext>
            </a:extLst>
          </p:cNvPr>
          <p:cNvSpPr>
            <a:spLocks noGrp="1"/>
          </p:cNvSpPr>
          <p:nvPr>
            <p:ph type="dt" sz="half" idx="10"/>
          </p:nvPr>
        </p:nvSpPr>
        <p:spPr/>
        <p:txBody>
          <a:bodyPr/>
          <a:lstStyle/>
          <a:p>
            <a:fld id="{96762889-4BCA-4CA6-BDCC-E6CCB8C6EF90}" type="datetimeFigureOut">
              <a:rPr lang="en-US" smtClean="0"/>
              <a:t>2/28/2026</a:t>
            </a:fld>
            <a:endParaRPr lang="en-US"/>
          </a:p>
        </p:txBody>
      </p:sp>
      <p:sp>
        <p:nvSpPr>
          <p:cNvPr id="5" name="Footer Placeholder 4">
            <a:extLst>
              <a:ext uri="{FF2B5EF4-FFF2-40B4-BE49-F238E27FC236}">
                <a16:creationId xmlns:a16="http://schemas.microsoft.com/office/drawing/2014/main" id="{E296E6F5-7974-5A42-1926-D213A403CE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779FFC-BB4E-81AC-1545-C75211DD18F0}"/>
              </a:ext>
            </a:extLst>
          </p:cNvPr>
          <p:cNvSpPr>
            <a:spLocks noGrp="1"/>
          </p:cNvSpPr>
          <p:nvPr>
            <p:ph type="sldNum" sz="quarter" idx="12"/>
          </p:nvPr>
        </p:nvSpPr>
        <p:spPr/>
        <p:txBody>
          <a:bodyPr/>
          <a:lstStyle/>
          <a:p>
            <a:fld id="{91674727-3C7E-4F10-B0E4-3CB0AD13DC0B}" type="slidenum">
              <a:rPr lang="en-US" smtClean="0"/>
              <a:t>‹#›</a:t>
            </a:fld>
            <a:endParaRPr lang="en-US"/>
          </a:p>
        </p:txBody>
      </p:sp>
    </p:spTree>
    <p:extLst>
      <p:ext uri="{BB962C8B-B14F-4D97-AF65-F5344CB8AC3E}">
        <p14:creationId xmlns:p14="http://schemas.microsoft.com/office/powerpoint/2010/main" val="2796425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E01DD4-7B27-2552-0387-45A63CF1C6D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E8181A7-57DE-69C3-0027-32D4AA88A2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3B927C-DDDC-C4E2-FB8F-7AA1734AB6B4}"/>
              </a:ext>
            </a:extLst>
          </p:cNvPr>
          <p:cNvSpPr>
            <a:spLocks noGrp="1"/>
          </p:cNvSpPr>
          <p:nvPr>
            <p:ph type="dt" sz="half" idx="10"/>
          </p:nvPr>
        </p:nvSpPr>
        <p:spPr/>
        <p:txBody>
          <a:bodyPr/>
          <a:lstStyle/>
          <a:p>
            <a:fld id="{96762889-4BCA-4CA6-BDCC-E6CCB8C6EF90}" type="datetimeFigureOut">
              <a:rPr lang="en-US" smtClean="0"/>
              <a:t>2/28/2026</a:t>
            </a:fld>
            <a:endParaRPr lang="en-US"/>
          </a:p>
        </p:txBody>
      </p:sp>
      <p:sp>
        <p:nvSpPr>
          <p:cNvPr id="5" name="Footer Placeholder 4">
            <a:extLst>
              <a:ext uri="{FF2B5EF4-FFF2-40B4-BE49-F238E27FC236}">
                <a16:creationId xmlns:a16="http://schemas.microsoft.com/office/drawing/2014/main" id="{756FE9B4-8778-E9BF-6512-23788F0F7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9B5A68-EA94-E2FD-E6CE-79A3384CCC95}"/>
              </a:ext>
            </a:extLst>
          </p:cNvPr>
          <p:cNvSpPr>
            <a:spLocks noGrp="1"/>
          </p:cNvSpPr>
          <p:nvPr>
            <p:ph type="sldNum" sz="quarter" idx="12"/>
          </p:nvPr>
        </p:nvSpPr>
        <p:spPr/>
        <p:txBody>
          <a:bodyPr/>
          <a:lstStyle/>
          <a:p>
            <a:fld id="{91674727-3C7E-4F10-B0E4-3CB0AD13DC0B}" type="slidenum">
              <a:rPr lang="en-US" smtClean="0"/>
              <a:t>‹#›</a:t>
            </a:fld>
            <a:endParaRPr lang="en-US"/>
          </a:p>
        </p:txBody>
      </p:sp>
    </p:spTree>
    <p:extLst>
      <p:ext uri="{BB962C8B-B14F-4D97-AF65-F5344CB8AC3E}">
        <p14:creationId xmlns:p14="http://schemas.microsoft.com/office/powerpoint/2010/main" val="36487398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35CAE-E0B9-4EF5-BBD9-F1BE776DA9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6F759F9-B78A-4461-A1B9-6247E4D763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D6CB33B-7E24-4AC1-89E2-4DD20490FF02}"/>
              </a:ext>
            </a:extLst>
          </p:cNvPr>
          <p:cNvSpPr>
            <a:spLocks noGrp="1"/>
          </p:cNvSpPr>
          <p:nvPr>
            <p:ph type="dt" sz="half" idx="10"/>
          </p:nvPr>
        </p:nvSpPr>
        <p:spPr/>
        <p:txBody>
          <a:bodyPr/>
          <a:lstStyle/>
          <a:p>
            <a:fld id="{6CE213BF-DE3B-406D-BA0E-872155CD14FA}" type="datetimeFigureOut">
              <a:rPr lang="en-IN" smtClean="0"/>
              <a:t>28-02-2026</a:t>
            </a:fld>
            <a:endParaRPr lang="en-IN"/>
          </a:p>
        </p:txBody>
      </p:sp>
      <p:sp>
        <p:nvSpPr>
          <p:cNvPr id="5" name="Footer Placeholder 4">
            <a:extLst>
              <a:ext uri="{FF2B5EF4-FFF2-40B4-BE49-F238E27FC236}">
                <a16:creationId xmlns:a16="http://schemas.microsoft.com/office/drawing/2014/main" id="{385D290E-1671-410E-A324-5FAB41DDFA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02CC88-0CB4-4301-B035-4CD964C17D5E}"/>
              </a:ext>
            </a:extLst>
          </p:cNvPr>
          <p:cNvSpPr>
            <a:spLocks noGrp="1"/>
          </p:cNvSpPr>
          <p:nvPr>
            <p:ph type="sldNum" sz="quarter" idx="12"/>
          </p:nvPr>
        </p:nvSpPr>
        <p:spPr/>
        <p:txBody>
          <a:bodyPr/>
          <a:lstStyle/>
          <a:p>
            <a:fld id="{B4E4EE30-79E8-43A4-B63D-E487ABF6DB02}" type="slidenum">
              <a:rPr lang="en-IN" smtClean="0"/>
              <a:t>‹#›</a:t>
            </a:fld>
            <a:endParaRPr lang="en-IN"/>
          </a:p>
        </p:txBody>
      </p:sp>
    </p:spTree>
    <p:extLst>
      <p:ext uri="{BB962C8B-B14F-4D97-AF65-F5344CB8AC3E}">
        <p14:creationId xmlns:p14="http://schemas.microsoft.com/office/powerpoint/2010/main" val="3575159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84757-ED3F-428D-B402-7BAA3EA439C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5E0550-576E-412E-A35E-F6DB6469CDF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6E666F1-BBAA-4CA4-99C7-751991286343}"/>
              </a:ext>
            </a:extLst>
          </p:cNvPr>
          <p:cNvSpPr>
            <a:spLocks noGrp="1"/>
          </p:cNvSpPr>
          <p:nvPr>
            <p:ph type="dt" sz="half" idx="10"/>
          </p:nvPr>
        </p:nvSpPr>
        <p:spPr/>
        <p:txBody>
          <a:bodyPr/>
          <a:lstStyle/>
          <a:p>
            <a:fld id="{6CE213BF-DE3B-406D-BA0E-872155CD14FA}" type="datetimeFigureOut">
              <a:rPr lang="en-IN" smtClean="0"/>
              <a:t>28-02-2026</a:t>
            </a:fld>
            <a:endParaRPr lang="en-IN"/>
          </a:p>
        </p:txBody>
      </p:sp>
      <p:sp>
        <p:nvSpPr>
          <p:cNvPr id="5" name="Footer Placeholder 4">
            <a:extLst>
              <a:ext uri="{FF2B5EF4-FFF2-40B4-BE49-F238E27FC236}">
                <a16:creationId xmlns:a16="http://schemas.microsoft.com/office/drawing/2014/main" id="{0BC4467B-243A-4412-9A5D-A78458B917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8FE77A-38A8-4B57-B188-CEB5E631EAC0}"/>
              </a:ext>
            </a:extLst>
          </p:cNvPr>
          <p:cNvSpPr>
            <a:spLocks noGrp="1"/>
          </p:cNvSpPr>
          <p:nvPr>
            <p:ph type="sldNum" sz="quarter" idx="12"/>
          </p:nvPr>
        </p:nvSpPr>
        <p:spPr/>
        <p:txBody>
          <a:bodyPr/>
          <a:lstStyle/>
          <a:p>
            <a:fld id="{B4E4EE30-79E8-43A4-B63D-E487ABF6DB02}" type="slidenum">
              <a:rPr lang="en-IN" smtClean="0"/>
              <a:t>‹#›</a:t>
            </a:fld>
            <a:endParaRPr lang="en-IN"/>
          </a:p>
        </p:txBody>
      </p:sp>
    </p:spTree>
    <p:extLst>
      <p:ext uri="{BB962C8B-B14F-4D97-AF65-F5344CB8AC3E}">
        <p14:creationId xmlns:p14="http://schemas.microsoft.com/office/powerpoint/2010/main" val="17696399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4B248-A888-446C-A11D-8748D75427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6BE661D-34B8-4C2B-8892-1937B51807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4D45F2-6F18-4989-A82F-3C1C4F86F4A3}"/>
              </a:ext>
            </a:extLst>
          </p:cNvPr>
          <p:cNvSpPr>
            <a:spLocks noGrp="1"/>
          </p:cNvSpPr>
          <p:nvPr>
            <p:ph type="dt" sz="half" idx="10"/>
          </p:nvPr>
        </p:nvSpPr>
        <p:spPr/>
        <p:txBody>
          <a:bodyPr/>
          <a:lstStyle/>
          <a:p>
            <a:fld id="{6CE213BF-DE3B-406D-BA0E-872155CD14FA}" type="datetimeFigureOut">
              <a:rPr lang="en-IN" smtClean="0"/>
              <a:t>28-02-2026</a:t>
            </a:fld>
            <a:endParaRPr lang="en-IN"/>
          </a:p>
        </p:txBody>
      </p:sp>
      <p:sp>
        <p:nvSpPr>
          <p:cNvPr id="5" name="Footer Placeholder 4">
            <a:extLst>
              <a:ext uri="{FF2B5EF4-FFF2-40B4-BE49-F238E27FC236}">
                <a16:creationId xmlns:a16="http://schemas.microsoft.com/office/drawing/2014/main" id="{A45BF8D2-20A3-4915-90F3-48F6DC56B0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BA74C7-6AA6-4BFA-8890-846F348756D5}"/>
              </a:ext>
            </a:extLst>
          </p:cNvPr>
          <p:cNvSpPr>
            <a:spLocks noGrp="1"/>
          </p:cNvSpPr>
          <p:nvPr>
            <p:ph type="sldNum" sz="quarter" idx="12"/>
          </p:nvPr>
        </p:nvSpPr>
        <p:spPr/>
        <p:txBody>
          <a:bodyPr/>
          <a:lstStyle/>
          <a:p>
            <a:fld id="{B4E4EE30-79E8-43A4-B63D-E487ABF6DB02}" type="slidenum">
              <a:rPr lang="en-IN" smtClean="0"/>
              <a:t>‹#›</a:t>
            </a:fld>
            <a:endParaRPr lang="en-IN"/>
          </a:p>
        </p:txBody>
      </p:sp>
    </p:spTree>
    <p:extLst>
      <p:ext uri="{BB962C8B-B14F-4D97-AF65-F5344CB8AC3E}">
        <p14:creationId xmlns:p14="http://schemas.microsoft.com/office/powerpoint/2010/main" val="2274026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B4C91-A242-4256-81C1-88BA74E775E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FDED45E-3E1A-4F9A-914F-F21C71DA21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450371B-FAA8-49C6-8053-E493345AA85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D95ECB2-4811-447F-8091-2D66A465441F}"/>
              </a:ext>
            </a:extLst>
          </p:cNvPr>
          <p:cNvSpPr>
            <a:spLocks noGrp="1"/>
          </p:cNvSpPr>
          <p:nvPr>
            <p:ph type="dt" sz="half" idx="10"/>
          </p:nvPr>
        </p:nvSpPr>
        <p:spPr/>
        <p:txBody>
          <a:bodyPr/>
          <a:lstStyle/>
          <a:p>
            <a:fld id="{6CE213BF-DE3B-406D-BA0E-872155CD14FA}" type="datetimeFigureOut">
              <a:rPr lang="en-IN" smtClean="0"/>
              <a:t>28-02-2026</a:t>
            </a:fld>
            <a:endParaRPr lang="en-IN"/>
          </a:p>
        </p:txBody>
      </p:sp>
      <p:sp>
        <p:nvSpPr>
          <p:cNvPr id="6" name="Footer Placeholder 5">
            <a:extLst>
              <a:ext uri="{FF2B5EF4-FFF2-40B4-BE49-F238E27FC236}">
                <a16:creationId xmlns:a16="http://schemas.microsoft.com/office/drawing/2014/main" id="{D601A139-23FD-43F4-BD8B-52E630C8D5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99BAA7-48A6-47F1-93F4-2265AA20CCE7}"/>
              </a:ext>
            </a:extLst>
          </p:cNvPr>
          <p:cNvSpPr>
            <a:spLocks noGrp="1"/>
          </p:cNvSpPr>
          <p:nvPr>
            <p:ph type="sldNum" sz="quarter" idx="12"/>
          </p:nvPr>
        </p:nvSpPr>
        <p:spPr/>
        <p:txBody>
          <a:bodyPr/>
          <a:lstStyle/>
          <a:p>
            <a:fld id="{B4E4EE30-79E8-43A4-B63D-E487ABF6DB02}" type="slidenum">
              <a:rPr lang="en-IN" smtClean="0"/>
              <a:t>‹#›</a:t>
            </a:fld>
            <a:endParaRPr lang="en-IN"/>
          </a:p>
        </p:txBody>
      </p:sp>
    </p:spTree>
    <p:extLst>
      <p:ext uri="{BB962C8B-B14F-4D97-AF65-F5344CB8AC3E}">
        <p14:creationId xmlns:p14="http://schemas.microsoft.com/office/powerpoint/2010/main" val="11236001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C3BB8-9DB4-4F6E-9CDF-69001D15D21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F8E1C8-F2F1-4898-BE9E-E56DC90242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95F581-9147-49A9-9D2A-D7D4AB09D9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E51F1F0-1716-4F42-B965-AA9AA31B3D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EF4E77-76C0-48E5-8985-D7D2CA91DF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E9A3589-8481-454D-AC49-C7AF3BE15270}"/>
              </a:ext>
            </a:extLst>
          </p:cNvPr>
          <p:cNvSpPr>
            <a:spLocks noGrp="1"/>
          </p:cNvSpPr>
          <p:nvPr>
            <p:ph type="dt" sz="half" idx="10"/>
          </p:nvPr>
        </p:nvSpPr>
        <p:spPr/>
        <p:txBody>
          <a:bodyPr/>
          <a:lstStyle/>
          <a:p>
            <a:fld id="{6CE213BF-DE3B-406D-BA0E-872155CD14FA}" type="datetimeFigureOut">
              <a:rPr lang="en-IN" smtClean="0"/>
              <a:t>28-02-2026</a:t>
            </a:fld>
            <a:endParaRPr lang="en-IN"/>
          </a:p>
        </p:txBody>
      </p:sp>
      <p:sp>
        <p:nvSpPr>
          <p:cNvPr id="8" name="Footer Placeholder 7">
            <a:extLst>
              <a:ext uri="{FF2B5EF4-FFF2-40B4-BE49-F238E27FC236}">
                <a16:creationId xmlns:a16="http://schemas.microsoft.com/office/drawing/2014/main" id="{44A4DB82-E30B-4D98-AAAA-3E7D1E4A67F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62C423A-7C43-4FA1-98C5-D04B829EA205}"/>
              </a:ext>
            </a:extLst>
          </p:cNvPr>
          <p:cNvSpPr>
            <a:spLocks noGrp="1"/>
          </p:cNvSpPr>
          <p:nvPr>
            <p:ph type="sldNum" sz="quarter" idx="12"/>
          </p:nvPr>
        </p:nvSpPr>
        <p:spPr/>
        <p:txBody>
          <a:bodyPr/>
          <a:lstStyle/>
          <a:p>
            <a:fld id="{B4E4EE30-79E8-43A4-B63D-E487ABF6DB02}" type="slidenum">
              <a:rPr lang="en-IN" smtClean="0"/>
              <a:t>‹#›</a:t>
            </a:fld>
            <a:endParaRPr lang="en-IN"/>
          </a:p>
        </p:txBody>
      </p:sp>
    </p:spTree>
    <p:extLst>
      <p:ext uri="{BB962C8B-B14F-4D97-AF65-F5344CB8AC3E}">
        <p14:creationId xmlns:p14="http://schemas.microsoft.com/office/powerpoint/2010/main" val="30851761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F50C3-9F90-433C-A7D6-5AB64F06E8B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B4F3490-5F6E-4FF6-A8FB-0BD13C018A51}"/>
              </a:ext>
            </a:extLst>
          </p:cNvPr>
          <p:cNvSpPr>
            <a:spLocks noGrp="1"/>
          </p:cNvSpPr>
          <p:nvPr>
            <p:ph type="dt" sz="half" idx="10"/>
          </p:nvPr>
        </p:nvSpPr>
        <p:spPr/>
        <p:txBody>
          <a:bodyPr/>
          <a:lstStyle/>
          <a:p>
            <a:fld id="{6CE213BF-DE3B-406D-BA0E-872155CD14FA}" type="datetimeFigureOut">
              <a:rPr lang="en-IN" smtClean="0"/>
              <a:t>28-02-2026</a:t>
            </a:fld>
            <a:endParaRPr lang="en-IN"/>
          </a:p>
        </p:txBody>
      </p:sp>
      <p:sp>
        <p:nvSpPr>
          <p:cNvPr id="4" name="Footer Placeholder 3">
            <a:extLst>
              <a:ext uri="{FF2B5EF4-FFF2-40B4-BE49-F238E27FC236}">
                <a16:creationId xmlns:a16="http://schemas.microsoft.com/office/drawing/2014/main" id="{0FA4956E-324A-4A8A-8E81-02301A64AAF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B8C5FA5-9D50-4A22-989D-16E28B35AFD4}"/>
              </a:ext>
            </a:extLst>
          </p:cNvPr>
          <p:cNvSpPr>
            <a:spLocks noGrp="1"/>
          </p:cNvSpPr>
          <p:nvPr>
            <p:ph type="sldNum" sz="quarter" idx="12"/>
          </p:nvPr>
        </p:nvSpPr>
        <p:spPr/>
        <p:txBody>
          <a:bodyPr/>
          <a:lstStyle/>
          <a:p>
            <a:fld id="{B4E4EE30-79E8-43A4-B63D-E487ABF6DB02}" type="slidenum">
              <a:rPr lang="en-IN" smtClean="0"/>
              <a:t>‹#›</a:t>
            </a:fld>
            <a:endParaRPr lang="en-IN"/>
          </a:p>
        </p:txBody>
      </p:sp>
    </p:spTree>
    <p:extLst>
      <p:ext uri="{BB962C8B-B14F-4D97-AF65-F5344CB8AC3E}">
        <p14:creationId xmlns:p14="http://schemas.microsoft.com/office/powerpoint/2010/main" val="29757294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16B0156-2F4A-431D-A2F1-AF6286AB1959}"/>
              </a:ext>
            </a:extLst>
          </p:cNvPr>
          <p:cNvSpPr>
            <a:spLocks noGrp="1"/>
          </p:cNvSpPr>
          <p:nvPr>
            <p:ph type="dt" sz="half" idx="10"/>
          </p:nvPr>
        </p:nvSpPr>
        <p:spPr/>
        <p:txBody>
          <a:bodyPr/>
          <a:lstStyle/>
          <a:p>
            <a:fld id="{6CE213BF-DE3B-406D-BA0E-872155CD14FA}" type="datetimeFigureOut">
              <a:rPr lang="en-IN" smtClean="0"/>
              <a:t>28-02-2026</a:t>
            </a:fld>
            <a:endParaRPr lang="en-IN"/>
          </a:p>
        </p:txBody>
      </p:sp>
      <p:sp>
        <p:nvSpPr>
          <p:cNvPr id="3" name="Footer Placeholder 2">
            <a:extLst>
              <a:ext uri="{FF2B5EF4-FFF2-40B4-BE49-F238E27FC236}">
                <a16:creationId xmlns:a16="http://schemas.microsoft.com/office/drawing/2014/main" id="{AE18AAC4-E738-4146-9AF7-D90734E35F1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C931E43-98F6-4C55-A24B-F77CDF5DACC4}"/>
              </a:ext>
            </a:extLst>
          </p:cNvPr>
          <p:cNvSpPr>
            <a:spLocks noGrp="1"/>
          </p:cNvSpPr>
          <p:nvPr>
            <p:ph type="sldNum" sz="quarter" idx="12"/>
          </p:nvPr>
        </p:nvSpPr>
        <p:spPr/>
        <p:txBody>
          <a:bodyPr/>
          <a:lstStyle/>
          <a:p>
            <a:fld id="{B4E4EE30-79E8-43A4-B63D-E487ABF6DB02}" type="slidenum">
              <a:rPr lang="en-IN" smtClean="0"/>
              <a:t>‹#›</a:t>
            </a:fld>
            <a:endParaRPr lang="en-IN"/>
          </a:p>
        </p:txBody>
      </p:sp>
    </p:spTree>
    <p:extLst>
      <p:ext uri="{BB962C8B-B14F-4D97-AF65-F5344CB8AC3E}">
        <p14:creationId xmlns:p14="http://schemas.microsoft.com/office/powerpoint/2010/main" val="23620670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EA0FD-B7AD-45F7-A20D-720E119E64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E4B703C-1C81-42A6-808C-7F363B2FE1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30615C6-548A-4246-BC81-22CE179F52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DA8D0D-9D28-4DF6-A49B-1A7703DAD613}"/>
              </a:ext>
            </a:extLst>
          </p:cNvPr>
          <p:cNvSpPr>
            <a:spLocks noGrp="1"/>
          </p:cNvSpPr>
          <p:nvPr>
            <p:ph type="dt" sz="half" idx="10"/>
          </p:nvPr>
        </p:nvSpPr>
        <p:spPr/>
        <p:txBody>
          <a:bodyPr/>
          <a:lstStyle/>
          <a:p>
            <a:fld id="{6CE213BF-DE3B-406D-BA0E-872155CD14FA}" type="datetimeFigureOut">
              <a:rPr lang="en-IN" smtClean="0"/>
              <a:t>28-02-2026</a:t>
            </a:fld>
            <a:endParaRPr lang="en-IN"/>
          </a:p>
        </p:txBody>
      </p:sp>
      <p:sp>
        <p:nvSpPr>
          <p:cNvPr id="6" name="Footer Placeholder 5">
            <a:extLst>
              <a:ext uri="{FF2B5EF4-FFF2-40B4-BE49-F238E27FC236}">
                <a16:creationId xmlns:a16="http://schemas.microsoft.com/office/drawing/2014/main" id="{7EEEED81-5F94-4B15-8148-23695DA11F8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FE1E829-A6BD-471E-BDE5-86A3ADE692A0}"/>
              </a:ext>
            </a:extLst>
          </p:cNvPr>
          <p:cNvSpPr>
            <a:spLocks noGrp="1"/>
          </p:cNvSpPr>
          <p:nvPr>
            <p:ph type="sldNum" sz="quarter" idx="12"/>
          </p:nvPr>
        </p:nvSpPr>
        <p:spPr/>
        <p:txBody>
          <a:bodyPr/>
          <a:lstStyle/>
          <a:p>
            <a:fld id="{B4E4EE30-79E8-43A4-B63D-E487ABF6DB02}" type="slidenum">
              <a:rPr lang="en-IN" smtClean="0"/>
              <a:t>‹#›</a:t>
            </a:fld>
            <a:endParaRPr lang="en-IN"/>
          </a:p>
        </p:txBody>
      </p:sp>
    </p:spTree>
    <p:extLst>
      <p:ext uri="{BB962C8B-B14F-4D97-AF65-F5344CB8AC3E}">
        <p14:creationId xmlns:p14="http://schemas.microsoft.com/office/powerpoint/2010/main" val="29459138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EE0EA-E573-4249-BCCF-057565089E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2C27670-1AD4-4E80-A998-37DD601E91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4AC9D98-EDA8-4EDE-BF87-64FE14C44A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B2CED6-6C3E-4265-933B-956AFD5E1082}"/>
              </a:ext>
            </a:extLst>
          </p:cNvPr>
          <p:cNvSpPr>
            <a:spLocks noGrp="1"/>
          </p:cNvSpPr>
          <p:nvPr>
            <p:ph type="dt" sz="half" idx="10"/>
          </p:nvPr>
        </p:nvSpPr>
        <p:spPr/>
        <p:txBody>
          <a:bodyPr/>
          <a:lstStyle/>
          <a:p>
            <a:fld id="{6CE213BF-DE3B-406D-BA0E-872155CD14FA}" type="datetimeFigureOut">
              <a:rPr lang="en-IN" smtClean="0"/>
              <a:t>28-02-2026</a:t>
            </a:fld>
            <a:endParaRPr lang="en-IN"/>
          </a:p>
        </p:txBody>
      </p:sp>
      <p:sp>
        <p:nvSpPr>
          <p:cNvPr id="6" name="Footer Placeholder 5">
            <a:extLst>
              <a:ext uri="{FF2B5EF4-FFF2-40B4-BE49-F238E27FC236}">
                <a16:creationId xmlns:a16="http://schemas.microsoft.com/office/drawing/2014/main" id="{7543A47B-D80E-46B1-959A-968E8E1B4A7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98D5E3-397C-4007-A12C-9F1A30565031}"/>
              </a:ext>
            </a:extLst>
          </p:cNvPr>
          <p:cNvSpPr>
            <a:spLocks noGrp="1"/>
          </p:cNvSpPr>
          <p:nvPr>
            <p:ph type="sldNum" sz="quarter" idx="12"/>
          </p:nvPr>
        </p:nvSpPr>
        <p:spPr/>
        <p:txBody>
          <a:bodyPr/>
          <a:lstStyle/>
          <a:p>
            <a:fld id="{B4E4EE30-79E8-43A4-B63D-E487ABF6DB02}" type="slidenum">
              <a:rPr lang="en-IN" smtClean="0"/>
              <a:t>‹#›</a:t>
            </a:fld>
            <a:endParaRPr lang="en-IN"/>
          </a:p>
        </p:txBody>
      </p:sp>
    </p:spTree>
    <p:extLst>
      <p:ext uri="{BB962C8B-B14F-4D97-AF65-F5344CB8AC3E}">
        <p14:creationId xmlns:p14="http://schemas.microsoft.com/office/powerpoint/2010/main" val="39392752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B6229-C58D-4C78-90DC-2F7897C5E3A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C1D0E56-3EFA-4B3D-B6AC-EC2A0669B1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2D3A71-1107-45A5-8C9A-B9F2AEE2EF84}"/>
              </a:ext>
            </a:extLst>
          </p:cNvPr>
          <p:cNvSpPr>
            <a:spLocks noGrp="1"/>
          </p:cNvSpPr>
          <p:nvPr>
            <p:ph type="dt" sz="half" idx="10"/>
          </p:nvPr>
        </p:nvSpPr>
        <p:spPr/>
        <p:txBody>
          <a:bodyPr/>
          <a:lstStyle/>
          <a:p>
            <a:fld id="{6CE213BF-DE3B-406D-BA0E-872155CD14FA}" type="datetimeFigureOut">
              <a:rPr lang="en-IN" smtClean="0"/>
              <a:t>28-02-2026</a:t>
            </a:fld>
            <a:endParaRPr lang="en-IN"/>
          </a:p>
        </p:txBody>
      </p:sp>
      <p:sp>
        <p:nvSpPr>
          <p:cNvPr id="5" name="Footer Placeholder 4">
            <a:extLst>
              <a:ext uri="{FF2B5EF4-FFF2-40B4-BE49-F238E27FC236}">
                <a16:creationId xmlns:a16="http://schemas.microsoft.com/office/drawing/2014/main" id="{BB015882-B9EF-4E2D-AB37-7458FBB283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446439-7D15-4FF8-B5B9-7FFF5FC64FAE}"/>
              </a:ext>
            </a:extLst>
          </p:cNvPr>
          <p:cNvSpPr>
            <a:spLocks noGrp="1"/>
          </p:cNvSpPr>
          <p:nvPr>
            <p:ph type="sldNum" sz="quarter" idx="12"/>
          </p:nvPr>
        </p:nvSpPr>
        <p:spPr/>
        <p:txBody>
          <a:bodyPr/>
          <a:lstStyle/>
          <a:p>
            <a:fld id="{B4E4EE30-79E8-43A4-B63D-E487ABF6DB02}" type="slidenum">
              <a:rPr lang="en-IN" smtClean="0"/>
              <a:t>‹#›</a:t>
            </a:fld>
            <a:endParaRPr lang="en-IN"/>
          </a:p>
        </p:txBody>
      </p:sp>
    </p:spTree>
    <p:extLst>
      <p:ext uri="{BB962C8B-B14F-4D97-AF65-F5344CB8AC3E}">
        <p14:creationId xmlns:p14="http://schemas.microsoft.com/office/powerpoint/2010/main" val="4529026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974938-E510-4646-950A-992BF5937F4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0449B5C-7485-4903-A972-6B49E5420D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415BFC-153C-4EE9-ACAD-13494C70EF88}"/>
              </a:ext>
            </a:extLst>
          </p:cNvPr>
          <p:cNvSpPr>
            <a:spLocks noGrp="1"/>
          </p:cNvSpPr>
          <p:nvPr>
            <p:ph type="dt" sz="half" idx="10"/>
          </p:nvPr>
        </p:nvSpPr>
        <p:spPr/>
        <p:txBody>
          <a:bodyPr/>
          <a:lstStyle/>
          <a:p>
            <a:fld id="{6CE213BF-DE3B-406D-BA0E-872155CD14FA}" type="datetimeFigureOut">
              <a:rPr lang="en-IN" smtClean="0"/>
              <a:t>28-02-2026</a:t>
            </a:fld>
            <a:endParaRPr lang="en-IN"/>
          </a:p>
        </p:txBody>
      </p:sp>
      <p:sp>
        <p:nvSpPr>
          <p:cNvPr id="5" name="Footer Placeholder 4">
            <a:extLst>
              <a:ext uri="{FF2B5EF4-FFF2-40B4-BE49-F238E27FC236}">
                <a16:creationId xmlns:a16="http://schemas.microsoft.com/office/drawing/2014/main" id="{FCCB5DFE-33A8-42D5-9E3B-486059EE60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03FBD1-F552-4E60-8277-D04E5EEB802C}"/>
              </a:ext>
            </a:extLst>
          </p:cNvPr>
          <p:cNvSpPr>
            <a:spLocks noGrp="1"/>
          </p:cNvSpPr>
          <p:nvPr>
            <p:ph type="sldNum" sz="quarter" idx="12"/>
          </p:nvPr>
        </p:nvSpPr>
        <p:spPr/>
        <p:txBody>
          <a:bodyPr/>
          <a:lstStyle/>
          <a:p>
            <a:fld id="{B4E4EE30-79E8-43A4-B63D-E487ABF6DB02}" type="slidenum">
              <a:rPr lang="en-IN" smtClean="0"/>
              <a:t>‹#›</a:t>
            </a:fld>
            <a:endParaRPr lang="en-IN"/>
          </a:p>
        </p:txBody>
      </p:sp>
    </p:spTree>
    <p:extLst>
      <p:ext uri="{BB962C8B-B14F-4D97-AF65-F5344CB8AC3E}">
        <p14:creationId xmlns:p14="http://schemas.microsoft.com/office/powerpoint/2010/main" val="1945551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emf"/><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oleObject" Target="../embeddings/oleObject2.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7EEECF17-4F20-7B4D-8EE7-28846EC55DC6}"/>
              </a:ext>
            </a:extLst>
          </p:cNvPr>
          <p:cNvGraphicFramePr>
            <a:graphicFrameLocks noChangeAspect="1"/>
          </p:cNvGraphicFramePr>
          <p:nvPr userDrawn="1">
            <p:custDataLst>
              <p:tags r:id="rId13"/>
            </p:custDataLst>
            <p:extLst>
              <p:ext uri="{D42A27DB-BD31-4B8C-83A1-F6EECF244321}">
                <p14:modId xmlns:p14="http://schemas.microsoft.com/office/powerpoint/2010/main" val="13551629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327" imgH="328" progId="TCLayout.ActiveDocument.1">
                  <p:embed/>
                </p:oleObj>
              </mc:Choice>
              <mc:Fallback>
                <p:oleObj name="think-cell Slide" r:id="rId14" imgW="327" imgH="328" progId="TCLayout.ActiveDocument.1">
                  <p:embed/>
                  <p:pic>
                    <p:nvPicPr>
                      <p:cNvPr id="10" name="think-cell data - do not delete" hidden="1">
                        <a:extLst>
                          <a:ext uri="{FF2B5EF4-FFF2-40B4-BE49-F238E27FC236}">
                            <a16:creationId xmlns:a16="http://schemas.microsoft.com/office/drawing/2014/main" id="{7EEECF17-4F20-7B4D-8EE7-28846EC55DC6}"/>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2943CB87-F3BF-2773-2649-A6B4BC4C44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0596FED-B483-36E6-FADF-D7EF268EFE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FB115F-22DE-2BC8-E90C-057EAA1E53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762889-4BCA-4CA6-BDCC-E6CCB8C6EF90}" type="datetimeFigureOut">
              <a:rPr lang="en-US" smtClean="0"/>
              <a:t>2/28/2026</a:t>
            </a:fld>
            <a:endParaRPr lang="en-US"/>
          </a:p>
        </p:txBody>
      </p:sp>
      <p:sp>
        <p:nvSpPr>
          <p:cNvPr id="5" name="Footer Placeholder 4">
            <a:extLst>
              <a:ext uri="{FF2B5EF4-FFF2-40B4-BE49-F238E27FC236}">
                <a16:creationId xmlns:a16="http://schemas.microsoft.com/office/drawing/2014/main" id="{41196932-DA5C-749C-F3F3-FD54847781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F55FB1C-FF29-F257-BF42-297D20C578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674727-3C7E-4F10-B0E4-3CB0AD13DC0B}" type="slidenum">
              <a:rPr lang="en-US" smtClean="0"/>
              <a:t>‹#›</a:t>
            </a:fld>
            <a:endParaRPr lang="en-US"/>
          </a:p>
        </p:txBody>
      </p:sp>
      <p:sp>
        <p:nvSpPr>
          <p:cNvPr id="8" name="TextBox 7">
            <a:extLst>
              <a:ext uri="{FF2B5EF4-FFF2-40B4-BE49-F238E27FC236}">
                <a16:creationId xmlns:a16="http://schemas.microsoft.com/office/drawing/2014/main" id="{64B56817-398B-83D0-E9CC-D017B2AECE4F}"/>
              </a:ext>
            </a:extLst>
          </p:cNvPr>
          <p:cNvSpPr txBox="1"/>
          <p:nvPr userDrawn="1">
            <p:extLst>
              <p:ext uri="{1162E1C5-73C7-4A58-AE30-91384D911F3F}">
                <p184:classification xmlns:p184="http://schemas.microsoft.com/office/powerpoint/2018/4/main" val="ftr"/>
              </p:ext>
            </p:extLst>
          </p:nvPr>
        </p:nvSpPr>
        <p:spPr>
          <a:xfrm>
            <a:off x="63500" y="6642100"/>
            <a:ext cx="450850" cy="152400"/>
          </a:xfrm>
          <a:prstGeom prst="rect">
            <a:avLst/>
          </a:prstGeom>
        </p:spPr>
        <p:txBody>
          <a:bodyPr horzOverflow="overflow" lIns="0" tIns="0" rIns="0" bIns="0">
            <a:spAutoFit/>
          </a:bodyPr>
          <a:lstStyle/>
          <a:p>
            <a:pPr algn="l"/>
            <a:r>
              <a:rPr lang="en-US" sz="1000">
                <a:solidFill>
                  <a:srgbClr val="0000FF">
                    <a:alpha val="50000"/>
                  </a:srgbClr>
                </a:solidFill>
                <a:latin typeface="Aptos" panose="020B0004020202020204" pitchFamily="34" charset="0"/>
              </a:rPr>
              <a:t>Internal</a:t>
            </a:r>
          </a:p>
        </p:txBody>
      </p:sp>
    </p:spTree>
    <p:extLst>
      <p:ext uri="{BB962C8B-B14F-4D97-AF65-F5344CB8AC3E}">
        <p14:creationId xmlns:p14="http://schemas.microsoft.com/office/powerpoint/2010/main" val="25053474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F41E7955-AA72-C050-0464-7D06E95D7761}"/>
              </a:ext>
            </a:extLst>
          </p:cNvPr>
          <p:cNvGraphicFramePr>
            <a:graphicFrameLocks noChangeAspect="1"/>
          </p:cNvGraphicFramePr>
          <p:nvPr userDrawn="1">
            <p:custDataLst>
              <p:tags r:id="rId13"/>
            </p:custDataLst>
            <p:extLst>
              <p:ext uri="{D42A27DB-BD31-4B8C-83A1-F6EECF244321}">
                <p14:modId xmlns:p14="http://schemas.microsoft.com/office/powerpoint/2010/main" val="39949620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327" imgH="328" progId="TCLayout.ActiveDocument.1">
                  <p:embed/>
                </p:oleObj>
              </mc:Choice>
              <mc:Fallback>
                <p:oleObj name="think-cell Slide" r:id="rId14" imgW="327" imgH="328" progId="TCLayout.ActiveDocument.1">
                  <p:embed/>
                  <p:pic>
                    <p:nvPicPr>
                      <p:cNvPr id="10" name="think-cell data - do not delete" hidden="1">
                        <a:extLst>
                          <a:ext uri="{FF2B5EF4-FFF2-40B4-BE49-F238E27FC236}">
                            <a16:creationId xmlns:a16="http://schemas.microsoft.com/office/drawing/2014/main" id="{F41E7955-AA72-C050-0464-7D06E95D7761}"/>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242283B5-4FBF-4E76-9B47-8D44188913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F00980-61D4-416D-8966-460EA5EECF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62748A-4ADF-468E-88DC-0760CCCEDB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E213BF-DE3B-406D-BA0E-872155CD14FA}" type="datetimeFigureOut">
              <a:rPr lang="en-IN" smtClean="0"/>
              <a:t>28-02-2026</a:t>
            </a:fld>
            <a:endParaRPr lang="en-IN"/>
          </a:p>
        </p:txBody>
      </p:sp>
      <p:sp>
        <p:nvSpPr>
          <p:cNvPr id="5" name="Footer Placeholder 4">
            <a:extLst>
              <a:ext uri="{FF2B5EF4-FFF2-40B4-BE49-F238E27FC236}">
                <a16:creationId xmlns:a16="http://schemas.microsoft.com/office/drawing/2014/main" id="{57FDBA19-9BCC-4738-9BC5-8E6B334A75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1C079B8-E94D-490C-9F0C-695ED70BDD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E4EE30-79E8-43A4-B63D-E487ABF6DB02}" type="slidenum">
              <a:rPr lang="en-IN" smtClean="0"/>
              <a:t>‹#›</a:t>
            </a:fld>
            <a:endParaRPr lang="en-IN"/>
          </a:p>
        </p:txBody>
      </p:sp>
      <p:sp>
        <p:nvSpPr>
          <p:cNvPr id="8" name="TextBox 7">
            <a:extLst>
              <a:ext uri="{FF2B5EF4-FFF2-40B4-BE49-F238E27FC236}">
                <a16:creationId xmlns:a16="http://schemas.microsoft.com/office/drawing/2014/main" id="{5753B21F-C45E-F3F3-9FF0-7515FA511CB2}"/>
              </a:ext>
            </a:extLst>
          </p:cNvPr>
          <p:cNvSpPr txBox="1"/>
          <p:nvPr userDrawn="1">
            <p:extLst>
              <p:ext uri="{1162E1C5-73C7-4A58-AE30-91384D911F3F}">
                <p184:classification xmlns:p184="http://schemas.microsoft.com/office/powerpoint/2018/4/main" val="ftr"/>
              </p:ext>
            </p:extLst>
          </p:nvPr>
        </p:nvSpPr>
        <p:spPr>
          <a:xfrm>
            <a:off x="63500" y="6642100"/>
            <a:ext cx="450850" cy="152400"/>
          </a:xfrm>
          <a:prstGeom prst="rect">
            <a:avLst/>
          </a:prstGeom>
        </p:spPr>
        <p:txBody>
          <a:bodyPr horzOverflow="overflow" lIns="0" tIns="0" rIns="0" bIns="0">
            <a:spAutoFit/>
          </a:bodyPr>
          <a:lstStyle/>
          <a:p>
            <a:pPr algn="l"/>
            <a:r>
              <a:rPr lang="en-US" sz="1000">
                <a:solidFill>
                  <a:srgbClr val="0000FF">
                    <a:alpha val="50000"/>
                  </a:srgbClr>
                </a:solidFill>
                <a:latin typeface="Aptos" panose="020B0004020202020204" pitchFamily="34" charset="0"/>
              </a:rPr>
              <a:t>Internal</a:t>
            </a:r>
          </a:p>
        </p:txBody>
      </p:sp>
    </p:spTree>
    <p:extLst>
      <p:ext uri="{BB962C8B-B14F-4D97-AF65-F5344CB8AC3E}">
        <p14:creationId xmlns:p14="http://schemas.microsoft.com/office/powerpoint/2010/main" val="21965281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3.xml"/><Relationship Id="rId1" Type="http://schemas.openxmlformats.org/officeDocument/2006/relationships/tags" Target="../tags/tag3.xml"/><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3.xml"/><Relationship Id="rId1" Type="http://schemas.openxmlformats.org/officeDocument/2006/relationships/tags" Target="../tags/tag4.xml"/><Relationship Id="rId4" Type="http://schemas.openxmlformats.org/officeDocument/2006/relationships/image" Target="../media/image1.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3.xml"/><Relationship Id="rId1" Type="http://schemas.openxmlformats.org/officeDocument/2006/relationships/tags" Target="../tags/tag5.xml"/><Relationship Id="rId4" Type="http://schemas.openxmlformats.org/officeDocument/2006/relationships/image" Target="../media/image1.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customXml" Target="../ink/ink3.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customXml" Target="../ink/ink4.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8.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customXml" Target="../ink/ink5.xml"/><Relationship Id="rId1" Type="http://schemas.openxmlformats.org/officeDocument/2006/relationships/slideLayout" Target="../slideLayouts/slideLayout1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3.xml"/><Relationship Id="rId1" Type="http://schemas.openxmlformats.org/officeDocument/2006/relationships/tags" Target="../tags/tag6.xml"/><Relationship Id="rId4" Type="http://schemas.openxmlformats.org/officeDocument/2006/relationships/image" Target="../media/image1.emf"/></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9.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customXml" Target="../ink/ink6.xml"/><Relationship Id="rId1" Type="http://schemas.openxmlformats.org/officeDocument/2006/relationships/slideLayout" Target="../slideLayouts/slideLayout1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3.xml"/><Relationship Id="rId1" Type="http://schemas.openxmlformats.org/officeDocument/2006/relationships/tags" Target="../tags/tag7.xml"/><Relationship Id="rId4" Type="http://schemas.openxmlformats.org/officeDocument/2006/relationships/image" Target="../media/image1.emf"/></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3.xml"/><Relationship Id="rId1" Type="http://schemas.openxmlformats.org/officeDocument/2006/relationships/tags" Target="../tags/tag8.xml"/><Relationship Id="rId4" Type="http://schemas.openxmlformats.org/officeDocument/2006/relationships/image" Target="../media/image1.emf"/></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3.xml"/><Relationship Id="rId1" Type="http://schemas.openxmlformats.org/officeDocument/2006/relationships/tags" Target="../tags/tag9.xml"/><Relationship Id="rId4" Type="http://schemas.openxmlformats.org/officeDocument/2006/relationships/image" Target="../media/image1.emf"/></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8.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customXml" Target="../ink/ink7.xml"/><Relationship Id="rId1" Type="http://schemas.openxmlformats.org/officeDocument/2006/relationships/slideLayout" Target="../slideLayouts/slideLayout1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3.xml"/><Relationship Id="rId1" Type="http://schemas.openxmlformats.org/officeDocument/2006/relationships/tags" Target="../tags/tag10.xml"/><Relationship Id="rId4" Type="http://schemas.openxmlformats.org/officeDocument/2006/relationships/image" Target="../media/image1.emf"/></Relationships>
</file>

<file path=ppt/slides/_rels/slide23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3.xml"/><Relationship Id="rId1" Type="http://schemas.openxmlformats.org/officeDocument/2006/relationships/tags" Target="../tags/tag11.xml"/><Relationship Id="rId4" Type="http://schemas.openxmlformats.org/officeDocument/2006/relationships/image" Target="../media/image1.emf"/></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customXml" Target="../ink/ink8.xml"/><Relationship Id="rId1" Type="http://schemas.openxmlformats.org/officeDocument/2006/relationships/slideLayout" Target="../slideLayouts/slideLayout13.xml"/></Relationships>
</file>

<file path=ppt/slides/_rels/slide2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customXml" Target="../ink/ink9.xml"/><Relationship Id="rId1" Type="http://schemas.openxmlformats.org/officeDocument/2006/relationships/slideLayout" Target="../slideLayouts/slideLayout13.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ustomXml" Target="../ink/ink10.xml"/><Relationship Id="rId1" Type="http://schemas.openxmlformats.org/officeDocument/2006/relationships/slideLayout" Target="../slideLayouts/slideLayout13.xml"/></Relationships>
</file>

<file path=ppt/slides/_rels/slide2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customXml" Target="../ink/ink11.xml"/><Relationship Id="rId1" Type="http://schemas.openxmlformats.org/officeDocument/2006/relationships/slideLayout" Target="../slideLayouts/slideLayout1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customXml" Target="../ink/ink12.xml"/><Relationship Id="rId1" Type="http://schemas.openxmlformats.org/officeDocument/2006/relationships/slideLayout" Target="../slideLayouts/slideLayout13.xml"/></Relationships>
</file>

<file path=ppt/slides/_rels/slide25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customXml" Target="../ink/ink13.xml"/><Relationship Id="rId1" Type="http://schemas.openxmlformats.org/officeDocument/2006/relationships/slideLayout" Target="../slideLayouts/slideLayout13.xml"/></Relationships>
</file>

<file path=ppt/slides/_rels/slide25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customXml" Target="../ink/ink14.xml"/><Relationship Id="rId1" Type="http://schemas.openxmlformats.org/officeDocument/2006/relationships/slideLayout" Target="../slideLayouts/slideLayout13.xml"/></Relationships>
</file>

<file path=ppt/slides/_rels/slide25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customXml" Target="../ink/ink15.xml"/><Relationship Id="rId1" Type="http://schemas.openxmlformats.org/officeDocument/2006/relationships/slideLayout" Target="../slideLayouts/slideLayout13.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customXml" Target="../ink/ink16.xml"/><Relationship Id="rId1" Type="http://schemas.openxmlformats.org/officeDocument/2006/relationships/slideLayout" Target="../slideLayouts/slideLayout13.xml"/></Relationships>
</file>

<file path=ppt/slides/_rels/slide25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customXml" Target="../ink/ink17.xml"/><Relationship Id="rId1" Type="http://schemas.openxmlformats.org/officeDocument/2006/relationships/slideLayout" Target="../slideLayouts/slideLayout13.xml"/></Relationships>
</file>

<file path=ppt/slides/_rels/slide25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customXml" Target="../ink/ink18.xml"/><Relationship Id="rId1" Type="http://schemas.openxmlformats.org/officeDocument/2006/relationships/slideLayout" Target="../slideLayouts/slideLayout13.xml"/></Relationships>
</file>

<file path=ppt/slides/_rels/slide25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customXml" Target="../ink/ink19.xml"/><Relationship Id="rId1" Type="http://schemas.openxmlformats.org/officeDocument/2006/relationships/slideLayout" Target="../slideLayouts/slideLayout13.xml"/></Relationships>
</file>

<file path=ppt/slides/_rels/slide26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customXml" Target="../ink/ink20.xml"/><Relationship Id="rId1" Type="http://schemas.openxmlformats.org/officeDocument/2006/relationships/slideLayout" Target="../slideLayouts/slideLayout13.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3.xml"/><Relationship Id="rId1" Type="http://schemas.openxmlformats.org/officeDocument/2006/relationships/tags" Target="../tags/tag12.xml"/><Relationship Id="rId4" Type="http://schemas.openxmlformats.org/officeDocument/2006/relationships/image" Target="../media/image1.emf"/></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21.xml"/><Relationship Id="rId1" Type="http://schemas.openxmlformats.org/officeDocument/2006/relationships/slideLayout" Target="../slideLayouts/slideLayout1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22.xml"/><Relationship Id="rId1" Type="http://schemas.openxmlformats.org/officeDocument/2006/relationships/slideLayout" Target="../slideLayouts/slideLayout13.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4.xml.rels><?xml version="1.0" encoding="UTF-8" standalone="yes"?>
<Relationships xmlns="http://schemas.openxmlformats.org/package/2006/relationships"><Relationship Id="rId3" Type="http://schemas.openxmlformats.org/officeDocument/2006/relationships/customXml" Target="../ink/ink23.xml"/><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33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customXml" Target="../ink/ink24.xml"/><Relationship Id="rId1" Type="http://schemas.openxmlformats.org/officeDocument/2006/relationships/slideLayout" Target="../slideLayouts/slideLayout13.xml"/></Relationships>
</file>

<file path=ppt/slides/_rels/slide3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25.xml"/><Relationship Id="rId1" Type="http://schemas.openxmlformats.org/officeDocument/2006/relationships/slideLayout" Target="../slideLayouts/slideLayout13.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26.xml"/><Relationship Id="rId1" Type="http://schemas.openxmlformats.org/officeDocument/2006/relationships/slideLayout" Target="../slideLayouts/slideLayout13.xml"/></Relationships>
</file>

<file path=ppt/slides/_rels/slide339.xml.rels><?xml version="1.0" encoding="UTF-8" standalone="yes"?>
<Relationships xmlns="http://schemas.openxmlformats.org/package/2006/relationships"><Relationship Id="rId2" Type="http://schemas.openxmlformats.org/officeDocument/2006/relationships/customXml" Target="../ink/ink27.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3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28.xml"/><Relationship Id="rId1" Type="http://schemas.openxmlformats.org/officeDocument/2006/relationships/slideLayout" Target="../slideLayouts/slideLayout13.xml"/></Relationships>
</file>

<file path=ppt/slides/_rels/slide3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29.xml"/><Relationship Id="rId1" Type="http://schemas.openxmlformats.org/officeDocument/2006/relationships/slideLayout" Target="../slideLayouts/slideLayout13.xml"/></Relationships>
</file>

<file path=ppt/slides/_rels/slide3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30.xml"/><Relationship Id="rId1" Type="http://schemas.openxmlformats.org/officeDocument/2006/relationships/slideLayout" Target="../slideLayouts/slideLayout13.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4.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customXml" Target="../ink/ink31.xml"/><Relationship Id="rId1" Type="http://schemas.openxmlformats.org/officeDocument/2006/relationships/slideLayout" Target="../slideLayouts/slideLayout13.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customXml" Target="../ink/ink32.xml"/><Relationship Id="rId1" Type="http://schemas.openxmlformats.org/officeDocument/2006/relationships/slideLayout" Target="../slideLayouts/slideLayout13.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customXml" Target="../ink/ink33.xml"/><Relationship Id="rId1" Type="http://schemas.openxmlformats.org/officeDocument/2006/relationships/slideLayout" Target="../slideLayouts/slideLayout13.xml"/></Relationships>
</file>

<file path=ppt/slides/_rels/slide3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customXml" Target="../ink/ink34.xml"/><Relationship Id="rId1" Type="http://schemas.openxmlformats.org/officeDocument/2006/relationships/slideLayout" Target="../slideLayouts/slideLayout13.xml"/></Relationships>
</file>

<file path=ppt/slides/_rels/slide350.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customXml" Target="../ink/ink35.xml"/><Relationship Id="rId1" Type="http://schemas.openxmlformats.org/officeDocument/2006/relationships/slideLayout" Target="../slideLayouts/slideLayout13.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customXml" Target="../ink/ink36.xml"/><Relationship Id="rId1" Type="http://schemas.openxmlformats.org/officeDocument/2006/relationships/slideLayout" Target="../slideLayouts/slideLayout13.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customXml" Target="../ink/ink37.xml"/><Relationship Id="rId1" Type="http://schemas.openxmlformats.org/officeDocument/2006/relationships/slideLayout" Target="../slideLayouts/slideLayout13.xml"/></Relationships>
</file>

<file path=ppt/slides/_rels/slide36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customXml" Target="../ink/ink38.xml"/><Relationship Id="rId1" Type="http://schemas.openxmlformats.org/officeDocument/2006/relationships/slideLayout" Target="../slideLayouts/slideLayout13.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0.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customXml" Target="../ink/ink39.xml"/><Relationship Id="rId1" Type="http://schemas.openxmlformats.org/officeDocument/2006/relationships/slideLayout" Target="../slideLayouts/slideLayout13.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2.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customXml" Target="../ink/ink40.xml"/><Relationship Id="rId1" Type="http://schemas.openxmlformats.org/officeDocument/2006/relationships/slideLayout" Target="../slideLayouts/slideLayout13.xml"/></Relationships>
</file>

<file path=ppt/slides/_rels/slide383.xml.rels><?xml version="1.0" encoding="UTF-8" standalone="yes"?>
<Relationships xmlns="http://schemas.openxmlformats.org/package/2006/relationships"><Relationship Id="rId3" Type="http://schemas.openxmlformats.org/officeDocument/2006/relationships/image" Target="../media/image420.png"/><Relationship Id="rId2" Type="http://schemas.openxmlformats.org/officeDocument/2006/relationships/customXml" Target="../ink/ink41.xml"/><Relationship Id="rId1" Type="http://schemas.openxmlformats.org/officeDocument/2006/relationships/slideLayout" Target="../slideLayouts/slideLayout13.xml"/></Relationships>
</file>

<file path=ppt/slides/_rels/slide38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42.xml"/><Relationship Id="rId1" Type="http://schemas.openxmlformats.org/officeDocument/2006/relationships/slideLayout" Target="../slideLayouts/slideLayout12.xml"/></Relationships>
</file>

<file path=ppt/slides/_rels/slide38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customXml" Target="../ink/ink43.xml"/><Relationship Id="rId1" Type="http://schemas.openxmlformats.org/officeDocument/2006/relationships/slideLayout" Target="../slideLayouts/slideLayout13.xml"/></Relationships>
</file>

<file path=ppt/slides/_rels/slide386.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customXml" Target="../ink/ink44.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customXml" Target="../ink/ink45.xml"/></Relationships>
</file>

<file path=ppt/slides/_rels/slide387.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customXml" Target="../ink/ink46.xml"/><Relationship Id="rId1" Type="http://schemas.openxmlformats.org/officeDocument/2006/relationships/slideLayout" Target="../slideLayouts/slideLayout13.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9.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customXml" Target="../ink/ink47.xml"/><Relationship Id="rId1" Type="http://schemas.openxmlformats.org/officeDocument/2006/relationships/slideLayout" Target="../slideLayouts/slideLayout13.xml"/></Relationships>
</file>

<file path=ppt/slides/_rels/slide390.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customXml" Target="../ink/ink48.xml"/><Relationship Id="rId1" Type="http://schemas.openxmlformats.org/officeDocument/2006/relationships/slideLayout" Target="../slideLayouts/slideLayout13.xml"/></Relationships>
</file>

<file path=ppt/slides/_rels/slide39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customXml" Target="../ink/ink49.xml"/><Relationship Id="rId1" Type="http://schemas.openxmlformats.org/officeDocument/2006/relationships/slideLayout" Target="../slideLayouts/slideLayout13.xml"/><Relationship Id="rId5" Type="http://schemas.openxmlformats.org/officeDocument/2006/relationships/image" Target="../media/image120.png"/><Relationship Id="rId4" Type="http://schemas.openxmlformats.org/officeDocument/2006/relationships/customXml" Target="../ink/ink50.xml"/></Relationships>
</file>

<file path=ppt/slides/_rels/slide392.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customXml" Target="../ink/ink51.xml"/><Relationship Id="rId1" Type="http://schemas.openxmlformats.org/officeDocument/2006/relationships/slideLayout" Target="../slideLayouts/slideLayout13.xml"/></Relationships>
</file>

<file path=ppt/slides/_rels/slide393.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customXml" Target="../ink/ink52.xml"/><Relationship Id="rId1" Type="http://schemas.openxmlformats.org/officeDocument/2006/relationships/slideLayout" Target="../slideLayouts/slideLayout13.xml"/></Relationships>
</file>

<file path=ppt/slides/_rels/slide394.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customXml" Target="../ink/ink53.xml"/><Relationship Id="rId1" Type="http://schemas.openxmlformats.org/officeDocument/2006/relationships/slideLayout" Target="../slideLayouts/slideLayout13.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5.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customXml" Target="../ink/ink54.xml"/><Relationship Id="rId1" Type="http://schemas.openxmlformats.org/officeDocument/2006/relationships/slideLayout" Target="../slideLayouts/slideLayout13.xml"/></Relationships>
</file>

<file path=ppt/slides/_rels/slide40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55.xml"/><Relationship Id="rId1" Type="http://schemas.openxmlformats.org/officeDocument/2006/relationships/slideLayout" Target="../slideLayouts/slideLayout13.xml"/></Relationships>
</file>

<file path=ppt/slides/_rels/slide40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56.xml"/><Relationship Id="rId1" Type="http://schemas.openxmlformats.org/officeDocument/2006/relationships/slideLayout" Target="../slideLayouts/slideLayout13.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0.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customXml" Target="../ink/ink57.xml"/><Relationship Id="rId1" Type="http://schemas.openxmlformats.org/officeDocument/2006/relationships/slideLayout" Target="../slideLayouts/slideLayout13.xml"/></Relationships>
</file>

<file path=ppt/slides/_rels/slide4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customXml" Target="../ink/ink58.xml"/><Relationship Id="rId1" Type="http://schemas.openxmlformats.org/officeDocument/2006/relationships/slideLayout" Target="../slideLayouts/slideLayout13.xml"/></Relationships>
</file>

<file path=ppt/slides/_rels/slide412.xml.rels><?xml version="1.0" encoding="UTF-8" standalone="yes"?>
<Relationships xmlns="http://schemas.openxmlformats.org/package/2006/relationships"><Relationship Id="rId3" Type="http://schemas.openxmlformats.org/officeDocument/2006/relationships/customXml" Target="../ink/ink59.xml"/><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250.png"/></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4.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customXml" Target="../ink/ink60.xml"/><Relationship Id="rId1" Type="http://schemas.openxmlformats.org/officeDocument/2006/relationships/slideLayout" Target="../slideLayouts/slideLayout13.xml"/></Relationships>
</file>

<file path=ppt/slides/_rels/slide415.xml.rels><?xml version="1.0" encoding="UTF-8" standalone="yes"?>
<Relationships xmlns="http://schemas.openxmlformats.org/package/2006/relationships"><Relationship Id="rId3" Type="http://schemas.openxmlformats.org/officeDocument/2006/relationships/image" Target="../media/image291.png"/><Relationship Id="rId2" Type="http://schemas.openxmlformats.org/officeDocument/2006/relationships/customXml" Target="../ink/ink61.xml"/><Relationship Id="rId1" Type="http://schemas.openxmlformats.org/officeDocument/2006/relationships/slideLayout" Target="../slideLayouts/slideLayout13.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customXml" Target="../ink/ink62.xml"/><Relationship Id="rId1" Type="http://schemas.openxmlformats.org/officeDocument/2006/relationships/slideLayout" Target="../slideLayouts/slideLayout13.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customXml" Target="../ink/ink63.xml"/><Relationship Id="rId1" Type="http://schemas.openxmlformats.org/officeDocument/2006/relationships/slideLayout" Target="../slideLayouts/slideLayout13.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customXml" Target="../ink/ink64.xml"/><Relationship Id="rId1" Type="http://schemas.openxmlformats.org/officeDocument/2006/relationships/slideLayout" Target="../slideLayouts/slideLayout13.xml"/></Relationships>
</file>

<file path=ppt/slides/_rels/slide425.xml.rels><?xml version="1.0" encoding="UTF-8" standalone="yes"?>
<Relationships xmlns="http://schemas.openxmlformats.org/package/2006/relationships"><Relationship Id="rId3" Type="http://schemas.openxmlformats.org/officeDocument/2006/relationships/image" Target="../media/image401.png"/><Relationship Id="rId2" Type="http://schemas.openxmlformats.org/officeDocument/2006/relationships/customXml" Target="../ink/ink65.xml"/><Relationship Id="rId1" Type="http://schemas.openxmlformats.org/officeDocument/2006/relationships/slideLayout" Target="../slideLayouts/slideLayout13.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7.xml.rels><?xml version="1.0" encoding="UTF-8" standalone="yes"?>
<Relationships xmlns="http://schemas.openxmlformats.org/package/2006/relationships"><Relationship Id="rId3" Type="http://schemas.openxmlformats.org/officeDocument/2006/relationships/image" Target="../media/image411.png"/><Relationship Id="rId2" Type="http://schemas.openxmlformats.org/officeDocument/2006/relationships/customXml" Target="../ink/ink66.xml"/><Relationship Id="rId1" Type="http://schemas.openxmlformats.org/officeDocument/2006/relationships/slideLayout" Target="../slideLayouts/slideLayout13.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1.xml.rels><?xml version="1.0" encoding="UTF-8" standalone="yes"?>
<Relationships xmlns="http://schemas.openxmlformats.org/package/2006/relationships"><Relationship Id="rId3" Type="http://schemas.openxmlformats.org/officeDocument/2006/relationships/image" Target="../media/image430.png"/><Relationship Id="rId2" Type="http://schemas.openxmlformats.org/officeDocument/2006/relationships/customXml" Target="../ink/ink67.xml"/><Relationship Id="rId1" Type="http://schemas.openxmlformats.org/officeDocument/2006/relationships/slideLayout" Target="../slideLayouts/slideLayout13.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68.xml"/><Relationship Id="rId1" Type="http://schemas.openxmlformats.org/officeDocument/2006/relationships/slideLayout" Target="../slideLayouts/slideLayout12.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9.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customXml" Target="../ink/ink69.xml"/><Relationship Id="rId1" Type="http://schemas.openxmlformats.org/officeDocument/2006/relationships/slideLayout" Target="../slideLayouts/slideLayout13.xml"/></Relationships>
</file>

<file path=ppt/slides/_rels/slide45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13.xml"/><Relationship Id="rId1" Type="http://schemas.openxmlformats.org/officeDocument/2006/relationships/tags" Target="../tags/tag13.xml"/><Relationship Id="rId4" Type="http://schemas.openxmlformats.org/officeDocument/2006/relationships/image" Target="../media/image1.emf"/></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6.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customXml" Target="../ink/ink70.xml"/><Relationship Id="rId1" Type="http://schemas.openxmlformats.org/officeDocument/2006/relationships/slideLayout" Target="../slideLayouts/slideLayout13.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customXml" Target="../ink/ink71.xml"/><Relationship Id="rId1" Type="http://schemas.openxmlformats.org/officeDocument/2006/relationships/slideLayout" Target="../slideLayouts/slideLayout13.xml"/></Relationships>
</file>

<file path=ppt/slides/_rels/slide46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6.xml.rels><?xml version="1.0" encoding="UTF-8" standalone="yes"?>
<Relationships xmlns="http://schemas.openxmlformats.org/package/2006/relationships"><Relationship Id="rId3" Type="http://schemas.openxmlformats.org/officeDocument/2006/relationships/image" Target="../media/image421.png"/><Relationship Id="rId2" Type="http://schemas.openxmlformats.org/officeDocument/2006/relationships/customXml" Target="../ink/ink72.xml"/><Relationship Id="rId1" Type="http://schemas.openxmlformats.org/officeDocument/2006/relationships/slideLayout" Target="../slideLayouts/slideLayout13.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0.xml.rels><?xml version="1.0" encoding="UTF-8" standalone="yes"?>
<Relationships xmlns="http://schemas.openxmlformats.org/package/2006/relationships"><Relationship Id="rId3" Type="http://schemas.openxmlformats.org/officeDocument/2006/relationships/image" Target="../media/image470.png"/><Relationship Id="rId2" Type="http://schemas.openxmlformats.org/officeDocument/2006/relationships/customXml" Target="../ink/ink73.xml"/><Relationship Id="rId1" Type="http://schemas.openxmlformats.org/officeDocument/2006/relationships/slideLayout" Target="../slideLayouts/slideLayout13.xml"/></Relationships>
</file>

<file path=ppt/slides/_rels/slide471.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customXml" Target="../ink/ink74.xml"/><Relationship Id="rId1" Type="http://schemas.openxmlformats.org/officeDocument/2006/relationships/slideLayout" Target="../slideLayouts/slideLayout13.xml"/></Relationships>
</file>

<file path=ppt/slides/_rels/slide472.xml.rels><?xml version="1.0" encoding="UTF-8" standalone="yes"?>
<Relationships xmlns="http://schemas.openxmlformats.org/package/2006/relationships"><Relationship Id="rId3" Type="http://schemas.openxmlformats.org/officeDocument/2006/relationships/image" Target="../media/image490.png"/><Relationship Id="rId2" Type="http://schemas.openxmlformats.org/officeDocument/2006/relationships/customXml" Target="../ink/ink75.xml"/><Relationship Id="rId1" Type="http://schemas.openxmlformats.org/officeDocument/2006/relationships/slideLayout" Target="../slideLayouts/slideLayout13.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475.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customXml" Target="../ink/ink76.xml"/><Relationship Id="rId1" Type="http://schemas.openxmlformats.org/officeDocument/2006/relationships/slideLayout" Target="../slideLayouts/slideLayout12.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7.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customXml" Target="../ink/ink77.xml"/><Relationship Id="rId1" Type="http://schemas.openxmlformats.org/officeDocument/2006/relationships/slideLayout" Target="../slideLayouts/slideLayout13.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9.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customXml" Target="../ink/ink78.xml"/><Relationship Id="rId1" Type="http://schemas.openxmlformats.org/officeDocument/2006/relationships/slideLayout" Target="../slideLayouts/slideLayout13.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1.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customXml" Target="../ink/ink79.xml"/><Relationship Id="rId1" Type="http://schemas.openxmlformats.org/officeDocument/2006/relationships/slideLayout" Target="../slideLayouts/slideLayout13.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4.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customXml" Target="../ink/ink80.xml"/><Relationship Id="rId1" Type="http://schemas.openxmlformats.org/officeDocument/2006/relationships/slideLayout" Target="../slideLayouts/slideLayout13.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7.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customXml" Target="../ink/ink81.xml"/><Relationship Id="rId1" Type="http://schemas.openxmlformats.org/officeDocument/2006/relationships/slideLayout" Target="../slideLayouts/slideLayout13.xml"/></Relationships>
</file>

<file path=ppt/slides/_rels/slide498.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customXml" Target="../ink/ink82.xml"/><Relationship Id="rId1" Type="http://schemas.openxmlformats.org/officeDocument/2006/relationships/slideLayout" Target="../slideLayouts/slideLayout13.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customXml" Target="../ink/ink83.xml"/><Relationship Id="rId1" Type="http://schemas.openxmlformats.org/officeDocument/2006/relationships/slideLayout" Target="../slideLayouts/slideLayout13.xml"/></Relationships>
</file>

<file path=ppt/slides/_rels/slide501.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customXml" Target="../ink/ink84.xml"/><Relationship Id="rId1" Type="http://schemas.openxmlformats.org/officeDocument/2006/relationships/slideLayout" Target="../slideLayouts/slideLayout13.xml"/></Relationships>
</file>

<file path=ppt/slides/_rels/slide502.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customXml" Target="../ink/ink85.xml"/><Relationship Id="rId1" Type="http://schemas.openxmlformats.org/officeDocument/2006/relationships/slideLayout" Target="../slideLayouts/slideLayout13.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customXml" Target="../ink/ink86.xml"/><Relationship Id="rId1" Type="http://schemas.openxmlformats.org/officeDocument/2006/relationships/slideLayout" Target="../slideLayouts/slideLayout13.xml"/></Relationships>
</file>

<file path=ppt/slides/_rels/slide51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customXml" Target="../ink/ink87.xml"/><Relationship Id="rId1" Type="http://schemas.openxmlformats.org/officeDocument/2006/relationships/slideLayout" Target="../slideLayouts/slideLayout13.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customXml" Target="../ink/ink88.xml"/><Relationship Id="rId1" Type="http://schemas.openxmlformats.org/officeDocument/2006/relationships/slideLayout" Target="../slideLayouts/slideLayout13.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customXml" Target="../ink/ink89.xml"/><Relationship Id="rId1" Type="http://schemas.openxmlformats.org/officeDocument/2006/relationships/slideLayout" Target="../slideLayouts/slideLayout13.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customXml" Target="../ink/ink90.xml"/><Relationship Id="rId1" Type="http://schemas.openxmlformats.org/officeDocument/2006/relationships/slideLayout" Target="../slideLayouts/slideLayout13.xml"/></Relationships>
</file>

<file path=ppt/slides/_rels/slide52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customXml" Target="../ink/ink91.xml"/><Relationship Id="rId1" Type="http://schemas.openxmlformats.org/officeDocument/2006/relationships/slideLayout" Target="../slideLayouts/slideLayout13.xml"/></Relationships>
</file>

<file path=ppt/slides/_rels/slide52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customXml" Target="../ink/ink92.xml"/><Relationship Id="rId1" Type="http://schemas.openxmlformats.org/officeDocument/2006/relationships/slideLayout" Target="../slideLayouts/slideLayout13.xml"/></Relationships>
</file>

<file path=ppt/slides/_rels/slide52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customXml" Target="../ink/ink93.xml"/><Relationship Id="rId1" Type="http://schemas.openxmlformats.org/officeDocument/2006/relationships/slideLayout" Target="../slideLayouts/slideLayout13.xml"/></Relationships>
</file>

<file path=ppt/slides/_rels/slide52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customXml" Target="../ink/ink94.xml"/><Relationship Id="rId1" Type="http://schemas.openxmlformats.org/officeDocument/2006/relationships/slideLayout" Target="../slideLayouts/slideLayout13.xml"/></Relationships>
</file>

<file path=ppt/slides/_rels/slide52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customXml" Target="../ink/ink95.xml"/><Relationship Id="rId1" Type="http://schemas.openxmlformats.org/officeDocument/2006/relationships/slideLayout" Target="../slideLayouts/slideLayout13.xml"/></Relationships>
</file>

<file path=ppt/slides/_rels/slide52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customXml" Target="../ink/ink96.xml"/><Relationship Id="rId1" Type="http://schemas.openxmlformats.org/officeDocument/2006/relationships/slideLayout" Target="../slideLayouts/slideLayout13.xml"/></Relationships>
</file>

<file path=ppt/slides/_rels/slide52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customXml" Target="../ink/ink97.xml"/><Relationship Id="rId1" Type="http://schemas.openxmlformats.org/officeDocument/2006/relationships/slideLayout" Target="../slideLayouts/slideLayout13.xml"/></Relationships>
</file>

<file path=ppt/slides/_rels/slide52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customXml" Target="../ink/ink98.xml"/><Relationship Id="rId1" Type="http://schemas.openxmlformats.org/officeDocument/2006/relationships/slideLayout" Target="../slideLayouts/slideLayout13.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8.xml.rels><?xml version="1.0" encoding="UTF-8" standalone="yes"?>
<Relationships xmlns="http://schemas.openxmlformats.org/package/2006/relationships"><Relationship Id="rId3" Type="http://schemas.openxmlformats.org/officeDocument/2006/relationships/image" Target="../media/image341.png"/><Relationship Id="rId2" Type="http://schemas.openxmlformats.org/officeDocument/2006/relationships/customXml" Target="../ink/ink99.xml"/><Relationship Id="rId1" Type="http://schemas.openxmlformats.org/officeDocument/2006/relationships/slideLayout" Target="../slideLayouts/slideLayout13.xml"/></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0.xml.rels><?xml version="1.0" encoding="UTF-8" standalone="yes"?>
<Relationships xmlns="http://schemas.openxmlformats.org/package/2006/relationships"><Relationship Id="rId3" Type="http://schemas.openxmlformats.org/officeDocument/2006/relationships/image" Target="../media/image351.png"/><Relationship Id="rId2" Type="http://schemas.openxmlformats.org/officeDocument/2006/relationships/customXml" Target="../ink/ink100.xml"/><Relationship Id="rId1" Type="http://schemas.openxmlformats.org/officeDocument/2006/relationships/slideLayout" Target="../slideLayouts/slideLayout13.xml"/></Relationships>
</file>

<file path=ppt/slides/_rels/slide551.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customXml" Target="../ink/ink101.xml"/><Relationship Id="rId1" Type="http://schemas.openxmlformats.org/officeDocument/2006/relationships/slideLayout" Target="../slideLayouts/slideLayout13.xml"/></Relationships>
</file>

<file path=ppt/slides/_rels/slide552.xml.rels><?xml version="1.0" encoding="UTF-8" standalone="yes"?>
<Relationships xmlns="http://schemas.openxmlformats.org/package/2006/relationships"><Relationship Id="rId3" Type="http://schemas.openxmlformats.org/officeDocument/2006/relationships/image" Target="../media/image371.png"/><Relationship Id="rId2" Type="http://schemas.openxmlformats.org/officeDocument/2006/relationships/customXml" Target="../ink/ink102.xml"/><Relationship Id="rId1" Type="http://schemas.openxmlformats.org/officeDocument/2006/relationships/slideLayout" Target="../slideLayouts/slideLayout13.xml"/></Relationships>
</file>

<file path=ppt/slides/_rels/slide553.xml.rels><?xml version="1.0" encoding="UTF-8" standalone="yes"?>
<Relationships xmlns="http://schemas.openxmlformats.org/package/2006/relationships"><Relationship Id="rId3" Type="http://schemas.openxmlformats.org/officeDocument/2006/relationships/image" Target="../media/image381.png"/><Relationship Id="rId2" Type="http://schemas.openxmlformats.org/officeDocument/2006/relationships/customXml" Target="../ink/ink103.xml"/><Relationship Id="rId1" Type="http://schemas.openxmlformats.org/officeDocument/2006/relationships/slideLayout" Target="../slideLayouts/slideLayout13.xml"/></Relationships>
</file>

<file path=ppt/slides/_rels/slide554.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customXml" Target="../ink/ink104.xml"/><Relationship Id="rId1" Type="http://schemas.openxmlformats.org/officeDocument/2006/relationships/slideLayout" Target="../slideLayouts/slideLayout13.xml"/></Relationships>
</file>

<file path=ppt/slides/_rels/slide555.xml.rels><?xml version="1.0" encoding="UTF-8" standalone="yes"?>
<Relationships xmlns="http://schemas.openxmlformats.org/package/2006/relationships"><Relationship Id="rId3" Type="http://schemas.openxmlformats.org/officeDocument/2006/relationships/image" Target="../media/image402.png"/><Relationship Id="rId2" Type="http://schemas.openxmlformats.org/officeDocument/2006/relationships/customXml" Target="../ink/ink105.xml"/><Relationship Id="rId1" Type="http://schemas.openxmlformats.org/officeDocument/2006/relationships/slideLayout" Target="../slideLayouts/slideLayout13.xml"/></Relationships>
</file>

<file path=ppt/slides/_rels/slide556.xml.rels><?xml version="1.0" encoding="UTF-8" standalone="yes"?>
<Relationships xmlns="http://schemas.openxmlformats.org/package/2006/relationships"><Relationship Id="rId3" Type="http://schemas.openxmlformats.org/officeDocument/2006/relationships/image" Target="../media/image412.png"/><Relationship Id="rId2" Type="http://schemas.openxmlformats.org/officeDocument/2006/relationships/customXml" Target="../ink/ink106.xml"/><Relationship Id="rId1" Type="http://schemas.openxmlformats.org/officeDocument/2006/relationships/slideLayout" Target="../slideLayouts/slideLayout13.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8.xml.rels><?xml version="1.0" encoding="UTF-8" standalone="yes"?>
<Relationships xmlns="http://schemas.openxmlformats.org/package/2006/relationships"><Relationship Id="rId3" Type="http://schemas.openxmlformats.org/officeDocument/2006/relationships/image" Target="../media/image431.png"/><Relationship Id="rId2" Type="http://schemas.openxmlformats.org/officeDocument/2006/relationships/customXml" Target="../ink/ink107.xml"/><Relationship Id="rId1" Type="http://schemas.openxmlformats.org/officeDocument/2006/relationships/slideLayout" Target="../slideLayouts/slideLayout13.xml"/></Relationships>
</file>

<file path=ppt/slides/_rels/slide559.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customXml" Target="../ink/ink108.xml"/><Relationship Id="rId1" Type="http://schemas.openxmlformats.org/officeDocument/2006/relationships/slideLayout" Target="../slideLayouts/slideLayout13.xml"/></Relationships>
</file>

<file path=ppt/slides/_rels/slide560.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customXml" Target="../ink/ink109.xml"/><Relationship Id="rId1" Type="http://schemas.openxmlformats.org/officeDocument/2006/relationships/slideLayout" Target="../slideLayouts/slideLayout13.xml"/></Relationships>
</file>

<file path=ppt/slides/_rels/slide561.xml.rels><?xml version="1.0" encoding="UTF-8" standalone="yes"?>
<Relationships xmlns="http://schemas.openxmlformats.org/package/2006/relationships"><Relationship Id="rId3" Type="http://schemas.openxmlformats.org/officeDocument/2006/relationships/customXml" Target="../ink/ink110.xml"/><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460.png"/></Relationships>
</file>

<file path=ppt/slides/_rels/slide562.xml.rels><?xml version="1.0" encoding="UTF-8" standalone="yes"?>
<Relationships xmlns="http://schemas.openxmlformats.org/package/2006/relationships"><Relationship Id="rId3" Type="http://schemas.openxmlformats.org/officeDocument/2006/relationships/image" Target="../media/image471.png"/><Relationship Id="rId2" Type="http://schemas.openxmlformats.org/officeDocument/2006/relationships/customXml" Target="../ink/ink111.xml"/><Relationship Id="rId1" Type="http://schemas.openxmlformats.org/officeDocument/2006/relationships/slideLayout" Target="../slideLayouts/slideLayout13.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4.xml.rels><?xml version="1.0" encoding="UTF-8" standalone="yes"?>
<Relationships xmlns="http://schemas.openxmlformats.org/package/2006/relationships"><Relationship Id="rId3" Type="http://schemas.openxmlformats.org/officeDocument/2006/relationships/image" Target="../media/image481.png"/><Relationship Id="rId2" Type="http://schemas.openxmlformats.org/officeDocument/2006/relationships/customXml" Target="../ink/ink112.xml"/><Relationship Id="rId1" Type="http://schemas.openxmlformats.org/officeDocument/2006/relationships/slideLayout" Target="../slideLayouts/slideLayout13.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7.xml.rels><?xml version="1.0" encoding="UTF-8" standalone="yes"?>
<Relationships xmlns="http://schemas.openxmlformats.org/package/2006/relationships"><Relationship Id="rId3" Type="http://schemas.openxmlformats.org/officeDocument/2006/relationships/image" Target="../media/image491.png"/><Relationship Id="rId2" Type="http://schemas.openxmlformats.org/officeDocument/2006/relationships/customXml" Target="../ink/ink113.xml"/><Relationship Id="rId1" Type="http://schemas.openxmlformats.org/officeDocument/2006/relationships/slideLayout" Target="../slideLayouts/slideLayout13.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customXml" Target="../ink/ink114.xml"/><Relationship Id="rId1" Type="http://schemas.openxmlformats.org/officeDocument/2006/relationships/slideLayout" Target="../slideLayouts/slideLayout13.xml"/></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8.xml.rels><?xml version="1.0" encoding="UTF-8" standalone="yes"?>
<Relationships xmlns="http://schemas.openxmlformats.org/package/2006/relationships"><Relationship Id="rId3" Type="http://schemas.openxmlformats.org/officeDocument/2006/relationships/customXml" Target="../ink/ink115.xml"/><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51.png"/></Relationships>
</file>

<file path=ppt/slides/_rels/slide5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customXml" Target="../ink/ink116.xml"/><Relationship Id="rId1" Type="http://schemas.openxmlformats.org/officeDocument/2006/relationships/slideLayout" Target="../slideLayouts/slideLayout13.xml"/></Relationships>
</file>

<file path=ppt/slides/_rels/slide59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30EDF-13C8-B4FA-E832-AFDEB5B54E2B}"/>
              </a:ext>
            </a:extLst>
          </p:cNvPr>
          <p:cNvSpPr>
            <a:spLocks noGrp="1"/>
          </p:cNvSpPr>
          <p:nvPr>
            <p:ph type="ctrTitle"/>
          </p:nvPr>
        </p:nvSpPr>
        <p:spPr/>
        <p:txBody>
          <a:bodyPr/>
          <a:lstStyle/>
          <a:p>
            <a:r>
              <a:rPr lang="en-US" dirty="0"/>
              <a:t>PGDF (24-26)</a:t>
            </a:r>
            <a:br>
              <a:rPr lang="en-US" dirty="0"/>
            </a:br>
            <a:r>
              <a:rPr lang="en-US" dirty="0"/>
              <a:t>Fundamental Analysis (FAL)</a:t>
            </a:r>
          </a:p>
        </p:txBody>
      </p:sp>
      <p:sp>
        <p:nvSpPr>
          <p:cNvPr id="3" name="Subtitle 2">
            <a:extLst>
              <a:ext uri="{FF2B5EF4-FFF2-40B4-BE49-F238E27FC236}">
                <a16:creationId xmlns:a16="http://schemas.microsoft.com/office/drawing/2014/main" id="{E15396F4-F28F-DE93-CC3A-37FBBA11AF40}"/>
              </a:ext>
            </a:extLst>
          </p:cNvPr>
          <p:cNvSpPr>
            <a:spLocks noGrp="1"/>
          </p:cNvSpPr>
          <p:nvPr>
            <p:ph type="subTitle" idx="1"/>
          </p:nvPr>
        </p:nvSpPr>
        <p:spPr/>
        <p:txBody>
          <a:bodyPr/>
          <a:lstStyle/>
          <a:p>
            <a:r>
              <a:rPr lang="en-US" dirty="0"/>
              <a:t>Session 1 (15-Nov-2025)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9BEDD4F3-FBCF-8431-B14C-718126A078F6}"/>
                  </a:ext>
                </a:extLst>
              </p14:cNvPr>
              <p14:cNvContentPartPr/>
              <p14:nvPr/>
            </p14:nvContentPartPr>
            <p14:xfrm>
              <a:off x="827280" y="826200"/>
              <a:ext cx="886680" cy="765360"/>
            </p14:xfrm>
          </p:contentPart>
        </mc:Choice>
        <mc:Fallback xmlns="">
          <p:pic>
            <p:nvPicPr>
              <p:cNvPr id="4" name="Ink 3">
                <a:extLst>
                  <a:ext uri="{FF2B5EF4-FFF2-40B4-BE49-F238E27FC236}">
                    <a16:creationId xmlns:a16="http://schemas.microsoft.com/office/drawing/2014/main" id="{9BEDD4F3-FBCF-8431-B14C-718126A078F6}"/>
                  </a:ext>
                </a:extLst>
              </p:cNvPr>
              <p:cNvPicPr/>
              <p:nvPr/>
            </p:nvPicPr>
            <p:blipFill>
              <a:blip r:embed="rId3"/>
              <a:stretch>
                <a:fillRect/>
              </a:stretch>
            </p:blipFill>
            <p:spPr>
              <a:xfrm>
                <a:off x="817920" y="816840"/>
                <a:ext cx="905400" cy="784080"/>
              </a:xfrm>
              <a:prstGeom prst="rect">
                <a:avLst/>
              </a:prstGeom>
            </p:spPr>
          </p:pic>
        </mc:Fallback>
      </mc:AlternateContent>
    </p:spTree>
    <p:extLst>
      <p:ext uri="{BB962C8B-B14F-4D97-AF65-F5344CB8AC3E}">
        <p14:creationId xmlns:p14="http://schemas.microsoft.com/office/powerpoint/2010/main" val="4291415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26D5A-CBA5-4BFF-8213-14A18F211B25}"/>
              </a:ext>
            </a:extLst>
          </p:cNvPr>
          <p:cNvSpPr>
            <a:spLocks noGrp="1"/>
          </p:cNvSpPr>
          <p:nvPr>
            <p:ph type="title"/>
          </p:nvPr>
        </p:nvSpPr>
        <p:spPr/>
        <p:txBody>
          <a:bodyPr/>
          <a:lstStyle/>
          <a:p>
            <a:pPr algn="ctr"/>
            <a:r>
              <a:rPr lang="en-US" b="1" dirty="0"/>
              <a:t>For Discussion in this Course </a:t>
            </a:r>
            <a:endParaRPr lang="en-IN" b="1" dirty="0"/>
          </a:p>
        </p:txBody>
      </p:sp>
      <p:sp>
        <p:nvSpPr>
          <p:cNvPr id="3" name="Content Placeholder 2">
            <a:extLst>
              <a:ext uri="{FF2B5EF4-FFF2-40B4-BE49-F238E27FC236}">
                <a16:creationId xmlns:a16="http://schemas.microsoft.com/office/drawing/2014/main" id="{65D46AF6-B993-42E9-8069-7815D9F62E88}"/>
              </a:ext>
            </a:extLst>
          </p:cNvPr>
          <p:cNvSpPr>
            <a:spLocks noGrp="1"/>
          </p:cNvSpPr>
          <p:nvPr>
            <p:ph idx="1"/>
          </p:nvPr>
        </p:nvSpPr>
        <p:spPr/>
        <p:txBody>
          <a:bodyPr>
            <a:normAutofit fontScale="85000" lnSpcReduction="20000"/>
          </a:bodyPr>
          <a:lstStyle/>
          <a:p>
            <a:r>
              <a:rPr lang="en-US" b="1" dirty="0"/>
              <a:t>Introduction</a:t>
            </a:r>
            <a:r>
              <a:rPr lang="en-US" dirty="0"/>
              <a:t> to Fundamental Analysis (</a:t>
            </a:r>
            <a:r>
              <a:rPr lang="en-US" b="1" dirty="0"/>
              <a:t>FAL</a:t>
            </a:r>
            <a:r>
              <a:rPr lang="en-US" dirty="0"/>
              <a:t>)</a:t>
            </a:r>
          </a:p>
          <a:p>
            <a:r>
              <a:rPr lang="en-US" b="1" dirty="0"/>
              <a:t>FSA Framework in FAL</a:t>
            </a:r>
            <a:endParaRPr lang="en-US" dirty="0"/>
          </a:p>
          <a:p>
            <a:r>
              <a:rPr lang="en-US" b="1" dirty="0"/>
              <a:t>F </a:t>
            </a:r>
            <a:r>
              <a:rPr lang="en-US" b="1" dirty="0" err="1"/>
              <a:t>Score,M</a:t>
            </a:r>
            <a:r>
              <a:rPr lang="en-US" b="1" dirty="0"/>
              <a:t> Score and </a:t>
            </a:r>
            <a:r>
              <a:rPr lang="en-US" b="1" dirty="0" err="1"/>
              <a:t>Benford</a:t>
            </a:r>
            <a:r>
              <a:rPr lang="en-US" b="1" dirty="0"/>
              <a:t> Analysis</a:t>
            </a:r>
          </a:p>
          <a:p>
            <a:r>
              <a:rPr lang="en-US" dirty="0"/>
              <a:t>Fundamentals determining </a:t>
            </a:r>
            <a:r>
              <a:rPr lang="en-US" b="1" dirty="0"/>
              <a:t>PE ratio</a:t>
            </a:r>
          </a:p>
          <a:p>
            <a:r>
              <a:rPr lang="en-US" dirty="0"/>
              <a:t>Fundamentals determining </a:t>
            </a:r>
            <a:r>
              <a:rPr lang="en-US" b="1" dirty="0"/>
              <a:t>PEG multiple </a:t>
            </a:r>
            <a:r>
              <a:rPr lang="en-US" dirty="0"/>
              <a:t>and </a:t>
            </a:r>
            <a:r>
              <a:rPr lang="en-US" b="1" dirty="0"/>
              <a:t>other variants of PE Ratio</a:t>
            </a:r>
          </a:p>
          <a:p>
            <a:r>
              <a:rPr lang="en-US" b="1" dirty="0"/>
              <a:t>PB Multiple </a:t>
            </a:r>
            <a:r>
              <a:rPr lang="en-US" dirty="0"/>
              <a:t>and its fundamentals</a:t>
            </a:r>
          </a:p>
          <a:p>
            <a:r>
              <a:rPr lang="en-US" b="1" dirty="0"/>
              <a:t>PS Ratio </a:t>
            </a:r>
            <a:r>
              <a:rPr lang="en-US" dirty="0"/>
              <a:t>and its fundamentals</a:t>
            </a:r>
          </a:p>
          <a:p>
            <a:r>
              <a:rPr lang="en-US" b="1" dirty="0"/>
              <a:t>EV/EBITDA </a:t>
            </a:r>
            <a:r>
              <a:rPr lang="en-US" dirty="0"/>
              <a:t>and FAL</a:t>
            </a:r>
          </a:p>
          <a:p>
            <a:r>
              <a:rPr lang="en-US" b="1" dirty="0"/>
              <a:t>EV/EBIT </a:t>
            </a:r>
            <a:r>
              <a:rPr lang="en-US" dirty="0"/>
              <a:t>&amp; EV/IC and FAL</a:t>
            </a:r>
          </a:p>
          <a:p>
            <a:r>
              <a:rPr lang="en-IN" b="1" dirty="0"/>
              <a:t>EV/ Sales </a:t>
            </a:r>
            <a:r>
              <a:rPr lang="en-IN" dirty="0"/>
              <a:t>multiple and FAL</a:t>
            </a:r>
          </a:p>
          <a:p>
            <a:r>
              <a:rPr lang="en-IN" b="1" dirty="0"/>
              <a:t>Loose ends </a:t>
            </a:r>
            <a:r>
              <a:rPr lang="en-IN" dirty="0"/>
              <a:t>in Fundamental Analysis and </a:t>
            </a:r>
            <a:r>
              <a:rPr lang="en-IN" b="1" dirty="0"/>
              <a:t>concluding remarks</a:t>
            </a:r>
          </a:p>
        </p:txBody>
      </p:sp>
    </p:spTree>
    <p:extLst>
      <p:ext uri="{BB962C8B-B14F-4D97-AF65-F5344CB8AC3E}">
        <p14:creationId xmlns:p14="http://schemas.microsoft.com/office/powerpoint/2010/main" val="7927261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8B0B5-660F-40E5-82CA-99D618CB6646}"/>
              </a:ext>
            </a:extLst>
          </p:cNvPr>
          <p:cNvSpPr>
            <a:spLocks noGrp="1"/>
          </p:cNvSpPr>
          <p:nvPr>
            <p:ph type="title"/>
          </p:nvPr>
        </p:nvSpPr>
        <p:spPr/>
        <p:txBody>
          <a:bodyPr/>
          <a:lstStyle/>
          <a:p>
            <a:pPr algn="ctr"/>
            <a:r>
              <a:rPr lang="en-US" b="1" dirty="0"/>
              <a:t>For Discussion in this Session </a:t>
            </a:r>
            <a:endParaRPr lang="en-IN" b="1" dirty="0"/>
          </a:p>
        </p:txBody>
      </p:sp>
      <p:sp>
        <p:nvSpPr>
          <p:cNvPr id="3" name="Content Placeholder 2">
            <a:extLst>
              <a:ext uri="{FF2B5EF4-FFF2-40B4-BE49-F238E27FC236}">
                <a16:creationId xmlns:a16="http://schemas.microsoft.com/office/drawing/2014/main" id="{2DC35DEA-61B9-4C4B-856B-579136E51FEE}"/>
              </a:ext>
            </a:extLst>
          </p:cNvPr>
          <p:cNvSpPr>
            <a:spLocks noGrp="1"/>
          </p:cNvSpPr>
          <p:nvPr>
            <p:ph idx="1"/>
          </p:nvPr>
        </p:nvSpPr>
        <p:spPr/>
        <p:txBody>
          <a:bodyPr>
            <a:normAutofit/>
          </a:bodyPr>
          <a:lstStyle/>
          <a:p>
            <a:endParaRPr lang="en-US" sz="4000" b="1" dirty="0"/>
          </a:p>
          <a:p>
            <a:r>
              <a:rPr lang="en-US" sz="4000" b="1" dirty="0"/>
              <a:t>Introduction to FAL</a:t>
            </a:r>
          </a:p>
          <a:p>
            <a:r>
              <a:rPr lang="en-US" sz="4000" b="1" dirty="0"/>
              <a:t>Financial Statement Analysis Framework</a:t>
            </a:r>
            <a:endParaRPr lang="en-IN" sz="4000" b="1" dirty="0"/>
          </a:p>
        </p:txBody>
      </p:sp>
    </p:spTree>
    <p:extLst>
      <p:ext uri="{BB962C8B-B14F-4D97-AF65-F5344CB8AC3E}">
        <p14:creationId xmlns:p14="http://schemas.microsoft.com/office/powerpoint/2010/main" val="3176579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56ED5-9D10-4C9A-9F91-2FE862B65C81}"/>
              </a:ext>
            </a:extLst>
          </p:cNvPr>
          <p:cNvSpPr>
            <a:spLocks noGrp="1"/>
          </p:cNvSpPr>
          <p:nvPr>
            <p:ph type="title"/>
          </p:nvPr>
        </p:nvSpPr>
        <p:spPr/>
        <p:txBody>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What is Fundamental Analysis (FAL)???</a:t>
            </a:r>
            <a:endParaRPr lang="en-IN" dirty="0"/>
          </a:p>
        </p:txBody>
      </p:sp>
      <p:sp>
        <p:nvSpPr>
          <p:cNvPr id="3" name="Content Placeholder 2">
            <a:extLst>
              <a:ext uri="{FF2B5EF4-FFF2-40B4-BE49-F238E27FC236}">
                <a16:creationId xmlns:a16="http://schemas.microsoft.com/office/drawing/2014/main" id="{79795355-9974-4DAA-929E-611C1862A4CB}"/>
              </a:ext>
            </a:extLst>
          </p:cNvPr>
          <p:cNvSpPr>
            <a:spLocks noGrp="1"/>
          </p:cNvSpPr>
          <p:nvPr>
            <p:ph idx="1"/>
          </p:nvPr>
        </p:nvSpPr>
        <p:spPr>
          <a:xfrm>
            <a:off x="838200" y="1825625"/>
            <a:ext cx="10515600" cy="2782094"/>
          </a:xfrm>
        </p:spPr>
        <p:txBody>
          <a:bodyPr/>
          <a:lstStyle/>
          <a:p>
            <a:pPr marL="0" indent="0">
              <a:buNone/>
            </a:pPr>
            <a:r>
              <a:rPr lang="en-US" dirty="0"/>
              <a:t>Is the process of </a:t>
            </a:r>
          </a:p>
          <a:p>
            <a:r>
              <a:rPr lang="en-US" b="1" dirty="0"/>
              <a:t>Identifying</a:t>
            </a:r>
          </a:p>
          <a:p>
            <a:r>
              <a:rPr lang="en-US" u="sng" dirty="0"/>
              <a:t>Analyzing  and</a:t>
            </a:r>
          </a:p>
          <a:p>
            <a:r>
              <a:rPr lang="en-US" b="1" dirty="0"/>
              <a:t>Measuring </a:t>
            </a:r>
          </a:p>
          <a:p>
            <a:pPr marL="0" indent="0">
              <a:buNone/>
            </a:pPr>
            <a:r>
              <a:rPr lang="en-US" dirty="0"/>
              <a:t>the </a:t>
            </a:r>
            <a:r>
              <a:rPr lang="en-US" b="1" u="sng" dirty="0"/>
              <a:t>f</a:t>
            </a:r>
            <a:r>
              <a:rPr lang="en-US" b="1" i="1" u="sng" dirty="0"/>
              <a:t>undamentals </a:t>
            </a:r>
            <a:r>
              <a:rPr lang="en-US" dirty="0"/>
              <a:t>that determine the </a:t>
            </a:r>
            <a:r>
              <a:rPr lang="en-US" b="1" dirty="0"/>
              <a:t>Value of a firm to </a:t>
            </a:r>
            <a:r>
              <a:rPr lang="en-US" b="1" i="1" u="sng" dirty="0"/>
              <a:t>its investors</a:t>
            </a:r>
            <a:r>
              <a:rPr lang="en-US" dirty="0"/>
              <a:t>.</a:t>
            </a:r>
            <a:endParaRPr lang="en-IN" dirty="0"/>
          </a:p>
        </p:txBody>
      </p:sp>
    </p:spTree>
    <p:extLst>
      <p:ext uri="{BB962C8B-B14F-4D97-AF65-F5344CB8AC3E}">
        <p14:creationId xmlns:p14="http://schemas.microsoft.com/office/powerpoint/2010/main" val="415273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17BA2-AF4A-EC9B-22F6-ABC21B6A65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A2B93D-8E69-D11C-6ED2-A88BE88311FB}"/>
              </a:ext>
            </a:extLst>
          </p:cNvPr>
          <p:cNvSpPr>
            <a:spLocks noGrp="1"/>
          </p:cNvSpPr>
          <p:nvPr>
            <p:ph type="title"/>
          </p:nvPr>
        </p:nvSpPr>
        <p:spPr/>
        <p:txBody>
          <a:bodyPr/>
          <a:lstStyle/>
          <a:p>
            <a:r>
              <a:rPr lang="en-US" dirty="0"/>
              <a:t>What are the </a:t>
            </a:r>
            <a:r>
              <a:rPr lang="en-US" b="1" dirty="0"/>
              <a:t>Fundamentals that determine the value of a firm</a:t>
            </a:r>
            <a:r>
              <a:rPr lang="en-US" dirty="0"/>
              <a:t>???</a:t>
            </a:r>
            <a:endParaRPr lang="en-IN" dirty="0"/>
          </a:p>
        </p:txBody>
      </p:sp>
      <p:sp>
        <p:nvSpPr>
          <p:cNvPr id="3" name="Content Placeholder 2">
            <a:extLst>
              <a:ext uri="{FF2B5EF4-FFF2-40B4-BE49-F238E27FC236}">
                <a16:creationId xmlns:a16="http://schemas.microsoft.com/office/drawing/2014/main" id="{F4B20FEF-E529-4201-8220-3BDD20015F79}"/>
              </a:ext>
            </a:extLst>
          </p:cNvPr>
          <p:cNvSpPr>
            <a:spLocks noGrp="1"/>
          </p:cNvSpPr>
          <p:nvPr>
            <p:ph idx="1"/>
          </p:nvPr>
        </p:nvSpPr>
        <p:spPr/>
        <p:txBody>
          <a:bodyPr>
            <a:normAutofit/>
          </a:bodyPr>
          <a:lstStyle/>
          <a:p>
            <a:r>
              <a:rPr lang="en-IN" sz="1600" dirty="0"/>
              <a:t>Revenue</a:t>
            </a:r>
          </a:p>
          <a:p>
            <a:r>
              <a:rPr lang="en-IN" sz="1600" dirty="0"/>
              <a:t>Profitability</a:t>
            </a:r>
          </a:p>
          <a:p>
            <a:r>
              <a:rPr lang="en-IN" sz="1600" dirty="0"/>
              <a:t>Cash flow</a:t>
            </a:r>
          </a:p>
          <a:p>
            <a:r>
              <a:rPr lang="en-IN" sz="1600" dirty="0"/>
              <a:t>Cost of debt and cost of equity</a:t>
            </a:r>
          </a:p>
          <a:p>
            <a:r>
              <a:rPr lang="en-IN" sz="1600" dirty="0"/>
              <a:t>Capital structure</a:t>
            </a:r>
          </a:p>
          <a:p>
            <a:r>
              <a:rPr lang="en-IN" sz="1600" dirty="0"/>
              <a:t>Assets &amp; Liabilities</a:t>
            </a:r>
          </a:p>
          <a:p>
            <a:r>
              <a:rPr lang="en-IN" sz="1600" dirty="0"/>
              <a:t>Growth in fundamental</a:t>
            </a:r>
          </a:p>
          <a:p>
            <a:r>
              <a:rPr lang="en-IN" sz="1600" dirty="0"/>
              <a:t>Liquidity</a:t>
            </a:r>
          </a:p>
          <a:p>
            <a:r>
              <a:rPr lang="en-IN" sz="1600" dirty="0"/>
              <a:t>Managerial ability</a:t>
            </a:r>
          </a:p>
          <a:p>
            <a:r>
              <a:rPr lang="en-IN" sz="1600" dirty="0"/>
              <a:t>Reinvestment rate </a:t>
            </a:r>
            <a:r>
              <a:rPr lang="en-IN" sz="1600" dirty="0">
                <a:sym typeface="Wingdings" panose="05000000000000000000" pitchFamily="2" charset="2"/>
              </a:rPr>
              <a:t> Most important</a:t>
            </a:r>
            <a:endParaRPr lang="en-IN" sz="1600" dirty="0"/>
          </a:p>
        </p:txBody>
      </p:sp>
    </p:spTree>
    <p:extLst>
      <p:ext uri="{BB962C8B-B14F-4D97-AF65-F5344CB8AC3E}">
        <p14:creationId xmlns:p14="http://schemas.microsoft.com/office/powerpoint/2010/main" val="287210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41B5D3B-6C32-FABF-602E-733E37BFCE15}"/>
              </a:ext>
            </a:extLst>
          </p:cNvPr>
          <p:cNvGraphicFramePr>
            <a:graphicFrameLocks noChangeAspect="1"/>
          </p:cNvGraphicFramePr>
          <p:nvPr>
            <p:custDataLst>
              <p:tags r:id="rId1"/>
            </p:custDataLst>
            <p:extLst>
              <p:ext uri="{D42A27DB-BD31-4B8C-83A1-F6EECF244321}">
                <p14:modId xmlns:p14="http://schemas.microsoft.com/office/powerpoint/2010/main" val="6763108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27" imgH="328" progId="TCLayout.ActiveDocument.1">
                  <p:embed/>
                </p:oleObj>
              </mc:Choice>
              <mc:Fallback>
                <p:oleObj name="think-cell Slide" r:id="rId3" imgW="327" imgH="328" progId="TCLayout.ActiveDocument.1">
                  <p:embed/>
                  <p:pic>
                    <p:nvPicPr>
                      <p:cNvPr id="6" name="think-cell data - do not delete" hidden="1">
                        <a:extLst>
                          <a:ext uri="{FF2B5EF4-FFF2-40B4-BE49-F238E27FC236}">
                            <a16:creationId xmlns:a16="http://schemas.microsoft.com/office/drawing/2014/main" id="{D41B5D3B-6C32-FABF-602E-733E37BFCE1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CDE1033-4ABB-4412-8531-A11068E4D3DE}"/>
              </a:ext>
            </a:extLst>
          </p:cNvPr>
          <p:cNvSpPr>
            <a:spLocks noGrp="1"/>
          </p:cNvSpPr>
          <p:nvPr>
            <p:ph type="title"/>
          </p:nvPr>
        </p:nvSpPr>
        <p:spPr/>
        <p:txBody>
          <a:bodyPr vert="horz"/>
          <a:lstStyle/>
          <a:p>
            <a:pPr algn="ctr"/>
            <a:r>
              <a:rPr lang="en-US" b="1" dirty="0"/>
              <a:t> We need to look at below in FS and assess </a:t>
            </a:r>
            <a:endParaRPr lang="en-IN" b="1" dirty="0"/>
          </a:p>
        </p:txBody>
      </p:sp>
      <p:sp>
        <p:nvSpPr>
          <p:cNvPr id="3" name="Content Placeholder 2">
            <a:extLst>
              <a:ext uri="{FF2B5EF4-FFF2-40B4-BE49-F238E27FC236}">
                <a16:creationId xmlns:a16="http://schemas.microsoft.com/office/drawing/2014/main" id="{3A8835E3-4EE1-4ACA-A393-38C5E4FE12AA}"/>
              </a:ext>
            </a:extLst>
          </p:cNvPr>
          <p:cNvSpPr>
            <a:spLocks noGrp="1"/>
          </p:cNvSpPr>
          <p:nvPr>
            <p:ph idx="1"/>
          </p:nvPr>
        </p:nvSpPr>
        <p:spPr/>
        <p:txBody>
          <a:bodyPr/>
          <a:lstStyle/>
          <a:p>
            <a:pPr marL="514350" indent="-514350">
              <a:buAutoNum type="arabicPeriod"/>
            </a:pPr>
            <a:r>
              <a:rPr lang="en-US" dirty="0"/>
              <a:t>Profitability</a:t>
            </a:r>
          </a:p>
          <a:p>
            <a:pPr marL="514350" indent="-514350">
              <a:buAutoNum type="arabicPeriod"/>
            </a:pPr>
            <a:r>
              <a:rPr lang="en-US" dirty="0"/>
              <a:t>WC Efficiency</a:t>
            </a:r>
          </a:p>
          <a:p>
            <a:pPr marL="514350" indent="-514350">
              <a:buAutoNum type="arabicPeriod"/>
            </a:pPr>
            <a:r>
              <a:rPr lang="en-US" dirty="0"/>
              <a:t>Liquidity</a:t>
            </a:r>
          </a:p>
          <a:p>
            <a:pPr marL="514350" indent="-514350">
              <a:buAutoNum type="arabicPeriod"/>
            </a:pPr>
            <a:r>
              <a:rPr lang="en-US" dirty="0"/>
              <a:t>Solvency</a:t>
            </a:r>
          </a:p>
          <a:p>
            <a:pPr marL="514350" indent="-514350">
              <a:buAutoNum type="arabicPeriod"/>
            </a:pPr>
            <a:r>
              <a:rPr lang="en-US" dirty="0"/>
              <a:t>Cash Flow Management</a:t>
            </a:r>
          </a:p>
          <a:p>
            <a:pPr marL="514350" indent="-514350">
              <a:buAutoNum type="arabicPeriod"/>
            </a:pPr>
            <a:r>
              <a:rPr lang="en-US" dirty="0"/>
              <a:t>Degree of Leverage of Firm(s)</a:t>
            </a:r>
          </a:p>
          <a:p>
            <a:pPr marL="0" indent="0">
              <a:buNone/>
            </a:pPr>
            <a:endParaRPr lang="en-US" dirty="0"/>
          </a:p>
          <a:p>
            <a:pPr marL="514350" indent="-514350">
              <a:buAutoNum type="arabicPeriod"/>
            </a:pPr>
            <a:endParaRPr lang="en-IN" dirty="0"/>
          </a:p>
        </p:txBody>
      </p:sp>
    </p:spTree>
    <p:extLst>
      <p:ext uri="{BB962C8B-B14F-4D97-AF65-F5344CB8AC3E}">
        <p14:creationId xmlns:p14="http://schemas.microsoft.com/office/powerpoint/2010/main" val="836906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A8145-DF74-C33F-04B7-24EC550483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AEBBF7-2695-C53E-5C1A-6B30601A1760}"/>
              </a:ext>
            </a:extLst>
          </p:cNvPr>
          <p:cNvSpPr>
            <a:spLocks noGrp="1"/>
          </p:cNvSpPr>
          <p:nvPr>
            <p:ph type="title"/>
          </p:nvPr>
        </p:nvSpPr>
        <p:spPr/>
        <p:txBody>
          <a:bodyPr/>
          <a:lstStyle/>
          <a:p>
            <a:pPr algn="ctr"/>
            <a:r>
              <a:rPr lang="en-US" b="1" dirty="0"/>
              <a:t>1. Profitability </a:t>
            </a:r>
            <a:endParaRPr lang="en-IN" b="1" dirty="0"/>
          </a:p>
        </p:txBody>
      </p:sp>
      <p:sp>
        <p:nvSpPr>
          <p:cNvPr id="3" name="Content Placeholder 2">
            <a:extLst>
              <a:ext uri="{FF2B5EF4-FFF2-40B4-BE49-F238E27FC236}">
                <a16:creationId xmlns:a16="http://schemas.microsoft.com/office/drawing/2014/main" id="{BDF92967-D3F6-8E4F-D2D7-355A670DA265}"/>
              </a:ext>
            </a:extLst>
          </p:cNvPr>
          <p:cNvSpPr>
            <a:spLocks noGrp="1"/>
          </p:cNvSpPr>
          <p:nvPr>
            <p:ph idx="1"/>
          </p:nvPr>
        </p:nvSpPr>
        <p:spPr>
          <a:xfrm>
            <a:off x="838200" y="1475582"/>
            <a:ext cx="10515600" cy="4351338"/>
          </a:xfrm>
        </p:spPr>
        <p:txBody>
          <a:bodyPr>
            <a:normAutofit/>
          </a:bodyPr>
          <a:lstStyle/>
          <a:p>
            <a:pPr>
              <a:spcBef>
                <a:spcPts val="0"/>
              </a:spcBef>
            </a:pPr>
            <a:r>
              <a:rPr lang="en-US" sz="2400" dirty="0"/>
              <a:t>ROE   vs  ROC</a:t>
            </a:r>
          </a:p>
          <a:p>
            <a:pPr>
              <a:spcBef>
                <a:spcPts val="0"/>
              </a:spcBef>
            </a:pPr>
            <a:r>
              <a:rPr lang="en-US" sz="2400" dirty="0"/>
              <a:t>If we look at a return pyramid where  bottom part is profit margin and if this pyramid is for equity investor then profit margin is basically net profit margin however if the pyramid is for entire firm then the bottom of the pyramid is EBIT margin (or operating profit margin) here we are looking at both debt and equity (because here we are looking at entire firm)</a:t>
            </a:r>
          </a:p>
          <a:p>
            <a:pPr>
              <a:spcBef>
                <a:spcPts val="0"/>
              </a:spcBef>
            </a:pPr>
            <a:r>
              <a:rPr lang="en-US" sz="2400" dirty="0"/>
              <a:t>Profit for equity share holder = ROE, profit for </a:t>
            </a:r>
            <a:r>
              <a:rPr lang="en-US" sz="2400" dirty="0" err="1"/>
              <a:t>debt+equity</a:t>
            </a:r>
            <a:r>
              <a:rPr lang="en-US" sz="2400" dirty="0"/>
              <a:t> share holder = ROC</a:t>
            </a:r>
          </a:p>
          <a:p>
            <a:pPr>
              <a:spcBef>
                <a:spcPts val="0"/>
              </a:spcBef>
            </a:pPr>
            <a:r>
              <a:rPr lang="en-US" sz="2400" dirty="0"/>
              <a:t>Middle of the pyramid is nothing but ROE and ROC.</a:t>
            </a:r>
          </a:p>
          <a:p>
            <a:pPr>
              <a:spcBef>
                <a:spcPts val="0"/>
              </a:spcBef>
            </a:pPr>
            <a:r>
              <a:rPr lang="en-US" sz="2400" dirty="0"/>
              <a:t>Excess return is ROE – cost of equity OR ROC-Cost of capital</a:t>
            </a:r>
          </a:p>
          <a:p>
            <a:pPr>
              <a:spcBef>
                <a:spcPts val="0"/>
              </a:spcBef>
            </a:pPr>
            <a:endParaRPr lang="en-US" sz="2400" dirty="0"/>
          </a:p>
          <a:p>
            <a:pPr>
              <a:spcBef>
                <a:spcPts val="0"/>
              </a:spcBef>
            </a:pPr>
            <a:endParaRPr lang="en-US" sz="2400" dirty="0"/>
          </a:p>
          <a:p>
            <a:pPr>
              <a:spcBef>
                <a:spcPts val="0"/>
              </a:spcBef>
            </a:pPr>
            <a:endParaRPr lang="en-US" sz="2400" dirty="0"/>
          </a:p>
          <a:p>
            <a:pPr marL="0" indent="0">
              <a:spcBef>
                <a:spcPts val="0"/>
              </a:spcBef>
              <a:buNone/>
            </a:pPr>
            <a:endParaRPr lang="en-IN" sz="2400" u="sng" dirty="0"/>
          </a:p>
        </p:txBody>
      </p:sp>
    </p:spTree>
    <p:extLst>
      <p:ext uri="{BB962C8B-B14F-4D97-AF65-F5344CB8AC3E}">
        <p14:creationId xmlns:p14="http://schemas.microsoft.com/office/powerpoint/2010/main" val="2275607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E3B43-A58A-498F-8B01-74AE5C905C84}"/>
              </a:ext>
            </a:extLst>
          </p:cNvPr>
          <p:cNvSpPr>
            <a:spLocks noGrp="1"/>
          </p:cNvSpPr>
          <p:nvPr>
            <p:ph type="title"/>
          </p:nvPr>
        </p:nvSpPr>
        <p:spPr/>
        <p:txBody>
          <a:bodyPr/>
          <a:lstStyle/>
          <a:p>
            <a:r>
              <a:rPr lang="en-US" b="1" dirty="0"/>
              <a:t>Dupont Framework – ROE  </a:t>
            </a:r>
            <a:r>
              <a:rPr lang="en-US" dirty="0"/>
              <a:t>( with 4 components) </a:t>
            </a:r>
            <a:endParaRPr lang="en-IN" dirty="0"/>
          </a:p>
        </p:txBody>
      </p:sp>
      <p:sp>
        <p:nvSpPr>
          <p:cNvPr id="3" name="Content Placeholder 2">
            <a:extLst>
              <a:ext uri="{FF2B5EF4-FFF2-40B4-BE49-F238E27FC236}">
                <a16:creationId xmlns:a16="http://schemas.microsoft.com/office/drawing/2014/main" id="{EC20231A-AD8D-4405-8B00-1B932BA2BD0A}"/>
              </a:ext>
            </a:extLst>
          </p:cNvPr>
          <p:cNvSpPr>
            <a:spLocks noGrp="1"/>
          </p:cNvSpPr>
          <p:nvPr>
            <p:ph idx="1"/>
          </p:nvPr>
        </p:nvSpPr>
        <p:spPr/>
        <p:txBody>
          <a:bodyPr>
            <a:normAutofit/>
          </a:bodyPr>
          <a:lstStyle/>
          <a:p>
            <a:pPr marL="0" indent="0">
              <a:buNone/>
            </a:pPr>
            <a:r>
              <a:rPr lang="en-IN" sz="1800" dirty="0"/>
              <a:t> </a:t>
            </a:r>
            <a:r>
              <a:rPr lang="en-IN" sz="1800" b="1" dirty="0"/>
              <a:t>ROE</a:t>
            </a:r>
            <a:r>
              <a:rPr lang="en-IN" sz="1800" dirty="0"/>
              <a:t> = (PBT/ Total Revenue) * (Total Revenue/ Total Assets )* (1-t) * ( Total Assets/ Owners Equity) = PBT*(1-T)/OE = PAT/OE</a:t>
            </a:r>
          </a:p>
          <a:p>
            <a:r>
              <a:rPr lang="en-IN" sz="1800" dirty="0"/>
              <a:t>(PBT/ Total Revenue) = value component</a:t>
            </a:r>
          </a:p>
          <a:p>
            <a:r>
              <a:rPr lang="en-IN" sz="1800" dirty="0"/>
              <a:t>(Total Revenue/ Total Assets ) = Volume component OR Asset turnover</a:t>
            </a:r>
          </a:p>
          <a:p>
            <a:r>
              <a:rPr lang="en-IN" sz="1800" dirty="0"/>
              <a:t>(1-t) = Tax component</a:t>
            </a:r>
          </a:p>
          <a:p>
            <a:r>
              <a:rPr lang="en-IN" sz="1800" dirty="0"/>
              <a:t>( Total Assets/ Owners Equity) = equity multiplier OR Debt component or Financial leverage</a:t>
            </a:r>
          </a:p>
          <a:p>
            <a:pPr marL="0" indent="0">
              <a:buNone/>
            </a:pPr>
            <a:r>
              <a:rPr lang="en-IN" sz="1800" b="1" dirty="0"/>
              <a:t>ROE</a:t>
            </a:r>
            <a:r>
              <a:rPr lang="en-IN" sz="1800" dirty="0"/>
              <a:t> = PBT Margin * Asset Turn * Tax Retention Rate * Equity Multiplier </a:t>
            </a:r>
          </a:p>
          <a:p>
            <a:pPr marL="0" indent="0">
              <a:buNone/>
            </a:pPr>
            <a:r>
              <a:rPr lang="en-IN" sz="1800" dirty="0"/>
              <a:t>Dupont 4 component can be expanded to many more like 7 components</a:t>
            </a:r>
          </a:p>
        </p:txBody>
      </p:sp>
    </p:spTree>
    <p:extLst>
      <p:ext uri="{BB962C8B-B14F-4D97-AF65-F5344CB8AC3E}">
        <p14:creationId xmlns:p14="http://schemas.microsoft.com/office/powerpoint/2010/main" val="2534132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C156C-61B6-3E19-EA4C-4C23D97974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2496B1-5F4E-96D0-CCF9-A0C0F12E8A13}"/>
              </a:ext>
            </a:extLst>
          </p:cNvPr>
          <p:cNvSpPr>
            <a:spLocks noGrp="1"/>
          </p:cNvSpPr>
          <p:nvPr>
            <p:ph type="title"/>
          </p:nvPr>
        </p:nvSpPr>
        <p:spPr/>
        <p:txBody>
          <a:bodyPr>
            <a:normAutofit fontScale="90000"/>
          </a:bodyPr>
          <a:lstStyle/>
          <a:p>
            <a:pPr marL="228600" marR="0" lvl="0" indent="-228600" defTabSz="914400" rtl="0" eaLnBrk="1" fontAlgn="auto" latinLnBrk="0" hangingPunct="1">
              <a:lnSpc>
                <a:spcPct val="90000"/>
              </a:lnSpc>
              <a:spcBef>
                <a:spcPts val="1000"/>
              </a:spcBef>
              <a:spcAft>
                <a:spcPts val="0"/>
              </a:spcAft>
              <a:tabLst/>
              <a:defRPr/>
            </a:pPr>
            <a:r>
              <a:rPr kumimoji="0" lang="en-US" sz="2800" b="1" i="0" u="sng" strike="noStrike" kern="1200" cap="none" spc="0" normalizeH="0" baseline="0" noProof="0" dirty="0">
                <a:ln>
                  <a:noFill/>
                </a:ln>
                <a:solidFill>
                  <a:prstClr val="black"/>
                </a:solidFill>
                <a:effectLst/>
                <a:uLnTx/>
                <a:uFillTx/>
                <a:latin typeface="Calibri" panose="020F0502020204030204"/>
                <a:ea typeface="+mn-ea"/>
                <a:cs typeface="+mn-cs"/>
              </a:rPr>
              <a:t>Dupont Framework – ROE ( with 7 components)</a:t>
            </a:r>
            <a:br>
              <a:rPr kumimoji="0" lang="en-US" sz="2800" b="1" i="0" u="sng"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2800" b="1" i="0" u="sng" strike="noStrike" kern="1200" cap="none" spc="0" normalizeH="0" baseline="0" noProof="0" dirty="0">
                <a:ln>
                  <a:noFill/>
                </a:ln>
                <a:solidFill>
                  <a:prstClr val="black"/>
                </a:solidFill>
                <a:effectLst/>
                <a:uLnTx/>
                <a:uFillTx/>
                <a:latin typeface="Calibri" panose="020F0502020204030204"/>
                <a:ea typeface="+mn-ea"/>
                <a:cs typeface="+mn-cs"/>
              </a:rPr>
              <a:t> </a:t>
            </a:r>
            <a:br>
              <a:rPr kumimoji="0" lang="en-US" sz="2800" b="1" i="0" u="sng" strike="noStrike" kern="1200" cap="none" spc="0" normalizeH="0" baseline="0" noProof="0" dirty="0">
                <a:ln>
                  <a:noFill/>
                </a:ln>
                <a:solidFill>
                  <a:prstClr val="black"/>
                </a:solidFill>
                <a:effectLst/>
                <a:uLnTx/>
                <a:uFillTx/>
                <a:latin typeface="Calibri" panose="020F0502020204030204"/>
                <a:ea typeface="+mn-ea"/>
                <a:cs typeface="+mn-cs"/>
              </a:rPr>
            </a:br>
            <a:endParaRPr lang="en-IN" dirty="0"/>
          </a:p>
        </p:txBody>
      </p:sp>
      <p:sp>
        <p:nvSpPr>
          <p:cNvPr id="3" name="Content Placeholder 2">
            <a:extLst>
              <a:ext uri="{FF2B5EF4-FFF2-40B4-BE49-F238E27FC236}">
                <a16:creationId xmlns:a16="http://schemas.microsoft.com/office/drawing/2014/main" id="{9F745565-06AA-C5A2-6187-4A556C1C712E}"/>
              </a:ext>
            </a:extLst>
          </p:cNvPr>
          <p:cNvSpPr>
            <a:spLocks noGrp="1"/>
          </p:cNvSpPr>
          <p:nvPr>
            <p:ph idx="1"/>
          </p:nvPr>
        </p:nvSpPr>
        <p:spPr>
          <a:xfrm>
            <a:off x="838200" y="1027905"/>
            <a:ext cx="10515600" cy="4906169"/>
          </a:xfrm>
        </p:spPr>
        <p:txBody>
          <a:bodyPr>
            <a:normAutofit/>
          </a:bodyPr>
          <a:lstStyle/>
          <a:p>
            <a:pPr marL="0" indent="0">
              <a:buNone/>
            </a:pPr>
            <a:r>
              <a:rPr lang="en-US" sz="1800" dirty="0"/>
              <a:t>= GPBDA/ Net </a:t>
            </a:r>
            <a:r>
              <a:rPr lang="en-US" sz="1800" dirty="0" err="1"/>
              <a:t>Op.Rev</a:t>
            </a:r>
            <a:r>
              <a:rPr lang="en-US" sz="1800" dirty="0"/>
              <a:t>  </a:t>
            </a:r>
          </a:p>
          <a:p>
            <a:pPr marL="0" indent="0">
              <a:buNone/>
            </a:pPr>
            <a:r>
              <a:rPr lang="en-US" sz="1800" dirty="0"/>
              <a:t>*EBITDA/GPBDA </a:t>
            </a:r>
          </a:p>
          <a:p>
            <a:pPr marL="0" indent="0">
              <a:buNone/>
            </a:pPr>
            <a:r>
              <a:rPr lang="en-US" sz="1800" dirty="0"/>
              <a:t>* EBIT/EBITDA </a:t>
            </a:r>
          </a:p>
          <a:p>
            <a:pPr marL="0" indent="0">
              <a:buNone/>
            </a:pPr>
            <a:r>
              <a:rPr lang="en-US" sz="1800" dirty="0"/>
              <a:t>* PBT/EBIT </a:t>
            </a:r>
          </a:p>
          <a:p>
            <a:pPr marL="0" indent="0">
              <a:buNone/>
            </a:pPr>
            <a:r>
              <a:rPr lang="en-US" sz="1800" dirty="0"/>
              <a:t>* PAT/PBT</a:t>
            </a:r>
          </a:p>
          <a:p>
            <a:pPr marL="0" indent="0">
              <a:buNone/>
            </a:pPr>
            <a:r>
              <a:rPr lang="en-US" sz="1800" dirty="0"/>
              <a:t>* Net OP.REV/TA </a:t>
            </a:r>
          </a:p>
          <a:p>
            <a:pPr marL="0" indent="0">
              <a:buNone/>
            </a:pPr>
            <a:r>
              <a:rPr lang="en-US" sz="1800" dirty="0"/>
              <a:t>*TA/OE</a:t>
            </a:r>
          </a:p>
          <a:p>
            <a:pPr marL="0" indent="0">
              <a:buNone/>
            </a:pPr>
            <a:endParaRPr lang="en-US" sz="1800" dirty="0"/>
          </a:p>
          <a:p>
            <a:pPr marL="342900" indent="-342900">
              <a:spcBef>
                <a:spcPts val="0"/>
              </a:spcBef>
              <a:buFont typeface="+mj-lt"/>
              <a:buAutoNum type="arabicPeriod"/>
            </a:pPr>
            <a:r>
              <a:rPr lang="en-US" sz="1800" dirty="0"/>
              <a:t>GPBDA (gross profit before </a:t>
            </a:r>
            <a:r>
              <a:rPr lang="en-US" sz="1800" dirty="0" err="1"/>
              <a:t>depr</a:t>
            </a:r>
            <a:r>
              <a:rPr lang="en-US" sz="1800" dirty="0"/>
              <a:t> and amortization)/ Net Operating Revenue = </a:t>
            </a:r>
          </a:p>
          <a:p>
            <a:pPr marL="342900" indent="-342900">
              <a:spcBef>
                <a:spcPts val="0"/>
              </a:spcBef>
              <a:buFont typeface="+mj-lt"/>
              <a:buAutoNum type="arabicPeriod"/>
            </a:pPr>
            <a:r>
              <a:rPr lang="en-US" sz="1800" dirty="0"/>
              <a:t> EBITDA/GPBDA = </a:t>
            </a:r>
          </a:p>
          <a:p>
            <a:pPr marL="342900" indent="-342900">
              <a:spcBef>
                <a:spcPts val="0"/>
              </a:spcBef>
              <a:buFont typeface="+mj-lt"/>
              <a:buAutoNum type="arabicPeriod"/>
            </a:pPr>
            <a:r>
              <a:rPr lang="en-US" sz="1800" dirty="0"/>
              <a:t>EBIT/EBITDA =</a:t>
            </a:r>
          </a:p>
          <a:p>
            <a:pPr marL="342900" indent="-342900">
              <a:spcBef>
                <a:spcPts val="0"/>
              </a:spcBef>
              <a:buFont typeface="+mj-lt"/>
              <a:buAutoNum type="arabicPeriod"/>
            </a:pPr>
            <a:r>
              <a:rPr lang="en-US" sz="1800" dirty="0"/>
              <a:t>PBT/EBIT =</a:t>
            </a:r>
          </a:p>
          <a:p>
            <a:pPr marL="342900" indent="-342900">
              <a:spcBef>
                <a:spcPts val="0"/>
              </a:spcBef>
              <a:buFont typeface="+mj-lt"/>
              <a:buAutoNum type="arabicPeriod"/>
            </a:pPr>
            <a:r>
              <a:rPr lang="en-US" sz="1800" dirty="0"/>
              <a:t>PAT/PBT =</a:t>
            </a:r>
          </a:p>
          <a:p>
            <a:pPr marL="342900" indent="-342900">
              <a:spcBef>
                <a:spcPts val="0"/>
              </a:spcBef>
              <a:buFont typeface="+mj-lt"/>
              <a:buAutoNum type="arabicPeriod"/>
            </a:pPr>
            <a:r>
              <a:rPr lang="en-US" sz="1800" dirty="0"/>
              <a:t>Net OP.REV/TA  = </a:t>
            </a:r>
          </a:p>
          <a:p>
            <a:pPr marL="342900" indent="-342900">
              <a:spcBef>
                <a:spcPts val="0"/>
              </a:spcBef>
              <a:buFont typeface="+mj-lt"/>
              <a:buAutoNum type="arabicPeriod"/>
            </a:pPr>
            <a:r>
              <a:rPr lang="en-US" sz="1800" dirty="0"/>
              <a:t>TA/OE = </a:t>
            </a:r>
          </a:p>
          <a:p>
            <a:pPr marL="342900" indent="-342900">
              <a:spcBef>
                <a:spcPts val="0"/>
              </a:spcBef>
              <a:buFont typeface="+mj-lt"/>
              <a:buAutoNum type="arabicPeriod"/>
            </a:pPr>
            <a:endParaRPr lang="en-US" sz="1800" dirty="0"/>
          </a:p>
          <a:p>
            <a:pPr marL="342900" indent="-342900">
              <a:buFont typeface="+mj-lt"/>
              <a:buAutoNum type="arabicPeriod"/>
            </a:pPr>
            <a:endParaRPr lang="en-IN" sz="1800" dirty="0"/>
          </a:p>
        </p:txBody>
      </p:sp>
    </p:spTree>
    <p:extLst>
      <p:ext uri="{BB962C8B-B14F-4D97-AF65-F5344CB8AC3E}">
        <p14:creationId xmlns:p14="http://schemas.microsoft.com/office/powerpoint/2010/main" val="2458373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AFC2B-7EBD-21E4-6B05-53CBD42798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FE92B3-930E-0339-4547-730688AD502A}"/>
              </a:ext>
            </a:extLst>
          </p:cNvPr>
          <p:cNvSpPr>
            <a:spLocks noGrp="1"/>
          </p:cNvSpPr>
          <p:nvPr>
            <p:ph type="title"/>
          </p:nvPr>
        </p:nvSpPr>
        <p:spPr/>
        <p:txBody>
          <a:bodyPr>
            <a:normAutofit fontScale="90000"/>
          </a:bodyPr>
          <a:lstStyle/>
          <a:p>
            <a:pPr marL="228600" marR="0" lvl="0" indent="-228600" defTabSz="914400" rtl="0" eaLnBrk="1" fontAlgn="auto" latinLnBrk="0" hangingPunct="1">
              <a:lnSpc>
                <a:spcPct val="90000"/>
              </a:lnSpc>
              <a:spcBef>
                <a:spcPts val="1000"/>
              </a:spcBef>
              <a:spcAft>
                <a:spcPts val="0"/>
              </a:spcAft>
              <a:tabLst/>
              <a:defRPr/>
            </a:pPr>
            <a:r>
              <a:rPr kumimoji="0" lang="en-US" sz="2800" b="1" i="0" u="sng" strike="noStrike" kern="1200" cap="none" spc="0" normalizeH="0" baseline="0" noProof="0" dirty="0">
                <a:ln>
                  <a:noFill/>
                </a:ln>
                <a:solidFill>
                  <a:prstClr val="black"/>
                </a:solidFill>
                <a:effectLst/>
                <a:uLnTx/>
                <a:uFillTx/>
                <a:latin typeface="Calibri" panose="020F0502020204030204"/>
                <a:ea typeface="+mn-ea"/>
                <a:cs typeface="+mn-cs"/>
              </a:rPr>
              <a:t>Dupont Framework – ROE ( with 7 components)</a:t>
            </a:r>
            <a:br>
              <a:rPr kumimoji="0" lang="en-US" sz="2800" b="1" i="0" u="sng"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2800" b="1" i="0" u="sng" strike="noStrike" kern="1200" cap="none" spc="0" normalizeH="0" baseline="0" noProof="0" dirty="0">
                <a:ln>
                  <a:noFill/>
                </a:ln>
                <a:solidFill>
                  <a:prstClr val="black"/>
                </a:solidFill>
                <a:effectLst/>
                <a:uLnTx/>
                <a:uFillTx/>
                <a:latin typeface="Calibri" panose="020F0502020204030204"/>
                <a:ea typeface="+mn-ea"/>
                <a:cs typeface="+mn-cs"/>
              </a:rPr>
              <a:t> </a:t>
            </a:r>
            <a:br>
              <a:rPr kumimoji="0" lang="en-US" sz="2800" b="1" i="0" u="sng" strike="noStrike" kern="1200" cap="none" spc="0" normalizeH="0" baseline="0" noProof="0" dirty="0">
                <a:ln>
                  <a:noFill/>
                </a:ln>
                <a:solidFill>
                  <a:prstClr val="black"/>
                </a:solidFill>
                <a:effectLst/>
                <a:uLnTx/>
                <a:uFillTx/>
                <a:latin typeface="Calibri" panose="020F0502020204030204"/>
                <a:ea typeface="+mn-ea"/>
                <a:cs typeface="+mn-cs"/>
              </a:rPr>
            </a:br>
            <a:endParaRPr lang="en-IN" dirty="0"/>
          </a:p>
        </p:txBody>
      </p:sp>
      <p:sp>
        <p:nvSpPr>
          <p:cNvPr id="3" name="Content Placeholder 2">
            <a:extLst>
              <a:ext uri="{FF2B5EF4-FFF2-40B4-BE49-F238E27FC236}">
                <a16:creationId xmlns:a16="http://schemas.microsoft.com/office/drawing/2014/main" id="{6BD55A41-1BE8-D308-F407-F8234C4BA643}"/>
              </a:ext>
            </a:extLst>
          </p:cNvPr>
          <p:cNvSpPr>
            <a:spLocks noGrp="1"/>
          </p:cNvSpPr>
          <p:nvPr>
            <p:ph idx="1"/>
          </p:nvPr>
        </p:nvSpPr>
        <p:spPr>
          <a:xfrm>
            <a:off x="838200" y="1027906"/>
            <a:ext cx="10515600" cy="4351338"/>
          </a:xfrm>
        </p:spPr>
        <p:txBody>
          <a:bodyPr>
            <a:normAutofit/>
          </a:bodyPr>
          <a:lstStyle/>
          <a:p>
            <a:pPr marL="0" indent="0">
              <a:spcBef>
                <a:spcPts val="0"/>
              </a:spcBef>
              <a:buNone/>
            </a:pPr>
            <a:r>
              <a:rPr lang="en-US" sz="2000" dirty="0"/>
              <a:t>Key points</a:t>
            </a:r>
          </a:p>
          <a:p>
            <a:pPr>
              <a:spcBef>
                <a:spcPts val="0"/>
              </a:spcBef>
            </a:pPr>
            <a:r>
              <a:rPr lang="en-US" sz="2000" dirty="0"/>
              <a:t>We look at Net Operating revenue and ignore other income and total revenue</a:t>
            </a:r>
          </a:p>
          <a:p>
            <a:pPr>
              <a:spcBef>
                <a:spcPts val="0"/>
              </a:spcBef>
            </a:pPr>
            <a:r>
              <a:rPr lang="en-US" sz="2000" dirty="0"/>
              <a:t>Expense = Cost of material consumed, change in inventory of finished </a:t>
            </a:r>
            <a:r>
              <a:rPr lang="en-US" sz="2000" dirty="0" err="1"/>
              <a:t>good+WIP</a:t>
            </a:r>
            <a:r>
              <a:rPr lang="en-US" sz="2000" dirty="0"/>
              <a:t>, purchase of STOCK IN TRADE, direct and operating expense, employee benefit expenses</a:t>
            </a:r>
          </a:p>
          <a:p>
            <a:pPr>
              <a:spcBef>
                <a:spcPts val="0"/>
              </a:spcBef>
            </a:pPr>
            <a:r>
              <a:rPr lang="en-US" sz="2000" dirty="0"/>
              <a:t>For us to arrive at COGS excluding D&amp;A we need to take all above items. </a:t>
            </a:r>
          </a:p>
          <a:p>
            <a:pPr>
              <a:spcBef>
                <a:spcPts val="0"/>
              </a:spcBef>
            </a:pPr>
            <a:r>
              <a:rPr lang="en-US" sz="2000" dirty="0"/>
              <a:t>GPBDA = Net Operating Rev – Cost of good sold excluded D&amp;A </a:t>
            </a:r>
          </a:p>
          <a:p>
            <a:pPr>
              <a:spcBef>
                <a:spcPts val="0"/>
              </a:spcBef>
            </a:pPr>
            <a:r>
              <a:rPr lang="en-US" sz="2000" dirty="0"/>
              <a:t>Cost of good sold excluding D&amp;A can be arrived from above expense items.</a:t>
            </a:r>
          </a:p>
          <a:p>
            <a:pPr>
              <a:spcBef>
                <a:spcPts val="0"/>
              </a:spcBef>
            </a:pPr>
            <a:r>
              <a:rPr lang="en-US" sz="2000" dirty="0"/>
              <a:t>OE = total shareholders fund + minority interest. If we take standalone statement, then we only use total shareholder fund. If we take consolidated statement, then we need to include minority interest.</a:t>
            </a:r>
          </a:p>
          <a:p>
            <a:pPr marL="342900" indent="-342900">
              <a:buFont typeface="+mj-lt"/>
              <a:buAutoNum type="arabicPeriod"/>
            </a:pPr>
            <a:endParaRPr lang="en-IN" sz="2000" dirty="0"/>
          </a:p>
        </p:txBody>
      </p:sp>
    </p:spTree>
    <p:extLst>
      <p:ext uri="{BB962C8B-B14F-4D97-AF65-F5344CB8AC3E}">
        <p14:creationId xmlns:p14="http://schemas.microsoft.com/office/powerpoint/2010/main" val="25256268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B9523-8BAC-2178-4B45-91D63CB72E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926810-EEC1-A28E-8721-B4A9FD359FF1}"/>
              </a:ext>
            </a:extLst>
          </p:cNvPr>
          <p:cNvSpPr>
            <a:spLocks noGrp="1"/>
          </p:cNvSpPr>
          <p:nvPr>
            <p:ph type="title"/>
          </p:nvPr>
        </p:nvSpPr>
        <p:spPr>
          <a:xfrm>
            <a:off x="838200" y="-447441"/>
            <a:ext cx="10515600" cy="1325563"/>
          </a:xfrm>
        </p:spPr>
        <p:txBody>
          <a:bodyPr>
            <a:normAutofit/>
          </a:bodyPr>
          <a:lstStyle/>
          <a:p>
            <a:r>
              <a:rPr lang="en-US" sz="3600" dirty="0"/>
              <a:t>Modified P&amp;L Stat. from the data given in Annual Report </a:t>
            </a:r>
            <a:endParaRPr lang="en-IN" sz="3600" dirty="0"/>
          </a:p>
        </p:txBody>
      </p:sp>
      <p:graphicFrame>
        <p:nvGraphicFramePr>
          <p:cNvPr id="4" name="Table 4">
            <a:extLst>
              <a:ext uri="{FF2B5EF4-FFF2-40B4-BE49-F238E27FC236}">
                <a16:creationId xmlns:a16="http://schemas.microsoft.com/office/drawing/2014/main" id="{1E2F8B31-9231-77CB-5CE3-6A1EB2230613}"/>
              </a:ext>
            </a:extLst>
          </p:cNvPr>
          <p:cNvGraphicFramePr>
            <a:graphicFrameLocks noGrp="1"/>
          </p:cNvGraphicFramePr>
          <p:nvPr>
            <p:ph idx="1"/>
          </p:nvPr>
        </p:nvGraphicFramePr>
        <p:xfrm>
          <a:off x="714214" y="394389"/>
          <a:ext cx="10515600" cy="5698382"/>
        </p:xfrm>
        <a:graphic>
          <a:graphicData uri="http://schemas.openxmlformats.org/drawingml/2006/table">
            <a:tbl>
              <a:tblPr firstRow="1" bandRow="1">
                <a:tableStyleId>{5C22544A-7EE6-4342-B048-85BDC9FD1C3A}</a:tableStyleId>
              </a:tblPr>
              <a:tblGrid>
                <a:gridCol w="7236417">
                  <a:extLst>
                    <a:ext uri="{9D8B030D-6E8A-4147-A177-3AD203B41FA5}">
                      <a16:colId xmlns:a16="http://schemas.microsoft.com/office/drawing/2014/main" val="1037400115"/>
                    </a:ext>
                  </a:extLst>
                </a:gridCol>
                <a:gridCol w="3279183">
                  <a:extLst>
                    <a:ext uri="{9D8B030D-6E8A-4147-A177-3AD203B41FA5}">
                      <a16:colId xmlns:a16="http://schemas.microsoft.com/office/drawing/2014/main" val="557137237"/>
                    </a:ext>
                  </a:extLst>
                </a:gridCol>
              </a:tblGrid>
              <a:tr h="526942">
                <a:tc>
                  <a:txBody>
                    <a:bodyPr/>
                    <a:lstStyle/>
                    <a:p>
                      <a:r>
                        <a:rPr lang="en-US" dirty="0"/>
                        <a:t>Particulars</a:t>
                      </a:r>
                      <a:endParaRPr lang="en-IN" dirty="0"/>
                    </a:p>
                  </a:txBody>
                  <a:tcPr/>
                </a:tc>
                <a:tc>
                  <a:txBody>
                    <a:bodyPr/>
                    <a:lstStyle/>
                    <a:p>
                      <a:r>
                        <a:rPr lang="en-US" dirty="0"/>
                        <a:t>Amount  ( in INR crores)</a:t>
                      </a:r>
                      <a:endParaRPr lang="en-IN" dirty="0"/>
                    </a:p>
                  </a:txBody>
                  <a:tcPr/>
                </a:tc>
                <a:extLst>
                  <a:ext uri="{0D108BD9-81ED-4DB2-BD59-A6C34878D82A}">
                    <a16:rowId xmlns:a16="http://schemas.microsoft.com/office/drawing/2014/main" val="365507029"/>
                  </a:ext>
                </a:extLst>
              </a:tr>
              <a:tr h="370840">
                <a:tc>
                  <a:txBody>
                    <a:bodyPr/>
                    <a:lstStyle/>
                    <a:p>
                      <a:r>
                        <a:rPr lang="en-US" b="1" dirty="0"/>
                        <a:t>Operating Revenue (Net)</a:t>
                      </a:r>
                      <a:endParaRPr lang="en-IN" b="1" dirty="0"/>
                    </a:p>
                  </a:txBody>
                  <a:tcPr/>
                </a:tc>
                <a:tc>
                  <a:txBody>
                    <a:bodyPr/>
                    <a:lstStyle/>
                    <a:p>
                      <a:r>
                        <a:rPr lang="en-US" b="1" dirty="0"/>
                        <a:t>***</a:t>
                      </a:r>
                      <a:endParaRPr lang="en-IN" b="1" dirty="0"/>
                    </a:p>
                  </a:txBody>
                  <a:tcPr/>
                </a:tc>
                <a:extLst>
                  <a:ext uri="{0D108BD9-81ED-4DB2-BD59-A6C34878D82A}">
                    <a16:rowId xmlns:a16="http://schemas.microsoft.com/office/drawing/2014/main" val="1381066530"/>
                  </a:ext>
                </a:extLst>
              </a:tr>
              <a:tr h="164282">
                <a:tc>
                  <a:txBody>
                    <a:bodyPr/>
                    <a:lstStyle/>
                    <a:p>
                      <a:r>
                        <a:rPr lang="en-US" dirty="0"/>
                        <a:t>Less: </a:t>
                      </a:r>
                      <a:r>
                        <a:rPr lang="en-US" u="sng" dirty="0"/>
                        <a:t>CGS (excluding D&amp;A)=</a:t>
                      </a:r>
                    </a:p>
                    <a:p>
                      <a:r>
                        <a:rPr lang="en-US" dirty="0"/>
                        <a:t>Cost of Materials Consumed </a:t>
                      </a:r>
                    </a:p>
                    <a:p>
                      <a:r>
                        <a:rPr lang="en-US" dirty="0"/>
                        <a:t>+Purchase of Stock in Trade + Operating and Direct expenses </a:t>
                      </a:r>
                    </a:p>
                    <a:p>
                      <a:r>
                        <a:rPr lang="en-US" dirty="0"/>
                        <a:t>+ or -  Changes in inventories of FG,WIP &amp; stock in trade </a:t>
                      </a:r>
                    </a:p>
                    <a:p>
                      <a:r>
                        <a:rPr lang="en-US" dirty="0"/>
                        <a:t>+ Employee Benefit Expenses</a:t>
                      </a:r>
                      <a:endParaRPr lang="en-IN" dirty="0"/>
                    </a:p>
                  </a:txBody>
                  <a:tcPr/>
                </a:tc>
                <a:tc>
                  <a:txBody>
                    <a:bodyPr/>
                    <a:lstStyle/>
                    <a:p>
                      <a:r>
                        <a:rPr lang="en-US" dirty="0"/>
                        <a:t>***</a:t>
                      </a:r>
                      <a:endParaRPr lang="en-IN" dirty="0"/>
                    </a:p>
                  </a:txBody>
                  <a:tcPr/>
                </a:tc>
                <a:extLst>
                  <a:ext uri="{0D108BD9-81ED-4DB2-BD59-A6C34878D82A}">
                    <a16:rowId xmlns:a16="http://schemas.microsoft.com/office/drawing/2014/main" val="1229494585"/>
                  </a:ext>
                </a:extLst>
              </a:tr>
              <a:tr h="370840">
                <a:tc>
                  <a:txBody>
                    <a:bodyPr/>
                    <a:lstStyle/>
                    <a:p>
                      <a:r>
                        <a:rPr lang="en-US" b="1" dirty="0"/>
                        <a:t>Gross Profit (before D&amp;A)= GPBDA</a:t>
                      </a:r>
                      <a:endParaRPr lang="en-IN" b="1" dirty="0"/>
                    </a:p>
                  </a:txBody>
                  <a:tcPr/>
                </a:tc>
                <a:tc>
                  <a:txBody>
                    <a:bodyPr/>
                    <a:lstStyle/>
                    <a:p>
                      <a:r>
                        <a:rPr lang="en-US" b="1" dirty="0"/>
                        <a:t>***</a:t>
                      </a:r>
                      <a:endParaRPr lang="en-IN" b="1" dirty="0"/>
                    </a:p>
                  </a:txBody>
                  <a:tcPr/>
                </a:tc>
                <a:extLst>
                  <a:ext uri="{0D108BD9-81ED-4DB2-BD59-A6C34878D82A}">
                    <a16:rowId xmlns:a16="http://schemas.microsoft.com/office/drawing/2014/main" val="1765361667"/>
                  </a:ext>
                </a:extLst>
              </a:tr>
              <a:tr h="370840">
                <a:tc>
                  <a:txBody>
                    <a:bodyPr/>
                    <a:lstStyle/>
                    <a:p>
                      <a:r>
                        <a:rPr lang="en-US" dirty="0"/>
                        <a:t>- Other Expenses (=SGA)</a:t>
                      </a:r>
                      <a:endParaRPr lang="en-IN" dirty="0"/>
                    </a:p>
                  </a:txBody>
                  <a:tcPr/>
                </a:tc>
                <a:tc>
                  <a:txBody>
                    <a:bodyPr/>
                    <a:lstStyle/>
                    <a:p>
                      <a:r>
                        <a:rPr lang="en-US" dirty="0"/>
                        <a:t>***</a:t>
                      </a:r>
                      <a:endParaRPr lang="en-IN" dirty="0"/>
                    </a:p>
                  </a:txBody>
                  <a:tcPr/>
                </a:tc>
                <a:extLst>
                  <a:ext uri="{0D108BD9-81ED-4DB2-BD59-A6C34878D82A}">
                    <a16:rowId xmlns:a16="http://schemas.microsoft.com/office/drawing/2014/main" val="823931067"/>
                  </a:ext>
                </a:extLst>
              </a:tr>
              <a:tr h="370840">
                <a:tc>
                  <a:txBody>
                    <a:bodyPr/>
                    <a:lstStyle/>
                    <a:p>
                      <a:r>
                        <a:rPr lang="en-US" b="1" dirty="0"/>
                        <a:t>EBITDA</a:t>
                      </a:r>
                      <a:endParaRPr lang="en-IN" b="1" dirty="0"/>
                    </a:p>
                  </a:txBody>
                  <a:tcPr/>
                </a:tc>
                <a:tc>
                  <a:txBody>
                    <a:bodyPr/>
                    <a:lstStyle/>
                    <a:p>
                      <a:r>
                        <a:rPr lang="en-US" b="1" dirty="0"/>
                        <a:t>***</a:t>
                      </a:r>
                      <a:endParaRPr lang="en-IN" b="1" dirty="0"/>
                    </a:p>
                  </a:txBody>
                  <a:tcPr/>
                </a:tc>
                <a:extLst>
                  <a:ext uri="{0D108BD9-81ED-4DB2-BD59-A6C34878D82A}">
                    <a16:rowId xmlns:a16="http://schemas.microsoft.com/office/drawing/2014/main" val="3917563213"/>
                  </a:ext>
                </a:extLst>
              </a:tr>
              <a:tr h="370840">
                <a:tc>
                  <a:txBody>
                    <a:bodyPr/>
                    <a:lstStyle/>
                    <a:p>
                      <a:r>
                        <a:rPr lang="en-US" dirty="0"/>
                        <a:t>Less : D&amp;A</a:t>
                      </a:r>
                      <a:endParaRPr lang="en-IN" dirty="0"/>
                    </a:p>
                  </a:txBody>
                  <a:tcPr/>
                </a:tc>
                <a:tc>
                  <a:txBody>
                    <a:bodyPr/>
                    <a:lstStyle/>
                    <a:p>
                      <a:r>
                        <a:rPr lang="en-US" dirty="0"/>
                        <a:t>**</a:t>
                      </a:r>
                      <a:endParaRPr lang="en-IN" dirty="0"/>
                    </a:p>
                  </a:txBody>
                  <a:tcPr/>
                </a:tc>
                <a:extLst>
                  <a:ext uri="{0D108BD9-81ED-4DB2-BD59-A6C34878D82A}">
                    <a16:rowId xmlns:a16="http://schemas.microsoft.com/office/drawing/2014/main" val="3216073483"/>
                  </a:ext>
                </a:extLst>
              </a:tr>
              <a:tr h="370840">
                <a:tc>
                  <a:txBody>
                    <a:bodyPr/>
                    <a:lstStyle/>
                    <a:p>
                      <a:r>
                        <a:rPr lang="en-US" b="1" dirty="0"/>
                        <a:t>EBIT or Operating Income </a:t>
                      </a:r>
                      <a:endParaRPr lang="en-IN" b="1" dirty="0"/>
                    </a:p>
                  </a:txBody>
                  <a:tcPr/>
                </a:tc>
                <a:tc>
                  <a:txBody>
                    <a:bodyPr/>
                    <a:lstStyle/>
                    <a:p>
                      <a:r>
                        <a:rPr lang="en-US" b="1" dirty="0"/>
                        <a:t>***</a:t>
                      </a:r>
                      <a:endParaRPr lang="en-IN" b="1" dirty="0"/>
                    </a:p>
                  </a:txBody>
                  <a:tcPr/>
                </a:tc>
                <a:extLst>
                  <a:ext uri="{0D108BD9-81ED-4DB2-BD59-A6C34878D82A}">
                    <a16:rowId xmlns:a16="http://schemas.microsoft.com/office/drawing/2014/main" val="4060729382"/>
                  </a:ext>
                </a:extLst>
              </a:tr>
              <a:tr h="370840">
                <a:tc>
                  <a:txBody>
                    <a:bodyPr/>
                    <a:lstStyle/>
                    <a:p>
                      <a:r>
                        <a:rPr lang="en-US" dirty="0"/>
                        <a:t>Less: Finance Costs  </a:t>
                      </a:r>
                      <a:r>
                        <a:rPr lang="en-US" b="1" dirty="0"/>
                        <a:t>( Other Income is Ignored)</a:t>
                      </a:r>
                      <a:endParaRPr lang="en-IN" b="1" dirty="0"/>
                    </a:p>
                  </a:txBody>
                  <a:tcPr/>
                </a:tc>
                <a:tc>
                  <a:txBody>
                    <a:bodyPr/>
                    <a:lstStyle/>
                    <a:p>
                      <a:r>
                        <a:rPr lang="en-US" dirty="0"/>
                        <a:t>**</a:t>
                      </a:r>
                      <a:endParaRPr lang="en-IN" dirty="0"/>
                    </a:p>
                  </a:txBody>
                  <a:tcPr/>
                </a:tc>
                <a:extLst>
                  <a:ext uri="{0D108BD9-81ED-4DB2-BD59-A6C34878D82A}">
                    <a16:rowId xmlns:a16="http://schemas.microsoft.com/office/drawing/2014/main" val="877170461"/>
                  </a:ext>
                </a:extLst>
              </a:tr>
              <a:tr h="370840">
                <a:tc>
                  <a:txBody>
                    <a:bodyPr/>
                    <a:lstStyle/>
                    <a:p>
                      <a:r>
                        <a:rPr lang="en-US" b="1" dirty="0"/>
                        <a:t>Adjusted PBT</a:t>
                      </a:r>
                      <a:endParaRPr lang="en-IN" b="1" dirty="0"/>
                    </a:p>
                  </a:txBody>
                  <a:tcPr/>
                </a:tc>
                <a:tc>
                  <a:txBody>
                    <a:bodyPr/>
                    <a:lstStyle/>
                    <a:p>
                      <a:r>
                        <a:rPr lang="en-US" b="1" dirty="0"/>
                        <a:t>***</a:t>
                      </a:r>
                      <a:endParaRPr lang="en-IN" b="1" dirty="0"/>
                    </a:p>
                  </a:txBody>
                  <a:tcPr/>
                </a:tc>
                <a:extLst>
                  <a:ext uri="{0D108BD9-81ED-4DB2-BD59-A6C34878D82A}">
                    <a16:rowId xmlns:a16="http://schemas.microsoft.com/office/drawing/2014/main" val="3938114625"/>
                  </a:ext>
                </a:extLst>
              </a:tr>
              <a:tr h="370840">
                <a:tc>
                  <a:txBody>
                    <a:bodyPr/>
                    <a:lstStyle/>
                    <a:p>
                      <a:r>
                        <a:rPr lang="en-US" dirty="0"/>
                        <a:t>Less: Tax  expenses ( </a:t>
                      </a:r>
                      <a:r>
                        <a:rPr lang="en-US" b="1" dirty="0"/>
                        <a:t>Adjusted PBT * Effective Tax Rate</a:t>
                      </a:r>
                      <a:r>
                        <a:rPr lang="en-US" dirty="0"/>
                        <a:t>)</a:t>
                      </a:r>
                      <a:endParaRPr lang="en-IN" dirty="0"/>
                    </a:p>
                  </a:txBody>
                  <a:tcPr/>
                </a:tc>
                <a:tc>
                  <a:txBody>
                    <a:bodyPr/>
                    <a:lstStyle/>
                    <a:p>
                      <a:endParaRPr lang="en-IN" dirty="0"/>
                    </a:p>
                  </a:txBody>
                  <a:tcPr/>
                </a:tc>
                <a:extLst>
                  <a:ext uri="{0D108BD9-81ED-4DB2-BD59-A6C34878D82A}">
                    <a16:rowId xmlns:a16="http://schemas.microsoft.com/office/drawing/2014/main" val="1763659875"/>
                  </a:ext>
                </a:extLst>
              </a:tr>
              <a:tr h="370840">
                <a:tc>
                  <a:txBody>
                    <a:bodyPr/>
                    <a:lstStyle/>
                    <a:p>
                      <a:r>
                        <a:rPr lang="en-US" b="1" dirty="0"/>
                        <a:t>Adjusted PAT or Net Income</a:t>
                      </a:r>
                      <a:endParaRPr lang="en-IN" b="1" dirty="0"/>
                    </a:p>
                  </a:txBody>
                  <a:tcPr/>
                </a:tc>
                <a:tc>
                  <a:txBody>
                    <a:bodyPr/>
                    <a:lstStyle/>
                    <a:p>
                      <a:r>
                        <a:rPr lang="en-US" b="1" dirty="0"/>
                        <a:t>***</a:t>
                      </a:r>
                      <a:endParaRPr lang="en-IN" b="1" dirty="0"/>
                    </a:p>
                  </a:txBody>
                  <a:tcPr/>
                </a:tc>
                <a:extLst>
                  <a:ext uri="{0D108BD9-81ED-4DB2-BD59-A6C34878D82A}">
                    <a16:rowId xmlns:a16="http://schemas.microsoft.com/office/drawing/2014/main" val="1954791375"/>
                  </a:ext>
                </a:extLst>
              </a:tr>
            </a:tbl>
          </a:graphicData>
        </a:graphic>
      </p:graphicFrame>
    </p:spTree>
    <p:extLst>
      <p:ext uri="{BB962C8B-B14F-4D97-AF65-F5344CB8AC3E}">
        <p14:creationId xmlns:p14="http://schemas.microsoft.com/office/powerpoint/2010/main" val="3451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EBE44-D750-4DF1-AC7F-92CE4EC8CF16}"/>
              </a:ext>
            </a:extLst>
          </p:cNvPr>
          <p:cNvSpPr>
            <a:spLocks noGrp="1"/>
          </p:cNvSpPr>
          <p:nvPr>
            <p:ph type="title"/>
          </p:nvPr>
        </p:nvSpPr>
        <p:spPr/>
        <p:txBody>
          <a:bodyPr/>
          <a:lstStyle/>
          <a:p>
            <a:pPr algn="ctr"/>
            <a:r>
              <a:rPr lang="en-US" b="1" dirty="0"/>
              <a:t>Dupont Framework ( ROE)</a:t>
            </a:r>
            <a:endParaRPr lang="en-IN" b="1" dirty="0"/>
          </a:p>
        </p:txBody>
      </p:sp>
      <p:sp>
        <p:nvSpPr>
          <p:cNvPr id="3" name="Content Placeholder 2">
            <a:extLst>
              <a:ext uri="{FF2B5EF4-FFF2-40B4-BE49-F238E27FC236}">
                <a16:creationId xmlns:a16="http://schemas.microsoft.com/office/drawing/2014/main" id="{AB58983D-E46C-4FD2-BCBC-5B3876735440}"/>
              </a:ext>
            </a:extLst>
          </p:cNvPr>
          <p:cNvSpPr>
            <a:spLocks noGrp="1"/>
          </p:cNvSpPr>
          <p:nvPr>
            <p:ph idx="1"/>
          </p:nvPr>
        </p:nvSpPr>
        <p:spPr/>
        <p:txBody>
          <a:bodyPr/>
          <a:lstStyle/>
          <a:p>
            <a:r>
              <a:rPr lang="en-US" b="1" dirty="0"/>
              <a:t>Sub-Parameters Considered  ( Higher the Better)</a:t>
            </a:r>
          </a:p>
          <a:p>
            <a:pPr marL="514350" indent="-514350">
              <a:buAutoNum type="arabicPeriod"/>
            </a:pPr>
            <a:r>
              <a:rPr lang="en-US" dirty="0"/>
              <a:t>Gross Profit Before D&amp;A Margin</a:t>
            </a:r>
          </a:p>
          <a:p>
            <a:pPr marL="514350" indent="-514350">
              <a:buAutoNum type="arabicPeriod"/>
            </a:pPr>
            <a:r>
              <a:rPr lang="en-US" dirty="0"/>
              <a:t>SGA Advantage</a:t>
            </a:r>
          </a:p>
          <a:p>
            <a:pPr marL="514350" indent="-514350">
              <a:buAutoNum type="arabicPeriod"/>
            </a:pPr>
            <a:r>
              <a:rPr lang="en-IN" dirty="0"/>
              <a:t>D&amp;A Advantage</a:t>
            </a:r>
          </a:p>
          <a:p>
            <a:pPr marL="514350" indent="-514350">
              <a:buAutoNum type="arabicPeriod"/>
            </a:pPr>
            <a:r>
              <a:rPr lang="en-IN" dirty="0"/>
              <a:t>Interest Advantage</a:t>
            </a:r>
          </a:p>
          <a:p>
            <a:pPr marL="514350" indent="-514350">
              <a:buAutoNum type="arabicPeriod"/>
            </a:pPr>
            <a:r>
              <a:rPr lang="en-IN" dirty="0"/>
              <a:t>Tax Advantage</a:t>
            </a:r>
          </a:p>
          <a:p>
            <a:pPr marL="514350" indent="-514350">
              <a:buAutoNum type="arabicPeriod"/>
            </a:pPr>
            <a:r>
              <a:rPr lang="en-IN" dirty="0"/>
              <a:t>Asset Turn</a:t>
            </a:r>
          </a:p>
          <a:p>
            <a:pPr marL="514350" indent="-514350">
              <a:buAutoNum type="arabicPeriod"/>
            </a:pPr>
            <a:r>
              <a:rPr lang="en-IN" dirty="0"/>
              <a:t>Equity Multiplier</a:t>
            </a:r>
          </a:p>
        </p:txBody>
      </p:sp>
    </p:spTree>
    <p:extLst>
      <p:ext uri="{BB962C8B-B14F-4D97-AF65-F5344CB8AC3E}">
        <p14:creationId xmlns:p14="http://schemas.microsoft.com/office/powerpoint/2010/main" val="1608428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592E8-E82A-414F-BED7-661C35314C7D}"/>
              </a:ext>
            </a:extLst>
          </p:cNvPr>
          <p:cNvSpPr>
            <a:spLocks noGrp="1"/>
          </p:cNvSpPr>
          <p:nvPr>
            <p:ph type="ctrTitle"/>
          </p:nvPr>
        </p:nvSpPr>
        <p:spPr/>
        <p:txBody>
          <a:bodyPr/>
          <a:lstStyle/>
          <a:p>
            <a:r>
              <a:rPr lang="en-US" dirty="0"/>
              <a:t>FAL</a:t>
            </a:r>
            <a:br>
              <a:rPr lang="en-US" dirty="0"/>
            </a:br>
            <a:r>
              <a:rPr lang="en-US" dirty="0"/>
              <a:t>PGDF (24-26)</a:t>
            </a:r>
          </a:p>
        </p:txBody>
      </p:sp>
      <p:sp>
        <p:nvSpPr>
          <p:cNvPr id="3" name="Subtitle 2">
            <a:extLst>
              <a:ext uri="{FF2B5EF4-FFF2-40B4-BE49-F238E27FC236}">
                <a16:creationId xmlns:a16="http://schemas.microsoft.com/office/drawing/2014/main" id="{1DE58AA9-8683-48FC-B359-CE3FCBAA19B4}"/>
              </a:ext>
            </a:extLst>
          </p:cNvPr>
          <p:cNvSpPr>
            <a:spLocks noGrp="1"/>
          </p:cNvSpPr>
          <p:nvPr>
            <p:ph type="subTitle" idx="1"/>
          </p:nvPr>
        </p:nvSpPr>
        <p:spPr/>
        <p:txBody>
          <a:bodyPr/>
          <a:lstStyle/>
          <a:p>
            <a:r>
              <a:rPr lang="en-US" dirty="0"/>
              <a:t>Session2 (16-Nov-2025)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0E11A6F6-CC35-7DB4-6E66-C302B4CD3A4A}"/>
                  </a:ext>
                </a:extLst>
              </p14:cNvPr>
              <p14:cNvContentPartPr/>
              <p14:nvPr/>
            </p14:nvContentPartPr>
            <p14:xfrm>
              <a:off x="889560" y="831600"/>
              <a:ext cx="597600" cy="697680"/>
            </p14:xfrm>
          </p:contentPart>
        </mc:Choice>
        <mc:Fallback xmlns="">
          <p:pic>
            <p:nvPicPr>
              <p:cNvPr id="4" name="Ink 3">
                <a:extLst>
                  <a:ext uri="{FF2B5EF4-FFF2-40B4-BE49-F238E27FC236}">
                    <a16:creationId xmlns:a16="http://schemas.microsoft.com/office/drawing/2014/main" id="{0E11A6F6-CC35-7DB4-6E66-C302B4CD3A4A}"/>
                  </a:ext>
                </a:extLst>
              </p:cNvPr>
              <p:cNvPicPr/>
              <p:nvPr/>
            </p:nvPicPr>
            <p:blipFill>
              <a:blip r:embed="rId3"/>
              <a:stretch>
                <a:fillRect/>
              </a:stretch>
            </p:blipFill>
            <p:spPr>
              <a:xfrm>
                <a:off x="880200" y="822240"/>
                <a:ext cx="616320" cy="716400"/>
              </a:xfrm>
              <a:prstGeom prst="rect">
                <a:avLst/>
              </a:prstGeom>
            </p:spPr>
          </p:pic>
        </mc:Fallback>
      </mc:AlternateContent>
    </p:spTree>
    <p:extLst>
      <p:ext uri="{BB962C8B-B14F-4D97-AF65-F5344CB8AC3E}">
        <p14:creationId xmlns:p14="http://schemas.microsoft.com/office/powerpoint/2010/main" val="27780532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06E47-C41F-456F-886B-839247B5748F}"/>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GP Before D&amp;A Margin of HUL-Last Five </a:t>
            </a:r>
            <a:r>
              <a:rPr kumimoji="0" lang="en-US" sz="4400" b="1" i="0" u="none" strike="noStrike" kern="1200" cap="none" spc="0" normalizeH="0" baseline="0" noProof="0" dirty="0" err="1">
                <a:ln>
                  <a:noFill/>
                </a:ln>
                <a:solidFill>
                  <a:prstClr val="black"/>
                </a:solidFill>
                <a:effectLst/>
                <a:uLnTx/>
                <a:uFillTx/>
                <a:latin typeface="Calibri Light" panose="020F0302020204030204"/>
                <a:ea typeface="+mj-ea"/>
                <a:cs typeface="+mj-cs"/>
              </a:rPr>
              <a:t>Fys</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a:t>
            </a:r>
            <a:endParaRPr lang="en-IN" dirty="0"/>
          </a:p>
        </p:txBody>
      </p:sp>
      <p:graphicFrame>
        <p:nvGraphicFramePr>
          <p:cNvPr id="4" name="Table 4">
            <a:extLst>
              <a:ext uri="{FF2B5EF4-FFF2-40B4-BE49-F238E27FC236}">
                <a16:creationId xmlns:a16="http://schemas.microsoft.com/office/drawing/2014/main" id="{6954C481-3FDD-43CA-B19D-D54B53698472}"/>
              </a:ext>
            </a:extLst>
          </p:cNvPr>
          <p:cNvGraphicFramePr>
            <a:graphicFrameLocks noGrp="1"/>
          </p:cNvGraphicFramePr>
          <p:nvPr>
            <p:ph idx="1"/>
          </p:nvPr>
        </p:nvGraphicFramePr>
        <p:xfrm>
          <a:off x="618562" y="1550035"/>
          <a:ext cx="10735238" cy="5217160"/>
        </p:xfrm>
        <a:graphic>
          <a:graphicData uri="http://schemas.openxmlformats.org/drawingml/2006/table">
            <a:tbl>
              <a:tblPr firstRow="1" bandRow="1">
                <a:tableStyleId>{5C22544A-7EE6-4342-B048-85BDC9FD1C3A}</a:tableStyleId>
              </a:tblPr>
              <a:tblGrid>
                <a:gridCol w="1721864">
                  <a:extLst>
                    <a:ext uri="{9D8B030D-6E8A-4147-A177-3AD203B41FA5}">
                      <a16:colId xmlns:a16="http://schemas.microsoft.com/office/drawing/2014/main" val="3403792412"/>
                    </a:ext>
                  </a:extLst>
                </a:gridCol>
                <a:gridCol w="1502229">
                  <a:extLst>
                    <a:ext uri="{9D8B030D-6E8A-4147-A177-3AD203B41FA5}">
                      <a16:colId xmlns:a16="http://schemas.microsoft.com/office/drawing/2014/main" val="1323928238"/>
                    </a:ext>
                  </a:extLst>
                </a:gridCol>
                <a:gridCol w="1502229">
                  <a:extLst>
                    <a:ext uri="{9D8B030D-6E8A-4147-A177-3AD203B41FA5}">
                      <a16:colId xmlns:a16="http://schemas.microsoft.com/office/drawing/2014/main" val="2929787704"/>
                    </a:ext>
                  </a:extLst>
                </a:gridCol>
                <a:gridCol w="1502229">
                  <a:extLst>
                    <a:ext uri="{9D8B030D-6E8A-4147-A177-3AD203B41FA5}">
                      <a16:colId xmlns:a16="http://schemas.microsoft.com/office/drawing/2014/main" val="2884300378"/>
                    </a:ext>
                  </a:extLst>
                </a:gridCol>
                <a:gridCol w="1502229">
                  <a:extLst>
                    <a:ext uri="{9D8B030D-6E8A-4147-A177-3AD203B41FA5}">
                      <a16:colId xmlns:a16="http://schemas.microsoft.com/office/drawing/2014/main" val="783594773"/>
                    </a:ext>
                  </a:extLst>
                </a:gridCol>
                <a:gridCol w="1502229">
                  <a:extLst>
                    <a:ext uri="{9D8B030D-6E8A-4147-A177-3AD203B41FA5}">
                      <a16:colId xmlns:a16="http://schemas.microsoft.com/office/drawing/2014/main" val="3333496656"/>
                    </a:ext>
                  </a:extLst>
                </a:gridCol>
                <a:gridCol w="1502229">
                  <a:extLst>
                    <a:ext uri="{9D8B030D-6E8A-4147-A177-3AD203B41FA5}">
                      <a16:colId xmlns:a16="http://schemas.microsoft.com/office/drawing/2014/main" val="2329384863"/>
                    </a:ext>
                  </a:extLst>
                </a:gridCol>
              </a:tblGrid>
              <a:tr h="370840">
                <a:tc>
                  <a:txBody>
                    <a:bodyPr/>
                    <a:lstStyle/>
                    <a:p>
                      <a:r>
                        <a:rPr lang="en-US" dirty="0"/>
                        <a:t>Particulars</a:t>
                      </a:r>
                      <a:endParaRPr lang="en-IN" dirty="0"/>
                    </a:p>
                  </a:txBody>
                  <a:tcPr/>
                </a:tc>
                <a:tc>
                  <a:txBody>
                    <a:bodyPr/>
                    <a:lstStyle/>
                    <a:p>
                      <a:r>
                        <a:rPr lang="en-IN" dirty="0"/>
                        <a:t>March 2025</a:t>
                      </a:r>
                    </a:p>
                  </a:txBody>
                  <a:tcPr/>
                </a:tc>
                <a:tc>
                  <a:txBody>
                    <a:bodyPr/>
                    <a:lstStyle/>
                    <a:p>
                      <a:r>
                        <a:rPr lang="en-IN" dirty="0"/>
                        <a:t> 2024</a:t>
                      </a:r>
                    </a:p>
                  </a:txBody>
                  <a:tcPr/>
                </a:tc>
                <a:tc>
                  <a:txBody>
                    <a:bodyPr/>
                    <a:lstStyle/>
                    <a:p>
                      <a:r>
                        <a:rPr lang="en-IN" dirty="0"/>
                        <a:t>2023</a:t>
                      </a:r>
                    </a:p>
                  </a:txBody>
                  <a:tcPr/>
                </a:tc>
                <a:tc>
                  <a:txBody>
                    <a:bodyPr/>
                    <a:lstStyle/>
                    <a:p>
                      <a:r>
                        <a:rPr lang="en-US" dirty="0"/>
                        <a:t> 2022</a:t>
                      </a:r>
                      <a:endParaRPr lang="en-IN" dirty="0"/>
                    </a:p>
                  </a:txBody>
                  <a:tcPr/>
                </a:tc>
                <a:tc>
                  <a:txBody>
                    <a:bodyPr/>
                    <a:lstStyle/>
                    <a:p>
                      <a:r>
                        <a:rPr lang="en-US" dirty="0"/>
                        <a:t>2021</a:t>
                      </a:r>
                      <a:endParaRPr lang="en-IN" dirty="0"/>
                    </a:p>
                  </a:txBody>
                  <a:tcPr/>
                </a:tc>
                <a:tc>
                  <a:txBody>
                    <a:bodyPr/>
                    <a:lstStyle/>
                    <a:p>
                      <a:r>
                        <a:rPr lang="en-US" dirty="0"/>
                        <a:t>2020</a:t>
                      </a:r>
                      <a:endParaRPr lang="en-IN" dirty="0"/>
                    </a:p>
                  </a:txBody>
                  <a:tcPr/>
                </a:tc>
                <a:extLst>
                  <a:ext uri="{0D108BD9-81ED-4DB2-BD59-A6C34878D82A}">
                    <a16:rowId xmlns:a16="http://schemas.microsoft.com/office/drawing/2014/main" val="2036340585"/>
                  </a:ext>
                </a:extLst>
              </a:tr>
              <a:tr h="370840">
                <a:tc>
                  <a:txBody>
                    <a:bodyPr/>
                    <a:lstStyle/>
                    <a:p>
                      <a:r>
                        <a:rPr lang="en-US" dirty="0"/>
                        <a:t>Net Operating Revenue (INR Cr)</a:t>
                      </a:r>
                      <a:endParaRPr lang="en-IN" dirty="0"/>
                    </a:p>
                  </a:txBody>
                  <a:tcPr/>
                </a:tc>
                <a:tc>
                  <a:txBody>
                    <a:bodyPr/>
                    <a:lstStyle/>
                    <a:p>
                      <a:r>
                        <a:rPr lang="en-IN" dirty="0"/>
                        <a:t>62288</a:t>
                      </a:r>
                    </a:p>
                  </a:txBody>
                  <a:tcPr/>
                </a:tc>
                <a:tc>
                  <a:txBody>
                    <a:bodyPr/>
                    <a:lstStyle/>
                    <a:p>
                      <a:r>
                        <a:rPr lang="en-IN" dirty="0"/>
                        <a:t>60966</a:t>
                      </a:r>
                    </a:p>
                  </a:txBody>
                  <a:tcPr/>
                </a:tc>
                <a:tc>
                  <a:txBody>
                    <a:bodyPr/>
                    <a:lstStyle/>
                    <a:p>
                      <a:r>
                        <a:rPr lang="en-IN" dirty="0"/>
                        <a:t>59549</a:t>
                      </a:r>
                    </a:p>
                  </a:txBody>
                  <a:tcPr/>
                </a:tc>
                <a:tc>
                  <a:txBody>
                    <a:bodyPr/>
                    <a:lstStyle/>
                    <a:p>
                      <a:r>
                        <a:rPr lang="en-IN" dirty="0"/>
                        <a:t>51548</a:t>
                      </a:r>
                    </a:p>
                  </a:txBody>
                  <a:tcPr/>
                </a:tc>
                <a:tc>
                  <a:txBody>
                    <a:bodyPr/>
                    <a:lstStyle/>
                    <a:p>
                      <a:r>
                        <a:rPr lang="en-IN" dirty="0"/>
                        <a:t>46321</a:t>
                      </a:r>
                    </a:p>
                  </a:txBody>
                  <a:tcPr/>
                </a:tc>
                <a:tc>
                  <a:txBody>
                    <a:bodyPr/>
                    <a:lstStyle/>
                    <a:p>
                      <a:r>
                        <a:rPr lang="en-IN" dirty="0"/>
                        <a:t>39238</a:t>
                      </a:r>
                    </a:p>
                  </a:txBody>
                  <a:tcPr/>
                </a:tc>
                <a:extLst>
                  <a:ext uri="{0D108BD9-81ED-4DB2-BD59-A6C34878D82A}">
                    <a16:rowId xmlns:a16="http://schemas.microsoft.com/office/drawing/2014/main" val="2876592805"/>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 CGS </a:t>
                      </a:r>
                      <a:r>
                        <a:rPr kumimoji="0" lang="en-US" sz="1800" b="0" i="0" u="none" strike="noStrike" kern="1200" cap="none" spc="0" normalizeH="0" baseline="0" noProof="0" dirty="0" err="1">
                          <a:ln>
                            <a:noFill/>
                          </a:ln>
                          <a:solidFill>
                            <a:prstClr val="black"/>
                          </a:solidFill>
                          <a:effectLst/>
                          <a:uLnTx/>
                          <a:uFillTx/>
                          <a:latin typeface="+mn-lt"/>
                          <a:ea typeface="+mn-ea"/>
                          <a:cs typeface="+mn-cs"/>
                        </a:rPr>
                        <a:t>exclude.D&amp;A</a:t>
                      </a:r>
                      <a:r>
                        <a:rPr kumimoji="0" lang="en-US" sz="1800" b="0" i="0" u="none" strike="noStrike" kern="1200" cap="none" spc="0" normalizeH="0" baseline="0" noProof="0" dirty="0">
                          <a:ln>
                            <a:noFill/>
                          </a:ln>
                          <a:solidFill>
                            <a:prstClr val="black"/>
                          </a:solidFill>
                          <a:effectLst/>
                          <a:uLnTx/>
                          <a:uFillTx/>
                          <a:latin typeface="+mn-lt"/>
                          <a:ea typeface="+mn-ea"/>
                          <a:cs typeface="+mn-cs"/>
                        </a:rPr>
                        <a:t> ( =Total exp – D&amp;A-fin costs- other exp)</a:t>
                      </a:r>
                      <a:endParaRPr kumimoji="0" lang="en-IN" sz="1800" b="0" i="0" u="none" strike="noStrike" kern="1200" cap="none" spc="0" normalizeH="0" baseline="0" noProof="0" dirty="0">
                        <a:ln>
                          <a:noFill/>
                        </a:ln>
                        <a:solidFill>
                          <a:prstClr val="black"/>
                        </a:solidFill>
                        <a:effectLst/>
                        <a:uLnTx/>
                        <a:uFillTx/>
                        <a:latin typeface="+mn-lt"/>
                        <a:ea typeface="+mn-ea"/>
                        <a:cs typeface="+mn-cs"/>
                      </a:endParaRPr>
                    </a:p>
                    <a:p>
                      <a:endParaRPr lang="en-IN" dirty="0"/>
                    </a:p>
                  </a:txBody>
                  <a:tcPr/>
                </a:tc>
                <a:tc>
                  <a:txBody>
                    <a:bodyPr/>
                    <a:lstStyle/>
                    <a:p>
                      <a:r>
                        <a:rPr lang="en-IN" dirty="0"/>
                        <a:t>33655</a:t>
                      </a:r>
                    </a:p>
                  </a:txBody>
                  <a:tcPr/>
                </a:tc>
                <a:tc>
                  <a:txBody>
                    <a:bodyPr/>
                    <a:lstStyle/>
                    <a:p>
                      <a:r>
                        <a:rPr lang="en-IN" dirty="0"/>
                        <a:t>32769</a:t>
                      </a:r>
                    </a:p>
                  </a:txBody>
                  <a:tcPr/>
                </a:tc>
                <a:tc>
                  <a:txBody>
                    <a:bodyPr/>
                    <a:lstStyle/>
                    <a:p>
                      <a:r>
                        <a:rPr lang="en-IN" dirty="0"/>
                        <a:t>34570</a:t>
                      </a:r>
                    </a:p>
                  </a:txBody>
                  <a:tcPr/>
                </a:tc>
                <a:tc>
                  <a:txBody>
                    <a:bodyPr/>
                    <a:lstStyle/>
                    <a:p>
                      <a:r>
                        <a:rPr lang="en-IN" dirty="0"/>
                        <a:t>28280</a:t>
                      </a:r>
                    </a:p>
                  </a:txBody>
                  <a:tcPr/>
                </a:tc>
                <a:tc>
                  <a:txBody>
                    <a:bodyPr/>
                    <a:lstStyle/>
                    <a:p>
                      <a:r>
                        <a:rPr lang="en-IN" dirty="0"/>
                        <a:t>24506</a:t>
                      </a:r>
                    </a:p>
                  </a:txBody>
                  <a:tcPr/>
                </a:tc>
                <a:tc>
                  <a:txBody>
                    <a:bodyPr/>
                    <a:lstStyle/>
                    <a:p>
                      <a:r>
                        <a:rPr lang="en-IN" dirty="0"/>
                        <a:t>20079</a:t>
                      </a:r>
                    </a:p>
                  </a:txBody>
                  <a:tcPr/>
                </a:tc>
                <a:extLst>
                  <a:ext uri="{0D108BD9-81ED-4DB2-BD59-A6C34878D82A}">
                    <a16:rowId xmlns:a16="http://schemas.microsoft.com/office/drawing/2014/main" val="63766306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GP Before D&amp;A</a:t>
                      </a: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p>
                      <a:endParaRPr lang="en-IN" b="1" dirty="0"/>
                    </a:p>
                  </a:txBody>
                  <a:tcPr/>
                </a:tc>
                <a:tc>
                  <a:txBody>
                    <a:bodyPr/>
                    <a:lstStyle/>
                    <a:p>
                      <a:r>
                        <a:rPr lang="en-IN" b="1" dirty="0"/>
                        <a:t>28633</a:t>
                      </a:r>
                    </a:p>
                  </a:txBody>
                  <a:tcPr/>
                </a:tc>
                <a:tc>
                  <a:txBody>
                    <a:bodyPr/>
                    <a:lstStyle/>
                    <a:p>
                      <a:r>
                        <a:rPr lang="en-IN" b="1" dirty="0"/>
                        <a:t>28197</a:t>
                      </a:r>
                    </a:p>
                  </a:txBody>
                  <a:tcPr/>
                </a:tc>
                <a:tc>
                  <a:txBody>
                    <a:bodyPr/>
                    <a:lstStyle/>
                    <a:p>
                      <a:r>
                        <a:rPr lang="en-IN" b="1" dirty="0"/>
                        <a:t>24979</a:t>
                      </a:r>
                    </a:p>
                  </a:txBody>
                  <a:tcPr/>
                </a:tc>
                <a:tc>
                  <a:txBody>
                    <a:bodyPr/>
                    <a:lstStyle/>
                    <a:p>
                      <a:r>
                        <a:rPr lang="en-IN" b="1" dirty="0"/>
                        <a:t>23268</a:t>
                      </a:r>
                    </a:p>
                  </a:txBody>
                  <a:tcPr/>
                </a:tc>
                <a:tc>
                  <a:txBody>
                    <a:bodyPr/>
                    <a:lstStyle/>
                    <a:p>
                      <a:r>
                        <a:rPr lang="en-IN" b="1" dirty="0"/>
                        <a:t>21815</a:t>
                      </a:r>
                    </a:p>
                  </a:txBody>
                  <a:tcPr/>
                </a:tc>
                <a:tc>
                  <a:txBody>
                    <a:bodyPr/>
                    <a:lstStyle/>
                    <a:p>
                      <a:r>
                        <a:rPr lang="en-IN" dirty="0"/>
                        <a:t>19159</a:t>
                      </a:r>
                    </a:p>
                  </a:txBody>
                  <a:tcPr/>
                </a:tc>
                <a:extLst>
                  <a:ext uri="{0D108BD9-81ED-4DB2-BD59-A6C34878D82A}">
                    <a16:rowId xmlns:a16="http://schemas.microsoft.com/office/drawing/2014/main" val="2184519470"/>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GP Before D&amp;A Margin in %</a:t>
                      </a: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p>
                      <a:endParaRPr lang="en-IN" dirty="0"/>
                    </a:p>
                  </a:txBody>
                  <a:tcPr/>
                </a:tc>
                <a:tc>
                  <a:txBody>
                    <a:bodyPr/>
                    <a:lstStyle/>
                    <a:p>
                      <a:r>
                        <a:rPr lang="en-IN" b="1" dirty="0"/>
                        <a:t>45.97</a:t>
                      </a:r>
                    </a:p>
                  </a:txBody>
                  <a:tcPr/>
                </a:tc>
                <a:tc>
                  <a:txBody>
                    <a:bodyPr/>
                    <a:lstStyle/>
                    <a:p>
                      <a:r>
                        <a:rPr lang="en-IN" b="1" dirty="0"/>
                        <a:t>46.25</a:t>
                      </a:r>
                    </a:p>
                  </a:txBody>
                  <a:tcPr/>
                </a:tc>
                <a:tc>
                  <a:txBody>
                    <a:bodyPr/>
                    <a:lstStyle/>
                    <a:p>
                      <a:r>
                        <a:rPr lang="en-IN" b="1" dirty="0"/>
                        <a:t>41.95</a:t>
                      </a:r>
                    </a:p>
                  </a:txBody>
                  <a:tcPr/>
                </a:tc>
                <a:tc>
                  <a:txBody>
                    <a:bodyPr/>
                    <a:lstStyle/>
                    <a:p>
                      <a:r>
                        <a:rPr lang="en-IN" b="1" dirty="0"/>
                        <a:t>45.14</a:t>
                      </a:r>
                    </a:p>
                  </a:txBody>
                  <a:tcPr/>
                </a:tc>
                <a:tc>
                  <a:txBody>
                    <a:bodyPr/>
                    <a:lstStyle/>
                    <a:p>
                      <a:r>
                        <a:rPr lang="en-IN" b="1" dirty="0"/>
                        <a:t>47.10</a:t>
                      </a:r>
                    </a:p>
                  </a:txBody>
                  <a:tcPr/>
                </a:tc>
                <a:tc>
                  <a:txBody>
                    <a:bodyPr/>
                    <a:lstStyle/>
                    <a:p>
                      <a:r>
                        <a:rPr lang="en-IN" b="0" dirty="0"/>
                        <a:t>48.83</a:t>
                      </a:r>
                    </a:p>
                  </a:txBody>
                  <a:tcPr/>
                </a:tc>
                <a:extLst>
                  <a:ext uri="{0D108BD9-81ED-4DB2-BD59-A6C34878D82A}">
                    <a16:rowId xmlns:a16="http://schemas.microsoft.com/office/drawing/2014/main" val="286804458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mn-lt"/>
                          <a:ea typeface="+mn-ea"/>
                          <a:cs typeface="+mn-cs"/>
                        </a:rPr>
                        <a:t>5 year Average </a:t>
                      </a:r>
                    </a:p>
                    <a:p>
                      <a:endParaRPr lang="en-IN" b="1" dirty="0"/>
                    </a:p>
                  </a:txBody>
                  <a:tcPr/>
                </a:tc>
                <a:tc>
                  <a:txBody>
                    <a:bodyPr/>
                    <a:lstStyle/>
                    <a:p>
                      <a:r>
                        <a:rPr lang="en-IN" b="1" dirty="0"/>
                        <a:t> 45.28%</a:t>
                      </a:r>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250576032"/>
                  </a:ext>
                </a:extLst>
              </a:tr>
            </a:tbl>
          </a:graphicData>
        </a:graphic>
      </p:graphicFrame>
    </p:spTree>
    <p:extLst>
      <p:ext uri="{BB962C8B-B14F-4D97-AF65-F5344CB8AC3E}">
        <p14:creationId xmlns:p14="http://schemas.microsoft.com/office/powerpoint/2010/main" val="1977773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06E47-C41F-456F-886B-839247B5748F}"/>
              </a:ext>
            </a:extLst>
          </p:cNvPr>
          <p:cNvSpPr>
            <a:spLocks noGrp="1"/>
          </p:cNvSpPr>
          <p:nvPr>
            <p:ph type="title"/>
          </p:nvPr>
        </p:nvSpPr>
        <p:spPr/>
        <p:txBody>
          <a:bodyPr>
            <a:normAutofit/>
          </a:bodyPr>
          <a:lstStyle/>
          <a:p>
            <a:pPr algn="ctr"/>
            <a:r>
              <a:rPr lang="en-US" sz="4000" b="1" dirty="0">
                <a:solidFill>
                  <a:prstClr val="black"/>
                </a:solidFill>
                <a:latin typeface="Calibri Light" panose="020F0302020204030204"/>
              </a:rPr>
              <a:t>SGA Advantage </a:t>
            </a:r>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of HUL- Last Five </a:t>
            </a:r>
            <a:r>
              <a:rPr kumimoji="0" lang="en-US" sz="4000" b="1" i="0" u="none" strike="noStrike" kern="1200" cap="none" spc="0" normalizeH="0" baseline="0" noProof="0" dirty="0" err="1">
                <a:ln>
                  <a:noFill/>
                </a:ln>
                <a:solidFill>
                  <a:prstClr val="black"/>
                </a:solidFill>
                <a:effectLst/>
                <a:uLnTx/>
                <a:uFillTx/>
                <a:latin typeface="Calibri Light" panose="020F0302020204030204"/>
                <a:ea typeface="+mj-ea"/>
                <a:cs typeface="+mj-cs"/>
              </a:rPr>
              <a:t>Fys</a:t>
            </a:r>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 </a:t>
            </a:r>
            <a:endParaRPr lang="en-IN" sz="4000" dirty="0"/>
          </a:p>
        </p:txBody>
      </p:sp>
      <p:sp>
        <p:nvSpPr>
          <p:cNvPr id="3" name="Content Placeholder 2">
            <a:extLst>
              <a:ext uri="{FF2B5EF4-FFF2-40B4-BE49-F238E27FC236}">
                <a16:creationId xmlns:a16="http://schemas.microsoft.com/office/drawing/2014/main" id="{ED18F56F-33A1-4148-9BD5-27B1B88AF90F}"/>
              </a:ext>
            </a:extLst>
          </p:cNvPr>
          <p:cNvSpPr>
            <a:spLocks noGrp="1"/>
          </p:cNvSpPr>
          <p:nvPr>
            <p:ph idx="1"/>
          </p:nvPr>
        </p:nvSpPr>
        <p:spPr/>
        <p:txBody>
          <a:bodyPr/>
          <a:lstStyle/>
          <a:p>
            <a:endParaRPr lang="en-IN" dirty="0"/>
          </a:p>
        </p:txBody>
      </p:sp>
      <p:graphicFrame>
        <p:nvGraphicFramePr>
          <p:cNvPr id="4" name="Table 4">
            <a:extLst>
              <a:ext uri="{FF2B5EF4-FFF2-40B4-BE49-F238E27FC236}">
                <a16:creationId xmlns:a16="http://schemas.microsoft.com/office/drawing/2014/main" id="{19734BC0-FECB-4958-9063-FA3E41D1AFE2}"/>
              </a:ext>
            </a:extLst>
          </p:cNvPr>
          <p:cNvGraphicFramePr>
            <a:graphicFrameLocks/>
          </p:cNvGraphicFramePr>
          <p:nvPr/>
        </p:nvGraphicFramePr>
        <p:xfrm>
          <a:off x="838200" y="1519518"/>
          <a:ext cx="10515603" cy="4029003"/>
        </p:xfrm>
        <a:graphic>
          <a:graphicData uri="http://schemas.openxmlformats.org/drawingml/2006/table">
            <a:tbl>
              <a:tblPr firstRow="1" bandRow="1">
                <a:tableStyleId>{21E4AEA4-8DFA-4A89-87EB-49C32662AFE0}</a:tableStyleId>
              </a:tblPr>
              <a:tblGrid>
                <a:gridCol w="1502229">
                  <a:extLst>
                    <a:ext uri="{9D8B030D-6E8A-4147-A177-3AD203B41FA5}">
                      <a16:colId xmlns:a16="http://schemas.microsoft.com/office/drawing/2014/main" val="3403792412"/>
                    </a:ext>
                  </a:extLst>
                </a:gridCol>
                <a:gridCol w="1502229">
                  <a:extLst>
                    <a:ext uri="{9D8B030D-6E8A-4147-A177-3AD203B41FA5}">
                      <a16:colId xmlns:a16="http://schemas.microsoft.com/office/drawing/2014/main" val="1323928238"/>
                    </a:ext>
                  </a:extLst>
                </a:gridCol>
                <a:gridCol w="1502229">
                  <a:extLst>
                    <a:ext uri="{9D8B030D-6E8A-4147-A177-3AD203B41FA5}">
                      <a16:colId xmlns:a16="http://schemas.microsoft.com/office/drawing/2014/main" val="2929787704"/>
                    </a:ext>
                  </a:extLst>
                </a:gridCol>
                <a:gridCol w="1502229">
                  <a:extLst>
                    <a:ext uri="{9D8B030D-6E8A-4147-A177-3AD203B41FA5}">
                      <a16:colId xmlns:a16="http://schemas.microsoft.com/office/drawing/2014/main" val="2884300378"/>
                    </a:ext>
                  </a:extLst>
                </a:gridCol>
                <a:gridCol w="1502229">
                  <a:extLst>
                    <a:ext uri="{9D8B030D-6E8A-4147-A177-3AD203B41FA5}">
                      <a16:colId xmlns:a16="http://schemas.microsoft.com/office/drawing/2014/main" val="783594773"/>
                    </a:ext>
                  </a:extLst>
                </a:gridCol>
                <a:gridCol w="1502229">
                  <a:extLst>
                    <a:ext uri="{9D8B030D-6E8A-4147-A177-3AD203B41FA5}">
                      <a16:colId xmlns:a16="http://schemas.microsoft.com/office/drawing/2014/main" val="3333496656"/>
                    </a:ext>
                  </a:extLst>
                </a:gridCol>
                <a:gridCol w="1502229">
                  <a:extLst>
                    <a:ext uri="{9D8B030D-6E8A-4147-A177-3AD203B41FA5}">
                      <a16:colId xmlns:a16="http://schemas.microsoft.com/office/drawing/2014/main" val="957215988"/>
                    </a:ext>
                  </a:extLst>
                </a:gridCol>
              </a:tblGrid>
              <a:tr h="433078">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2024</a:t>
                      </a:r>
                    </a:p>
                  </a:txBody>
                  <a:tcPr/>
                </a:tc>
                <a:tc>
                  <a:txBody>
                    <a:bodyPr/>
                    <a:lstStyle/>
                    <a:p>
                      <a:r>
                        <a:rPr lang="en-IN" dirty="0"/>
                        <a:t>2023</a:t>
                      </a:r>
                    </a:p>
                  </a:txBody>
                  <a:tcPr/>
                </a:tc>
                <a:tc>
                  <a:txBody>
                    <a:bodyPr/>
                    <a:lstStyle/>
                    <a:p>
                      <a:r>
                        <a:rPr lang="en-US" dirty="0"/>
                        <a:t>2022</a:t>
                      </a:r>
                      <a:endParaRPr lang="en-IN" dirty="0"/>
                    </a:p>
                  </a:txBody>
                  <a:tcPr/>
                </a:tc>
                <a:tc>
                  <a:txBody>
                    <a:bodyPr/>
                    <a:lstStyle/>
                    <a:p>
                      <a:r>
                        <a:rPr lang="en-US" dirty="0"/>
                        <a:t>2021</a:t>
                      </a:r>
                      <a:endParaRPr lang="en-IN" dirty="0"/>
                    </a:p>
                  </a:txBody>
                  <a:tcPr/>
                </a:tc>
                <a:tc>
                  <a:txBody>
                    <a:bodyPr/>
                    <a:lstStyle/>
                    <a:p>
                      <a:r>
                        <a:rPr lang="en-US" dirty="0"/>
                        <a:t>2020</a:t>
                      </a:r>
                      <a:endParaRPr lang="en-IN" dirty="0"/>
                    </a:p>
                  </a:txBody>
                  <a:tcPr/>
                </a:tc>
                <a:extLst>
                  <a:ext uri="{0D108BD9-81ED-4DB2-BD59-A6C34878D82A}">
                    <a16:rowId xmlns:a16="http://schemas.microsoft.com/office/drawing/2014/main" val="2036340585"/>
                  </a:ext>
                </a:extLst>
              </a:tr>
              <a:tr h="433078">
                <a:tc>
                  <a:txBody>
                    <a:bodyPr/>
                    <a:lstStyle/>
                    <a:p>
                      <a:r>
                        <a:rPr lang="en-US" b="1" dirty="0"/>
                        <a:t>GPBDA</a:t>
                      </a:r>
                      <a:endParaRPr lang="en-IN" b="1" dirty="0"/>
                    </a:p>
                  </a:txBody>
                  <a:tcPr/>
                </a:tc>
                <a:tc>
                  <a:txBody>
                    <a:bodyPr/>
                    <a:lstStyle/>
                    <a:p>
                      <a:r>
                        <a:rPr lang="en-IN" dirty="0"/>
                        <a:t>28633</a:t>
                      </a:r>
                    </a:p>
                  </a:txBody>
                  <a:tcPr/>
                </a:tc>
                <a:tc>
                  <a:txBody>
                    <a:bodyPr/>
                    <a:lstStyle/>
                    <a:p>
                      <a:r>
                        <a:rPr lang="en-IN" dirty="0"/>
                        <a:t>28197</a:t>
                      </a:r>
                    </a:p>
                  </a:txBody>
                  <a:tcPr/>
                </a:tc>
                <a:tc>
                  <a:txBody>
                    <a:bodyPr/>
                    <a:lstStyle/>
                    <a:p>
                      <a:r>
                        <a:rPr lang="en-IN" dirty="0"/>
                        <a:t>24979</a:t>
                      </a:r>
                    </a:p>
                  </a:txBody>
                  <a:tcPr/>
                </a:tc>
                <a:tc>
                  <a:txBody>
                    <a:bodyPr/>
                    <a:lstStyle/>
                    <a:p>
                      <a:r>
                        <a:rPr lang="en-IN" dirty="0"/>
                        <a:t>23268</a:t>
                      </a:r>
                    </a:p>
                  </a:txBody>
                  <a:tcPr/>
                </a:tc>
                <a:tc>
                  <a:txBody>
                    <a:bodyPr/>
                    <a:lstStyle/>
                    <a:p>
                      <a:r>
                        <a:rPr lang="en-IN" dirty="0"/>
                        <a:t>21815</a:t>
                      </a:r>
                    </a:p>
                  </a:txBody>
                  <a:tcPr/>
                </a:tc>
                <a:tc>
                  <a:txBody>
                    <a:bodyPr/>
                    <a:lstStyle/>
                    <a:p>
                      <a:r>
                        <a:rPr lang="en-IN" dirty="0"/>
                        <a:t>19159</a:t>
                      </a:r>
                    </a:p>
                  </a:txBody>
                  <a:tcPr/>
                </a:tc>
                <a:extLst>
                  <a:ext uri="{0D108BD9-81ED-4DB2-BD59-A6C34878D82A}">
                    <a16:rowId xmlns:a16="http://schemas.microsoft.com/office/drawing/2014/main" val="2876592805"/>
                  </a:ext>
                </a:extLst>
              </a:tr>
              <a:tr h="747505">
                <a:tc>
                  <a:txBody>
                    <a:bodyPr/>
                    <a:lstStyle/>
                    <a:p>
                      <a:r>
                        <a:rPr lang="en-US" b="1" dirty="0"/>
                        <a:t>- Other Expenses</a:t>
                      </a:r>
                      <a:endParaRPr lang="en-IN" b="1" dirty="0"/>
                    </a:p>
                  </a:txBody>
                  <a:tcPr/>
                </a:tc>
                <a:tc>
                  <a:txBody>
                    <a:bodyPr/>
                    <a:lstStyle/>
                    <a:p>
                      <a:endParaRPr lang="en-IN" dirty="0"/>
                    </a:p>
                    <a:p>
                      <a:endParaRPr lang="en-IN" dirty="0"/>
                    </a:p>
                    <a:p>
                      <a:r>
                        <a:rPr lang="en-IN" dirty="0"/>
                        <a:t>-14615</a:t>
                      </a:r>
                    </a:p>
                  </a:txBody>
                  <a:tcPr/>
                </a:tc>
                <a:tc>
                  <a:txBody>
                    <a:bodyPr/>
                    <a:lstStyle/>
                    <a:p>
                      <a:endParaRPr lang="en-IN" dirty="0"/>
                    </a:p>
                    <a:p>
                      <a:endParaRPr lang="en-IN" dirty="0"/>
                    </a:p>
                    <a:p>
                      <a:r>
                        <a:rPr lang="en-IN" dirty="0"/>
                        <a:t>-14464</a:t>
                      </a:r>
                    </a:p>
                  </a:txBody>
                  <a:tcPr/>
                </a:tc>
                <a:tc>
                  <a:txBody>
                    <a:bodyPr/>
                    <a:lstStyle/>
                    <a:p>
                      <a:endParaRPr lang="en-IN" dirty="0"/>
                    </a:p>
                    <a:p>
                      <a:endParaRPr lang="en-IN" dirty="0"/>
                    </a:p>
                    <a:p>
                      <a:r>
                        <a:rPr lang="en-IN" dirty="0"/>
                        <a:t>- 11,861</a:t>
                      </a:r>
                    </a:p>
                  </a:txBody>
                  <a:tcPr/>
                </a:tc>
                <a:tc>
                  <a:txBody>
                    <a:bodyPr/>
                    <a:lstStyle/>
                    <a:p>
                      <a:endParaRPr lang="en-IN" dirty="0"/>
                    </a:p>
                    <a:p>
                      <a:endParaRPr lang="en-IN" dirty="0"/>
                    </a:p>
                    <a:p>
                      <a:r>
                        <a:rPr lang="en-IN" dirty="0"/>
                        <a:t>-11309</a:t>
                      </a:r>
                    </a:p>
                  </a:txBody>
                  <a:tcPr/>
                </a:tc>
                <a:tc>
                  <a:txBody>
                    <a:bodyPr/>
                    <a:lstStyle/>
                    <a:p>
                      <a:endParaRPr lang="en-IN" dirty="0"/>
                    </a:p>
                    <a:p>
                      <a:endParaRPr lang="en-IN" dirty="0"/>
                    </a:p>
                    <a:p>
                      <a:r>
                        <a:rPr lang="en-IN" dirty="0"/>
                        <a:t>-10896</a:t>
                      </a:r>
                    </a:p>
                  </a:txBody>
                  <a:tcPr/>
                </a:tc>
                <a:tc>
                  <a:txBody>
                    <a:bodyPr/>
                    <a:lstStyle/>
                    <a:p>
                      <a:endParaRPr lang="en-IN" dirty="0"/>
                    </a:p>
                    <a:p>
                      <a:endParaRPr lang="en-IN" dirty="0"/>
                    </a:p>
                    <a:p>
                      <a:r>
                        <a:rPr lang="en-IN" dirty="0"/>
                        <a:t>-9843</a:t>
                      </a:r>
                    </a:p>
                  </a:txBody>
                  <a:tcPr/>
                </a:tc>
                <a:extLst>
                  <a:ext uri="{0D108BD9-81ED-4DB2-BD59-A6C34878D82A}">
                    <a16:rowId xmlns:a16="http://schemas.microsoft.com/office/drawing/2014/main" val="2184519470"/>
                  </a:ext>
                </a:extLst>
              </a:tr>
              <a:tr h="433078">
                <a:tc>
                  <a:txBody>
                    <a:bodyPr/>
                    <a:lstStyle/>
                    <a:p>
                      <a:r>
                        <a:rPr lang="en-US" b="1" dirty="0"/>
                        <a:t>EBITDA </a:t>
                      </a:r>
                      <a:endParaRPr lang="en-IN" b="1" dirty="0"/>
                    </a:p>
                  </a:txBody>
                  <a:tcPr/>
                </a:tc>
                <a:tc>
                  <a:txBody>
                    <a:bodyPr/>
                    <a:lstStyle/>
                    <a:p>
                      <a:r>
                        <a:rPr lang="en-IN" dirty="0"/>
                        <a:t>14018</a:t>
                      </a:r>
                    </a:p>
                  </a:txBody>
                  <a:tcPr/>
                </a:tc>
                <a:tc>
                  <a:txBody>
                    <a:bodyPr/>
                    <a:lstStyle/>
                    <a:p>
                      <a:r>
                        <a:rPr lang="en-IN" dirty="0"/>
                        <a:t>13733</a:t>
                      </a:r>
                    </a:p>
                  </a:txBody>
                  <a:tcPr/>
                </a:tc>
                <a:tc>
                  <a:txBody>
                    <a:bodyPr/>
                    <a:lstStyle/>
                    <a:p>
                      <a:r>
                        <a:rPr lang="en-IN" dirty="0"/>
                        <a:t>13118</a:t>
                      </a:r>
                    </a:p>
                  </a:txBody>
                  <a:tcPr/>
                </a:tc>
                <a:tc>
                  <a:txBody>
                    <a:bodyPr/>
                    <a:lstStyle/>
                    <a:p>
                      <a:r>
                        <a:rPr lang="en-IN" dirty="0"/>
                        <a:t>11959</a:t>
                      </a:r>
                    </a:p>
                  </a:txBody>
                  <a:tcPr/>
                </a:tc>
                <a:tc>
                  <a:txBody>
                    <a:bodyPr/>
                    <a:lstStyle/>
                    <a:p>
                      <a:r>
                        <a:rPr lang="en-IN" dirty="0"/>
                        <a:t>10919</a:t>
                      </a:r>
                    </a:p>
                  </a:txBody>
                  <a:tcPr/>
                </a:tc>
                <a:tc>
                  <a:txBody>
                    <a:bodyPr/>
                    <a:lstStyle/>
                    <a:p>
                      <a:r>
                        <a:rPr lang="en-IN" dirty="0"/>
                        <a:t>9316</a:t>
                      </a:r>
                    </a:p>
                  </a:txBody>
                  <a:tcPr/>
                </a:tc>
                <a:extLst>
                  <a:ext uri="{0D108BD9-81ED-4DB2-BD59-A6C34878D82A}">
                    <a16:rowId xmlns:a16="http://schemas.microsoft.com/office/drawing/2014/main" val="3250576032"/>
                  </a:ext>
                </a:extLst>
              </a:tr>
              <a:tr h="1067864">
                <a:tc>
                  <a:txBody>
                    <a:bodyPr/>
                    <a:lstStyle/>
                    <a:p>
                      <a:r>
                        <a:rPr lang="en-US" b="1" dirty="0"/>
                        <a:t>EBITDA/GPBDA</a:t>
                      </a:r>
                    </a:p>
                    <a:p>
                      <a:endParaRPr lang="en-IN" b="1" dirty="0"/>
                    </a:p>
                  </a:txBody>
                  <a:tcPr/>
                </a:tc>
                <a:tc>
                  <a:txBody>
                    <a:bodyPr/>
                    <a:lstStyle/>
                    <a:p>
                      <a:r>
                        <a:rPr lang="en-IN" b="1" dirty="0"/>
                        <a:t>0.490</a:t>
                      </a:r>
                    </a:p>
                  </a:txBody>
                  <a:tcPr/>
                </a:tc>
                <a:tc>
                  <a:txBody>
                    <a:bodyPr/>
                    <a:lstStyle/>
                    <a:p>
                      <a:r>
                        <a:rPr lang="en-IN" b="1" dirty="0"/>
                        <a:t>0.487</a:t>
                      </a:r>
                    </a:p>
                  </a:txBody>
                  <a:tcPr/>
                </a:tc>
                <a:tc>
                  <a:txBody>
                    <a:bodyPr/>
                    <a:lstStyle/>
                    <a:p>
                      <a:r>
                        <a:rPr lang="en-IN" b="1" dirty="0"/>
                        <a:t>0.525</a:t>
                      </a:r>
                    </a:p>
                  </a:txBody>
                  <a:tcPr/>
                </a:tc>
                <a:tc>
                  <a:txBody>
                    <a:bodyPr/>
                    <a:lstStyle/>
                    <a:p>
                      <a:r>
                        <a:rPr lang="en-IN" b="1" dirty="0"/>
                        <a:t>0.514</a:t>
                      </a:r>
                    </a:p>
                  </a:txBody>
                  <a:tcPr/>
                </a:tc>
                <a:tc>
                  <a:txBody>
                    <a:bodyPr/>
                    <a:lstStyle/>
                    <a:p>
                      <a:r>
                        <a:rPr lang="en-IN" b="1" dirty="0"/>
                        <a:t>0.501</a:t>
                      </a:r>
                    </a:p>
                  </a:txBody>
                  <a:tcPr/>
                </a:tc>
                <a:tc>
                  <a:txBody>
                    <a:bodyPr/>
                    <a:lstStyle/>
                    <a:p>
                      <a:r>
                        <a:rPr lang="en-IN" b="0" dirty="0"/>
                        <a:t>0.486</a:t>
                      </a:r>
                    </a:p>
                  </a:txBody>
                  <a:tcPr/>
                </a:tc>
                <a:extLst>
                  <a:ext uri="{0D108BD9-81ED-4DB2-BD59-A6C34878D82A}">
                    <a16:rowId xmlns:a16="http://schemas.microsoft.com/office/drawing/2014/main" val="3536977194"/>
                  </a:ext>
                </a:extLst>
              </a:tr>
              <a:tr h="747505">
                <a:tc>
                  <a:txBody>
                    <a:bodyPr/>
                    <a:lstStyle/>
                    <a:p>
                      <a:r>
                        <a:rPr lang="en-IN" b="1" dirty="0"/>
                        <a:t>5 year average </a:t>
                      </a:r>
                    </a:p>
                  </a:txBody>
                  <a:tcPr/>
                </a:tc>
                <a:tc>
                  <a:txBody>
                    <a:bodyPr/>
                    <a:lstStyle/>
                    <a:p>
                      <a:r>
                        <a:rPr lang="en-IN" b="1" dirty="0"/>
                        <a:t>0.503</a:t>
                      </a:r>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2992884427"/>
                  </a:ext>
                </a:extLst>
              </a:tr>
            </a:tbl>
          </a:graphicData>
        </a:graphic>
      </p:graphicFrame>
    </p:spTree>
    <p:extLst>
      <p:ext uri="{BB962C8B-B14F-4D97-AF65-F5344CB8AC3E}">
        <p14:creationId xmlns:p14="http://schemas.microsoft.com/office/powerpoint/2010/main" val="36686971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06E47-C41F-456F-886B-839247B5748F}"/>
              </a:ext>
            </a:extLst>
          </p:cNvPr>
          <p:cNvSpPr>
            <a:spLocks noGrp="1"/>
          </p:cNvSpPr>
          <p:nvPr>
            <p:ph type="title"/>
          </p:nvPr>
        </p:nvSpPr>
        <p:spPr/>
        <p:txBody>
          <a:bodyPr>
            <a:normAutofit/>
          </a:bodyPr>
          <a:lstStyle/>
          <a:p>
            <a:pPr algn="ctr"/>
            <a:r>
              <a:rPr lang="en-US" sz="4000" b="1" dirty="0">
                <a:solidFill>
                  <a:prstClr val="black"/>
                </a:solidFill>
                <a:latin typeface="Calibri Light" panose="020F0302020204030204"/>
              </a:rPr>
              <a:t>D&amp;A Advantage </a:t>
            </a:r>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of HUL - Last Five </a:t>
            </a:r>
            <a:r>
              <a:rPr kumimoji="0" lang="en-US" sz="4000" b="1" i="0" u="none" strike="noStrike" kern="1200" cap="none" spc="0" normalizeH="0" baseline="0" noProof="0" dirty="0" err="1">
                <a:ln>
                  <a:noFill/>
                </a:ln>
                <a:solidFill>
                  <a:prstClr val="black"/>
                </a:solidFill>
                <a:effectLst/>
                <a:uLnTx/>
                <a:uFillTx/>
                <a:latin typeface="Calibri Light" panose="020F0302020204030204"/>
                <a:ea typeface="+mj-ea"/>
                <a:cs typeface="+mj-cs"/>
              </a:rPr>
              <a:t>Fys</a:t>
            </a:r>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 </a:t>
            </a:r>
            <a:endParaRPr lang="en-IN" sz="4000" dirty="0"/>
          </a:p>
        </p:txBody>
      </p:sp>
      <p:graphicFrame>
        <p:nvGraphicFramePr>
          <p:cNvPr id="4" name="Table 4">
            <a:extLst>
              <a:ext uri="{FF2B5EF4-FFF2-40B4-BE49-F238E27FC236}">
                <a16:creationId xmlns:a16="http://schemas.microsoft.com/office/drawing/2014/main" id="{B3019CC0-84F4-451F-B69C-D4B1DB687244}"/>
              </a:ext>
            </a:extLst>
          </p:cNvPr>
          <p:cNvGraphicFramePr>
            <a:graphicFrameLocks noGrp="1"/>
          </p:cNvGraphicFramePr>
          <p:nvPr>
            <p:ph idx="1"/>
          </p:nvPr>
        </p:nvGraphicFramePr>
        <p:xfrm>
          <a:off x="838200" y="1825625"/>
          <a:ext cx="10515603" cy="3032760"/>
        </p:xfrm>
        <a:graphic>
          <a:graphicData uri="http://schemas.openxmlformats.org/drawingml/2006/table">
            <a:tbl>
              <a:tblPr firstRow="1" bandRow="1">
                <a:tableStyleId>{F5AB1C69-6EDB-4FF4-983F-18BD219EF322}</a:tableStyleId>
              </a:tblPr>
              <a:tblGrid>
                <a:gridCol w="1502229">
                  <a:extLst>
                    <a:ext uri="{9D8B030D-6E8A-4147-A177-3AD203B41FA5}">
                      <a16:colId xmlns:a16="http://schemas.microsoft.com/office/drawing/2014/main" val="3403792412"/>
                    </a:ext>
                  </a:extLst>
                </a:gridCol>
                <a:gridCol w="1502229">
                  <a:extLst>
                    <a:ext uri="{9D8B030D-6E8A-4147-A177-3AD203B41FA5}">
                      <a16:colId xmlns:a16="http://schemas.microsoft.com/office/drawing/2014/main" val="1323928238"/>
                    </a:ext>
                  </a:extLst>
                </a:gridCol>
                <a:gridCol w="1502229">
                  <a:extLst>
                    <a:ext uri="{9D8B030D-6E8A-4147-A177-3AD203B41FA5}">
                      <a16:colId xmlns:a16="http://schemas.microsoft.com/office/drawing/2014/main" val="2929787704"/>
                    </a:ext>
                  </a:extLst>
                </a:gridCol>
                <a:gridCol w="1502229">
                  <a:extLst>
                    <a:ext uri="{9D8B030D-6E8A-4147-A177-3AD203B41FA5}">
                      <a16:colId xmlns:a16="http://schemas.microsoft.com/office/drawing/2014/main" val="2884300378"/>
                    </a:ext>
                  </a:extLst>
                </a:gridCol>
                <a:gridCol w="1502229">
                  <a:extLst>
                    <a:ext uri="{9D8B030D-6E8A-4147-A177-3AD203B41FA5}">
                      <a16:colId xmlns:a16="http://schemas.microsoft.com/office/drawing/2014/main" val="783594773"/>
                    </a:ext>
                  </a:extLst>
                </a:gridCol>
                <a:gridCol w="1502229">
                  <a:extLst>
                    <a:ext uri="{9D8B030D-6E8A-4147-A177-3AD203B41FA5}">
                      <a16:colId xmlns:a16="http://schemas.microsoft.com/office/drawing/2014/main" val="3333496656"/>
                    </a:ext>
                  </a:extLst>
                </a:gridCol>
                <a:gridCol w="1502229">
                  <a:extLst>
                    <a:ext uri="{9D8B030D-6E8A-4147-A177-3AD203B41FA5}">
                      <a16:colId xmlns:a16="http://schemas.microsoft.com/office/drawing/2014/main" val="3872253815"/>
                    </a:ext>
                  </a:extLst>
                </a:gridCol>
              </a:tblGrid>
              <a:tr h="37084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2024</a:t>
                      </a:r>
                    </a:p>
                  </a:txBody>
                  <a:tcPr/>
                </a:tc>
                <a:tc>
                  <a:txBody>
                    <a:bodyPr/>
                    <a:lstStyle/>
                    <a:p>
                      <a:r>
                        <a:rPr lang="en-IN" dirty="0"/>
                        <a:t>2023</a:t>
                      </a:r>
                    </a:p>
                  </a:txBody>
                  <a:tcPr/>
                </a:tc>
                <a:tc>
                  <a:txBody>
                    <a:bodyPr/>
                    <a:lstStyle/>
                    <a:p>
                      <a:r>
                        <a:rPr lang="en-US" dirty="0"/>
                        <a:t>2022</a:t>
                      </a:r>
                      <a:endParaRPr lang="en-IN" dirty="0"/>
                    </a:p>
                  </a:txBody>
                  <a:tcPr/>
                </a:tc>
                <a:tc>
                  <a:txBody>
                    <a:bodyPr/>
                    <a:lstStyle/>
                    <a:p>
                      <a:r>
                        <a:rPr lang="en-US" dirty="0"/>
                        <a:t>2021</a:t>
                      </a:r>
                      <a:endParaRPr lang="en-IN" dirty="0"/>
                    </a:p>
                  </a:txBody>
                  <a:tcPr/>
                </a:tc>
                <a:tc>
                  <a:txBody>
                    <a:bodyPr/>
                    <a:lstStyle/>
                    <a:p>
                      <a:r>
                        <a:rPr lang="en-US" dirty="0"/>
                        <a:t>2020</a:t>
                      </a:r>
                      <a:endParaRPr lang="en-IN" dirty="0"/>
                    </a:p>
                  </a:txBody>
                  <a:tcPr/>
                </a:tc>
                <a:extLst>
                  <a:ext uri="{0D108BD9-81ED-4DB2-BD59-A6C34878D82A}">
                    <a16:rowId xmlns:a16="http://schemas.microsoft.com/office/drawing/2014/main" val="2036340585"/>
                  </a:ext>
                </a:extLst>
              </a:tr>
              <a:tr h="370840">
                <a:tc>
                  <a:txBody>
                    <a:bodyPr/>
                    <a:lstStyle/>
                    <a:p>
                      <a:r>
                        <a:rPr lang="en-US" b="1" dirty="0"/>
                        <a:t>EBITDA </a:t>
                      </a:r>
                      <a:endParaRPr lang="en-IN" b="1" dirty="0"/>
                    </a:p>
                  </a:txBody>
                  <a:tcPr/>
                </a:tc>
                <a:tc>
                  <a:txBody>
                    <a:bodyPr/>
                    <a:lstStyle/>
                    <a:p>
                      <a:r>
                        <a:rPr lang="en-IN" dirty="0"/>
                        <a:t>14018</a:t>
                      </a:r>
                    </a:p>
                  </a:txBody>
                  <a:tcPr/>
                </a:tc>
                <a:tc>
                  <a:txBody>
                    <a:bodyPr/>
                    <a:lstStyle/>
                    <a:p>
                      <a:r>
                        <a:rPr lang="en-IN" dirty="0"/>
                        <a:t>13733</a:t>
                      </a:r>
                    </a:p>
                  </a:txBody>
                  <a:tcPr/>
                </a:tc>
                <a:tc>
                  <a:txBody>
                    <a:bodyPr/>
                    <a:lstStyle/>
                    <a:p>
                      <a:r>
                        <a:rPr lang="en-IN" dirty="0"/>
                        <a:t>13118</a:t>
                      </a:r>
                    </a:p>
                  </a:txBody>
                  <a:tcPr/>
                </a:tc>
                <a:tc>
                  <a:txBody>
                    <a:bodyPr/>
                    <a:lstStyle/>
                    <a:p>
                      <a:r>
                        <a:rPr lang="en-IN" dirty="0"/>
                        <a:t>11959</a:t>
                      </a:r>
                    </a:p>
                  </a:txBody>
                  <a:tcPr/>
                </a:tc>
                <a:tc>
                  <a:txBody>
                    <a:bodyPr/>
                    <a:lstStyle/>
                    <a:p>
                      <a:r>
                        <a:rPr lang="en-IN" dirty="0"/>
                        <a:t>10919</a:t>
                      </a:r>
                    </a:p>
                  </a:txBody>
                  <a:tcPr/>
                </a:tc>
                <a:tc>
                  <a:txBody>
                    <a:bodyPr/>
                    <a:lstStyle/>
                    <a:p>
                      <a:r>
                        <a:rPr lang="en-IN" dirty="0"/>
                        <a:t>9316</a:t>
                      </a:r>
                    </a:p>
                  </a:txBody>
                  <a:tcPr/>
                </a:tc>
                <a:extLst>
                  <a:ext uri="{0D108BD9-81ED-4DB2-BD59-A6C34878D82A}">
                    <a16:rowId xmlns:a16="http://schemas.microsoft.com/office/drawing/2014/main" val="2876592805"/>
                  </a:ext>
                </a:extLst>
              </a:tr>
              <a:tr h="453745">
                <a:tc>
                  <a:txBody>
                    <a:bodyPr/>
                    <a:lstStyle/>
                    <a:p>
                      <a:r>
                        <a:rPr lang="en-US" b="1" dirty="0"/>
                        <a:t>- D&amp; A</a:t>
                      </a:r>
                    </a:p>
                    <a:p>
                      <a:endParaRPr lang="en-IN" b="1" dirty="0"/>
                    </a:p>
                  </a:txBody>
                  <a:tcPr/>
                </a:tc>
                <a:tc>
                  <a:txBody>
                    <a:bodyPr/>
                    <a:lstStyle/>
                    <a:p>
                      <a:r>
                        <a:rPr lang="en-IN" dirty="0"/>
                        <a:t>-1355</a:t>
                      </a:r>
                    </a:p>
                  </a:txBody>
                  <a:tcPr/>
                </a:tc>
                <a:tc>
                  <a:txBody>
                    <a:bodyPr/>
                    <a:lstStyle/>
                    <a:p>
                      <a:r>
                        <a:rPr lang="en-IN" dirty="0"/>
                        <a:t>-1216</a:t>
                      </a:r>
                    </a:p>
                  </a:txBody>
                  <a:tcPr/>
                </a:tc>
                <a:tc>
                  <a:txBody>
                    <a:bodyPr/>
                    <a:lstStyle/>
                    <a:p>
                      <a:r>
                        <a:rPr lang="en-IN" dirty="0"/>
                        <a:t>- 1137</a:t>
                      </a:r>
                    </a:p>
                  </a:txBody>
                  <a:tcPr/>
                </a:tc>
                <a:tc>
                  <a:txBody>
                    <a:bodyPr/>
                    <a:lstStyle/>
                    <a:p>
                      <a:r>
                        <a:rPr lang="en-IN" dirty="0"/>
                        <a:t>-1091</a:t>
                      </a:r>
                    </a:p>
                  </a:txBody>
                  <a:tcPr/>
                </a:tc>
                <a:tc>
                  <a:txBody>
                    <a:bodyPr/>
                    <a:lstStyle/>
                    <a:p>
                      <a:r>
                        <a:rPr lang="en-IN" dirty="0"/>
                        <a:t>-1074</a:t>
                      </a:r>
                    </a:p>
                  </a:txBody>
                  <a:tcPr/>
                </a:tc>
                <a:tc>
                  <a:txBody>
                    <a:bodyPr/>
                    <a:lstStyle/>
                    <a:p>
                      <a:r>
                        <a:rPr lang="en-IN" dirty="0"/>
                        <a:t>-1002</a:t>
                      </a:r>
                    </a:p>
                  </a:txBody>
                  <a:tcPr/>
                </a:tc>
                <a:extLst>
                  <a:ext uri="{0D108BD9-81ED-4DB2-BD59-A6C34878D82A}">
                    <a16:rowId xmlns:a16="http://schemas.microsoft.com/office/drawing/2014/main" val="2184519470"/>
                  </a:ext>
                </a:extLst>
              </a:tr>
              <a:tr h="370840">
                <a:tc>
                  <a:txBody>
                    <a:bodyPr/>
                    <a:lstStyle/>
                    <a:p>
                      <a:r>
                        <a:rPr lang="en-US" b="1" dirty="0"/>
                        <a:t>EBIT</a:t>
                      </a:r>
                    </a:p>
                    <a:p>
                      <a:endParaRPr lang="en-IN" b="1" dirty="0"/>
                    </a:p>
                  </a:txBody>
                  <a:tcPr/>
                </a:tc>
                <a:tc>
                  <a:txBody>
                    <a:bodyPr/>
                    <a:lstStyle/>
                    <a:p>
                      <a:r>
                        <a:rPr lang="en-IN" b="1" dirty="0"/>
                        <a:t>12663</a:t>
                      </a:r>
                    </a:p>
                  </a:txBody>
                  <a:tcPr/>
                </a:tc>
                <a:tc>
                  <a:txBody>
                    <a:bodyPr/>
                    <a:lstStyle/>
                    <a:p>
                      <a:r>
                        <a:rPr lang="en-IN" b="1" dirty="0"/>
                        <a:t>12517</a:t>
                      </a:r>
                    </a:p>
                  </a:txBody>
                  <a:tcPr/>
                </a:tc>
                <a:tc>
                  <a:txBody>
                    <a:bodyPr/>
                    <a:lstStyle/>
                    <a:p>
                      <a:r>
                        <a:rPr lang="en-IN" b="1" dirty="0"/>
                        <a:t>11981</a:t>
                      </a:r>
                    </a:p>
                  </a:txBody>
                  <a:tcPr/>
                </a:tc>
                <a:tc>
                  <a:txBody>
                    <a:bodyPr/>
                    <a:lstStyle/>
                    <a:p>
                      <a:r>
                        <a:rPr lang="en-IN" b="1" dirty="0"/>
                        <a:t>10868</a:t>
                      </a:r>
                    </a:p>
                  </a:txBody>
                  <a:tcPr/>
                </a:tc>
                <a:tc>
                  <a:txBody>
                    <a:bodyPr/>
                    <a:lstStyle/>
                    <a:p>
                      <a:r>
                        <a:rPr lang="en-IN" b="1" dirty="0"/>
                        <a:t>9845</a:t>
                      </a:r>
                    </a:p>
                  </a:txBody>
                  <a:tcPr/>
                </a:tc>
                <a:tc>
                  <a:txBody>
                    <a:bodyPr/>
                    <a:lstStyle/>
                    <a:p>
                      <a:r>
                        <a:rPr lang="en-IN" b="0" dirty="0"/>
                        <a:t>8314</a:t>
                      </a:r>
                    </a:p>
                  </a:txBody>
                  <a:tcPr/>
                </a:tc>
                <a:extLst>
                  <a:ext uri="{0D108BD9-81ED-4DB2-BD59-A6C34878D82A}">
                    <a16:rowId xmlns:a16="http://schemas.microsoft.com/office/drawing/2014/main" val="3536977194"/>
                  </a:ext>
                </a:extLst>
              </a:tr>
              <a:tr h="370840">
                <a:tc>
                  <a:txBody>
                    <a:bodyPr/>
                    <a:lstStyle/>
                    <a:p>
                      <a:r>
                        <a:rPr lang="en-US" b="1" dirty="0"/>
                        <a:t>EBIT/EBITDA</a:t>
                      </a:r>
                      <a:endParaRPr lang="en-IN" b="1" dirty="0"/>
                    </a:p>
                  </a:txBody>
                  <a:tcPr/>
                </a:tc>
                <a:tc>
                  <a:txBody>
                    <a:bodyPr/>
                    <a:lstStyle/>
                    <a:p>
                      <a:r>
                        <a:rPr lang="en-IN" b="1" dirty="0"/>
                        <a:t>0.903</a:t>
                      </a:r>
                    </a:p>
                  </a:txBody>
                  <a:tcPr/>
                </a:tc>
                <a:tc>
                  <a:txBody>
                    <a:bodyPr/>
                    <a:lstStyle/>
                    <a:p>
                      <a:r>
                        <a:rPr lang="en-IN" b="1" dirty="0"/>
                        <a:t>0.911</a:t>
                      </a:r>
                    </a:p>
                  </a:txBody>
                  <a:tcPr/>
                </a:tc>
                <a:tc>
                  <a:txBody>
                    <a:bodyPr/>
                    <a:lstStyle/>
                    <a:p>
                      <a:r>
                        <a:rPr lang="en-IN" b="1" dirty="0"/>
                        <a:t>0.913</a:t>
                      </a:r>
                    </a:p>
                  </a:txBody>
                  <a:tcPr/>
                </a:tc>
                <a:tc>
                  <a:txBody>
                    <a:bodyPr/>
                    <a:lstStyle/>
                    <a:p>
                      <a:r>
                        <a:rPr lang="en-IN" b="1" dirty="0"/>
                        <a:t>0.909</a:t>
                      </a:r>
                    </a:p>
                  </a:txBody>
                  <a:tcPr/>
                </a:tc>
                <a:tc>
                  <a:txBody>
                    <a:bodyPr/>
                    <a:lstStyle/>
                    <a:p>
                      <a:r>
                        <a:rPr lang="en-IN" b="1" dirty="0"/>
                        <a:t>0.902</a:t>
                      </a:r>
                    </a:p>
                  </a:txBody>
                  <a:tcPr/>
                </a:tc>
                <a:tc>
                  <a:txBody>
                    <a:bodyPr/>
                    <a:lstStyle/>
                    <a:p>
                      <a:r>
                        <a:rPr lang="en-IN" b="0" dirty="0"/>
                        <a:t>0.892</a:t>
                      </a:r>
                    </a:p>
                  </a:txBody>
                  <a:tcPr/>
                </a:tc>
                <a:extLst>
                  <a:ext uri="{0D108BD9-81ED-4DB2-BD59-A6C34878D82A}">
                    <a16:rowId xmlns:a16="http://schemas.microsoft.com/office/drawing/2014/main" val="330942535"/>
                  </a:ext>
                </a:extLst>
              </a:tr>
              <a:tr h="370840">
                <a:tc>
                  <a:txBody>
                    <a:bodyPr/>
                    <a:lstStyle/>
                    <a:p>
                      <a:r>
                        <a:rPr lang="en-IN" b="1" dirty="0"/>
                        <a:t>5 Year Average </a:t>
                      </a:r>
                    </a:p>
                  </a:txBody>
                  <a:tcPr/>
                </a:tc>
                <a:tc>
                  <a:txBody>
                    <a:bodyPr/>
                    <a:lstStyle/>
                    <a:p>
                      <a:r>
                        <a:rPr lang="en-IN" b="1" dirty="0"/>
                        <a:t>0.908</a:t>
                      </a:r>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204066605"/>
                  </a:ext>
                </a:extLst>
              </a:tr>
            </a:tbl>
          </a:graphicData>
        </a:graphic>
      </p:graphicFrame>
    </p:spTree>
    <p:extLst>
      <p:ext uri="{BB962C8B-B14F-4D97-AF65-F5344CB8AC3E}">
        <p14:creationId xmlns:p14="http://schemas.microsoft.com/office/powerpoint/2010/main" val="34768015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06E47-C41F-456F-886B-839247B5748F}"/>
              </a:ext>
            </a:extLst>
          </p:cNvPr>
          <p:cNvSpPr>
            <a:spLocks noGrp="1"/>
          </p:cNvSpPr>
          <p:nvPr>
            <p:ph type="title"/>
          </p:nvPr>
        </p:nvSpPr>
        <p:spPr/>
        <p:txBody>
          <a:bodyPr>
            <a:normAutofit/>
          </a:bodyPr>
          <a:lstStyle/>
          <a:p>
            <a:pPr algn="ctr"/>
            <a:r>
              <a:rPr lang="en-US" sz="3600" b="1" dirty="0">
                <a:solidFill>
                  <a:prstClr val="black"/>
                </a:solidFill>
                <a:latin typeface="Calibri Light" panose="020F0302020204030204"/>
              </a:rPr>
              <a:t>Interest Advantage </a:t>
            </a:r>
            <a:r>
              <a:rPr kumimoji="0" lang="en-US" sz="3600" b="1" i="0" u="none" strike="noStrike" kern="1200" cap="none" spc="0" normalizeH="0" baseline="0" noProof="0" dirty="0">
                <a:ln>
                  <a:noFill/>
                </a:ln>
                <a:solidFill>
                  <a:prstClr val="black"/>
                </a:solidFill>
                <a:effectLst/>
                <a:uLnTx/>
                <a:uFillTx/>
                <a:latin typeface="Calibri Light" panose="020F0302020204030204"/>
                <a:ea typeface="+mj-ea"/>
                <a:cs typeface="+mj-cs"/>
              </a:rPr>
              <a:t>of </a:t>
            </a:r>
            <a:r>
              <a:rPr lang="en-US" sz="3600" b="1" dirty="0">
                <a:solidFill>
                  <a:prstClr val="black"/>
                </a:solidFill>
                <a:latin typeface="Calibri Light" panose="020F0302020204030204"/>
              </a:rPr>
              <a:t> HUL</a:t>
            </a:r>
            <a:r>
              <a:rPr kumimoji="0" lang="en-US" sz="3600" b="1" i="0" u="none" strike="noStrike" kern="1200" cap="none" spc="0" normalizeH="0" baseline="0" noProof="0" dirty="0">
                <a:ln>
                  <a:noFill/>
                </a:ln>
                <a:solidFill>
                  <a:prstClr val="black"/>
                </a:solidFill>
                <a:effectLst/>
                <a:uLnTx/>
                <a:uFillTx/>
                <a:latin typeface="Calibri Light" panose="020F0302020204030204"/>
                <a:ea typeface="+mj-ea"/>
                <a:cs typeface="+mj-cs"/>
              </a:rPr>
              <a:t>- Last Five </a:t>
            </a:r>
            <a:r>
              <a:rPr kumimoji="0" lang="en-US" sz="3600" b="1" i="0" u="none" strike="noStrike" kern="1200" cap="none" spc="0" normalizeH="0" baseline="0" noProof="0" dirty="0" err="1">
                <a:ln>
                  <a:noFill/>
                </a:ln>
                <a:solidFill>
                  <a:prstClr val="black"/>
                </a:solidFill>
                <a:effectLst/>
                <a:uLnTx/>
                <a:uFillTx/>
                <a:latin typeface="Calibri Light" panose="020F0302020204030204"/>
                <a:ea typeface="+mj-ea"/>
                <a:cs typeface="+mj-cs"/>
              </a:rPr>
              <a:t>Fys</a:t>
            </a:r>
            <a:r>
              <a:rPr kumimoji="0" lang="en-US" sz="3600" b="1" i="0" u="none" strike="noStrike" kern="1200" cap="none" spc="0" normalizeH="0" baseline="0" noProof="0" dirty="0">
                <a:ln>
                  <a:noFill/>
                </a:ln>
                <a:solidFill>
                  <a:prstClr val="black"/>
                </a:solidFill>
                <a:effectLst/>
                <a:uLnTx/>
                <a:uFillTx/>
                <a:latin typeface="Calibri Light" panose="020F0302020204030204"/>
                <a:ea typeface="+mj-ea"/>
                <a:cs typeface="+mj-cs"/>
              </a:rPr>
              <a:t> </a:t>
            </a:r>
            <a:endParaRPr lang="en-IN" sz="3600" dirty="0"/>
          </a:p>
        </p:txBody>
      </p:sp>
      <p:sp>
        <p:nvSpPr>
          <p:cNvPr id="3" name="Content Placeholder 2">
            <a:extLst>
              <a:ext uri="{FF2B5EF4-FFF2-40B4-BE49-F238E27FC236}">
                <a16:creationId xmlns:a16="http://schemas.microsoft.com/office/drawing/2014/main" id="{ED18F56F-33A1-4148-9BD5-27B1B88AF90F}"/>
              </a:ext>
            </a:extLst>
          </p:cNvPr>
          <p:cNvSpPr>
            <a:spLocks noGrp="1"/>
          </p:cNvSpPr>
          <p:nvPr>
            <p:ph idx="1"/>
          </p:nvPr>
        </p:nvSpPr>
        <p:spPr/>
        <p:txBody>
          <a:bodyPr/>
          <a:lstStyle/>
          <a:p>
            <a:endParaRPr lang="en-IN" dirty="0"/>
          </a:p>
        </p:txBody>
      </p:sp>
      <p:graphicFrame>
        <p:nvGraphicFramePr>
          <p:cNvPr id="4" name="Table 4">
            <a:extLst>
              <a:ext uri="{FF2B5EF4-FFF2-40B4-BE49-F238E27FC236}">
                <a16:creationId xmlns:a16="http://schemas.microsoft.com/office/drawing/2014/main" id="{34FB0C9D-1578-4A7E-AF41-002B79E6727C}"/>
              </a:ext>
            </a:extLst>
          </p:cNvPr>
          <p:cNvGraphicFramePr>
            <a:graphicFrameLocks/>
          </p:cNvGraphicFramePr>
          <p:nvPr/>
        </p:nvGraphicFramePr>
        <p:xfrm>
          <a:off x="838200" y="1825625"/>
          <a:ext cx="10515603" cy="3312160"/>
        </p:xfrm>
        <a:graphic>
          <a:graphicData uri="http://schemas.openxmlformats.org/drawingml/2006/table">
            <a:tbl>
              <a:tblPr firstRow="1" bandRow="1">
                <a:tableStyleId>{00A15C55-8517-42AA-B614-E9B94910E393}</a:tableStyleId>
              </a:tblPr>
              <a:tblGrid>
                <a:gridCol w="1502229">
                  <a:extLst>
                    <a:ext uri="{9D8B030D-6E8A-4147-A177-3AD203B41FA5}">
                      <a16:colId xmlns:a16="http://schemas.microsoft.com/office/drawing/2014/main" val="3403792412"/>
                    </a:ext>
                  </a:extLst>
                </a:gridCol>
                <a:gridCol w="1502229">
                  <a:extLst>
                    <a:ext uri="{9D8B030D-6E8A-4147-A177-3AD203B41FA5}">
                      <a16:colId xmlns:a16="http://schemas.microsoft.com/office/drawing/2014/main" val="1323928238"/>
                    </a:ext>
                  </a:extLst>
                </a:gridCol>
                <a:gridCol w="1502229">
                  <a:extLst>
                    <a:ext uri="{9D8B030D-6E8A-4147-A177-3AD203B41FA5}">
                      <a16:colId xmlns:a16="http://schemas.microsoft.com/office/drawing/2014/main" val="2929787704"/>
                    </a:ext>
                  </a:extLst>
                </a:gridCol>
                <a:gridCol w="1502229">
                  <a:extLst>
                    <a:ext uri="{9D8B030D-6E8A-4147-A177-3AD203B41FA5}">
                      <a16:colId xmlns:a16="http://schemas.microsoft.com/office/drawing/2014/main" val="2884300378"/>
                    </a:ext>
                  </a:extLst>
                </a:gridCol>
                <a:gridCol w="1502229">
                  <a:extLst>
                    <a:ext uri="{9D8B030D-6E8A-4147-A177-3AD203B41FA5}">
                      <a16:colId xmlns:a16="http://schemas.microsoft.com/office/drawing/2014/main" val="783594773"/>
                    </a:ext>
                  </a:extLst>
                </a:gridCol>
                <a:gridCol w="1502229">
                  <a:extLst>
                    <a:ext uri="{9D8B030D-6E8A-4147-A177-3AD203B41FA5}">
                      <a16:colId xmlns:a16="http://schemas.microsoft.com/office/drawing/2014/main" val="3333496656"/>
                    </a:ext>
                  </a:extLst>
                </a:gridCol>
                <a:gridCol w="1502229">
                  <a:extLst>
                    <a:ext uri="{9D8B030D-6E8A-4147-A177-3AD203B41FA5}">
                      <a16:colId xmlns:a16="http://schemas.microsoft.com/office/drawing/2014/main" val="4128785720"/>
                    </a:ext>
                  </a:extLst>
                </a:gridCol>
              </a:tblGrid>
              <a:tr h="37084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2024</a:t>
                      </a:r>
                    </a:p>
                  </a:txBody>
                  <a:tcPr/>
                </a:tc>
                <a:tc>
                  <a:txBody>
                    <a:bodyPr/>
                    <a:lstStyle/>
                    <a:p>
                      <a:r>
                        <a:rPr lang="en-IN" dirty="0"/>
                        <a:t>2023</a:t>
                      </a:r>
                    </a:p>
                  </a:txBody>
                  <a:tcPr/>
                </a:tc>
                <a:tc>
                  <a:txBody>
                    <a:bodyPr/>
                    <a:lstStyle/>
                    <a:p>
                      <a:r>
                        <a:rPr lang="en-US" dirty="0"/>
                        <a:t> 2022</a:t>
                      </a:r>
                      <a:endParaRPr lang="en-IN" dirty="0"/>
                    </a:p>
                  </a:txBody>
                  <a:tcPr/>
                </a:tc>
                <a:tc>
                  <a:txBody>
                    <a:bodyPr/>
                    <a:lstStyle/>
                    <a:p>
                      <a:r>
                        <a:rPr lang="en-US" dirty="0"/>
                        <a:t>2021</a:t>
                      </a:r>
                      <a:endParaRPr lang="en-IN" dirty="0"/>
                    </a:p>
                  </a:txBody>
                  <a:tcPr/>
                </a:tc>
                <a:tc>
                  <a:txBody>
                    <a:bodyPr/>
                    <a:lstStyle/>
                    <a:p>
                      <a:r>
                        <a:rPr lang="en-US" dirty="0"/>
                        <a:t>2020</a:t>
                      </a:r>
                      <a:endParaRPr lang="en-IN" dirty="0"/>
                    </a:p>
                  </a:txBody>
                  <a:tcPr/>
                </a:tc>
                <a:extLst>
                  <a:ext uri="{0D108BD9-81ED-4DB2-BD59-A6C34878D82A}">
                    <a16:rowId xmlns:a16="http://schemas.microsoft.com/office/drawing/2014/main" val="2036340585"/>
                  </a:ext>
                </a:extLst>
              </a:tr>
              <a:tr h="370840">
                <a:tc>
                  <a:txBody>
                    <a:bodyPr/>
                    <a:lstStyle/>
                    <a:p>
                      <a:r>
                        <a:rPr lang="en-US" b="1" dirty="0"/>
                        <a:t>EBIT</a:t>
                      </a:r>
                    </a:p>
                  </a:txBody>
                  <a:tcPr/>
                </a:tc>
                <a:tc>
                  <a:txBody>
                    <a:bodyPr/>
                    <a:lstStyle/>
                    <a:p>
                      <a:r>
                        <a:rPr lang="en-IN" b="1" dirty="0"/>
                        <a:t>12663</a:t>
                      </a:r>
                    </a:p>
                  </a:txBody>
                  <a:tcPr/>
                </a:tc>
                <a:tc>
                  <a:txBody>
                    <a:bodyPr/>
                    <a:lstStyle/>
                    <a:p>
                      <a:r>
                        <a:rPr lang="en-IN" b="1" dirty="0"/>
                        <a:t>12517</a:t>
                      </a:r>
                    </a:p>
                  </a:txBody>
                  <a:tcPr/>
                </a:tc>
                <a:tc>
                  <a:txBody>
                    <a:bodyPr/>
                    <a:lstStyle/>
                    <a:p>
                      <a:r>
                        <a:rPr lang="en-IN" b="1" dirty="0"/>
                        <a:t>11981</a:t>
                      </a:r>
                    </a:p>
                  </a:txBody>
                  <a:tcPr/>
                </a:tc>
                <a:tc>
                  <a:txBody>
                    <a:bodyPr/>
                    <a:lstStyle/>
                    <a:p>
                      <a:r>
                        <a:rPr lang="en-IN" b="1" dirty="0"/>
                        <a:t>10868</a:t>
                      </a:r>
                    </a:p>
                  </a:txBody>
                  <a:tcPr/>
                </a:tc>
                <a:tc>
                  <a:txBody>
                    <a:bodyPr/>
                    <a:lstStyle/>
                    <a:p>
                      <a:r>
                        <a:rPr lang="en-IN" b="1" dirty="0"/>
                        <a:t>9845</a:t>
                      </a:r>
                    </a:p>
                  </a:txBody>
                  <a:tcPr/>
                </a:tc>
                <a:tc>
                  <a:txBody>
                    <a:bodyPr/>
                    <a:lstStyle/>
                    <a:p>
                      <a:r>
                        <a:rPr lang="en-IN" b="1" dirty="0"/>
                        <a:t>8314</a:t>
                      </a:r>
                    </a:p>
                  </a:txBody>
                  <a:tcPr/>
                </a:tc>
                <a:extLst>
                  <a:ext uri="{0D108BD9-81ED-4DB2-BD59-A6C34878D82A}">
                    <a16:rowId xmlns:a16="http://schemas.microsoft.com/office/drawing/2014/main" val="2876592805"/>
                  </a:ext>
                </a:extLst>
              </a:tr>
              <a:tr h="453745">
                <a:tc>
                  <a:txBody>
                    <a:bodyPr/>
                    <a:lstStyle/>
                    <a:p>
                      <a:pPr marL="285750" indent="-285750">
                        <a:buFontTx/>
                        <a:buChar char="-"/>
                      </a:pPr>
                      <a:r>
                        <a:rPr lang="en-US" b="1" dirty="0"/>
                        <a:t>Interest</a:t>
                      </a:r>
                    </a:p>
                    <a:p>
                      <a:pPr marL="0" indent="0">
                        <a:buFontTx/>
                        <a:buNone/>
                      </a:pPr>
                      <a:r>
                        <a:rPr lang="en-US" b="1" dirty="0">
                          <a:highlight>
                            <a:srgbClr val="FFFF00"/>
                          </a:highlight>
                        </a:rPr>
                        <a:t>+ Other Income ignored</a:t>
                      </a:r>
                      <a:endParaRPr lang="en-IN" b="1" dirty="0">
                        <a:highlight>
                          <a:srgbClr val="FFFF00"/>
                        </a:highlight>
                      </a:endParaRPr>
                    </a:p>
                  </a:txBody>
                  <a:tcPr/>
                </a:tc>
                <a:tc>
                  <a:txBody>
                    <a:bodyPr/>
                    <a:lstStyle/>
                    <a:p>
                      <a:r>
                        <a:rPr lang="en-IN" dirty="0"/>
                        <a:t>-395</a:t>
                      </a:r>
                    </a:p>
                  </a:txBody>
                  <a:tcPr/>
                </a:tc>
                <a:tc>
                  <a:txBody>
                    <a:bodyPr/>
                    <a:lstStyle/>
                    <a:p>
                      <a:r>
                        <a:rPr lang="en-IN" dirty="0"/>
                        <a:t>-334</a:t>
                      </a:r>
                    </a:p>
                  </a:txBody>
                  <a:tcPr/>
                </a:tc>
                <a:tc>
                  <a:txBody>
                    <a:bodyPr/>
                    <a:lstStyle/>
                    <a:p>
                      <a:r>
                        <a:rPr lang="en-IN" dirty="0"/>
                        <a:t>-114</a:t>
                      </a:r>
                    </a:p>
                  </a:txBody>
                  <a:tcPr/>
                </a:tc>
                <a:tc>
                  <a:txBody>
                    <a:bodyPr/>
                    <a:lstStyle/>
                    <a:p>
                      <a:r>
                        <a:rPr lang="en-IN" dirty="0"/>
                        <a:t>-106</a:t>
                      </a:r>
                    </a:p>
                  </a:txBody>
                  <a:tcPr/>
                </a:tc>
                <a:tc>
                  <a:txBody>
                    <a:bodyPr/>
                    <a:lstStyle/>
                    <a:p>
                      <a:r>
                        <a:rPr lang="en-IN" dirty="0"/>
                        <a:t>-117</a:t>
                      </a:r>
                    </a:p>
                  </a:txBody>
                  <a:tcPr/>
                </a:tc>
                <a:tc>
                  <a:txBody>
                    <a:bodyPr/>
                    <a:lstStyle/>
                    <a:p>
                      <a:r>
                        <a:rPr lang="en-IN" dirty="0"/>
                        <a:t>-118</a:t>
                      </a:r>
                    </a:p>
                  </a:txBody>
                  <a:tcPr/>
                </a:tc>
                <a:extLst>
                  <a:ext uri="{0D108BD9-81ED-4DB2-BD59-A6C34878D82A}">
                    <a16:rowId xmlns:a16="http://schemas.microsoft.com/office/drawing/2014/main" val="2184519470"/>
                  </a:ext>
                </a:extLst>
              </a:tr>
              <a:tr h="370840">
                <a:tc>
                  <a:txBody>
                    <a:bodyPr/>
                    <a:lstStyle/>
                    <a:p>
                      <a:r>
                        <a:rPr lang="en-US" b="1"/>
                        <a:t>EBT</a:t>
                      </a:r>
                      <a:endParaRPr lang="en-IN" b="1" dirty="0"/>
                    </a:p>
                  </a:txBody>
                  <a:tcPr/>
                </a:tc>
                <a:tc>
                  <a:txBody>
                    <a:bodyPr/>
                    <a:lstStyle/>
                    <a:p>
                      <a:r>
                        <a:rPr lang="en-IN" dirty="0"/>
                        <a:t>12268</a:t>
                      </a:r>
                    </a:p>
                  </a:txBody>
                  <a:tcPr/>
                </a:tc>
                <a:tc>
                  <a:txBody>
                    <a:bodyPr/>
                    <a:lstStyle/>
                    <a:p>
                      <a:r>
                        <a:rPr lang="en-IN" dirty="0"/>
                        <a:t>12183</a:t>
                      </a:r>
                    </a:p>
                  </a:txBody>
                  <a:tcPr/>
                </a:tc>
                <a:tc>
                  <a:txBody>
                    <a:bodyPr/>
                    <a:lstStyle/>
                    <a:p>
                      <a:r>
                        <a:rPr lang="en-IN" dirty="0"/>
                        <a:t>11867</a:t>
                      </a:r>
                    </a:p>
                  </a:txBody>
                  <a:tcPr/>
                </a:tc>
                <a:tc>
                  <a:txBody>
                    <a:bodyPr/>
                    <a:lstStyle/>
                    <a:p>
                      <a:r>
                        <a:rPr lang="en-IN" dirty="0"/>
                        <a:t>10762</a:t>
                      </a:r>
                    </a:p>
                  </a:txBody>
                  <a:tcPr/>
                </a:tc>
                <a:tc>
                  <a:txBody>
                    <a:bodyPr/>
                    <a:lstStyle/>
                    <a:p>
                      <a:r>
                        <a:rPr lang="en-IN" dirty="0"/>
                        <a:t>9728</a:t>
                      </a:r>
                    </a:p>
                  </a:txBody>
                  <a:tcPr/>
                </a:tc>
                <a:tc>
                  <a:txBody>
                    <a:bodyPr/>
                    <a:lstStyle/>
                    <a:p>
                      <a:r>
                        <a:rPr lang="en-IN" dirty="0"/>
                        <a:t>8196</a:t>
                      </a:r>
                    </a:p>
                  </a:txBody>
                  <a:tcPr/>
                </a:tc>
                <a:extLst>
                  <a:ext uri="{0D108BD9-81ED-4DB2-BD59-A6C34878D82A}">
                    <a16:rowId xmlns:a16="http://schemas.microsoft.com/office/drawing/2014/main" val="330942535"/>
                  </a:ext>
                </a:extLst>
              </a:tr>
              <a:tr h="370840">
                <a:tc>
                  <a:txBody>
                    <a:bodyPr/>
                    <a:lstStyle/>
                    <a:p>
                      <a:r>
                        <a:rPr lang="en-US" b="1" dirty="0"/>
                        <a:t>EBT/EBIT</a:t>
                      </a:r>
                      <a:endParaRPr lang="en-IN" b="1" dirty="0"/>
                    </a:p>
                  </a:txBody>
                  <a:tcPr/>
                </a:tc>
                <a:tc>
                  <a:txBody>
                    <a:bodyPr/>
                    <a:lstStyle/>
                    <a:p>
                      <a:r>
                        <a:rPr lang="en-IN" dirty="0"/>
                        <a:t>0.969</a:t>
                      </a:r>
                    </a:p>
                  </a:txBody>
                  <a:tcPr/>
                </a:tc>
                <a:tc>
                  <a:txBody>
                    <a:bodyPr/>
                    <a:lstStyle/>
                    <a:p>
                      <a:r>
                        <a:rPr lang="en-IN" dirty="0"/>
                        <a:t>0.973</a:t>
                      </a:r>
                    </a:p>
                  </a:txBody>
                  <a:tcPr/>
                </a:tc>
                <a:tc>
                  <a:txBody>
                    <a:bodyPr/>
                    <a:lstStyle/>
                    <a:p>
                      <a:r>
                        <a:rPr lang="en-IN" dirty="0"/>
                        <a:t>0.990</a:t>
                      </a:r>
                    </a:p>
                  </a:txBody>
                  <a:tcPr/>
                </a:tc>
                <a:tc>
                  <a:txBody>
                    <a:bodyPr/>
                    <a:lstStyle/>
                    <a:p>
                      <a:r>
                        <a:rPr lang="en-IN" dirty="0"/>
                        <a:t>0.990</a:t>
                      </a:r>
                    </a:p>
                  </a:txBody>
                  <a:tcPr/>
                </a:tc>
                <a:tc>
                  <a:txBody>
                    <a:bodyPr/>
                    <a:lstStyle/>
                    <a:p>
                      <a:r>
                        <a:rPr lang="en-IN" dirty="0"/>
                        <a:t>0.988</a:t>
                      </a:r>
                    </a:p>
                  </a:txBody>
                  <a:tcPr/>
                </a:tc>
                <a:tc>
                  <a:txBody>
                    <a:bodyPr/>
                    <a:lstStyle/>
                    <a:p>
                      <a:r>
                        <a:rPr lang="en-IN" dirty="0"/>
                        <a:t>0.986</a:t>
                      </a:r>
                    </a:p>
                  </a:txBody>
                  <a:tcPr/>
                </a:tc>
                <a:extLst>
                  <a:ext uri="{0D108BD9-81ED-4DB2-BD59-A6C34878D82A}">
                    <a16:rowId xmlns:a16="http://schemas.microsoft.com/office/drawing/2014/main" val="2492406883"/>
                  </a:ext>
                </a:extLst>
              </a:tr>
              <a:tr h="370840">
                <a:tc>
                  <a:txBody>
                    <a:bodyPr/>
                    <a:lstStyle/>
                    <a:p>
                      <a:r>
                        <a:rPr lang="en-IN" b="1" dirty="0"/>
                        <a:t>5 year average </a:t>
                      </a:r>
                    </a:p>
                  </a:txBody>
                  <a:tcPr/>
                </a:tc>
                <a:tc>
                  <a:txBody>
                    <a:bodyPr/>
                    <a:lstStyle/>
                    <a:p>
                      <a:r>
                        <a:rPr lang="en-IN" b="1" dirty="0"/>
                        <a:t>0.982</a:t>
                      </a:r>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2492222203"/>
                  </a:ext>
                </a:extLst>
              </a:tr>
            </a:tbl>
          </a:graphicData>
        </a:graphic>
      </p:graphicFrame>
    </p:spTree>
    <p:extLst>
      <p:ext uri="{BB962C8B-B14F-4D97-AF65-F5344CB8AC3E}">
        <p14:creationId xmlns:p14="http://schemas.microsoft.com/office/powerpoint/2010/main" val="22923888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06E47-C41F-456F-886B-839247B5748F}"/>
              </a:ext>
            </a:extLst>
          </p:cNvPr>
          <p:cNvSpPr>
            <a:spLocks noGrp="1"/>
          </p:cNvSpPr>
          <p:nvPr>
            <p:ph type="title"/>
          </p:nvPr>
        </p:nvSpPr>
        <p:spPr/>
        <p:txBody>
          <a:bodyPr>
            <a:normAutofit/>
          </a:bodyPr>
          <a:lstStyle/>
          <a:p>
            <a:pPr algn="ctr"/>
            <a:r>
              <a:rPr lang="en-US" sz="4000" b="1" dirty="0">
                <a:solidFill>
                  <a:prstClr val="black"/>
                </a:solidFill>
                <a:latin typeface="Calibri Light" panose="020F0302020204030204"/>
              </a:rPr>
              <a:t> Tax Advantage </a:t>
            </a:r>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of </a:t>
            </a:r>
            <a:r>
              <a:rPr lang="en-US" sz="4000" b="1" dirty="0">
                <a:solidFill>
                  <a:prstClr val="black"/>
                </a:solidFill>
                <a:latin typeface="Calibri Light" panose="020F0302020204030204"/>
              </a:rPr>
              <a:t>HUL</a:t>
            </a:r>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 Last Five </a:t>
            </a:r>
            <a:r>
              <a:rPr kumimoji="0" lang="en-US" sz="4000" b="1" i="0" u="none" strike="noStrike" kern="1200" cap="none" spc="0" normalizeH="0" baseline="0" noProof="0" dirty="0" err="1">
                <a:ln>
                  <a:noFill/>
                </a:ln>
                <a:solidFill>
                  <a:prstClr val="black"/>
                </a:solidFill>
                <a:effectLst/>
                <a:uLnTx/>
                <a:uFillTx/>
                <a:latin typeface="Calibri Light" panose="020F0302020204030204"/>
                <a:ea typeface="+mj-ea"/>
                <a:cs typeface="+mj-cs"/>
              </a:rPr>
              <a:t>Fys</a:t>
            </a:r>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 </a:t>
            </a:r>
            <a:b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 not considering other income )</a:t>
            </a:r>
            <a:endParaRPr lang="en-IN" sz="4000" dirty="0"/>
          </a:p>
        </p:txBody>
      </p:sp>
      <p:sp>
        <p:nvSpPr>
          <p:cNvPr id="3" name="Content Placeholder 2">
            <a:extLst>
              <a:ext uri="{FF2B5EF4-FFF2-40B4-BE49-F238E27FC236}">
                <a16:creationId xmlns:a16="http://schemas.microsoft.com/office/drawing/2014/main" id="{ED18F56F-33A1-4148-9BD5-27B1B88AF90F}"/>
              </a:ext>
            </a:extLst>
          </p:cNvPr>
          <p:cNvSpPr>
            <a:spLocks noGrp="1"/>
          </p:cNvSpPr>
          <p:nvPr>
            <p:ph idx="1"/>
          </p:nvPr>
        </p:nvSpPr>
        <p:spPr/>
        <p:txBody>
          <a:bodyPr/>
          <a:lstStyle/>
          <a:p>
            <a:endParaRPr lang="en-IN" dirty="0"/>
          </a:p>
        </p:txBody>
      </p:sp>
      <p:graphicFrame>
        <p:nvGraphicFramePr>
          <p:cNvPr id="4" name="Table 4">
            <a:extLst>
              <a:ext uri="{FF2B5EF4-FFF2-40B4-BE49-F238E27FC236}">
                <a16:creationId xmlns:a16="http://schemas.microsoft.com/office/drawing/2014/main" id="{A12ED471-CE07-481E-983A-7EA320147B28}"/>
              </a:ext>
            </a:extLst>
          </p:cNvPr>
          <p:cNvGraphicFramePr>
            <a:graphicFrameLocks/>
          </p:cNvGraphicFramePr>
          <p:nvPr/>
        </p:nvGraphicFramePr>
        <p:xfrm>
          <a:off x="838200" y="1825625"/>
          <a:ext cx="10515603" cy="3586480"/>
        </p:xfrm>
        <a:graphic>
          <a:graphicData uri="http://schemas.openxmlformats.org/drawingml/2006/table">
            <a:tbl>
              <a:tblPr firstRow="1" bandRow="1">
                <a:tableStyleId>{7DF18680-E054-41AD-8BC1-D1AEF772440D}</a:tableStyleId>
              </a:tblPr>
              <a:tblGrid>
                <a:gridCol w="1502229">
                  <a:extLst>
                    <a:ext uri="{9D8B030D-6E8A-4147-A177-3AD203B41FA5}">
                      <a16:colId xmlns:a16="http://schemas.microsoft.com/office/drawing/2014/main" val="3403792412"/>
                    </a:ext>
                  </a:extLst>
                </a:gridCol>
                <a:gridCol w="1502229">
                  <a:extLst>
                    <a:ext uri="{9D8B030D-6E8A-4147-A177-3AD203B41FA5}">
                      <a16:colId xmlns:a16="http://schemas.microsoft.com/office/drawing/2014/main" val="1323928238"/>
                    </a:ext>
                  </a:extLst>
                </a:gridCol>
                <a:gridCol w="1502229">
                  <a:extLst>
                    <a:ext uri="{9D8B030D-6E8A-4147-A177-3AD203B41FA5}">
                      <a16:colId xmlns:a16="http://schemas.microsoft.com/office/drawing/2014/main" val="2929787704"/>
                    </a:ext>
                  </a:extLst>
                </a:gridCol>
                <a:gridCol w="1502229">
                  <a:extLst>
                    <a:ext uri="{9D8B030D-6E8A-4147-A177-3AD203B41FA5}">
                      <a16:colId xmlns:a16="http://schemas.microsoft.com/office/drawing/2014/main" val="2884300378"/>
                    </a:ext>
                  </a:extLst>
                </a:gridCol>
                <a:gridCol w="1502229">
                  <a:extLst>
                    <a:ext uri="{9D8B030D-6E8A-4147-A177-3AD203B41FA5}">
                      <a16:colId xmlns:a16="http://schemas.microsoft.com/office/drawing/2014/main" val="783594773"/>
                    </a:ext>
                  </a:extLst>
                </a:gridCol>
                <a:gridCol w="1502229">
                  <a:extLst>
                    <a:ext uri="{9D8B030D-6E8A-4147-A177-3AD203B41FA5}">
                      <a16:colId xmlns:a16="http://schemas.microsoft.com/office/drawing/2014/main" val="3333496656"/>
                    </a:ext>
                  </a:extLst>
                </a:gridCol>
                <a:gridCol w="1502229">
                  <a:extLst>
                    <a:ext uri="{9D8B030D-6E8A-4147-A177-3AD203B41FA5}">
                      <a16:colId xmlns:a16="http://schemas.microsoft.com/office/drawing/2014/main" val="682204130"/>
                    </a:ext>
                  </a:extLst>
                </a:gridCol>
              </a:tblGrid>
              <a:tr h="37084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2024</a:t>
                      </a:r>
                    </a:p>
                  </a:txBody>
                  <a:tcPr/>
                </a:tc>
                <a:tc>
                  <a:txBody>
                    <a:bodyPr/>
                    <a:lstStyle/>
                    <a:p>
                      <a:r>
                        <a:rPr lang="en-IN" dirty="0"/>
                        <a:t>2023</a:t>
                      </a:r>
                    </a:p>
                  </a:txBody>
                  <a:tcPr/>
                </a:tc>
                <a:tc>
                  <a:txBody>
                    <a:bodyPr/>
                    <a:lstStyle/>
                    <a:p>
                      <a:r>
                        <a:rPr lang="en-US" dirty="0"/>
                        <a:t>2022</a:t>
                      </a:r>
                      <a:endParaRPr lang="en-IN" dirty="0"/>
                    </a:p>
                  </a:txBody>
                  <a:tcPr/>
                </a:tc>
                <a:tc>
                  <a:txBody>
                    <a:bodyPr/>
                    <a:lstStyle/>
                    <a:p>
                      <a:r>
                        <a:rPr lang="en-US" dirty="0"/>
                        <a:t>2021</a:t>
                      </a:r>
                      <a:endParaRPr lang="en-IN" dirty="0"/>
                    </a:p>
                  </a:txBody>
                  <a:tcPr/>
                </a:tc>
                <a:tc>
                  <a:txBody>
                    <a:bodyPr/>
                    <a:lstStyle/>
                    <a:p>
                      <a:r>
                        <a:rPr lang="en-US" dirty="0"/>
                        <a:t>2020</a:t>
                      </a:r>
                      <a:endParaRPr lang="en-IN" dirty="0"/>
                    </a:p>
                  </a:txBody>
                  <a:tcPr/>
                </a:tc>
                <a:extLst>
                  <a:ext uri="{0D108BD9-81ED-4DB2-BD59-A6C34878D82A}">
                    <a16:rowId xmlns:a16="http://schemas.microsoft.com/office/drawing/2014/main" val="2036340585"/>
                  </a:ext>
                </a:extLst>
              </a:tr>
              <a:tr h="370840">
                <a:tc>
                  <a:txBody>
                    <a:bodyPr/>
                    <a:lstStyle/>
                    <a:p>
                      <a:r>
                        <a:rPr lang="en-US" b="1" dirty="0"/>
                        <a:t>EBT</a:t>
                      </a:r>
                    </a:p>
                  </a:txBody>
                  <a:tcPr/>
                </a:tc>
                <a:tc>
                  <a:txBody>
                    <a:bodyPr/>
                    <a:lstStyle/>
                    <a:p>
                      <a:r>
                        <a:rPr lang="en-IN" dirty="0"/>
                        <a:t>12268</a:t>
                      </a:r>
                    </a:p>
                  </a:txBody>
                  <a:tcPr/>
                </a:tc>
                <a:tc>
                  <a:txBody>
                    <a:bodyPr/>
                    <a:lstStyle/>
                    <a:p>
                      <a:r>
                        <a:rPr lang="en-IN" dirty="0"/>
                        <a:t>12183</a:t>
                      </a:r>
                    </a:p>
                  </a:txBody>
                  <a:tcPr/>
                </a:tc>
                <a:tc>
                  <a:txBody>
                    <a:bodyPr/>
                    <a:lstStyle/>
                    <a:p>
                      <a:r>
                        <a:rPr lang="en-IN" dirty="0"/>
                        <a:t>11867</a:t>
                      </a:r>
                    </a:p>
                  </a:txBody>
                  <a:tcPr/>
                </a:tc>
                <a:tc>
                  <a:txBody>
                    <a:bodyPr/>
                    <a:lstStyle/>
                    <a:p>
                      <a:r>
                        <a:rPr lang="en-IN" dirty="0"/>
                        <a:t>10762</a:t>
                      </a:r>
                    </a:p>
                  </a:txBody>
                  <a:tcPr/>
                </a:tc>
                <a:tc>
                  <a:txBody>
                    <a:bodyPr/>
                    <a:lstStyle/>
                    <a:p>
                      <a:r>
                        <a:rPr lang="en-IN" dirty="0"/>
                        <a:t>9728</a:t>
                      </a:r>
                    </a:p>
                  </a:txBody>
                  <a:tcPr/>
                </a:tc>
                <a:tc>
                  <a:txBody>
                    <a:bodyPr/>
                    <a:lstStyle/>
                    <a:p>
                      <a:r>
                        <a:rPr lang="en-IN" dirty="0"/>
                        <a:t>8196</a:t>
                      </a:r>
                    </a:p>
                  </a:txBody>
                  <a:tcPr/>
                </a:tc>
                <a:extLst>
                  <a:ext uri="{0D108BD9-81ED-4DB2-BD59-A6C34878D82A}">
                    <a16:rowId xmlns:a16="http://schemas.microsoft.com/office/drawing/2014/main" val="2876592805"/>
                  </a:ext>
                </a:extLst>
              </a:tr>
              <a:tr h="453745">
                <a:tc>
                  <a:txBody>
                    <a:bodyPr/>
                    <a:lstStyle/>
                    <a:p>
                      <a:r>
                        <a:rPr lang="en-US" b="1" dirty="0"/>
                        <a:t>- Tax =( Actual Tax/Actual PBT)*Derived EBT </a:t>
                      </a:r>
                      <a:endParaRPr lang="en-IN" b="1" dirty="0"/>
                    </a:p>
                  </a:txBody>
                  <a:tcPr/>
                </a:tc>
                <a:tc>
                  <a:txBody>
                    <a:bodyPr/>
                    <a:lstStyle/>
                    <a:p>
                      <a:r>
                        <a:rPr lang="en-IN" b="1" dirty="0"/>
                        <a:t>( 3744/ 14423) * 12268</a:t>
                      </a:r>
                    </a:p>
                    <a:p>
                      <a:endParaRPr lang="en-IN" b="1" dirty="0"/>
                    </a:p>
                    <a:p>
                      <a:r>
                        <a:rPr lang="en-IN" b="1" dirty="0"/>
                        <a:t>= 3185</a:t>
                      </a:r>
                    </a:p>
                  </a:txBody>
                  <a:tcPr/>
                </a:tc>
                <a:tc>
                  <a:txBody>
                    <a:bodyPr/>
                    <a:lstStyle/>
                    <a:p>
                      <a:r>
                        <a:rPr lang="en-IN" b="1" dirty="0"/>
                        <a:t>(3644/ 13930 )* 12183</a:t>
                      </a:r>
                    </a:p>
                    <a:p>
                      <a:endParaRPr lang="en-IN" b="1" dirty="0"/>
                    </a:p>
                    <a:p>
                      <a:endParaRPr lang="en-IN" b="1" dirty="0"/>
                    </a:p>
                    <a:p>
                      <a:r>
                        <a:rPr lang="en-IN" b="1" dirty="0"/>
                        <a:t>= 3187</a:t>
                      </a:r>
                    </a:p>
                  </a:txBody>
                  <a:tcPr/>
                </a:tc>
                <a:tc>
                  <a:txBody>
                    <a:bodyPr/>
                    <a:lstStyle/>
                    <a:p>
                      <a:r>
                        <a:rPr lang="en-IN" b="0" dirty="0"/>
                        <a:t>(3201/ 13346)* 11867</a:t>
                      </a:r>
                    </a:p>
                    <a:p>
                      <a:endParaRPr lang="en-IN" b="1" dirty="0"/>
                    </a:p>
                    <a:p>
                      <a:r>
                        <a:rPr lang="en-IN" b="1" dirty="0"/>
                        <a:t>= 2846</a:t>
                      </a:r>
                    </a:p>
                  </a:txBody>
                  <a:tcPr/>
                </a:tc>
                <a:tc>
                  <a:txBody>
                    <a:bodyPr/>
                    <a:lstStyle/>
                    <a:p>
                      <a:r>
                        <a:rPr lang="en-IN" dirty="0"/>
                        <a:t>(2987/11874)</a:t>
                      </a:r>
                    </a:p>
                    <a:p>
                      <a:r>
                        <a:rPr lang="en-IN" dirty="0"/>
                        <a:t>*10762</a:t>
                      </a:r>
                    </a:p>
                    <a:p>
                      <a:endParaRPr lang="en-IN" dirty="0"/>
                    </a:p>
                    <a:p>
                      <a:r>
                        <a:rPr lang="en-IN" dirty="0"/>
                        <a:t>=</a:t>
                      </a:r>
                      <a:r>
                        <a:rPr lang="en-IN" b="1" dirty="0"/>
                        <a:t>2708</a:t>
                      </a:r>
                    </a:p>
                  </a:txBody>
                  <a:tcPr/>
                </a:tc>
                <a:tc>
                  <a:txBody>
                    <a:bodyPr/>
                    <a:lstStyle/>
                    <a:p>
                      <a:r>
                        <a:rPr lang="en-IN" dirty="0"/>
                        <a:t>(2606/10606)</a:t>
                      </a:r>
                    </a:p>
                    <a:p>
                      <a:r>
                        <a:rPr lang="en-IN" dirty="0"/>
                        <a:t>*9728</a:t>
                      </a:r>
                    </a:p>
                    <a:p>
                      <a:endParaRPr lang="en-IN" dirty="0"/>
                    </a:p>
                    <a:p>
                      <a:r>
                        <a:rPr lang="en-IN" dirty="0"/>
                        <a:t>= </a:t>
                      </a:r>
                      <a:r>
                        <a:rPr lang="en-IN" b="1" dirty="0"/>
                        <a:t>2390</a:t>
                      </a:r>
                    </a:p>
                  </a:txBody>
                  <a:tcPr/>
                </a:tc>
                <a:tc>
                  <a:txBody>
                    <a:bodyPr/>
                    <a:lstStyle/>
                    <a:p>
                      <a:r>
                        <a:rPr lang="en-IN" dirty="0"/>
                        <a:t>(2409/9173)</a:t>
                      </a:r>
                    </a:p>
                    <a:p>
                      <a:r>
                        <a:rPr lang="en-IN" dirty="0"/>
                        <a:t>*8196</a:t>
                      </a:r>
                    </a:p>
                    <a:p>
                      <a:endParaRPr lang="en-IN" dirty="0"/>
                    </a:p>
                    <a:p>
                      <a:r>
                        <a:rPr lang="en-IN" dirty="0"/>
                        <a:t>= </a:t>
                      </a:r>
                      <a:r>
                        <a:rPr lang="en-IN" b="0" dirty="0"/>
                        <a:t>2152</a:t>
                      </a:r>
                    </a:p>
                  </a:txBody>
                  <a:tcPr/>
                </a:tc>
                <a:extLst>
                  <a:ext uri="{0D108BD9-81ED-4DB2-BD59-A6C34878D82A}">
                    <a16:rowId xmlns:a16="http://schemas.microsoft.com/office/drawing/2014/main" val="2184519470"/>
                  </a:ext>
                </a:extLst>
              </a:tr>
              <a:tr h="370840">
                <a:tc>
                  <a:txBody>
                    <a:bodyPr/>
                    <a:lstStyle/>
                    <a:p>
                      <a:r>
                        <a:rPr lang="en-US" b="1" dirty="0"/>
                        <a:t>PAT  or EAT </a:t>
                      </a:r>
                      <a:endParaRPr lang="en-IN" b="1" dirty="0"/>
                    </a:p>
                  </a:txBody>
                  <a:tcPr/>
                </a:tc>
                <a:tc>
                  <a:txBody>
                    <a:bodyPr/>
                    <a:lstStyle/>
                    <a:p>
                      <a:r>
                        <a:rPr lang="en-IN" b="1" dirty="0"/>
                        <a:t>9083</a:t>
                      </a:r>
                    </a:p>
                  </a:txBody>
                  <a:tcPr/>
                </a:tc>
                <a:tc>
                  <a:txBody>
                    <a:bodyPr/>
                    <a:lstStyle/>
                    <a:p>
                      <a:r>
                        <a:rPr lang="en-IN" b="1" dirty="0"/>
                        <a:t>8996</a:t>
                      </a:r>
                    </a:p>
                  </a:txBody>
                  <a:tcPr/>
                </a:tc>
                <a:tc>
                  <a:txBody>
                    <a:bodyPr/>
                    <a:lstStyle/>
                    <a:p>
                      <a:r>
                        <a:rPr lang="en-IN" b="1" dirty="0"/>
                        <a:t>9021</a:t>
                      </a:r>
                    </a:p>
                  </a:txBody>
                  <a:tcPr/>
                </a:tc>
                <a:tc>
                  <a:txBody>
                    <a:bodyPr/>
                    <a:lstStyle/>
                    <a:p>
                      <a:r>
                        <a:rPr lang="en-IN" b="1" dirty="0"/>
                        <a:t>8054</a:t>
                      </a:r>
                    </a:p>
                  </a:txBody>
                  <a:tcPr/>
                </a:tc>
                <a:tc>
                  <a:txBody>
                    <a:bodyPr/>
                    <a:lstStyle/>
                    <a:p>
                      <a:r>
                        <a:rPr lang="en-IN" b="1" dirty="0"/>
                        <a:t>7338</a:t>
                      </a:r>
                    </a:p>
                  </a:txBody>
                  <a:tcPr/>
                </a:tc>
                <a:tc>
                  <a:txBody>
                    <a:bodyPr/>
                    <a:lstStyle/>
                    <a:p>
                      <a:r>
                        <a:rPr lang="en-IN" b="0" dirty="0"/>
                        <a:t>6044</a:t>
                      </a:r>
                    </a:p>
                  </a:txBody>
                  <a:tcPr/>
                </a:tc>
                <a:extLst>
                  <a:ext uri="{0D108BD9-81ED-4DB2-BD59-A6C34878D82A}">
                    <a16:rowId xmlns:a16="http://schemas.microsoft.com/office/drawing/2014/main" val="330942535"/>
                  </a:ext>
                </a:extLst>
              </a:tr>
              <a:tr h="370840">
                <a:tc>
                  <a:txBody>
                    <a:bodyPr/>
                    <a:lstStyle/>
                    <a:p>
                      <a:r>
                        <a:rPr lang="en-US" b="1" dirty="0"/>
                        <a:t>PAT/EBT</a:t>
                      </a:r>
                      <a:endParaRPr lang="en-IN" b="1" dirty="0"/>
                    </a:p>
                  </a:txBody>
                  <a:tcPr/>
                </a:tc>
                <a:tc>
                  <a:txBody>
                    <a:bodyPr/>
                    <a:lstStyle/>
                    <a:p>
                      <a:r>
                        <a:rPr lang="en-IN" b="1" dirty="0"/>
                        <a:t>0.740</a:t>
                      </a:r>
                    </a:p>
                  </a:txBody>
                  <a:tcPr/>
                </a:tc>
                <a:tc>
                  <a:txBody>
                    <a:bodyPr/>
                    <a:lstStyle/>
                    <a:p>
                      <a:r>
                        <a:rPr lang="en-IN" b="1" dirty="0"/>
                        <a:t>0.738</a:t>
                      </a:r>
                    </a:p>
                  </a:txBody>
                  <a:tcPr/>
                </a:tc>
                <a:tc>
                  <a:txBody>
                    <a:bodyPr/>
                    <a:lstStyle/>
                    <a:p>
                      <a:r>
                        <a:rPr lang="en-IN" b="1" dirty="0"/>
                        <a:t>0.760</a:t>
                      </a:r>
                    </a:p>
                  </a:txBody>
                  <a:tcPr/>
                </a:tc>
                <a:tc>
                  <a:txBody>
                    <a:bodyPr/>
                    <a:lstStyle/>
                    <a:p>
                      <a:r>
                        <a:rPr lang="en-IN" b="1" dirty="0"/>
                        <a:t>0.748</a:t>
                      </a:r>
                    </a:p>
                  </a:txBody>
                  <a:tcPr/>
                </a:tc>
                <a:tc>
                  <a:txBody>
                    <a:bodyPr/>
                    <a:lstStyle/>
                    <a:p>
                      <a:r>
                        <a:rPr lang="en-IN" b="1" dirty="0"/>
                        <a:t>0.754</a:t>
                      </a:r>
                    </a:p>
                  </a:txBody>
                  <a:tcPr/>
                </a:tc>
                <a:tc>
                  <a:txBody>
                    <a:bodyPr/>
                    <a:lstStyle/>
                    <a:p>
                      <a:r>
                        <a:rPr lang="en-IN" b="0" dirty="0"/>
                        <a:t>0.737</a:t>
                      </a:r>
                    </a:p>
                  </a:txBody>
                  <a:tcPr/>
                </a:tc>
                <a:extLst>
                  <a:ext uri="{0D108BD9-81ED-4DB2-BD59-A6C34878D82A}">
                    <a16:rowId xmlns:a16="http://schemas.microsoft.com/office/drawing/2014/main" val="2492406883"/>
                  </a:ext>
                </a:extLst>
              </a:tr>
              <a:tr h="370840">
                <a:tc>
                  <a:txBody>
                    <a:bodyPr/>
                    <a:lstStyle/>
                    <a:p>
                      <a:r>
                        <a:rPr lang="en-IN" b="1" dirty="0"/>
                        <a:t>5 year average </a:t>
                      </a:r>
                    </a:p>
                  </a:txBody>
                  <a:tcPr/>
                </a:tc>
                <a:tc>
                  <a:txBody>
                    <a:bodyPr/>
                    <a:lstStyle/>
                    <a:p>
                      <a:r>
                        <a:rPr lang="en-IN" b="1" dirty="0"/>
                        <a:t>0.748</a:t>
                      </a:r>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2187396814"/>
                  </a:ext>
                </a:extLst>
              </a:tr>
            </a:tbl>
          </a:graphicData>
        </a:graphic>
      </p:graphicFrame>
    </p:spTree>
    <p:extLst>
      <p:ext uri="{BB962C8B-B14F-4D97-AF65-F5344CB8AC3E}">
        <p14:creationId xmlns:p14="http://schemas.microsoft.com/office/powerpoint/2010/main" val="27305766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06E47-C41F-456F-886B-839247B5748F}"/>
              </a:ext>
            </a:extLst>
          </p:cNvPr>
          <p:cNvSpPr>
            <a:spLocks noGrp="1"/>
          </p:cNvSpPr>
          <p:nvPr>
            <p:ph type="title"/>
          </p:nvPr>
        </p:nvSpPr>
        <p:spPr/>
        <p:txBody>
          <a:bodyPr>
            <a:normAutofit/>
          </a:bodyPr>
          <a:lstStyle/>
          <a:p>
            <a:pPr algn="ctr"/>
            <a:r>
              <a:rPr lang="en-US" sz="4000" b="1" dirty="0">
                <a:solidFill>
                  <a:prstClr val="black"/>
                </a:solidFill>
                <a:latin typeface="Calibri Light" panose="020F0302020204030204"/>
              </a:rPr>
              <a:t> Asset Turn </a:t>
            </a:r>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of </a:t>
            </a:r>
            <a:r>
              <a:rPr lang="en-US" sz="4000" b="1" dirty="0">
                <a:solidFill>
                  <a:prstClr val="black"/>
                </a:solidFill>
                <a:latin typeface="Calibri Light" panose="020F0302020204030204"/>
              </a:rPr>
              <a:t>HUL</a:t>
            </a:r>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 Last Five </a:t>
            </a:r>
            <a:r>
              <a:rPr kumimoji="0" lang="en-US" sz="4000" b="1" i="0" u="none" strike="noStrike" kern="1200" cap="none" spc="0" normalizeH="0" baseline="0" noProof="0" dirty="0" err="1">
                <a:ln>
                  <a:noFill/>
                </a:ln>
                <a:solidFill>
                  <a:prstClr val="black"/>
                </a:solidFill>
                <a:effectLst/>
                <a:uLnTx/>
                <a:uFillTx/>
                <a:latin typeface="Calibri Light" panose="020F0302020204030204"/>
                <a:ea typeface="+mj-ea"/>
                <a:cs typeface="+mj-cs"/>
              </a:rPr>
              <a:t>Fys</a:t>
            </a:r>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 </a:t>
            </a:r>
            <a:endParaRPr lang="en-IN" sz="4000" dirty="0"/>
          </a:p>
        </p:txBody>
      </p:sp>
      <p:sp>
        <p:nvSpPr>
          <p:cNvPr id="3" name="Content Placeholder 2">
            <a:extLst>
              <a:ext uri="{FF2B5EF4-FFF2-40B4-BE49-F238E27FC236}">
                <a16:creationId xmlns:a16="http://schemas.microsoft.com/office/drawing/2014/main" id="{ED18F56F-33A1-4148-9BD5-27B1B88AF90F}"/>
              </a:ext>
            </a:extLst>
          </p:cNvPr>
          <p:cNvSpPr>
            <a:spLocks noGrp="1"/>
          </p:cNvSpPr>
          <p:nvPr>
            <p:ph idx="1"/>
          </p:nvPr>
        </p:nvSpPr>
        <p:spPr>
          <a:xfrm>
            <a:off x="838200" y="1825625"/>
            <a:ext cx="10515600" cy="3332163"/>
          </a:xfrm>
        </p:spPr>
        <p:txBody>
          <a:bodyPr/>
          <a:lstStyle/>
          <a:p>
            <a:endParaRPr lang="en-IN" dirty="0"/>
          </a:p>
        </p:txBody>
      </p:sp>
      <p:graphicFrame>
        <p:nvGraphicFramePr>
          <p:cNvPr id="4" name="Table 4">
            <a:extLst>
              <a:ext uri="{FF2B5EF4-FFF2-40B4-BE49-F238E27FC236}">
                <a16:creationId xmlns:a16="http://schemas.microsoft.com/office/drawing/2014/main" id="{A12ED471-CE07-481E-983A-7EA320147B28}"/>
              </a:ext>
            </a:extLst>
          </p:cNvPr>
          <p:cNvGraphicFramePr>
            <a:graphicFrameLocks/>
          </p:cNvGraphicFramePr>
          <p:nvPr/>
        </p:nvGraphicFramePr>
        <p:xfrm>
          <a:off x="838200" y="1825625"/>
          <a:ext cx="10515603" cy="3120745"/>
        </p:xfrm>
        <a:graphic>
          <a:graphicData uri="http://schemas.openxmlformats.org/drawingml/2006/table">
            <a:tbl>
              <a:tblPr firstRow="1" bandRow="1">
                <a:tableStyleId>{93296810-A885-4BE3-A3E7-6D5BEEA58F35}</a:tableStyleId>
              </a:tblPr>
              <a:tblGrid>
                <a:gridCol w="1502229">
                  <a:extLst>
                    <a:ext uri="{9D8B030D-6E8A-4147-A177-3AD203B41FA5}">
                      <a16:colId xmlns:a16="http://schemas.microsoft.com/office/drawing/2014/main" val="3403792412"/>
                    </a:ext>
                  </a:extLst>
                </a:gridCol>
                <a:gridCol w="1502229">
                  <a:extLst>
                    <a:ext uri="{9D8B030D-6E8A-4147-A177-3AD203B41FA5}">
                      <a16:colId xmlns:a16="http://schemas.microsoft.com/office/drawing/2014/main" val="1323928238"/>
                    </a:ext>
                  </a:extLst>
                </a:gridCol>
                <a:gridCol w="1502229">
                  <a:extLst>
                    <a:ext uri="{9D8B030D-6E8A-4147-A177-3AD203B41FA5}">
                      <a16:colId xmlns:a16="http://schemas.microsoft.com/office/drawing/2014/main" val="2929787704"/>
                    </a:ext>
                  </a:extLst>
                </a:gridCol>
                <a:gridCol w="1502229">
                  <a:extLst>
                    <a:ext uri="{9D8B030D-6E8A-4147-A177-3AD203B41FA5}">
                      <a16:colId xmlns:a16="http://schemas.microsoft.com/office/drawing/2014/main" val="2884300378"/>
                    </a:ext>
                  </a:extLst>
                </a:gridCol>
                <a:gridCol w="1502229">
                  <a:extLst>
                    <a:ext uri="{9D8B030D-6E8A-4147-A177-3AD203B41FA5}">
                      <a16:colId xmlns:a16="http://schemas.microsoft.com/office/drawing/2014/main" val="783594773"/>
                    </a:ext>
                  </a:extLst>
                </a:gridCol>
                <a:gridCol w="1502229">
                  <a:extLst>
                    <a:ext uri="{9D8B030D-6E8A-4147-A177-3AD203B41FA5}">
                      <a16:colId xmlns:a16="http://schemas.microsoft.com/office/drawing/2014/main" val="3333496656"/>
                    </a:ext>
                  </a:extLst>
                </a:gridCol>
                <a:gridCol w="1502229">
                  <a:extLst>
                    <a:ext uri="{9D8B030D-6E8A-4147-A177-3AD203B41FA5}">
                      <a16:colId xmlns:a16="http://schemas.microsoft.com/office/drawing/2014/main" val="1403348258"/>
                    </a:ext>
                  </a:extLst>
                </a:gridCol>
              </a:tblGrid>
              <a:tr h="37084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 2024</a:t>
                      </a:r>
                    </a:p>
                  </a:txBody>
                  <a:tcPr/>
                </a:tc>
                <a:tc>
                  <a:txBody>
                    <a:bodyPr/>
                    <a:lstStyle/>
                    <a:p>
                      <a:r>
                        <a:rPr lang="en-IN" dirty="0"/>
                        <a:t>2023</a:t>
                      </a:r>
                    </a:p>
                  </a:txBody>
                  <a:tcPr/>
                </a:tc>
                <a:tc>
                  <a:txBody>
                    <a:bodyPr/>
                    <a:lstStyle/>
                    <a:p>
                      <a:r>
                        <a:rPr lang="en-US" dirty="0"/>
                        <a:t>2022</a:t>
                      </a:r>
                      <a:endParaRPr lang="en-IN" dirty="0"/>
                    </a:p>
                  </a:txBody>
                  <a:tcPr/>
                </a:tc>
                <a:tc>
                  <a:txBody>
                    <a:bodyPr/>
                    <a:lstStyle/>
                    <a:p>
                      <a:r>
                        <a:rPr lang="en-US" dirty="0"/>
                        <a:t>2021</a:t>
                      </a:r>
                      <a:endParaRPr lang="en-IN" dirty="0"/>
                    </a:p>
                  </a:txBody>
                  <a:tcPr/>
                </a:tc>
                <a:tc>
                  <a:txBody>
                    <a:bodyPr/>
                    <a:lstStyle/>
                    <a:p>
                      <a:r>
                        <a:rPr lang="en-US" dirty="0"/>
                        <a:t>2020</a:t>
                      </a:r>
                      <a:endParaRPr lang="en-IN" dirty="0"/>
                    </a:p>
                  </a:txBody>
                  <a:tcPr/>
                </a:tc>
                <a:extLst>
                  <a:ext uri="{0D108BD9-81ED-4DB2-BD59-A6C34878D82A}">
                    <a16:rowId xmlns:a16="http://schemas.microsoft.com/office/drawing/2014/main" val="2036340585"/>
                  </a:ext>
                </a:extLst>
              </a:tr>
              <a:tr h="370840">
                <a:tc>
                  <a:txBody>
                    <a:bodyPr/>
                    <a:lstStyle/>
                    <a:p>
                      <a:r>
                        <a:rPr lang="en-US" b="1" dirty="0"/>
                        <a:t>Net Op Revenue  in INR Cr </a:t>
                      </a:r>
                    </a:p>
                  </a:txBody>
                  <a:tcPr/>
                </a:tc>
                <a:tc>
                  <a:txBody>
                    <a:bodyPr/>
                    <a:lstStyle/>
                    <a:p>
                      <a:r>
                        <a:rPr lang="en-IN" dirty="0"/>
                        <a:t>62288</a:t>
                      </a:r>
                    </a:p>
                  </a:txBody>
                  <a:tcPr/>
                </a:tc>
                <a:tc>
                  <a:txBody>
                    <a:bodyPr/>
                    <a:lstStyle/>
                    <a:p>
                      <a:r>
                        <a:rPr lang="en-IN" dirty="0"/>
                        <a:t>60966</a:t>
                      </a:r>
                    </a:p>
                  </a:txBody>
                  <a:tcPr/>
                </a:tc>
                <a:tc>
                  <a:txBody>
                    <a:bodyPr/>
                    <a:lstStyle/>
                    <a:p>
                      <a:r>
                        <a:rPr lang="en-IN" dirty="0"/>
                        <a:t>59549</a:t>
                      </a:r>
                    </a:p>
                  </a:txBody>
                  <a:tcPr/>
                </a:tc>
                <a:tc>
                  <a:txBody>
                    <a:bodyPr/>
                    <a:lstStyle/>
                    <a:p>
                      <a:r>
                        <a:rPr lang="en-IN" dirty="0"/>
                        <a:t>51548</a:t>
                      </a:r>
                    </a:p>
                  </a:txBody>
                  <a:tcPr/>
                </a:tc>
                <a:tc>
                  <a:txBody>
                    <a:bodyPr/>
                    <a:lstStyle/>
                    <a:p>
                      <a:r>
                        <a:rPr lang="en-IN" dirty="0"/>
                        <a:t>46321</a:t>
                      </a:r>
                    </a:p>
                  </a:txBody>
                  <a:tcPr/>
                </a:tc>
                <a:tc>
                  <a:txBody>
                    <a:bodyPr/>
                    <a:lstStyle/>
                    <a:p>
                      <a:r>
                        <a:rPr lang="en-IN" dirty="0"/>
                        <a:t>39238</a:t>
                      </a:r>
                    </a:p>
                  </a:txBody>
                  <a:tcPr/>
                </a:tc>
                <a:extLst>
                  <a:ext uri="{0D108BD9-81ED-4DB2-BD59-A6C34878D82A}">
                    <a16:rowId xmlns:a16="http://schemas.microsoft.com/office/drawing/2014/main" val="2876592805"/>
                  </a:ext>
                </a:extLst>
              </a:tr>
              <a:tr h="453745">
                <a:tc>
                  <a:txBody>
                    <a:bodyPr/>
                    <a:lstStyle/>
                    <a:p>
                      <a:r>
                        <a:rPr lang="en-US" b="1" dirty="0"/>
                        <a:t>Total Assets</a:t>
                      </a:r>
                      <a:endParaRPr lang="en-IN" b="1" dirty="0"/>
                    </a:p>
                  </a:txBody>
                  <a:tcPr/>
                </a:tc>
                <a:tc>
                  <a:txBody>
                    <a:bodyPr/>
                    <a:lstStyle/>
                    <a:p>
                      <a:r>
                        <a:rPr lang="en-IN" dirty="0"/>
                        <a:t>79880</a:t>
                      </a:r>
                    </a:p>
                  </a:txBody>
                  <a:tcPr/>
                </a:tc>
                <a:tc>
                  <a:txBody>
                    <a:bodyPr/>
                    <a:lstStyle/>
                    <a:p>
                      <a:r>
                        <a:rPr lang="en-IN" dirty="0"/>
                        <a:t>78499</a:t>
                      </a:r>
                    </a:p>
                  </a:txBody>
                  <a:tcPr/>
                </a:tc>
                <a:tc>
                  <a:txBody>
                    <a:bodyPr/>
                    <a:lstStyle/>
                    <a:p>
                      <a:r>
                        <a:rPr lang="en-IN" dirty="0"/>
                        <a:t>73087</a:t>
                      </a:r>
                    </a:p>
                  </a:txBody>
                  <a:tcPr/>
                </a:tc>
                <a:tc>
                  <a:txBody>
                    <a:bodyPr/>
                    <a:lstStyle/>
                    <a:p>
                      <a:r>
                        <a:rPr lang="en-IN" dirty="0"/>
                        <a:t>70517</a:t>
                      </a:r>
                    </a:p>
                  </a:txBody>
                  <a:tcPr/>
                </a:tc>
                <a:tc>
                  <a:txBody>
                    <a:bodyPr/>
                    <a:lstStyle/>
                    <a:p>
                      <a:r>
                        <a:rPr lang="en-IN" dirty="0"/>
                        <a:t>68757</a:t>
                      </a:r>
                    </a:p>
                  </a:txBody>
                  <a:tcPr/>
                </a:tc>
                <a:tc>
                  <a:txBody>
                    <a:bodyPr/>
                    <a:lstStyle/>
                    <a:p>
                      <a:r>
                        <a:rPr lang="en-IN" dirty="0"/>
                        <a:t>20153</a:t>
                      </a:r>
                    </a:p>
                  </a:txBody>
                  <a:tcPr/>
                </a:tc>
                <a:extLst>
                  <a:ext uri="{0D108BD9-81ED-4DB2-BD59-A6C34878D82A}">
                    <a16:rowId xmlns:a16="http://schemas.microsoft.com/office/drawing/2014/main" val="2184519470"/>
                  </a:ext>
                </a:extLst>
              </a:tr>
              <a:tr h="370840">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30942535"/>
                  </a:ext>
                </a:extLst>
              </a:tr>
              <a:tr h="370840">
                <a:tc>
                  <a:txBody>
                    <a:bodyPr/>
                    <a:lstStyle/>
                    <a:p>
                      <a:r>
                        <a:rPr lang="en-US" b="1" dirty="0"/>
                        <a:t>Asset Turn </a:t>
                      </a:r>
                      <a:endParaRPr lang="en-IN" b="1" dirty="0"/>
                    </a:p>
                  </a:txBody>
                  <a:tcPr/>
                </a:tc>
                <a:tc>
                  <a:txBody>
                    <a:bodyPr/>
                    <a:lstStyle/>
                    <a:p>
                      <a:r>
                        <a:rPr lang="en-IN" b="1" dirty="0"/>
                        <a:t>0.780</a:t>
                      </a:r>
                    </a:p>
                  </a:txBody>
                  <a:tcPr/>
                </a:tc>
                <a:tc>
                  <a:txBody>
                    <a:bodyPr/>
                    <a:lstStyle/>
                    <a:p>
                      <a:r>
                        <a:rPr lang="en-IN" b="1" dirty="0"/>
                        <a:t>0.777</a:t>
                      </a:r>
                    </a:p>
                  </a:txBody>
                  <a:tcPr/>
                </a:tc>
                <a:tc>
                  <a:txBody>
                    <a:bodyPr/>
                    <a:lstStyle/>
                    <a:p>
                      <a:r>
                        <a:rPr lang="en-IN" b="1" dirty="0"/>
                        <a:t>0.815</a:t>
                      </a:r>
                    </a:p>
                  </a:txBody>
                  <a:tcPr/>
                </a:tc>
                <a:tc>
                  <a:txBody>
                    <a:bodyPr/>
                    <a:lstStyle/>
                    <a:p>
                      <a:r>
                        <a:rPr lang="en-IN" b="1" dirty="0"/>
                        <a:t>0.731</a:t>
                      </a:r>
                    </a:p>
                  </a:txBody>
                  <a:tcPr/>
                </a:tc>
                <a:tc>
                  <a:txBody>
                    <a:bodyPr/>
                    <a:lstStyle/>
                    <a:p>
                      <a:r>
                        <a:rPr lang="en-IN" b="1" dirty="0"/>
                        <a:t>0.674</a:t>
                      </a:r>
                    </a:p>
                  </a:txBody>
                  <a:tcPr/>
                </a:tc>
                <a:tc>
                  <a:txBody>
                    <a:bodyPr/>
                    <a:lstStyle/>
                    <a:p>
                      <a:r>
                        <a:rPr lang="en-IN" b="1" dirty="0"/>
                        <a:t>1.947</a:t>
                      </a:r>
                    </a:p>
                  </a:txBody>
                  <a:tcPr/>
                </a:tc>
                <a:extLst>
                  <a:ext uri="{0D108BD9-81ED-4DB2-BD59-A6C34878D82A}">
                    <a16:rowId xmlns:a16="http://schemas.microsoft.com/office/drawing/2014/main" val="2492406883"/>
                  </a:ext>
                </a:extLst>
              </a:tr>
              <a:tr h="370840">
                <a:tc>
                  <a:txBody>
                    <a:bodyPr/>
                    <a:lstStyle/>
                    <a:p>
                      <a:r>
                        <a:rPr lang="en-IN" b="1" dirty="0"/>
                        <a:t>5 year average</a:t>
                      </a:r>
                    </a:p>
                  </a:txBody>
                  <a:tcPr/>
                </a:tc>
                <a:tc>
                  <a:txBody>
                    <a:bodyPr/>
                    <a:lstStyle/>
                    <a:p>
                      <a:r>
                        <a:rPr lang="en-IN" b="1" dirty="0"/>
                        <a:t>0.755</a:t>
                      </a:r>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2754448971"/>
                  </a:ext>
                </a:extLst>
              </a:tr>
            </a:tbl>
          </a:graphicData>
        </a:graphic>
      </p:graphicFrame>
      <p:sp>
        <p:nvSpPr>
          <p:cNvPr id="6" name="TextBox 5">
            <a:extLst>
              <a:ext uri="{FF2B5EF4-FFF2-40B4-BE49-F238E27FC236}">
                <a16:creationId xmlns:a16="http://schemas.microsoft.com/office/drawing/2014/main" id="{05661053-DCC1-5E4C-E253-48A2C155A1B1}"/>
              </a:ext>
            </a:extLst>
          </p:cNvPr>
          <p:cNvSpPr txBox="1"/>
          <p:nvPr/>
        </p:nvSpPr>
        <p:spPr>
          <a:xfrm>
            <a:off x="992982" y="5292725"/>
            <a:ext cx="9935349" cy="369332"/>
          </a:xfrm>
          <a:prstGeom prst="rect">
            <a:avLst/>
          </a:prstGeom>
          <a:noFill/>
        </p:spPr>
        <p:txBody>
          <a:bodyPr wrap="none" rtlCol="0">
            <a:spAutoFit/>
          </a:bodyPr>
          <a:lstStyle/>
          <a:p>
            <a:r>
              <a:rPr lang="en-US" dirty="0"/>
              <a:t>Here asset changed a lot in 2021 due to acquisition. Here every 100 </a:t>
            </a:r>
            <a:r>
              <a:rPr lang="en-US" dirty="0" err="1"/>
              <a:t>rs</a:t>
            </a:r>
            <a:r>
              <a:rPr lang="en-US" dirty="0"/>
              <a:t> of asset is giving 78 </a:t>
            </a:r>
            <a:r>
              <a:rPr lang="en-US" dirty="0" err="1"/>
              <a:t>rs</a:t>
            </a:r>
            <a:r>
              <a:rPr lang="en-US" dirty="0"/>
              <a:t> of revenue.</a:t>
            </a:r>
          </a:p>
        </p:txBody>
      </p:sp>
    </p:spTree>
    <p:extLst>
      <p:ext uri="{BB962C8B-B14F-4D97-AF65-F5344CB8AC3E}">
        <p14:creationId xmlns:p14="http://schemas.microsoft.com/office/powerpoint/2010/main" val="33372192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06E47-C41F-456F-886B-839247B5748F}"/>
              </a:ext>
            </a:extLst>
          </p:cNvPr>
          <p:cNvSpPr>
            <a:spLocks noGrp="1"/>
          </p:cNvSpPr>
          <p:nvPr>
            <p:ph type="title"/>
          </p:nvPr>
        </p:nvSpPr>
        <p:spPr/>
        <p:txBody>
          <a:bodyPr>
            <a:normAutofit/>
          </a:bodyPr>
          <a:lstStyle/>
          <a:p>
            <a:pPr algn="ctr"/>
            <a:r>
              <a:rPr lang="en-US" sz="4000" b="1" dirty="0">
                <a:solidFill>
                  <a:prstClr val="black"/>
                </a:solidFill>
                <a:latin typeface="Calibri Light" panose="020F0302020204030204"/>
              </a:rPr>
              <a:t>Equity Multiplier </a:t>
            </a:r>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of HUL - Last Five </a:t>
            </a:r>
            <a:r>
              <a:rPr kumimoji="0" lang="en-US" sz="4000" b="1" i="0" u="none" strike="noStrike" kern="1200" cap="none" spc="0" normalizeH="0" baseline="0" noProof="0" dirty="0" err="1">
                <a:ln>
                  <a:noFill/>
                </a:ln>
                <a:solidFill>
                  <a:prstClr val="black"/>
                </a:solidFill>
                <a:effectLst/>
                <a:uLnTx/>
                <a:uFillTx/>
                <a:latin typeface="Calibri Light" panose="020F0302020204030204"/>
                <a:ea typeface="+mj-ea"/>
                <a:cs typeface="+mj-cs"/>
              </a:rPr>
              <a:t>Fys</a:t>
            </a:r>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 </a:t>
            </a:r>
            <a:endParaRPr lang="en-IN" sz="4000" dirty="0"/>
          </a:p>
        </p:txBody>
      </p:sp>
      <p:graphicFrame>
        <p:nvGraphicFramePr>
          <p:cNvPr id="4" name="Table 4">
            <a:extLst>
              <a:ext uri="{FF2B5EF4-FFF2-40B4-BE49-F238E27FC236}">
                <a16:creationId xmlns:a16="http://schemas.microsoft.com/office/drawing/2014/main" id="{A1C584E6-4C1F-465F-BF07-9FD38201DFD1}"/>
              </a:ext>
            </a:extLst>
          </p:cNvPr>
          <p:cNvGraphicFramePr>
            <a:graphicFrameLocks noGrp="1"/>
          </p:cNvGraphicFramePr>
          <p:nvPr>
            <p:ph idx="1"/>
          </p:nvPr>
        </p:nvGraphicFramePr>
        <p:xfrm>
          <a:off x="838200" y="1825625"/>
          <a:ext cx="10515603" cy="2763520"/>
        </p:xfrm>
        <a:graphic>
          <a:graphicData uri="http://schemas.openxmlformats.org/drawingml/2006/table">
            <a:tbl>
              <a:tblPr firstRow="1" bandRow="1">
                <a:tableStyleId>{073A0DAA-6AF3-43AB-8588-CEC1D06C72B9}</a:tableStyleId>
              </a:tblPr>
              <a:tblGrid>
                <a:gridCol w="1502229">
                  <a:extLst>
                    <a:ext uri="{9D8B030D-6E8A-4147-A177-3AD203B41FA5}">
                      <a16:colId xmlns:a16="http://schemas.microsoft.com/office/drawing/2014/main" val="3403792412"/>
                    </a:ext>
                  </a:extLst>
                </a:gridCol>
                <a:gridCol w="1502229">
                  <a:extLst>
                    <a:ext uri="{9D8B030D-6E8A-4147-A177-3AD203B41FA5}">
                      <a16:colId xmlns:a16="http://schemas.microsoft.com/office/drawing/2014/main" val="1323928238"/>
                    </a:ext>
                  </a:extLst>
                </a:gridCol>
                <a:gridCol w="1502229">
                  <a:extLst>
                    <a:ext uri="{9D8B030D-6E8A-4147-A177-3AD203B41FA5}">
                      <a16:colId xmlns:a16="http://schemas.microsoft.com/office/drawing/2014/main" val="2929787704"/>
                    </a:ext>
                  </a:extLst>
                </a:gridCol>
                <a:gridCol w="1502229">
                  <a:extLst>
                    <a:ext uri="{9D8B030D-6E8A-4147-A177-3AD203B41FA5}">
                      <a16:colId xmlns:a16="http://schemas.microsoft.com/office/drawing/2014/main" val="2884300378"/>
                    </a:ext>
                  </a:extLst>
                </a:gridCol>
                <a:gridCol w="1502229">
                  <a:extLst>
                    <a:ext uri="{9D8B030D-6E8A-4147-A177-3AD203B41FA5}">
                      <a16:colId xmlns:a16="http://schemas.microsoft.com/office/drawing/2014/main" val="783594773"/>
                    </a:ext>
                  </a:extLst>
                </a:gridCol>
                <a:gridCol w="1502229">
                  <a:extLst>
                    <a:ext uri="{9D8B030D-6E8A-4147-A177-3AD203B41FA5}">
                      <a16:colId xmlns:a16="http://schemas.microsoft.com/office/drawing/2014/main" val="3333496656"/>
                    </a:ext>
                  </a:extLst>
                </a:gridCol>
                <a:gridCol w="1502229">
                  <a:extLst>
                    <a:ext uri="{9D8B030D-6E8A-4147-A177-3AD203B41FA5}">
                      <a16:colId xmlns:a16="http://schemas.microsoft.com/office/drawing/2014/main" val="2448083069"/>
                    </a:ext>
                  </a:extLst>
                </a:gridCol>
              </a:tblGrid>
              <a:tr h="37084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2024</a:t>
                      </a:r>
                    </a:p>
                  </a:txBody>
                  <a:tcPr/>
                </a:tc>
                <a:tc>
                  <a:txBody>
                    <a:bodyPr/>
                    <a:lstStyle/>
                    <a:p>
                      <a:r>
                        <a:rPr lang="en-IN" dirty="0"/>
                        <a:t>2023</a:t>
                      </a:r>
                    </a:p>
                  </a:txBody>
                  <a:tcPr/>
                </a:tc>
                <a:tc>
                  <a:txBody>
                    <a:bodyPr/>
                    <a:lstStyle/>
                    <a:p>
                      <a:r>
                        <a:rPr lang="en-US" dirty="0"/>
                        <a:t> 2022</a:t>
                      </a:r>
                      <a:endParaRPr lang="en-IN" dirty="0"/>
                    </a:p>
                  </a:txBody>
                  <a:tcPr/>
                </a:tc>
                <a:tc>
                  <a:txBody>
                    <a:bodyPr/>
                    <a:lstStyle/>
                    <a:p>
                      <a:r>
                        <a:rPr lang="en-US" dirty="0"/>
                        <a:t>2021</a:t>
                      </a:r>
                      <a:endParaRPr lang="en-IN" dirty="0"/>
                    </a:p>
                  </a:txBody>
                  <a:tcPr/>
                </a:tc>
                <a:tc>
                  <a:txBody>
                    <a:bodyPr/>
                    <a:lstStyle/>
                    <a:p>
                      <a:r>
                        <a:rPr lang="en-US" dirty="0"/>
                        <a:t>2020</a:t>
                      </a:r>
                      <a:endParaRPr lang="en-IN" dirty="0"/>
                    </a:p>
                  </a:txBody>
                  <a:tcPr/>
                </a:tc>
                <a:extLst>
                  <a:ext uri="{0D108BD9-81ED-4DB2-BD59-A6C34878D82A}">
                    <a16:rowId xmlns:a16="http://schemas.microsoft.com/office/drawing/2014/main" val="2036340585"/>
                  </a:ext>
                </a:extLst>
              </a:tr>
              <a:tr h="370840">
                <a:tc>
                  <a:txBody>
                    <a:bodyPr/>
                    <a:lstStyle/>
                    <a:p>
                      <a:r>
                        <a:rPr lang="en-US" b="1" dirty="0"/>
                        <a:t>Total Assets</a:t>
                      </a:r>
                      <a:endParaRPr lang="en-IN" b="1" dirty="0"/>
                    </a:p>
                  </a:txBody>
                  <a:tcPr/>
                </a:tc>
                <a:tc>
                  <a:txBody>
                    <a:bodyPr/>
                    <a:lstStyle/>
                    <a:p>
                      <a:r>
                        <a:rPr lang="en-IN" dirty="0"/>
                        <a:t>79880</a:t>
                      </a:r>
                    </a:p>
                  </a:txBody>
                  <a:tcPr/>
                </a:tc>
                <a:tc>
                  <a:txBody>
                    <a:bodyPr/>
                    <a:lstStyle/>
                    <a:p>
                      <a:r>
                        <a:rPr lang="en-IN" dirty="0"/>
                        <a:t>78499</a:t>
                      </a:r>
                    </a:p>
                  </a:txBody>
                  <a:tcPr/>
                </a:tc>
                <a:tc>
                  <a:txBody>
                    <a:bodyPr/>
                    <a:lstStyle/>
                    <a:p>
                      <a:r>
                        <a:rPr lang="en-IN" dirty="0"/>
                        <a:t>73087</a:t>
                      </a:r>
                    </a:p>
                  </a:txBody>
                  <a:tcPr/>
                </a:tc>
                <a:tc>
                  <a:txBody>
                    <a:bodyPr/>
                    <a:lstStyle/>
                    <a:p>
                      <a:r>
                        <a:rPr lang="en-IN" dirty="0"/>
                        <a:t>70517</a:t>
                      </a:r>
                    </a:p>
                  </a:txBody>
                  <a:tcPr/>
                </a:tc>
                <a:tc>
                  <a:txBody>
                    <a:bodyPr/>
                    <a:lstStyle/>
                    <a:p>
                      <a:r>
                        <a:rPr lang="en-IN" dirty="0"/>
                        <a:t>68757</a:t>
                      </a:r>
                    </a:p>
                  </a:txBody>
                  <a:tcPr/>
                </a:tc>
                <a:tc>
                  <a:txBody>
                    <a:bodyPr/>
                    <a:lstStyle/>
                    <a:p>
                      <a:r>
                        <a:rPr lang="en-IN" dirty="0"/>
                        <a:t>20153</a:t>
                      </a:r>
                    </a:p>
                  </a:txBody>
                  <a:tcPr/>
                </a:tc>
                <a:extLst>
                  <a:ext uri="{0D108BD9-81ED-4DB2-BD59-A6C34878D82A}">
                    <a16:rowId xmlns:a16="http://schemas.microsoft.com/office/drawing/2014/main" val="2876592805"/>
                  </a:ext>
                </a:extLst>
              </a:tr>
              <a:tr h="453745">
                <a:tc>
                  <a:txBody>
                    <a:bodyPr/>
                    <a:lstStyle/>
                    <a:p>
                      <a:r>
                        <a:rPr lang="en-US" b="1" dirty="0"/>
                        <a:t>Owners’ Equity </a:t>
                      </a:r>
                      <a:endParaRPr lang="en-IN" b="1" dirty="0"/>
                    </a:p>
                  </a:txBody>
                  <a:tcPr/>
                </a:tc>
                <a:tc>
                  <a:txBody>
                    <a:bodyPr/>
                    <a:lstStyle/>
                    <a:p>
                      <a:r>
                        <a:rPr lang="en-IN" dirty="0"/>
                        <a:t>49609</a:t>
                      </a:r>
                    </a:p>
                  </a:txBody>
                  <a:tcPr/>
                </a:tc>
                <a:tc>
                  <a:txBody>
                    <a:bodyPr/>
                    <a:lstStyle/>
                    <a:p>
                      <a:r>
                        <a:rPr lang="en-IN" dirty="0"/>
                        <a:t>51423</a:t>
                      </a:r>
                    </a:p>
                  </a:txBody>
                  <a:tcPr/>
                </a:tc>
                <a:tc>
                  <a:txBody>
                    <a:bodyPr/>
                    <a:lstStyle/>
                    <a:p>
                      <a:r>
                        <a:rPr lang="en-IN" dirty="0"/>
                        <a:t>50522</a:t>
                      </a:r>
                    </a:p>
                  </a:txBody>
                  <a:tcPr/>
                </a:tc>
                <a:tc>
                  <a:txBody>
                    <a:bodyPr/>
                    <a:lstStyle/>
                    <a:p>
                      <a:r>
                        <a:rPr lang="en-IN" dirty="0"/>
                        <a:t>49087</a:t>
                      </a:r>
                    </a:p>
                  </a:txBody>
                  <a:tcPr/>
                </a:tc>
                <a:tc>
                  <a:txBody>
                    <a:bodyPr/>
                    <a:lstStyle/>
                    <a:p>
                      <a:r>
                        <a:rPr lang="en-IN" dirty="0"/>
                        <a:t>47694</a:t>
                      </a:r>
                    </a:p>
                  </a:txBody>
                  <a:tcPr/>
                </a:tc>
                <a:tc>
                  <a:txBody>
                    <a:bodyPr/>
                    <a:lstStyle/>
                    <a:p>
                      <a:r>
                        <a:rPr lang="en-IN" dirty="0"/>
                        <a:t>8246</a:t>
                      </a:r>
                    </a:p>
                  </a:txBody>
                  <a:tcPr/>
                </a:tc>
                <a:extLst>
                  <a:ext uri="{0D108BD9-81ED-4DB2-BD59-A6C34878D82A}">
                    <a16:rowId xmlns:a16="http://schemas.microsoft.com/office/drawing/2014/main" val="2184519470"/>
                  </a:ext>
                </a:extLst>
              </a:tr>
              <a:tr h="370840">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30942535"/>
                  </a:ext>
                </a:extLst>
              </a:tr>
              <a:tr h="370840">
                <a:tc>
                  <a:txBody>
                    <a:bodyPr/>
                    <a:lstStyle/>
                    <a:p>
                      <a:r>
                        <a:rPr lang="en-US" b="1" dirty="0"/>
                        <a:t>EM</a:t>
                      </a:r>
                      <a:endParaRPr lang="en-IN" b="1" dirty="0"/>
                    </a:p>
                  </a:txBody>
                  <a:tcPr/>
                </a:tc>
                <a:tc>
                  <a:txBody>
                    <a:bodyPr/>
                    <a:lstStyle/>
                    <a:p>
                      <a:r>
                        <a:rPr lang="en-IN" b="1" dirty="0"/>
                        <a:t>1.610</a:t>
                      </a:r>
                    </a:p>
                  </a:txBody>
                  <a:tcPr/>
                </a:tc>
                <a:tc>
                  <a:txBody>
                    <a:bodyPr/>
                    <a:lstStyle/>
                    <a:p>
                      <a:r>
                        <a:rPr lang="en-IN" b="1" dirty="0"/>
                        <a:t>1.527</a:t>
                      </a:r>
                    </a:p>
                  </a:txBody>
                  <a:tcPr/>
                </a:tc>
                <a:tc>
                  <a:txBody>
                    <a:bodyPr/>
                    <a:lstStyle/>
                    <a:p>
                      <a:r>
                        <a:rPr lang="en-IN" b="1" dirty="0"/>
                        <a:t>1.447</a:t>
                      </a:r>
                    </a:p>
                  </a:txBody>
                  <a:tcPr/>
                </a:tc>
                <a:tc>
                  <a:txBody>
                    <a:bodyPr/>
                    <a:lstStyle/>
                    <a:p>
                      <a:r>
                        <a:rPr lang="en-IN" b="1" dirty="0"/>
                        <a:t>1.437</a:t>
                      </a:r>
                    </a:p>
                  </a:txBody>
                  <a:tcPr/>
                </a:tc>
                <a:tc>
                  <a:txBody>
                    <a:bodyPr/>
                    <a:lstStyle/>
                    <a:p>
                      <a:r>
                        <a:rPr lang="en-IN" b="1" dirty="0"/>
                        <a:t>1.442</a:t>
                      </a:r>
                    </a:p>
                  </a:txBody>
                  <a:tcPr/>
                </a:tc>
                <a:tc>
                  <a:txBody>
                    <a:bodyPr/>
                    <a:lstStyle/>
                    <a:p>
                      <a:r>
                        <a:rPr lang="en-IN" b="1" dirty="0"/>
                        <a:t>2.444</a:t>
                      </a:r>
                    </a:p>
                  </a:txBody>
                  <a:tcPr/>
                </a:tc>
                <a:extLst>
                  <a:ext uri="{0D108BD9-81ED-4DB2-BD59-A6C34878D82A}">
                    <a16:rowId xmlns:a16="http://schemas.microsoft.com/office/drawing/2014/main" val="2492406883"/>
                  </a:ext>
                </a:extLst>
              </a:tr>
              <a:tr h="370840">
                <a:tc>
                  <a:txBody>
                    <a:bodyPr/>
                    <a:lstStyle/>
                    <a:p>
                      <a:r>
                        <a:rPr lang="en-IN" b="1" dirty="0"/>
                        <a:t>5 year average</a:t>
                      </a:r>
                    </a:p>
                  </a:txBody>
                  <a:tcPr/>
                </a:tc>
                <a:tc>
                  <a:txBody>
                    <a:bodyPr/>
                    <a:lstStyle/>
                    <a:p>
                      <a:r>
                        <a:rPr lang="en-IN" b="1" dirty="0"/>
                        <a:t>1.493</a:t>
                      </a:r>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940066168"/>
                  </a:ext>
                </a:extLst>
              </a:tr>
            </a:tbl>
          </a:graphicData>
        </a:graphic>
      </p:graphicFrame>
      <p:sp>
        <p:nvSpPr>
          <p:cNvPr id="5" name="TextBox 4">
            <a:extLst>
              <a:ext uri="{FF2B5EF4-FFF2-40B4-BE49-F238E27FC236}">
                <a16:creationId xmlns:a16="http://schemas.microsoft.com/office/drawing/2014/main" id="{54CADACD-8C33-904E-DBFE-1CFFE60B941D}"/>
              </a:ext>
            </a:extLst>
          </p:cNvPr>
          <p:cNvSpPr txBox="1"/>
          <p:nvPr/>
        </p:nvSpPr>
        <p:spPr>
          <a:xfrm>
            <a:off x="992982" y="5292725"/>
            <a:ext cx="4385047" cy="369332"/>
          </a:xfrm>
          <a:prstGeom prst="rect">
            <a:avLst/>
          </a:prstGeom>
          <a:noFill/>
        </p:spPr>
        <p:txBody>
          <a:bodyPr wrap="none" rtlCol="0">
            <a:spAutoFit/>
          </a:bodyPr>
          <a:lstStyle/>
          <a:p>
            <a:r>
              <a:rPr lang="en-US" dirty="0"/>
              <a:t>Higher the financial leverage, higher the ROE</a:t>
            </a:r>
          </a:p>
        </p:txBody>
      </p:sp>
    </p:spTree>
    <p:extLst>
      <p:ext uri="{BB962C8B-B14F-4D97-AF65-F5344CB8AC3E}">
        <p14:creationId xmlns:p14="http://schemas.microsoft.com/office/powerpoint/2010/main" val="25121253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06E47-C41F-456F-886B-839247B5748F}"/>
              </a:ext>
            </a:extLst>
          </p:cNvPr>
          <p:cNvSpPr>
            <a:spLocks noGrp="1"/>
          </p:cNvSpPr>
          <p:nvPr>
            <p:ph type="title"/>
          </p:nvPr>
        </p:nvSpPr>
        <p:spPr/>
        <p:txBody>
          <a:bodyPr>
            <a:normAutofit/>
          </a:bodyPr>
          <a:lstStyle/>
          <a:p>
            <a:pPr algn="ctr"/>
            <a:r>
              <a:rPr lang="en-US" sz="4000" b="1" dirty="0">
                <a:solidFill>
                  <a:prstClr val="black"/>
                </a:solidFill>
                <a:highlight>
                  <a:srgbClr val="FFFF00"/>
                </a:highlight>
                <a:latin typeface="Calibri Light" panose="020F0302020204030204"/>
              </a:rPr>
              <a:t>Dupont ROE </a:t>
            </a:r>
            <a:r>
              <a:rPr kumimoji="0" lang="en-US" sz="4000" b="1" i="0" u="none" strike="noStrike" kern="1200" cap="none" spc="0" normalizeH="0" baseline="0" noProof="0" dirty="0">
                <a:ln>
                  <a:noFill/>
                </a:ln>
                <a:solidFill>
                  <a:prstClr val="black"/>
                </a:solidFill>
                <a:effectLst/>
                <a:highlight>
                  <a:srgbClr val="FFFF00"/>
                </a:highlight>
                <a:uLnTx/>
                <a:uFillTx/>
                <a:latin typeface="Calibri Light" panose="020F0302020204030204"/>
                <a:ea typeface="+mj-ea"/>
                <a:cs typeface="+mj-cs"/>
              </a:rPr>
              <a:t>of </a:t>
            </a:r>
            <a:r>
              <a:rPr lang="en-US" sz="4000" b="1" dirty="0">
                <a:solidFill>
                  <a:prstClr val="black"/>
                </a:solidFill>
                <a:highlight>
                  <a:srgbClr val="FFFF00"/>
                </a:highlight>
                <a:latin typeface="Calibri Light" panose="020F0302020204030204"/>
              </a:rPr>
              <a:t>HUL </a:t>
            </a:r>
            <a:r>
              <a:rPr kumimoji="0" lang="en-US" sz="4000" b="1" i="0" u="none" strike="noStrike" kern="1200" cap="none" spc="0" normalizeH="0" baseline="0" noProof="0" dirty="0">
                <a:ln>
                  <a:noFill/>
                </a:ln>
                <a:solidFill>
                  <a:prstClr val="black"/>
                </a:solidFill>
                <a:effectLst/>
                <a:highlight>
                  <a:srgbClr val="FFFF00"/>
                </a:highlight>
                <a:uLnTx/>
                <a:uFillTx/>
                <a:latin typeface="Calibri Light" panose="020F0302020204030204"/>
                <a:ea typeface="+mj-ea"/>
                <a:cs typeface="+mj-cs"/>
              </a:rPr>
              <a:t>- Last Five </a:t>
            </a:r>
            <a:r>
              <a:rPr kumimoji="0" lang="en-US" sz="4000" b="1" i="0" u="none" strike="noStrike" kern="1200" cap="none" spc="0" normalizeH="0" baseline="0" noProof="0" dirty="0" err="1">
                <a:ln>
                  <a:noFill/>
                </a:ln>
                <a:solidFill>
                  <a:prstClr val="black"/>
                </a:solidFill>
                <a:effectLst/>
                <a:highlight>
                  <a:srgbClr val="FFFF00"/>
                </a:highlight>
                <a:uLnTx/>
                <a:uFillTx/>
                <a:latin typeface="Calibri Light" panose="020F0302020204030204"/>
                <a:ea typeface="+mj-ea"/>
                <a:cs typeface="+mj-cs"/>
              </a:rPr>
              <a:t>Fys</a:t>
            </a:r>
            <a:r>
              <a:rPr kumimoji="0" lang="en-US" sz="4000" b="1" i="0" u="none" strike="noStrike" kern="1200" cap="none" spc="0" normalizeH="0" baseline="0" noProof="0" dirty="0">
                <a:ln>
                  <a:noFill/>
                </a:ln>
                <a:solidFill>
                  <a:prstClr val="black"/>
                </a:solidFill>
                <a:effectLst/>
                <a:highlight>
                  <a:srgbClr val="FFFF00"/>
                </a:highlight>
                <a:uLnTx/>
                <a:uFillTx/>
                <a:latin typeface="Calibri Light" panose="020F0302020204030204"/>
                <a:ea typeface="+mj-ea"/>
                <a:cs typeface="+mj-cs"/>
              </a:rPr>
              <a:t> </a:t>
            </a:r>
            <a:endParaRPr lang="en-IN" sz="4000" dirty="0">
              <a:highlight>
                <a:srgbClr val="FFFF00"/>
              </a:highlight>
            </a:endParaRPr>
          </a:p>
        </p:txBody>
      </p:sp>
      <p:graphicFrame>
        <p:nvGraphicFramePr>
          <p:cNvPr id="4" name="Table 4">
            <a:extLst>
              <a:ext uri="{FF2B5EF4-FFF2-40B4-BE49-F238E27FC236}">
                <a16:creationId xmlns:a16="http://schemas.microsoft.com/office/drawing/2014/main" id="{A1C584E6-4C1F-465F-BF07-9FD38201DFD1}"/>
              </a:ext>
            </a:extLst>
          </p:cNvPr>
          <p:cNvGraphicFramePr>
            <a:graphicFrameLocks noGrp="1"/>
          </p:cNvGraphicFramePr>
          <p:nvPr>
            <p:ph idx="1"/>
            <p:extLst>
              <p:ext uri="{D42A27DB-BD31-4B8C-83A1-F6EECF244321}">
                <p14:modId xmlns:p14="http://schemas.microsoft.com/office/powerpoint/2010/main" val="874182173"/>
              </p:ext>
            </p:extLst>
          </p:nvPr>
        </p:nvGraphicFramePr>
        <p:xfrm>
          <a:off x="838200" y="1465149"/>
          <a:ext cx="10515600" cy="3950766"/>
        </p:xfrm>
        <a:graphic>
          <a:graphicData uri="http://schemas.openxmlformats.org/drawingml/2006/table">
            <a:tbl>
              <a:tblPr firstRow="1" bandRow="1">
                <a:tableStyleId>{5C22544A-7EE6-4342-B048-85BDC9FD1C3A}</a:tableStyleId>
              </a:tblPr>
              <a:tblGrid>
                <a:gridCol w="1314450">
                  <a:extLst>
                    <a:ext uri="{9D8B030D-6E8A-4147-A177-3AD203B41FA5}">
                      <a16:colId xmlns:a16="http://schemas.microsoft.com/office/drawing/2014/main" val="3403792412"/>
                    </a:ext>
                  </a:extLst>
                </a:gridCol>
                <a:gridCol w="1314450">
                  <a:extLst>
                    <a:ext uri="{9D8B030D-6E8A-4147-A177-3AD203B41FA5}">
                      <a16:colId xmlns:a16="http://schemas.microsoft.com/office/drawing/2014/main" val="1323928238"/>
                    </a:ext>
                  </a:extLst>
                </a:gridCol>
                <a:gridCol w="1314450">
                  <a:extLst>
                    <a:ext uri="{9D8B030D-6E8A-4147-A177-3AD203B41FA5}">
                      <a16:colId xmlns:a16="http://schemas.microsoft.com/office/drawing/2014/main" val="2929787704"/>
                    </a:ext>
                  </a:extLst>
                </a:gridCol>
                <a:gridCol w="1314450">
                  <a:extLst>
                    <a:ext uri="{9D8B030D-6E8A-4147-A177-3AD203B41FA5}">
                      <a16:colId xmlns:a16="http://schemas.microsoft.com/office/drawing/2014/main" val="2884300378"/>
                    </a:ext>
                  </a:extLst>
                </a:gridCol>
                <a:gridCol w="1314450">
                  <a:extLst>
                    <a:ext uri="{9D8B030D-6E8A-4147-A177-3AD203B41FA5}">
                      <a16:colId xmlns:a16="http://schemas.microsoft.com/office/drawing/2014/main" val="783594773"/>
                    </a:ext>
                  </a:extLst>
                </a:gridCol>
                <a:gridCol w="1314450">
                  <a:extLst>
                    <a:ext uri="{9D8B030D-6E8A-4147-A177-3AD203B41FA5}">
                      <a16:colId xmlns:a16="http://schemas.microsoft.com/office/drawing/2014/main" val="3333496656"/>
                    </a:ext>
                  </a:extLst>
                </a:gridCol>
                <a:gridCol w="1314450">
                  <a:extLst>
                    <a:ext uri="{9D8B030D-6E8A-4147-A177-3AD203B41FA5}">
                      <a16:colId xmlns:a16="http://schemas.microsoft.com/office/drawing/2014/main" val="423677450"/>
                    </a:ext>
                  </a:extLst>
                </a:gridCol>
                <a:gridCol w="1314450">
                  <a:extLst>
                    <a:ext uri="{9D8B030D-6E8A-4147-A177-3AD203B41FA5}">
                      <a16:colId xmlns:a16="http://schemas.microsoft.com/office/drawing/2014/main" val="3945924265"/>
                    </a:ext>
                  </a:extLst>
                </a:gridCol>
              </a:tblGrid>
              <a:tr h="370840">
                <a:tc>
                  <a:txBody>
                    <a:bodyPr/>
                    <a:lstStyle/>
                    <a:p>
                      <a:r>
                        <a:rPr lang="en-US" sz="1050" b="1" dirty="0"/>
                        <a:t>Particulars</a:t>
                      </a:r>
                      <a:endParaRPr lang="en-IN" sz="1050" b="1" dirty="0"/>
                    </a:p>
                  </a:txBody>
                  <a:tcPr/>
                </a:tc>
                <a:tc>
                  <a:txBody>
                    <a:bodyPr/>
                    <a:lstStyle/>
                    <a:p>
                      <a:r>
                        <a:rPr lang="en-IN" sz="1050" dirty="0"/>
                        <a:t>March 2025</a:t>
                      </a:r>
                    </a:p>
                  </a:txBody>
                  <a:tcPr/>
                </a:tc>
                <a:tc>
                  <a:txBody>
                    <a:bodyPr/>
                    <a:lstStyle/>
                    <a:p>
                      <a:r>
                        <a:rPr lang="en-IN" sz="1050" dirty="0"/>
                        <a:t>2024</a:t>
                      </a:r>
                    </a:p>
                  </a:txBody>
                  <a:tcPr/>
                </a:tc>
                <a:tc>
                  <a:txBody>
                    <a:bodyPr/>
                    <a:lstStyle/>
                    <a:p>
                      <a:r>
                        <a:rPr lang="en-IN" sz="1050" dirty="0"/>
                        <a:t>2023</a:t>
                      </a:r>
                    </a:p>
                  </a:txBody>
                  <a:tcPr/>
                </a:tc>
                <a:tc>
                  <a:txBody>
                    <a:bodyPr/>
                    <a:lstStyle/>
                    <a:p>
                      <a:r>
                        <a:rPr lang="en-US" sz="1050" dirty="0"/>
                        <a:t>2022</a:t>
                      </a:r>
                      <a:endParaRPr lang="en-IN" sz="1050" dirty="0"/>
                    </a:p>
                  </a:txBody>
                  <a:tcPr/>
                </a:tc>
                <a:tc>
                  <a:txBody>
                    <a:bodyPr/>
                    <a:lstStyle/>
                    <a:p>
                      <a:r>
                        <a:rPr lang="en-US" sz="1050" dirty="0"/>
                        <a:t>2021</a:t>
                      </a:r>
                      <a:endParaRPr lang="en-IN" sz="1050" dirty="0"/>
                    </a:p>
                  </a:txBody>
                  <a:tcPr/>
                </a:tc>
                <a:tc>
                  <a:txBody>
                    <a:bodyPr/>
                    <a:lstStyle/>
                    <a:p>
                      <a:r>
                        <a:rPr lang="en-US" sz="1050" dirty="0"/>
                        <a:t>2020</a:t>
                      </a:r>
                      <a:endParaRPr lang="en-IN" sz="1050" dirty="0"/>
                    </a:p>
                  </a:txBody>
                  <a:tcPr/>
                </a:tc>
                <a:tc>
                  <a:txBody>
                    <a:bodyPr/>
                    <a:lstStyle/>
                    <a:p>
                      <a:r>
                        <a:rPr lang="en-IN" sz="1050" dirty="0"/>
                        <a:t>5 year Average </a:t>
                      </a:r>
                    </a:p>
                  </a:txBody>
                  <a:tcPr/>
                </a:tc>
                <a:extLst>
                  <a:ext uri="{0D108BD9-81ED-4DB2-BD59-A6C34878D82A}">
                    <a16:rowId xmlns:a16="http://schemas.microsoft.com/office/drawing/2014/main" val="2036340585"/>
                  </a:ext>
                </a:extLst>
              </a:tr>
              <a:tr h="370840">
                <a:tc>
                  <a:txBody>
                    <a:bodyPr/>
                    <a:lstStyle/>
                    <a:p>
                      <a:r>
                        <a:rPr lang="en-US" sz="1050" b="1" dirty="0"/>
                        <a:t>GPBDA Margin in %</a:t>
                      </a:r>
                      <a:endParaRPr lang="en-IN" sz="1050" b="1" dirty="0"/>
                    </a:p>
                  </a:txBody>
                  <a:tcPr/>
                </a:tc>
                <a:tc>
                  <a:txBody>
                    <a:bodyPr/>
                    <a:lstStyle/>
                    <a:p>
                      <a:r>
                        <a:rPr lang="en-IN" sz="1050" b="0" dirty="0"/>
                        <a:t>45.97</a:t>
                      </a:r>
                    </a:p>
                  </a:txBody>
                  <a:tcPr/>
                </a:tc>
                <a:tc>
                  <a:txBody>
                    <a:bodyPr/>
                    <a:lstStyle/>
                    <a:p>
                      <a:r>
                        <a:rPr lang="en-IN" sz="1050" b="0" dirty="0"/>
                        <a:t>46.25</a:t>
                      </a:r>
                    </a:p>
                  </a:txBody>
                  <a:tcPr/>
                </a:tc>
                <a:tc>
                  <a:txBody>
                    <a:bodyPr/>
                    <a:lstStyle/>
                    <a:p>
                      <a:r>
                        <a:rPr lang="en-IN" sz="1050" b="1" dirty="0"/>
                        <a:t>41.95</a:t>
                      </a:r>
                    </a:p>
                  </a:txBody>
                  <a:tcPr/>
                </a:tc>
                <a:tc>
                  <a:txBody>
                    <a:bodyPr/>
                    <a:lstStyle/>
                    <a:p>
                      <a:r>
                        <a:rPr lang="en-IN" sz="1050" b="0" dirty="0"/>
                        <a:t>45.14</a:t>
                      </a:r>
                    </a:p>
                  </a:txBody>
                  <a:tcPr/>
                </a:tc>
                <a:tc>
                  <a:txBody>
                    <a:bodyPr/>
                    <a:lstStyle/>
                    <a:p>
                      <a:r>
                        <a:rPr lang="en-IN" sz="1050" b="1" dirty="0"/>
                        <a:t>47.10</a:t>
                      </a:r>
                    </a:p>
                  </a:txBody>
                  <a:tcPr/>
                </a:tc>
                <a:tc>
                  <a:txBody>
                    <a:bodyPr/>
                    <a:lstStyle/>
                    <a:p>
                      <a:r>
                        <a:rPr lang="en-IN" sz="1050" b="0" dirty="0"/>
                        <a:t>48.83</a:t>
                      </a:r>
                    </a:p>
                  </a:txBody>
                  <a:tcPr/>
                </a:tc>
                <a:tc>
                  <a:txBody>
                    <a:bodyPr/>
                    <a:lstStyle/>
                    <a:p>
                      <a:endParaRPr lang="en-IN" sz="1050" b="1" dirty="0"/>
                    </a:p>
                  </a:txBody>
                  <a:tcPr/>
                </a:tc>
                <a:extLst>
                  <a:ext uri="{0D108BD9-81ED-4DB2-BD59-A6C34878D82A}">
                    <a16:rowId xmlns:a16="http://schemas.microsoft.com/office/drawing/2014/main" val="2876592805"/>
                  </a:ext>
                </a:extLst>
              </a:tr>
              <a:tr h="453745">
                <a:tc>
                  <a:txBody>
                    <a:bodyPr/>
                    <a:lstStyle/>
                    <a:p>
                      <a:r>
                        <a:rPr lang="en-US" sz="1050" b="1" dirty="0"/>
                        <a:t>SGA Adv</a:t>
                      </a:r>
                    </a:p>
                  </a:txBody>
                  <a:tcPr/>
                </a:tc>
                <a:tc>
                  <a:txBody>
                    <a:bodyPr/>
                    <a:lstStyle/>
                    <a:p>
                      <a:r>
                        <a:rPr lang="en-IN" sz="1050" b="0" dirty="0"/>
                        <a:t>0.490</a:t>
                      </a:r>
                    </a:p>
                  </a:txBody>
                  <a:tcPr/>
                </a:tc>
                <a:tc>
                  <a:txBody>
                    <a:bodyPr/>
                    <a:lstStyle/>
                    <a:p>
                      <a:r>
                        <a:rPr lang="en-IN" sz="1050" b="1" dirty="0"/>
                        <a:t>0.487</a:t>
                      </a:r>
                    </a:p>
                  </a:txBody>
                  <a:tcPr/>
                </a:tc>
                <a:tc>
                  <a:txBody>
                    <a:bodyPr/>
                    <a:lstStyle/>
                    <a:p>
                      <a:r>
                        <a:rPr lang="en-IN" sz="1050" b="1" dirty="0"/>
                        <a:t>0.525</a:t>
                      </a:r>
                    </a:p>
                  </a:txBody>
                  <a:tcPr/>
                </a:tc>
                <a:tc>
                  <a:txBody>
                    <a:bodyPr/>
                    <a:lstStyle/>
                    <a:p>
                      <a:r>
                        <a:rPr lang="en-IN" sz="1050" b="0" dirty="0"/>
                        <a:t>0.514</a:t>
                      </a:r>
                    </a:p>
                  </a:txBody>
                  <a:tcPr/>
                </a:tc>
                <a:tc>
                  <a:txBody>
                    <a:bodyPr/>
                    <a:lstStyle/>
                    <a:p>
                      <a:r>
                        <a:rPr lang="en-IN" sz="1050" b="0" dirty="0"/>
                        <a:t>0.501</a:t>
                      </a:r>
                    </a:p>
                  </a:txBody>
                  <a:tcPr/>
                </a:tc>
                <a:tc>
                  <a:txBody>
                    <a:bodyPr/>
                    <a:lstStyle/>
                    <a:p>
                      <a:r>
                        <a:rPr lang="en-IN" sz="1050" b="0" dirty="0"/>
                        <a:t>0.486</a:t>
                      </a:r>
                    </a:p>
                  </a:txBody>
                  <a:tcPr/>
                </a:tc>
                <a:tc>
                  <a:txBody>
                    <a:bodyPr/>
                    <a:lstStyle/>
                    <a:p>
                      <a:endParaRPr lang="en-IN" sz="1050" b="1" dirty="0"/>
                    </a:p>
                  </a:txBody>
                  <a:tcPr/>
                </a:tc>
                <a:extLst>
                  <a:ext uri="{0D108BD9-81ED-4DB2-BD59-A6C34878D82A}">
                    <a16:rowId xmlns:a16="http://schemas.microsoft.com/office/drawing/2014/main" val="2184519470"/>
                  </a:ext>
                </a:extLst>
              </a:tr>
              <a:tr h="388577">
                <a:tc>
                  <a:txBody>
                    <a:bodyPr/>
                    <a:lstStyle/>
                    <a:p>
                      <a:r>
                        <a:rPr lang="en-US" sz="1050" b="1" dirty="0"/>
                        <a:t>D&amp;A Adv</a:t>
                      </a:r>
                      <a:endParaRPr lang="en-IN" sz="1050" b="1" dirty="0"/>
                    </a:p>
                  </a:txBody>
                  <a:tcPr/>
                </a:tc>
                <a:tc>
                  <a:txBody>
                    <a:bodyPr/>
                    <a:lstStyle/>
                    <a:p>
                      <a:r>
                        <a:rPr lang="en-IN" sz="1050" b="0" dirty="0"/>
                        <a:t>0.903</a:t>
                      </a:r>
                    </a:p>
                  </a:txBody>
                  <a:tcPr/>
                </a:tc>
                <a:tc>
                  <a:txBody>
                    <a:bodyPr/>
                    <a:lstStyle/>
                    <a:p>
                      <a:r>
                        <a:rPr lang="en-IN" sz="1050" b="0" dirty="0"/>
                        <a:t>0.911</a:t>
                      </a:r>
                    </a:p>
                  </a:txBody>
                  <a:tcPr/>
                </a:tc>
                <a:tc>
                  <a:txBody>
                    <a:bodyPr/>
                    <a:lstStyle/>
                    <a:p>
                      <a:r>
                        <a:rPr lang="en-IN" sz="1050" b="1" dirty="0"/>
                        <a:t>0.913</a:t>
                      </a:r>
                    </a:p>
                  </a:txBody>
                  <a:tcPr/>
                </a:tc>
                <a:tc>
                  <a:txBody>
                    <a:bodyPr/>
                    <a:lstStyle/>
                    <a:p>
                      <a:r>
                        <a:rPr lang="en-IN" sz="1050" b="0" dirty="0"/>
                        <a:t>0.909</a:t>
                      </a:r>
                    </a:p>
                  </a:txBody>
                  <a:tcPr/>
                </a:tc>
                <a:tc>
                  <a:txBody>
                    <a:bodyPr/>
                    <a:lstStyle/>
                    <a:p>
                      <a:r>
                        <a:rPr lang="en-IN" sz="1050" b="1" dirty="0"/>
                        <a:t>0.902</a:t>
                      </a:r>
                    </a:p>
                  </a:txBody>
                  <a:tcPr/>
                </a:tc>
                <a:tc>
                  <a:txBody>
                    <a:bodyPr/>
                    <a:lstStyle/>
                    <a:p>
                      <a:r>
                        <a:rPr lang="en-IN" sz="1050" b="0" dirty="0"/>
                        <a:t>0.892</a:t>
                      </a:r>
                    </a:p>
                  </a:txBody>
                  <a:tcPr/>
                </a:tc>
                <a:tc>
                  <a:txBody>
                    <a:bodyPr/>
                    <a:lstStyle/>
                    <a:p>
                      <a:endParaRPr lang="en-IN" sz="1050" b="1" dirty="0"/>
                    </a:p>
                  </a:txBody>
                  <a:tcPr/>
                </a:tc>
                <a:extLst>
                  <a:ext uri="{0D108BD9-81ED-4DB2-BD59-A6C34878D82A}">
                    <a16:rowId xmlns:a16="http://schemas.microsoft.com/office/drawing/2014/main" val="330942535"/>
                  </a:ext>
                </a:extLst>
              </a:tr>
              <a:tr h="370840">
                <a:tc>
                  <a:txBody>
                    <a:bodyPr/>
                    <a:lstStyle/>
                    <a:p>
                      <a:r>
                        <a:rPr lang="en-US" sz="1050" b="1" dirty="0"/>
                        <a:t>Interest Adv</a:t>
                      </a:r>
                      <a:endParaRPr lang="en-IN" sz="1050" b="1" dirty="0"/>
                    </a:p>
                  </a:txBody>
                  <a:tcPr/>
                </a:tc>
                <a:tc>
                  <a:txBody>
                    <a:bodyPr/>
                    <a:lstStyle/>
                    <a:p>
                      <a:r>
                        <a:rPr lang="en-IN" sz="1050" b="1" dirty="0"/>
                        <a:t>0.969</a:t>
                      </a:r>
                    </a:p>
                  </a:txBody>
                  <a:tcPr/>
                </a:tc>
                <a:tc>
                  <a:txBody>
                    <a:bodyPr/>
                    <a:lstStyle/>
                    <a:p>
                      <a:r>
                        <a:rPr lang="en-IN" sz="1050" dirty="0"/>
                        <a:t>0.973</a:t>
                      </a:r>
                    </a:p>
                  </a:txBody>
                  <a:tcPr/>
                </a:tc>
                <a:tc>
                  <a:txBody>
                    <a:bodyPr/>
                    <a:lstStyle/>
                    <a:p>
                      <a:r>
                        <a:rPr lang="en-IN" sz="1050" b="1" dirty="0"/>
                        <a:t>0.990</a:t>
                      </a:r>
                    </a:p>
                  </a:txBody>
                  <a:tcPr/>
                </a:tc>
                <a:tc>
                  <a:txBody>
                    <a:bodyPr/>
                    <a:lstStyle/>
                    <a:p>
                      <a:r>
                        <a:rPr lang="en-IN" sz="1050" b="1" dirty="0"/>
                        <a:t>0.990</a:t>
                      </a:r>
                    </a:p>
                  </a:txBody>
                  <a:tcPr/>
                </a:tc>
                <a:tc>
                  <a:txBody>
                    <a:bodyPr/>
                    <a:lstStyle/>
                    <a:p>
                      <a:r>
                        <a:rPr lang="en-IN" sz="1050" dirty="0"/>
                        <a:t>0.988</a:t>
                      </a:r>
                    </a:p>
                  </a:txBody>
                  <a:tcPr/>
                </a:tc>
                <a:tc>
                  <a:txBody>
                    <a:bodyPr/>
                    <a:lstStyle/>
                    <a:p>
                      <a:r>
                        <a:rPr lang="en-IN" sz="1050" b="0" dirty="0"/>
                        <a:t>0.986</a:t>
                      </a:r>
                    </a:p>
                  </a:txBody>
                  <a:tcPr/>
                </a:tc>
                <a:tc>
                  <a:txBody>
                    <a:bodyPr/>
                    <a:lstStyle/>
                    <a:p>
                      <a:endParaRPr lang="en-IN" sz="1050" b="1" dirty="0"/>
                    </a:p>
                  </a:txBody>
                  <a:tcPr/>
                </a:tc>
                <a:extLst>
                  <a:ext uri="{0D108BD9-81ED-4DB2-BD59-A6C34878D82A}">
                    <a16:rowId xmlns:a16="http://schemas.microsoft.com/office/drawing/2014/main" val="2492406883"/>
                  </a:ext>
                </a:extLst>
              </a:tr>
              <a:tr h="512564">
                <a:tc>
                  <a:txBody>
                    <a:bodyPr/>
                    <a:lstStyle/>
                    <a:p>
                      <a:r>
                        <a:rPr lang="en-US" sz="1050" b="1" dirty="0"/>
                        <a:t>Tax Adv</a:t>
                      </a:r>
                      <a:endParaRPr lang="en-IN" sz="1050" b="1" dirty="0"/>
                    </a:p>
                  </a:txBody>
                  <a:tcPr/>
                </a:tc>
                <a:tc>
                  <a:txBody>
                    <a:bodyPr/>
                    <a:lstStyle/>
                    <a:p>
                      <a:r>
                        <a:rPr lang="en-IN" sz="1050" b="0" dirty="0"/>
                        <a:t>0.740</a:t>
                      </a:r>
                    </a:p>
                  </a:txBody>
                  <a:tcPr/>
                </a:tc>
                <a:tc>
                  <a:txBody>
                    <a:bodyPr/>
                    <a:lstStyle/>
                    <a:p>
                      <a:r>
                        <a:rPr lang="en-IN" sz="1050" b="1" dirty="0"/>
                        <a:t>0.738</a:t>
                      </a:r>
                    </a:p>
                  </a:txBody>
                  <a:tcPr/>
                </a:tc>
                <a:tc>
                  <a:txBody>
                    <a:bodyPr/>
                    <a:lstStyle/>
                    <a:p>
                      <a:r>
                        <a:rPr lang="en-IN" sz="1050" b="1" dirty="0"/>
                        <a:t>0.760</a:t>
                      </a:r>
                    </a:p>
                  </a:txBody>
                  <a:tcPr/>
                </a:tc>
                <a:tc>
                  <a:txBody>
                    <a:bodyPr/>
                    <a:lstStyle/>
                    <a:p>
                      <a:r>
                        <a:rPr lang="en-IN" sz="1050" b="0" dirty="0"/>
                        <a:t>0.748</a:t>
                      </a:r>
                    </a:p>
                  </a:txBody>
                  <a:tcPr/>
                </a:tc>
                <a:tc>
                  <a:txBody>
                    <a:bodyPr/>
                    <a:lstStyle/>
                    <a:p>
                      <a:r>
                        <a:rPr lang="en-IN" sz="1050" b="0" dirty="0"/>
                        <a:t>0.754</a:t>
                      </a:r>
                    </a:p>
                  </a:txBody>
                  <a:tcPr/>
                </a:tc>
                <a:tc>
                  <a:txBody>
                    <a:bodyPr/>
                    <a:lstStyle/>
                    <a:p>
                      <a:r>
                        <a:rPr lang="en-IN" sz="1050" b="0" dirty="0"/>
                        <a:t>0.737</a:t>
                      </a:r>
                    </a:p>
                  </a:txBody>
                  <a:tcPr/>
                </a:tc>
                <a:tc>
                  <a:txBody>
                    <a:bodyPr/>
                    <a:lstStyle/>
                    <a:p>
                      <a:endParaRPr lang="en-IN" sz="1050" b="1" dirty="0"/>
                    </a:p>
                  </a:txBody>
                  <a:tcPr/>
                </a:tc>
                <a:extLst>
                  <a:ext uri="{0D108BD9-81ED-4DB2-BD59-A6C34878D82A}">
                    <a16:rowId xmlns:a16="http://schemas.microsoft.com/office/drawing/2014/main" val="4193827721"/>
                  </a:ext>
                </a:extLst>
              </a:tr>
              <a:tr h="370840">
                <a:tc>
                  <a:txBody>
                    <a:bodyPr/>
                    <a:lstStyle/>
                    <a:p>
                      <a:r>
                        <a:rPr lang="en-US" sz="1050" b="1" dirty="0"/>
                        <a:t>Asset Turn</a:t>
                      </a:r>
                      <a:endParaRPr lang="en-IN" sz="1050" b="1" dirty="0"/>
                    </a:p>
                  </a:txBody>
                  <a:tcPr/>
                </a:tc>
                <a:tc>
                  <a:txBody>
                    <a:bodyPr/>
                    <a:lstStyle/>
                    <a:p>
                      <a:r>
                        <a:rPr lang="en-IN" sz="1050" b="0" dirty="0"/>
                        <a:t>0.780</a:t>
                      </a:r>
                    </a:p>
                  </a:txBody>
                  <a:tcPr/>
                </a:tc>
                <a:tc>
                  <a:txBody>
                    <a:bodyPr/>
                    <a:lstStyle/>
                    <a:p>
                      <a:r>
                        <a:rPr lang="en-IN" sz="1050" b="0" dirty="0"/>
                        <a:t>0.777</a:t>
                      </a:r>
                    </a:p>
                  </a:txBody>
                  <a:tcPr/>
                </a:tc>
                <a:tc>
                  <a:txBody>
                    <a:bodyPr/>
                    <a:lstStyle/>
                    <a:p>
                      <a:r>
                        <a:rPr lang="en-IN" sz="1050" b="1" dirty="0"/>
                        <a:t>0.815</a:t>
                      </a:r>
                    </a:p>
                  </a:txBody>
                  <a:tcPr/>
                </a:tc>
                <a:tc>
                  <a:txBody>
                    <a:bodyPr/>
                    <a:lstStyle/>
                    <a:p>
                      <a:r>
                        <a:rPr lang="en-IN" sz="1050" b="0" dirty="0"/>
                        <a:t>0.731</a:t>
                      </a:r>
                    </a:p>
                  </a:txBody>
                  <a:tcPr/>
                </a:tc>
                <a:tc>
                  <a:txBody>
                    <a:bodyPr/>
                    <a:lstStyle/>
                    <a:p>
                      <a:r>
                        <a:rPr lang="en-IN" sz="1050" b="1" dirty="0"/>
                        <a:t>0.674</a:t>
                      </a:r>
                    </a:p>
                  </a:txBody>
                  <a:tcPr/>
                </a:tc>
                <a:tc>
                  <a:txBody>
                    <a:bodyPr/>
                    <a:lstStyle/>
                    <a:p>
                      <a:r>
                        <a:rPr lang="en-IN" sz="1050" b="0" dirty="0"/>
                        <a:t>1.947</a:t>
                      </a:r>
                    </a:p>
                  </a:txBody>
                  <a:tcPr/>
                </a:tc>
                <a:tc>
                  <a:txBody>
                    <a:bodyPr/>
                    <a:lstStyle/>
                    <a:p>
                      <a:endParaRPr lang="en-IN" sz="1050" b="1" dirty="0"/>
                    </a:p>
                  </a:txBody>
                  <a:tcPr/>
                </a:tc>
                <a:extLst>
                  <a:ext uri="{0D108BD9-81ED-4DB2-BD59-A6C34878D82A}">
                    <a16:rowId xmlns:a16="http://schemas.microsoft.com/office/drawing/2014/main" val="985205315"/>
                  </a:ext>
                </a:extLst>
              </a:tr>
              <a:tr h="370840">
                <a:tc>
                  <a:txBody>
                    <a:bodyPr/>
                    <a:lstStyle/>
                    <a:p>
                      <a:r>
                        <a:rPr lang="en-US" sz="1050" b="1" dirty="0"/>
                        <a:t>EM</a:t>
                      </a:r>
                      <a:endParaRPr lang="en-IN" sz="1050" b="1" dirty="0"/>
                    </a:p>
                  </a:txBody>
                  <a:tcPr/>
                </a:tc>
                <a:tc>
                  <a:txBody>
                    <a:bodyPr/>
                    <a:lstStyle/>
                    <a:p>
                      <a:r>
                        <a:rPr lang="en-IN" sz="1050" b="1" dirty="0"/>
                        <a:t>1.610</a:t>
                      </a:r>
                    </a:p>
                  </a:txBody>
                  <a:tcPr/>
                </a:tc>
                <a:tc>
                  <a:txBody>
                    <a:bodyPr/>
                    <a:lstStyle/>
                    <a:p>
                      <a:r>
                        <a:rPr lang="en-IN" sz="1050" b="0" dirty="0"/>
                        <a:t>1.527</a:t>
                      </a:r>
                    </a:p>
                  </a:txBody>
                  <a:tcPr/>
                </a:tc>
                <a:tc>
                  <a:txBody>
                    <a:bodyPr/>
                    <a:lstStyle/>
                    <a:p>
                      <a:r>
                        <a:rPr lang="en-IN" sz="1050" b="0" dirty="0"/>
                        <a:t>1.447</a:t>
                      </a:r>
                    </a:p>
                  </a:txBody>
                  <a:tcPr/>
                </a:tc>
                <a:tc>
                  <a:txBody>
                    <a:bodyPr/>
                    <a:lstStyle/>
                    <a:p>
                      <a:r>
                        <a:rPr lang="en-IN" sz="1050" b="1" dirty="0"/>
                        <a:t>1.437</a:t>
                      </a:r>
                    </a:p>
                  </a:txBody>
                  <a:tcPr/>
                </a:tc>
                <a:tc>
                  <a:txBody>
                    <a:bodyPr/>
                    <a:lstStyle/>
                    <a:p>
                      <a:r>
                        <a:rPr lang="en-IN" sz="1050" b="0" dirty="0"/>
                        <a:t>1.442</a:t>
                      </a:r>
                    </a:p>
                  </a:txBody>
                  <a:tcPr/>
                </a:tc>
                <a:tc>
                  <a:txBody>
                    <a:bodyPr/>
                    <a:lstStyle/>
                    <a:p>
                      <a:r>
                        <a:rPr lang="en-IN" sz="1050" b="0" dirty="0"/>
                        <a:t>2.444</a:t>
                      </a:r>
                    </a:p>
                  </a:txBody>
                  <a:tcPr/>
                </a:tc>
                <a:tc>
                  <a:txBody>
                    <a:bodyPr/>
                    <a:lstStyle/>
                    <a:p>
                      <a:endParaRPr lang="en-IN" sz="1050" b="1" dirty="0"/>
                    </a:p>
                  </a:txBody>
                  <a:tcPr/>
                </a:tc>
                <a:extLst>
                  <a:ext uri="{0D108BD9-81ED-4DB2-BD59-A6C34878D82A}">
                    <a16:rowId xmlns:a16="http://schemas.microsoft.com/office/drawing/2014/main" val="1098816428"/>
                  </a:ext>
                </a:extLst>
              </a:tr>
              <a:tr h="370840">
                <a:tc>
                  <a:txBody>
                    <a:bodyPr/>
                    <a:lstStyle/>
                    <a:p>
                      <a:endParaRPr lang="en-IN" sz="1050" b="1" dirty="0"/>
                    </a:p>
                  </a:txBody>
                  <a:tcPr/>
                </a:tc>
                <a:tc>
                  <a:txBody>
                    <a:bodyPr/>
                    <a:lstStyle/>
                    <a:p>
                      <a:endParaRPr lang="en-IN" sz="1050" b="1" dirty="0"/>
                    </a:p>
                  </a:txBody>
                  <a:tcPr/>
                </a:tc>
                <a:tc>
                  <a:txBody>
                    <a:bodyPr/>
                    <a:lstStyle/>
                    <a:p>
                      <a:endParaRPr lang="en-IN" sz="1050" b="1" dirty="0"/>
                    </a:p>
                  </a:txBody>
                  <a:tcPr/>
                </a:tc>
                <a:tc>
                  <a:txBody>
                    <a:bodyPr/>
                    <a:lstStyle/>
                    <a:p>
                      <a:endParaRPr lang="en-IN" sz="1050" b="1" dirty="0"/>
                    </a:p>
                  </a:txBody>
                  <a:tcPr/>
                </a:tc>
                <a:tc>
                  <a:txBody>
                    <a:bodyPr/>
                    <a:lstStyle/>
                    <a:p>
                      <a:endParaRPr lang="en-IN" sz="1050" b="1" dirty="0"/>
                    </a:p>
                  </a:txBody>
                  <a:tcPr/>
                </a:tc>
                <a:tc>
                  <a:txBody>
                    <a:bodyPr/>
                    <a:lstStyle/>
                    <a:p>
                      <a:endParaRPr lang="en-IN" sz="1050" b="1" dirty="0"/>
                    </a:p>
                  </a:txBody>
                  <a:tcPr/>
                </a:tc>
                <a:tc>
                  <a:txBody>
                    <a:bodyPr/>
                    <a:lstStyle/>
                    <a:p>
                      <a:endParaRPr lang="en-IN" sz="1050" b="0" dirty="0"/>
                    </a:p>
                  </a:txBody>
                  <a:tcPr/>
                </a:tc>
                <a:tc>
                  <a:txBody>
                    <a:bodyPr/>
                    <a:lstStyle/>
                    <a:p>
                      <a:endParaRPr lang="en-IN" sz="1050" b="1" dirty="0"/>
                    </a:p>
                  </a:txBody>
                  <a:tcPr/>
                </a:tc>
                <a:extLst>
                  <a:ext uri="{0D108BD9-81ED-4DB2-BD59-A6C34878D82A}">
                    <a16:rowId xmlns:a16="http://schemas.microsoft.com/office/drawing/2014/main" val="11688798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black"/>
                          </a:solidFill>
                          <a:effectLst/>
                          <a:uLnTx/>
                          <a:uFillTx/>
                          <a:latin typeface="+mn-lt"/>
                          <a:ea typeface="+mn-ea"/>
                          <a:cs typeface="+mn-cs"/>
                        </a:rPr>
                        <a:t>Dupont ROE in % </a:t>
                      </a:r>
                      <a:endParaRPr kumimoji="0" lang="en-IN" sz="105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r>
                        <a:rPr lang="en-IN" sz="1050" b="1" dirty="0"/>
                        <a:t>18.32</a:t>
                      </a:r>
                    </a:p>
                  </a:txBody>
                  <a:tcPr/>
                </a:tc>
                <a:tc>
                  <a:txBody>
                    <a:bodyPr/>
                    <a:lstStyle/>
                    <a:p>
                      <a:r>
                        <a:rPr lang="en-IN" sz="1050" b="0" dirty="0"/>
                        <a:t>17.48</a:t>
                      </a:r>
                    </a:p>
                  </a:txBody>
                  <a:tcPr/>
                </a:tc>
                <a:tc>
                  <a:txBody>
                    <a:bodyPr/>
                    <a:lstStyle/>
                    <a:p>
                      <a:r>
                        <a:rPr lang="en-IN" sz="1050" b="0" dirty="0"/>
                        <a:t>17.84</a:t>
                      </a:r>
                    </a:p>
                  </a:txBody>
                  <a:tcPr/>
                </a:tc>
                <a:tc>
                  <a:txBody>
                    <a:bodyPr/>
                    <a:lstStyle/>
                    <a:p>
                      <a:r>
                        <a:rPr lang="en-IN" sz="1050" b="0" dirty="0"/>
                        <a:t>16.41</a:t>
                      </a:r>
                    </a:p>
                  </a:txBody>
                  <a:tcPr/>
                </a:tc>
                <a:tc>
                  <a:txBody>
                    <a:bodyPr/>
                    <a:lstStyle/>
                    <a:p>
                      <a:r>
                        <a:rPr lang="en-IN" sz="1050" b="1" dirty="0"/>
                        <a:t>15.41</a:t>
                      </a:r>
                    </a:p>
                  </a:txBody>
                  <a:tcPr/>
                </a:tc>
                <a:tc>
                  <a:txBody>
                    <a:bodyPr/>
                    <a:lstStyle/>
                    <a:p>
                      <a:r>
                        <a:rPr lang="en-IN" sz="1050" b="0" dirty="0"/>
                        <a:t>73.20</a:t>
                      </a:r>
                    </a:p>
                  </a:txBody>
                  <a:tcPr/>
                </a:tc>
                <a:tc>
                  <a:txBody>
                    <a:bodyPr/>
                    <a:lstStyle/>
                    <a:p>
                      <a:r>
                        <a:rPr lang="en-IN" sz="1050" b="1" dirty="0">
                          <a:highlight>
                            <a:srgbClr val="FFFF00"/>
                          </a:highlight>
                        </a:rPr>
                        <a:t>17.09%</a:t>
                      </a:r>
                    </a:p>
                  </a:txBody>
                  <a:tcPr/>
                </a:tc>
                <a:extLst>
                  <a:ext uri="{0D108BD9-81ED-4DB2-BD59-A6C34878D82A}">
                    <a16:rowId xmlns:a16="http://schemas.microsoft.com/office/drawing/2014/main" val="4074497832"/>
                  </a:ext>
                </a:extLst>
              </a:tr>
            </a:tbl>
          </a:graphicData>
        </a:graphic>
      </p:graphicFrame>
      <p:sp>
        <p:nvSpPr>
          <p:cNvPr id="5" name="TextBox 4">
            <a:extLst>
              <a:ext uri="{FF2B5EF4-FFF2-40B4-BE49-F238E27FC236}">
                <a16:creationId xmlns:a16="http://schemas.microsoft.com/office/drawing/2014/main" id="{60F5C760-6B01-22A3-F4AC-7E27A1433E80}"/>
              </a:ext>
            </a:extLst>
          </p:cNvPr>
          <p:cNvSpPr txBox="1"/>
          <p:nvPr/>
        </p:nvSpPr>
        <p:spPr>
          <a:xfrm>
            <a:off x="957263" y="5561832"/>
            <a:ext cx="6157968" cy="954107"/>
          </a:xfrm>
          <a:prstGeom prst="rect">
            <a:avLst/>
          </a:prstGeom>
          <a:noFill/>
        </p:spPr>
        <p:txBody>
          <a:bodyPr wrap="none" rtlCol="0">
            <a:spAutoFit/>
          </a:bodyPr>
          <a:lstStyle/>
          <a:p>
            <a:r>
              <a:rPr lang="en-US" sz="1400" dirty="0"/>
              <a:t>Some inferences</a:t>
            </a:r>
          </a:p>
          <a:p>
            <a:pPr marL="342900" indent="-342900">
              <a:buFont typeface="+mj-lt"/>
              <a:buAutoNum type="arabicPeriod"/>
            </a:pPr>
            <a:r>
              <a:rPr lang="en-US" sz="1400" dirty="0"/>
              <a:t>If Equity multiplier is increasing </a:t>
            </a:r>
            <a:r>
              <a:rPr lang="en-US" sz="1400" dirty="0">
                <a:sym typeface="Wingdings" panose="05000000000000000000" pitchFamily="2" charset="2"/>
              </a:rPr>
              <a:t> company is taking advantage of borrowing</a:t>
            </a:r>
          </a:p>
          <a:p>
            <a:pPr marL="342900" indent="-342900">
              <a:buFont typeface="+mj-lt"/>
              <a:buAutoNum type="arabicPeriod"/>
            </a:pPr>
            <a:r>
              <a:rPr lang="en-US" sz="1400" dirty="0">
                <a:sym typeface="Wingdings" panose="05000000000000000000" pitchFamily="2" charset="2"/>
              </a:rPr>
              <a:t>If asset turn over increasing  company is taking advantage of asset</a:t>
            </a:r>
          </a:p>
          <a:p>
            <a:pPr marL="342900" indent="-342900">
              <a:buFont typeface="+mj-lt"/>
              <a:buAutoNum type="arabicPeriod"/>
            </a:pPr>
            <a:r>
              <a:rPr lang="en-US" sz="1400" dirty="0">
                <a:sym typeface="Wingdings" panose="05000000000000000000" pitchFamily="2" charset="2"/>
              </a:rPr>
              <a:t>Higher equity multiplier  lower the tax advantage</a:t>
            </a:r>
          </a:p>
        </p:txBody>
      </p:sp>
    </p:spTree>
    <p:extLst>
      <p:ext uri="{BB962C8B-B14F-4D97-AF65-F5344CB8AC3E}">
        <p14:creationId xmlns:p14="http://schemas.microsoft.com/office/powerpoint/2010/main" val="12738375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F043E-BC3A-8C91-D158-BD004FB35CD2}"/>
              </a:ext>
            </a:extLst>
          </p:cNvPr>
          <p:cNvSpPr>
            <a:spLocks noGrp="1"/>
          </p:cNvSpPr>
          <p:nvPr>
            <p:ph type="title"/>
          </p:nvPr>
        </p:nvSpPr>
        <p:spPr/>
        <p:txBody>
          <a:bodyPr>
            <a:normAutofit fontScale="90000"/>
          </a:bodyPr>
          <a:lstStyle/>
          <a:p>
            <a:pPr algn="ctr"/>
            <a:r>
              <a:rPr kumimoji="0" lang="en-US" sz="3600" b="1" i="0" u="sng" strike="noStrike" kern="1200" cap="none" spc="0" normalizeH="0" baseline="0" noProof="0" dirty="0">
                <a:ln>
                  <a:noFill/>
                </a:ln>
                <a:solidFill>
                  <a:prstClr val="black"/>
                </a:solidFill>
                <a:effectLst/>
                <a:uLnTx/>
                <a:uFillTx/>
                <a:latin typeface="Calibri" panose="020F0502020204030204"/>
                <a:ea typeface="+mj-ea"/>
                <a:cs typeface="+mj-cs"/>
              </a:rPr>
              <a:t>Dupont Framework – ROC ( with 3 components)</a:t>
            </a:r>
            <a:br>
              <a:rPr kumimoji="0" lang="en-US" sz="2500" b="1" i="0" u="sng" strike="noStrike" kern="1200" cap="none" spc="0" normalizeH="0" baseline="0" noProof="0" dirty="0">
                <a:ln>
                  <a:noFill/>
                </a:ln>
                <a:solidFill>
                  <a:prstClr val="black"/>
                </a:solidFill>
                <a:effectLst/>
                <a:uLnTx/>
                <a:uFillTx/>
                <a:latin typeface="Calibri" panose="020F0502020204030204"/>
                <a:ea typeface="+mj-ea"/>
                <a:cs typeface="+mj-cs"/>
              </a:rPr>
            </a:br>
            <a:r>
              <a:rPr kumimoji="0" lang="en-US" sz="2500" b="1" i="0" u="sng" strike="noStrike" kern="1200" cap="none" spc="0" normalizeH="0" baseline="0" noProof="0" dirty="0">
                <a:ln>
                  <a:noFill/>
                </a:ln>
                <a:solidFill>
                  <a:prstClr val="black"/>
                </a:solidFill>
                <a:effectLst/>
                <a:uLnTx/>
                <a:uFillTx/>
                <a:latin typeface="Calibri" panose="020F0502020204030204"/>
                <a:ea typeface="+mj-ea"/>
                <a:cs typeface="+mj-cs"/>
              </a:rPr>
              <a:t> </a:t>
            </a:r>
            <a:br>
              <a:rPr kumimoji="0" lang="en-US" sz="2500" b="1" i="0" u="sng" strike="noStrike" kern="1200" cap="none" spc="0" normalizeH="0" baseline="0" noProof="0" dirty="0">
                <a:ln>
                  <a:noFill/>
                </a:ln>
                <a:solidFill>
                  <a:prstClr val="black"/>
                </a:solidFill>
                <a:effectLst/>
                <a:uLnTx/>
                <a:uFillTx/>
                <a:latin typeface="Calibri" panose="020F0502020204030204"/>
                <a:ea typeface="+mj-ea"/>
                <a:cs typeface="+mj-cs"/>
              </a:rPr>
            </a:br>
            <a:endParaRPr lang="en-US" dirty="0"/>
          </a:p>
        </p:txBody>
      </p:sp>
      <p:sp>
        <p:nvSpPr>
          <p:cNvPr id="3" name="Content Placeholder 2">
            <a:extLst>
              <a:ext uri="{FF2B5EF4-FFF2-40B4-BE49-F238E27FC236}">
                <a16:creationId xmlns:a16="http://schemas.microsoft.com/office/drawing/2014/main" id="{205CF441-8A8D-6CF9-A1E9-566DAA4BCA17}"/>
              </a:ext>
            </a:extLst>
          </p:cNvPr>
          <p:cNvSpPr>
            <a:spLocks noGrp="1"/>
          </p:cNvSpPr>
          <p:nvPr>
            <p:ph idx="1"/>
          </p:nvPr>
        </p:nvSpPr>
        <p:spPr>
          <a:xfrm>
            <a:off x="838200" y="1196975"/>
            <a:ext cx="10515600" cy="4351338"/>
          </a:xfrm>
        </p:spPr>
        <p:txBody>
          <a:bodyPr>
            <a:normAutofit/>
          </a:bodyPr>
          <a:lstStyle/>
          <a:p>
            <a:pPr marL="0" indent="0">
              <a:buNone/>
            </a:pPr>
            <a:r>
              <a:rPr lang="en-US" sz="1600" b="1" dirty="0"/>
              <a:t>ROC = EBIT (1-Tax rate )/ Invested Capital  </a:t>
            </a:r>
            <a:r>
              <a:rPr lang="en-US" sz="1600" dirty="0"/>
              <a:t> = (EBIT/ Net </a:t>
            </a:r>
            <a:r>
              <a:rPr lang="en-US" sz="1600" dirty="0" err="1"/>
              <a:t>Op.Revenue</a:t>
            </a:r>
            <a:r>
              <a:rPr lang="en-US" sz="1600" dirty="0"/>
              <a:t>) (1- Tax rate) ( Net </a:t>
            </a:r>
            <a:r>
              <a:rPr lang="en-US" sz="1600" dirty="0" err="1"/>
              <a:t>Op.Revenue</a:t>
            </a:r>
            <a:r>
              <a:rPr lang="en-US" sz="1600" dirty="0"/>
              <a:t>/ Invested Capital)</a:t>
            </a:r>
          </a:p>
          <a:p>
            <a:pPr marL="0" indent="0">
              <a:buNone/>
            </a:pPr>
            <a:r>
              <a:rPr lang="en-US" sz="1600" b="1" dirty="0"/>
              <a:t>Invested Capital (IC) </a:t>
            </a:r>
            <a:r>
              <a:rPr lang="en-US" sz="1600" dirty="0"/>
              <a:t>= TL+OE – CL = Permanent capital or long term capital = </a:t>
            </a:r>
            <a:r>
              <a:rPr lang="en-US" sz="1600" b="1" dirty="0"/>
              <a:t>OE+ LT Debt OR LT Borrowing</a:t>
            </a:r>
          </a:p>
          <a:p>
            <a:pPr marL="342900" indent="-342900">
              <a:buFont typeface="+mj-lt"/>
              <a:buAutoNum type="arabicPeriod"/>
            </a:pPr>
            <a:r>
              <a:rPr lang="en-US" sz="1600" dirty="0"/>
              <a:t>EBIT/ Net </a:t>
            </a:r>
            <a:r>
              <a:rPr lang="en-US" sz="1600" dirty="0" err="1"/>
              <a:t>Op.Revenue</a:t>
            </a:r>
            <a:r>
              <a:rPr lang="en-US" sz="1600" dirty="0"/>
              <a:t> is called pre-tax EBIT margin.</a:t>
            </a:r>
          </a:p>
          <a:p>
            <a:pPr marL="342900" indent="-342900">
              <a:buFont typeface="+mj-lt"/>
              <a:buAutoNum type="arabicPeriod"/>
            </a:pPr>
            <a:r>
              <a:rPr lang="en-US" sz="1600" dirty="0"/>
              <a:t>IC turn over = Net </a:t>
            </a:r>
            <a:r>
              <a:rPr lang="en-US" sz="1600" dirty="0" err="1"/>
              <a:t>Op.Revenue</a:t>
            </a:r>
            <a:r>
              <a:rPr lang="en-US" sz="1600" dirty="0"/>
              <a:t>/ Invested Capital</a:t>
            </a:r>
          </a:p>
          <a:p>
            <a:pPr marL="342900" indent="-342900">
              <a:buFont typeface="+mj-lt"/>
              <a:buAutoNum type="arabicPeriod"/>
            </a:pPr>
            <a:endParaRPr lang="en-US" sz="1600" dirty="0"/>
          </a:p>
        </p:txBody>
      </p:sp>
    </p:spTree>
    <p:extLst>
      <p:ext uri="{BB962C8B-B14F-4D97-AF65-F5344CB8AC3E}">
        <p14:creationId xmlns:p14="http://schemas.microsoft.com/office/powerpoint/2010/main" val="31013893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4F553D2-78C2-A726-F02F-59BA8ABC30DF}"/>
              </a:ext>
            </a:extLst>
          </p:cNvPr>
          <p:cNvGraphicFramePr>
            <a:graphicFrameLocks noChangeAspect="1"/>
          </p:cNvGraphicFramePr>
          <p:nvPr>
            <p:custDataLst>
              <p:tags r:id="rId1"/>
            </p:custDataLst>
            <p:extLst>
              <p:ext uri="{D42A27DB-BD31-4B8C-83A1-F6EECF244321}">
                <p14:modId xmlns:p14="http://schemas.microsoft.com/office/powerpoint/2010/main" val="11687283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27" imgH="328" progId="TCLayout.ActiveDocument.1">
                  <p:embed/>
                </p:oleObj>
              </mc:Choice>
              <mc:Fallback>
                <p:oleObj name="think-cell Slide" r:id="rId3" imgW="327" imgH="328" progId="TCLayout.ActiveDocument.1">
                  <p:embed/>
                  <p:pic>
                    <p:nvPicPr>
                      <p:cNvPr id="5" name="think-cell data - do not delete" hidden="1">
                        <a:extLst>
                          <a:ext uri="{FF2B5EF4-FFF2-40B4-BE49-F238E27FC236}">
                            <a16:creationId xmlns:a16="http://schemas.microsoft.com/office/drawing/2014/main" id="{F4F553D2-78C2-A726-F02F-59BA8ABC30D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0C34ABE-115A-47E3-89C5-3B90BCF7D40B}"/>
              </a:ext>
            </a:extLst>
          </p:cNvPr>
          <p:cNvSpPr>
            <a:spLocks noGrp="1"/>
          </p:cNvSpPr>
          <p:nvPr>
            <p:ph type="title"/>
          </p:nvPr>
        </p:nvSpPr>
        <p:spPr>
          <a:xfrm>
            <a:off x="838200" y="336551"/>
            <a:ext cx="10515600" cy="692150"/>
          </a:xfrm>
        </p:spPr>
        <p:txBody>
          <a:bodyPr vert="horz">
            <a:normAutofit/>
          </a:bodyPr>
          <a:lstStyle/>
          <a:p>
            <a:pPr marL="228600" marR="0" lvl="0" indent="-228600" algn="ctr" defTabSz="914400" rtl="0" eaLnBrk="1" fontAlgn="auto" latinLnBrk="0" hangingPunct="1">
              <a:lnSpc>
                <a:spcPct val="90000"/>
              </a:lnSpc>
              <a:spcBef>
                <a:spcPts val="1000"/>
              </a:spcBef>
              <a:spcAft>
                <a:spcPts val="0"/>
              </a:spcAft>
              <a:tabLst/>
              <a:defRPr/>
            </a:pPr>
            <a:r>
              <a:rPr kumimoji="0" lang="en-US" sz="2800" b="1" i="0" u="sng"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500" b="1" i="0" u="sng" strike="noStrike" kern="1200" cap="none" spc="0" normalizeH="0" baseline="0" noProof="0" dirty="0">
                <a:ln>
                  <a:noFill/>
                </a:ln>
                <a:solidFill>
                  <a:prstClr val="black"/>
                </a:solidFill>
                <a:effectLst/>
                <a:uLnTx/>
                <a:uFillTx/>
                <a:latin typeface="Calibri" panose="020F0502020204030204"/>
                <a:ea typeface="+mj-ea"/>
                <a:cs typeface="+mj-cs"/>
              </a:rPr>
              <a:t>Modified Dupont Framework – ROC ( with five components)</a:t>
            </a:r>
            <a:endParaRPr lang="en-IN" dirty="0"/>
          </a:p>
        </p:txBody>
      </p:sp>
      <p:sp>
        <p:nvSpPr>
          <p:cNvPr id="3" name="Content Placeholder 2">
            <a:extLst>
              <a:ext uri="{FF2B5EF4-FFF2-40B4-BE49-F238E27FC236}">
                <a16:creationId xmlns:a16="http://schemas.microsoft.com/office/drawing/2014/main" id="{A876DAC0-381D-4FF2-AD42-8EBFF1F2BF45}"/>
              </a:ext>
            </a:extLst>
          </p:cNvPr>
          <p:cNvSpPr>
            <a:spLocks noGrp="1"/>
          </p:cNvSpPr>
          <p:nvPr>
            <p:ph idx="1"/>
          </p:nvPr>
        </p:nvSpPr>
        <p:spPr>
          <a:xfrm>
            <a:off x="838200" y="1253331"/>
            <a:ext cx="10515600" cy="4351338"/>
          </a:xfrm>
        </p:spPr>
        <p:txBody>
          <a:bodyPr>
            <a:normAutofit/>
          </a:bodyPr>
          <a:lstStyle/>
          <a:p>
            <a:pPr marL="0" indent="0">
              <a:buNone/>
            </a:pPr>
            <a:r>
              <a:rPr lang="en-US" sz="1800" dirty="0"/>
              <a:t>ROC = GPBDA/ Net </a:t>
            </a:r>
            <a:r>
              <a:rPr lang="en-US" sz="1800" dirty="0" err="1"/>
              <a:t>Op.Rev</a:t>
            </a:r>
            <a:r>
              <a:rPr lang="en-US" sz="1800" dirty="0"/>
              <a:t>*EBITDA/GPBDA* EBIT/EBITDA* (1-T)* Net OP.REV/ IC</a:t>
            </a:r>
          </a:p>
          <a:p>
            <a:pPr marL="514350" indent="-514350">
              <a:buAutoNum type="arabicPeriod"/>
            </a:pPr>
            <a:r>
              <a:rPr lang="en-US" sz="1800" dirty="0"/>
              <a:t>Gross Profit Before D&amp;A Margin = GPBDA/ Net </a:t>
            </a:r>
            <a:r>
              <a:rPr lang="en-US" sz="1800" dirty="0" err="1"/>
              <a:t>Op.Rev</a:t>
            </a:r>
            <a:endParaRPr lang="en-US" sz="1800" dirty="0"/>
          </a:p>
          <a:p>
            <a:pPr marL="514350" indent="-514350">
              <a:buAutoNum type="arabicPeriod"/>
            </a:pPr>
            <a:r>
              <a:rPr lang="en-US" sz="1800" dirty="0"/>
              <a:t>SGA Advantage = EBITDA/GPBDA</a:t>
            </a:r>
          </a:p>
          <a:p>
            <a:pPr marL="514350" indent="-514350">
              <a:buAutoNum type="arabicPeriod"/>
            </a:pPr>
            <a:r>
              <a:rPr lang="en-IN" sz="1800" dirty="0"/>
              <a:t>D&amp;A Advantage = </a:t>
            </a:r>
            <a:r>
              <a:rPr lang="en-US" sz="1800" dirty="0"/>
              <a:t>EBIT/EBITDA</a:t>
            </a:r>
            <a:endParaRPr lang="en-IN" sz="1800" dirty="0"/>
          </a:p>
          <a:p>
            <a:pPr marL="514350" indent="-514350">
              <a:buAutoNum type="arabicPeriod"/>
            </a:pPr>
            <a:r>
              <a:rPr lang="en-IN" sz="1800" dirty="0"/>
              <a:t>Tax Retention Rate =</a:t>
            </a:r>
            <a:r>
              <a:rPr lang="en-US" sz="1800" dirty="0"/>
              <a:t>(1-T)</a:t>
            </a:r>
            <a:endParaRPr lang="en-IN" sz="1800" dirty="0"/>
          </a:p>
          <a:p>
            <a:pPr marL="514350" indent="-514350">
              <a:buAutoNum type="arabicPeriod"/>
            </a:pPr>
            <a:r>
              <a:rPr lang="en-IN" sz="1800" dirty="0"/>
              <a:t>Invested Capital Turn over = </a:t>
            </a:r>
            <a:r>
              <a:rPr lang="en-US" sz="1800" dirty="0"/>
              <a:t>Net OP.REV/ IC</a:t>
            </a:r>
          </a:p>
          <a:p>
            <a:pPr marL="0" indent="0">
              <a:buNone/>
            </a:pPr>
            <a:r>
              <a:rPr lang="en-US" sz="1800" dirty="0"/>
              <a:t>All above are higher the better</a:t>
            </a:r>
            <a:endParaRPr lang="en-IN" sz="1800" dirty="0"/>
          </a:p>
          <a:p>
            <a:pPr marL="0" indent="0">
              <a:buNone/>
            </a:pPr>
            <a:endParaRPr lang="en-US" sz="1800" dirty="0"/>
          </a:p>
          <a:p>
            <a:pPr marL="0" indent="0">
              <a:buNone/>
            </a:pPr>
            <a:endParaRPr lang="en-IN" sz="1800" dirty="0"/>
          </a:p>
        </p:txBody>
      </p:sp>
    </p:spTree>
    <p:extLst>
      <p:ext uri="{BB962C8B-B14F-4D97-AF65-F5344CB8AC3E}">
        <p14:creationId xmlns:p14="http://schemas.microsoft.com/office/powerpoint/2010/main" val="42658780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8A28A-A814-5441-3311-79BC253DC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740235-D776-04E7-551B-6CDBB097DED0}"/>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GP Before D&amp;A Margin of HUL-Last Five </a:t>
            </a:r>
            <a:r>
              <a:rPr kumimoji="0" lang="en-US" sz="4400" b="1" i="0" u="none" strike="noStrike" kern="1200" cap="none" spc="0" normalizeH="0" baseline="0" noProof="0" dirty="0" err="1">
                <a:ln>
                  <a:noFill/>
                </a:ln>
                <a:solidFill>
                  <a:prstClr val="black"/>
                </a:solidFill>
                <a:effectLst/>
                <a:uLnTx/>
                <a:uFillTx/>
                <a:latin typeface="Calibri Light" panose="020F0302020204030204"/>
                <a:ea typeface="+mj-ea"/>
                <a:cs typeface="+mj-cs"/>
              </a:rPr>
              <a:t>Fys</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a:t>
            </a:r>
            <a:endParaRPr lang="en-IN" dirty="0"/>
          </a:p>
        </p:txBody>
      </p:sp>
      <p:graphicFrame>
        <p:nvGraphicFramePr>
          <p:cNvPr id="4" name="Table 4">
            <a:extLst>
              <a:ext uri="{FF2B5EF4-FFF2-40B4-BE49-F238E27FC236}">
                <a16:creationId xmlns:a16="http://schemas.microsoft.com/office/drawing/2014/main" id="{6795ADF7-B401-1F86-1102-55BD934716E8}"/>
              </a:ext>
            </a:extLst>
          </p:cNvPr>
          <p:cNvGraphicFramePr>
            <a:graphicFrameLocks noGrp="1"/>
          </p:cNvGraphicFramePr>
          <p:nvPr>
            <p:ph idx="1"/>
          </p:nvPr>
        </p:nvGraphicFramePr>
        <p:xfrm>
          <a:off x="618562" y="1550035"/>
          <a:ext cx="10735238" cy="5217160"/>
        </p:xfrm>
        <a:graphic>
          <a:graphicData uri="http://schemas.openxmlformats.org/drawingml/2006/table">
            <a:tbl>
              <a:tblPr firstRow="1" bandRow="1">
                <a:tableStyleId>{5C22544A-7EE6-4342-B048-85BDC9FD1C3A}</a:tableStyleId>
              </a:tblPr>
              <a:tblGrid>
                <a:gridCol w="1721864">
                  <a:extLst>
                    <a:ext uri="{9D8B030D-6E8A-4147-A177-3AD203B41FA5}">
                      <a16:colId xmlns:a16="http://schemas.microsoft.com/office/drawing/2014/main" val="3403792412"/>
                    </a:ext>
                  </a:extLst>
                </a:gridCol>
                <a:gridCol w="1502229">
                  <a:extLst>
                    <a:ext uri="{9D8B030D-6E8A-4147-A177-3AD203B41FA5}">
                      <a16:colId xmlns:a16="http://schemas.microsoft.com/office/drawing/2014/main" val="1323928238"/>
                    </a:ext>
                  </a:extLst>
                </a:gridCol>
                <a:gridCol w="1502229">
                  <a:extLst>
                    <a:ext uri="{9D8B030D-6E8A-4147-A177-3AD203B41FA5}">
                      <a16:colId xmlns:a16="http://schemas.microsoft.com/office/drawing/2014/main" val="2929787704"/>
                    </a:ext>
                  </a:extLst>
                </a:gridCol>
                <a:gridCol w="1502229">
                  <a:extLst>
                    <a:ext uri="{9D8B030D-6E8A-4147-A177-3AD203B41FA5}">
                      <a16:colId xmlns:a16="http://schemas.microsoft.com/office/drawing/2014/main" val="2884300378"/>
                    </a:ext>
                  </a:extLst>
                </a:gridCol>
                <a:gridCol w="1502229">
                  <a:extLst>
                    <a:ext uri="{9D8B030D-6E8A-4147-A177-3AD203B41FA5}">
                      <a16:colId xmlns:a16="http://schemas.microsoft.com/office/drawing/2014/main" val="783594773"/>
                    </a:ext>
                  </a:extLst>
                </a:gridCol>
                <a:gridCol w="1502229">
                  <a:extLst>
                    <a:ext uri="{9D8B030D-6E8A-4147-A177-3AD203B41FA5}">
                      <a16:colId xmlns:a16="http://schemas.microsoft.com/office/drawing/2014/main" val="3333496656"/>
                    </a:ext>
                  </a:extLst>
                </a:gridCol>
                <a:gridCol w="1502229">
                  <a:extLst>
                    <a:ext uri="{9D8B030D-6E8A-4147-A177-3AD203B41FA5}">
                      <a16:colId xmlns:a16="http://schemas.microsoft.com/office/drawing/2014/main" val="2329384863"/>
                    </a:ext>
                  </a:extLst>
                </a:gridCol>
              </a:tblGrid>
              <a:tr h="370840">
                <a:tc>
                  <a:txBody>
                    <a:bodyPr/>
                    <a:lstStyle/>
                    <a:p>
                      <a:r>
                        <a:rPr lang="en-US" dirty="0"/>
                        <a:t>Particulars</a:t>
                      </a:r>
                      <a:endParaRPr lang="en-IN" dirty="0"/>
                    </a:p>
                  </a:txBody>
                  <a:tcPr/>
                </a:tc>
                <a:tc>
                  <a:txBody>
                    <a:bodyPr/>
                    <a:lstStyle/>
                    <a:p>
                      <a:r>
                        <a:rPr lang="en-IN" dirty="0"/>
                        <a:t>March 2025</a:t>
                      </a:r>
                    </a:p>
                  </a:txBody>
                  <a:tcPr/>
                </a:tc>
                <a:tc>
                  <a:txBody>
                    <a:bodyPr/>
                    <a:lstStyle/>
                    <a:p>
                      <a:r>
                        <a:rPr lang="en-IN" dirty="0"/>
                        <a:t> 2024</a:t>
                      </a:r>
                    </a:p>
                  </a:txBody>
                  <a:tcPr/>
                </a:tc>
                <a:tc>
                  <a:txBody>
                    <a:bodyPr/>
                    <a:lstStyle/>
                    <a:p>
                      <a:r>
                        <a:rPr lang="en-IN" dirty="0"/>
                        <a:t>2023</a:t>
                      </a:r>
                    </a:p>
                  </a:txBody>
                  <a:tcPr/>
                </a:tc>
                <a:tc>
                  <a:txBody>
                    <a:bodyPr/>
                    <a:lstStyle/>
                    <a:p>
                      <a:r>
                        <a:rPr lang="en-US" dirty="0"/>
                        <a:t> 2022</a:t>
                      </a:r>
                      <a:endParaRPr lang="en-IN" dirty="0"/>
                    </a:p>
                  </a:txBody>
                  <a:tcPr/>
                </a:tc>
                <a:tc>
                  <a:txBody>
                    <a:bodyPr/>
                    <a:lstStyle/>
                    <a:p>
                      <a:r>
                        <a:rPr lang="en-US" dirty="0"/>
                        <a:t>2021</a:t>
                      </a:r>
                      <a:endParaRPr lang="en-IN" dirty="0"/>
                    </a:p>
                  </a:txBody>
                  <a:tcPr/>
                </a:tc>
                <a:tc>
                  <a:txBody>
                    <a:bodyPr/>
                    <a:lstStyle/>
                    <a:p>
                      <a:r>
                        <a:rPr lang="en-US" dirty="0"/>
                        <a:t>2020</a:t>
                      </a:r>
                      <a:endParaRPr lang="en-IN" dirty="0"/>
                    </a:p>
                  </a:txBody>
                  <a:tcPr/>
                </a:tc>
                <a:extLst>
                  <a:ext uri="{0D108BD9-81ED-4DB2-BD59-A6C34878D82A}">
                    <a16:rowId xmlns:a16="http://schemas.microsoft.com/office/drawing/2014/main" val="2036340585"/>
                  </a:ext>
                </a:extLst>
              </a:tr>
              <a:tr h="370840">
                <a:tc>
                  <a:txBody>
                    <a:bodyPr/>
                    <a:lstStyle/>
                    <a:p>
                      <a:r>
                        <a:rPr lang="en-US" dirty="0"/>
                        <a:t>Net Operating Revenue (INR Cr)</a:t>
                      </a:r>
                      <a:endParaRPr lang="en-IN" dirty="0"/>
                    </a:p>
                  </a:txBody>
                  <a:tcPr/>
                </a:tc>
                <a:tc>
                  <a:txBody>
                    <a:bodyPr/>
                    <a:lstStyle/>
                    <a:p>
                      <a:r>
                        <a:rPr lang="en-IN" dirty="0"/>
                        <a:t>62288</a:t>
                      </a:r>
                    </a:p>
                  </a:txBody>
                  <a:tcPr/>
                </a:tc>
                <a:tc>
                  <a:txBody>
                    <a:bodyPr/>
                    <a:lstStyle/>
                    <a:p>
                      <a:r>
                        <a:rPr lang="en-IN" dirty="0"/>
                        <a:t>60966</a:t>
                      </a:r>
                    </a:p>
                  </a:txBody>
                  <a:tcPr/>
                </a:tc>
                <a:tc>
                  <a:txBody>
                    <a:bodyPr/>
                    <a:lstStyle/>
                    <a:p>
                      <a:r>
                        <a:rPr lang="en-IN" dirty="0"/>
                        <a:t>59549</a:t>
                      </a:r>
                    </a:p>
                  </a:txBody>
                  <a:tcPr/>
                </a:tc>
                <a:tc>
                  <a:txBody>
                    <a:bodyPr/>
                    <a:lstStyle/>
                    <a:p>
                      <a:r>
                        <a:rPr lang="en-IN" dirty="0"/>
                        <a:t>51548</a:t>
                      </a:r>
                    </a:p>
                  </a:txBody>
                  <a:tcPr/>
                </a:tc>
                <a:tc>
                  <a:txBody>
                    <a:bodyPr/>
                    <a:lstStyle/>
                    <a:p>
                      <a:r>
                        <a:rPr lang="en-IN" dirty="0"/>
                        <a:t>46321</a:t>
                      </a:r>
                    </a:p>
                  </a:txBody>
                  <a:tcPr/>
                </a:tc>
                <a:tc>
                  <a:txBody>
                    <a:bodyPr/>
                    <a:lstStyle/>
                    <a:p>
                      <a:r>
                        <a:rPr lang="en-IN" dirty="0"/>
                        <a:t>39238</a:t>
                      </a:r>
                    </a:p>
                  </a:txBody>
                  <a:tcPr/>
                </a:tc>
                <a:extLst>
                  <a:ext uri="{0D108BD9-81ED-4DB2-BD59-A6C34878D82A}">
                    <a16:rowId xmlns:a16="http://schemas.microsoft.com/office/drawing/2014/main" val="2876592805"/>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 CGS </a:t>
                      </a:r>
                      <a:r>
                        <a:rPr kumimoji="0" lang="en-US" sz="1800" b="0" i="0" u="none" strike="noStrike" kern="1200" cap="none" spc="0" normalizeH="0" baseline="0" noProof="0" dirty="0" err="1">
                          <a:ln>
                            <a:noFill/>
                          </a:ln>
                          <a:solidFill>
                            <a:prstClr val="black"/>
                          </a:solidFill>
                          <a:effectLst/>
                          <a:uLnTx/>
                          <a:uFillTx/>
                          <a:latin typeface="+mn-lt"/>
                          <a:ea typeface="+mn-ea"/>
                          <a:cs typeface="+mn-cs"/>
                        </a:rPr>
                        <a:t>exclude.D&amp;A</a:t>
                      </a:r>
                      <a:r>
                        <a:rPr kumimoji="0" lang="en-US" sz="1800" b="0" i="0" u="none" strike="noStrike" kern="1200" cap="none" spc="0" normalizeH="0" baseline="0" noProof="0" dirty="0">
                          <a:ln>
                            <a:noFill/>
                          </a:ln>
                          <a:solidFill>
                            <a:prstClr val="black"/>
                          </a:solidFill>
                          <a:effectLst/>
                          <a:uLnTx/>
                          <a:uFillTx/>
                          <a:latin typeface="+mn-lt"/>
                          <a:ea typeface="+mn-ea"/>
                          <a:cs typeface="+mn-cs"/>
                        </a:rPr>
                        <a:t> ( =Total exp – D&amp;A-fin costs- other exp)</a:t>
                      </a:r>
                      <a:endParaRPr kumimoji="0" lang="en-IN" sz="1800" b="0" i="0" u="none" strike="noStrike" kern="1200" cap="none" spc="0" normalizeH="0" baseline="0" noProof="0" dirty="0">
                        <a:ln>
                          <a:noFill/>
                        </a:ln>
                        <a:solidFill>
                          <a:prstClr val="black"/>
                        </a:solidFill>
                        <a:effectLst/>
                        <a:uLnTx/>
                        <a:uFillTx/>
                        <a:latin typeface="+mn-lt"/>
                        <a:ea typeface="+mn-ea"/>
                        <a:cs typeface="+mn-cs"/>
                      </a:endParaRPr>
                    </a:p>
                    <a:p>
                      <a:endParaRPr lang="en-IN" dirty="0"/>
                    </a:p>
                  </a:txBody>
                  <a:tcPr/>
                </a:tc>
                <a:tc>
                  <a:txBody>
                    <a:bodyPr/>
                    <a:lstStyle/>
                    <a:p>
                      <a:r>
                        <a:rPr lang="en-IN" dirty="0"/>
                        <a:t>33655</a:t>
                      </a:r>
                    </a:p>
                  </a:txBody>
                  <a:tcPr/>
                </a:tc>
                <a:tc>
                  <a:txBody>
                    <a:bodyPr/>
                    <a:lstStyle/>
                    <a:p>
                      <a:r>
                        <a:rPr lang="en-IN" dirty="0"/>
                        <a:t>32769</a:t>
                      </a:r>
                    </a:p>
                  </a:txBody>
                  <a:tcPr/>
                </a:tc>
                <a:tc>
                  <a:txBody>
                    <a:bodyPr/>
                    <a:lstStyle/>
                    <a:p>
                      <a:r>
                        <a:rPr lang="en-IN" dirty="0"/>
                        <a:t>34570</a:t>
                      </a:r>
                    </a:p>
                  </a:txBody>
                  <a:tcPr/>
                </a:tc>
                <a:tc>
                  <a:txBody>
                    <a:bodyPr/>
                    <a:lstStyle/>
                    <a:p>
                      <a:r>
                        <a:rPr lang="en-IN" dirty="0"/>
                        <a:t>28280</a:t>
                      </a:r>
                    </a:p>
                  </a:txBody>
                  <a:tcPr/>
                </a:tc>
                <a:tc>
                  <a:txBody>
                    <a:bodyPr/>
                    <a:lstStyle/>
                    <a:p>
                      <a:r>
                        <a:rPr lang="en-IN" dirty="0"/>
                        <a:t>24506</a:t>
                      </a:r>
                    </a:p>
                  </a:txBody>
                  <a:tcPr/>
                </a:tc>
                <a:tc>
                  <a:txBody>
                    <a:bodyPr/>
                    <a:lstStyle/>
                    <a:p>
                      <a:r>
                        <a:rPr lang="en-IN" dirty="0"/>
                        <a:t>20079</a:t>
                      </a:r>
                    </a:p>
                  </a:txBody>
                  <a:tcPr/>
                </a:tc>
                <a:extLst>
                  <a:ext uri="{0D108BD9-81ED-4DB2-BD59-A6C34878D82A}">
                    <a16:rowId xmlns:a16="http://schemas.microsoft.com/office/drawing/2014/main" val="63766306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GP Before D&amp;A</a:t>
                      </a: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p>
                      <a:endParaRPr lang="en-IN" b="1" dirty="0"/>
                    </a:p>
                  </a:txBody>
                  <a:tcPr/>
                </a:tc>
                <a:tc>
                  <a:txBody>
                    <a:bodyPr/>
                    <a:lstStyle/>
                    <a:p>
                      <a:r>
                        <a:rPr lang="en-IN" b="1" dirty="0"/>
                        <a:t>28633</a:t>
                      </a:r>
                    </a:p>
                  </a:txBody>
                  <a:tcPr/>
                </a:tc>
                <a:tc>
                  <a:txBody>
                    <a:bodyPr/>
                    <a:lstStyle/>
                    <a:p>
                      <a:r>
                        <a:rPr lang="en-IN" b="1" dirty="0"/>
                        <a:t>28197</a:t>
                      </a:r>
                    </a:p>
                  </a:txBody>
                  <a:tcPr/>
                </a:tc>
                <a:tc>
                  <a:txBody>
                    <a:bodyPr/>
                    <a:lstStyle/>
                    <a:p>
                      <a:r>
                        <a:rPr lang="en-IN" b="1" dirty="0"/>
                        <a:t>24979</a:t>
                      </a:r>
                    </a:p>
                  </a:txBody>
                  <a:tcPr/>
                </a:tc>
                <a:tc>
                  <a:txBody>
                    <a:bodyPr/>
                    <a:lstStyle/>
                    <a:p>
                      <a:r>
                        <a:rPr lang="en-IN" b="1" dirty="0"/>
                        <a:t>23268</a:t>
                      </a:r>
                    </a:p>
                  </a:txBody>
                  <a:tcPr/>
                </a:tc>
                <a:tc>
                  <a:txBody>
                    <a:bodyPr/>
                    <a:lstStyle/>
                    <a:p>
                      <a:r>
                        <a:rPr lang="en-IN" b="1" dirty="0"/>
                        <a:t>21815</a:t>
                      </a:r>
                    </a:p>
                  </a:txBody>
                  <a:tcPr/>
                </a:tc>
                <a:tc>
                  <a:txBody>
                    <a:bodyPr/>
                    <a:lstStyle/>
                    <a:p>
                      <a:r>
                        <a:rPr lang="en-IN" dirty="0"/>
                        <a:t>19159</a:t>
                      </a:r>
                    </a:p>
                  </a:txBody>
                  <a:tcPr/>
                </a:tc>
                <a:extLst>
                  <a:ext uri="{0D108BD9-81ED-4DB2-BD59-A6C34878D82A}">
                    <a16:rowId xmlns:a16="http://schemas.microsoft.com/office/drawing/2014/main" val="2184519470"/>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GP Before D&amp;A Margin in %</a:t>
                      </a: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p>
                      <a:endParaRPr lang="en-IN" dirty="0"/>
                    </a:p>
                  </a:txBody>
                  <a:tcPr/>
                </a:tc>
                <a:tc>
                  <a:txBody>
                    <a:bodyPr/>
                    <a:lstStyle/>
                    <a:p>
                      <a:r>
                        <a:rPr lang="en-IN" b="1" dirty="0"/>
                        <a:t>45.97</a:t>
                      </a:r>
                    </a:p>
                  </a:txBody>
                  <a:tcPr/>
                </a:tc>
                <a:tc>
                  <a:txBody>
                    <a:bodyPr/>
                    <a:lstStyle/>
                    <a:p>
                      <a:r>
                        <a:rPr lang="en-IN" b="1" dirty="0"/>
                        <a:t>46.25</a:t>
                      </a:r>
                    </a:p>
                  </a:txBody>
                  <a:tcPr/>
                </a:tc>
                <a:tc>
                  <a:txBody>
                    <a:bodyPr/>
                    <a:lstStyle/>
                    <a:p>
                      <a:r>
                        <a:rPr lang="en-IN" b="1" dirty="0"/>
                        <a:t>41.95</a:t>
                      </a:r>
                    </a:p>
                  </a:txBody>
                  <a:tcPr/>
                </a:tc>
                <a:tc>
                  <a:txBody>
                    <a:bodyPr/>
                    <a:lstStyle/>
                    <a:p>
                      <a:r>
                        <a:rPr lang="en-IN" b="1" dirty="0"/>
                        <a:t>45.14</a:t>
                      </a:r>
                    </a:p>
                  </a:txBody>
                  <a:tcPr/>
                </a:tc>
                <a:tc>
                  <a:txBody>
                    <a:bodyPr/>
                    <a:lstStyle/>
                    <a:p>
                      <a:r>
                        <a:rPr lang="en-IN" b="1" dirty="0"/>
                        <a:t>47.10</a:t>
                      </a:r>
                    </a:p>
                  </a:txBody>
                  <a:tcPr/>
                </a:tc>
                <a:tc>
                  <a:txBody>
                    <a:bodyPr/>
                    <a:lstStyle/>
                    <a:p>
                      <a:r>
                        <a:rPr lang="en-IN" b="0" dirty="0"/>
                        <a:t>48.83</a:t>
                      </a:r>
                    </a:p>
                  </a:txBody>
                  <a:tcPr/>
                </a:tc>
                <a:extLst>
                  <a:ext uri="{0D108BD9-81ED-4DB2-BD59-A6C34878D82A}">
                    <a16:rowId xmlns:a16="http://schemas.microsoft.com/office/drawing/2014/main" val="286804458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mn-lt"/>
                          <a:ea typeface="+mn-ea"/>
                          <a:cs typeface="+mn-cs"/>
                        </a:rPr>
                        <a:t>5 year Average </a:t>
                      </a:r>
                    </a:p>
                    <a:p>
                      <a:endParaRPr lang="en-IN" b="1" dirty="0"/>
                    </a:p>
                  </a:txBody>
                  <a:tcPr/>
                </a:tc>
                <a:tc>
                  <a:txBody>
                    <a:bodyPr/>
                    <a:lstStyle/>
                    <a:p>
                      <a:r>
                        <a:rPr lang="en-IN" b="1" dirty="0"/>
                        <a:t> 45.28%</a:t>
                      </a:r>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250576032"/>
                  </a:ext>
                </a:extLst>
              </a:tr>
            </a:tbl>
          </a:graphicData>
        </a:graphic>
      </p:graphicFrame>
    </p:spTree>
    <p:extLst>
      <p:ext uri="{BB962C8B-B14F-4D97-AF65-F5344CB8AC3E}">
        <p14:creationId xmlns:p14="http://schemas.microsoft.com/office/powerpoint/2010/main" val="9876374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2CC57-F12D-4557-3747-C61AE66486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730117-81BB-8EDF-3A9D-BDB1172A9018}"/>
              </a:ext>
            </a:extLst>
          </p:cNvPr>
          <p:cNvSpPr>
            <a:spLocks noGrp="1"/>
          </p:cNvSpPr>
          <p:nvPr>
            <p:ph type="title"/>
          </p:nvPr>
        </p:nvSpPr>
        <p:spPr/>
        <p:txBody>
          <a:bodyPr>
            <a:normAutofit/>
          </a:bodyPr>
          <a:lstStyle/>
          <a:p>
            <a:pPr algn="ctr"/>
            <a:r>
              <a:rPr lang="en-US" sz="4000" b="1" dirty="0">
                <a:solidFill>
                  <a:prstClr val="black"/>
                </a:solidFill>
                <a:latin typeface="Calibri Light" panose="020F0302020204030204"/>
              </a:rPr>
              <a:t>SGA Advantage </a:t>
            </a:r>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of HUL- Last Five </a:t>
            </a:r>
            <a:r>
              <a:rPr kumimoji="0" lang="en-US" sz="4000" b="1" i="0" u="none" strike="noStrike" kern="1200" cap="none" spc="0" normalizeH="0" baseline="0" noProof="0" dirty="0" err="1">
                <a:ln>
                  <a:noFill/>
                </a:ln>
                <a:solidFill>
                  <a:prstClr val="black"/>
                </a:solidFill>
                <a:effectLst/>
                <a:uLnTx/>
                <a:uFillTx/>
                <a:latin typeface="Calibri Light" panose="020F0302020204030204"/>
                <a:ea typeface="+mj-ea"/>
                <a:cs typeface="+mj-cs"/>
              </a:rPr>
              <a:t>Fys</a:t>
            </a:r>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 </a:t>
            </a:r>
            <a:endParaRPr lang="en-IN" sz="4000" dirty="0"/>
          </a:p>
        </p:txBody>
      </p:sp>
      <p:sp>
        <p:nvSpPr>
          <p:cNvPr id="3" name="Content Placeholder 2">
            <a:extLst>
              <a:ext uri="{FF2B5EF4-FFF2-40B4-BE49-F238E27FC236}">
                <a16:creationId xmlns:a16="http://schemas.microsoft.com/office/drawing/2014/main" id="{BD98F4A3-94C7-790A-9652-3B2C106A3E95}"/>
              </a:ext>
            </a:extLst>
          </p:cNvPr>
          <p:cNvSpPr>
            <a:spLocks noGrp="1"/>
          </p:cNvSpPr>
          <p:nvPr>
            <p:ph idx="1"/>
          </p:nvPr>
        </p:nvSpPr>
        <p:spPr/>
        <p:txBody>
          <a:bodyPr/>
          <a:lstStyle/>
          <a:p>
            <a:endParaRPr lang="en-IN" dirty="0"/>
          </a:p>
        </p:txBody>
      </p:sp>
      <p:graphicFrame>
        <p:nvGraphicFramePr>
          <p:cNvPr id="4" name="Table 4">
            <a:extLst>
              <a:ext uri="{FF2B5EF4-FFF2-40B4-BE49-F238E27FC236}">
                <a16:creationId xmlns:a16="http://schemas.microsoft.com/office/drawing/2014/main" id="{07B1AF55-BD98-FE0D-B464-73673E39E4CC}"/>
              </a:ext>
            </a:extLst>
          </p:cNvPr>
          <p:cNvGraphicFramePr>
            <a:graphicFrameLocks/>
          </p:cNvGraphicFramePr>
          <p:nvPr/>
        </p:nvGraphicFramePr>
        <p:xfrm>
          <a:off x="838200" y="1519518"/>
          <a:ext cx="10515603" cy="4029003"/>
        </p:xfrm>
        <a:graphic>
          <a:graphicData uri="http://schemas.openxmlformats.org/drawingml/2006/table">
            <a:tbl>
              <a:tblPr firstRow="1" bandRow="1">
                <a:tableStyleId>{21E4AEA4-8DFA-4A89-87EB-49C32662AFE0}</a:tableStyleId>
              </a:tblPr>
              <a:tblGrid>
                <a:gridCol w="1502229">
                  <a:extLst>
                    <a:ext uri="{9D8B030D-6E8A-4147-A177-3AD203B41FA5}">
                      <a16:colId xmlns:a16="http://schemas.microsoft.com/office/drawing/2014/main" val="3403792412"/>
                    </a:ext>
                  </a:extLst>
                </a:gridCol>
                <a:gridCol w="1502229">
                  <a:extLst>
                    <a:ext uri="{9D8B030D-6E8A-4147-A177-3AD203B41FA5}">
                      <a16:colId xmlns:a16="http://schemas.microsoft.com/office/drawing/2014/main" val="1323928238"/>
                    </a:ext>
                  </a:extLst>
                </a:gridCol>
                <a:gridCol w="1502229">
                  <a:extLst>
                    <a:ext uri="{9D8B030D-6E8A-4147-A177-3AD203B41FA5}">
                      <a16:colId xmlns:a16="http://schemas.microsoft.com/office/drawing/2014/main" val="2929787704"/>
                    </a:ext>
                  </a:extLst>
                </a:gridCol>
                <a:gridCol w="1502229">
                  <a:extLst>
                    <a:ext uri="{9D8B030D-6E8A-4147-A177-3AD203B41FA5}">
                      <a16:colId xmlns:a16="http://schemas.microsoft.com/office/drawing/2014/main" val="2884300378"/>
                    </a:ext>
                  </a:extLst>
                </a:gridCol>
                <a:gridCol w="1502229">
                  <a:extLst>
                    <a:ext uri="{9D8B030D-6E8A-4147-A177-3AD203B41FA5}">
                      <a16:colId xmlns:a16="http://schemas.microsoft.com/office/drawing/2014/main" val="783594773"/>
                    </a:ext>
                  </a:extLst>
                </a:gridCol>
                <a:gridCol w="1502229">
                  <a:extLst>
                    <a:ext uri="{9D8B030D-6E8A-4147-A177-3AD203B41FA5}">
                      <a16:colId xmlns:a16="http://schemas.microsoft.com/office/drawing/2014/main" val="3333496656"/>
                    </a:ext>
                  </a:extLst>
                </a:gridCol>
                <a:gridCol w="1502229">
                  <a:extLst>
                    <a:ext uri="{9D8B030D-6E8A-4147-A177-3AD203B41FA5}">
                      <a16:colId xmlns:a16="http://schemas.microsoft.com/office/drawing/2014/main" val="957215988"/>
                    </a:ext>
                  </a:extLst>
                </a:gridCol>
              </a:tblGrid>
              <a:tr h="433078">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2024</a:t>
                      </a:r>
                    </a:p>
                  </a:txBody>
                  <a:tcPr/>
                </a:tc>
                <a:tc>
                  <a:txBody>
                    <a:bodyPr/>
                    <a:lstStyle/>
                    <a:p>
                      <a:r>
                        <a:rPr lang="en-IN" dirty="0"/>
                        <a:t>2023</a:t>
                      </a:r>
                    </a:p>
                  </a:txBody>
                  <a:tcPr/>
                </a:tc>
                <a:tc>
                  <a:txBody>
                    <a:bodyPr/>
                    <a:lstStyle/>
                    <a:p>
                      <a:r>
                        <a:rPr lang="en-US" dirty="0"/>
                        <a:t>2022</a:t>
                      </a:r>
                      <a:endParaRPr lang="en-IN" dirty="0"/>
                    </a:p>
                  </a:txBody>
                  <a:tcPr/>
                </a:tc>
                <a:tc>
                  <a:txBody>
                    <a:bodyPr/>
                    <a:lstStyle/>
                    <a:p>
                      <a:r>
                        <a:rPr lang="en-US" dirty="0"/>
                        <a:t>2021</a:t>
                      </a:r>
                      <a:endParaRPr lang="en-IN" dirty="0"/>
                    </a:p>
                  </a:txBody>
                  <a:tcPr/>
                </a:tc>
                <a:tc>
                  <a:txBody>
                    <a:bodyPr/>
                    <a:lstStyle/>
                    <a:p>
                      <a:r>
                        <a:rPr lang="en-US" dirty="0"/>
                        <a:t>2020</a:t>
                      </a:r>
                      <a:endParaRPr lang="en-IN" dirty="0"/>
                    </a:p>
                  </a:txBody>
                  <a:tcPr/>
                </a:tc>
                <a:extLst>
                  <a:ext uri="{0D108BD9-81ED-4DB2-BD59-A6C34878D82A}">
                    <a16:rowId xmlns:a16="http://schemas.microsoft.com/office/drawing/2014/main" val="2036340585"/>
                  </a:ext>
                </a:extLst>
              </a:tr>
              <a:tr h="433078">
                <a:tc>
                  <a:txBody>
                    <a:bodyPr/>
                    <a:lstStyle/>
                    <a:p>
                      <a:r>
                        <a:rPr lang="en-US" b="1" dirty="0"/>
                        <a:t>GPBDA</a:t>
                      </a:r>
                      <a:endParaRPr lang="en-IN" b="1" dirty="0"/>
                    </a:p>
                  </a:txBody>
                  <a:tcPr/>
                </a:tc>
                <a:tc>
                  <a:txBody>
                    <a:bodyPr/>
                    <a:lstStyle/>
                    <a:p>
                      <a:r>
                        <a:rPr lang="en-IN" dirty="0"/>
                        <a:t>28633</a:t>
                      </a:r>
                    </a:p>
                  </a:txBody>
                  <a:tcPr/>
                </a:tc>
                <a:tc>
                  <a:txBody>
                    <a:bodyPr/>
                    <a:lstStyle/>
                    <a:p>
                      <a:r>
                        <a:rPr lang="en-IN" dirty="0"/>
                        <a:t>28197</a:t>
                      </a:r>
                    </a:p>
                  </a:txBody>
                  <a:tcPr/>
                </a:tc>
                <a:tc>
                  <a:txBody>
                    <a:bodyPr/>
                    <a:lstStyle/>
                    <a:p>
                      <a:r>
                        <a:rPr lang="en-IN" dirty="0"/>
                        <a:t>24979</a:t>
                      </a:r>
                    </a:p>
                  </a:txBody>
                  <a:tcPr/>
                </a:tc>
                <a:tc>
                  <a:txBody>
                    <a:bodyPr/>
                    <a:lstStyle/>
                    <a:p>
                      <a:r>
                        <a:rPr lang="en-IN" dirty="0"/>
                        <a:t>23268</a:t>
                      </a:r>
                    </a:p>
                  </a:txBody>
                  <a:tcPr/>
                </a:tc>
                <a:tc>
                  <a:txBody>
                    <a:bodyPr/>
                    <a:lstStyle/>
                    <a:p>
                      <a:r>
                        <a:rPr lang="en-IN" dirty="0"/>
                        <a:t>21815</a:t>
                      </a:r>
                    </a:p>
                  </a:txBody>
                  <a:tcPr/>
                </a:tc>
                <a:tc>
                  <a:txBody>
                    <a:bodyPr/>
                    <a:lstStyle/>
                    <a:p>
                      <a:r>
                        <a:rPr lang="en-IN" dirty="0"/>
                        <a:t>19159</a:t>
                      </a:r>
                    </a:p>
                  </a:txBody>
                  <a:tcPr/>
                </a:tc>
                <a:extLst>
                  <a:ext uri="{0D108BD9-81ED-4DB2-BD59-A6C34878D82A}">
                    <a16:rowId xmlns:a16="http://schemas.microsoft.com/office/drawing/2014/main" val="2876592805"/>
                  </a:ext>
                </a:extLst>
              </a:tr>
              <a:tr h="747505">
                <a:tc>
                  <a:txBody>
                    <a:bodyPr/>
                    <a:lstStyle/>
                    <a:p>
                      <a:r>
                        <a:rPr lang="en-US" b="1" dirty="0"/>
                        <a:t>- Other Expenses</a:t>
                      </a:r>
                      <a:endParaRPr lang="en-IN" b="1" dirty="0"/>
                    </a:p>
                  </a:txBody>
                  <a:tcPr/>
                </a:tc>
                <a:tc>
                  <a:txBody>
                    <a:bodyPr/>
                    <a:lstStyle/>
                    <a:p>
                      <a:endParaRPr lang="en-IN" dirty="0"/>
                    </a:p>
                    <a:p>
                      <a:endParaRPr lang="en-IN" dirty="0"/>
                    </a:p>
                    <a:p>
                      <a:r>
                        <a:rPr lang="en-IN" dirty="0"/>
                        <a:t>-14615</a:t>
                      </a:r>
                    </a:p>
                  </a:txBody>
                  <a:tcPr/>
                </a:tc>
                <a:tc>
                  <a:txBody>
                    <a:bodyPr/>
                    <a:lstStyle/>
                    <a:p>
                      <a:endParaRPr lang="en-IN" dirty="0"/>
                    </a:p>
                    <a:p>
                      <a:endParaRPr lang="en-IN" dirty="0"/>
                    </a:p>
                    <a:p>
                      <a:r>
                        <a:rPr lang="en-IN" dirty="0"/>
                        <a:t>-14464</a:t>
                      </a:r>
                    </a:p>
                  </a:txBody>
                  <a:tcPr/>
                </a:tc>
                <a:tc>
                  <a:txBody>
                    <a:bodyPr/>
                    <a:lstStyle/>
                    <a:p>
                      <a:endParaRPr lang="en-IN" dirty="0"/>
                    </a:p>
                    <a:p>
                      <a:endParaRPr lang="en-IN" dirty="0"/>
                    </a:p>
                    <a:p>
                      <a:r>
                        <a:rPr lang="en-IN" dirty="0"/>
                        <a:t>- 11,861</a:t>
                      </a:r>
                    </a:p>
                  </a:txBody>
                  <a:tcPr/>
                </a:tc>
                <a:tc>
                  <a:txBody>
                    <a:bodyPr/>
                    <a:lstStyle/>
                    <a:p>
                      <a:endParaRPr lang="en-IN" dirty="0"/>
                    </a:p>
                    <a:p>
                      <a:endParaRPr lang="en-IN" dirty="0"/>
                    </a:p>
                    <a:p>
                      <a:r>
                        <a:rPr lang="en-IN" dirty="0"/>
                        <a:t>-11309</a:t>
                      </a:r>
                    </a:p>
                  </a:txBody>
                  <a:tcPr/>
                </a:tc>
                <a:tc>
                  <a:txBody>
                    <a:bodyPr/>
                    <a:lstStyle/>
                    <a:p>
                      <a:endParaRPr lang="en-IN" dirty="0"/>
                    </a:p>
                    <a:p>
                      <a:endParaRPr lang="en-IN" dirty="0"/>
                    </a:p>
                    <a:p>
                      <a:r>
                        <a:rPr lang="en-IN" dirty="0"/>
                        <a:t>-10896</a:t>
                      </a:r>
                    </a:p>
                  </a:txBody>
                  <a:tcPr/>
                </a:tc>
                <a:tc>
                  <a:txBody>
                    <a:bodyPr/>
                    <a:lstStyle/>
                    <a:p>
                      <a:endParaRPr lang="en-IN" dirty="0"/>
                    </a:p>
                    <a:p>
                      <a:endParaRPr lang="en-IN" dirty="0"/>
                    </a:p>
                    <a:p>
                      <a:r>
                        <a:rPr lang="en-IN" dirty="0"/>
                        <a:t>-9843</a:t>
                      </a:r>
                    </a:p>
                  </a:txBody>
                  <a:tcPr/>
                </a:tc>
                <a:extLst>
                  <a:ext uri="{0D108BD9-81ED-4DB2-BD59-A6C34878D82A}">
                    <a16:rowId xmlns:a16="http://schemas.microsoft.com/office/drawing/2014/main" val="2184519470"/>
                  </a:ext>
                </a:extLst>
              </a:tr>
              <a:tr h="433078">
                <a:tc>
                  <a:txBody>
                    <a:bodyPr/>
                    <a:lstStyle/>
                    <a:p>
                      <a:r>
                        <a:rPr lang="en-US" b="1" dirty="0"/>
                        <a:t>EBITDA </a:t>
                      </a:r>
                      <a:endParaRPr lang="en-IN" b="1" dirty="0"/>
                    </a:p>
                  </a:txBody>
                  <a:tcPr/>
                </a:tc>
                <a:tc>
                  <a:txBody>
                    <a:bodyPr/>
                    <a:lstStyle/>
                    <a:p>
                      <a:r>
                        <a:rPr lang="en-IN" dirty="0"/>
                        <a:t>14018</a:t>
                      </a:r>
                    </a:p>
                  </a:txBody>
                  <a:tcPr/>
                </a:tc>
                <a:tc>
                  <a:txBody>
                    <a:bodyPr/>
                    <a:lstStyle/>
                    <a:p>
                      <a:r>
                        <a:rPr lang="en-IN" dirty="0"/>
                        <a:t>13733</a:t>
                      </a:r>
                    </a:p>
                  </a:txBody>
                  <a:tcPr/>
                </a:tc>
                <a:tc>
                  <a:txBody>
                    <a:bodyPr/>
                    <a:lstStyle/>
                    <a:p>
                      <a:r>
                        <a:rPr lang="en-IN" dirty="0"/>
                        <a:t>13118</a:t>
                      </a:r>
                    </a:p>
                  </a:txBody>
                  <a:tcPr/>
                </a:tc>
                <a:tc>
                  <a:txBody>
                    <a:bodyPr/>
                    <a:lstStyle/>
                    <a:p>
                      <a:r>
                        <a:rPr lang="en-IN" dirty="0"/>
                        <a:t>11959</a:t>
                      </a:r>
                    </a:p>
                  </a:txBody>
                  <a:tcPr/>
                </a:tc>
                <a:tc>
                  <a:txBody>
                    <a:bodyPr/>
                    <a:lstStyle/>
                    <a:p>
                      <a:r>
                        <a:rPr lang="en-IN" dirty="0"/>
                        <a:t>10919</a:t>
                      </a:r>
                    </a:p>
                  </a:txBody>
                  <a:tcPr/>
                </a:tc>
                <a:tc>
                  <a:txBody>
                    <a:bodyPr/>
                    <a:lstStyle/>
                    <a:p>
                      <a:r>
                        <a:rPr lang="en-IN" dirty="0"/>
                        <a:t>9316</a:t>
                      </a:r>
                    </a:p>
                  </a:txBody>
                  <a:tcPr/>
                </a:tc>
                <a:extLst>
                  <a:ext uri="{0D108BD9-81ED-4DB2-BD59-A6C34878D82A}">
                    <a16:rowId xmlns:a16="http://schemas.microsoft.com/office/drawing/2014/main" val="3250576032"/>
                  </a:ext>
                </a:extLst>
              </a:tr>
              <a:tr h="1067864">
                <a:tc>
                  <a:txBody>
                    <a:bodyPr/>
                    <a:lstStyle/>
                    <a:p>
                      <a:r>
                        <a:rPr lang="en-US" b="1" dirty="0"/>
                        <a:t>EBITDA/GPBDA</a:t>
                      </a:r>
                    </a:p>
                    <a:p>
                      <a:endParaRPr lang="en-IN" b="1" dirty="0"/>
                    </a:p>
                  </a:txBody>
                  <a:tcPr/>
                </a:tc>
                <a:tc>
                  <a:txBody>
                    <a:bodyPr/>
                    <a:lstStyle/>
                    <a:p>
                      <a:r>
                        <a:rPr lang="en-IN" b="1" dirty="0"/>
                        <a:t>0.490</a:t>
                      </a:r>
                    </a:p>
                  </a:txBody>
                  <a:tcPr/>
                </a:tc>
                <a:tc>
                  <a:txBody>
                    <a:bodyPr/>
                    <a:lstStyle/>
                    <a:p>
                      <a:r>
                        <a:rPr lang="en-IN" b="1" dirty="0"/>
                        <a:t>0.487</a:t>
                      </a:r>
                    </a:p>
                  </a:txBody>
                  <a:tcPr/>
                </a:tc>
                <a:tc>
                  <a:txBody>
                    <a:bodyPr/>
                    <a:lstStyle/>
                    <a:p>
                      <a:r>
                        <a:rPr lang="en-IN" b="1" dirty="0"/>
                        <a:t>0.525</a:t>
                      </a:r>
                    </a:p>
                  </a:txBody>
                  <a:tcPr/>
                </a:tc>
                <a:tc>
                  <a:txBody>
                    <a:bodyPr/>
                    <a:lstStyle/>
                    <a:p>
                      <a:r>
                        <a:rPr lang="en-IN" b="1" dirty="0"/>
                        <a:t>0.514</a:t>
                      </a:r>
                    </a:p>
                  </a:txBody>
                  <a:tcPr/>
                </a:tc>
                <a:tc>
                  <a:txBody>
                    <a:bodyPr/>
                    <a:lstStyle/>
                    <a:p>
                      <a:r>
                        <a:rPr lang="en-IN" b="1" dirty="0"/>
                        <a:t>0.501</a:t>
                      </a:r>
                    </a:p>
                  </a:txBody>
                  <a:tcPr/>
                </a:tc>
                <a:tc>
                  <a:txBody>
                    <a:bodyPr/>
                    <a:lstStyle/>
                    <a:p>
                      <a:r>
                        <a:rPr lang="en-IN" b="0" dirty="0"/>
                        <a:t>0.486</a:t>
                      </a:r>
                    </a:p>
                  </a:txBody>
                  <a:tcPr/>
                </a:tc>
                <a:extLst>
                  <a:ext uri="{0D108BD9-81ED-4DB2-BD59-A6C34878D82A}">
                    <a16:rowId xmlns:a16="http://schemas.microsoft.com/office/drawing/2014/main" val="3536977194"/>
                  </a:ext>
                </a:extLst>
              </a:tr>
              <a:tr h="747505">
                <a:tc>
                  <a:txBody>
                    <a:bodyPr/>
                    <a:lstStyle/>
                    <a:p>
                      <a:r>
                        <a:rPr lang="en-IN" b="1" dirty="0"/>
                        <a:t>5 year average </a:t>
                      </a:r>
                    </a:p>
                  </a:txBody>
                  <a:tcPr/>
                </a:tc>
                <a:tc>
                  <a:txBody>
                    <a:bodyPr/>
                    <a:lstStyle/>
                    <a:p>
                      <a:r>
                        <a:rPr lang="en-IN" b="1" dirty="0"/>
                        <a:t>0.503</a:t>
                      </a:r>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2992884427"/>
                  </a:ext>
                </a:extLst>
              </a:tr>
            </a:tbl>
          </a:graphicData>
        </a:graphic>
      </p:graphicFrame>
    </p:spTree>
    <p:extLst>
      <p:ext uri="{BB962C8B-B14F-4D97-AF65-F5344CB8AC3E}">
        <p14:creationId xmlns:p14="http://schemas.microsoft.com/office/powerpoint/2010/main" val="5464318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F41A9-167F-D6FB-B788-6E5BDF6F84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6E6894-A9B9-39CA-364A-90972134C583}"/>
              </a:ext>
            </a:extLst>
          </p:cNvPr>
          <p:cNvSpPr>
            <a:spLocks noGrp="1"/>
          </p:cNvSpPr>
          <p:nvPr>
            <p:ph type="title"/>
          </p:nvPr>
        </p:nvSpPr>
        <p:spPr/>
        <p:txBody>
          <a:bodyPr>
            <a:normAutofit/>
          </a:bodyPr>
          <a:lstStyle/>
          <a:p>
            <a:pPr algn="ctr"/>
            <a:r>
              <a:rPr lang="en-US" sz="4000" b="1" dirty="0">
                <a:solidFill>
                  <a:prstClr val="black"/>
                </a:solidFill>
                <a:latin typeface="Calibri Light" panose="020F0302020204030204"/>
              </a:rPr>
              <a:t>D&amp;A Advantage </a:t>
            </a:r>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of HUL - Last Five </a:t>
            </a:r>
            <a:r>
              <a:rPr kumimoji="0" lang="en-US" sz="4000" b="1" i="0" u="none" strike="noStrike" kern="1200" cap="none" spc="0" normalizeH="0" baseline="0" noProof="0" dirty="0" err="1">
                <a:ln>
                  <a:noFill/>
                </a:ln>
                <a:solidFill>
                  <a:prstClr val="black"/>
                </a:solidFill>
                <a:effectLst/>
                <a:uLnTx/>
                <a:uFillTx/>
                <a:latin typeface="Calibri Light" panose="020F0302020204030204"/>
                <a:ea typeface="+mj-ea"/>
                <a:cs typeface="+mj-cs"/>
              </a:rPr>
              <a:t>Fys</a:t>
            </a:r>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 </a:t>
            </a:r>
            <a:endParaRPr lang="en-IN" sz="4000" dirty="0"/>
          </a:p>
        </p:txBody>
      </p:sp>
      <p:graphicFrame>
        <p:nvGraphicFramePr>
          <p:cNvPr id="4" name="Table 4">
            <a:extLst>
              <a:ext uri="{FF2B5EF4-FFF2-40B4-BE49-F238E27FC236}">
                <a16:creationId xmlns:a16="http://schemas.microsoft.com/office/drawing/2014/main" id="{1F42A3E8-90AD-2C39-A73C-B62B0D423E3E}"/>
              </a:ext>
            </a:extLst>
          </p:cNvPr>
          <p:cNvGraphicFramePr>
            <a:graphicFrameLocks noGrp="1"/>
          </p:cNvGraphicFramePr>
          <p:nvPr>
            <p:ph idx="1"/>
          </p:nvPr>
        </p:nvGraphicFramePr>
        <p:xfrm>
          <a:off x="838200" y="1825625"/>
          <a:ext cx="10515603" cy="3032760"/>
        </p:xfrm>
        <a:graphic>
          <a:graphicData uri="http://schemas.openxmlformats.org/drawingml/2006/table">
            <a:tbl>
              <a:tblPr firstRow="1" bandRow="1">
                <a:tableStyleId>{F5AB1C69-6EDB-4FF4-983F-18BD219EF322}</a:tableStyleId>
              </a:tblPr>
              <a:tblGrid>
                <a:gridCol w="1502229">
                  <a:extLst>
                    <a:ext uri="{9D8B030D-6E8A-4147-A177-3AD203B41FA5}">
                      <a16:colId xmlns:a16="http://schemas.microsoft.com/office/drawing/2014/main" val="3403792412"/>
                    </a:ext>
                  </a:extLst>
                </a:gridCol>
                <a:gridCol w="1502229">
                  <a:extLst>
                    <a:ext uri="{9D8B030D-6E8A-4147-A177-3AD203B41FA5}">
                      <a16:colId xmlns:a16="http://schemas.microsoft.com/office/drawing/2014/main" val="1323928238"/>
                    </a:ext>
                  </a:extLst>
                </a:gridCol>
                <a:gridCol w="1502229">
                  <a:extLst>
                    <a:ext uri="{9D8B030D-6E8A-4147-A177-3AD203B41FA5}">
                      <a16:colId xmlns:a16="http://schemas.microsoft.com/office/drawing/2014/main" val="2929787704"/>
                    </a:ext>
                  </a:extLst>
                </a:gridCol>
                <a:gridCol w="1502229">
                  <a:extLst>
                    <a:ext uri="{9D8B030D-6E8A-4147-A177-3AD203B41FA5}">
                      <a16:colId xmlns:a16="http://schemas.microsoft.com/office/drawing/2014/main" val="2884300378"/>
                    </a:ext>
                  </a:extLst>
                </a:gridCol>
                <a:gridCol w="1502229">
                  <a:extLst>
                    <a:ext uri="{9D8B030D-6E8A-4147-A177-3AD203B41FA5}">
                      <a16:colId xmlns:a16="http://schemas.microsoft.com/office/drawing/2014/main" val="783594773"/>
                    </a:ext>
                  </a:extLst>
                </a:gridCol>
                <a:gridCol w="1502229">
                  <a:extLst>
                    <a:ext uri="{9D8B030D-6E8A-4147-A177-3AD203B41FA5}">
                      <a16:colId xmlns:a16="http://schemas.microsoft.com/office/drawing/2014/main" val="3333496656"/>
                    </a:ext>
                  </a:extLst>
                </a:gridCol>
                <a:gridCol w="1502229">
                  <a:extLst>
                    <a:ext uri="{9D8B030D-6E8A-4147-A177-3AD203B41FA5}">
                      <a16:colId xmlns:a16="http://schemas.microsoft.com/office/drawing/2014/main" val="3872253815"/>
                    </a:ext>
                  </a:extLst>
                </a:gridCol>
              </a:tblGrid>
              <a:tr h="37084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2024</a:t>
                      </a:r>
                    </a:p>
                  </a:txBody>
                  <a:tcPr/>
                </a:tc>
                <a:tc>
                  <a:txBody>
                    <a:bodyPr/>
                    <a:lstStyle/>
                    <a:p>
                      <a:r>
                        <a:rPr lang="en-IN" dirty="0"/>
                        <a:t>2023</a:t>
                      </a:r>
                    </a:p>
                  </a:txBody>
                  <a:tcPr/>
                </a:tc>
                <a:tc>
                  <a:txBody>
                    <a:bodyPr/>
                    <a:lstStyle/>
                    <a:p>
                      <a:r>
                        <a:rPr lang="en-US" dirty="0"/>
                        <a:t>2022</a:t>
                      </a:r>
                      <a:endParaRPr lang="en-IN" dirty="0"/>
                    </a:p>
                  </a:txBody>
                  <a:tcPr/>
                </a:tc>
                <a:tc>
                  <a:txBody>
                    <a:bodyPr/>
                    <a:lstStyle/>
                    <a:p>
                      <a:r>
                        <a:rPr lang="en-US" dirty="0"/>
                        <a:t>2021</a:t>
                      </a:r>
                      <a:endParaRPr lang="en-IN" dirty="0"/>
                    </a:p>
                  </a:txBody>
                  <a:tcPr/>
                </a:tc>
                <a:tc>
                  <a:txBody>
                    <a:bodyPr/>
                    <a:lstStyle/>
                    <a:p>
                      <a:r>
                        <a:rPr lang="en-US" dirty="0"/>
                        <a:t>2020</a:t>
                      </a:r>
                      <a:endParaRPr lang="en-IN" dirty="0"/>
                    </a:p>
                  </a:txBody>
                  <a:tcPr/>
                </a:tc>
                <a:extLst>
                  <a:ext uri="{0D108BD9-81ED-4DB2-BD59-A6C34878D82A}">
                    <a16:rowId xmlns:a16="http://schemas.microsoft.com/office/drawing/2014/main" val="2036340585"/>
                  </a:ext>
                </a:extLst>
              </a:tr>
              <a:tr h="370840">
                <a:tc>
                  <a:txBody>
                    <a:bodyPr/>
                    <a:lstStyle/>
                    <a:p>
                      <a:r>
                        <a:rPr lang="en-US" b="1" dirty="0"/>
                        <a:t>EBITDA </a:t>
                      </a:r>
                      <a:endParaRPr lang="en-IN" b="1" dirty="0"/>
                    </a:p>
                  </a:txBody>
                  <a:tcPr/>
                </a:tc>
                <a:tc>
                  <a:txBody>
                    <a:bodyPr/>
                    <a:lstStyle/>
                    <a:p>
                      <a:r>
                        <a:rPr lang="en-IN" dirty="0"/>
                        <a:t>14018</a:t>
                      </a:r>
                    </a:p>
                  </a:txBody>
                  <a:tcPr/>
                </a:tc>
                <a:tc>
                  <a:txBody>
                    <a:bodyPr/>
                    <a:lstStyle/>
                    <a:p>
                      <a:r>
                        <a:rPr lang="en-IN" dirty="0"/>
                        <a:t>13733</a:t>
                      </a:r>
                    </a:p>
                  </a:txBody>
                  <a:tcPr/>
                </a:tc>
                <a:tc>
                  <a:txBody>
                    <a:bodyPr/>
                    <a:lstStyle/>
                    <a:p>
                      <a:r>
                        <a:rPr lang="en-IN" dirty="0"/>
                        <a:t>13118</a:t>
                      </a:r>
                    </a:p>
                  </a:txBody>
                  <a:tcPr/>
                </a:tc>
                <a:tc>
                  <a:txBody>
                    <a:bodyPr/>
                    <a:lstStyle/>
                    <a:p>
                      <a:r>
                        <a:rPr lang="en-IN" dirty="0"/>
                        <a:t>11959</a:t>
                      </a:r>
                    </a:p>
                  </a:txBody>
                  <a:tcPr/>
                </a:tc>
                <a:tc>
                  <a:txBody>
                    <a:bodyPr/>
                    <a:lstStyle/>
                    <a:p>
                      <a:r>
                        <a:rPr lang="en-IN" dirty="0"/>
                        <a:t>10919</a:t>
                      </a:r>
                    </a:p>
                  </a:txBody>
                  <a:tcPr/>
                </a:tc>
                <a:tc>
                  <a:txBody>
                    <a:bodyPr/>
                    <a:lstStyle/>
                    <a:p>
                      <a:r>
                        <a:rPr lang="en-IN" dirty="0"/>
                        <a:t>9316</a:t>
                      </a:r>
                    </a:p>
                  </a:txBody>
                  <a:tcPr/>
                </a:tc>
                <a:extLst>
                  <a:ext uri="{0D108BD9-81ED-4DB2-BD59-A6C34878D82A}">
                    <a16:rowId xmlns:a16="http://schemas.microsoft.com/office/drawing/2014/main" val="2876592805"/>
                  </a:ext>
                </a:extLst>
              </a:tr>
              <a:tr h="453745">
                <a:tc>
                  <a:txBody>
                    <a:bodyPr/>
                    <a:lstStyle/>
                    <a:p>
                      <a:r>
                        <a:rPr lang="en-US" b="1" dirty="0"/>
                        <a:t>- D&amp; A</a:t>
                      </a:r>
                    </a:p>
                    <a:p>
                      <a:endParaRPr lang="en-IN" b="1" dirty="0"/>
                    </a:p>
                  </a:txBody>
                  <a:tcPr/>
                </a:tc>
                <a:tc>
                  <a:txBody>
                    <a:bodyPr/>
                    <a:lstStyle/>
                    <a:p>
                      <a:r>
                        <a:rPr lang="en-IN" dirty="0"/>
                        <a:t>-1355</a:t>
                      </a:r>
                    </a:p>
                  </a:txBody>
                  <a:tcPr/>
                </a:tc>
                <a:tc>
                  <a:txBody>
                    <a:bodyPr/>
                    <a:lstStyle/>
                    <a:p>
                      <a:r>
                        <a:rPr lang="en-IN" dirty="0"/>
                        <a:t>-1216</a:t>
                      </a:r>
                    </a:p>
                  </a:txBody>
                  <a:tcPr/>
                </a:tc>
                <a:tc>
                  <a:txBody>
                    <a:bodyPr/>
                    <a:lstStyle/>
                    <a:p>
                      <a:r>
                        <a:rPr lang="en-IN" dirty="0"/>
                        <a:t>- 1137</a:t>
                      </a:r>
                    </a:p>
                  </a:txBody>
                  <a:tcPr/>
                </a:tc>
                <a:tc>
                  <a:txBody>
                    <a:bodyPr/>
                    <a:lstStyle/>
                    <a:p>
                      <a:r>
                        <a:rPr lang="en-IN" dirty="0"/>
                        <a:t>-1091</a:t>
                      </a:r>
                    </a:p>
                  </a:txBody>
                  <a:tcPr/>
                </a:tc>
                <a:tc>
                  <a:txBody>
                    <a:bodyPr/>
                    <a:lstStyle/>
                    <a:p>
                      <a:r>
                        <a:rPr lang="en-IN" dirty="0"/>
                        <a:t>-1074</a:t>
                      </a:r>
                    </a:p>
                  </a:txBody>
                  <a:tcPr/>
                </a:tc>
                <a:tc>
                  <a:txBody>
                    <a:bodyPr/>
                    <a:lstStyle/>
                    <a:p>
                      <a:r>
                        <a:rPr lang="en-IN" dirty="0"/>
                        <a:t>-1002</a:t>
                      </a:r>
                    </a:p>
                  </a:txBody>
                  <a:tcPr/>
                </a:tc>
                <a:extLst>
                  <a:ext uri="{0D108BD9-81ED-4DB2-BD59-A6C34878D82A}">
                    <a16:rowId xmlns:a16="http://schemas.microsoft.com/office/drawing/2014/main" val="2184519470"/>
                  </a:ext>
                </a:extLst>
              </a:tr>
              <a:tr h="370840">
                <a:tc>
                  <a:txBody>
                    <a:bodyPr/>
                    <a:lstStyle/>
                    <a:p>
                      <a:r>
                        <a:rPr lang="en-US" b="1" dirty="0"/>
                        <a:t>EBIT</a:t>
                      </a:r>
                    </a:p>
                    <a:p>
                      <a:endParaRPr lang="en-IN" b="1" dirty="0"/>
                    </a:p>
                  </a:txBody>
                  <a:tcPr/>
                </a:tc>
                <a:tc>
                  <a:txBody>
                    <a:bodyPr/>
                    <a:lstStyle/>
                    <a:p>
                      <a:r>
                        <a:rPr lang="en-IN" b="1" dirty="0"/>
                        <a:t>12663</a:t>
                      </a:r>
                    </a:p>
                  </a:txBody>
                  <a:tcPr/>
                </a:tc>
                <a:tc>
                  <a:txBody>
                    <a:bodyPr/>
                    <a:lstStyle/>
                    <a:p>
                      <a:r>
                        <a:rPr lang="en-IN" b="1" dirty="0"/>
                        <a:t>12517</a:t>
                      </a:r>
                    </a:p>
                  </a:txBody>
                  <a:tcPr/>
                </a:tc>
                <a:tc>
                  <a:txBody>
                    <a:bodyPr/>
                    <a:lstStyle/>
                    <a:p>
                      <a:r>
                        <a:rPr lang="en-IN" b="1" dirty="0"/>
                        <a:t>11981</a:t>
                      </a:r>
                    </a:p>
                  </a:txBody>
                  <a:tcPr/>
                </a:tc>
                <a:tc>
                  <a:txBody>
                    <a:bodyPr/>
                    <a:lstStyle/>
                    <a:p>
                      <a:r>
                        <a:rPr lang="en-IN" b="1" dirty="0"/>
                        <a:t>10868</a:t>
                      </a:r>
                    </a:p>
                  </a:txBody>
                  <a:tcPr/>
                </a:tc>
                <a:tc>
                  <a:txBody>
                    <a:bodyPr/>
                    <a:lstStyle/>
                    <a:p>
                      <a:r>
                        <a:rPr lang="en-IN" b="1" dirty="0"/>
                        <a:t>9845</a:t>
                      </a:r>
                    </a:p>
                  </a:txBody>
                  <a:tcPr/>
                </a:tc>
                <a:tc>
                  <a:txBody>
                    <a:bodyPr/>
                    <a:lstStyle/>
                    <a:p>
                      <a:r>
                        <a:rPr lang="en-IN" b="0" dirty="0"/>
                        <a:t>8314</a:t>
                      </a:r>
                    </a:p>
                  </a:txBody>
                  <a:tcPr/>
                </a:tc>
                <a:extLst>
                  <a:ext uri="{0D108BD9-81ED-4DB2-BD59-A6C34878D82A}">
                    <a16:rowId xmlns:a16="http://schemas.microsoft.com/office/drawing/2014/main" val="3536977194"/>
                  </a:ext>
                </a:extLst>
              </a:tr>
              <a:tr h="370840">
                <a:tc>
                  <a:txBody>
                    <a:bodyPr/>
                    <a:lstStyle/>
                    <a:p>
                      <a:r>
                        <a:rPr lang="en-US" b="1" dirty="0"/>
                        <a:t>EBIT/EBITDA</a:t>
                      </a:r>
                      <a:endParaRPr lang="en-IN" b="1" dirty="0"/>
                    </a:p>
                  </a:txBody>
                  <a:tcPr/>
                </a:tc>
                <a:tc>
                  <a:txBody>
                    <a:bodyPr/>
                    <a:lstStyle/>
                    <a:p>
                      <a:r>
                        <a:rPr lang="en-IN" b="1" dirty="0"/>
                        <a:t>0.903</a:t>
                      </a:r>
                    </a:p>
                  </a:txBody>
                  <a:tcPr/>
                </a:tc>
                <a:tc>
                  <a:txBody>
                    <a:bodyPr/>
                    <a:lstStyle/>
                    <a:p>
                      <a:r>
                        <a:rPr lang="en-IN" b="1" dirty="0"/>
                        <a:t>0.911</a:t>
                      </a:r>
                    </a:p>
                  </a:txBody>
                  <a:tcPr/>
                </a:tc>
                <a:tc>
                  <a:txBody>
                    <a:bodyPr/>
                    <a:lstStyle/>
                    <a:p>
                      <a:r>
                        <a:rPr lang="en-IN" b="1" dirty="0"/>
                        <a:t>0.913</a:t>
                      </a:r>
                    </a:p>
                  </a:txBody>
                  <a:tcPr/>
                </a:tc>
                <a:tc>
                  <a:txBody>
                    <a:bodyPr/>
                    <a:lstStyle/>
                    <a:p>
                      <a:r>
                        <a:rPr lang="en-IN" b="1" dirty="0"/>
                        <a:t>0.909</a:t>
                      </a:r>
                    </a:p>
                  </a:txBody>
                  <a:tcPr/>
                </a:tc>
                <a:tc>
                  <a:txBody>
                    <a:bodyPr/>
                    <a:lstStyle/>
                    <a:p>
                      <a:r>
                        <a:rPr lang="en-IN" b="1" dirty="0"/>
                        <a:t>0.902</a:t>
                      </a:r>
                    </a:p>
                  </a:txBody>
                  <a:tcPr/>
                </a:tc>
                <a:tc>
                  <a:txBody>
                    <a:bodyPr/>
                    <a:lstStyle/>
                    <a:p>
                      <a:r>
                        <a:rPr lang="en-IN" b="0" dirty="0"/>
                        <a:t>0.892</a:t>
                      </a:r>
                    </a:p>
                  </a:txBody>
                  <a:tcPr/>
                </a:tc>
                <a:extLst>
                  <a:ext uri="{0D108BD9-81ED-4DB2-BD59-A6C34878D82A}">
                    <a16:rowId xmlns:a16="http://schemas.microsoft.com/office/drawing/2014/main" val="330942535"/>
                  </a:ext>
                </a:extLst>
              </a:tr>
              <a:tr h="370840">
                <a:tc>
                  <a:txBody>
                    <a:bodyPr/>
                    <a:lstStyle/>
                    <a:p>
                      <a:r>
                        <a:rPr lang="en-IN" b="1" dirty="0"/>
                        <a:t>5 Year Average </a:t>
                      </a:r>
                    </a:p>
                  </a:txBody>
                  <a:tcPr/>
                </a:tc>
                <a:tc>
                  <a:txBody>
                    <a:bodyPr/>
                    <a:lstStyle/>
                    <a:p>
                      <a:r>
                        <a:rPr lang="en-IN" b="1" dirty="0"/>
                        <a:t>0.908</a:t>
                      </a:r>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204066605"/>
                  </a:ext>
                </a:extLst>
              </a:tr>
            </a:tbl>
          </a:graphicData>
        </a:graphic>
      </p:graphicFrame>
    </p:spTree>
    <p:extLst>
      <p:ext uri="{BB962C8B-B14F-4D97-AF65-F5344CB8AC3E}">
        <p14:creationId xmlns:p14="http://schemas.microsoft.com/office/powerpoint/2010/main" val="2171576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06E47-C41F-456F-886B-839247B5748F}"/>
              </a:ext>
            </a:extLst>
          </p:cNvPr>
          <p:cNvSpPr>
            <a:spLocks noGrp="1"/>
          </p:cNvSpPr>
          <p:nvPr>
            <p:ph type="title"/>
          </p:nvPr>
        </p:nvSpPr>
        <p:spPr/>
        <p:txBody>
          <a:bodyPr>
            <a:normAutofit/>
          </a:bodyPr>
          <a:lstStyle/>
          <a:p>
            <a:pPr algn="ctr"/>
            <a:r>
              <a:rPr lang="en-US" sz="4000" b="1" dirty="0">
                <a:solidFill>
                  <a:prstClr val="black"/>
                </a:solidFill>
                <a:latin typeface="Calibri Light" panose="020F0302020204030204"/>
              </a:rPr>
              <a:t> Tax Retention Rate </a:t>
            </a:r>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of </a:t>
            </a:r>
            <a:r>
              <a:rPr lang="en-US" sz="4000" b="1" dirty="0">
                <a:solidFill>
                  <a:prstClr val="black"/>
                </a:solidFill>
                <a:latin typeface="Calibri Light" panose="020F0302020204030204"/>
              </a:rPr>
              <a:t>HUL</a:t>
            </a:r>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 Last Five </a:t>
            </a:r>
            <a:r>
              <a:rPr kumimoji="0" lang="en-US" sz="4000" b="1" i="0" u="none" strike="noStrike" kern="1200" cap="none" spc="0" normalizeH="0" baseline="0" noProof="0" dirty="0" err="1">
                <a:ln>
                  <a:noFill/>
                </a:ln>
                <a:solidFill>
                  <a:prstClr val="black"/>
                </a:solidFill>
                <a:effectLst/>
                <a:uLnTx/>
                <a:uFillTx/>
                <a:latin typeface="Calibri Light" panose="020F0302020204030204"/>
                <a:ea typeface="+mj-ea"/>
                <a:cs typeface="+mj-cs"/>
              </a:rPr>
              <a:t>Fys</a:t>
            </a:r>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 </a:t>
            </a:r>
            <a:b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br>
            <a:endParaRPr lang="en-IN" sz="4000" dirty="0"/>
          </a:p>
        </p:txBody>
      </p:sp>
      <p:sp>
        <p:nvSpPr>
          <p:cNvPr id="3" name="Content Placeholder 2">
            <a:extLst>
              <a:ext uri="{FF2B5EF4-FFF2-40B4-BE49-F238E27FC236}">
                <a16:creationId xmlns:a16="http://schemas.microsoft.com/office/drawing/2014/main" id="{ED18F56F-33A1-4148-9BD5-27B1B88AF90F}"/>
              </a:ext>
            </a:extLst>
          </p:cNvPr>
          <p:cNvSpPr>
            <a:spLocks noGrp="1"/>
          </p:cNvSpPr>
          <p:nvPr>
            <p:ph idx="1"/>
          </p:nvPr>
        </p:nvSpPr>
        <p:spPr/>
        <p:txBody>
          <a:bodyPr/>
          <a:lstStyle/>
          <a:p>
            <a:endParaRPr lang="en-IN" dirty="0"/>
          </a:p>
        </p:txBody>
      </p:sp>
      <p:graphicFrame>
        <p:nvGraphicFramePr>
          <p:cNvPr id="4" name="Table 4">
            <a:extLst>
              <a:ext uri="{FF2B5EF4-FFF2-40B4-BE49-F238E27FC236}">
                <a16:creationId xmlns:a16="http://schemas.microsoft.com/office/drawing/2014/main" id="{A12ED471-CE07-481E-983A-7EA320147B28}"/>
              </a:ext>
            </a:extLst>
          </p:cNvPr>
          <p:cNvGraphicFramePr>
            <a:graphicFrameLocks/>
          </p:cNvGraphicFramePr>
          <p:nvPr/>
        </p:nvGraphicFramePr>
        <p:xfrm>
          <a:off x="838200" y="1825625"/>
          <a:ext cx="10515603" cy="4033520"/>
        </p:xfrm>
        <a:graphic>
          <a:graphicData uri="http://schemas.openxmlformats.org/drawingml/2006/table">
            <a:tbl>
              <a:tblPr firstRow="1" bandRow="1">
                <a:tableStyleId>{7DF18680-E054-41AD-8BC1-D1AEF772440D}</a:tableStyleId>
              </a:tblPr>
              <a:tblGrid>
                <a:gridCol w="1502229">
                  <a:extLst>
                    <a:ext uri="{9D8B030D-6E8A-4147-A177-3AD203B41FA5}">
                      <a16:colId xmlns:a16="http://schemas.microsoft.com/office/drawing/2014/main" val="3403792412"/>
                    </a:ext>
                  </a:extLst>
                </a:gridCol>
                <a:gridCol w="1680242">
                  <a:extLst>
                    <a:ext uri="{9D8B030D-6E8A-4147-A177-3AD203B41FA5}">
                      <a16:colId xmlns:a16="http://schemas.microsoft.com/office/drawing/2014/main" val="1323928238"/>
                    </a:ext>
                  </a:extLst>
                </a:gridCol>
                <a:gridCol w="1584999">
                  <a:extLst>
                    <a:ext uri="{9D8B030D-6E8A-4147-A177-3AD203B41FA5}">
                      <a16:colId xmlns:a16="http://schemas.microsoft.com/office/drawing/2014/main" val="2929787704"/>
                    </a:ext>
                  </a:extLst>
                </a:gridCol>
                <a:gridCol w="1470991">
                  <a:extLst>
                    <a:ext uri="{9D8B030D-6E8A-4147-A177-3AD203B41FA5}">
                      <a16:colId xmlns:a16="http://schemas.microsoft.com/office/drawing/2014/main" val="2884300378"/>
                    </a:ext>
                  </a:extLst>
                </a:gridCol>
                <a:gridCol w="1550504">
                  <a:extLst>
                    <a:ext uri="{9D8B030D-6E8A-4147-A177-3AD203B41FA5}">
                      <a16:colId xmlns:a16="http://schemas.microsoft.com/office/drawing/2014/main" val="783594773"/>
                    </a:ext>
                  </a:extLst>
                </a:gridCol>
                <a:gridCol w="1351722">
                  <a:extLst>
                    <a:ext uri="{9D8B030D-6E8A-4147-A177-3AD203B41FA5}">
                      <a16:colId xmlns:a16="http://schemas.microsoft.com/office/drawing/2014/main" val="3333496656"/>
                    </a:ext>
                  </a:extLst>
                </a:gridCol>
                <a:gridCol w="1374916">
                  <a:extLst>
                    <a:ext uri="{9D8B030D-6E8A-4147-A177-3AD203B41FA5}">
                      <a16:colId xmlns:a16="http://schemas.microsoft.com/office/drawing/2014/main" val="682204130"/>
                    </a:ext>
                  </a:extLst>
                </a:gridCol>
              </a:tblGrid>
              <a:tr h="37084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2024</a:t>
                      </a:r>
                    </a:p>
                  </a:txBody>
                  <a:tcPr/>
                </a:tc>
                <a:tc>
                  <a:txBody>
                    <a:bodyPr/>
                    <a:lstStyle/>
                    <a:p>
                      <a:r>
                        <a:rPr lang="en-IN" dirty="0"/>
                        <a:t>2023</a:t>
                      </a:r>
                    </a:p>
                  </a:txBody>
                  <a:tcPr/>
                </a:tc>
                <a:tc>
                  <a:txBody>
                    <a:bodyPr/>
                    <a:lstStyle/>
                    <a:p>
                      <a:r>
                        <a:rPr lang="en-US" dirty="0"/>
                        <a:t>2022</a:t>
                      </a:r>
                      <a:endParaRPr lang="en-IN" dirty="0"/>
                    </a:p>
                  </a:txBody>
                  <a:tcPr/>
                </a:tc>
                <a:tc>
                  <a:txBody>
                    <a:bodyPr/>
                    <a:lstStyle/>
                    <a:p>
                      <a:r>
                        <a:rPr lang="en-US" dirty="0"/>
                        <a:t>2021</a:t>
                      </a:r>
                      <a:endParaRPr lang="en-IN" dirty="0"/>
                    </a:p>
                  </a:txBody>
                  <a:tcPr/>
                </a:tc>
                <a:tc>
                  <a:txBody>
                    <a:bodyPr/>
                    <a:lstStyle/>
                    <a:p>
                      <a:r>
                        <a:rPr lang="en-US" dirty="0"/>
                        <a:t>2020</a:t>
                      </a:r>
                      <a:endParaRPr lang="en-IN" dirty="0"/>
                    </a:p>
                  </a:txBody>
                  <a:tcPr/>
                </a:tc>
                <a:extLst>
                  <a:ext uri="{0D108BD9-81ED-4DB2-BD59-A6C34878D82A}">
                    <a16:rowId xmlns:a16="http://schemas.microsoft.com/office/drawing/2014/main" val="2036340585"/>
                  </a:ext>
                </a:extLst>
              </a:tr>
              <a:tr h="453745">
                <a:tc>
                  <a:txBody>
                    <a:bodyPr/>
                    <a:lstStyle/>
                    <a:p>
                      <a:r>
                        <a:rPr lang="en-US" b="1" dirty="0"/>
                        <a:t>Tax Rate  =( Reported total  Tax expenses / Reported PBT)</a:t>
                      </a:r>
                      <a:endParaRPr lang="en-IN" b="1" dirty="0"/>
                    </a:p>
                  </a:txBody>
                  <a:tcPr/>
                </a:tc>
                <a:tc>
                  <a:txBody>
                    <a:bodyPr/>
                    <a:lstStyle/>
                    <a:p>
                      <a:r>
                        <a:rPr kumimoji="0" lang="en-IN" sz="1800" b="0" i="0" u="none" strike="noStrike" kern="1200" cap="none" spc="0" normalizeH="0" baseline="0" noProof="0" dirty="0">
                          <a:ln>
                            <a:noFill/>
                          </a:ln>
                          <a:solidFill>
                            <a:prstClr val="black"/>
                          </a:solidFill>
                          <a:effectLst/>
                          <a:uLnTx/>
                          <a:uFillTx/>
                          <a:latin typeface="+mn-lt"/>
                          <a:ea typeface="+mn-ea"/>
                          <a:cs typeface="+mn-cs"/>
                        </a:rPr>
                        <a:t>( 3744/ 14423 )</a:t>
                      </a:r>
                      <a:endParaRPr lang="en-IN" b="0" dirty="0"/>
                    </a:p>
                  </a:txBody>
                  <a:tcPr/>
                </a:tc>
                <a:tc>
                  <a:txBody>
                    <a:bodyPr/>
                    <a:lstStyle/>
                    <a:p>
                      <a:r>
                        <a:rPr lang="en-IN" b="0" dirty="0"/>
                        <a:t>(3644/ 13930 )</a:t>
                      </a:r>
                    </a:p>
                  </a:txBody>
                  <a:tcPr/>
                </a:tc>
                <a:tc>
                  <a:txBody>
                    <a:bodyPr/>
                    <a:lstStyle/>
                    <a:p>
                      <a:r>
                        <a:rPr lang="en-IN" b="0" dirty="0"/>
                        <a:t>(3201/ 13346)</a:t>
                      </a:r>
                    </a:p>
                  </a:txBody>
                  <a:tcPr/>
                </a:tc>
                <a:tc>
                  <a:txBody>
                    <a:bodyPr/>
                    <a:lstStyle/>
                    <a:p>
                      <a:r>
                        <a:rPr lang="en-IN" dirty="0"/>
                        <a:t>(2987/11874)</a:t>
                      </a:r>
                    </a:p>
                  </a:txBody>
                  <a:tcPr/>
                </a:tc>
                <a:tc>
                  <a:txBody>
                    <a:bodyPr/>
                    <a:lstStyle/>
                    <a:p>
                      <a:r>
                        <a:rPr lang="en-IN" dirty="0"/>
                        <a:t>(2606/10606)</a:t>
                      </a:r>
                    </a:p>
                  </a:txBody>
                  <a:tcPr/>
                </a:tc>
                <a:tc>
                  <a:txBody>
                    <a:bodyPr/>
                    <a:lstStyle/>
                    <a:p>
                      <a:r>
                        <a:rPr lang="en-IN" dirty="0"/>
                        <a:t>(2409/9173)</a:t>
                      </a:r>
                    </a:p>
                  </a:txBody>
                  <a:tcPr/>
                </a:tc>
                <a:extLst>
                  <a:ext uri="{0D108BD9-81ED-4DB2-BD59-A6C34878D82A}">
                    <a16:rowId xmlns:a16="http://schemas.microsoft.com/office/drawing/2014/main" val="2184519470"/>
                  </a:ext>
                </a:extLst>
              </a:tr>
              <a:tr h="370840">
                <a:tc>
                  <a:txBody>
                    <a:bodyPr/>
                    <a:lstStyle/>
                    <a:p>
                      <a:r>
                        <a:rPr lang="en-IN" b="1" dirty="0"/>
                        <a:t>Tax Rate</a:t>
                      </a:r>
                    </a:p>
                  </a:txBody>
                  <a:tcPr/>
                </a:tc>
                <a:tc>
                  <a:txBody>
                    <a:bodyPr/>
                    <a:lstStyle/>
                    <a:p>
                      <a:r>
                        <a:rPr lang="en-IN" b="1" dirty="0"/>
                        <a:t>0.260</a:t>
                      </a:r>
                    </a:p>
                  </a:txBody>
                  <a:tcPr/>
                </a:tc>
                <a:tc>
                  <a:txBody>
                    <a:bodyPr/>
                    <a:lstStyle/>
                    <a:p>
                      <a:r>
                        <a:rPr lang="en-IN" b="1" dirty="0"/>
                        <a:t>0.262</a:t>
                      </a:r>
                    </a:p>
                  </a:txBody>
                  <a:tcPr/>
                </a:tc>
                <a:tc>
                  <a:txBody>
                    <a:bodyPr/>
                    <a:lstStyle/>
                    <a:p>
                      <a:r>
                        <a:rPr lang="en-IN" b="1" dirty="0"/>
                        <a:t>0.240</a:t>
                      </a:r>
                    </a:p>
                  </a:txBody>
                  <a:tcPr/>
                </a:tc>
                <a:tc>
                  <a:txBody>
                    <a:bodyPr/>
                    <a:lstStyle/>
                    <a:p>
                      <a:r>
                        <a:rPr lang="en-IN" b="1" dirty="0"/>
                        <a:t>0.252</a:t>
                      </a:r>
                    </a:p>
                  </a:txBody>
                  <a:tcPr/>
                </a:tc>
                <a:tc>
                  <a:txBody>
                    <a:bodyPr/>
                    <a:lstStyle/>
                    <a:p>
                      <a:r>
                        <a:rPr lang="en-IN" b="1" dirty="0"/>
                        <a:t>0.246</a:t>
                      </a:r>
                    </a:p>
                  </a:txBody>
                  <a:tcPr/>
                </a:tc>
                <a:tc>
                  <a:txBody>
                    <a:bodyPr/>
                    <a:lstStyle/>
                    <a:p>
                      <a:r>
                        <a:rPr lang="en-IN" b="0" dirty="0"/>
                        <a:t>0.263</a:t>
                      </a:r>
                    </a:p>
                  </a:txBody>
                  <a:tcPr/>
                </a:tc>
                <a:extLst>
                  <a:ext uri="{0D108BD9-81ED-4DB2-BD59-A6C34878D82A}">
                    <a16:rowId xmlns:a16="http://schemas.microsoft.com/office/drawing/2014/main" val="330942535"/>
                  </a:ext>
                </a:extLst>
              </a:tr>
              <a:tr h="370840">
                <a:tc>
                  <a:txBody>
                    <a:bodyPr/>
                    <a:lstStyle/>
                    <a:p>
                      <a:r>
                        <a:rPr lang="en-IN" b="1" dirty="0"/>
                        <a:t>1- Tax Rate = Tax Retention Rate</a:t>
                      </a:r>
                    </a:p>
                  </a:txBody>
                  <a:tcPr/>
                </a:tc>
                <a:tc>
                  <a:txBody>
                    <a:bodyPr/>
                    <a:lstStyle/>
                    <a:p>
                      <a:r>
                        <a:rPr lang="en-IN" b="1" dirty="0"/>
                        <a:t>0.740</a:t>
                      </a:r>
                    </a:p>
                  </a:txBody>
                  <a:tcPr/>
                </a:tc>
                <a:tc>
                  <a:txBody>
                    <a:bodyPr/>
                    <a:lstStyle/>
                    <a:p>
                      <a:r>
                        <a:rPr lang="en-IN" b="1" dirty="0"/>
                        <a:t>0.738</a:t>
                      </a:r>
                    </a:p>
                  </a:txBody>
                  <a:tcPr/>
                </a:tc>
                <a:tc>
                  <a:txBody>
                    <a:bodyPr/>
                    <a:lstStyle/>
                    <a:p>
                      <a:r>
                        <a:rPr lang="en-IN" b="1" dirty="0"/>
                        <a:t>0.760</a:t>
                      </a:r>
                    </a:p>
                  </a:txBody>
                  <a:tcPr/>
                </a:tc>
                <a:tc>
                  <a:txBody>
                    <a:bodyPr/>
                    <a:lstStyle/>
                    <a:p>
                      <a:r>
                        <a:rPr lang="en-IN" b="1" dirty="0"/>
                        <a:t>0.748</a:t>
                      </a:r>
                    </a:p>
                  </a:txBody>
                  <a:tcPr/>
                </a:tc>
                <a:tc>
                  <a:txBody>
                    <a:bodyPr/>
                    <a:lstStyle/>
                    <a:p>
                      <a:r>
                        <a:rPr lang="en-IN" b="1" dirty="0"/>
                        <a:t>0.754</a:t>
                      </a:r>
                    </a:p>
                  </a:txBody>
                  <a:tcPr/>
                </a:tc>
                <a:tc>
                  <a:txBody>
                    <a:bodyPr/>
                    <a:lstStyle/>
                    <a:p>
                      <a:r>
                        <a:rPr lang="en-IN" b="0" dirty="0"/>
                        <a:t>0.737</a:t>
                      </a:r>
                    </a:p>
                  </a:txBody>
                  <a:tcPr/>
                </a:tc>
                <a:extLst>
                  <a:ext uri="{0D108BD9-81ED-4DB2-BD59-A6C34878D82A}">
                    <a16:rowId xmlns:a16="http://schemas.microsoft.com/office/drawing/2014/main" val="2492406883"/>
                  </a:ext>
                </a:extLst>
              </a:tr>
              <a:tr h="370840">
                <a:tc>
                  <a:txBody>
                    <a:bodyPr/>
                    <a:lstStyle/>
                    <a:p>
                      <a:r>
                        <a:rPr lang="en-IN" b="1" dirty="0"/>
                        <a:t>5 year average </a:t>
                      </a:r>
                    </a:p>
                  </a:txBody>
                  <a:tcPr/>
                </a:tc>
                <a:tc>
                  <a:txBody>
                    <a:bodyPr/>
                    <a:lstStyle/>
                    <a:p>
                      <a:r>
                        <a:rPr lang="en-IN" b="1" dirty="0"/>
                        <a:t>0.748</a:t>
                      </a:r>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2187396814"/>
                  </a:ext>
                </a:extLst>
              </a:tr>
            </a:tbl>
          </a:graphicData>
        </a:graphic>
      </p:graphicFrame>
    </p:spTree>
    <p:extLst>
      <p:ext uri="{BB962C8B-B14F-4D97-AF65-F5344CB8AC3E}">
        <p14:creationId xmlns:p14="http://schemas.microsoft.com/office/powerpoint/2010/main" val="23511377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06E47-C41F-456F-886B-839247B5748F}"/>
              </a:ext>
            </a:extLst>
          </p:cNvPr>
          <p:cNvSpPr>
            <a:spLocks noGrp="1"/>
          </p:cNvSpPr>
          <p:nvPr>
            <p:ph type="title"/>
          </p:nvPr>
        </p:nvSpPr>
        <p:spPr/>
        <p:txBody>
          <a:bodyPr>
            <a:normAutofit/>
          </a:bodyPr>
          <a:lstStyle/>
          <a:p>
            <a:pPr algn="ctr"/>
            <a:r>
              <a:rPr lang="en-US" sz="3600" b="1" dirty="0">
                <a:solidFill>
                  <a:prstClr val="black"/>
                </a:solidFill>
                <a:latin typeface="Calibri Light" panose="020F0302020204030204"/>
              </a:rPr>
              <a:t>IC Turn</a:t>
            </a:r>
            <a:r>
              <a:rPr kumimoji="0" lang="en-US" sz="3600" b="1" i="0" u="none" strike="noStrike" kern="1200" cap="none" spc="0" normalizeH="0" baseline="0" noProof="0" dirty="0">
                <a:ln>
                  <a:noFill/>
                </a:ln>
                <a:solidFill>
                  <a:prstClr val="black"/>
                </a:solidFill>
                <a:effectLst/>
                <a:uLnTx/>
                <a:uFillTx/>
                <a:latin typeface="Calibri Light" panose="020F0302020204030204"/>
                <a:ea typeface="+mj-ea"/>
                <a:cs typeface="+mj-cs"/>
              </a:rPr>
              <a:t> of </a:t>
            </a:r>
            <a:r>
              <a:rPr lang="en-US" sz="3600" b="1" dirty="0">
                <a:solidFill>
                  <a:prstClr val="black"/>
                </a:solidFill>
                <a:latin typeface="Calibri Light" panose="020F0302020204030204"/>
              </a:rPr>
              <a:t>HUL</a:t>
            </a:r>
            <a:r>
              <a:rPr kumimoji="0" lang="en-US" sz="3600" b="1" i="0" u="none" strike="noStrike" kern="1200" cap="none" spc="0" normalizeH="0" baseline="0" noProof="0" dirty="0">
                <a:ln>
                  <a:noFill/>
                </a:ln>
                <a:solidFill>
                  <a:prstClr val="black"/>
                </a:solidFill>
                <a:effectLst/>
                <a:uLnTx/>
                <a:uFillTx/>
                <a:latin typeface="Calibri Light" panose="020F0302020204030204"/>
                <a:ea typeface="+mj-ea"/>
                <a:cs typeface="+mj-cs"/>
              </a:rPr>
              <a:t>- Last Five </a:t>
            </a:r>
            <a:r>
              <a:rPr kumimoji="0" lang="en-US" sz="3600" b="1" i="0" u="none" strike="noStrike" kern="1200" cap="none" spc="0" normalizeH="0" baseline="0" noProof="0" dirty="0" err="1">
                <a:ln>
                  <a:noFill/>
                </a:ln>
                <a:solidFill>
                  <a:prstClr val="black"/>
                </a:solidFill>
                <a:effectLst/>
                <a:uLnTx/>
                <a:uFillTx/>
                <a:latin typeface="Calibri Light" panose="020F0302020204030204"/>
                <a:ea typeface="+mj-ea"/>
                <a:cs typeface="+mj-cs"/>
              </a:rPr>
              <a:t>Fys</a:t>
            </a:r>
            <a:r>
              <a:rPr kumimoji="0" lang="en-US" sz="3600" b="1" i="0" u="none" strike="noStrike" kern="1200" cap="none" spc="0" normalizeH="0" baseline="0" noProof="0" dirty="0">
                <a:ln>
                  <a:noFill/>
                </a:ln>
                <a:solidFill>
                  <a:prstClr val="black"/>
                </a:solidFill>
                <a:effectLst/>
                <a:uLnTx/>
                <a:uFillTx/>
                <a:latin typeface="Calibri Light" panose="020F0302020204030204"/>
                <a:ea typeface="+mj-ea"/>
                <a:cs typeface="+mj-cs"/>
              </a:rPr>
              <a:t> </a:t>
            </a:r>
            <a:endParaRPr lang="en-IN" sz="3600" dirty="0"/>
          </a:p>
        </p:txBody>
      </p:sp>
      <p:graphicFrame>
        <p:nvGraphicFramePr>
          <p:cNvPr id="4" name="Table 4">
            <a:extLst>
              <a:ext uri="{FF2B5EF4-FFF2-40B4-BE49-F238E27FC236}">
                <a16:creationId xmlns:a16="http://schemas.microsoft.com/office/drawing/2014/main" id="{B3019CC0-84F4-451F-B69C-D4B1DB687244}"/>
              </a:ext>
            </a:extLst>
          </p:cNvPr>
          <p:cNvGraphicFramePr>
            <a:graphicFrameLocks noGrp="1"/>
          </p:cNvGraphicFramePr>
          <p:nvPr>
            <p:ph idx="1"/>
          </p:nvPr>
        </p:nvGraphicFramePr>
        <p:xfrm>
          <a:off x="838200" y="2034631"/>
          <a:ext cx="10515603" cy="4495800"/>
        </p:xfrm>
        <a:graphic>
          <a:graphicData uri="http://schemas.openxmlformats.org/drawingml/2006/table">
            <a:tbl>
              <a:tblPr firstRow="1" bandRow="1">
                <a:tableStyleId>{7DF18680-E054-41AD-8BC1-D1AEF772440D}</a:tableStyleId>
              </a:tblPr>
              <a:tblGrid>
                <a:gridCol w="1502229">
                  <a:extLst>
                    <a:ext uri="{9D8B030D-6E8A-4147-A177-3AD203B41FA5}">
                      <a16:colId xmlns:a16="http://schemas.microsoft.com/office/drawing/2014/main" val="3403792412"/>
                    </a:ext>
                  </a:extLst>
                </a:gridCol>
                <a:gridCol w="1502229">
                  <a:extLst>
                    <a:ext uri="{9D8B030D-6E8A-4147-A177-3AD203B41FA5}">
                      <a16:colId xmlns:a16="http://schemas.microsoft.com/office/drawing/2014/main" val="1323928238"/>
                    </a:ext>
                  </a:extLst>
                </a:gridCol>
                <a:gridCol w="1502229">
                  <a:extLst>
                    <a:ext uri="{9D8B030D-6E8A-4147-A177-3AD203B41FA5}">
                      <a16:colId xmlns:a16="http://schemas.microsoft.com/office/drawing/2014/main" val="2929787704"/>
                    </a:ext>
                  </a:extLst>
                </a:gridCol>
                <a:gridCol w="1502229">
                  <a:extLst>
                    <a:ext uri="{9D8B030D-6E8A-4147-A177-3AD203B41FA5}">
                      <a16:colId xmlns:a16="http://schemas.microsoft.com/office/drawing/2014/main" val="2884300378"/>
                    </a:ext>
                  </a:extLst>
                </a:gridCol>
                <a:gridCol w="1502229">
                  <a:extLst>
                    <a:ext uri="{9D8B030D-6E8A-4147-A177-3AD203B41FA5}">
                      <a16:colId xmlns:a16="http://schemas.microsoft.com/office/drawing/2014/main" val="783594773"/>
                    </a:ext>
                  </a:extLst>
                </a:gridCol>
                <a:gridCol w="1502229">
                  <a:extLst>
                    <a:ext uri="{9D8B030D-6E8A-4147-A177-3AD203B41FA5}">
                      <a16:colId xmlns:a16="http://schemas.microsoft.com/office/drawing/2014/main" val="3333496656"/>
                    </a:ext>
                  </a:extLst>
                </a:gridCol>
                <a:gridCol w="1502229">
                  <a:extLst>
                    <a:ext uri="{9D8B030D-6E8A-4147-A177-3AD203B41FA5}">
                      <a16:colId xmlns:a16="http://schemas.microsoft.com/office/drawing/2014/main" val="3447984415"/>
                    </a:ext>
                  </a:extLst>
                </a:gridCol>
              </a:tblGrid>
              <a:tr h="37084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2024</a:t>
                      </a:r>
                    </a:p>
                  </a:txBody>
                  <a:tcPr/>
                </a:tc>
                <a:tc>
                  <a:txBody>
                    <a:bodyPr/>
                    <a:lstStyle/>
                    <a:p>
                      <a:r>
                        <a:rPr lang="en-US" dirty="0"/>
                        <a:t>2023</a:t>
                      </a:r>
                      <a:endParaRPr lang="en-IN" dirty="0"/>
                    </a:p>
                  </a:txBody>
                  <a:tcPr/>
                </a:tc>
                <a:tc>
                  <a:txBody>
                    <a:bodyPr/>
                    <a:lstStyle/>
                    <a:p>
                      <a:r>
                        <a:rPr lang="en-US" dirty="0"/>
                        <a:t>2022</a:t>
                      </a:r>
                      <a:endParaRPr lang="en-IN" dirty="0"/>
                    </a:p>
                  </a:txBody>
                  <a:tcPr/>
                </a:tc>
                <a:tc>
                  <a:txBody>
                    <a:bodyPr/>
                    <a:lstStyle/>
                    <a:p>
                      <a:r>
                        <a:rPr lang="en-US" dirty="0"/>
                        <a:t>2021</a:t>
                      </a:r>
                      <a:endParaRPr lang="en-IN" dirty="0"/>
                    </a:p>
                  </a:txBody>
                  <a:tcPr/>
                </a:tc>
                <a:tc>
                  <a:txBody>
                    <a:bodyPr/>
                    <a:lstStyle/>
                    <a:p>
                      <a:r>
                        <a:rPr lang="en-US" dirty="0"/>
                        <a:t>2020</a:t>
                      </a:r>
                      <a:endParaRPr lang="en-IN" dirty="0"/>
                    </a:p>
                  </a:txBody>
                  <a:tcPr/>
                </a:tc>
                <a:extLst>
                  <a:ext uri="{0D108BD9-81ED-4DB2-BD59-A6C34878D82A}">
                    <a16:rowId xmlns:a16="http://schemas.microsoft.com/office/drawing/2014/main" val="2036340585"/>
                  </a:ext>
                </a:extLst>
              </a:tr>
              <a:tr h="370840">
                <a:tc>
                  <a:txBody>
                    <a:bodyPr/>
                    <a:lstStyle/>
                    <a:p>
                      <a:r>
                        <a:rPr lang="en-US" b="1" dirty="0"/>
                        <a:t>Net </a:t>
                      </a:r>
                      <a:r>
                        <a:rPr lang="en-US" b="1" dirty="0" err="1"/>
                        <a:t>Op.Revenue</a:t>
                      </a:r>
                      <a:r>
                        <a:rPr lang="en-US" b="1" dirty="0"/>
                        <a:t> </a:t>
                      </a:r>
                    </a:p>
                  </a:txBody>
                  <a:tcPr/>
                </a:tc>
                <a:tc>
                  <a:txBody>
                    <a:bodyPr/>
                    <a:lstStyle/>
                    <a:p>
                      <a:r>
                        <a:rPr lang="en-IN" dirty="0"/>
                        <a:t>62288</a:t>
                      </a:r>
                    </a:p>
                  </a:txBody>
                  <a:tcPr/>
                </a:tc>
                <a:tc>
                  <a:txBody>
                    <a:bodyPr/>
                    <a:lstStyle/>
                    <a:p>
                      <a:r>
                        <a:rPr lang="en-IN" dirty="0"/>
                        <a:t>60966</a:t>
                      </a:r>
                    </a:p>
                  </a:txBody>
                  <a:tcPr/>
                </a:tc>
                <a:tc>
                  <a:txBody>
                    <a:bodyPr/>
                    <a:lstStyle/>
                    <a:p>
                      <a:r>
                        <a:rPr lang="en-IN" dirty="0"/>
                        <a:t>59549</a:t>
                      </a:r>
                    </a:p>
                  </a:txBody>
                  <a:tcPr/>
                </a:tc>
                <a:tc>
                  <a:txBody>
                    <a:bodyPr/>
                    <a:lstStyle/>
                    <a:p>
                      <a:r>
                        <a:rPr lang="en-IN" dirty="0"/>
                        <a:t>51548</a:t>
                      </a:r>
                    </a:p>
                  </a:txBody>
                  <a:tcPr/>
                </a:tc>
                <a:tc>
                  <a:txBody>
                    <a:bodyPr/>
                    <a:lstStyle/>
                    <a:p>
                      <a:r>
                        <a:rPr lang="en-IN" dirty="0"/>
                        <a:t>46321</a:t>
                      </a:r>
                    </a:p>
                  </a:txBody>
                  <a:tcPr/>
                </a:tc>
                <a:tc>
                  <a:txBody>
                    <a:bodyPr/>
                    <a:lstStyle/>
                    <a:p>
                      <a:r>
                        <a:rPr lang="en-IN" dirty="0"/>
                        <a:t>39238</a:t>
                      </a:r>
                    </a:p>
                  </a:txBody>
                  <a:tcPr/>
                </a:tc>
                <a:extLst>
                  <a:ext uri="{0D108BD9-81ED-4DB2-BD59-A6C34878D82A}">
                    <a16:rowId xmlns:a16="http://schemas.microsoft.com/office/drawing/2014/main" val="2876592805"/>
                  </a:ext>
                </a:extLst>
              </a:tr>
              <a:tr h="453745">
                <a:tc>
                  <a:txBody>
                    <a:bodyPr/>
                    <a:lstStyle/>
                    <a:p>
                      <a:r>
                        <a:rPr lang="en-US" b="1" dirty="0"/>
                        <a:t>Owners’ Equity</a:t>
                      </a:r>
                    </a:p>
                    <a:p>
                      <a:r>
                        <a:rPr lang="en-US" b="1" dirty="0"/>
                        <a:t>(including minority interest) </a:t>
                      </a:r>
                      <a:endParaRPr lang="en-IN" b="1" dirty="0"/>
                    </a:p>
                  </a:txBody>
                  <a:tcPr/>
                </a:tc>
                <a:tc>
                  <a:txBody>
                    <a:bodyPr/>
                    <a:lstStyle/>
                    <a:p>
                      <a:r>
                        <a:rPr lang="en-IN" dirty="0"/>
                        <a:t>49609</a:t>
                      </a:r>
                    </a:p>
                  </a:txBody>
                  <a:tcPr/>
                </a:tc>
                <a:tc>
                  <a:txBody>
                    <a:bodyPr/>
                    <a:lstStyle/>
                    <a:p>
                      <a:r>
                        <a:rPr lang="en-IN" dirty="0"/>
                        <a:t>51423</a:t>
                      </a:r>
                    </a:p>
                  </a:txBody>
                  <a:tcPr/>
                </a:tc>
                <a:tc>
                  <a:txBody>
                    <a:bodyPr/>
                    <a:lstStyle/>
                    <a:p>
                      <a:r>
                        <a:rPr lang="en-IN" dirty="0"/>
                        <a:t>50522</a:t>
                      </a:r>
                    </a:p>
                  </a:txBody>
                  <a:tcPr/>
                </a:tc>
                <a:tc>
                  <a:txBody>
                    <a:bodyPr/>
                    <a:lstStyle/>
                    <a:p>
                      <a:r>
                        <a:rPr lang="en-IN" dirty="0"/>
                        <a:t>49087</a:t>
                      </a:r>
                    </a:p>
                  </a:txBody>
                  <a:tcPr/>
                </a:tc>
                <a:tc>
                  <a:txBody>
                    <a:bodyPr/>
                    <a:lstStyle/>
                    <a:p>
                      <a:r>
                        <a:rPr lang="en-IN" dirty="0"/>
                        <a:t>47694</a:t>
                      </a:r>
                    </a:p>
                  </a:txBody>
                  <a:tcPr/>
                </a:tc>
                <a:tc>
                  <a:txBody>
                    <a:bodyPr/>
                    <a:lstStyle/>
                    <a:p>
                      <a:r>
                        <a:rPr lang="en-IN" dirty="0"/>
                        <a:t>8246</a:t>
                      </a:r>
                    </a:p>
                  </a:txBody>
                  <a:tcPr/>
                </a:tc>
                <a:extLst>
                  <a:ext uri="{0D108BD9-81ED-4DB2-BD59-A6C34878D82A}">
                    <a16:rowId xmlns:a16="http://schemas.microsoft.com/office/drawing/2014/main" val="2184519470"/>
                  </a:ext>
                </a:extLst>
              </a:tr>
              <a:tr h="370840">
                <a:tc>
                  <a:txBody>
                    <a:bodyPr/>
                    <a:lstStyle/>
                    <a:p>
                      <a:r>
                        <a:rPr lang="en-US" b="1" dirty="0"/>
                        <a:t>Long Term Debt (LTB)</a:t>
                      </a:r>
                      <a:endParaRPr lang="en-IN" b="1" dirty="0"/>
                    </a:p>
                  </a:txBody>
                  <a:tcPr/>
                </a:tc>
                <a:tc>
                  <a:txBody>
                    <a:bodyPr/>
                    <a:lstStyle/>
                    <a:p>
                      <a:r>
                        <a:rPr lang="en-IN" b="0" dirty="0"/>
                        <a:t>0</a:t>
                      </a:r>
                    </a:p>
                  </a:txBody>
                  <a:tcPr/>
                </a:tc>
                <a:tc>
                  <a:txBody>
                    <a:bodyPr/>
                    <a:lstStyle/>
                    <a:p>
                      <a:r>
                        <a:rPr lang="en-IN" b="0" dirty="0"/>
                        <a:t>0</a:t>
                      </a:r>
                    </a:p>
                  </a:txBody>
                  <a:tcPr/>
                </a:tc>
                <a:tc>
                  <a:txBody>
                    <a:bodyPr/>
                    <a:lstStyle/>
                    <a:p>
                      <a:r>
                        <a:rPr lang="en-IN" b="0" dirty="0"/>
                        <a:t>0</a:t>
                      </a:r>
                    </a:p>
                  </a:txBody>
                  <a:tcPr/>
                </a:tc>
                <a:tc>
                  <a:txBody>
                    <a:bodyPr/>
                    <a:lstStyle/>
                    <a:p>
                      <a:r>
                        <a:rPr lang="en-IN" b="0" dirty="0"/>
                        <a:t>0</a:t>
                      </a:r>
                    </a:p>
                  </a:txBody>
                  <a:tcPr/>
                </a:tc>
                <a:tc>
                  <a:txBody>
                    <a:bodyPr/>
                    <a:lstStyle/>
                    <a:p>
                      <a:r>
                        <a:rPr lang="en-IN" b="0" dirty="0"/>
                        <a:t>0</a:t>
                      </a:r>
                    </a:p>
                  </a:txBody>
                  <a:tcPr/>
                </a:tc>
                <a:tc>
                  <a:txBody>
                    <a:bodyPr/>
                    <a:lstStyle/>
                    <a:p>
                      <a:r>
                        <a:rPr lang="en-IN" b="0" dirty="0"/>
                        <a:t>0</a:t>
                      </a:r>
                    </a:p>
                  </a:txBody>
                  <a:tcPr/>
                </a:tc>
                <a:extLst>
                  <a:ext uri="{0D108BD9-81ED-4DB2-BD59-A6C34878D82A}">
                    <a16:rowId xmlns:a16="http://schemas.microsoft.com/office/drawing/2014/main" val="3536977194"/>
                  </a:ext>
                </a:extLst>
              </a:tr>
              <a:tr h="370840">
                <a:tc>
                  <a:txBody>
                    <a:bodyPr/>
                    <a:lstStyle/>
                    <a:p>
                      <a:r>
                        <a:rPr lang="en-US" b="1" dirty="0"/>
                        <a:t>IC=OE+LTD</a:t>
                      </a:r>
                      <a:endParaRPr lang="en-IN" b="1" dirty="0"/>
                    </a:p>
                  </a:txBody>
                  <a:tcPr/>
                </a:tc>
                <a:tc>
                  <a:txBody>
                    <a:bodyPr/>
                    <a:lstStyle/>
                    <a:p>
                      <a:r>
                        <a:rPr lang="en-IN" dirty="0"/>
                        <a:t>49609</a:t>
                      </a:r>
                    </a:p>
                  </a:txBody>
                  <a:tcPr/>
                </a:tc>
                <a:tc>
                  <a:txBody>
                    <a:bodyPr/>
                    <a:lstStyle/>
                    <a:p>
                      <a:r>
                        <a:rPr lang="en-IN" dirty="0"/>
                        <a:t>51423</a:t>
                      </a:r>
                    </a:p>
                  </a:txBody>
                  <a:tcPr/>
                </a:tc>
                <a:tc>
                  <a:txBody>
                    <a:bodyPr/>
                    <a:lstStyle/>
                    <a:p>
                      <a:r>
                        <a:rPr lang="en-IN" dirty="0"/>
                        <a:t>50522</a:t>
                      </a:r>
                    </a:p>
                  </a:txBody>
                  <a:tcPr/>
                </a:tc>
                <a:tc>
                  <a:txBody>
                    <a:bodyPr/>
                    <a:lstStyle/>
                    <a:p>
                      <a:r>
                        <a:rPr lang="en-IN" dirty="0"/>
                        <a:t>49087</a:t>
                      </a:r>
                    </a:p>
                  </a:txBody>
                  <a:tcPr/>
                </a:tc>
                <a:tc>
                  <a:txBody>
                    <a:bodyPr/>
                    <a:lstStyle/>
                    <a:p>
                      <a:r>
                        <a:rPr lang="en-IN" dirty="0"/>
                        <a:t>47694</a:t>
                      </a:r>
                    </a:p>
                  </a:txBody>
                  <a:tcPr/>
                </a:tc>
                <a:tc>
                  <a:txBody>
                    <a:bodyPr/>
                    <a:lstStyle/>
                    <a:p>
                      <a:r>
                        <a:rPr lang="en-IN" dirty="0"/>
                        <a:t>8246</a:t>
                      </a:r>
                    </a:p>
                  </a:txBody>
                  <a:tcPr/>
                </a:tc>
                <a:extLst>
                  <a:ext uri="{0D108BD9-81ED-4DB2-BD59-A6C34878D82A}">
                    <a16:rowId xmlns:a16="http://schemas.microsoft.com/office/drawing/2014/main" val="330942535"/>
                  </a:ext>
                </a:extLst>
              </a:tr>
              <a:tr h="370840">
                <a:tc>
                  <a:txBody>
                    <a:bodyPr/>
                    <a:lstStyle/>
                    <a:p>
                      <a:r>
                        <a:rPr lang="en-US" b="1" dirty="0" err="1"/>
                        <a:t>Op.Rev</a:t>
                      </a:r>
                      <a:r>
                        <a:rPr lang="en-US" b="1" dirty="0"/>
                        <a:t>/IC</a:t>
                      </a:r>
                      <a:endParaRPr lang="en-IN" b="1" dirty="0"/>
                    </a:p>
                  </a:txBody>
                  <a:tcPr/>
                </a:tc>
                <a:tc>
                  <a:txBody>
                    <a:bodyPr/>
                    <a:lstStyle/>
                    <a:p>
                      <a:r>
                        <a:rPr lang="en-IN" b="1" dirty="0"/>
                        <a:t>1.256</a:t>
                      </a:r>
                    </a:p>
                  </a:txBody>
                  <a:tcPr/>
                </a:tc>
                <a:tc>
                  <a:txBody>
                    <a:bodyPr/>
                    <a:lstStyle/>
                    <a:p>
                      <a:r>
                        <a:rPr lang="en-IN" b="1" dirty="0"/>
                        <a:t>1.186</a:t>
                      </a:r>
                    </a:p>
                  </a:txBody>
                  <a:tcPr/>
                </a:tc>
                <a:tc>
                  <a:txBody>
                    <a:bodyPr/>
                    <a:lstStyle/>
                    <a:p>
                      <a:r>
                        <a:rPr lang="en-IN" b="1" dirty="0"/>
                        <a:t>1.179</a:t>
                      </a:r>
                    </a:p>
                  </a:txBody>
                  <a:tcPr/>
                </a:tc>
                <a:tc>
                  <a:txBody>
                    <a:bodyPr/>
                    <a:lstStyle/>
                    <a:p>
                      <a:r>
                        <a:rPr lang="en-IN" b="1" dirty="0"/>
                        <a:t>1.050</a:t>
                      </a:r>
                    </a:p>
                  </a:txBody>
                  <a:tcPr/>
                </a:tc>
                <a:tc>
                  <a:txBody>
                    <a:bodyPr/>
                    <a:lstStyle/>
                    <a:p>
                      <a:r>
                        <a:rPr lang="en-IN" b="1" dirty="0"/>
                        <a:t>0.971</a:t>
                      </a:r>
                    </a:p>
                  </a:txBody>
                  <a:tcPr/>
                </a:tc>
                <a:tc>
                  <a:txBody>
                    <a:bodyPr/>
                    <a:lstStyle/>
                    <a:p>
                      <a:r>
                        <a:rPr lang="en-IN" b="0" dirty="0"/>
                        <a:t>4.758</a:t>
                      </a:r>
                    </a:p>
                  </a:txBody>
                  <a:tcPr/>
                </a:tc>
                <a:extLst>
                  <a:ext uri="{0D108BD9-81ED-4DB2-BD59-A6C34878D82A}">
                    <a16:rowId xmlns:a16="http://schemas.microsoft.com/office/drawing/2014/main" val="3214060203"/>
                  </a:ext>
                </a:extLst>
              </a:tr>
              <a:tr h="370840">
                <a:tc>
                  <a:txBody>
                    <a:bodyPr/>
                    <a:lstStyle/>
                    <a:p>
                      <a:r>
                        <a:rPr lang="en-IN" b="1" dirty="0"/>
                        <a:t>5 year average</a:t>
                      </a:r>
                    </a:p>
                  </a:txBody>
                  <a:tcPr/>
                </a:tc>
                <a:tc>
                  <a:txBody>
                    <a:bodyPr/>
                    <a:lstStyle/>
                    <a:p>
                      <a:r>
                        <a:rPr lang="en-IN" b="1" dirty="0"/>
                        <a:t>1.128</a:t>
                      </a:r>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2945580372"/>
                  </a:ext>
                </a:extLst>
              </a:tr>
            </a:tbl>
          </a:graphicData>
        </a:graphic>
      </p:graphicFrame>
    </p:spTree>
    <p:extLst>
      <p:ext uri="{BB962C8B-B14F-4D97-AF65-F5344CB8AC3E}">
        <p14:creationId xmlns:p14="http://schemas.microsoft.com/office/powerpoint/2010/main" val="21596599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A438E-BDFA-4C0F-8F20-11FE499C3239}"/>
              </a:ext>
            </a:extLst>
          </p:cNvPr>
          <p:cNvSpPr>
            <a:spLocks noGrp="1"/>
          </p:cNvSpPr>
          <p:nvPr>
            <p:ph type="title"/>
          </p:nvPr>
        </p:nvSpPr>
        <p:spPr/>
        <p:txBody>
          <a:bodyPr/>
          <a:lstStyle/>
          <a:p>
            <a:pPr algn="ctr"/>
            <a:r>
              <a:rPr lang="en-US" b="1" dirty="0"/>
              <a:t>Dupont ROC – HUL – Last 5 </a:t>
            </a:r>
            <a:r>
              <a:rPr lang="en-US" b="1" dirty="0" err="1"/>
              <a:t>Fys</a:t>
            </a:r>
            <a:r>
              <a:rPr lang="en-US" b="1" dirty="0"/>
              <a:t> </a:t>
            </a:r>
            <a:endParaRPr lang="en-IN" b="1" dirty="0"/>
          </a:p>
        </p:txBody>
      </p:sp>
      <p:sp>
        <p:nvSpPr>
          <p:cNvPr id="3" name="Content Placeholder 2">
            <a:extLst>
              <a:ext uri="{FF2B5EF4-FFF2-40B4-BE49-F238E27FC236}">
                <a16:creationId xmlns:a16="http://schemas.microsoft.com/office/drawing/2014/main" id="{AE51023D-6020-45DE-A21B-6982945C9C60}"/>
              </a:ext>
            </a:extLst>
          </p:cNvPr>
          <p:cNvSpPr>
            <a:spLocks noGrp="1"/>
          </p:cNvSpPr>
          <p:nvPr>
            <p:ph idx="1"/>
          </p:nvPr>
        </p:nvSpPr>
        <p:spPr>
          <a:xfrm>
            <a:off x="838200" y="1825625"/>
            <a:ext cx="10515600" cy="3253428"/>
          </a:xfrm>
        </p:spPr>
        <p:txBody>
          <a:bodyPr/>
          <a:lstStyle/>
          <a:p>
            <a:endParaRPr lang="en-IN" dirty="0"/>
          </a:p>
        </p:txBody>
      </p:sp>
      <p:graphicFrame>
        <p:nvGraphicFramePr>
          <p:cNvPr id="6" name="Table 4">
            <a:extLst>
              <a:ext uri="{FF2B5EF4-FFF2-40B4-BE49-F238E27FC236}">
                <a16:creationId xmlns:a16="http://schemas.microsoft.com/office/drawing/2014/main" id="{E86E6D89-1A85-44D2-9CC4-0C7626695D8B}"/>
              </a:ext>
            </a:extLst>
          </p:cNvPr>
          <p:cNvGraphicFramePr>
            <a:graphicFrameLocks/>
          </p:cNvGraphicFramePr>
          <p:nvPr>
            <p:extLst>
              <p:ext uri="{D42A27DB-BD31-4B8C-83A1-F6EECF244321}">
                <p14:modId xmlns:p14="http://schemas.microsoft.com/office/powerpoint/2010/main" val="888515263"/>
              </p:ext>
            </p:extLst>
          </p:nvPr>
        </p:nvGraphicFramePr>
        <p:xfrm>
          <a:off x="838200" y="1439862"/>
          <a:ext cx="10515600" cy="3639191"/>
        </p:xfrm>
        <a:graphic>
          <a:graphicData uri="http://schemas.openxmlformats.org/drawingml/2006/table">
            <a:tbl>
              <a:tblPr firstRow="1" bandRow="1">
                <a:tableStyleId>{93296810-A885-4BE3-A3E7-6D5BEEA58F35}</a:tableStyleId>
              </a:tblPr>
              <a:tblGrid>
                <a:gridCol w="1270489">
                  <a:extLst>
                    <a:ext uri="{9D8B030D-6E8A-4147-A177-3AD203B41FA5}">
                      <a16:colId xmlns:a16="http://schemas.microsoft.com/office/drawing/2014/main" val="3403792412"/>
                    </a:ext>
                  </a:extLst>
                </a:gridCol>
                <a:gridCol w="1358411">
                  <a:extLst>
                    <a:ext uri="{9D8B030D-6E8A-4147-A177-3AD203B41FA5}">
                      <a16:colId xmlns:a16="http://schemas.microsoft.com/office/drawing/2014/main" val="1323928238"/>
                    </a:ext>
                  </a:extLst>
                </a:gridCol>
                <a:gridCol w="1314450">
                  <a:extLst>
                    <a:ext uri="{9D8B030D-6E8A-4147-A177-3AD203B41FA5}">
                      <a16:colId xmlns:a16="http://schemas.microsoft.com/office/drawing/2014/main" val="2929787704"/>
                    </a:ext>
                  </a:extLst>
                </a:gridCol>
                <a:gridCol w="1314450">
                  <a:extLst>
                    <a:ext uri="{9D8B030D-6E8A-4147-A177-3AD203B41FA5}">
                      <a16:colId xmlns:a16="http://schemas.microsoft.com/office/drawing/2014/main" val="2884300378"/>
                    </a:ext>
                  </a:extLst>
                </a:gridCol>
                <a:gridCol w="1314450">
                  <a:extLst>
                    <a:ext uri="{9D8B030D-6E8A-4147-A177-3AD203B41FA5}">
                      <a16:colId xmlns:a16="http://schemas.microsoft.com/office/drawing/2014/main" val="783594773"/>
                    </a:ext>
                  </a:extLst>
                </a:gridCol>
                <a:gridCol w="1314450">
                  <a:extLst>
                    <a:ext uri="{9D8B030D-6E8A-4147-A177-3AD203B41FA5}">
                      <a16:colId xmlns:a16="http://schemas.microsoft.com/office/drawing/2014/main" val="3333496656"/>
                    </a:ext>
                  </a:extLst>
                </a:gridCol>
                <a:gridCol w="1314450">
                  <a:extLst>
                    <a:ext uri="{9D8B030D-6E8A-4147-A177-3AD203B41FA5}">
                      <a16:colId xmlns:a16="http://schemas.microsoft.com/office/drawing/2014/main" val="969460142"/>
                    </a:ext>
                  </a:extLst>
                </a:gridCol>
                <a:gridCol w="1314450">
                  <a:extLst>
                    <a:ext uri="{9D8B030D-6E8A-4147-A177-3AD203B41FA5}">
                      <a16:colId xmlns:a16="http://schemas.microsoft.com/office/drawing/2014/main" val="1386035684"/>
                    </a:ext>
                  </a:extLst>
                </a:gridCol>
              </a:tblGrid>
              <a:tr h="365947">
                <a:tc>
                  <a:txBody>
                    <a:bodyPr/>
                    <a:lstStyle/>
                    <a:p>
                      <a:r>
                        <a:rPr lang="en-US" sz="1400" b="1" dirty="0"/>
                        <a:t>Particulars</a:t>
                      </a:r>
                      <a:endParaRPr lang="en-IN" sz="1400" b="1" dirty="0"/>
                    </a:p>
                  </a:txBody>
                  <a:tcPr/>
                </a:tc>
                <a:tc>
                  <a:txBody>
                    <a:bodyPr/>
                    <a:lstStyle/>
                    <a:p>
                      <a:r>
                        <a:rPr lang="en-IN" sz="1400" dirty="0"/>
                        <a:t>March 2025</a:t>
                      </a:r>
                    </a:p>
                  </a:txBody>
                  <a:tcPr/>
                </a:tc>
                <a:tc>
                  <a:txBody>
                    <a:bodyPr/>
                    <a:lstStyle/>
                    <a:p>
                      <a:r>
                        <a:rPr lang="en-IN" sz="1400" dirty="0"/>
                        <a:t>2024</a:t>
                      </a:r>
                    </a:p>
                  </a:txBody>
                  <a:tcPr/>
                </a:tc>
                <a:tc>
                  <a:txBody>
                    <a:bodyPr/>
                    <a:lstStyle/>
                    <a:p>
                      <a:r>
                        <a:rPr lang="en-US" sz="1400" dirty="0"/>
                        <a:t>2023</a:t>
                      </a:r>
                      <a:endParaRPr lang="en-IN" sz="1400" dirty="0"/>
                    </a:p>
                  </a:txBody>
                  <a:tcPr/>
                </a:tc>
                <a:tc>
                  <a:txBody>
                    <a:bodyPr/>
                    <a:lstStyle/>
                    <a:p>
                      <a:r>
                        <a:rPr lang="en-US" sz="1400" dirty="0"/>
                        <a:t>2022</a:t>
                      </a:r>
                      <a:endParaRPr lang="en-IN" sz="1400" dirty="0"/>
                    </a:p>
                  </a:txBody>
                  <a:tcPr/>
                </a:tc>
                <a:tc>
                  <a:txBody>
                    <a:bodyPr/>
                    <a:lstStyle/>
                    <a:p>
                      <a:r>
                        <a:rPr lang="en-US" sz="1400" dirty="0"/>
                        <a:t>2021</a:t>
                      </a:r>
                      <a:endParaRPr lang="en-IN" sz="1400" dirty="0"/>
                    </a:p>
                  </a:txBody>
                  <a:tcPr/>
                </a:tc>
                <a:tc>
                  <a:txBody>
                    <a:bodyPr/>
                    <a:lstStyle/>
                    <a:p>
                      <a:r>
                        <a:rPr lang="en-US" sz="1400" dirty="0"/>
                        <a:t>2020</a:t>
                      </a:r>
                      <a:endParaRPr lang="en-IN" sz="1400" dirty="0"/>
                    </a:p>
                  </a:txBody>
                  <a:tcPr/>
                </a:tc>
                <a:tc>
                  <a:txBody>
                    <a:bodyPr/>
                    <a:lstStyle/>
                    <a:p>
                      <a:r>
                        <a:rPr lang="en-IN" sz="1400" dirty="0"/>
                        <a:t>5 year Average</a:t>
                      </a:r>
                    </a:p>
                  </a:txBody>
                  <a:tcPr/>
                </a:tc>
                <a:extLst>
                  <a:ext uri="{0D108BD9-81ED-4DB2-BD59-A6C34878D82A}">
                    <a16:rowId xmlns:a16="http://schemas.microsoft.com/office/drawing/2014/main" val="2036340585"/>
                  </a:ext>
                </a:extLst>
              </a:tr>
              <a:tr h="370840">
                <a:tc>
                  <a:txBody>
                    <a:bodyPr/>
                    <a:lstStyle/>
                    <a:p>
                      <a:r>
                        <a:rPr lang="en-US" sz="1400" b="1" dirty="0"/>
                        <a:t>GPBDAM in %</a:t>
                      </a:r>
                      <a:endParaRPr lang="en-IN" sz="1400" b="1" dirty="0"/>
                    </a:p>
                  </a:txBody>
                  <a:tcPr/>
                </a:tc>
                <a:tc>
                  <a:txBody>
                    <a:bodyPr/>
                    <a:lstStyle/>
                    <a:p>
                      <a:r>
                        <a:rPr lang="en-IN" sz="1400" b="0" dirty="0"/>
                        <a:t>45.97</a:t>
                      </a:r>
                    </a:p>
                  </a:txBody>
                  <a:tcPr/>
                </a:tc>
                <a:tc>
                  <a:txBody>
                    <a:bodyPr/>
                    <a:lstStyle/>
                    <a:p>
                      <a:r>
                        <a:rPr lang="en-IN" sz="1400" b="0" dirty="0"/>
                        <a:t>46.25</a:t>
                      </a:r>
                    </a:p>
                  </a:txBody>
                  <a:tcPr/>
                </a:tc>
                <a:tc>
                  <a:txBody>
                    <a:bodyPr/>
                    <a:lstStyle/>
                    <a:p>
                      <a:r>
                        <a:rPr lang="en-IN" sz="1400" b="1" dirty="0"/>
                        <a:t>41.95</a:t>
                      </a:r>
                    </a:p>
                  </a:txBody>
                  <a:tcPr/>
                </a:tc>
                <a:tc>
                  <a:txBody>
                    <a:bodyPr/>
                    <a:lstStyle/>
                    <a:p>
                      <a:r>
                        <a:rPr lang="en-IN" sz="1400" b="0" dirty="0"/>
                        <a:t>45.14</a:t>
                      </a:r>
                    </a:p>
                  </a:txBody>
                  <a:tcPr/>
                </a:tc>
                <a:tc>
                  <a:txBody>
                    <a:bodyPr/>
                    <a:lstStyle/>
                    <a:p>
                      <a:r>
                        <a:rPr lang="en-IN" sz="1400" b="1" dirty="0"/>
                        <a:t>47.10</a:t>
                      </a:r>
                    </a:p>
                  </a:txBody>
                  <a:tcPr/>
                </a:tc>
                <a:tc>
                  <a:txBody>
                    <a:bodyPr/>
                    <a:lstStyle/>
                    <a:p>
                      <a:r>
                        <a:rPr lang="en-IN" sz="1400" b="0" dirty="0"/>
                        <a:t>48.83</a:t>
                      </a:r>
                    </a:p>
                  </a:txBody>
                  <a:tcPr/>
                </a:tc>
                <a:tc>
                  <a:txBody>
                    <a:bodyPr/>
                    <a:lstStyle/>
                    <a:p>
                      <a:endParaRPr lang="en-IN" sz="1400" b="0" dirty="0"/>
                    </a:p>
                  </a:txBody>
                  <a:tcPr/>
                </a:tc>
                <a:extLst>
                  <a:ext uri="{0D108BD9-81ED-4DB2-BD59-A6C34878D82A}">
                    <a16:rowId xmlns:a16="http://schemas.microsoft.com/office/drawing/2014/main" val="2876592805"/>
                  </a:ext>
                </a:extLst>
              </a:tr>
              <a:tr h="453745">
                <a:tc>
                  <a:txBody>
                    <a:bodyPr/>
                    <a:lstStyle/>
                    <a:p>
                      <a:r>
                        <a:rPr lang="en-US" sz="1400" b="1" dirty="0"/>
                        <a:t>SGA Adv</a:t>
                      </a:r>
                    </a:p>
                  </a:txBody>
                  <a:tcPr/>
                </a:tc>
                <a:tc>
                  <a:txBody>
                    <a:bodyPr/>
                    <a:lstStyle/>
                    <a:p>
                      <a:r>
                        <a:rPr lang="en-IN" sz="1400" b="1" dirty="0"/>
                        <a:t>0.490</a:t>
                      </a:r>
                    </a:p>
                  </a:txBody>
                  <a:tcPr/>
                </a:tc>
                <a:tc>
                  <a:txBody>
                    <a:bodyPr/>
                    <a:lstStyle/>
                    <a:p>
                      <a:r>
                        <a:rPr lang="en-IN" sz="1400" b="0" dirty="0"/>
                        <a:t>0.487</a:t>
                      </a:r>
                    </a:p>
                  </a:txBody>
                  <a:tcPr/>
                </a:tc>
                <a:tc>
                  <a:txBody>
                    <a:bodyPr/>
                    <a:lstStyle/>
                    <a:p>
                      <a:r>
                        <a:rPr lang="en-IN" sz="1400" b="1" dirty="0"/>
                        <a:t>0.525</a:t>
                      </a:r>
                    </a:p>
                  </a:txBody>
                  <a:tcPr/>
                </a:tc>
                <a:tc>
                  <a:txBody>
                    <a:bodyPr/>
                    <a:lstStyle/>
                    <a:p>
                      <a:r>
                        <a:rPr lang="en-IN" sz="1400" b="0" dirty="0"/>
                        <a:t>0.514</a:t>
                      </a:r>
                    </a:p>
                  </a:txBody>
                  <a:tcPr/>
                </a:tc>
                <a:tc>
                  <a:txBody>
                    <a:bodyPr/>
                    <a:lstStyle/>
                    <a:p>
                      <a:r>
                        <a:rPr lang="en-IN" sz="1400" b="0" dirty="0"/>
                        <a:t>0.501</a:t>
                      </a:r>
                    </a:p>
                  </a:txBody>
                  <a:tcPr/>
                </a:tc>
                <a:tc>
                  <a:txBody>
                    <a:bodyPr/>
                    <a:lstStyle/>
                    <a:p>
                      <a:r>
                        <a:rPr lang="en-IN" sz="1400" b="0" dirty="0"/>
                        <a:t>0.486</a:t>
                      </a:r>
                    </a:p>
                  </a:txBody>
                  <a:tcPr/>
                </a:tc>
                <a:tc>
                  <a:txBody>
                    <a:bodyPr/>
                    <a:lstStyle/>
                    <a:p>
                      <a:endParaRPr lang="en-IN" sz="1400" b="0" dirty="0"/>
                    </a:p>
                  </a:txBody>
                  <a:tcPr/>
                </a:tc>
                <a:extLst>
                  <a:ext uri="{0D108BD9-81ED-4DB2-BD59-A6C34878D82A}">
                    <a16:rowId xmlns:a16="http://schemas.microsoft.com/office/drawing/2014/main" val="2184519470"/>
                  </a:ext>
                </a:extLst>
              </a:tr>
              <a:tr h="370840">
                <a:tc>
                  <a:txBody>
                    <a:bodyPr/>
                    <a:lstStyle/>
                    <a:p>
                      <a:r>
                        <a:rPr lang="en-US" sz="1400" b="1" dirty="0"/>
                        <a:t>D&amp;A Adv</a:t>
                      </a:r>
                      <a:endParaRPr lang="en-IN" sz="1400" b="1" dirty="0"/>
                    </a:p>
                  </a:txBody>
                  <a:tcPr/>
                </a:tc>
                <a:tc>
                  <a:txBody>
                    <a:bodyPr/>
                    <a:lstStyle/>
                    <a:p>
                      <a:r>
                        <a:rPr lang="en-IN" sz="1400" b="0" dirty="0"/>
                        <a:t>0.903</a:t>
                      </a:r>
                    </a:p>
                  </a:txBody>
                  <a:tcPr/>
                </a:tc>
                <a:tc>
                  <a:txBody>
                    <a:bodyPr/>
                    <a:lstStyle/>
                    <a:p>
                      <a:r>
                        <a:rPr lang="en-IN" sz="1400" b="0" dirty="0"/>
                        <a:t>0.911</a:t>
                      </a:r>
                    </a:p>
                  </a:txBody>
                  <a:tcPr/>
                </a:tc>
                <a:tc>
                  <a:txBody>
                    <a:bodyPr/>
                    <a:lstStyle/>
                    <a:p>
                      <a:r>
                        <a:rPr lang="en-IN" sz="1400" b="1" dirty="0"/>
                        <a:t>0.913</a:t>
                      </a:r>
                    </a:p>
                  </a:txBody>
                  <a:tcPr/>
                </a:tc>
                <a:tc>
                  <a:txBody>
                    <a:bodyPr/>
                    <a:lstStyle/>
                    <a:p>
                      <a:r>
                        <a:rPr lang="en-IN" sz="1400" b="0" dirty="0"/>
                        <a:t>0.909</a:t>
                      </a:r>
                    </a:p>
                  </a:txBody>
                  <a:tcPr/>
                </a:tc>
                <a:tc>
                  <a:txBody>
                    <a:bodyPr/>
                    <a:lstStyle/>
                    <a:p>
                      <a:r>
                        <a:rPr lang="en-IN" sz="1400" b="1" dirty="0"/>
                        <a:t>0.902</a:t>
                      </a:r>
                    </a:p>
                  </a:txBody>
                  <a:tcPr/>
                </a:tc>
                <a:tc>
                  <a:txBody>
                    <a:bodyPr/>
                    <a:lstStyle/>
                    <a:p>
                      <a:r>
                        <a:rPr lang="en-IN" sz="1400" b="0" dirty="0"/>
                        <a:t>0.892</a:t>
                      </a:r>
                    </a:p>
                  </a:txBody>
                  <a:tcPr/>
                </a:tc>
                <a:tc>
                  <a:txBody>
                    <a:bodyPr/>
                    <a:lstStyle/>
                    <a:p>
                      <a:endParaRPr lang="en-IN" sz="1400" b="0" dirty="0"/>
                    </a:p>
                  </a:txBody>
                  <a:tcPr/>
                </a:tc>
                <a:extLst>
                  <a:ext uri="{0D108BD9-81ED-4DB2-BD59-A6C34878D82A}">
                    <a16:rowId xmlns:a16="http://schemas.microsoft.com/office/drawing/2014/main" val="3536977194"/>
                  </a:ext>
                </a:extLst>
              </a:tr>
              <a:tr h="370840">
                <a:tc>
                  <a:txBody>
                    <a:bodyPr/>
                    <a:lstStyle/>
                    <a:p>
                      <a:r>
                        <a:rPr lang="en-US" sz="1400" b="1" dirty="0"/>
                        <a:t>Tax retention rate</a:t>
                      </a:r>
                      <a:endParaRPr lang="en-IN" sz="1400" b="1" dirty="0"/>
                    </a:p>
                  </a:txBody>
                  <a:tcPr/>
                </a:tc>
                <a:tc>
                  <a:txBody>
                    <a:bodyPr/>
                    <a:lstStyle/>
                    <a:p>
                      <a:r>
                        <a:rPr lang="en-IN" sz="1400" b="0" dirty="0"/>
                        <a:t>0.740</a:t>
                      </a:r>
                    </a:p>
                  </a:txBody>
                  <a:tcPr/>
                </a:tc>
                <a:tc>
                  <a:txBody>
                    <a:bodyPr/>
                    <a:lstStyle/>
                    <a:p>
                      <a:r>
                        <a:rPr lang="en-IN" sz="1400" b="1" dirty="0"/>
                        <a:t>0.738</a:t>
                      </a:r>
                    </a:p>
                  </a:txBody>
                  <a:tcPr/>
                </a:tc>
                <a:tc>
                  <a:txBody>
                    <a:bodyPr/>
                    <a:lstStyle/>
                    <a:p>
                      <a:r>
                        <a:rPr lang="en-IN" sz="1400" b="1" dirty="0"/>
                        <a:t>0.760</a:t>
                      </a:r>
                    </a:p>
                  </a:txBody>
                  <a:tcPr/>
                </a:tc>
                <a:tc>
                  <a:txBody>
                    <a:bodyPr/>
                    <a:lstStyle/>
                    <a:p>
                      <a:r>
                        <a:rPr lang="en-IN" sz="1400" b="0" dirty="0"/>
                        <a:t>0.748</a:t>
                      </a:r>
                    </a:p>
                  </a:txBody>
                  <a:tcPr/>
                </a:tc>
                <a:tc>
                  <a:txBody>
                    <a:bodyPr/>
                    <a:lstStyle/>
                    <a:p>
                      <a:r>
                        <a:rPr lang="en-IN" sz="1400" b="0" dirty="0"/>
                        <a:t>0.754</a:t>
                      </a:r>
                    </a:p>
                  </a:txBody>
                  <a:tcPr/>
                </a:tc>
                <a:tc>
                  <a:txBody>
                    <a:bodyPr/>
                    <a:lstStyle/>
                    <a:p>
                      <a:r>
                        <a:rPr lang="en-IN" sz="1400" b="0" dirty="0"/>
                        <a:t>0.737</a:t>
                      </a:r>
                    </a:p>
                  </a:txBody>
                  <a:tcPr/>
                </a:tc>
                <a:tc>
                  <a:txBody>
                    <a:bodyPr/>
                    <a:lstStyle/>
                    <a:p>
                      <a:endParaRPr lang="en-IN" sz="1400" b="0" dirty="0"/>
                    </a:p>
                  </a:txBody>
                  <a:tcPr/>
                </a:tc>
                <a:extLst>
                  <a:ext uri="{0D108BD9-81ED-4DB2-BD59-A6C34878D82A}">
                    <a16:rowId xmlns:a16="http://schemas.microsoft.com/office/drawing/2014/main" val="330942535"/>
                  </a:ext>
                </a:extLst>
              </a:tr>
              <a:tr h="670659">
                <a:tc>
                  <a:txBody>
                    <a:bodyPr/>
                    <a:lstStyle/>
                    <a:p>
                      <a:r>
                        <a:rPr lang="en-US" sz="1400" b="1" dirty="0"/>
                        <a:t>IC Turn </a:t>
                      </a:r>
                      <a:endParaRPr lang="en-IN" sz="1400" b="1" dirty="0"/>
                    </a:p>
                  </a:txBody>
                  <a:tcPr/>
                </a:tc>
                <a:tc>
                  <a:txBody>
                    <a:bodyPr/>
                    <a:lstStyle/>
                    <a:p>
                      <a:r>
                        <a:rPr lang="en-IN" sz="1400" b="1" dirty="0"/>
                        <a:t>1.256</a:t>
                      </a:r>
                    </a:p>
                  </a:txBody>
                  <a:tcPr/>
                </a:tc>
                <a:tc>
                  <a:txBody>
                    <a:bodyPr/>
                    <a:lstStyle/>
                    <a:p>
                      <a:r>
                        <a:rPr lang="en-IN" sz="1400" b="0" dirty="0"/>
                        <a:t>1.186</a:t>
                      </a:r>
                    </a:p>
                  </a:txBody>
                  <a:tcPr/>
                </a:tc>
                <a:tc>
                  <a:txBody>
                    <a:bodyPr/>
                    <a:lstStyle/>
                    <a:p>
                      <a:r>
                        <a:rPr lang="en-IN" sz="1400" b="0" dirty="0"/>
                        <a:t>1.179</a:t>
                      </a:r>
                    </a:p>
                  </a:txBody>
                  <a:tcPr/>
                </a:tc>
                <a:tc>
                  <a:txBody>
                    <a:bodyPr/>
                    <a:lstStyle/>
                    <a:p>
                      <a:r>
                        <a:rPr lang="en-IN" sz="1400" b="0" dirty="0"/>
                        <a:t>1.050</a:t>
                      </a:r>
                    </a:p>
                  </a:txBody>
                  <a:tcPr/>
                </a:tc>
                <a:tc>
                  <a:txBody>
                    <a:bodyPr/>
                    <a:lstStyle/>
                    <a:p>
                      <a:r>
                        <a:rPr lang="en-IN" sz="1400" b="1" dirty="0"/>
                        <a:t>0.971</a:t>
                      </a:r>
                    </a:p>
                  </a:txBody>
                  <a:tcPr/>
                </a:tc>
                <a:tc>
                  <a:txBody>
                    <a:bodyPr/>
                    <a:lstStyle/>
                    <a:p>
                      <a:r>
                        <a:rPr lang="en-IN" sz="1400" b="0" dirty="0"/>
                        <a:t>4.758</a:t>
                      </a:r>
                    </a:p>
                  </a:txBody>
                  <a:tcPr/>
                </a:tc>
                <a:tc>
                  <a:txBody>
                    <a:bodyPr/>
                    <a:lstStyle/>
                    <a:p>
                      <a:endParaRPr lang="en-IN" sz="1400" b="0" dirty="0"/>
                    </a:p>
                  </a:txBody>
                  <a:tcPr/>
                </a:tc>
                <a:extLst>
                  <a:ext uri="{0D108BD9-81ED-4DB2-BD59-A6C34878D82A}">
                    <a16:rowId xmlns:a16="http://schemas.microsoft.com/office/drawing/2014/main" val="3214060203"/>
                  </a:ext>
                </a:extLst>
              </a:tr>
              <a:tr h="370840">
                <a:tc>
                  <a:txBody>
                    <a:bodyPr/>
                    <a:lstStyle/>
                    <a:p>
                      <a:endParaRPr lang="en-IN" sz="1400" b="1" dirty="0"/>
                    </a:p>
                  </a:txBody>
                  <a:tcPr/>
                </a:tc>
                <a:tc>
                  <a:txBody>
                    <a:bodyPr/>
                    <a:lstStyle/>
                    <a:p>
                      <a:endParaRPr lang="en-IN" sz="1400" b="0" dirty="0"/>
                    </a:p>
                  </a:txBody>
                  <a:tcPr/>
                </a:tc>
                <a:tc>
                  <a:txBody>
                    <a:bodyPr/>
                    <a:lstStyle/>
                    <a:p>
                      <a:endParaRPr lang="en-IN" sz="1400" b="0" dirty="0"/>
                    </a:p>
                  </a:txBody>
                  <a:tcPr/>
                </a:tc>
                <a:tc>
                  <a:txBody>
                    <a:bodyPr/>
                    <a:lstStyle/>
                    <a:p>
                      <a:endParaRPr lang="en-IN" sz="1400" b="0" dirty="0"/>
                    </a:p>
                  </a:txBody>
                  <a:tcPr/>
                </a:tc>
                <a:tc>
                  <a:txBody>
                    <a:bodyPr/>
                    <a:lstStyle/>
                    <a:p>
                      <a:endParaRPr lang="en-IN" sz="1400" b="0" dirty="0"/>
                    </a:p>
                  </a:txBody>
                  <a:tcPr/>
                </a:tc>
                <a:tc>
                  <a:txBody>
                    <a:bodyPr/>
                    <a:lstStyle/>
                    <a:p>
                      <a:endParaRPr lang="en-IN" sz="1400" b="0" dirty="0"/>
                    </a:p>
                  </a:txBody>
                  <a:tcPr/>
                </a:tc>
                <a:tc>
                  <a:txBody>
                    <a:bodyPr/>
                    <a:lstStyle/>
                    <a:p>
                      <a:endParaRPr lang="en-US" sz="1400" b="0" dirty="0"/>
                    </a:p>
                  </a:txBody>
                  <a:tcPr/>
                </a:tc>
                <a:tc>
                  <a:txBody>
                    <a:bodyPr/>
                    <a:lstStyle/>
                    <a:p>
                      <a:endParaRPr lang="en-US" sz="1400" b="0" dirty="0"/>
                    </a:p>
                  </a:txBody>
                  <a:tcPr/>
                </a:tc>
                <a:extLst>
                  <a:ext uri="{0D108BD9-81ED-4DB2-BD59-A6C34878D82A}">
                    <a16:rowId xmlns:a16="http://schemas.microsoft.com/office/drawing/2014/main" val="161115645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mn-lt"/>
                          <a:ea typeface="+mn-ea"/>
                          <a:cs typeface="+mn-cs"/>
                        </a:rPr>
                        <a:t>Dupont ROC %</a:t>
                      </a:r>
                      <a:endParaRPr kumimoji="0" lang="en-IN" sz="1400" b="1" i="0" u="none" strike="noStrike" kern="1200" cap="none" spc="0" normalizeH="0" baseline="0" noProof="0" dirty="0">
                        <a:ln>
                          <a:noFill/>
                        </a:ln>
                        <a:solidFill>
                          <a:prstClr val="black"/>
                        </a:solidFill>
                        <a:effectLst/>
                        <a:uLnTx/>
                        <a:uFillTx/>
                        <a:latin typeface="+mn-lt"/>
                        <a:ea typeface="+mn-ea"/>
                        <a:cs typeface="+mn-cs"/>
                      </a:endParaRPr>
                    </a:p>
                    <a:p>
                      <a:endParaRPr lang="en-IN" sz="1400" b="1" dirty="0"/>
                    </a:p>
                  </a:txBody>
                  <a:tcPr/>
                </a:tc>
                <a:tc>
                  <a:txBody>
                    <a:bodyPr/>
                    <a:lstStyle/>
                    <a:p>
                      <a:r>
                        <a:rPr lang="en-IN" sz="1400" b="0" dirty="0"/>
                        <a:t>18.91</a:t>
                      </a:r>
                    </a:p>
                  </a:txBody>
                  <a:tcPr/>
                </a:tc>
                <a:tc>
                  <a:txBody>
                    <a:bodyPr/>
                    <a:lstStyle/>
                    <a:p>
                      <a:r>
                        <a:rPr lang="en-IN" sz="1400" b="0" dirty="0"/>
                        <a:t>17.96</a:t>
                      </a:r>
                    </a:p>
                  </a:txBody>
                  <a:tcPr/>
                </a:tc>
                <a:tc>
                  <a:txBody>
                    <a:bodyPr/>
                    <a:lstStyle/>
                    <a:p>
                      <a:r>
                        <a:rPr lang="en-IN" sz="1400" b="1" dirty="0"/>
                        <a:t>18.02</a:t>
                      </a:r>
                    </a:p>
                  </a:txBody>
                  <a:tcPr/>
                </a:tc>
                <a:tc>
                  <a:txBody>
                    <a:bodyPr/>
                    <a:lstStyle/>
                    <a:p>
                      <a:r>
                        <a:rPr lang="en-IN" sz="1400" b="0" dirty="0"/>
                        <a:t>16.56</a:t>
                      </a:r>
                    </a:p>
                  </a:txBody>
                  <a:tcPr/>
                </a:tc>
                <a:tc>
                  <a:txBody>
                    <a:bodyPr/>
                    <a:lstStyle/>
                    <a:p>
                      <a:r>
                        <a:rPr lang="en-IN" sz="1400" b="1" dirty="0"/>
                        <a:t>15.58</a:t>
                      </a:r>
                    </a:p>
                  </a:txBody>
                  <a:tcPr/>
                </a:tc>
                <a:tc>
                  <a:txBody>
                    <a:bodyPr/>
                    <a:lstStyle/>
                    <a:p>
                      <a:r>
                        <a:rPr lang="en-IN" sz="1400" b="0" dirty="0"/>
                        <a:t>74.23</a:t>
                      </a:r>
                    </a:p>
                  </a:txBody>
                  <a:tcPr/>
                </a:tc>
                <a:tc>
                  <a:txBody>
                    <a:bodyPr/>
                    <a:lstStyle/>
                    <a:p>
                      <a:r>
                        <a:rPr lang="en-IN" sz="1400" b="1" dirty="0"/>
                        <a:t>17.41%</a:t>
                      </a:r>
                    </a:p>
                  </a:txBody>
                  <a:tcPr/>
                </a:tc>
                <a:extLst>
                  <a:ext uri="{0D108BD9-81ED-4DB2-BD59-A6C34878D82A}">
                    <a16:rowId xmlns:a16="http://schemas.microsoft.com/office/drawing/2014/main" val="2792041228"/>
                  </a:ext>
                </a:extLst>
              </a:tr>
            </a:tbl>
          </a:graphicData>
        </a:graphic>
      </p:graphicFrame>
    </p:spTree>
    <p:extLst>
      <p:ext uri="{BB962C8B-B14F-4D97-AF65-F5344CB8AC3E}">
        <p14:creationId xmlns:p14="http://schemas.microsoft.com/office/powerpoint/2010/main" val="33220614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5FEAD-634A-4922-86CC-D7F24D82D944}"/>
              </a:ext>
            </a:extLst>
          </p:cNvPr>
          <p:cNvSpPr>
            <a:spLocks noGrp="1"/>
          </p:cNvSpPr>
          <p:nvPr>
            <p:ph type="title"/>
          </p:nvPr>
        </p:nvSpPr>
        <p:spPr>
          <a:xfrm>
            <a:off x="838200" y="-285803"/>
            <a:ext cx="10515600" cy="1325563"/>
          </a:xfrm>
        </p:spPr>
        <p:txBody>
          <a:bodyPr/>
          <a:lstStyle/>
          <a:p>
            <a:pPr algn="ctr"/>
            <a:r>
              <a:rPr lang="en-US" b="1" dirty="0"/>
              <a:t>Common Size Income Statement Analysis</a:t>
            </a:r>
            <a:endParaRPr lang="en-IN" b="1" dirty="0"/>
          </a:p>
        </p:txBody>
      </p:sp>
      <p:sp>
        <p:nvSpPr>
          <p:cNvPr id="3" name="Content Placeholder 2">
            <a:extLst>
              <a:ext uri="{FF2B5EF4-FFF2-40B4-BE49-F238E27FC236}">
                <a16:creationId xmlns:a16="http://schemas.microsoft.com/office/drawing/2014/main" id="{4B9C7FC8-2AAF-4293-8C2F-8F449C0325BC}"/>
              </a:ext>
            </a:extLst>
          </p:cNvPr>
          <p:cNvSpPr>
            <a:spLocks noGrp="1"/>
          </p:cNvSpPr>
          <p:nvPr>
            <p:ph idx="1"/>
          </p:nvPr>
        </p:nvSpPr>
        <p:spPr/>
        <p:txBody>
          <a:bodyPr/>
          <a:lstStyle/>
          <a:p>
            <a:r>
              <a:rPr kumimoji="0" lang="en-US" sz="4000" b="0" i="0" u="none" strike="noStrike" kern="1200" cap="none" spc="0" normalizeH="0" baseline="0" noProof="0" dirty="0">
                <a:ln>
                  <a:noFill/>
                </a:ln>
                <a:solidFill>
                  <a:prstClr val="black"/>
                </a:solidFill>
                <a:effectLst/>
                <a:uLnTx/>
                <a:uFillTx/>
                <a:latin typeface="Calibri Light" panose="020F0302020204030204"/>
                <a:ea typeface="+mj-ea"/>
                <a:cs typeface="+mj-cs"/>
              </a:rPr>
              <a:t>Expense line items as a % of Net </a:t>
            </a:r>
            <a:r>
              <a:rPr kumimoji="0" lang="en-US" sz="4000" b="0" i="0" u="none" strike="noStrike" kern="1200" cap="none" spc="0" normalizeH="0" baseline="0" noProof="0" dirty="0" err="1">
                <a:ln>
                  <a:noFill/>
                </a:ln>
                <a:solidFill>
                  <a:prstClr val="black"/>
                </a:solidFill>
                <a:effectLst/>
                <a:uLnTx/>
                <a:uFillTx/>
                <a:latin typeface="Calibri Light" panose="020F0302020204030204"/>
                <a:ea typeface="+mj-ea"/>
                <a:cs typeface="+mj-cs"/>
              </a:rPr>
              <a:t>Op.Rev</a:t>
            </a:r>
            <a:endParaRPr lang="en-IN" dirty="0"/>
          </a:p>
        </p:txBody>
      </p:sp>
    </p:spTree>
    <p:extLst>
      <p:ext uri="{BB962C8B-B14F-4D97-AF65-F5344CB8AC3E}">
        <p14:creationId xmlns:p14="http://schemas.microsoft.com/office/powerpoint/2010/main" val="25630038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1385A646-5B10-57F4-44A0-C66F8AE5DA02}"/>
              </a:ext>
            </a:extLst>
          </p:cNvPr>
          <p:cNvGraphicFramePr>
            <a:graphicFrameLocks noChangeAspect="1"/>
          </p:cNvGraphicFramePr>
          <p:nvPr>
            <p:custDataLst>
              <p:tags r:id="rId1"/>
            </p:custDataLst>
            <p:extLst>
              <p:ext uri="{D42A27DB-BD31-4B8C-83A1-F6EECF244321}">
                <p14:modId xmlns:p14="http://schemas.microsoft.com/office/powerpoint/2010/main" val="11407419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27" imgH="328" progId="TCLayout.ActiveDocument.1">
                  <p:embed/>
                </p:oleObj>
              </mc:Choice>
              <mc:Fallback>
                <p:oleObj name="think-cell Slide" r:id="rId3" imgW="327" imgH="328" progId="TCLayout.ActiveDocument.1">
                  <p:embed/>
                  <p:pic>
                    <p:nvPicPr>
                      <p:cNvPr id="7" name="think-cell data - do not delete" hidden="1">
                        <a:extLst>
                          <a:ext uri="{FF2B5EF4-FFF2-40B4-BE49-F238E27FC236}">
                            <a16:creationId xmlns:a16="http://schemas.microsoft.com/office/drawing/2014/main" id="{1385A646-5B10-57F4-44A0-C66F8AE5DA0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2EC0138-048B-41F6-BA72-5FF0AD7A1527}"/>
              </a:ext>
            </a:extLst>
          </p:cNvPr>
          <p:cNvSpPr>
            <a:spLocks noGrp="1"/>
          </p:cNvSpPr>
          <p:nvPr>
            <p:ph type="title"/>
          </p:nvPr>
        </p:nvSpPr>
        <p:spPr>
          <a:xfrm>
            <a:off x="668108" y="214314"/>
            <a:ext cx="10515600" cy="607218"/>
          </a:xfrm>
        </p:spPr>
        <p:txBody>
          <a:bodyPr vert="horz">
            <a:normAutofit fontScale="90000"/>
          </a:bodyPr>
          <a:lstStyle/>
          <a:p>
            <a:pPr algn="ctr"/>
            <a:r>
              <a:rPr lang="en-US" sz="4000" dirty="0"/>
              <a:t>Common Size IS –</a:t>
            </a:r>
            <a:r>
              <a:rPr lang="en-US" sz="4000" b="1" dirty="0"/>
              <a:t>HUL</a:t>
            </a:r>
            <a:r>
              <a:rPr lang="en-US" sz="4000" dirty="0"/>
              <a:t>– Last 5 </a:t>
            </a:r>
            <a:r>
              <a:rPr lang="en-US" sz="4000" dirty="0" err="1"/>
              <a:t>Fys</a:t>
            </a:r>
            <a:endParaRPr lang="en-IN" sz="4000" dirty="0"/>
          </a:p>
        </p:txBody>
      </p:sp>
      <p:sp>
        <p:nvSpPr>
          <p:cNvPr id="3" name="Content Placeholder 2">
            <a:extLst>
              <a:ext uri="{FF2B5EF4-FFF2-40B4-BE49-F238E27FC236}">
                <a16:creationId xmlns:a16="http://schemas.microsoft.com/office/drawing/2014/main" id="{92ECD0F6-822F-4CDC-8EC5-9AB2B4463348}"/>
              </a:ext>
            </a:extLst>
          </p:cNvPr>
          <p:cNvSpPr>
            <a:spLocks noGrp="1"/>
          </p:cNvSpPr>
          <p:nvPr>
            <p:ph idx="1"/>
          </p:nvPr>
        </p:nvSpPr>
        <p:spPr/>
        <p:txBody>
          <a:bodyPr/>
          <a:lstStyle/>
          <a:p>
            <a:pPr marL="0" indent="0">
              <a:buNone/>
            </a:pPr>
            <a:endParaRPr lang="en-IN" dirty="0"/>
          </a:p>
        </p:txBody>
      </p:sp>
      <p:graphicFrame>
        <p:nvGraphicFramePr>
          <p:cNvPr id="4" name="Table 4">
            <a:extLst>
              <a:ext uri="{FF2B5EF4-FFF2-40B4-BE49-F238E27FC236}">
                <a16:creationId xmlns:a16="http://schemas.microsoft.com/office/drawing/2014/main" id="{300B0E6A-24FB-4803-86C1-597E43FD4B1A}"/>
              </a:ext>
            </a:extLst>
          </p:cNvPr>
          <p:cNvGraphicFramePr>
            <a:graphicFrameLocks/>
          </p:cNvGraphicFramePr>
          <p:nvPr>
            <p:extLst>
              <p:ext uri="{D42A27DB-BD31-4B8C-83A1-F6EECF244321}">
                <p14:modId xmlns:p14="http://schemas.microsoft.com/office/powerpoint/2010/main" val="3350497922"/>
              </p:ext>
            </p:extLst>
          </p:nvPr>
        </p:nvGraphicFramePr>
        <p:xfrm>
          <a:off x="393245" y="893213"/>
          <a:ext cx="10960555" cy="5283750"/>
        </p:xfrm>
        <a:graphic>
          <a:graphicData uri="http://schemas.openxmlformats.org/drawingml/2006/table">
            <a:tbl>
              <a:tblPr firstRow="1" bandRow="1">
                <a:tableStyleId>{5C22544A-7EE6-4342-B048-85BDC9FD1C3A}</a:tableStyleId>
              </a:tblPr>
              <a:tblGrid>
                <a:gridCol w="1681327">
                  <a:extLst>
                    <a:ext uri="{9D8B030D-6E8A-4147-A177-3AD203B41FA5}">
                      <a16:colId xmlns:a16="http://schemas.microsoft.com/office/drawing/2014/main" val="3403792412"/>
                    </a:ext>
                  </a:extLst>
                </a:gridCol>
                <a:gridCol w="1325604">
                  <a:extLst>
                    <a:ext uri="{9D8B030D-6E8A-4147-A177-3AD203B41FA5}">
                      <a16:colId xmlns:a16="http://schemas.microsoft.com/office/drawing/2014/main" val="1323928238"/>
                    </a:ext>
                  </a:extLst>
                </a:gridCol>
                <a:gridCol w="1325604">
                  <a:extLst>
                    <a:ext uri="{9D8B030D-6E8A-4147-A177-3AD203B41FA5}">
                      <a16:colId xmlns:a16="http://schemas.microsoft.com/office/drawing/2014/main" val="2929787704"/>
                    </a:ext>
                  </a:extLst>
                </a:gridCol>
                <a:gridCol w="1325604">
                  <a:extLst>
                    <a:ext uri="{9D8B030D-6E8A-4147-A177-3AD203B41FA5}">
                      <a16:colId xmlns:a16="http://schemas.microsoft.com/office/drawing/2014/main" val="2884300378"/>
                    </a:ext>
                  </a:extLst>
                </a:gridCol>
                <a:gridCol w="1325604">
                  <a:extLst>
                    <a:ext uri="{9D8B030D-6E8A-4147-A177-3AD203B41FA5}">
                      <a16:colId xmlns:a16="http://schemas.microsoft.com/office/drawing/2014/main" val="783594773"/>
                    </a:ext>
                  </a:extLst>
                </a:gridCol>
                <a:gridCol w="1325604">
                  <a:extLst>
                    <a:ext uri="{9D8B030D-6E8A-4147-A177-3AD203B41FA5}">
                      <a16:colId xmlns:a16="http://schemas.microsoft.com/office/drawing/2014/main" val="3333496656"/>
                    </a:ext>
                  </a:extLst>
                </a:gridCol>
                <a:gridCol w="1325604">
                  <a:extLst>
                    <a:ext uri="{9D8B030D-6E8A-4147-A177-3AD203B41FA5}">
                      <a16:colId xmlns:a16="http://schemas.microsoft.com/office/drawing/2014/main" val="3215895753"/>
                    </a:ext>
                  </a:extLst>
                </a:gridCol>
                <a:gridCol w="1325604">
                  <a:extLst>
                    <a:ext uri="{9D8B030D-6E8A-4147-A177-3AD203B41FA5}">
                      <a16:colId xmlns:a16="http://schemas.microsoft.com/office/drawing/2014/main" val="1139031586"/>
                    </a:ext>
                  </a:extLst>
                </a:gridCol>
              </a:tblGrid>
              <a:tr h="530432">
                <a:tc>
                  <a:txBody>
                    <a:bodyPr/>
                    <a:lstStyle/>
                    <a:p>
                      <a:r>
                        <a:rPr lang="en-US" sz="1600" b="1" dirty="0"/>
                        <a:t>Particulars</a:t>
                      </a:r>
                      <a:endParaRPr lang="en-IN" sz="1600" b="1" dirty="0"/>
                    </a:p>
                  </a:txBody>
                  <a:tcPr/>
                </a:tc>
                <a:tc>
                  <a:txBody>
                    <a:bodyPr/>
                    <a:lstStyle/>
                    <a:p>
                      <a:r>
                        <a:rPr lang="en-IN" sz="1600" dirty="0"/>
                        <a:t>March 2025</a:t>
                      </a:r>
                    </a:p>
                  </a:txBody>
                  <a:tcPr/>
                </a:tc>
                <a:tc>
                  <a:txBody>
                    <a:bodyPr/>
                    <a:lstStyle/>
                    <a:p>
                      <a:r>
                        <a:rPr lang="en-IN" sz="1600" dirty="0"/>
                        <a:t>2024</a:t>
                      </a:r>
                    </a:p>
                  </a:txBody>
                  <a:tcPr/>
                </a:tc>
                <a:tc>
                  <a:txBody>
                    <a:bodyPr/>
                    <a:lstStyle/>
                    <a:p>
                      <a:r>
                        <a:rPr lang="en-US" sz="1600" dirty="0"/>
                        <a:t> 2023</a:t>
                      </a:r>
                      <a:endParaRPr lang="en-IN" sz="1600" dirty="0"/>
                    </a:p>
                  </a:txBody>
                  <a:tcPr/>
                </a:tc>
                <a:tc>
                  <a:txBody>
                    <a:bodyPr/>
                    <a:lstStyle/>
                    <a:p>
                      <a:r>
                        <a:rPr lang="en-US" sz="1600" dirty="0"/>
                        <a:t>2022</a:t>
                      </a:r>
                      <a:endParaRPr lang="en-IN" sz="1600" dirty="0"/>
                    </a:p>
                  </a:txBody>
                  <a:tcPr/>
                </a:tc>
                <a:tc>
                  <a:txBody>
                    <a:bodyPr/>
                    <a:lstStyle/>
                    <a:p>
                      <a:r>
                        <a:rPr lang="en-US" sz="1600" dirty="0"/>
                        <a:t>2021</a:t>
                      </a:r>
                      <a:endParaRPr lang="en-IN" sz="1600" dirty="0"/>
                    </a:p>
                  </a:txBody>
                  <a:tcPr/>
                </a:tc>
                <a:tc>
                  <a:txBody>
                    <a:bodyPr/>
                    <a:lstStyle/>
                    <a:p>
                      <a:r>
                        <a:rPr lang="en-US" sz="1600" dirty="0"/>
                        <a:t>2020</a:t>
                      </a:r>
                      <a:endParaRPr lang="en-IN" sz="1600" dirty="0"/>
                    </a:p>
                  </a:txBody>
                  <a:tcPr/>
                </a:tc>
                <a:tc>
                  <a:txBody>
                    <a:bodyPr/>
                    <a:lstStyle/>
                    <a:p>
                      <a:r>
                        <a:rPr lang="en-IN" sz="1600" dirty="0"/>
                        <a:t>5 yr Average </a:t>
                      </a:r>
                    </a:p>
                  </a:txBody>
                  <a:tcPr/>
                </a:tc>
                <a:extLst>
                  <a:ext uri="{0D108BD9-81ED-4DB2-BD59-A6C34878D82A}">
                    <a16:rowId xmlns:a16="http://schemas.microsoft.com/office/drawing/2014/main" val="2036340585"/>
                  </a:ext>
                </a:extLst>
              </a:tr>
              <a:tr h="530432">
                <a:tc>
                  <a:txBody>
                    <a:bodyPr/>
                    <a:lstStyle/>
                    <a:p>
                      <a:r>
                        <a:rPr lang="en-US" sz="1600" b="1" dirty="0"/>
                        <a:t>Net </a:t>
                      </a:r>
                      <a:r>
                        <a:rPr lang="en-US" sz="1600" b="1" dirty="0" err="1"/>
                        <a:t>Op.Rev</a:t>
                      </a:r>
                      <a:r>
                        <a:rPr lang="en-US" sz="1600" b="1" dirty="0"/>
                        <a:t> = 100%</a:t>
                      </a:r>
                    </a:p>
                  </a:txBody>
                  <a:tcPr/>
                </a:tc>
                <a:tc>
                  <a:txBody>
                    <a:bodyPr/>
                    <a:lstStyle/>
                    <a:p>
                      <a:r>
                        <a:rPr lang="en-IN" sz="1600" b="0" dirty="0"/>
                        <a:t>62288</a:t>
                      </a:r>
                    </a:p>
                  </a:txBody>
                  <a:tcPr/>
                </a:tc>
                <a:tc>
                  <a:txBody>
                    <a:bodyPr/>
                    <a:lstStyle/>
                    <a:p>
                      <a:r>
                        <a:rPr lang="en-IN" sz="1600" b="0" dirty="0"/>
                        <a:t>60966</a:t>
                      </a:r>
                    </a:p>
                  </a:txBody>
                  <a:tcPr/>
                </a:tc>
                <a:tc>
                  <a:txBody>
                    <a:bodyPr/>
                    <a:lstStyle/>
                    <a:p>
                      <a:r>
                        <a:rPr lang="en-IN" sz="1600" b="0" dirty="0"/>
                        <a:t>59549</a:t>
                      </a:r>
                    </a:p>
                  </a:txBody>
                  <a:tcPr/>
                </a:tc>
                <a:tc>
                  <a:txBody>
                    <a:bodyPr/>
                    <a:lstStyle/>
                    <a:p>
                      <a:r>
                        <a:rPr lang="en-IN" sz="1600" b="0" dirty="0"/>
                        <a:t>51548</a:t>
                      </a:r>
                    </a:p>
                  </a:txBody>
                  <a:tcPr/>
                </a:tc>
                <a:tc>
                  <a:txBody>
                    <a:bodyPr/>
                    <a:lstStyle/>
                    <a:p>
                      <a:r>
                        <a:rPr lang="en-IN" sz="1600" b="0" dirty="0"/>
                        <a:t>46321</a:t>
                      </a:r>
                    </a:p>
                  </a:txBody>
                  <a:tcPr/>
                </a:tc>
                <a:tc>
                  <a:txBody>
                    <a:bodyPr/>
                    <a:lstStyle/>
                    <a:p>
                      <a:r>
                        <a:rPr lang="en-IN" sz="1600" b="0"/>
                        <a:t>39238</a:t>
                      </a:r>
                      <a:endParaRPr lang="en-IN" sz="1600" b="0" dirty="0"/>
                    </a:p>
                  </a:txBody>
                  <a:tcPr/>
                </a:tc>
                <a:tc>
                  <a:txBody>
                    <a:bodyPr/>
                    <a:lstStyle/>
                    <a:p>
                      <a:endParaRPr lang="en-IN" sz="1600" b="0" dirty="0"/>
                    </a:p>
                  </a:txBody>
                  <a:tcPr/>
                </a:tc>
                <a:extLst>
                  <a:ext uri="{0D108BD9-81ED-4DB2-BD59-A6C34878D82A}">
                    <a16:rowId xmlns:a16="http://schemas.microsoft.com/office/drawing/2014/main" val="2876592805"/>
                  </a:ext>
                </a:extLst>
              </a:tr>
              <a:tr h="530432">
                <a:tc>
                  <a:txBody>
                    <a:bodyPr/>
                    <a:lstStyle/>
                    <a:p>
                      <a:r>
                        <a:rPr lang="en-US" sz="1600" b="1" dirty="0"/>
                        <a:t>Cost of material %</a:t>
                      </a:r>
                    </a:p>
                  </a:txBody>
                  <a:tcPr/>
                </a:tc>
                <a:tc>
                  <a:txBody>
                    <a:bodyPr/>
                    <a:lstStyle/>
                    <a:p>
                      <a:r>
                        <a:rPr lang="en-IN" sz="1600" b="1" dirty="0"/>
                        <a:t>31.24</a:t>
                      </a:r>
                    </a:p>
                  </a:txBody>
                  <a:tcPr/>
                </a:tc>
                <a:tc>
                  <a:txBody>
                    <a:bodyPr/>
                    <a:lstStyle/>
                    <a:p>
                      <a:r>
                        <a:rPr lang="en-IN" sz="1600" b="1" dirty="0"/>
                        <a:t>31.59</a:t>
                      </a:r>
                    </a:p>
                  </a:txBody>
                  <a:tcPr/>
                </a:tc>
                <a:tc>
                  <a:txBody>
                    <a:bodyPr/>
                    <a:lstStyle/>
                    <a:p>
                      <a:r>
                        <a:rPr lang="en-IN" sz="1600" b="1" dirty="0"/>
                        <a:t>33.94</a:t>
                      </a:r>
                    </a:p>
                  </a:txBody>
                  <a:tcPr/>
                </a:tc>
                <a:tc>
                  <a:txBody>
                    <a:bodyPr/>
                    <a:lstStyle/>
                    <a:p>
                      <a:r>
                        <a:rPr lang="en-IN" sz="1600" b="1" dirty="0"/>
                        <a:t>31.90</a:t>
                      </a:r>
                    </a:p>
                  </a:txBody>
                  <a:tcPr/>
                </a:tc>
                <a:tc>
                  <a:txBody>
                    <a:bodyPr/>
                    <a:lstStyle/>
                    <a:p>
                      <a:r>
                        <a:rPr lang="en-IN" sz="1600" b="1" dirty="0"/>
                        <a:t>33.32</a:t>
                      </a:r>
                    </a:p>
                  </a:txBody>
                  <a:tcPr/>
                </a:tc>
                <a:tc>
                  <a:txBody>
                    <a:bodyPr/>
                    <a:lstStyle/>
                    <a:p>
                      <a:r>
                        <a:rPr lang="en-IN" sz="1600" b="0" dirty="0"/>
                        <a:t>30.52</a:t>
                      </a:r>
                    </a:p>
                  </a:txBody>
                  <a:tcPr/>
                </a:tc>
                <a:tc>
                  <a:txBody>
                    <a:bodyPr/>
                    <a:lstStyle/>
                    <a:p>
                      <a:r>
                        <a:rPr lang="en-IN" sz="1600" b="0" dirty="0"/>
                        <a:t>32.25</a:t>
                      </a:r>
                    </a:p>
                  </a:txBody>
                  <a:tcPr/>
                </a:tc>
                <a:extLst>
                  <a:ext uri="{0D108BD9-81ED-4DB2-BD59-A6C34878D82A}">
                    <a16:rowId xmlns:a16="http://schemas.microsoft.com/office/drawing/2014/main" val="2184519470"/>
                  </a:ext>
                </a:extLst>
              </a:tr>
              <a:tr h="569515">
                <a:tc>
                  <a:txBody>
                    <a:bodyPr/>
                    <a:lstStyle/>
                    <a:p>
                      <a:r>
                        <a:rPr lang="en-IN" sz="1600" b="1" dirty="0"/>
                        <a:t>Purchase of stock in trade % </a:t>
                      </a:r>
                    </a:p>
                  </a:txBody>
                  <a:tcPr/>
                </a:tc>
                <a:tc>
                  <a:txBody>
                    <a:bodyPr/>
                    <a:lstStyle/>
                    <a:p>
                      <a:r>
                        <a:rPr lang="en-IN" sz="1600" b="1" dirty="0"/>
                        <a:t>18.10</a:t>
                      </a:r>
                    </a:p>
                  </a:txBody>
                  <a:tcPr/>
                </a:tc>
                <a:tc>
                  <a:txBody>
                    <a:bodyPr/>
                    <a:lstStyle/>
                    <a:p>
                      <a:r>
                        <a:rPr lang="en-IN" sz="1600" b="1" dirty="0"/>
                        <a:t>17.25</a:t>
                      </a:r>
                    </a:p>
                  </a:txBody>
                  <a:tcPr/>
                </a:tc>
                <a:tc>
                  <a:txBody>
                    <a:bodyPr/>
                    <a:lstStyle/>
                    <a:p>
                      <a:r>
                        <a:rPr lang="en-IN" sz="1600" b="1" dirty="0"/>
                        <a:t>19.44</a:t>
                      </a:r>
                    </a:p>
                  </a:txBody>
                  <a:tcPr/>
                </a:tc>
                <a:tc>
                  <a:txBody>
                    <a:bodyPr/>
                    <a:lstStyle/>
                    <a:p>
                      <a:r>
                        <a:rPr lang="en-IN" sz="1600" b="1" dirty="0"/>
                        <a:t>18.06</a:t>
                      </a:r>
                    </a:p>
                  </a:txBody>
                  <a:tcPr/>
                </a:tc>
                <a:tc>
                  <a:txBody>
                    <a:bodyPr/>
                    <a:lstStyle/>
                    <a:p>
                      <a:r>
                        <a:rPr lang="en-IN" sz="1600" b="1" dirty="0"/>
                        <a:t>15.37</a:t>
                      </a:r>
                    </a:p>
                  </a:txBody>
                  <a:tcPr/>
                </a:tc>
                <a:tc>
                  <a:txBody>
                    <a:bodyPr/>
                    <a:lstStyle/>
                    <a:p>
                      <a:r>
                        <a:rPr lang="en-IN" sz="1600" b="0" dirty="0"/>
                        <a:t>16.29</a:t>
                      </a:r>
                    </a:p>
                  </a:txBody>
                  <a:tcPr/>
                </a:tc>
                <a:tc>
                  <a:txBody>
                    <a:bodyPr/>
                    <a:lstStyle/>
                    <a:p>
                      <a:r>
                        <a:rPr lang="en-IN" sz="1600" b="0" dirty="0"/>
                        <a:t>17.28</a:t>
                      </a:r>
                    </a:p>
                  </a:txBody>
                  <a:tcPr/>
                </a:tc>
                <a:extLst>
                  <a:ext uri="{0D108BD9-81ED-4DB2-BD59-A6C34878D82A}">
                    <a16:rowId xmlns:a16="http://schemas.microsoft.com/office/drawing/2014/main" val="3536977194"/>
                  </a:ext>
                </a:extLst>
              </a:tr>
              <a:tr h="572161">
                <a:tc>
                  <a:txBody>
                    <a:bodyPr/>
                    <a:lstStyle/>
                    <a:p>
                      <a:r>
                        <a:rPr lang="en-US" sz="1600" b="1" dirty="0"/>
                        <a:t>Ch in inv of FG/WIP %</a:t>
                      </a:r>
                      <a:endParaRPr lang="en-IN" sz="1600" b="1" dirty="0"/>
                    </a:p>
                  </a:txBody>
                  <a:tcPr/>
                </a:tc>
                <a:tc>
                  <a:txBody>
                    <a:bodyPr/>
                    <a:lstStyle/>
                    <a:p>
                      <a:r>
                        <a:rPr lang="en-IN" sz="1600" b="0" dirty="0"/>
                        <a:t>-0.25</a:t>
                      </a:r>
                    </a:p>
                  </a:txBody>
                  <a:tcPr/>
                </a:tc>
                <a:tc>
                  <a:txBody>
                    <a:bodyPr/>
                    <a:lstStyle/>
                    <a:p>
                      <a:r>
                        <a:rPr lang="en-IN" sz="1600" b="0" dirty="0"/>
                        <a:t>-0.02</a:t>
                      </a:r>
                    </a:p>
                  </a:txBody>
                  <a:tcPr/>
                </a:tc>
                <a:tc>
                  <a:txBody>
                    <a:bodyPr/>
                    <a:lstStyle/>
                    <a:p>
                      <a:r>
                        <a:rPr lang="en-IN" sz="1600" b="0" dirty="0"/>
                        <a:t>-0.13</a:t>
                      </a:r>
                    </a:p>
                  </a:txBody>
                  <a:tcPr/>
                </a:tc>
                <a:tc>
                  <a:txBody>
                    <a:bodyPr/>
                    <a:lstStyle/>
                    <a:p>
                      <a:r>
                        <a:rPr lang="en-IN" sz="1600" b="0"/>
                        <a:t>-0.04</a:t>
                      </a:r>
                      <a:endParaRPr lang="en-IN" sz="1600" b="0" dirty="0"/>
                    </a:p>
                  </a:txBody>
                  <a:tcPr/>
                </a:tc>
                <a:tc>
                  <a:txBody>
                    <a:bodyPr/>
                    <a:lstStyle/>
                    <a:p>
                      <a:r>
                        <a:rPr lang="en-IN" sz="1600" b="0" dirty="0"/>
                        <a:t>-0.87</a:t>
                      </a:r>
                    </a:p>
                  </a:txBody>
                  <a:tcPr/>
                </a:tc>
                <a:tc>
                  <a:txBody>
                    <a:bodyPr/>
                    <a:lstStyle/>
                    <a:p>
                      <a:r>
                        <a:rPr lang="en-IN" sz="1600" b="0" dirty="0"/>
                        <a:t>-0.28</a:t>
                      </a:r>
                    </a:p>
                  </a:txBody>
                  <a:tcPr/>
                </a:tc>
                <a:tc>
                  <a:txBody>
                    <a:bodyPr/>
                    <a:lstStyle/>
                    <a:p>
                      <a:r>
                        <a:rPr lang="en-IN" sz="1600" b="0" dirty="0"/>
                        <a:t>-0.27</a:t>
                      </a:r>
                    </a:p>
                  </a:txBody>
                  <a:tcPr/>
                </a:tc>
                <a:extLst>
                  <a:ext uri="{0D108BD9-81ED-4DB2-BD59-A6C34878D82A}">
                    <a16:rowId xmlns:a16="http://schemas.microsoft.com/office/drawing/2014/main" val="330942535"/>
                  </a:ext>
                </a:extLst>
              </a:tr>
              <a:tr h="757760">
                <a:tc>
                  <a:txBody>
                    <a:bodyPr/>
                    <a:lstStyle/>
                    <a:p>
                      <a:r>
                        <a:rPr lang="en-US" sz="1600" b="1" dirty="0"/>
                        <a:t>Employee Benefit Expenses %</a:t>
                      </a:r>
                      <a:endParaRPr lang="en-IN" sz="1600" b="1" dirty="0"/>
                    </a:p>
                  </a:txBody>
                  <a:tcPr/>
                </a:tc>
                <a:tc>
                  <a:txBody>
                    <a:bodyPr/>
                    <a:lstStyle/>
                    <a:p>
                      <a:r>
                        <a:rPr lang="en-IN" sz="1600" b="0" dirty="0"/>
                        <a:t>4.94</a:t>
                      </a:r>
                    </a:p>
                  </a:txBody>
                  <a:tcPr/>
                </a:tc>
                <a:tc>
                  <a:txBody>
                    <a:bodyPr/>
                    <a:lstStyle/>
                    <a:p>
                      <a:r>
                        <a:rPr lang="en-IN" sz="1600" b="0" dirty="0"/>
                        <a:t>4.94</a:t>
                      </a:r>
                    </a:p>
                  </a:txBody>
                  <a:tcPr/>
                </a:tc>
                <a:tc>
                  <a:txBody>
                    <a:bodyPr/>
                    <a:lstStyle/>
                    <a:p>
                      <a:r>
                        <a:rPr lang="en-IN" sz="1600" b="0" dirty="0"/>
                        <a:t>4.79</a:t>
                      </a:r>
                    </a:p>
                  </a:txBody>
                  <a:tcPr/>
                </a:tc>
                <a:tc>
                  <a:txBody>
                    <a:bodyPr/>
                    <a:lstStyle/>
                    <a:p>
                      <a:r>
                        <a:rPr lang="en-IN" sz="1600" b="0"/>
                        <a:t>4.94</a:t>
                      </a:r>
                      <a:endParaRPr lang="en-IN" sz="1600" b="0" dirty="0"/>
                    </a:p>
                  </a:txBody>
                  <a:tcPr/>
                </a:tc>
                <a:tc>
                  <a:txBody>
                    <a:bodyPr/>
                    <a:lstStyle/>
                    <a:p>
                      <a:r>
                        <a:rPr lang="en-IN" sz="1600" b="0" dirty="0"/>
                        <a:t>5.09</a:t>
                      </a:r>
                    </a:p>
                  </a:txBody>
                  <a:tcPr/>
                </a:tc>
                <a:tc>
                  <a:txBody>
                    <a:bodyPr/>
                    <a:lstStyle/>
                    <a:p>
                      <a:r>
                        <a:rPr lang="en-IN" sz="1600" b="0" dirty="0"/>
                        <a:t>4.64</a:t>
                      </a:r>
                    </a:p>
                  </a:txBody>
                  <a:tcPr/>
                </a:tc>
                <a:tc>
                  <a:txBody>
                    <a:bodyPr/>
                    <a:lstStyle/>
                    <a:p>
                      <a:r>
                        <a:rPr lang="en-IN" sz="1600" b="0" dirty="0"/>
                        <a:t>4.88</a:t>
                      </a:r>
                    </a:p>
                  </a:txBody>
                  <a:tcPr/>
                </a:tc>
                <a:extLst>
                  <a:ext uri="{0D108BD9-81ED-4DB2-BD59-A6C34878D82A}">
                    <a16:rowId xmlns:a16="http://schemas.microsoft.com/office/drawing/2014/main" val="3214060203"/>
                  </a:ext>
                </a:extLst>
              </a:tr>
              <a:tr h="329957">
                <a:tc>
                  <a:txBody>
                    <a:bodyPr/>
                    <a:lstStyle/>
                    <a:p>
                      <a:r>
                        <a:rPr lang="en-US" sz="1600" b="1" dirty="0"/>
                        <a:t>Finance Costs</a:t>
                      </a:r>
                      <a:endParaRPr lang="en-IN" sz="1600" b="1" dirty="0"/>
                    </a:p>
                  </a:txBody>
                  <a:tcPr/>
                </a:tc>
                <a:tc>
                  <a:txBody>
                    <a:bodyPr/>
                    <a:lstStyle/>
                    <a:p>
                      <a:r>
                        <a:rPr lang="en-IN" sz="1600" b="0" dirty="0"/>
                        <a:t>0.63</a:t>
                      </a:r>
                    </a:p>
                  </a:txBody>
                  <a:tcPr/>
                </a:tc>
                <a:tc>
                  <a:txBody>
                    <a:bodyPr/>
                    <a:lstStyle/>
                    <a:p>
                      <a:r>
                        <a:rPr lang="en-IN" sz="1600" b="0" dirty="0"/>
                        <a:t>0.55</a:t>
                      </a:r>
                    </a:p>
                  </a:txBody>
                  <a:tcPr/>
                </a:tc>
                <a:tc>
                  <a:txBody>
                    <a:bodyPr/>
                    <a:lstStyle/>
                    <a:p>
                      <a:r>
                        <a:rPr lang="en-IN" sz="1600" b="0" dirty="0"/>
                        <a:t>0.19</a:t>
                      </a:r>
                    </a:p>
                  </a:txBody>
                  <a:tcPr/>
                </a:tc>
                <a:tc>
                  <a:txBody>
                    <a:bodyPr/>
                    <a:lstStyle/>
                    <a:p>
                      <a:r>
                        <a:rPr lang="en-IN" sz="1600" b="0"/>
                        <a:t>0.21</a:t>
                      </a:r>
                      <a:endParaRPr lang="en-IN" sz="1600" b="0" dirty="0"/>
                    </a:p>
                  </a:txBody>
                  <a:tcPr/>
                </a:tc>
                <a:tc>
                  <a:txBody>
                    <a:bodyPr/>
                    <a:lstStyle/>
                    <a:p>
                      <a:r>
                        <a:rPr lang="en-IN" sz="1600" b="0"/>
                        <a:t>0.25</a:t>
                      </a:r>
                      <a:endParaRPr lang="en-IN" sz="1600" b="0" dirty="0"/>
                    </a:p>
                  </a:txBody>
                  <a:tcPr/>
                </a:tc>
                <a:tc>
                  <a:txBody>
                    <a:bodyPr/>
                    <a:lstStyle/>
                    <a:p>
                      <a:r>
                        <a:rPr lang="en-IN" sz="1600" b="0" dirty="0"/>
                        <a:t>0.30</a:t>
                      </a:r>
                    </a:p>
                  </a:txBody>
                  <a:tcPr/>
                </a:tc>
                <a:tc>
                  <a:txBody>
                    <a:bodyPr/>
                    <a:lstStyle/>
                    <a:p>
                      <a:r>
                        <a:rPr lang="en-IN" sz="1600" b="0" dirty="0"/>
                        <a:t>0.30</a:t>
                      </a:r>
                    </a:p>
                  </a:txBody>
                  <a:tcPr/>
                </a:tc>
                <a:extLst>
                  <a:ext uri="{0D108BD9-81ED-4DB2-BD59-A6C34878D82A}">
                    <a16:rowId xmlns:a16="http://schemas.microsoft.com/office/drawing/2014/main" val="1611156458"/>
                  </a:ext>
                </a:extLst>
              </a:tr>
              <a:tr h="329957">
                <a:tc>
                  <a:txBody>
                    <a:bodyPr/>
                    <a:lstStyle/>
                    <a:p>
                      <a:r>
                        <a:rPr lang="en-US" sz="1600" b="1" dirty="0"/>
                        <a:t>D&amp;A expense</a:t>
                      </a:r>
                      <a:endParaRPr lang="en-IN" sz="1600" b="1" dirty="0"/>
                    </a:p>
                  </a:txBody>
                  <a:tcPr/>
                </a:tc>
                <a:tc>
                  <a:txBody>
                    <a:bodyPr/>
                    <a:lstStyle/>
                    <a:p>
                      <a:r>
                        <a:rPr lang="en-IN" sz="1600" b="0" dirty="0"/>
                        <a:t>2.18</a:t>
                      </a:r>
                    </a:p>
                  </a:txBody>
                  <a:tcPr/>
                </a:tc>
                <a:tc>
                  <a:txBody>
                    <a:bodyPr/>
                    <a:lstStyle/>
                    <a:p>
                      <a:r>
                        <a:rPr lang="en-IN" sz="1600" b="0" dirty="0"/>
                        <a:t>1.99</a:t>
                      </a:r>
                    </a:p>
                  </a:txBody>
                  <a:tcPr/>
                </a:tc>
                <a:tc>
                  <a:txBody>
                    <a:bodyPr/>
                    <a:lstStyle/>
                    <a:p>
                      <a:r>
                        <a:rPr lang="en-IN" sz="1600" b="0" dirty="0"/>
                        <a:t>1.91</a:t>
                      </a:r>
                    </a:p>
                  </a:txBody>
                  <a:tcPr/>
                </a:tc>
                <a:tc>
                  <a:txBody>
                    <a:bodyPr/>
                    <a:lstStyle/>
                    <a:p>
                      <a:r>
                        <a:rPr lang="en-IN" sz="1600" b="0"/>
                        <a:t>2.12</a:t>
                      </a:r>
                      <a:endParaRPr lang="en-IN" sz="1600" b="0" dirty="0"/>
                    </a:p>
                  </a:txBody>
                  <a:tcPr/>
                </a:tc>
                <a:tc>
                  <a:txBody>
                    <a:bodyPr/>
                    <a:lstStyle/>
                    <a:p>
                      <a:r>
                        <a:rPr lang="en-IN" sz="1600" b="0"/>
                        <a:t>2.32</a:t>
                      </a:r>
                      <a:endParaRPr lang="en-IN" sz="1600" b="0" dirty="0"/>
                    </a:p>
                  </a:txBody>
                  <a:tcPr/>
                </a:tc>
                <a:tc>
                  <a:txBody>
                    <a:bodyPr/>
                    <a:lstStyle/>
                    <a:p>
                      <a:r>
                        <a:rPr lang="en-IN" sz="1600" b="0" dirty="0"/>
                        <a:t>2.55</a:t>
                      </a:r>
                    </a:p>
                  </a:txBody>
                  <a:tcPr/>
                </a:tc>
                <a:tc>
                  <a:txBody>
                    <a:bodyPr/>
                    <a:lstStyle/>
                    <a:p>
                      <a:r>
                        <a:rPr lang="en-IN" sz="1600" b="0" dirty="0"/>
                        <a:t>2.18</a:t>
                      </a:r>
                    </a:p>
                  </a:txBody>
                  <a:tcPr/>
                </a:tc>
                <a:extLst>
                  <a:ext uri="{0D108BD9-81ED-4DB2-BD59-A6C34878D82A}">
                    <a16:rowId xmlns:a16="http://schemas.microsoft.com/office/drawing/2014/main" val="1141172304"/>
                  </a:ext>
                </a:extLst>
              </a:tr>
              <a:tr h="429398">
                <a:tc>
                  <a:txBody>
                    <a:bodyPr/>
                    <a:lstStyle/>
                    <a:p>
                      <a:r>
                        <a:rPr lang="en-US" sz="1600" b="1" dirty="0"/>
                        <a:t>Other Expenses</a:t>
                      </a:r>
                      <a:endParaRPr lang="en-IN" sz="1600" b="1" dirty="0"/>
                    </a:p>
                  </a:txBody>
                  <a:tcPr/>
                </a:tc>
                <a:tc>
                  <a:txBody>
                    <a:bodyPr/>
                    <a:lstStyle/>
                    <a:p>
                      <a:r>
                        <a:rPr lang="en-IN" sz="1600" b="1" dirty="0"/>
                        <a:t>23.46</a:t>
                      </a:r>
                    </a:p>
                  </a:txBody>
                  <a:tcPr/>
                </a:tc>
                <a:tc>
                  <a:txBody>
                    <a:bodyPr/>
                    <a:lstStyle/>
                    <a:p>
                      <a:r>
                        <a:rPr lang="en-IN" sz="1600" b="1" dirty="0"/>
                        <a:t>23.72</a:t>
                      </a:r>
                    </a:p>
                  </a:txBody>
                  <a:tcPr/>
                </a:tc>
                <a:tc>
                  <a:txBody>
                    <a:bodyPr/>
                    <a:lstStyle/>
                    <a:p>
                      <a:r>
                        <a:rPr lang="en-IN" sz="1600" b="1" dirty="0"/>
                        <a:t>19.92</a:t>
                      </a:r>
                    </a:p>
                  </a:txBody>
                  <a:tcPr/>
                </a:tc>
                <a:tc>
                  <a:txBody>
                    <a:bodyPr/>
                    <a:lstStyle/>
                    <a:p>
                      <a:r>
                        <a:rPr lang="en-IN" sz="1600" b="1" dirty="0"/>
                        <a:t>21.94</a:t>
                      </a:r>
                    </a:p>
                  </a:txBody>
                  <a:tcPr/>
                </a:tc>
                <a:tc>
                  <a:txBody>
                    <a:bodyPr/>
                    <a:lstStyle/>
                    <a:p>
                      <a:r>
                        <a:rPr lang="en-IN" sz="1600" b="1" dirty="0"/>
                        <a:t>23.52</a:t>
                      </a:r>
                    </a:p>
                  </a:txBody>
                  <a:tcPr/>
                </a:tc>
                <a:tc>
                  <a:txBody>
                    <a:bodyPr/>
                    <a:lstStyle/>
                    <a:p>
                      <a:r>
                        <a:rPr lang="en-IN" sz="1600" b="0" dirty="0"/>
                        <a:t>25.09</a:t>
                      </a:r>
                    </a:p>
                  </a:txBody>
                  <a:tcPr/>
                </a:tc>
                <a:tc>
                  <a:txBody>
                    <a:bodyPr/>
                    <a:lstStyle/>
                    <a:p>
                      <a:r>
                        <a:rPr lang="en-IN" sz="1600" b="0" dirty="0"/>
                        <a:t>22.84</a:t>
                      </a:r>
                    </a:p>
                  </a:txBody>
                  <a:tcPr/>
                </a:tc>
                <a:extLst>
                  <a:ext uri="{0D108BD9-81ED-4DB2-BD59-A6C34878D82A}">
                    <a16:rowId xmlns:a16="http://schemas.microsoft.com/office/drawing/2014/main" val="1438638687"/>
                  </a:ext>
                </a:extLst>
              </a:tr>
              <a:tr h="530432">
                <a:tc>
                  <a:txBody>
                    <a:bodyPr/>
                    <a:lstStyle/>
                    <a:p>
                      <a:r>
                        <a:rPr lang="en-US" sz="1600" b="1" dirty="0"/>
                        <a:t>Total Expenses (excluding Tax )</a:t>
                      </a:r>
                      <a:endParaRPr lang="en-IN" sz="1600" b="1" dirty="0"/>
                    </a:p>
                  </a:txBody>
                  <a:tcPr/>
                </a:tc>
                <a:tc>
                  <a:txBody>
                    <a:bodyPr/>
                    <a:lstStyle/>
                    <a:p>
                      <a:r>
                        <a:rPr lang="en-IN" sz="1600" b="1" dirty="0"/>
                        <a:t>80.30</a:t>
                      </a:r>
                    </a:p>
                  </a:txBody>
                  <a:tcPr/>
                </a:tc>
                <a:tc>
                  <a:txBody>
                    <a:bodyPr/>
                    <a:lstStyle/>
                    <a:p>
                      <a:r>
                        <a:rPr lang="en-IN" sz="1600" b="1" dirty="0"/>
                        <a:t>80.02</a:t>
                      </a:r>
                    </a:p>
                  </a:txBody>
                  <a:tcPr/>
                </a:tc>
                <a:tc>
                  <a:txBody>
                    <a:bodyPr/>
                    <a:lstStyle/>
                    <a:p>
                      <a:r>
                        <a:rPr lang="en-IN" sz="1600" b="1" dirty="0"/>
                        <a:t>80.06</a:t>
                      </a:r>
                    </a:p>
                  </a:txBody>
                  <a:tcPr/>
                </a:tc>
                <a:tc>
                  <a:txBody>
                    <a:bodyPr/>
                    <a:lstStyle/>
                    <a:p>
                      <a:r>
                        <a:rPr lang="en-IN" sz="1600" b="1" dirty="0"/>
                        <a:t>79.13</a:t>
                      </a:r>
                    </a:p>
                  </a:txBody>
                  <a:tcPr/>
                </a:tc>
                <a:tc>
                  <a:txBody>
                    <a:bodyPr/>
                    <a:lstStyle/>
                    <a:p>
                      <a:r>
                        <a:rPr lang="en-IN" sz="1600" b="1" dirty="0"/>
                        <a:t>79.00</a:t>
                      </a:r>
                    </a:p>
                  </a:txBody>
                  <a:tcPr/>
                </a:tc>
                <a:tc>
                  <a:txBody>
                    <a:bodyPr/>
                    <a:lstStyle/>
                    <a:p>
                      <a:r>
                        <a:rPr lang="en-IN" sz="1600" b="0" dirty="0"/>
                        <a:t>79.11</a:t>
                      </a:r>
                    </a:p>
                  </a:txBody>
                  <a:tcPr/>
                </a:tc>
                <a:tc>
                  <a:txBody>
                    <a:bodyPr/>
                    <a:lstStyle/>
                    <a:p>
                      <a:r>
                        <a:rPr lang="en-IN" sz="1600" b="1" dirty="0"/>
                        <a:t>79.70 %</a:t>
                      </a:r>
                    </a:p>
                  </a:txBody>
                  <a:tcPr/>
                </a:tc>
                <a:extLst>
                  <a:ext uri="{0D108BD9-81ED-4DB2-BD59-A6C34878D82A}">
                    <a16:rowId xmlns:a16="http://schemas.microsoft.com/office/drawing/2014/main" val="1740149315"/>
                  </a:ext>
                </a:extLst>
              </a:tr>
            </a:tbl>
          </a:graphicData>
        </a:graphic>
      </p:graphicFrame>
    </p:spTree>
    <p:extLst>
      <p:ext uri="{BB962C8B-B14F-4D97-AF65-F5344CB8AC3E}">
        <p14:creationId xmlns:p14="http://schemas.microsoft.com/office/powerpoint/2010/main" val="3976969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EC6FB-5C00-4476-919F-93B6A2B0B61A}"/>
              </a:ext>
            </a:extLst>
          </p:cNvPr>
          <p:cNvSpPr>
            <a:spLocks noGrp="1"/>
          </p:cNvSpPr>
          <p:nvPr>
            <p:ph type="title"/>
          </p:nvPr>
        </p:nvSpPr>
        <p:spPr/>
        <p:txBody>
          <a:bodyPr/>
          <a:lstStyle/>
          <a:p>
            <a:pPr algn="ctr"/>
            <a:r>
              <a:rPr lang="en-US" dirty="0"/>
              <a:t> </a:t>
            </a:r>
            <a:r>
              <a:rPr lang="en-US" b="1" dirty="0"/>
              <a:t>2. Working Capital Efficiency</a:t>
            </a:r>
            <a:endParaRPr lang="en-IN" b="1" dirty="0"/>
          </a:p>
        </p:txBody>
      </p:sp>
      <p:sp>
        <p:nvSpPr>
          <p:cNvPr id="3" name="Content Placeholder 2">
            <a:extLst>
              <a:ext uri="{FF2B5EF4-FFF2-40B4-BE49-F238E27FC236}">
                <a16:creationId xmlns:a16="http://schemas.microsoft.com/office/drawing/2014/main" id="{E65DBFCE-A9C1-4358-A9BA-ED85B1F7A185}"/>
              </a:ext>
            </a:extLst>
          </p:cNvPr>
          <p:cNvSpPr>
            <a:spLocks noGrp="1"/>
          </p:cNvSpPr>
          <p:nvPr>
            <p:ph idx="1"/>
          </p:nvPr>
        </p:nvSpPr>
        <p:spPr/>
        <p:txBody>
          <a:bodyPr>
            <a:normAutofit/>
          </a:bodyPr>
          <a:lstStyle/>
          <a:p>
            <a:r>
              <a:rPr lang="en-US" sz="1800" dirty="0"/>
              <a:t>Days Receivables (DR) = (Trade Receivable/NOR)*365 </a:t>
            </a:r>
            <a:r>
              <a:rPr lang="en-US" sz="1800" dirty="0">
                <a:sym typeface="Wingdings" panose="05000000000000000000" pitchFamily="2" charset="2"/>
              </a:rPr>
              <a:t> this is based on cash conversion cycle approach</a:t>
            </a:r>
            <a:endParaRPr lang="en-US" sz="1800" dirty="0"/>
          </a:p>
          <a:p>
            <a:r>
              <a:rPr lang="en-US" sz="1800" dirty="0"/>
              <a:t>Days Inventories (DI) = (Inventory/COGS)*365 </a:t>
            </a:r>
            <a:r>
              <a:rPr lang="en-US" sz="1800" dirty="0">
                <a:sym typeface="Wingdings" panose="05000000000000000000" pitchFamily="2" charset="2"/>
              </a:rPr>
              <a:t> this is based on cash conversion cycle approach</a:t>
            </a:r>
            <a:endParaRPr lang="en-US" sz="1800" dirty="0"/>
          </a:p>
          <a:p>
            <a:r>
              <a:rPr lang="en-US" sz="1800" dirty="0"/>
              <a:t>Days Payables (DP) = (Trade Payable/COGS including D&amp;A)*365</a:t>
            </a:r>
          </a:p>
          <a:p>
            <a:r>
              <a:rPr lang="en-US" sz="1800" dirty="0"/>
              <a:t>Cash Conversion Cycle = DR+DI-DP</a:t>
            </a:r>
          </a:p>
          <a:p>
            <a:r>
              <a:rPr lang="en-US" sz="1800" dirty="0"/>
              <a:t>Working Capital Turnover  = NOR/WC</a:t>
            </a:r>
          </a:p>
          <a:p>
            <a:pPr marL="0" indent="0">
              <a:buNone/>
            </a:pPr>
            <a:r>
              <a:rPr lang="en-IN" sz="1800" dirty="0"/>
              <a:t>In net trade cycle (NTC) the formula for days receivable/days inventory/days payable are bit different. </a:t>
            </a:r>
          </a:p>
          <a:p>
            <a:pPr marL="0" indent="0">
              <a:buNone/>
            </a:pPr>
            <a:r>
              <a:rPr lang="en-IN" sz="1800" dirty="0"/>
              <a:t>CGS= total expense – finance cost – other expenses</a:t>
            </a:r>
          </a:p>
          <a:p>
            <a:pPr marL="0" indent="0">
              <a:buNone/>
            </a:pPr>
            <a:r>
              <a:rPr lang="en-IN" sz="1800" dirty="0"/>
              <a:t>Working capital = TCA-TCL</a:t>
            </a:r>
            <a:endParaRPr lang="en-US" sz="1800" dirty="0"/>
          </a:p>
        </p:txBody>
      </p:sp>
    </p:spTree>
    <p:extLst>
      <p:ext uri="{BB962C8B-B14F-4D97-AF65-F5344CB8AC3E}">
        <p14:creationId xmlns:p14="http://schemas.microsoft.com/office/powerpoint/2010/main" val="34464619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3A284-97E1-4D3D-A2A9-907DC3F833C4}"/>
              </a:ext>
            </a:extLst>
          </p:cNvPr>
          <p:cNvSpPr>
            <a:spLocks noGrp="1"/>
          </p:cNvSpPr>
          <p:nvPr>
            <p:ph type="title"/>
          </p:nvPr>
        </p:nvSpPr>
        <p:spPr/>
        <p:txBody>
          <a:bodyPr>
            <a:normAutofit/>
          </a:bodyPr>
          <a:lstStyle/>
          <a:p>
            <a:pPr algn="ctr"/>
            <a:r>
              <a:rPr lang="en-US" sz="4000" b="1" dirty="0"/>
              <a:t>Days Receivables </a:t>
            </a:r>
            <a:r>
              <a:rPr lang="en-US" sz="4000" dirty="0"/>
              <a:t>– HUL –Last 5 </a:t>
            </a:r>
            <a:r>
              <a:rPr lang="en-US" sz="4000" dirty="0" err="1"/>
              <a:t>Fys</a:t>
            </a:r>
            <a:endParaRPr lang="en-IN" sz="4000" dirty="0"/>
          </a:p>
        </p:txBody>
      </p:sp>
      <p:sp>
        <p:nvSpPr>
          <p:cNvPr id="3" name="Content Placeholder 2">
            <a:extLst>
              <a:ext uri="{FF2B5EF4-FFF2-40B4-BE49-F238E27FC236}">
                <a16:creationId xmlns:a16="http://schemas.microsoft.com/office/drawing/2014/main" id="{C382CB25-8E28-4075-B0E7-D6A278C83575}"/>
              </a:ext>
            </a:extLst>
          </p:cNvPr>
          <p:cNvSpPr>
            <a:spLocks noGrp="1"/>
          </p:cNvSpPr>
          <p:nvPr>
            <p:ph idx="1"/>
          </p:nvPr>
        </p:nvSpPr>
        <p:spPr/>
        <p:txBody>
          <a:bodyPr/>
          <a:lstStyle/>
          <a:p>
            <a:pPr marL="0" indent="0">
              <a:buNone/>
            </a:pPr>
            <a:endParaRPr lang="en-IN" dirty="0"/>
          </a:p>
        </p:txBody>
      </p:sp>
      <p:graphicFrame>
        <p:nvGraphicFramePr>
          <p:cNvPr id="4" name="Table 4">
            <a:extLst>
              <a:ext uri="{FF2B5EF4-FFF2-40B4-BE49-F238E27FC236}">
                <a16:creationId xmlns:a16="http://schemas.microsoft.com/office/drawing/2014/main" id="{AE25D018-3D90-4005-A11F-B372EA73CAC6}"/>
              </a:ext>
            </a:extLst>
          </p:cNvPr>
          <p:cNvGraphicFramePr>
            <a:graphicFrameLocks/>
          </p:cNvGraphicFramePr>
          <p:nvPr/>
        </p:nvGraphicFramePr>
        <p:xfrm>
          <a:off x="838200" y="1825625"/>
          <a:ext cx="10515600" cy="3302000"/>
        </p:xfrm>
        <a:graphic>
          <a:graphicData uri="http://schemas.openxmlformats.org/drawingml/2006/table">
            <a:tbl>
              <a:tblPr firstRow="1" bandRow="1">
                <a:tableStyleId>{7DF18680-E054-41AD-8BC1-D1AEF772440D}</a:tableStyleId>
              </a:tblPr>
              <a:tblGrid>
                <a:gridCol w="1314450">
                  <a:extLst>
                    <a:ext uri="{9D8B030D-6E8A-4147-A177-3AD203B41FA5}">
                      <a16:colId xmlns:a16="http://schemas.microsoft.com/office/drawing/2014/main" val="3403792412"/>
                    </a:ext>
                  </a:extLst>
                </a:gridCol>
                <a:gridCol w="1314450">
                  <a:extLst>
                    <a:ext uri="{9D8B030D-6E8A-4147-A177-3AD203B41FA5}">
                      <a16:colId xmlns:a16="http://schemas.microsoft.com/office/drawing/2014/main" val="1323928238"/>
                    </a:ext>
                  </a:extLst>
                </a:gridCol>
                <a:gridCol w="1314450">
                  <a:extLst>
                    <a:ext uri="{9D8B030D-6E8A-4147-A177-3AD203B41FA5}">
                      <a16:colId xmlns:a16="http://schemas.microsoft.com/office/drawing/2014/main" val="3098783066"/>
                    </a:ext>
                  </a:extLst>
                </a:gridCol>
                <a:gridCol w="1314450">
                  <a:extLst>
                    <a:ext uri="{9D8B030D-6E8A-4147-A177-3AD203B41FA5}">
                      <a16:colId xmlns:a16="http://schemas.microsoft.com/office/drawing/2014/main" val="2929787704"/>
                    </a:ext>
                  </a:extLst>
                </a:gridCol>
                <a:gridCol w="1314450">
                  <a:extLst>
                    <a:ext uri="{9D8B030D-6E8A-4147-A177-3AD203B41FA5}">
                      <a16:colId xmlns:a16="http://schemas.microsoft.com/office/drawing/2014/main" val="2884300378"/>
                    </a:ext>
                  </a:extLst>
                </a:gridCol>
                <a:gridCol w="1314450">
                  <a:extLst>
                    <a:ext uri="{9D8B030D-6E8A-4147-A177-3AD203B41FA5}">
                      <a16:colId xmlns:a16="http://schemas.microsoft.com/office/drawing/2014/main" val="783594773"/>
                    </a:ext>
                  </a:extLst>
                </a:gridCol>
                <a:gridCol w="1314450">
                  <a:extLst>
                    <a:ext uri="{9D8B030D-6E8A-4147-A177-3AD203B41FA5}">
                      <a16:colId xmlns:a16="http://schemas.microsoft.com/office/drawing/2014/main" val="3333496656"/>
                    </a:ext>
                  </a:extLst>
                </a:gridCol>
                <a:gridCol w="1314450">
                  <a:extLst>
                    <a:ext uri="{9D8B030D-6E8A-4147-A177-3AD203B41FA5}">
                      <a16:colId xmlns:a16="http://schemas.microsoft.com/office/drawing/2014/main" val="2504093180"/>
                    </a:ext>
                  </a:extLst>
                </a:gridCol>
              </a:tblGrid>
              <a:tr h="37084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2024</a:t>
                      </a:r>
                    </a:p>
                  </a:txBody>
                  <a:tcPr/>
                </a:tc>
                <a:tc>
                  <a:txBody>
                    <a:bodyPr/>
                    <a:lstStyle/>
                    <a:p>
                      <a:r>
                        <a:rPr lang="en-US" dirty="0"/>
                        <a:t> 2023</a:t>
                      </a:r>
                      <a:endParaRPr lang="en-IN" dirty="0"/>
                    </a:p>
                  </a:txBody>
                  <a:tcPr/>
                </a:tc>
                <a:tc>
                  <a:txBody>
                    <a:bodyPr/>
                    <a:lstStyle/>
                    <a:p>
                      <a:r>
                        <a:rPr lang="en-US" dirty="0"/>
                        <a:t>2022</a:t>
                      </a:r>
                      <a:endParaRPr lang="en-IN" dirty="0"/>
                    </a:p>
                  </a:txBody>
                  <a:tcPr/>
                </a:tc>
                <a:tc>
                  <a:txBody>
                    <a:bodyPr/>
                    <a:lstStyle/>
                    <a:p>
                      <a:r>
                        <a:rPr lang="en-US" dirty="0"/>
                        <a:t>2021</a:t>
                      </a:r>
                      <a:endParaRPr lang="en-IN" dirty="0"/>
                    </a:p>
                  </a:txBody>
                  <a:tcPr/>
                </a:tc>
                <a:tc>
                  <a:txBody>
                    <a:bodyPr/>
                    <a:lstStyle/>
                    <a:p>
                      <a:r>
                        <a:rPr lang="en-US" dirty="0"/>
                        <a:t>2020</a:t>
                      </a:r>
                      <a:endParaRPr lang="en-IN" dirty="0"/>
                    </a:p>
                  </a:txBody>
                  <a:tcPr/>
                </a:tc>
                <a:tc>
                  <a:txBody>
                    <a:bodyPr/>
                    <a:lstStyle/>
                    <a:p>
                      <a:r>
                        <a:rPr lang="en-IN" dirty="0"/>
                        <a:t>5 Year Average</a:t>
                      </a:r>
                    </a:p>
                  </a:txBody>
                  <a:tcPr/>
                </a:tc>
                <a:extLst>
                  <a:ext uri="{0D108BD9-81ED-4DB2-BD59-A6C34878D82A}">
                    <a16:rowId xmlns:a16="http://schemas.microsoft.com/office/drawing/2014/main" val="2036340585"/>
                  </a:ext>
                </a:extLst>
              </a:tr>
              <a:tr h="370840">
                <a:tc>
                  <a:txBody>
                    <a:bodyPr/>
                    <a:lstStyle/>
                    <a:p>
                      <a:r>
                        <a:rPr lang="en-US" b="1" dirty="0"/>
                        <a:t>Trade Receivables</a:t>
                      </a:r>
                    </a:p>
                  </a:txBody>
                  <a:tcPr/>
                </a:tc>
                <a:tc>
                  <a:txBody>
                    <a:bodyPr/>
                    <a:lstStyle/>
                    <a:p>
                      <a:r>
                        <a:rPr lang="en-IN" b="0" dirty="0"/>
                        <a:t>3819</a:t>
                      </a:r>
                    </a:p>
                  </a:txBody>
                  <a:tcPr/>
                </a:tc>
                <a:tc>
                  <a:txBody>
                    <a:bodyPr/>
                    <a:lstStyle/>
                    <a:p>
                      <a:r>
                        <a:rPr lang="en-IN" b="0" dirty="0"/>
                        <a:t>2997</a:t>
                      </a:r>
                    </a:p>
                  </a:txBody>
                  <a:tcPr/>
                </a:tc>
                <a:tc>
                  <a:txBody>
                    <a:bodyPr/>
                    <a:lstStyle/>
                    <a:p>
                      <a:r>
                        <a:rPr lang="en-IN" b="0" dirty="0"/>
                        <a:t>3079</a:t>
                      </a:r>
                    </a:p>
                  </a:txBody>
                  <a:tcPr/>
                </a:tc>
                <a:tc>
                  <a:txBody>
                    <a:bodyPr/>
                    <a:lstStyle/>
                    <a:p>
                      <a:r>
                        <a:rPr lang="en-IN" b="0" dirty="0"/>
                        <a:t>2236</a:t>
                      </a:r>
                    </a:p>
                  </a:txBody>
                  <a:tcPr/>
                </a:tc>
                <a:tc>
                  <a:txBody>
                    <a:bodyPr/>
                    <a:lstStyle/>
                    <a:p>
                      <a:r>
                        <a:rPr lang="en-IN" b="0" dirty="0"/>
                        <a:t>1758</a:t>
                      </a:r>
                    </a:p>
                  </a:txBody>
                  <a:tcPr/>
                </a:tc>
                <a:tc>
                  <a:txBody>
                    <a:bodyPr/>
                    <a:lstStyle/>
                    <a:p>
                      <a:r>
                        <a:rPr lang="en-IN" b="0" dirty="0"/>
                        <a:t>1149</a:t>
                      </a:r>
                    </a:p>
                  </a:txBody>
                  <a:tcPr/>
                </a:tc>
                <a:tc>
                  <a:txBody>
                    <a:bodyPr/>
                    <a:lstStyle/>
                    <a:p>
                      <a:endParaRPr lang="en-IN" b="0" dirty="0"/>
                    </a:p>
                  </a:txBody>
                  <a:tcPr/>
                </a:tc>
                <a:extLst>
                  <a:ext uri="{0D108BD9-81ED-4DB2-BD59-A6C34878D82A}">
                    <a16:rowId xmlns:a16="http://schemas.microsoft.com/office/drawing/2014/main" val="2876592805"/>
                  </a:ext>
                </a:extLst>
              </a:tr>
              <a:tr h="453745">
                <a:tc>
                  <a:txBody>
                    <a:bodyPr/>
                    <a:lstStyle/>
                    <a:p>
                      <a:r>
                        <a:rPr lang="en-US" b="1" dirty="0"/>
                        <a:t>Net Sales Revenue</a:t>
                      </a:r>
                      <a:endParaRPr lang="en-IN" b="1" dirty="0"/>
                    </a:p>
                  </a:txBody>
                  <a:tcPr/>
                </a:tc>
                <a:tc>
                  <a:txBody>
                    <a:bodyPr/>
                    <a:lstStyle/>
                    <a:p>
                      <a:r>
                        <a:rPr lang="en-IN" b="0" dirty="0"/>
                        <a:t>62288</a:t>
                      </a:r>
                    </a:p>
                  </a:txBody>
                  <a:tcPr/>
                </a:tc>
                <a:tc>
                  <a:txBody>
                    <a:bodyPr/>
                    <a:lstStyle/>
                    <a:p>
                      <a:r>
                        <a:rPr lang="en-IN" b="0" dirty="0"/>
                        <a:t>60966</a:t>
                      </a:r>
                    </a:p>
                  </a:txBody>
                  <a:tcPr/>
                </a:tc>
                <a:tc>
                  <a:txBody>
                    <a:bodyPr/>
                    <a:lstStyle/>
                    <a:p>
                      <a:r>
                        <a:rPr lang="en-IN" b="0" dirty="0"/>
                        <a:t>59549</a:t>
                      </a:r>
                    </a:p>
                  </a:txBody>
                  <a:tcPr/>
                </a:tc>
                <a:tc>
                  <a:txBody>
                    <a:bodyPr/>
                    <a:lstStyle/>
                    <a:p>
                      <a:r>
                        <a:rPr lang="en-IN" b="0" dirty="0"/>
                        <a:t>51548</a:t>
                      </a:r>
                    </a:p>
                  </a:txBody>
                  <a:tcPr/>
                </a:tc>
                <a:tc>
                  <a:txBody>
                    <a:bodyPr/>
                    <a:lstStyle/>
                    <a:p>
                      <a:r>
                        <a:rPr lang="en-IN" b="0" dirty="0"/>
                        <a:t>46321</a:t>
                      </a:r>
                    </a:p>
                  </a:txBody>
                  <a:tcPr/>
                </a:tc>
                <a:tc>
                  <a:txBody>
                    <a:bodyPr/>
                    <a:lstStyle/>
                    <a:p>
                      <a:r>
                        <a:rPr lang="en-IN" b="0" dirty="0"/>
                        <a:t>39238</a:t>
                      </a:r>
                    </a:p>
                  </a:txBody>
                  <a:tcPr/>
                </a:tc>
                <a:tc>
                  <a:txBody>
                    <a:bodyPr/>
                    <a:lstStyle/>
                    <a:p>
                      <a:endParaRPr lang="en-IN" b="0" dirty="0"/>
                    </a:p>
                  </a:txBody>
                  <a:tcPr/>
                </a:tc>
                <a:extLst>
                  <a:ext uri="{0D108BD9-81ED-4DB2-BD59-A6C34878D82A}">
                    <a16:rowId xmlns:a16="http://schemas.microsoft.com/office/drawing/2014/main" val="2184519470"/>
                  </a:ext>
                </a:extLst>
              </a:tr>
              <a:tr h="370840">
                <a:tc>
                  <a:txBody>
                    <a:bodyPr/>
                    <a:lstStyle/>
                    <a:p>
                      <a:endParaRPr lang="en-IN" b="1" dirty="0"/>
                    </a:p>
                  </a:txBody>
                  <a:tcPr/>
                </a:tc>
                <a:tc>
                  <a:txBody>
                    <a:bodyPr/>
                    <a:lstStyle/>
                    <a:p>
                      <a:endParaRPr lang="en-IN" b="0" dirty="0"/>
                    </a:p>
                  </a:txBody>
                  <a:tcPr/>
                </a:tc>
                <a:tc>
                  <a:txBody>
                    <a:bodyPr/>
                    <a:lstStyle/>
                    <a:p>
                      <a:endParaRPr lang="en-IN" b="0" dirty="0"/>
                    </a:p>
                  </a:txBody>
                  <a:tcPr/>
                </a:tc>
                <a:tc>
                  <a:txBody>
                    <a:bodyPr/>
                    <a:lstStyle/>
                    <a:p>
                      <a:endParaRPr lang="en-IN" b="0" dirty="0"/>
                    </a:p>
                  </a:txBody>
                  <a:tcPr/>
                </a:tc>
                <a:tc>
                  <a:txBody>
                    <a:bodyPr/>
                    <a:lstStyle/>
                    <a:p>
                      <a:endParaRPr lang="en-IN" b="0" dirty="0"/>
                    </a:p>
                  </a:txBody>
                  <a:tcPr/>
                </a:tc>
                <a:tc>
                  <a:txBody>
                    <a:bodyPr/>
                    <a:lstStyle/>
                    <a:p>
                      <a:endParaRPr lang="en-IN" b="0" dirty="0"/>
                    </a:p>
                  </a:txBody>
                  <a:tcPr/>
                </a:tc>
                <a:tc>
                  <a:txBody>
                    <a:bodyPr/>
                    <a:lstStyle/>
                    <a:p>
                      <a:endParaRPr lang="en-IN" b="0" dirty="0"/>
                    </a:p>
                  </a:txBody>
                  <a:tcPr/>
                </a:tc>
                <a:tc>
                  <a:txBody>
                    <a:bodyPr/>
                    <a:lstStyle/>
                    <a:p>
                      <a:endParaRPr lang="en-IN" b="0" dirty="0"/>
                    </a:p>
                  </a:txBody>
                  <a:tcPr/>
                </a:tc>
                <a:extLst>
                  <a:ext uri="{0D108BD9-81ED-4DB2-BD59-A6C34878D82A}">
                    <a16:rowId xmlns:a16="http://schemas.microsoft.com/office/drawing/2014/main" val="3536977194"/>
                  </a:ext>
                </a:extLst>
              </a:tr>
              <a:tr h="370840">
                <a:tc>
                  <a:txBody>
                    <a:bodyPr/>
                    <a:lstStyle/>
                    <a:p>
                      <a:r>
                        <a:rPr lang="en-US" b="1" dirty="0"/>
                        <a:t>DR </a:t>
                      </a:r>
                      <a:endParaRPr lang="en-IN" b="1" dirty="0"/>
                    </a:p>
                  </a:txBody>
                  <a:tcPr/>
                </a:tc>
                <a:tc>
                  <a:txBody>
                    <a:bodyPr/>
                    <a:lstStyle/>
                    <a:p>
                      <a:r>
                        <a:rPr lang="en-IN" b="1" dirty="0">
                          <a:solidFill>
                            <a:schemeClr val="bg2">
                              <a:lumMod val="10000"/>
                            </a:schemeClr>
                          </a:solidFill>
                        </a:rPr>
                        <a:t>22</a:t>
                      </a:r>
                    </a:p>
                  </a:txBody>
                  <a:tcPr/>
                </a:tc>
                <a:tc>
                  <a:txBody>
                    <a:bodyPr/>
                    <a:lstStyle/>
                    <a:p>
                      <a:r>
                        <a:rPr lang="en-IN" b="1" dirty="0">
                          <a:solidFill>
                            <a:schemeClr val="bg2">
                              <a:lumMod val="10000"/>
                            </a:schemeClr>
                          </a:solidFill>
                        </a:rPr>
                        <a:t>18</a:t>
                      </a:r>
                    </a:p>
                  </a:txBody>
                  <a:tcPr/>
                </a:tc>
                <a:tc>
                  <a:txBody>
                    <a:bodyPr/>
                    <a:lstStyle/>
                    <a:p>
                      <a:r>
                        <a:rPr lang="en-IN" b="1" dirty="0">
                          <a:solidFill>
                            <a:schemeClr val="bg2">
                              <a:lumMod val="10000"/>
                            </a:schemeClr>
                          </a:solidFill>
                        </a:rPr>
                        <a:t>19 </a:t>
                      </a:r>
                      <a:r>
                        <a:rPr lang="en-IN" b="1" dirty="0">
                          <a:solidFill>
                            <a:srgbClr val="FF0000"/>
                          </a:solidFill>
                        </a:rPr>
                        <a:t> </a:t>
                      </a:r>
                    </a:p>
                  </a:txBody>
                  <a:tcPr/>
                </a:tc>
                <a:tc>
                  <a:txBody>
                    <a:bodyPr/>
                    <a:lstStyle/>
                    <a:p>
                      <a:r>
                        <a:rPr lang="en-IN" b="1" dirty="0">
                          <a:solidFill>
                            <a:schemeClr val="bg2">
                              <a:lumMod val="10000"/>
                            </a:schemeClr>
                          </a:solidFill>
                        </a:rPr>
                        <a:t>16</a:t>
                      </a:r>
                    </a:p>
                  </a:txBody>
                  <a:tcPr/>
                </a:tc>
                <a:tc>
                  <a:txBody>
                    <a:bodyPr/>
                    <a:lstStyle/>
                    <a:p>
                      <a:r>
                        <a:rPr lang="en-IN" b="1" dirty="0">
                          <a:solidFill>
                            <a:schemeClr val="bg2">
                              <a:lumMod val="10000"/>
                            </a:schemeClr>
                          </a:solidFill>
                        </a:rPr>
                        <a:t>14</a:t>
                      </a:r>
                    </a:p>
                  </a:txBody>
                  <a:tcPr/>
                </a:tc>
                <a:tc>
                  <a:txBody>
                    <a:bodyPr/>
                    <a:lstStyle/>
                    <a:p>
                      <a:r>
                        <a:rPr lang="en-IN" b="0" dirty="0"/>
                        <a:t>11</a:t>
                      </a:r>
                    </a:p>
                  </a:txBody>
                  <a:tcPr/>
                </a:tc>
                <a:tc>
                  <a:txBody>
                    <a:bodyPr/>
                    <a:lstStyle/>
                    <a:p>
                      <a:r>
                        <a:rPr lang="en-IN" b="1" dirty="0"/>
                        <a:t>17.8 or </a:t>
                      </a:r>
                    </a:p>
                    <a:p>
                      <a:r>
                        <a:rPr lang="en-IN" b="1" dirty="0"/>
                        <a:t>18 Days</a:t>
                      </a:r>
                    </a:p>
                  </a:txBody>
                  <a:tcPr/>
                </a:tc>
                <a:extLst>
                  <a:ext uri="{0D108BD9-81ED-4DB2-BD59-A6C34878D82A}">
                    <a16:rowId xmlns:a16="http://schemas.microsoft.com/office/drawing/2014/main" val="330942535"/>
                  </a:ext>
                </a:extLst>
              </a:tr>
              <a:tr h="370840">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214060203"/>
                  </a:ext>
                </a:extLst>
              </a:tr>
            </a:tbl>
          </a:graphicData>
        </a:graphic>
      </p:graphicFrame>
    </p:spTree>
    <p:extLst>
      <p:ext uri="{BB962C8B-B14F-4D97-AF65-F5344CB8AC3E}">
        <p14:creationId xmlns:p14="http://schemas.microsoft.com/office/powerpoint/2010/main" val="31704773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3A284-97E1-4D3D-A2A9-907DC3F833C4}"/>
              </a:ext>
            </a:extLst>
          </p:cNvPr>
          <p:cNvSpPr>
            <a:spLocks noGrp="1"/>
          </p:cNvSpPr>
          <p:nvPr>
            <p:ph type="title"/>
          </p:nvPr>
        </p:nvSpPr>
        <p:spPr/>
        <p:txBody>
          <a:bodyPr>
            <a:normAutofit/>
          </a:bodyPr>
          <a:lstStyle/>
          <a:p>
            <a:pPr algn="ctr"/>
            <a:r>
              <a:rPr lang="en-US" sz="4000" b="1" dirty="0"/>
              <a:t>Days Inventories </a:t>
            </a:r>
            <a:r>
              <a:rPr lang="en-US" sz="4000" dirty="0"/>
              <a:t>–HUL–Last 5 </a:t>
            </a:r>
            <a:r>
              <a:rPr lang="en-US" sz="4000" dirty="0" err="1"/>
              <a:t>Fys</a:t>
            </a:r>
            <a:endParaRPr lang="en-IN" sz="4000" dirty="0"/>
          </a:p>
        </p:txBody>
      </p:sp>
      <p:sp>
        <p:nvSpPr>
          <p:cNvPr id="3" name="Content Placeholder 2">
            <a:extLst>
              <a:ext uri="{FF2B5EF4-FFF2-40B4-BE49-F238E27FC236}">
                <a16:creationId xmlns:a16="http://schemas.microsoft.com/office/drawing/2014/main" id="{C382CB25-8E28-4075-B0E7-D6A278C83575}"/>
              </a:ext>
            </a:extLst>
          </p:cNvPr>
          <p:cNvSpPr>
            <a:spLocks noGrp="1"/>
          </p:cNvSpPr>
          <p:nvPr>
            <p:ph idx="1"/>
          </p:nvPr>
        </p:nvSpPr>
        <p:spPr/>
        <p:txBody>
          <a:bodyPr/>
          <a:lstStyle/>
          <a:p>
            <a:pPr marL="0" indent="0">
              <a:buNone/>
            </a:pPr>
            <a:endParaRPr lang="en-IN" dirty="0"/>
          </a:p>
        </p:txBody>
      </p:sp>
      <p:graphicFrame>
        <p:nvGraphicFramePr>
          <p:cNvPr id="4" name="Table 4">
            <a:extLst>
              <a:ext uri="{FF2B5EF4-FFF2-40B4-BE49-F238E27FC236}">
                <a16:creationId xmlns:a16="http://schemas.microsoft.com/office/drawing/2014/main" id="{AE25D018-3D90-4005-A11F-B372EA73CAC6}"/>
              </a:ext>
            </a:extLst>
          </p:cNvPr>
          <p:cNvGraphicFramePr>
            <a:graphicFrameLocks/>
          </p:cNvGraphicFramePr>
          <p:nvPr/>
        </p:nvGraphicFramePr>
        <p:xfrm>
          <a:off x="838200" y="1825625"/>
          <a:ext cx="10515600" cy="3581400"/>
        </p:xfrm>
        <a:graphic>
          <a:graphicData uri="http://schemas.openxmlformats.org/drawingml/2006/table">
            <a:tbl>
              <a:tblPr firstRow="1" bandRow="1">
                <a:tableStyleId>{21E4AEA4-8DFA-4A89-87EB-49C32662AFE0}</a:tableStyleId>
              </a:tblPr>
              <a:tblGrid>
                <a:gridCol w="1314450">
                  <a:extLst>
                    <a:ext uri="{9D8B030D-6E8A-4147-A177-3AD203B41FA5}">
                      <a16:colId xmlns:a16="http://schemas.microsoft.com/office/drawing/2014/main" val="3403792412"/>
                    </a:ext>
                  </a:extLst>
                </a:gridCol>
                <a:gridCol w="1314450">
                  <a:extLst>
                    <a:ext uri="{9D8B030D-6E8A-4147-A177-3AD203B41FA5}">
                      <a16:colId xmlns:a16="http://schemas.microsoft.com/office/drawing/2014/main" val="1323928238"/>
                    </a:ext>
                  </a:extLst>
                </a:gridCol>
                <a:gridCol w="1314450">
                  <a:extLst>
                    <a:ext uri="{9D8B030D-6E8A-4147-A177-3AD203B41FA5}">
                      <a16:colId xmlns:a16="http://schemas.microsoft.com/office/drawing/2014/main" val="906007564"/>
                    </a:ext>
                  </a:extLst>
                </a:gridCol>
                <a:gridCol w="1314450">
                  <a:extLst>
                    <a:ext uri="{9D8B030D-6E8A-4147-A177-3AD203B41FA5}">
                      <a16:colId xmlns:a16="http://schemas.microsoft.com/office/drawing/2014/main" val="2929787704"/>
                    </a:ext>
                  </a:extLst>
                </a:gridCol>
                <a:gridCol w="1314450">
                  <a:extLst>
                    <a:ext uri="{9D8B030D-6E8A-4147-A177-3AD203B41FA5}">
                      <a16:colId xmlns:a16="http://schemas.microsoft.com/office/drawing/2014/main" val="2884300378"/>
                    </a:ext>
                  </a:extLst>
                </a:gridCol>
                <a:gridCol w="1314450">
                  <a:extLst>
                    <a:ext uri="{9D8B030D-6E8A-4147-A177-3AD203B41FA5}">
                      <a16:colId xmlns:a16="http://schemas.microsoft.com/office/drawing/2014/main" val="783594773"/>
                    </a:ext>
                  </a:extLst>
                </a:gridCol>
                <a:gridCol w="1314450">
                  <a:extLst>
                    <a:ext uri="{9D8B030D-6E8A-4147-A177-3AD203B41FA5}">
                      <a16:colId xmlns:a16="http://schemas.microsoft.com/office/drawing/2014/main" val="3333496656"/>
                    </a:ext>
                  </a:extLst>
                </a:gridCol>
                <a:gridCol w="1314450">
                  <a:extLst>
                    <a:ext uri="{9D8B030D-6E8A-4147-A177-3AD203B41FA5}">
                      <a16:colId xmlns:a16="http://schemas.microsoft.com/office/drawing/2014/main" val="2650275974"/>
                    </a:ext>
                  </a:extLst>
                </a:gridCol>
              </a:tblGrid>
              <a:tr h="37084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2024</a:t>
                      </a:r>
                    </a:p>
                  </a:txBody>
                  <a:tcPr/>
                </a:tc>
                <a:tc>
                  <a:txBody>
                    <a:bodyPr/>
                    <a:lstStyle/>
                    <a:p>
                      <a:r>
                        <a:rPr lang="en-US" dirty="0"/>
                        <a:t>2023</a:t>
                      </a:r>
                      <a:endParaRPr lang="en-IN" dirty="0"/>
                    </a:p>
                  </a:txBody>
                  <a:tcPr/>
                </a:tc>
                <a:tc>
                  <a:txBody>
                    <a:bodyPr/>
                    <a:lstStyle/>
                    <a:p>
                      <a:r>
                        <a:rPr lang="en-US" dirty="0"/>
                        <a:t>2022</a:t>
                      </a:r>
                      <a:endParaRPr lang="en-IN" dirty="0"/>
                    </a:p>
                  </a:txBody>
                  <a:tcPr/>
                </a:tc>
                <a:tc>
                  <a:txBody>
                    <a:bodyPr/>
                    <a:lstStyle/>
                    <a:p>
                      <a:r>
                        <a:rPr lang="en-US" dirty="0"/>
                        <a:t>2021</a:t>
                      </a:r>
                      <a:endParaRPr lang="en-IN" dirty="0"/>
                    </a:p>
                  </a:txBody>
                  <a:tcPr/>
                </a:tc>
                <a:tc>
                  <a:txBody>
                    <a:bodyPr/>
                    <a:lstStyle/>
                    <a:p>
                      <a:r>
                        <a:rPr lang="en-US" dirty="0"/>
                        <a:t>2020</a:t>
                      </a:r>
                      <a:endParaRPr lang="en-IN" dirty="0"/>
                    </a:p>
                  </a:txBody>
                  <a:tcPr/>
                </a:tc>
                <a:tc>
                  <a:txBody>
                    <a:bodyPr/>
                    <a:lstStyle/>
                    <a:p>
                      <a:r>
                        <a:rPr lang="en-IN" dirty="0"/>
                        <a:t>5 year Average </a:t>
                      </a:r>
                    </a:p>
                  </a:txBody>
                  <a:tcPr/>
                </a:tc>
                <a:extLst>
                  <a:ext uri="{0D108BD9-81ED-4DB2-BD59-A6C34878D82A}">
                    <a16:rowId xmlns:a16="http://schemas.microsoft.com/office/drawing/2014/main" val="2036340585"/>
                  </a:ext>
                </a:extLst>
              </a:tr>
              <a:tr h="370840">
                <a:tc>
                  <a:txBody>
                    <a:bodyPr/>
                    <a:lstStyle/>
                    <a:p>
                      <a:r>
                        <a:rPr lang="en-US" b="1" dirty="0"/>
                        <a:t>Inventories</a:t>
                      </a:r>
                    </a:p>
                  </a:txBody>
                  <a:tcPr/>
                </a:tc>
                <a:tc>
                  <a:txBody>
                    <a:bodyPr/>
                    <a:lstStyle/>
                    <a:p>
                      <a:r>
                        <a:rPr lang="en-IN" b="0" dirty="0"/>
                        <a:t>4415</a:t>
                      </a:r>
                    </a:p>
                  </a:txBody>
                  <a:tcPr/>
                </a:tc>
                <a:tc>
                  <a:txBody>
                    <a:bodyPr/>
                    <a:lstStyle/>
                    <a:p>
                      <a:r>
                        <a:rPr lang="en-IN" b="0" dirty="0"/>
                        <a:t>4022</a:t>
                      </a:r>
                    </a:p>
                  </a:txBody>
                  <a:tcPr/>
                </a:tc>
                <a:tc>
                  <a:txBody>
                    <a:bodyPr/>
                    <a:lstStyle/>
                    <a:p>
                      <a:r>
                        <a:rPr lang="en-IN" b="0" dirty="0"/>
                        <a:t>4251</a:t>
                      </a:r>
                    </a:p>
                  </a:txBody>
                  <a:tcPr/>
                </a:tc>
                <a:tc>
                  <a:txBody>
                    <a:bodyPr/>
                    <a:lstStyle/>
                    <a:p>
                      <a:r>
                        <a:rPr lang="en-IN" b="0" dirty="0"/>
                        <a:t>4096</a:t>
                      </a:r>
                    </a:p>
                  </a:txBody>
                  <a:tcPr/>
                </a:tc>
                <a:tc>
                  <a:txBody>
                    <a:bodyPr/>
                    <a:lstStyle/>
                    <a:p>
                      <a:r>
                        <a:rPr lang="en-IN" b="0" dirty="0"/>
                        <a:t>3579</a:t>
                      </a:r>
                    </a:p>
                  </a:txBody>
                  <a:tcPr/>
                </a:tc>
                <a:tc>
                  <a:txBody>
                    <a:bodyPr/>
                    <a:lstStyle/>
                    <a:p>
                      <a:r>
                        <a:rPr lang="en-IN" b="0" dirty="0"/>
                        <a:t>2767</a:t>
                      </a:r>
                    </a:p>
                  </a:txBody>
                  <a:tcPr/>
                </a:tc>
                <a:tc>
                  <a:txBody>
                    <a:bodyPr/>
                    <a:lstStyle/>
                    <a:p>
                      <a:endParaRPr lang="en-IN" b="0" dirty="0"/>
                    </a:p>
                  </a:txBody>
                  <a:tcPr/>
                </a:tc>
                <a:extLst>
                  <a:ext uri="{0D108BD9-81ED-4DB2-BD59-A6C34878D82A}">
                    <a16:rowId xmlns:a16="http://schemas.microsoft.com/office/drawing/2014/main" val="2876592805"/>
                  </a:ext>
                </a:extLst>
              </a:tr>
              <a:tr h="453745">
                <a:tc>
                  <a:txBody>
                    <a:bodyPr/>
                    <a:lstStyle/>
                    <a:p>
                      <a:r>
                        <a:rPr lang="en-US" b="1" dirty="0"/>
                        <a:t>Cost of Goods Sold</a:t>
                      </a:r>
                    </a:p>
                    <a:p>
                      <a:r>
                        <a:rPr lang="en-US" b="1" dirty="0"/>
                        <a:t>(including D&amp;A) </a:t>
                      </a:r>
                      <a:endParaRPr lang="en-IN" b="1" dirty="0"/>
                    </a:p>
                  </a:txBody>
                  <a:tcPr/>
                </a:tc>
                <a:tc>
                  <a:txBody>
                    <a:bodyPr/>
                    <a:lstStyle/>
                    <a:p>
                      <a:r>
                        <a:rPr lang="en-IN" dirty="0"/>
                        <a:t>35010</a:t>
                      </a:r>
                    </a:p>
                  </a:txBody>
                  <a:tcPr/>
                </a:tc>
                <a:tc>
                  <a:txBody>
                    <a:bodyPr/>
                    <a:lstStyle/>
                    <a:p>
                      <a:r>
                        <a:rPr lang="en-IN" dirty="0"/>
                        <a:t>33985</a:t>
                      </a:r>
                    </a:p>
                  </a:txBody>
                  <a:tcPr/>
                </a:tc>
                <a:tc>
                  <a:txBody>
                    <a:bodyPr/>
                    <a:lstStyle/>
                    <a:p>
                      <a:r>
                        <a:rPr lang="en-IN" dirty="0"/>
                        <a:t>35707</a:t>
                      </a:r>
                    </a:p>
                  </a:txBody>
                  <a:tcPr/>
                </a:tc>
                <a:tc>
                  <a:txBody>
                    <a:bodyPr/>
                    <a:lstStyle/>
                    <a:p>
                      <a:r>
                        <a:rPr lang="en-IN" dirty="0"/>
                        <a:t>29371</a:t>
                      </a:r>
                    </a:p>
                  </a:txBody>
                  <a:tcPr/>
                </a:tc>
                <a:tc>
                  <a:txBody>
                    <a:bodyPr/>
                    <a:lstStyle/>
                    <a:p>
                      <a:r>
                        <a:rPr lang="en-IN" dirty="0"/>
                        <a:t>25580</a:t>
                      </a:r>
                    </a:p>
                  </a:txBody>
                  <a:tcPr/>
                </a:tc>
                <a:tc>
                  <a:txBody>
                    <a:bodyPr/>
                    <a:lstStyle/>
                    <a:p>
                      <a:r>
                        <a:rPr lang="en-IN" dirty="0"/>
                        <a:t>21081</a:t>
                      </a:r>
                    </a:p>
                  </a:txBody>
                  <a:tcPr/>
                </a:tc>
                <a:tc>
                  <a:txBody>
                    <a:bodyPr/>
                    <a:lstStyle/>
                    <a:p>
                      <a:endParaRPr lang="en-IN" dirty="0"/>
                    </a:p>
                  </a:txBody>
                  <a:tcPr/>
                </a:tc>
                <a:extLst>
                  <a:ext uri="{0D108BD9-81ED-4DB2-BD59-A6C34878D82A}">
                    <a16:rowId xmlns:a16="http://schemas.microsoft.com/office/drawing/2014/main" val="2184519470"/>
                  </a:ext>
                </a:extLst>
              </a:tr>
              <a:tr h="370840">
                <a:tc>
                  <a:txBody>
                    <a:bodyPr/>
                    <a:lstStyle/>
                    <a:p>
                      <a:endParaRPr lang="en-IN" b="1" dirty="0"/>
                    </a:p>
                  </a:txBody>
                  <a:tcPr/>
                </a:tc>
                <a:tc>
                  <a:txBody>
                    <a:bodyPr/>
                    <a:lstStyle/>
                    <a:p>
                      <a:endParaRPr lang="en-IN" b="0" dirty="0"/>
                    </a:p>
                  </a:txBody>
                  <a:tcPr/>
                </a:tc>
                <a:tc>
                  <a:txBody>
                    <a:bodyPr/>
                    <a:lstStyle/>
                    <a:p>
                      <a:endParaRPr lang="en-IN" b="0" dirty="0"/>
                    </a:p>
                  </a:txBody>
                  <a:tcPr/>
                </a:tc>
                <a:tc>
                  <a:txBody>
                    <a:bodyPr/>
                    <a:lstStyle/>
                    <a:p>
                      <a:endParaRPr lang="en-IN" b="0" dirty="0"/>
                    </a:p>
                  </a:txBody>
                  <a:tcPr/>
                </a:tc>
                <a:tc>
                  <a:txBody>
                    <a:bodyPr/>
                    <a:lstStyle/>
                    <a:p>
                      <a:endParaRPr lang="en-IN" b="0" dirty="0"/>
                    </a:p>
                  </a:txBody>
                  <a:tcPr/>
                </a:tc>
                <a:tc>
                  <a:txBody>
                    <a:bodyPr/>
                    <a:lstStyle/>
                    <a:p>
                      <a:endParaRPr lang="en-IN" b="0" dirty="0"/>
                    </a:p>
                  </a:txBody>
                  <a:tcPr/>
                </a:tc>
                <a:tc>
                  <a:txBody>
                    <a:bodyPr/>
                    <a:lstStyle/>
                    <a:p>
                      <a:endParaRPr lang="en-IN" b="0" dirty="0"/>
                    </a:p>
                  </a:txBody>
                  <a:tcPr/>
                </a:tc>
                <a:tc>
                  <a:txBody>
                    <a:bodyPr/>
                    <a:lstStyle/>
                    <a:p>
                      <a:endParaRPr lang="en-IN" b="0" dirty="0"/>
                    </a:p>
                  </a:txBody>
                  <a:tcPr/>
                </a:tc>
                <a:extLst>
                  <a:ext uri="{0D108BD9-81ED-4DB2-BD59-A6C34878D82A}">
                    <a16:rowId xmlns:a16="http://schemas.microsoft.com/office/drawing/2014/main" val="3536977194"/>
                  </a:ext>
                </a:extLst>
              </a:tr>
              <a:tr h="370840">
                <a:tc>
                  <a:txBody>
                    <a:bodyPr/>
                    <a:lstStyle/>
                    <a:p>
                      <a:r>
                        <a:rPr lang="en-US" b="1" dirty="0"/>
                        <a:t>DI</a:t>
                      </a:r>
                      <a:endParaRPr lang="en-IN" b="1" dirty="0"/>
                    </a:p>
                  </a:txBody>
                  <a:tcPr/>
                </a:tc>
                <a:tc>
                  <a:txBody>
                    <a:bodyPr/>
                    <a:lstStyle/>
                    <a:p>
                      <a:r>
                        <a:rPr lang="en-IN" b="1" dirty="0"/>
                        <a:t>46</a:t>
                      </a:r>
                    </a:p>
                  </a:txBody>
                  <a:tcPr/>
                </a:tc>
                <a:tc>
                  <a:txBody>
                    <a:bodyPr/>
                    <a:lstStyle/>
                    <a:p>
                      <a:r>
                        <a:rPr lang="en-IN" b="1" dirty="0"/>
                        <a:t>43</a:t>
                      </a:r>
                    </a:p>
                  </a:txBody>
                  <a:tcPr/>
                </a:tc>
                <a:tc>
                  <a:txBody>
                    <a:bodyPr/>
                    <a:lstStyle/>
                    <a:p>
                      <a:r>
                        <a:rPr lang="en-IN" b="1" dirty="0"/>
                        <a:t>43</a:t>
                      </a:r>
                    </a:p>
                  </a:txBody>
                  <a:tcPr/>
                </a:tc>
                <a:tc>
                  <a:txBody>
                    <a:bodyPr/>
                    <a:lstStyle/>
                    <a:p>
                      <a:r>
                        <a:rPr lang="en-IN" b="1" dirty="0"/>
                        <a:t>51</a:t>
                      </a:r>
                    </a:p>
                  </a:txBody>
                  <a:tcPr/>
                </a:tc>
                <a:tc>
                  <a:txBody>
                    <a:bodyPr/>
                    <a:lstStyle/>
                    <a:p>
                      <a:r>
                        <a:rPr lang="en-IN" b="1" dirty="0"/>
                        <a:t>51</a:t>
                      </a:r>
                    </a:p>
                  </a:txBody>
                  <a:tcPr/>
                </a:tc>
                <a:tc>
                  <a:txBody>
                    <a:bodyPr/>
                    <a:lstStyle/>
                    <a:p>
                      <a:r>
                        <a:rPr lang="en-IN" b="0" dirty="0"/>
                        <a:t>48</a:t>
                      </a:r>
                    </a:p>
                  </a:txBody>
                  <a:tcPr/>
                </a:tc>
                <a:tc>
                  <a:txBody>
                    <a:bodyPr/>
                    <a:lstStyle/>
                    <a:p>
                      <a:r>
                        <a:rPr lang="en-IN" b="1" dirty="0"/>
                        <a:t>46.8 or</a:t>
                      </a:r>
                    </a:p>
                    <a:p>
                      <a:r>
                        <a:rPr lang="en-IN" b="1" dirty="0"/>
                        <a:t>47 Days</a:t>
                      </a:r>
                    </a:p>
                  </a:txBody>
                  <a:tcPr/>
                </a:tc>
                <a:extLst>
                  <a:ext uri="{0D108BD9-81ED-4DB2-BD59-A6C34878D82A}">
                    <a16:rowId xmlns:a16="http://schemas.microsoft.com/office/drawing/2014/main" val="330942535"/>
                  </a:ext>
                </a:extLst>
              </a:tr>
              <a:tr h="370840">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214060203"/>
                  </a:ext>
                </a:extLst>
              </a:tr>
            </a:tbl>
          </a:graphicData>
        </a:graphic>
      </p:graphicFrame>
    </p:spTree>
    <p:extLst>
      <p:ext uri="{BB962C8B-B14F-4D97-AF65-F5344CB8AC3E}">
        <p14:creationId xmlns:p14="http://schemas.microsoft.com/office/powerpoint/2010/main" val="19143016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3A284-97E1-4D3D-A2A9-907DC3F833C4}"/>
              </a:ext>
            </a:extLst>
          </p:cNvPr>
          <p:cNvSpPr>
            <a:spLocks noGrp="1"/>
          </p:cNvSpPr>
          <p:nvPr>
            <p:ph type="title"/>
          </p:nvPr>
        </p:nvSpPr>
        <p:spPr/>
        <p:txBody>
          <a:bodyPr>
            <a:normAutofit/>
          </a:bodyPr>
          <a:lstStyle/>
          <a:p>
            <a:pPr algn="ctr"/>
            <a:r>
              <a:rPr lang="en-US" sz="4000" b="1" dirty="0"/>
              <a:t>Days Payables </a:t>
            </a:r>
            <a:r>
              <a:rPr lang="en-US" sz="4000" dirty="0"/>
              <a:t>– HUL  –Last 5 </a:t>
            </a:r>
            <a:r>
              <a:rPr lang="en-US" sz="4000" dirty="0" err="1"/>
              <a:t>Fys</a:t>
            </a:r>
            <a:endParaRPr lang="en-IN" sz="4000" dirty="0"/>
          </a:p>
        </p:txBody>
      </p:sp>
      <p:sp>
        <p:nvSpPr>
          <p:cNvPr id="3" name="Content Placeholder 2">
            <a:extLst>
              <a:ext uri="{FF2B5EF4-FFF2-40B4-BE49-F238E27FC236}">
                <a16:creationId xmlns:a16="http://schemas.microsoft.com/office/drawing/2014/main" id="{C382CB25-8E28-4075-B0E7-D6A278C83575}"/>
              </a:ext>
            </a:extLst>
          </p:cNvPr>
          <p:cNvSpPr>
            <a:spLocks noGrp="1"/>
          </p:cNvSpPr>
          <p:nvPr>
            <p:ph idx="1"/>
          </p:nvPr>
        </p:nvSpPr>
        <p:spPr/>
        <p:txBody>
          <a:bodyPr/>
          <a:lstStyle/>
          <a:p>
            <a:pPr marL="0" indent="0">
              <a:buNone/>
            </a:pPr>
            <a:endParaRPr lang="en-IN" dirty="0"/>
          </a:p>
        </p:txBody>
      </p:sp>
      <p:graphicFrame>
        <p:nvGraphicFramePr>
          <p:cNvPr id="4" name="Table 4">
            <a:extLst>
              <a:ext uri="{FF2B5EF4-FFF2-40B4-BE49-F238E27FC236}">
                <a16:creationId xmlns:a16="http://schemas.microsoft.com/office/drawing/2014/main" id="{AE25D018-3D90-4005-A11F-B372EA73CAC6}"/>
              </a:ext>
            </a:extLst>
          </p:cNvPr>
          <p:cNvGraphicFramePr>
            <a:graphicFrameLocks/>
          </p:cNvGraphicFramePr>
          <p:nvPr/>
        </p:nvGraphicFramePr>
        <p:xfrm>
          <a:off x="838200" y="1825625"/>
          <a:ext cx="10515600" cy="3581400"/>
        </p:xfrm>
        <a:graphic>
          <a:graphicData uri="http://schemas.openxmlformats.org/drawingml/2006/table">
            <a:tbl>
              <a:tblPr firstRow="1" bandRow="1">
                <a:tableStyleId>{F5AB1C69-6EDB-4FF4-983F-18BD219EF322}</a:tableStyleId>
              </a:tblPr>
              <a:tblGrid>
                <a:gridCol w="1314450">
                  <a:extLst>
                    <a:ext uri="{9D8B030D-6E8A-4147-A177-3AD203B41FA5}">
                      <a16:colId xmlns:a16="http://schemas.microsoft.com/office/drawing/2014/main" val="3403792412"/>
                    </a:ext>
                  </a:extLst>
                </a:gridCol>
                <a:gridCol w="1314450">
                  <a:extLst>
                    <a:ext uri="{9D8B030D-6E8A-4147-A177-3AD203B41FA5}">
                      <a16:colId xmlns:a16="http://schemas.microsoft.com/office/drawing/2014/main" val="1323928238"/>
                    </a:ext>
                  </a:extLst>
                </a:gridCol>
                <a:gridCol w="1314450">
                  <a:extLst>
                    <a:ext uri="{9D8B030D-6E8A-4147-A177-3AD203B41FA5}">
                      <a16:colId xmlns:a16="http://schemas.microsoft.com/office/drawing/2014/main" val="1569222287"/>
                    </a:ext>
                  </a:extLst>
                </a:gridCol>
                <a:gridCol w="1314450">
                  <a:extLst>
                    <a:ext uri="{9D8B030D-6E8A-4147-A177-3AD203B41FA5}">
                      <a16:colId xmlns:a16="http://schemas.microsoft.com/office/drawing/2014/main" val="2929787704"/>
                    </a:ext>
                  </a:extLst>
                </a:gridCol>
                <a:gridCol w="1314450">
                  <a:extLst>
                    <a:ext uri="{9D8B030D-6E8A-4147-A177-3AD203B41FA5}">
                      <a16:colId xmlns:a16="http://schemas.microsoft.com/office/drawing/2014/main" val="2884300378"/>
                    </a:ext>
                  </a:extLst>
                </a:gridCol>
                <a:gridCol w="1314450">
                  <a:extLst>
                    <a:ext uri="{9D8B030D-6E8A-4147-A177-3AD203B41FA5}">
                      <a16:colId xmlns:a16="http://schemas.microsoft.com/office/drawing/2014/main" val="783594773"/>
                    </a:ext>
                  </a:extLst>
                </a:gridCol>
                <a:gridCol w="1314450">
                  <a:extLst>
                    <a:ext uri="{9D8B030D-6E8A-4147-A177-3AD203B41FA5}">
                      <a16:colId xmlns:a16="http://schemas.microsoft.com/office/drawing/2014/main" val="3333496656"/>
                    </a:ext>
                  </a:extLst>
                </a:gridCol>
                <a:gridCol w="1314450">
                  <a:extLst>
                    <a:ext uri="{9D8B030D-6E8A-4147-A177-3AD203B41FA5}">
                      <a16:colId xmlns:a16="http://schemas.microsoft.com/office/drawing/2014/main" val="2691034404"/>
                    </a:ext>
                  </a:extLst>
                </a:gridCol>
              </a:tblGrid>
              <a:tr h="37084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2024</a:t>
                      </a:r>
                    </a:p>
                  </a:txBody>
                  <a:tcPr/>
                </a:tc>
                <a:tc>
                  <a:txBody>
                    <a:bodyPr/>
                    <a:lstStyle/>
                    <a:p>
                      <a:r>
                        <a:rPr lang="en-IN" dirty="0"/>
                        <a:t> 2023</a:t>
                      </a:r>
                    </a:p>
                  </a:txBody>
                  <a:tcPr/>
                </a:tc>
                <a:tc>
                  <a:txBody>
                    <a:bodyPr/>
                    <a:lstStyle/>
                    <a:p>
                      <a:r>
                        <a:rPr lang="en-US" dirty="0"/>
                        <a:t> 2022</a:t>
                      </a:r>
                      <a:endParaRPr lang="en-IN" dirty="0"/>
                    </a:p>
                  </a:txBody>
                  <a:tcPr/>
                </a:tc>
                <a:tc>
                  <a:txBody>
                    <a:bodyPr/>
                    <a:lstStyle/>
                    <a:p>
                      <a:r>
                        <a:rPr lang="en-US" dirty="0"/>
                        <a:t>2021</a:t>
                      </a:r>
                      <a:endParaRPr lang="en-IN" dirty="0"/>
                    </a:p>
                  </a:txBody>
                  <a:tcPr/>
                </a:tc>
                <a:tc>
                  <a:txBody>
                    <a:bodyPr/>
                    <a:lstStyle/>
                    <a:p>
                      <a:r>
                        <a:rPr lang="en-US" dirty="0"/>
                        <a:t>2020</a:t>
                      </a:r>
                      <a:endParaRPr lang="en-IN" dirty="0"/>
                    </a:p>
                  </a:txBody>
                  <a:tcPr/>
                </a:tc>
                <a:tc>
                  <a:txBody>
                    <a:bodyPr/>
                    <a:lstStyle/>
                    <a:p>
                      <a:r>
                        <a:rPr lang="en-IN" dirty="0"/>
                        <a:t>5 Year Average </a:t>
                      </a:r>
                    </a:p>
                  </a:txBody>
                  <a:tcPr/>
                </a:tc>
                <a:extLst>
                  <a:ext uri="{0D108BD9-81ED-4DB2-BD59-A6C34878D82A}">
                    <a16:rowId xmlns:a16="http://schemas.microsoft.com/office/drawing/2014/main" val="2036340585"/>
                  </a:ext>
                </a:extLst>
              </a:tr>
              <a:tr h="370840">
                <a:tc>
                  <a:txBody>
                    <a:bodyPr/>
                    <a:lstStyle/>
                    <a:p>
                      <a:r>
                        <a:rPr lang="en-US" b="1" dirty="0"/>
                        <a:t>Trade Payables</a:t>
                      </a:r>
                    </a:p>
                  </a:txBody>
                  <a:tcPr/>
                </a:tc>
                <a:tc>
                  <a:txBody>
                    <a:bodyPr/>
                    <a:lstStyle/>
                    <a:p>
                      <a:r>
                        <a:rPr lang="en-IN" b="0" dirty="0"/>
                        <a:t>11315</a:t>
                      </a:r>
                    </a:p>
                  </a:txBody>
                  <a:tcPr/>
                </a:tc>
                <a:tc>
                  <a:txBody>
                    <a:bodyPr/>
                    <a:lstStyle/>
                    <a:p>
                      <a:r>
                        <a:rPr lang="en-IN" b="0" dirty="0"/>
                        <a:t>10486</a:t>
                      </a:r>
                    </a:p>
                  </a:txBody>
                  <a:tcPr/>
                </a:tc>
                <a:tc>
                  <a:txBody>
                    <a:bodyPr/>
                    <a:lstStyle/>
                    <a:p>
                      <a:r>
                        <a:rPr lang="en-IN" b="0" dirty="0"/>
                        <a:t>9574</a:t>
                      </a:r>
                    </a:p>
                  </a:txBody>
                  <a:tcPr/>
                </a:tc>
                <a:tc>
                  <a:txBody>
                    <a:bodyPr/>
                    <a:lstStyle/>
                    <a:p>
                      <a:r>
                        <a:rPr lang="en-IN" b="0" dirty="0"/>
                        <a:t>9068</a:t>
                      </a:r>
                    </a:p>
                  </a:txBody>
                  <a:tcPr/>
                </a:tc>
                <a:tc>
                  <a:txBody>
                    <a:bodyPr/>
                    <a:lstStyle/>
                    <a:p>
                      <a:r>
                        <a:rPr lang="en-IN" b="0" dirty="0"/>
                        <a:t>8802</a:t>
                      </a:r>
                    </a:p>
                  </a:txBody>
                  <a:tcPr/>
                </a:tc>
                <a:tc>
                  <a:txBody>
                    <a:bodyPr/>
                    <a:lstStyle/>
                    <a:p>
                      <a:r>
                        <a:rPr lang="en-IN" b="0" dirty="0"/>
                        <a:t>7535</a:t>
                      </a:r>
                    </a:p>
                  </a:txBody>
                  <a:tcPr/>
                </a:tc>
                <a:tc>
                  <a:txBody>
                    <a:bodyPr/>
                    <a:lstStyle/>
                    <a:p>
                      <a:endParaRPr lang="en-IN" b="0" dirty="0"/>
                    </a:p>
                  </a:txBody>
                  <a:tcPr/>
                </a:tc>
                <a:extLst>
                  <a:ext uri="{0D108BD9-81ED-4DB2-BD59-A6C34878D82A}">
                    <a16:rowId xmlns:a16="http://schemas.microsoft.com/office/drawing/2014/main" val="2876592805"/>
                  </a:ext>
                </a:extLst>
              </a:tr>
              <a:tr h="453745">
                <a:tc>
                  <a:txBody>
                    <a:bodyPr/>
                    <a:lstStyle/>
                    <a:p>
                      <a:r>
                        <a:rPr lang="en-US" b="1" dirty="0"/>
                        <a:t>Cost of Goods Sold</a:t>
                      </a:r>
                    </a:p>
                    <a:p>
                      <a:r>
                        <a:rPr lang="en-US" b="1" dirty="0"/>
                        <a:t>(including D&amp; A) </a:t>
                      </a:r>
                      <a:endParaRPr lang="en-IN" b="1" dirty="0"/>
                    </a:p>
                  </a:txBody>
                  <a:tcPr/>
                </a:tc>
                <a:tc>
                  <a:txBody>
                    <a:bodyPr/>
                    <a:lstStyle/>
                    <a:p>
                      <a:r>
                        <a:rPr lang="en-IN" dirty="0"/>
                        <a:t>35010</a:t>
                      </a:r>
                    </a:p>
                  </a:txBody>
                  <a:tcPr/>
                </a:tc>
                <a:tc>
                  <a:txBody>
                    <a:bodyPr/>
                    <a:lstStyle/>
                    <a:p>
                      <a:r>
                        <a:rPr lang="en-IN" dirty="0"/>
                        <a:t>33985</a:t>
                      </a:r>
                    </a:p>
                  </a:txBody>
                  <a:tcPr/>
                </a:tc>
                <a:tc>
                  <a:txBody>
                    <a:bodyPr/>
                    <a:lstStyle/>
                    <a:p>
                      <a:r>
                        <a:rPr lang="en-IN" dirty="0"/>
                        <a:t>35707</a:t>
                      </a:r>
                    </a:p>
                  </a:txBody>
                  <a:tcPr/>
                </a:tc>
                <a:tc>
                  <a:txBody>
                    <a:bodyPr/>
                    <a:lstStyle/>
                    <a:p>
                      <a:r>
                        <a:rPr lang="en-IN" dirty="0"/>
                        <a:t>29371</a:t>
                      </a:r>
                    </a:p>
                  </a:txBody>
                  <a:tcPr/>
                </a:tc>
                <a:tc>
                  <a:txBody>
                    <a:bodyPr/>
                    <a:lstStyle/>
                    <a:p>
                      <a:r>
                        <a:rPr lang="en-IN" dirty="0"/>
                        <a:t>25580</a:t>
                      </a:r>
                    </a:p>
                  </a:txBody>
                  <a:tcPr/>
                </a:tc>
                <a:tc>
                  <a:txBody>
                    <a:bodyPr/>
                    <a:lstStyle/>
                    <a:p>
                      <a:r>
                        <a:rPr lang="en-IN" dirty="0"/>
                        <a:t>21081</a:t>
                      </a:r>
                    </a:p>
                  </a:txBody>
                  <a:tcPr/>
                </a:tc>
                <a:tc>
                  <a:txBody>
                    <a:bodyPr/>
                    <a:lstStyle/>
                    <a:p>
                      <a:endParaRPr lang="en-IN" dirty="0"/>
                    </a:p>
                  </a:txBody>
                  <a:tcPr/>
                </a:tc>
                <a:extLst>
                  <a:ext uri="{0D108BD9-81ED-4DB2-BD59-A6C34878D82A}">
                    <a16:rowId xmlns:a16="http://schemas.microsoft.com/office/drawing/2014/main" val="2184519470"/>
                  </a:ext>
                </a:extLst>
              </a:tr>
              <a:tr h="370840">
                <a:tc>
                  <a:txBody>
                    <a:bodyPr/>
                    <a:lstStyle/>
                    <a:p>
                      <a:endParaRPr lang="en-IN" b="1" dirty="0"/>
                    </a:p>
                  </a:txBody>
                  <a:tcPr/>
                </a:tc>
                <a:tc>
                  <a:txBody>
                    <a:bodyPr/>
                    <a:lstStyle/>
                    <a:p>
                      <a:endParaRPr lang="en-IN" b="0" dirty="0">
                        <a:solidFill>
                          <a:srgbClr val="FF0000"/>
                        </a:solidFill>
                      </a:endParaRPr>
                    </a:p>
                  </a:txBody>
                  <a:tcPr/>
                </a:tc>
                <a:tc>
                  <a:txBody>
                    <a:bodyPr/>
                    <a:lstStyle/>
                    <a:p>
                      <a:endParaRPr lang="en-IN" b="0" dirty="0">
                        <a:solidFill>
                          <a:srgbClr val="FF0000"/>
                        </a:solidFill>
                      </a:endParaRPr>
                    </a:p>
                  </a:txBody>
                  <a:tcPr/>
                </a:tc>
                <a:tc>
                  <a:txBody>
                    <a:bodyPr/>
                    <a:lstStyle/>
                    <a:p>
                      <a:endParaRPr lang="en-IN" b="0" dirty="0">
                        <a:solidFill>
                          <a:srgbClr val="FF0000"/>
                        </a:solidFill>
                      </a:endParaRPr>
                    </a:p>
                  </a:txBody>
                  <a:tcPr/>
                </a:tc>
                <a:tc>
                  <a:txBody>
                    <a:bodyPr/>
                    <a:lstStyle/>
                    <a:p>
                      <a:endParaRPr lang="en-IN" b="0" dirty="0">
                        <a:solidFill>
                          <a:srgbClr val="FF0000"/>
                        </a:solidFill>
                      </a:endParaRPr>
                    </a:p>
                  </a:txBody>
                  <a:tcPr/>
                </a:tc>
                <a:tc>
                  <a:txBody>
                    <a:bodyPr/>
                    <a:lstStyle/>
                    <a:p>
                      <a:endParaRPr lang="en-IN" b="0" dirty="0">
                        <a:solidFill>
                          <a:srgbClr val="FF0000"/>
                        </a:solidFill>
                      </a:endParaRPr>
                    </a:p>
                  </a:txBody>
                  <a:tcPr/>
                </a:tc>
                <a:tc>
                  <a:txBody>
                    <a:bodyPr/>
                    <a:lstStyle/>
                    <a:p>
                      <a:endParaRPr lang="en-IN" b="0" dirty="0"/>
                    </a:p>
                  </a:txBody>
                  <a:tcPr/>
                </a:tc>
                <a:tc>
                  <a:txBody>
                    <a:bodyPr/>
                    <a:lstStyle/>
                    <a:p>
                      <a:endParaRPr lang="en-IN" b="0" dirty="0"/>
                    </a:p>
                  </a:txBody>
                  <a:tcPr/>
                </a:tc>
                <a:extLst>
                  <a:ext uri="{0D108BD9-81ED-4DB2-BD59-A6C34878D82A}">
                    <a16:rowId xmlns:a16="http://schemas.microsoft.com/office/drawing/2014/main" val="3536977194"/>
                  </a:ext>
                </a:extLst>
              </a:tr>
              <a:tr h="370840">
                <a:tc>
                  <a:txBody>
                    <a:bodyPr/>
                    <a:lstStyle/>
                    <a:p>
                      <a:r>
                        <a:rPr lang="en-US" b="1" dirty="0"/>
                        <a:t>DP</a:t>
                      </a:r>
                      <a:endParaRPr lang="en-IN" b="1" dirty="0"/>
                    </a:p>
                  </a:txBody>
                  <a:tcPr/>
                </a:tc>
                <a:tc>
                  <a:txBody>
                    <a:bodyPr/>
                    <a:lstStyle/>
                    <a:p>
                      <a:r>
                        <a:rPr lang="en-IN" b="1" dirty="0">
                          <a:solidFill>
                            <a:schemeClr val="bg2">
                              <a:lumMod val="10000"/>
                            </a:schemeClr>
                          </a:solidFill>
                        </a:rPr>
                        <a:t>118</a:t>
                      </a:r>
                    </a:p>
                  </a:txBody>
                  <a:tcPr/>
                </a:tc>
                <a:tc>
                  <a:txBody>
                    <a:bodyPr/>
                    <a:lstStyle/>
                    <a:p>
                      <a:r>
                        <a:rPr lang="en-IN" b="1" dirty="0">
                          <a:solidFill>
                            <a:schemeClr val="bg2">
                              <a:lumMod val="10000"/>
                            </a:schemeClr>
                          </a:solidFill>
                        </a:rPr>
                        <a:t>113</a:t>
                      </a:r>
                    </a:p>
                  </a:txBody>
                  <a:tcPr/>
                </a:tc>
                <a:tc>
                  <a:txBody>
                    <a:bodyPr/>
                    <a:lstStyle/>
                    <a:p>
                      <a:r>
                        <a:rPr lang="en-IN" b="1" dirty="0">
                          <a:solidFill>
                            <a:schemeClr val="bg2">
                              <a:lumMod val="10000"/>
                            </a:schemeClr>
                          </a:solidFill>
                        </a:rPr>
                        <a:t>98</a:t>
                      </a:r>
                    </a:p>
                  </a:txBody>
                  <a:tcPr/>
                </a:tc>
                <a:tc>
                  <a:txBody>
                    <a:bodyPr/>
                    <a:lstStyle/>
                    <a:p>
                      <a:r>
                        <a:rPr lang="en-IN" b="1" dirty="0">
                          <a:solidFill>
                            <a:schemeClr val="bg2">
                              <a:lumMod val="10000"/>
                            </a:schemeClr>
                          </a:solidFill>
                        </a:rPr>
                        <a:t>113</a:t>
                      </a:r>
                    </a:p>
                  </a:txBody>
                  <a:tcPr/>
                </a:tc>
                <a:tc>
                  <a:txBody>
                    <a:bodyPr/>
                    <a:lstStyle/>
                    <a:p>
                      <a:r>
                        <a:rPr lang="en-IN" b="1" dirty="0">
                          <a:solidFill>
                            <a:schemeClr val="bg2">
                              <a:lumMod val="10000"/>
                            </a:schemeClr>
                          </a:solidFill>
                        </a:rPr>
                        <a:t>126</a:t>
                      </a:r>
                    </a:p>
                  </a:txBody>
                  <a:tcPr/>
                </a:tc>
                <a:tc>
                  <a:txBody>
                    <a:bodyPr/>
                    <a:lstStyle/>
                    <a:p>
                      <a:r>
                        <a:rPr lang="en-IN" b="0" dirty="0"/>
                        <a:t>130</a:t>
                      </a:r>
                    </a:p>
                  </a:txBody>
                  <a:tcPr/>
                </a:tc>
                <a:tc>
                  <a:txBody>
                    <a:bodyPr/>
                    <a:lstStyle/>
                    <a:p>
                      <a:r>
                        <a:rPr lang="en-IN" b="1" dirty="0"/>
                        <a:t>114 Days</a:t>
                      </a:r>
                    </a:p>
                  </a:txBody>
                  <a:tcPr/>
                </a:tc>
                <a:extLst>
                  <a:ext uri="{0D108BD9-81ED-4DB2-BD59-A6C34878D82A}">
                    <a16:rowId xmlns:a16="http://schemas.microsoft.com/office/drawing/2014/main" val="330942535"/>
                  </a:ext>
                </a:extLst>
              </a:tr>
              <a:tr h="370840">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214060203"/>
                  </a:ext>
                </a:extLst>
              </a:tr>
            </a:tbl>
          </a:graphicData>
        </a:graphic>
      </p:graphicFrame>
    </p:spTree>
    <p:extLst>
      <p:ext uri="{BB962C8B-B14F-4D97-AF65-F5344CB8AC3E}">
        <p14:creationId xmlns:p14="http://schemas.microsoft.com/office/powerpoint/2010/main" val="33175767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3A284-97E1-4D3D-A2A9-907DC3F833C4}"/>
              </a:ext>
            </a:extLst>
          </p:cNvPr>
          <p:cNvSpPr>
            <a:spLocks noGrp="1"/>
          </p:cNvSpPr>
          <p:nvPr>
            <p:ph type="title"/>
          </p:nvPr>
        </p:nvSpPr>
        <p:spPr/>
        <p:txBody>
          <a:bodyPr>
            <a:normAutofit/>
          </a:bodyPr>
          <a:lstStyle/>
          <a:p>
            <a:pPr algn="ctr"/>
            <a:r>
              <a:rPr lang="en-US" sz="3600" b="1" dirty="0"/>
              <a:t>Cash Conversion Cycle  </a:t>
            </a:r>
            <a:r>
              <a:rPr lang="en-US" sz="3600" dirty="0"/>
              <a:t>– HUL –Last 5 </a:t>
            </a:r>
            <a:r>
              <a:rPr lang="en-US" sz="3600" dirty="0" err="1"/>
              <a:t>Fys</a:t>
            </a:r>
            <a:endParaRPr lang="en-IN" sz="3600" dirty="0"/>
          </a:p>
        </p:txBody>
      </p:sp>
      <p:sp>
        <p:nvSpPr>
          <p:cNvPr id="3" name="Content Placeholder 2">
            <a:extLst>
              <a:ext uri="{FF2B5EF4-FFF2-40B4-BE49-F238E27FC236}">
                <a16:creationId xmlns:a16="http://schemas.microsoft.com/office/drawing/2014/main" id="{C382CB25-8E28-4075-B0E7-D6A278C83575}"/>
              </a:ext>
            </a:extLst>
          </p:cNvPr>
          <p:cNvSpPr>
            <a:spLocks noGrp="1"/>
          </p:cNvSpPr>
          <p:nvPr>
            <p:ph idx="1"/>
          </p:nvPr>
        </p:nvSpPr>
        <p:spPr/>
        <p:txBody>
          <a:bodyPr/>
          <a:lstStyle/>
          <a:p>
            <a:pPr marL="0" indent="0">
              <a:buNone/>
            </a:pPr>
            <a:endParaRPr lang="en-IN" dirty="0"/>
          </a:p>
        </p:txBody>
      </p:sp>
      <p:graphicFrame>
        <p:nvGraphicFramePr>
          <p:cNvPr id="4" name="Table 4">
            <a:extLst>
              <a:ext uri="{FF2B5EF4-FFF2-40B4-BE49-F238E27FC236}">
                <a16:creationId xmlns:a16="http://schemas.microsoft.com/office/drawing/2014/main" id="{AE25D018-3D90-4005-A11F-B372EA73CAC6}"/>
              </a:ext>
            </a:extLst>
          </p:cNvPr>
          <p:cNvGraphicFramePr>
            <a:graphicFrameLocks/>
          </p:cNvGraphicFramePr>
          <p:nvPr/>
        </p:nvGraphicFramePr>
        <p:xfrm>
          <a:off x="838200" y="1825625"/>
          <a:ext cx="10515600" cy="2206345"/>
        </p:xfrm>
        <a:graphic>
          <a:graphicData uri="http://schemas.openxmlformats.org/drawingml/2006/table">
            <a:tbl>
              <a:tblPr firstRow="1" bandRow="1">
                <a:tableStyleId>{93296810-A885-4BE3-A3E7-6D5BEEA58F35}</a:tableStyleId>
              </a:tblPr>
              <a:tblGrid>
                <a:gridCol w="1314450">
                  <a:extLst>
                    <a:ext uri="{9D8B030D-6E8A-4147-A177-3AD203B41FA5}">
                      <a16:colId xmlns:a16="http://schemas.microsoft.com/office/drawing/2014/main" val="3403792412"/>
                    </a:ext>
                  </a:extLst>
                </a:gridCol>
                <a:gridCol w="1314450">
                  <a:extLst>
                    <a:ext uri="{9D8B030D-6E8A-4147-A177-3AD203B41FA5}">
                      <a16:colId xmlns:a16="http://schemas.microsoft.com/office/drawing/2014/main" val="1323928238"/>
                    </a:ext>
                  </a:extLst>
                </a:gridCol>
                <a:gridCol w="1314450">
                  <a:extLst>
                    <a:ext uri="{9D8B030D-6E8A-4147-A177-3AD203B41FA5}">
                      <a16:colId xmlns:a16="http://schemas.microsoft.com/office/drawing/2014/main" val="1014453675"/>
                    </a:ext>
                  </a:extLst>
                </a:gridCol>
                <a:gridCol w="1314450">
                  <a:extLst>
                    <a:ext uri="{9D8B030D-6E8A-4147-A177-3AD203B41FA5}">
                      <a16:colId xmlns:a16="http://schemas.microsoft.com/office/drawing/2014/main" val="2929787704"/>
                    </a:ext>
                  </a:extLst>
                </a:gridCol>
                <a:gridCol w="1314450">
                  <a:extLst>
                    <a:ext uri="{9D8B030D-6E8A-4147-A177-3AD203B41FA5}">
                      <a16:colId xmlns:a16="http://schemas.microsoft.com/office/drawing/2014/main" val="2884300378"/>
                    </a:ext>
                  </a:extLst>
                </a:gridCol>
                <a:gridCol w="1314450">
                  <a:extLst>
                    <a:ext uri="{9D8B030D-6E8A-4147-A177-3AD203B41FA5}">
                      <a16:colId xmlns:a16="http://schemas.microsoft.com/office/drawing/2014/main" val="783594773"/>
                    </a:ext>
                  </a:extLst>
                </a:gridCol>
                <a:gridCol w="1314450">
                  <a:extLst>
                    <a:ext uri="{9D8B030D-6E8A-4147-A177-3AD203B41FA5}">
                      <a16:colId xmlns:a16="http://schemas.microsoft.com/office/drawing/2014/main" val="3333496656"/>
                    </a:ext>
                  </a:extLst>
                </a:gridCol>
                <a:gridCol w="1314450">
                  <a:extLst>
                    <a:ext uri="{9D8B030D-6E8A-4147-A177-3AD203B41FA5}">
                      <a16:colId xmlns:a16="http://schemas.microsoft.com/office/drawing/2014/main" val="3302211589"/>
                    </a:ext>
                  </a:extLst>
                </a:gridCol>
              </a:tblGrid>
              <a:tr h="37084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2024</a:t>
                      </a:r>
                    </a:p>
                  </a:txBody>
                  <a:tcPr/>
                </a:tc>
                <a:tc>
                  <a:txBody>
                    <a:bodyPr/>
                    <a:lstStyle/>
                    <a:p>
                      <a:r>
                        <a:rPr lang="en-IN" dirty="0"/>
                        <a:t> 2023</a:t>
                      </a:r>
                    </a:p>
                  </a:txBody>
                  <a:tcPr/>
                </a:tc>
                <a:tc>
                  <a:txBody>
                    <a:bodyPr/>
                    <a:lstStyle/>
                    <a:p>
                      <a:r>
                        <a:rPr lang="en-US" dirty="0"/>
                        <a:t> 2022</a:t>
                      </a:r>
                      <a:endParaRPr lang="en-IN" dirty="0"/>
                    </a:p>
                  </a:txBody>
                  <a:tcPr/>
                </a:tc>
                <a:tc>
                  <a:txBody>
                    <a:bodyPr/>
                    <a:lstStyle/>
                    <a:p>
                      <a:r>
                        <a:rPr lang="en-US" dirty="0"/>
                        <a:t>2021</a:t>
                      </a:r>
                      <a:endParaRPr lang="en-IN" dirty="0"/>
                    </a:p>
                  </a:txBody>
                  <a:tcPr/>
                </a:tc>
                <a:tc>
                  <a:txBody>
                    <a:bodyPr/>
                    <a:lstStyle/>
                    <a:p>
                      <a:r>
                        <a:rPr lang="en-US" dirty="0"/>
                        <a:t>2020</a:t>
                      </a:r>
                      <a:endParaRPr lang="en-IN" dirty="0"/>
                    </a:p>
                  </a:txBody>
                  <a:tcPr/>
                </a:tc>
                <a:tc>
                  <a:txBody>
                    <a:bodyPr/>
                    <a:lstStyle/>
                    <a:p>
                      <a:r>
                        <a:rPr lang="en-IN" dirty="0"/>
                        <a:t>5 year Average </a:t>
                      </a:r>
                    </a:p>
                  </a:txBody>
                  <a:tcPr/>
                </a:tc>
                <a:extLst>
                  <a:ext uri="{0D108BD9-81ED-4DB2-BD59-A6C34878D82A}">
                    <a16:rowId xmlns:a16="http://schemas.microsoft.com/office/drawing/2014/main" val="2036340585"/>
                  </a:ext>
                </a:extLst>
              </a:tr>
              <a:tr h="370840">
                <a:tc>
                  <a:txBody>
                    <a:bodyPr/>
                    <a:lstStyle/>
                    <a:p>
                      <a:r>
                        <a:rPr lang="en-US" b="1" dirty="0"/>
                        <a:t>DR +</a:t>
                      </a:r>
                      <a:endParaRPr lang="en-IN" b="1" dirty="0"/>
                    </a:p>
                  </a:txBody>
                  <a:tcPr/>
                </a:tc>
                <a:tc>
                  <a:txBody>
                    <a:bodyPr/>
                    <a:lstStyle/>
                    <a:p>
                      <a:r>
                        <a:rPr lang="en-IN" b="0" dirty="0"/>
                        <a:t>22</a:t>
                      </a:r>
                    </a:p>
                  </a:txBody>
                  <a:tcPr/>
                </a:tc>
                <a:tc>
                  <a:txBody>
                    <a:bodyPr/>
                    <a:lstStyle/>
                    <a:p>
                      <a:r>
                        <a:rPr lang="en-IN" b="0" dirty="0"/>
                        <a:t>18</a:t>
                      </a:r>
                    </a:p>
                  </a:txBody>
                  <a:tcPr/>
                </a:tc>
                <a:tc>
                  <a:txBody>
                    <a:bodyPr/>
                    <a:lstStyle/>
                    <a:p>
                      <a:r>
                        <a:rPr lang="en-IN" b="0" dirty="0"/>
                        <a:t>19</a:t>
                      </a:r>
                    </a:p>
                  </a:txBody>
                  <a:tcPr/>
                </a:tc>
                <a:tc>
                  <a:txBody>
                    <a:bodyPr/>
                    <a:lstStyle/>
                    <a:p>
                      <a:r>
                        <a:rPr lang="en-IN" b="0" dirty="0"/>
                        <a:t>16</a:t>
                      </a:r>
                    </a:p>
                  </a:txBody>
                  <a:tcPr/>
                </a:tc>
                <a:tc>
                  <a:txBody>
                    <a:bodyPr/>
                    <a:lstStyle/>
                    <a:p>
                      <a:r>
                        <a:rPr lang="en-IN" b="0" dirty="0"/>
                        <a:t>14</a:t>
                      </a:r>
                    </a:p>
                  </a:txBody>
                  <a:tcPr/>
                </a:tc>
                <a:tc>
                  <a:txBody>
                    <a:bodyPr/>
                    <a:lstStyle/>
                    <a:p>
                      <a:r>
                        <a:rPr lang="en-IN" b="0" dirty="0"/>
                        <a:t>11</a:t>
                      </a:r>
                    </a:p>
                  </a:txBody>
                  <a:tcPr/>
                </a:tc>
                <a:tc>
                  <a:txBody>
                    <a:bodyPr/>
                    <a:lstStyle/>
                    <a:p>
                      <a:r>
                        <a:rPr lang="en-IN" b="0" dirty="0"/>
                        <a:t> 18 Days</a:t>
                      </a:r>
                    </a:p>
                  </a:txBody>
                  <a:tcPr/>
                </a:tc>
                <a:extLst>
                  <a:ext uri="{0D108BD9-81ED-4DB2-BD59-A6C34878D82A}">
                    <a16:rowId xmlns:a16="http://schemas.microsoft.com/office/drawing/2014/main" val="2876592805"/>
                  </a:ext>
                </a:extLst>
              </a:tr>
              <a:tr h="453745">
                <a:tc>
                  <a:txBody>
                    <a:bodyPr/>
                    <a:lstStyle/>
                    <a:p>
                      <a:r>
                        <a:rPr lang="en-US" b="1" dirty="0"/>
                        <a:t>DI </a:t>
                      </a:r>
                      <a:endParaRPr lang="en-IN" b="1" dirty="0"/>
                    </a:p>
                  </a:txBody>
                  <a:tcPr/>
                </a:tc>
                <a:tc>
                  <a:txBody>
                    <a:bodyPr/>
                    <a:lstStyle/>
                    <a:p>
                      <a:r>
                        <a:rPr lang="en-IN" b="0" dirty="0"/>
                        <a:t>46</a:t>
                      </a:r>
                    </a:p>
                  </a:txBody>
                  <a:tcPr/>
                </a:tc>
                <a:tc>
                  <a:txBody>
                    <a:bodyPr/>
                    <a:lstStyle/>
                    <a:p>
                      <a:r>
                        <a:rPr lang="en-IN" b="0" dirty="0"/>
                        <a:t>43</a:t>
                      </a:r>
                    </a:p>
                  </a:txBody>
                  <a:tcPr/>
                </a:tc>
                <a:tc>
                  <a:txBody>
                    <a:bodyPr/>
                    <a:lstStyle/>
                    <a:p>
                      <a:r>
                        <a:rPr lang="en-IN" b="0" dirty="0"/>
                        <a:t>43</a:t>
                      </a:r>
                    </a:p>
                  </a:txBody>
                  <a:tcPr/>
                </a:tc>
                <a:tc>
                  <a:txBody>
                    <a:bodyPr/>
                    <a:lstStyle/>
                    <a:p>
                      <a:r>
                        <a:rPr lang="en-IN" b="0" dirty="0"/>
                        <a:t>51</a:t>
                      </a:r>
                    </a:p>
                  </a:txBody>
                  <a:tcPr/>
                </a:tc>
                <a:tc>
                  <a:txBody>
                    <a:bodyPr/>
                    <a:lstStyle/>
                    <a:p>
                      <a:r>
                        <a:rPr lang="en-IN" b="0" dirty="0"/>
                        <a:t>51</a:t>
                      </a:r>
                    </a:p>
                  </a:txBody>
                  <a:tcPr/>
                </a:tc>
                <a:tc>
                  <a:txBody>
                    <a:bodyPr/>
                    <a:lstStyle/>
                    <a:p>
                      <a:r>
                        <a:rPr lang="en-IN" b="0" dirty="0"/>
                        <a:t>48</a:t>
                      </a:r>
                    </a:p>
                  </a:txBody>
                  <a:tcPr/>
                </a:tc>
                <a:tc>
                  <a:txBody>
                    <a:bodyPr/>
                    <a:lstStyle/>
                    <a:p>
                      <a:r>
                        <a:rPr lang="en-IN" b="0" dirty="0"/>
                        <a:t>47  Days</a:t>
                      </a:r>
                    </a:p>
                  </a:txBody>
                  <a:tcPr/>
                </a:tc>
                <a:extLst>
                  <a:ext uri="{0D108BD9-81ED-4DB2-BD59-A6C34878D82A}">
                    <a16:rowId xmlns:a16="http://schemas.microsoft.com/office/drawing/2014/main" val="2184519470"/>
                  </a:ext>
                </a:extLst>
              </a:tr>
              <a:tr h="370840">
                <a:tc>
                  <a:txBody>
                    <a:bodyPr/>
                    <a:lstStyle/>
                    <a:p>
                      <a:r>
                        <a:rPr lang="en-US" b="1" dirty="0"/>
                        <a:t>- DP</a:t>
                      </a:r>
                      <a:endParaRPr lang="en-IN" b="1" dirty="0"/>
                    </a:p>
                  </a:txBody>
                  <a:tcPr/>
                </a:tc>
                <a:tc>
                  <a:txBody>
                    <a:bodyPr/>
                    <a:lstStyle/>
                    <a:p>
                      <a:r>
                        <a:rPr lang="en-IN" b="0" dirty="0"/>
                        <a:t>( 118 )</a:t>
                      </a:r>
                    </a:p>
                  </a:txBody>
                  <a:tcPr/>
                </a:tc>
                <a:tc>
                  <a:txBody>
                    <a:bodyPr/>
                    <a:lstStyle/>
                    <a:p>
                      <a:r>
                        <a:rPr lang="en-IN" b="0" dirty="0"/>
                        <a:t>(113)</a:t>
                      </a:r>
                    </a:p>
                  </a:txBody>
                  <a:tcPr/>
                </a:tc>
                <a:tc>
                  <a:txBody>
                    <a:bodyPr/>
                    <a:lstStyle/>
                    <a:p>
                      <a:r>
                        <a:rPr lang="en-IN" b="0" dirty="0"/>
                        <a:t>( 98 )</a:t>
                      </a:r>
                    </a:p>
                  </a:txBody>
                  <a:tcPr/>
                </a:tc>
                <a:tc>
                  <a:txBody>
                    <a:bodyPr/>
                    <a:lstStyle/>
                    <a:p>
                      <a:r>
                        <a:rPr lang="en-IN" b="0" dirty="0"/>
                        <a:t>( 113 )</a:t>
                      </a:r>
                    </a:p>
                  </a:txBody>
                  <a:tcPr/>
                </a:tc>
                <a:tc>
                  <a:txBody>
                    <a:bodyPr/>
                    <a:lstStyle/>
                    <a:p>
                      <a:r>
                        <a:rPr lang="en-IN" b="0" dirty="0"/>
                        <a:t>( 126 )</a:t>
                      </a:r>
                    </a:p>
                  </a:txBody>
                  <a:tcPr/>
                </a:tc>
                <a:tc>
                  <a:txBody>
                    <a:bodyPr/>
                    <a:lstStyle/>
                    <a:p>
                      <a:r>
                        <a:rPr lang="en-IN" b="0" dirty="0"/>
                        <a:t>( 130 )</a:t>
                      </a:r>
                    </a:p>
                  </a:txBody>
                  <a:tcPr/>
                </a:tc>
                <a:tc>
                  <a:txBody>
                    <a:bodyPr/>
                    <a:lstStyle/>
                    <a:p>
                      <a:r>
                        <a:rPr lang="en-IN" b="0" dirty="0"/>
                        <a:t>( 114 Days )</a:t>
                      </a:r>
                    </a:p>
                  </a:txBody>
                  <a:tcPr/>
                </a:tc>
                <a:extLst>
                  <a:ext uri="{0D108BD9-81ED-4DB2-BD59-A6C34878D82A}">
                    <a16:rowId xmlns:a16="http://schemas.microsoft.com/office/drawing/2014/main" val="3536977194"/>
                  </a:ext>
                </a:extLst>
              </a:tr>
              <a:tr h="370840">
                <a:tc>
                  <a:txBody>
                    <a:bodyPr/>
                    <a:lstStyle/>
                    <a:p>
                      <a:r>
                        <a:rPr lang="en-US" b="1" dirty="0"/>
                        <a:t>= CCC</a:t>
                      </a:r>
                      <a:endParaRPr lang="en-IN" b="1" dirty="0"/>
                    </a:p>
                  </a:txBody>
                  <a:tcPr/>
                </a:tc>
                <a:tc>
                  <a:txBody>
                    <a:bodyPr/>
                    <a:lstStyle/>
                    <a:p>
                      <a:r>
                        <a:rPr lang="en-IN" b="1" dirty="0">
                          <a:solidFill>
                            <a:schemeClr val="bg2">
                              <a:lumMod val="10000"/>
                            </a:schemeClr>
                          </a:solidFill>
                        </a:rPr>
                        <a:t>-50</a:t>
                      </a:r>
                    </a:p>
                  </a:txBody>
                  <a:tcPr/>
                </a:tc>
                <a:tc>
                  <a:txBody>
                    <a:bodyPr/>
                    <a:lstStyle/>
                    <a:p>
                      <a:r>
                        <a:rPr lang="en-IN" b="1" dirty="0">
                          <a:solidFill>
                            <a:schemeClr val="bg2">
                              <a:lumMod val="10000"/>
                            </a:schemeClr>
                          </a:solidFill>
                        </a:rPr>
                        <a:t>-52</a:t>
                      </a:r>
                    </a:p>
                  </a:txBody>
                  <a:tcPr/>
                </a:tc>
                <a:tc>
                  <a:txBody>
                    <a:bodyPr/>
                    <a:lstStyle/>
                    <a:p>
                      <a:r>
                        <a:rPr lang="en-IN" b="1" dirty="0">
                          <a:solidFill>
                            <a:schemeClr val="bg2">
                              <a:lumMod val="10000"/>
                            </a:schemeClr>
                          </a:solidFill>
                        </a:rPr>
                        <a:t>- 36</a:t>
                      </a:r>
                    </a:p>
                  </a:txBody>
                  <a:tcPr/>
                </a:tc>
                <a:tc>
                  <a:txBody>
                    <a:bodyPr/>
                    <a:lstStyle/>
                    <a:p>
                      <a:r>
                        <a:rPr lang="en-IN" b="1" dirty="0">
                          <a:solidFill>
                            <a:schemeClr val="bg2">
                              <a:lumMod val="10000"/>
                            </a:schemeClr>
                          </a:solidFill>
                        </a:rPr>
                        <a:t>-46 </a:t>
                      </a:r>
                    </a:p>
                  </a:txBody>
                  <a:tcPr/>
                </a:tc>
                <a:tc>
                  <a:txBody>
                    <a:bodyPr/>
                    <a:lstStyle/>
                    <a:p>
                      <a:r>
                        <a:rPr lang="en-IN" b="1" dirty="0">
                          <a:solidFill>
                            <a:schemeClr val="bg2">
                              <a:lumMod val="10000"/>
                            </a:schemeClr>
                          </a:solidFill>
                        </a:rPr>
                        <a:t>-61</a:t>
                      </a:r>
                    </a:p>
                  </a:txBody>
                  <a:tcPr/>
                </a:tc>
                <a:tc>
                  <a:txBody>
                    <a:bodyPr/>
                    <a:lstStyle/>
                    <a:p>
                      <a:r>
                        <a:rPr lang="en-IN" b="0" dirty="0"/>
                        <a:t>-71</a:t>
                      </a:r>
                    </a:p>
                  </a:txBody>
                  <a:tcPr/>
                </a:tc>
                <a:tc>
                  <a:txBody>
                    <a:bodyPr/>
                    <a:lstStyle/>
                    <a:p>
                      <a:r>
                        <a:rPr lang="en-IN" b="1" dirty="0"/>
                        <a:t>- 49 Days </a:t>
                      </a:r>
                    </a:p>
                  </a:txBody>
                  <a:tcPr/>
                </a:tc>
                <a:extLst>
                  <a:ext uri="{0D108BD9-81ED-4DB2-BD59-A6C34878D82A}">
                    <a16:rowId xmlns:a16="http://schemas.microsoft.com/office/drawing/2014/main" val="3214060203"/>
                  </a:ext>
                </a:extLst>
              </a:tr>
            </a:tbl>
          </a:graphicData>
        </a:graphic>
      </p:graphicFrame>
    </p:spTree>
    <p:extLst>
      <p:ext uri="{BB962C8B-B14F-4D97-AF65-F5344CB8AC3E}">
        <p14:creationId xmlns:p14="http://schemas.microsoft.com/office/powerpoint/2010/main" val="41036375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8D551-8D56-401C-9CD6-AE44E60442A4}"/>
              </a:ext>
            </a:extLst>
          </p:cNvPr>
          <p:cNvSpPr>
            <a:spLocks noGrp="1"/>
          </p:cNvSpPr>
          <p:nvPr>
            <p:ph type="title"/>
          </p:nvPr>
        </p:nvSpPr>
        <p:spPr/>
        <p:txBody>
          <a:bodyPr/>
          <a:lstStyle/>
          <a:p>
            <a:pPr algn="ctr"/>
            <a:r>
              <a:rPr lang="en-US" b="1" dirty="0"/>
              <a:t>WC Turn </a:t>
            </a:r>
            <a:r>
              <a:rPr lang="en-US" dirty="0"/>
              <a:t>– HUL – Last 5 </a:t>
            </a:r>
            <a:r>
              <a:rPr lang="en-US" dirty="0" err="1"/>
              <a:t>Fys</a:t>
            </a:r>
            <a:r>
              <a:rPr lang="en-US" dirty="0"/>
              <a:t> </a:t>
            </a:r>
            <a:endParaRPr lang="en-IN" dirty="0"/>
          </a:p>
        </p:txBody>
      </p:sp>
      <p:sp>
        <p:nvSpPr>
          <p:cNvPr id="3" name="Content Placeholder 2">
            <a:extLst>
              <a:ext uri="{FF2B5EF4-FFF2-40B4-BE49-F238E27FC236}">
                <a16:creationId xmlns:a16="http://schemas.microsoft.com/office/drawing/2014/main" id="{EE8E8519-52A7-4CCE-8CAE-A9B57B15DFB7}"/>
              </a:ext>
            </a:extLst>
          </p:cNvPr>
          <p:cNvSpPr>
            <a:spLocks noGrp="1"/>
          </p:cNvSpPr>
          <p:nvPr>
            <p:ph idx="1"/>
          </p:nvPr>
        </p:nvSpPr>
        <p:spPr/>
        <p:txBody>
          <a:bodyPr/>
          <a:lstStyle/>
          <a:p>
            <a:endParaRPr lang="en-IN" dirty="0"/>
          </a:p>
        </p:txBody>
      </p:sp>
      <p:graphicFrame>
        <p:nvGraphicFramePr>
          <p:cNvPr id="4" name="Table 4">
            <a:extLst>
              <a:ext uri="{FF2B5EF4-FFF2-40B4-BE49-F238E27FC236}">
                <a16:creationId xmlns:a16="http://schemas.microsoft.com/office/drawing/2014/main" id="{2D9A448E-C444-4AD9-85D5-AE4489F4E46C}"/>
              </a:ext>
            </a:extLst>
          </p:cNvPr>
          <p:cNvGraphicFramePr>
            <a:graphicFrameLocks/>
          </p:cNvGraphicFramePr>
          <p:nvPr/>
        </p:nvGraphicFramePr>
        <p:xfrm>
          <a:off x="768626" y="1825625"/>
          <a:ext cx="10585174" cy="3205480"/>
        </p:xfrm>
        <a:graphic>
          <a:graphicData uri="http://schemas.openxmlformats.org/drawingml/2006/table">
            <a:tbl>
              <a:tblPr firstRow="1" bandRow="1">
                <a:tableStyleId>{7DF18680-E054-41AD-8BC1-D1AEF772440D}</a:tableStyleId>
              </a:tblPr>
              <a:tblGrid>
                <a:gridCol w="1384024">
                  <a:extLst>
                    <a:ext uri="{9D8B030D-6E8A-4147-A177-3AD203B41FA5}">
                      <a16:colId xmlns:a16="http://schemas.microsoft.com/office/drawing/2014/main" val="3403792412"/>
                    </a:ext>
                  </a:extLst>
                </a:gridCol>
                <a:gridCol w="1314450">
                  <a:extLst>
                    <a:ext uri="{9D8B030D-6E8A-4147-A177-3AD203B41FA5}">
                      <a16:colId xmlns:a16="http://schemas.microsoft.com/office/drawing/2014/main" val="1323928238"/>
                    </a:ext>
                  </a:extLst>
                </a:gridCol>
                <a:gridCol w="1314450">
                  <a:extLst>
                    <a:ext uri="{9D8B030D-6E8A-4147-A177-3AD203B41FA5}">
                      <a16:colId xmlns:a16="http://schemas.microsoft.com/office/drawing/2014/main" val="2336289994"/>
                    </a:ext>
                  </a:extLst>
                </a:gridCol>
                <a:gridCol w="1314450">
                  <a:extLst>
                    <a:ext uri="{9D8B030D-6E8A-4147-A177-3AD203B41FA5}">
                      <a16:colId xmlns:a16="http://schemas.microsoft.com/office/drawing/2014/main" val="2929787704"/>
                    </a:ext>
                  </a:extLst>
                </a:gridCol>
                <a:gridCol w="1314450">
                  <a:extLst>
                    <a:ext uri="{9D8B030D-6E8A-4147-A177-3AD203B41FA5}">
                      <a16:colId xmlns:a16="http://schemas.microsoft.com/office/drawing/2014/main" val="2884300378"/>
                    </a:ext>
                  </a:extLst>
                </a:gridCol>
                <a:gridCol w="1314450">
                  <a:extLst>
                    <a:ext uri="{9D8B030D-6E8A-4147-A177-3AD203B41FA5}">
                      <a16:colId xmlns:a16="http://schemas.microsoft.com/office/drawing/2014/main" val="783594773"/>
                    </a:ext>
                  </a:extLst>
                </a:gridCol>
                <a:gridCol w="1314450">
                  <a:extLst>
                    <a:ext uri="{9D8B030D-6E8A-4147-A177-3AD203B41FA5}">
                      <a16:colId xmlns:a16="http://schemas.microsoft.com/office/drawing/2014/main" val="3333496656"/>
                    </a:ext>
                  </a:extLst>
                </a:gridCol>
                <a:gridCol w="1314450">
                  <a:extLst>
                    <a:ext uri="{9D8B030D-6E8A-4147-A177-3AD203B41FA5}">
                      <a16:colId xmlns:a16="http://schemas.microsoft.com/office/drawing/2014/main" val="2535258883"/>
                    </a:ext>
                  </a:extLst>
                </a:gridCol>
              </a:tblGrid>
              <a:tr h="37084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 2024</a:t>
                      </a:r>
                    </a:p>
                  </a:txBody>
                  <a:tcPr/>
                </a:tc>
                <a:tc>
                  <a:txBody>
                    <a:bodyPr/>
                    <a:lstStyle/>
                    <a:p>
                      <a:r>
                        <a:rPr lang="en-IN" dirty="0"/>
                        <a:t> 2023</a:t>
                      </a:r>
                    </a:p>
                  </a:txBody>
                  <a:tcPr/>
                </a:tc>
                <a:tc>
                  <a:txBody>
                    <a:bodyPr/>
                    <a:lstStyle/>
                    <a:p>
                      <a:r>
                        <a:rPr lang="en-US" dirty="0"/>
                        <a:t> 2022</a:t>
                      </a:r>
                      <a:endParaRPr lang="en-IN" dirty="0"/>
                    </a:p>
                  </a:txBody>
                  <a:tcPr/>
                </a:tc>
                <a:tc>
                  <a:txBody>
                    <a:bodyPr/>
                    <a:lstStyle/>
                    <a:p>
                      <a:r>
                        <a:rPr lang="en-US" dirty="0"/>
                        <a:t>2021</a:t>
                      </a:r>
                      <a:endParaRPr lang="en-IN" dirty="0"/>
                    </a:p>
                  </a:txBody>
                  <a:tcPr/>
                </a:tc>
                <a:tc>
                  <a:txBody>
                    <a:bodyPr/>
                    <a:lstStyle/>
                    <a:p>
                      <a:r>
                        <a:rPr lang="en-US" dirty="0"/>
                        <a:t>2020</a:t>
                      </a:r>
                      <a:endParaRPr lang="en-IN" dirty="0"/>
                    </a:p>
                  </a:txBody>
                  <a:tcPr/>
                </a:tc>
                <a:tc>
                  <a:txBody>
                    <a:bodyPr/>
                    <a:lstStyle/>
                    <a:p>
                      <a:r>
                        <a:rPr lang="en-IN" dirty="0"/>
                        <a:t>5 Year Average </a:t>
                      </a:r>
                    </a:p>
                  </a:txBody>
                  <a:tcPr/>
                </a:tc>
                <a:extLst>
                  <a:ext uri="{0D108BD9-81ED-4DB2-BD59-A6C34878D82A}">
                    <a16:rowId xmlns:a16="http://schemas.microsoft.com/office/drawing/2014/main" val="2036340585"/>
                  </a:ext>
                </a:extLst>
              </a:tr>
              <a:tr h="370840">
                <a:tc>
                  <a:txBody>
                    <a:bodyPr/>
                    <a:lstStyle/>
                    <a:p>
                      <a:r>
                        <a:rPr lang="en-US" b="1" dirty="0"/>
                        <a:t>Net </a:t>
                      </a:r>
                      <a:r>
                        <a:rPr lang="en-US" b="1" dirty="0" err="1"/>
                        <a:t>Op.Revenue</a:t>
                      </a:r>
                      <a:endParaRPr lang="en-IN" b="1" dirty="0"/>
                    </a:p>
                  </a:txBody>
                  <a:tcPr/>
                </a:tc>
                <a:tc>
                  <a:txBody>
                    <a:bodyPr/>
                    <a:lstStyle/>
                    <a:p>
                      <a:r>
                        <a:rPr lang="en-IN" b="0" dirty="0"/>
                        <a:t>62288</a:t>
                      </a:r>
                    </a:p>
                  </a:txBody>
                  <a:tcPr/>
                </a:tc>
                <a:tc>
                  <a:txBody>
                    <a:bodyPr/>
                    <a:lstStyle/>
                    <a:p>
                      <a:r>
                        <a:rPr lang="en-IN" b="0" dirty="0"/>
                        <a:t>60966</a:t>
                      </a:r>
                    </a:p>
                  </a:txBody>
                  <a:tcPr/>
                </a:tc>
                <a:tc>
                  <a:txBody>
                    <a:bodyPr/>
                    <a:lstStyle/>
                    <a:p>
                      <a:r>
                        <a:rPr lang="en-IN" b="0" dirty="0"/>
                        <a:t>59549</a:t>
                      </a:r>
                    </a:p>
                  </a:txBody>
                  <a:tcPr/>
                </a:tc>
                <a:tc>
                  <a:txBody>
                    <a:bodyPr/>
                    <a:lstStyle/>
                    <a:p>
                      <a:r>
                        <a:rPr lang="en-IN" b="0" dirty="0"/>
                        <a:t>51548</a:t>
                      </a:r>
                    </a:p>
                  </a:txBody>
                  <a:tcPr/>
                </a:tc>
                <a:tc>
                  <a:txBody>
                    <a:bodyPr/>
                    <a:lstStyle/>
                    <a:p>
                      <a:r>
                        <a:rPr lang="en-IN" b="0" dirty="0"/>
                        <a:t>46321</a:t>
                      </a:r>
                    </a:p>
                  </a:txBody>
                  <a:tcPr/>
                </a:tc>
                <a:tc>
                  <a:txBody>
                    <a:bodyPr/>
                    <a:lstStyle/>
                    <a:p>
                      <a:r>
                        <a:rPr lang="en-IN" b="0" dirty="0"/>
                        <a:t>39238</a:t>
                      </a:r>
                    </a:p>
                  </a:txBody>
                  <a:tcPr/>
                </a:tc>
                <a:tc>
                  <a:txBody>
                    <a:bodyPr/>
                    <a:lstStyle/>
                    <a:p>
                      <a:endParaRPr lang="en-IN" b="1" dirty="0"/>
                    </a:p>
                  </a:txBody>
                  <a:tcPr/>
                </a:tc>
                <a:extLst>
                  <a:ext uri="{0D108BD9-81ED-4DB2-BD59-A6C34878D82A}">
                    <a16:rowId xmlns:a16="http://schemas.microsoft.com/office/drawing/2014/main" val="2876592805"/>
                  </a:ext>
                </a:extLst>
              </a:tr>
              <a:tr h="453745">
                <a:tc>
                  <a:txBody>
                    <a:bodyPr/>
                    <a:lstStyle/>
                    <a:p>
                      <a:r>
                        <a:rPr lang="en-US" b="1" dirty="0"/>
                        <a:t>WC</a:t>
                      </a:r>
                    </a:p>
                    <a:p>
                      <a:r>
                        <a:rPr lang="en-US" b="1" dirty="0"/>
                        <a:t>(CA-CL)</a:t>
                      </a:r>
                      <a:endParaRPr lang="en-IN" b="1" dirty="0"/>
                    </a:p>
                  </a:txBody>
                  <a:tcPr/>
                </a:tc>
                <a:tc>
                  <a:txBody>
                    <a:bodyPr/>
                    <a:lstStyle/>
                    <a:p>
                      <a:r>
                        <a:rPr lang="en-IN" b="0" dirty="0"/>
                        <a:t>5514</a:t>
                      </a:r>
                    </a:p>
                  </a:txBody>
                  <a:tcPr/>
                </a:tc>
                <a:tc>
                  <a:txBody>
                    <a:bodyPr/>
                    <a:lstStyle/>
                    <a:p>
                      <a:r>
                        <a:rPr lang="en-IN" b="0" dirty="0"/>
                        <a:t>8448</a:t>
                      </a:r>
                    </a:p>
                  </a:txBody>
                  <a:tcPr/>
                </a:tc>
                <a:tc>
                  <a:txBody>
                    <a:bodyPr/>
                    <a:lstStyle/>
                    <a:p>
                      <a:r>
                        <a:rPr lang="en-IN" b="0" dirty="0"/>
                        <a:t>4970</a:t>
                      </a:r>
                    </a:p>
                  </a:txBody>
                  <a:tcPr/>
                </a:tc>
                <a:tc>
                  <a:txBody>
                    <a:bodyPr/>
                    <a:lstStyle/>
                    <a:p>
                      <a:r>
                        <a:rPr lang="en-IN" b="0" dirty="0"/>
                        <a:t>4242</a:t>
                      </a:r>
                    </a:p>
                  </a:txBody>
                  <a:tcPr/>
                </a:tc>
                <a:tc>
                  <a:txBody>
                    <a:bodyPr/>
                    <a:lstStyle/>
                    <a:p>
                      <a:r>
                        <a:rPr lang="en-IN" b="0" dirty="0"/>
                        <a:t>3114</a:t>
                      </a:r>
                    </a:p>
                  </a:txBody>
                  <a:tcPr/>
                </a:tc>
                <a:tc>
                  <a:txBody>
                    <a:bodyPr/>
                    <a:lstStyle/>
                    <a:p>
                      <a:r>
                        <a:rPr lang="en-IN" b="0" dirty="0"/>
                        <a:t>3004</a:t>
                      </a:r>
                    </a:p>
                  </a:txBody>
                  <a:tcPr/>
                </a:tc>
                <a:tc>
                  <a:txBody>
                    <a:bodyPr/>
                    <a:lstStyle/>
                    <a:p>
                      <a:endParaRPr lang="en-IN" b="1" dirty="0"/>
                    </a:p>
                  </a:txBody>
                  <a:tcPr/>
                </a:tc>
                <a:extLst>
                  <a:ext uri="{0D108BD9-81ED-4DB2-BD59-A6C34878D82A}">
                    <a16:rowId xmlns:a16="http://schemas.microsoft.com/office/drawing/2014/main" val="2184519470"/>
                  </a:ext>
                </a:extLst>
              </a:tr>
              <a:tr h="370840">
                <a:tc>
                  <a:txBody>
                    <a:bodyPr/>
                    <a:lstStyle/>
                    <a:p>
                      <a:r>
                        <a:rPr lang="en-US" b="1" dirty="0"/>
                        <a:t>WC Turn = </a:t>
                      </a:r>
                    </a:p>
                    <a:p>
                      <a:r>
                        <a:rPr lang="en-US" b="1" dirty="0"/>
                        <a:t>Net </a:t>
                      </a:r>
                      <a:r>
                        <a:rPr lang="en-US" b="1" dirty="0" err="1"/>
                        <a:t>Op.Rev</a:t>
                      </a:r>
                      <a:r>
                        <a:rPr lang="en-US" b="1" dirty="0"/>
                        <a:t>/ WC</a:t>
                      </a:r>
                      <a:endParaRPr lang="en-IN" b="1" dirty="0"/>
                    </a:p>
                  </a:txBody>
                  <a:tcPr/>
                </a:tc>
                <a:tc>
                  <a:txBody>
                    <a:bodyPr/>
                    <a:lstStyle/>
                    <a:p>
                      <a:r>
                        <a:rPr lang="en-IN" b="0" dirty="0">
                          <a:solidFill>
                            <a:schemeClr val="bg2">
                              <a:lumMod val="10000"/>
                            </a:schemeClr>
                          </a:solidFill>
                        </a:rPr>
                        <a:t>11.30</a:t>
                      </a:r>
                    </a:p>
                  </a:txBody>
                  <a:tcPr/>
                </a:tc>
                <a:tc>
                  <a:txBody>
                    <a:bodyPr/>
                    <a:lstStyle/>
                    <a:p>
                      <a:r>
                        <a:rPr lang="en-IN" b="0" dirty="0">
                          <a:solidFill>
                            <a:schemeClr val="bg2">
                              <a:lumMod val="10000"/>
                            </a:schemeClr>
                          </a:solidFill>
                        </a:rPr>
                        <a:t>7.22</a:t>
                      </a:r>
                    </a:p>
                  </a:txBody>
                  <a:tcPr/>
                </a:tc>
                <a:tc>
                  <a:txBody>
                    <a:bodyPr/>
                    <a:lstStyle/>
                    <a:p>
                      <a:r>
                        <a:rPr lang="en-IN" b="0" dirty="0">
                          <a:solidFill>
                            <a:schemeClr val="bg2">
                              <a:lumMod val="10000"/>
                            </a:schemeClr>
                          </a:solidFill>
                        </a:rPr>
                        <a:t>11.98</a:t>
                      </a:r>
                    </a:p>
                  </a:txBody>
                  <a:tcPr/>
                </a:tc>
                <a:tc>
                  <a:txBody>
                    <a:bodyPr/>
                    <a:lstStyle/>
                    <a:p>
                      <a:r>
                        <a:rPr lang="en-IN" b="0" dirty="0">
                          <a:solidFill>
                            <a:schemeClr val="bg2">
                              <a:lumMod val="10000"/>
                            </a:schemeClr>
                          </a:solidFill>
                        </a:rPr>
                        <a:t>12.15</a:t>
                      </a:r>
                    </a:p>
                  </a:txBody>
                  <a:tcPr/>
                </a:tc>
                <a:tc>
                  <a:txBody>
                    <a:bodyPr/>
                    <a:lstStyle/>
                    <a:p>
                      <a:r>
                        <a:rPr lang="en-IN" b="0" dirty="0"/>
                        <a:t>14.88</a:t>
                      </a:r>
                    </a:p>
                  </a:txBody>
                  <a:tcPr/>
                </a:tc>
                <a:tc>
                  <a:txBody>
                    <a:bodyPr/>
                    <a:lstStyle/>
                    <a:p>
                      <a:r>
                        <a:rPr lang="en-IN" b="0" dirty="0"/>
                        <a:t>13.06</a:t>
                      </a:r>
                    </a:p>
                  </a:txBody>
                  <a:tcPr/>
                </a:tc>
                <a:tc>
                  <a:txBody>
                    <a:bodyPr/>
                    <a:lstStyle/>
                    <a:p>
                      <a:r>
                        <a:rPr lang="en-IN" b="1" dirty="0"/>
                        <a:t>11.51 times</a:t>
                      </a:r>
                    </a:p>
                  </a:txBody>
                  <a:tcPr/>
                </a:tc>
                <a:extLst>
                  <a:ext uri="{0D108BD9-81ED-4DB2-BD59-A6C34878D82A}">
                    <a16:rowId xmlns:a16="http://schemas.microsoft.com/office/drawing/2014/main" val="3536977194"/>
                  </a:ext>
                </a:extLst>
              </a:tr>
              <a:tr h="370840">
                <a:tc>
                  <a:txBody>
                    <a:bodyPr/>
                    <a:lstStyle/>
                    <a:p>
                      <a:endParaRPr lang="en-IN" b="1" dirty="0"/>
                    </a:p>
                  </a:txBody>
                  <a:tcPr/>
                </a:tc>
                <a:tc>
                  <a:txBody>
                    <a:bodyPr/>
                    <a:lstStyle/>
                    <a:p>
                      <a:endParaRPr lang="en-IN" b="0" dirty="0"/>
                    </a:p>
                  </a:txBody>
                  <a:tcPr/>
                </a:tc>
                <a:tc>
                  <a:txBody>
                    <a:bodyPr/>
                    <a:lstStyle/>
                    <a:p>
                      <a:endParaRPr lang="en-IN" b="0" dirty="0"/>
                    </a:p>
                  </a:txBody>
                  <a:tcPr/>
                </a:tc>
                <a:tc>
                  <a:txBody>
                    <a:bodyPr/>
                    <a:lstStyle/>
                    <a:p>
                      <a:endParaRPr lang="en-IN" b="0" dirty="0"/>
                    </a:p>
                  </a:txBody>
                  <a:tcPr/>
                </a:tc>
                <a:tc>
                  <a:txBody>
                    <a:bodyPr/>
                    <a:lstStyle/>
                    <a:p>
                      <a:endParaRPr lang="en-IN" b="0" dirty="0"/>
                    </a:p>
                  </a:txBody>
                  <a:tcPr/>
                </a:tc>
                <a:tc>
                  <a:txBody>
                    <a:bodyPr/>
                    <a:lstStyle/>
                    <a:p>
                      <a:endParaRPr lang="en-IN" b="0" dirty="0"/>
                    </a:p>
                  </a:txBody>
                  <a:tcPr/>
                </a:tc>
                <a:tc>
                  <a:txBody>
                    <a:bodyPr/>
                    <a:lstStyle/>
                    <a:p>
                      <a:endParaRPr lang="en-IN" b="0" dirty="0"/>
                    </a:p>
                  </a:txBody>
                  <a:tcPr/>
                </a:tc>
                <a:tc>
                  <a:txBody>
                    <a:bodyPr/>
                    <a:lstStyle/>
                    <a:p>
                      <a:endParaRPr lang="en-IN" b="1" dirty="0"/>
                    </a:p>
                  </a:txBody>
                  <a:tcPr/>
                </a:tc>
                <a:extLst>
                  <a:ext uri="{0D108BD9-81ED-4DB2-BD59-A6C34878D82A}">
                    <a16:rowId xmlns:a16="http://schemas.microsoft.com/office/drawing/2014/main" val="3214060203"/>
                  </a:ext>
                </a:extLst>
              </a:tr>
            </a:tbl>
          </a:graphicData>
        </a:graphic>
      </p:graphicFrame>
    </p:spTree>
    <p:extLst>
      <p:ext uri="{BB962C8B-B14F-4D97-AF65-F5344CB8AC3E}">
        <p14:creationId xmlns:p14="http://schemas.microsoft.com/office/powerpoint/2010/main" val="34185409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592E8-E82A-414F-BED7-661C35314C7D}"/>
              </a:ext>
            </a:extLst>
          </p:cNvPr>
          <p:cNvSpPr>
            <a:spLocks noGrp="1"/>
          </p:cNvSpPr>
          <p:nvPr>
            <p:ph type="ctrTitle"/>
          </p:nvPr>
        </p:nvSpPr>
        <p:spPr/>
        <p:txBody>
          <a:bodyPr/>
          <a:lstStyle/>
          <a:p>
            <a:r>
              <a:rPr lang="en-US" dirty="0"/>
              <a:t>FAL</a:t>
            </a:r>
            <a:br>
              <a:rPr lang="en-US" dirty="0"/>
            </a:br>
            <a:r>
              <a:rPr lang="en-US" dirty="0"/>
              <a:t>PGDF (24-26)</a:t>
            </a:r>
          </a:p>
        </p:txBody>
      </p:sp>
      <p:sp>
        <p:nvSpPr>
          <p:cNvPr id="3" name="Subtitle 2">
            <a:extLst>
              <a:ext uri="{FF2B5EF4-FFF2-40B4-BE49-F238E27FC236}">
                <a16:creationId xmlns:a16="http://schemas.microsoft.com/office/drawing/2014/main" id="{1DE58AA9-8683-48FC-B359-CE3FCBAA19B4}"/>
              </a:ext>
            </a:extLst>
          </p:cNvPr>
          <p:cNvSpPr>
            <a:spLocks noGrp="1"/>
          </p:cNvSpPr>
          <p:nvPr>
            <p:ph type="subTitle" idx="1"/>
          </p:nvPr>
        </p:nvSpPr>
        <p:spPr/>
        <p:txBody>
          <a:bodyPr/>
          <a:lstStyle/>
          <a:p>
            <a:r>
              <a:rPr lang="en-US" dirty="0"/>
              <a:t>Session3 19-Nov-2025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C0105065-ABCB-F43A-0034-6DB81FF14957}"/>
                  </a:ext>
                </a:extLst>
              </p14:cNvPr>
              <p14:cNvContentPartPr/>
              <p14:nvPr/>
            </p14:nvContentPartPr>
            <p14:xfrm>
              <a:off x="1320480" y="828000"/>
              <a:ext cx="725400" cy="637920"/>
            </p14:xfrm>
          </p:contentPart>
        </mc:Choice>
        <mc:Fallback xmlns="">
          <p:pic>
            <p:nvPicPr>
              <p:cNvPr id="4" name="Ink 3">
                <a:extLst>
                  <a:ext uri="{FF2B5EF4-FFF2-40B4-BE49-F238E27FC236}">
                    <a16:creationId xmlns:a16="http://schemas.microsoft.com/office/drawing/2014/main" id="{C0105065-ABCB-F43A-0034-6DB81FF14957}"/>
                  </a:ext>
                </a:extLst>
              </p:cNvPr>
              <p:cNvPicPr/>
              <p:nvPr/>
            </p:nvPicPr>
            <p:blipFill>
              <a:blip r:embed="rId3"/>
              <a:stretch>
                <a:fillRect/>
              </a:stretch>
            </p:blipFill>
            <p:spPr>
              <a:xfrm>
                <a:off x="1311120" y="818640"/>
                <a:ext cx="744120" cy="656640"/>
              </a:xfrm>
              <a:prstGeom prst="rect">
                <a:avLst/>
              </a:prstGeom>
            </p:spPr>
          </p:pic>
        </mc:Fallback>
      </mc:AlternateContent>
    </p:spTree>
    <p:extLst>
      <p:ext uri="{BB962C8B-B14F-4D97-AF65-F5344CB8AC3E}">
        <p14:creationId xmlns:p14="http://schemas.microsoft.com/office/powerpoint/2010/main" val="36743390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7E119-148C-477E-9F9D-0330106C5361}"/>
              </a:ext>
            </a:extLst>
          </p:cNvPr>
          <p:cNvSpPr>
            <a:spLocks noGrp="1"/>
          </p:cNvSpPr>
          <p:nvPr>
            <p:ph type="title"/>
          </p:nvPr>
        </p:nvSpPr>
        <p:spPr/>
        <p:txBody>
          <a:bodyPr/>
          <a:lstStyle/>
          <a:p>
            <a:pPr algn="ctr"/>
            <a:r>
              <a:rPr lang="en-US" dirty="0"/>
              <a:t> </a:t>
            </a:r>
            <a:r>
              <a:rPr lang="en-US" b="1" dirty="0"/>
              <a:t>3. Liquidity </a:t>
            </a:r>
            <a:endParaRPr lang="en-IN" b="1" dirty="0"/>
          </a:p>
        </p:txBody>
      </p:sp>
      <p:sp>
        <p:nvSpPr>
          <p:cNvPr id="3" name="Content Placeholder 2">
            <a:extLst>
              <a:ext uri="{FF2B5EF4-FFF2-40B4-BE49-F238E27FC236}">
                <a16:creationId xmlns:a16="http://schemas.microsoft.com/office/drawing/2014/main" id="{2B104C48-4032-4964-B939-BC9066875964}"/>
              </a:ext>
            </a:extLst>
          </p:cNvPr>
          <p:cNvSpPr>
            <a:spLocks noGrp="1"/>
          </p:cNvSpPr>
          <p:nvPr>
            <p:ph idx="1"/>
          </p:nvPr>
        </p:nvSpPr>
        <p:spPr>
          <a:xfrm>
            <a:off x="838200" y="1568450"/>
            <a:ext cx="10515600" cy="4351338"/>
          </a:xfrm>
        </p:spPr>
        <p:txBody>
          <a:bodyPr>
            <a:normAutofit/>
          </a:bodyPr>
          <a:lstStyle/>
          <a:p>
            <a:r>
              <a:rPr lang="en-US" sz="1800" dirty="0"/>
              <a:t>Current Ratio </a:t>
            </a:r>
          </a:p>
          <a:p>
            <a:r>
              <a:rPr lang="en-US" sz="1800" dirty="0"/>
              <a:t>Quick Ratio</a:t>
            </a:r>
          </a:p>
          <a:p>
            <a:r>
              <a:rPr lang="en-US" sz="1800" b="1" dirty="0"/>
              <a:t>Defensive Interval  ( or) Cash Burn Ratio = </a:t>
            </a:r>
            <a:r>
              <a:rPr lang="en-US" sz="1800" dirty="0"/>
              <a:t>(Quick Assets / Projected Cash Expenses) *365</a:t>
            </a:r>
          </a:p>
          <a:p>
            <a:r>
              <a:rPr lang="en-US" sz="1800" dirty="0"/>
              <a:t>Projected cash expenses is </a:t>
            </a:r>
            <a:r>
              <a:rPr lang="en-US" sz="1800" b="1" dirty="0"/>
              <a:t>assumed</a:t>
            </a:r>
            <a:r>
              <a:rPr lang="en-US" sz="1800" dirty="0"/>
              <a:t> to be the actual cash expenses of the period </a:t>
            </a:r>
          </a:p>
          <a:p>
            <a:r>
              <a:rPr lang="en-US" sz="1800" dirty="0"/>
              <a:t>Liquidity is the firm ability to meet its short term financial obligations on time.</a:t>
            </a:r>
          </a:p>
          <a:p>
            <a:r>
              <a:rPr lang="en-US" sz="1800" dirty="0"/>
              <a:t>Defensive internal is mainly used for start-ups</a:t>
            </a:r>
          </a:p>
          <a:p>
            <a:r>
              <a:rPr lang="en-US" sz="1800" dirty="0"/>
              <a:t>Quick assets are monetary asset = current asset – inventory – prepaid expense </a:t>
            </a:r>
          </a:p>
          <a:p>
            <a:r>
              <a:rPr lang="en-US" sz="1800" dirty="0"/>
              <a:t>Actual cash expense = total expense – D&amp;A + current tax </a:t>
            </a:r>
            <a:endParaRPr lang="en-IN" sz="1800" dirty="0"/>
          </a:p>
        </p:txBody>
      </p:sp>
    </p:spTree>
    <p:extLst>
      <p:ext uri="{BB962C8B-B14F-4D97-AF65-F5344CB8AC3E}">
        <p14:creationId xmlns:p14="http://schemas.microsoft.com/office/powerpoint/2010/main" val="3617880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6EFD4-FDA4-42E5-92ED-4A7487C5612A}"/>
              </a:ext>
            </a:extLst>
          </p:cNvPr>
          <p:cNvSpPr>
            <a:spLocks noGrp="1"/>
          </p:cNvSpPr>
          <p:nvPr>
            <p:ph type="title"/>
          </p:nvPr>
        </p:nvSpPr>
        <p:spPr/>
        <p:txBody>
          <a:bodyPr/>
          <a:lstStyle/>
          <a:p>
            <a:pPr algn="ctr"/>
            <a:r>
              <a:rPr lang="en-US" b="1" dirty="0"/>
              <a:t>Current Ratio- HUL</a:t>
            </a:r>
            <a:r>
              <a:rPr lang="en-US" dirty="0"/>
              <a:t>- Last 5 </a:t>
            </a:r>
            <a:r>
              <a:rPr lang="en-US" dirty="0" err="1"/>
              <a:t>Fys</a:t>
            </a:r>
            <a:endParaRPr lang="en-IN" dirty="0"/>
          </a:p>
        </p:txBody>
      </p:sp>
      <p:sp>
        <p:nvSpPr>
          <p:cNvPr id="3" name="Content Placeholder 2">
            <a:extLst>
              <a:ext uri="{FF2B5EF4-FFF2-40B4-BE49-F238E27FC236}">
                <a16:creationId xmlns:a16="http://schemas.microsoft.com/office/drawing/2014/main" id="{A760D0DB-3E01-4028-9B3E-A595F15D7B68}"/>
              </a:ext>
            </a:extLst>
          </p:cNvPr>
          <p:cNvSpPr>
            <a:spLocks noGrp="1"/>
          </p:cNvSpPr>
          <p:nvPr>
            <p:ph idx="1"/>
          </p:nvPr>
        </p:nvSpPr>
        <p:spPr/>
        <p:txBody>
          <a:bodyPr/>
          <a:lstStyle/>
          <a:p>
            <a:endParaRPr lang="en-IN" dirty="0"/>
          </a:p>
        </p:txBody>
      </p:sp>
      <p:graphicFrame>
        <p:nvGraphicFramePr>
          <p:cNvPr id="6" name="Table 4">
            <a:extLst>
              <a:ext uri="{FF2B5EF4-FFF2-40B4-BE49-F238E27FC236}">
                <a16:creationId xmlns:a16="http://schemas.microsoft.com/office/drawing/2014/main" id="{5EEB39A6-03FD-46A9-ADE4-E1C35C08EB5F}"/>
              </a:ext>
            </a:extLst>
          </p:cNvPr>
          <p:cNvGraphicFramePr>
            <a:graphicFrameLocks/>
          </p:cNvGraphicFramePr>
          <p:nvPr/>
        </p:nvGraphicFramePr>
        <p:xfrm>
          <a:off x="838200" y="1825625"/>
          <a:ext cx="10515600" cy="2661920"/>
        </p:xfrm>
        <a:graphic>
          <a:graphicData uri="http://schemas.openxmlformats.org/drawingml/2006/table">
            <a:tbl>
              <a:tblPr firstRow="1" bandRow="1">
                <a:tableStyleId>{073A0DAA-6AF3-43AB-8588-CEC1D06C72B9}</a:tableStyleId>
              </a:tblPr>
              <a:tblGrid>
                <a:gridCol w="1314450">
                  <a:extLst>
                    <a:ext uri="{9D8B030D-6E8A-4147-A177-3AD203B41FA5}">
                      <a16:colId xmlns:a16="http://schemas.microsoft.com/office/drawing/2014/main" val="3403792412"/>
                    </a:ext>
                  </a:extLst>
                </a:gridCol>
                <a:gridCol w="1314450">
                  <a:extLst>
                    <a:ext uri="{9D8B030D-6E8A-4147-A177-3AD203B41FA5}">
                      <a16:colId xmlns:a16="http://schemas.microsoft.com/office/drawing/2014/main" val="1323928238"/>
                    </a:ext>
                  </a:extLst>
                </a:gridCol>
                <a:gridCol w="1314450">
                  <a:extLst>
                    <a:ext uri="{9D8B030D-6E8A-4147-A177-3AD203B41FA5}">
                      <a16:colId xmlns:a16="http://schemas.microsoft.com/office/drawing/2014/main" val="1611421216"/>
                    </a:ext>
                  </a:extLst>
                </a:gridCol>
                <a:gridCol w="1314450">
                  <a:extLst>
                    <a:ext uri="{9D8B030D-6E8A-4147-A177-3AD203B41FA5}">
                      <a16:colId xmlns:a16="http://schemas.microsoft.com/office/drawing/2014/main" val="2929787704"/>
                    </a:ext>
                  </a:extLst>
                </a:gridCol>
                <a:gridCol w="1314450">
                  <a:extLst>
                    <a:ext uri="{9D8B030D-6E8A-4147-A177-3AD203B41FA5}">
                      <a16:colId xmlns:a16="http://schemas.microsoft.com/office/drawing/2014/main" val="2884300378"/>
                    </a:ext>
                  </a:extLst>
                </a:gridCol>
                <a:gridCol w="1314450">
                  <a:extLst>
                    <a:ext uri="{9D8B030D-6E8A-4147-A177-3AD203B41FA5}">
                      <a16:colId xmlns:a16="http://schemas.microsoft.com/office/drawing/2014/main" val="783594773"/>
                    </a:ext>
                  </a:extLst>
                </a:gridCol>
                <a:gridCol w="1314450">
                  <a:extLst>
                    <a:ext uri="{9D8B030D-6E8A-4147-A177-3AD203B41FA5}">
                      <a16:colId xmlns:a16="http://schemas.microsoft.com/office/drawing/2014/main" val="3333496656"/>
                    </a:ext>
                  </a:extLst>
                </a:gridCol>
                <a:gridCol w="1314450">
                  <a:extLst>
                    <a:ext uri="{9D8B030D-6E8A-4147-A177-3AD203B41FA5}">
                      <a16:colId xmlns:a16="http://schemas.microsoft.com/office/drawing/2014/main" val="194758852"/>
                    </a:ext>
                  </a:extLst>
                </a:gridCol>
              </a:tblGrid>
              <a:tr h="37084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2024</a:t>
                      </a:r>
                    </a:p>
                  </a:txBody>
                  <a:tcPr/>
                </a:tc>
                <a:tc>
                  <a:txBody>
                    <a:bodyPr/>
                    <a:lstStyle/>
                    <a:p>
                      <a:r>
                        <a:rPr lang="en-IN" dirty="0"/>
                        <a:t>2023</a:t>
                      </a:r>
                    </a:p>
                  </a:txBody>
                  <a:tcPr/>
                </a:tc>
                <a:tc>
                  <a:txBody>
                    <a:bodyPr/>
                    <a:lstStyle/>
                    <a:p>
                      <a:r>
                        <a:rPr lang="en-US" dirty="0"/>
                        <a:t>2022</a:t>
                      </a:r>
                      <a:endParaRPr lang="en-IN" dirty="0"/>
                    </a:p>
                  </a:txBody>
                  <a:tcPr/>
                </a:tc>
                <a:tc>
                  <a:txBody>
                    <a:bodyPr/>
                    <a:lstStyle/>
                    <a:p>
                      <a:r>
                        <a:rPr lang="en-US" dirty="0"/>
                        <a:t>2021</a:t>
                      </a:r>
                      <a:endParaRPr lang="en-IN" dirty="0"/>
                    </a:p>
                  </a:txBody>
                  <a:tcPr/>
                </a:tc>
                <a:tc>
                  <a:txBody>
                    <a:bodyPr/>
                    <a:lstStyle/>
                    <a:p>
                      <a:r>
                        <a:rPr lang="en-US" dirty="0"/>
                        <a:t>2020</a:t>
                      </a:r>
                      <a:endParaRPr lang="en-IN" dirty="0"/>
                    </a:p>
                  </a:txBody>
                  <a:tcPr/>
                </a:tc>
                <a:tc>
                  <a:txBody>
                    <a:bodyPr/>
                    <a:lstStyle/>
                    <a:p>
                      <a:r>
                        <a:rPr lang="en-IN" dirty="0"/>
                        <a:t>5 Year Average </a:t>
                      </a:r>
                    </a:p>
                  </a:txBody>
                  <a:tcPr/>
                </a:tc>
                <a:extLst>
                  <a:ext uri="{0D108BD9-81ED-4DB2-BD59-A6C34878D82A}">
                    <a16:rowId xmlns:a16="http://schemas.microsoft.com/office/drawing/2014/main" val="2036340585"/>
                  </a:ext>
                </a:extLst>
              </a:tr>
              <a:tr h="370840">
                <a:tc>
                  <a:txBody>
                    <a:bodyPr/>
                    <a:lstStyle/>
                    <a:p>
                      <a:r>
                        <a:rPr lang="en-US" b="1" dirty="0"/>
                        <a:t>Current Assets</a:t>
                      </a:r>
                      <a:endParaRPr lang="en-IN" b="1" dirty="0"/>
                    </a:p>
                  </a:txBody>
                  <a:tcPr/>
                </a:tc>
                <a:tc>
                  <a:txBody>
                    <a:bodyPr/>
                    <a:lstStyle/>
                    <a:p>
                      <a:r>
                        <a:rPr lang="en-IN" b="0" dirty="0"/>
                        <a:t>22051</a:t>
                      </a:r>
                    </a:p>
                  </a:txBody>
                  <a:tcPr/>
                </a:tc>
                <a:tc>
                  <a:txBody>
                    <a:bodyPr/>
                    <a:lstStyle/>
                    <a:p>
                      <a:r>
                        <a:rPr lang="en-IN" b="0" dirty="0"/>
                        <a:t>21324</a:t>
                      </a:r>
                    </a:p>
                  </a:txBody>
                  <a:tcPr/>
                </a:tc>
                <a:tc>
                  <a:txBody>
                    <a:bodyPr/>
                    <a:lstStyle/>
                    <a:p>
                      <a:r>
                        <a:rPr lang="en-IN" b="0" dirty="0"/>
                        <a:t>16998</a:t>
                      </a:r>
                    </a:p>
                  </a:txBody>
                  <a:tcPr/>
                </a:tc>
                <a:tc>
                  <a:txBody>
                    <a:bodyPr/>
                    <a:lstStyle/>
                    <a:p>
                      <a:r>
                        <a:rPr lang="en-IN" b="0" dirty="0"/>
                        <a:t>15522</a:t>
                      </a:r>
                    </a:p>
                  </a:txBody>
                  <a:tcPr/>
                </a:tc>
                <a:tc>
                  <a:txBody>
                    <a:bodyPr/>
                    <a:lstStyle/>
                    <a:p>
                      <a:r>
                        <a:rPr lang="en-IN" b="0" dirty="0"/>
                        <a:t>14217</a:t>
                      </a:r>
                    </a:p>
                  </a:txBody>
                  <a:tcPr/>
                </a:tc>
                <a:tc>
                  <a:txBody>
                    <a:bodyPr/>
                    <a:lstStyle/>
                    <a:p>
                      <a:r>
                        <a:rPr lang="en-IN" b="0" dirty="0"/>
                        <a:t>12321</a:t>
                      </a:r>
                    </a:p>
                  </a:txBody>
                  <a:tcPr/>
                </a:tc>
                <a:tc>
                  <a:txBody>
                    <a:bodyPr/>
                    <a:lstStyle/>
                    <a:p>
                      <a:endParaRPr lang="en-IN" b="1" dirty="0"/>
                    </a:p>
                  </a:txBody>
                  <a:tcPr/>
                </a:tc>
                <a:extLst>
                  <a:ext uri="{0D108BD9-81ED-4DB2-BD59-A6C34878D82A}">
                    <a16:rowId xmlns:a16="http://schemas.microsoft.com/office/drawing/2014/main" val="2876592805"/>
                  </a:ext>
                </a:extLst>
              </a:tr>
              <a:tr h="453745">
                <a:tc>
                  <a:txBody>
                    <a:bodyPr/>
                    <a:lstStyle/>
                    <a:p>
                      <a:r>
                        <a:rPr lang="en-US" b="1" dirty="0"/>
                        <a:t>Current Liabilities</a:t>
                      </a:r>
                      <a:endParaRPr lang="en-IN" b="1" dirty="0"/>
                    </a:p>
                  </a:txBody>
                  <a:tcPr/>
                </a:tc>
                <a:tc>
                  <a:txBody>
                    <a:bodyPr/>
                    <a:lstStyle/>
                    <a:p>
                      <a:r>
                        <a:rPr lang="en-IN" b="0" dirty="0"/>
                        <a:t>16537</a:t>
                      </a:r>
                    </a:p>
                  </a:txBody>
                  <a:tcPr/>
                </a:tc>
                <a:tc>
                  <a:txBody>
                    <a:bodyPr/>
                    <a:lstStyle/>
                    <a:p>
                      <a:r>
                        <a:rPr lang="en-IN" b="0" dirty="0"/>
                        <a:t>12876</a:t>
                      </a:r>
                    </a:p>
                  </a:txBody>
                  <a:tcPr/>
                </a:tc>
                <a:tc>
                  <a:txBody>
                    <a:bodyPr/>
                    <a:lstStyle/>
                    <a:p>
                      <a:r>
                        <a:rPr lang="en-IN" b="0" dirty="0"/>
                        <a:t>12028</a:t>
                      </a:r>
                    </a:p>
                  </a:txBody>
                  <a:tcPr/>
                </a:tc>
                <a:tc>
                  <a:txBody>
                    <a:bodyPr/>
                    <a:lstStyle/>
                    <a:p>
                      <a:r>
                        <a:rPr lang="en-IN" b="0" dirty="0"/>
                        <a:t>11280</a:t>
                      </a:r>
                    </a:p>
                  </a:txBody>
                  <a:tcPr/>
                </a:tc>
                <a:tc>
                  <a:txBody>
                    <a:bodyPr/>
                    <a:lstStyle/>
                    <a:p>
                      <a:r>
                        <a:rPr lang="en-IN" b="0" dirty="0"/>
                        <a:t>11103</a:t>
                      </a:r>
                    </a:p>
                  </a:txBody>
                  <a:tcPr/>
                </a:tc>
                <a:tc>
                  <a:txBody>
                    <a:bodyPr/>
                    <a:lstStyle/>
                    <a:p>
                      <a:r>
                        <a:rPr lang="en-IN" b="0" dirty="0"/>
                        <a:t>9317</a:t>
                      </a:r>
                    </a:p>
                  </a:txBody>
                  <a:tcPr/>
                </a:tc>
                <a:tc>
                  <a:txBody>
                    <a:bodyPr/>
                    <a:lstStyle/>
                    <a:p>
                      <a:endParaRPr lang="en-IN" b="0" dirty="0"/>
                    </a:p>
                  </a:txBody>
                  <a:tcPr/>
                </a:tc>
                <a:extLst>
                  <a:ext uri="{0D108BD9-81ED-4DB2-BD59-A6C34878D82A}">
                    <a16:rowId xmlns:a16="http://schemas.microsoft.com/office/drawing/2014/main" val="2184519470"/>
                  </a:ext>
                </a:extLst>
              </a:tr>
              <a:tr h="370840">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536977194"/>
                  </a:ext>
                </a:extLst>
              </a:tr>
              <a:tr h="370840">
                <a:tc>
                  <a:txBody>
                    <a:bodyPr/>
                    <a:lstStyle/>
                    <a:p>
                      <a:r>
                        <a:rPr lang="en-US" b="1" dirty="0"/>
                        <a:t>CR= CA/CL</a:t>
                      </a:r>
                      <a:endParaRPr lang="en-IN" b="1" dirty="0"/>
                    </a:p>
                  </a:txBody>
                  <a:tcPr/>
                </a:tc>
                <a:tc>
                  <a:txBody>
                    <a:bodyPr/>
                    <a:lstStyle/>
                    <a:p>
                      <a:r>
                        <a:rPr lang="en-IN" b="1" dirty="0"/>
                        <a:t>1.33</a:t>
                      </a:r>
                    </a:p>
                  </a:txBody>
                  <a:tcPr/>
                </a:tc>
                <a:tc>
                  <a:txBody>
                    <a:bodyPr/>
                    <a:lstStyle/>
                    <a:p>
                      <a:r>
                        <a:rPr lang="en-IN" b="1" dirty="0"/>
                        <a:t>1.66</a:t>
                      </a:r>
                    </a:p>
                  </a:txBody>
                  <a:tcPr/>
                </a:tc>
                <a:tc>
                  <a:txBody>
                    <a:bodyPr/>
                    <a:lstStyle/>
                    <a:p>
                      <a:r>
                        <a:rPr lang="en-IN" b="1" dirty="0"/>
                        <a:t>1.41</a:t>
                      </a:r>
                    </a:p>
                  </a:txBody>
                  <a:tcPr/>
                </a:tc>
                <a:tc>
                  <a:txBody>
                    <a:bodyPr/>
                    <a:lstStyle/>
                    <a:p>
                      <a:r>
                        <a:rPr lang="en-IN" b="1" dirty="0"/>
                        <a:t>1.38</a:t>
                      </a:r>
                    </a:p>
                  </a:txBody>
                  <a:tcPr/>
                </a:tc>
                <a:tc>
                  <a:txBody>
                    <a:bodyPr/>
                    <a:lstStyle/>
                    <a:p>
                      <a:r>
                        <a:rPr lang="en-IN" b="1" dirty="0"/>
                        <a:t>1.28</a:t>
                      </a:r>
                    </a:p>
                  </a:txBody>
                  <a:tcPr/>
                </a:tc>
                <a:tc>
                  <a:txBody>
                    <a:bodyPr/>
                    <a:lstStyle/>
                    <a:p>
                      <a:r>
                        <a:rPr lang="en-IN" b="0" dirty="0"/>
                        <a:t>1.32</a:t>
                      </a:r>
                    </a:p>
                  </a:txBody>
                  <a:tcPr/>
                </a:tc>
                <a:tc>
                  <a:txBody>
                    <a:bodyPr/>
                    <a:lstStyle/>
                    <a:p>
                      <a:r>
                        <a:rPr lang="en-IN" b="1" dirty="0"/>
                        <a:t>1.41 times</a:t>
                      </a:r>
                    </a:p>
                  </a:txBody>
                  <a:tcPr/>
                </a:tc>
                <a:extLst>
                  <a:ext uri="{0D108BD9-81ED-4DB2-BD59-A6C34878D82A}">
                    <a16:rowId xmlns:a16="http://schemas.microsoft.com/office/drawing/2014/main" val="3214060203"/>
                  </a:ext>
                </a:extLst>
              </a:tr>
            </a:tbl>
          </a:graphicData>
        </a:graphic>
      </p:graphicFrame>
    </p:spTree>
    <p:extLst>
      <p:ext uri="{BB962C8B-B14F-4D97-AF65-F5344CB8AC3E}">
        <p14:creationId xmlns:p14="http://schemas.microsoft.com/office/powerpoint/2010/main" val="28776496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6EFD4-FDA4-42E5-92ED-4A7487C5612A}"/>
              </a:ext>
            </a:extLst>
          </p:cNvPr>
          <p:cNvSpPr>
            <a:spLocks noGrp="1"/>
          </p:cNvSpPr>
          <p:nvPr>
            <p:ph type="title"/>
          </p:nvPr>
        </p:nvSpPr>
        <p:spPr/>
        <p:txBody>
          <a:bodyPr/>
          <a:lstStyle/>
          <a:p>
            <a:pPr algn="ctr"/>
            <a:r>
              <a:rPr lang="en-US" b="1" dirty="0"/>
              <a:t>Quick Ratio- HUL</a:t>
            </a:r>
            <a:r>
              <a:rPr lang="en-US" dirty="0"/>
              <a:t>- Last 5 </a:t>
            </a:r>
            <a:r>
              <a:rPr lang="en-US" dirty="0" err="1"/>
              <a:t>Fys</a:t>
            </a:r>
            <a:endParaRPr lang="en-IN" dirty="0"/>
          </a:p>
        </p:txBody>
      </p:sp>
      <p:sp>
        <p:nvSpPr>
          <p:cNvPr id="3" name="Content Placeholder 2">
            <a:extLst>
              <a:ext uri="{FF2B5EF4-FFF2-40B4-BE49-F238E27FC236}">
                <a16:creationId xmlns:a16="http://schemas.microsoft.com/office/drawing/2014/main" id="{A760D0DB-3E01-4028-9B3E-A595F15D7B68}"/>
              </a:ext>
            </a:extLst>
          </p:cNvPr>
          <p:cNvSpPr>
            <a:spLocks noGrp="1"/>
          </p:cNvSpPr>
          <p:nvPr>
            <p:ph idx="1"/>
          </p:nvPr>
        </p:nvSpPr>
        <p:spPr/>
        <p:txBody>
          <a:bodyPr/>
          <a:lstStyle/>
          <a:p>
            <a:endParaRPr lang="en-IN" dirty="0"/>
          </a:p>
        </p:txBody>
      </p:sp>
      <p:graphicFrame>
        <p:nvGraphicFramePr>
          <p:cNvPr id="6" name="Table 4">
            <a:extLst>
              <a:ext uri="{FF2B5EF4-FFF2-40B4-BE49-F238E27FC236}">
                <a16:creationId xmlns:a16="http://schemas.microsoft.com/office/drawing/2014/main" id="{5EEB39A6-03FD-46A9-ADE4-E1C35C08EB5F}"/>
              </a:ext>
            </a:extLst>
          </p:cNvPr>
          <p:cNvGraphicFramePr>
            <a:graphicFrameLocks/>
          </p:cNvGraphicFramePr>
          <p:nvPr/>
        </p:nvGraphicFramePr>
        <p:xfrm>
          <a:off x="838200" y="1825625"/>
          <a:ext cx="10515600" cy="3298545"/>
        </p:xfrm>
        <a:graphic>
          <a:graphicData uri="http://schemas.openxmlformats.org/drawingml/2006/table">
            <a:tbl>
              <a:tblPr firstRow="1" bandRow="1">
                <a:tableStyleId>{21E4AEA4-8DFA-4A89-87EB-49C32662AFE0}</a:tableStyleId>
              </a:tblPr>
              <a:tblGrid>
                <a:gridCol w="1314450">
                  <a:extLst>
                    <a:ext uri="{9D8B030D-6E8A-4147-A177-3AD203B41FA5}">
                      <a16:colId xmlns:a16="http://schemas.microsoft.com/office/drawing/2014/main" val="3403792412"/>
                    </a:ext>
                  </a:extLst>
                </a:gridCol>
                <a:gridCol w="1314450">
                  <a:extLst>
                    <a:ext uri="{9D8B030D-6E8A-4147-A177-3AD203B41FA5}">
                      <a16:colId xmlns:a16="http://schemas.microsoft.com/office/drawing/2014/main" val="1323928238"/>
                    </a:ext>
                  </a:extLst>
                </a:gridCol>
                <a:gridCol w="1314450">
                  <a:extLst>
                    <a:ext uri="{9D8B030D-6E8A-4147-A177-3AD203B41FA5}">
                      <a16:colId xmlns:a16="http://schemas.microsoft.com/office/drawing/2014/main" val="988616034"/>
                    </a:ext>
                  </a:extLst>
                </a:gridCol>
                <a:gridCol w="1314450">
                  <a:extLst>
                    <a:ext uri="{9D8B030D-6E8A-4147-A177-3AD203B41FA5}">
                      <a16:colId xmlns:a16="http://schemas.microsoft.com/office/drawing/2014/main" val="2929787704"/>
                    </a:ext>
                  </a:extLst>
                </a:gridCol>
                <a:gridCol w="1314450">
                  <a:extLst>
                    <a:ext uri="{9D8B030D-6E8A-4147-A177-3AD203B41FA5}">
                      <a16:colId xmlns:a16="http://schemas.microsoft.com/office/drawing/2014/main" val="2884300378"/>
                    </a:ext>
                  </a:extLst>
                </a:gridCol>
                <a:gridCol w="1314450">
                  <a:extLst>
                    <a:ext uri="{9D8B030D-6E8A-4147-A177-3AD203B41FA5}">
                      <a16:colId xmlns:a16="http://schemas.microsoft.com/office/drawing/2014/main" val="783594773"/>
                    </a:ext>
                  </a:extLst>
                </a:gridCol>
                <a:gridCol w="1314450">
                  <a:extLst>
                    <a:ext uri="{9D8B030D-6E8A-4147-A177-3AD203B41FA5}">
                      <a16:colId xmlns:a16="http://schemas.microsoft.com/office/drawing/2014/main" val="3333496656"/>
                    </a:ext>
                  </a:extLst>
                </a:gridCol>
                <a:gridCol w="1314450">
                  <a:extLst>
                    <a:ext uri="{9D8B030D-6E8A-4147-A177-3AD203B41FA5}">
                      <a16:colId xmlns:a16="http://schemas.microsoft.com/office/drawing/2014/main" val="936294840"/>
                    </a:ext>
                  </a:extLst>
                </a:gridCol>
              </a:tblGrid>
              <a:tr h="37084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2024</a:t>
                      </a:r>
                    </a:p>
                  </a:txBody>
                  <a:tcPr/>
                </a:tc>
                <a:tc>
                  <a:txBody>
                    <a:bodyPr/>
                    <a:lstStyle/>
                    <a:p>
                      <a:r>
                        <a:rPr lang="en-IN" dirty="0"/>
                        <a:t>2023</a:t>
                      </a:r>
                    </a:p>
                  </a:txBody>
                  <a:tcPr/>
                </a:tc>
                <a:tc>
                  <a:txBody>
                    <a:bodyPr/>
                    <a:lstStyle/>
                    <a:p>
                      <a:r>
                        <a:rPr lang="en-US" dirty="0"/>
                        <a:t>2022</a:t>
                      </a:r>
                      <a:endParaRPr lang="en-IN" dirty="0"/>
                    </a:p>
                  </a:txBody>
                  <a:tcPr/>
                </a:tc>
                <a:tc>
                  <a:txBody>
                    <a:bodyPr/>
                    <a:lstStyle/>
                    <a:p>
                      <a:r>
                        <a:rPr lang="en-US" dirty="0"/>
                        <a:t>2021</a:t>
                      </a:r>
                      <a:endParaRPr lang="en-IN" dirty="0"/>
                    </a:p>
                  </a:txBody>
                  <a:tcPr/>
                </a:tc>
                <a:tc>
                  <a:txBody>
                    <a:bodyPr/>
                    <a:lstStyle/>
                    <a:p>
                      <a:r>
                        <a:rPr lang="en-US" dirty="0"/>
                        <a:t>2020</a:t>
                      </a:r>
                      <a:endParaRPr lang="en-IN" dirty="0"/>
                    </a:p>
                  </a:txBody>
                  <a:tcPr/>
                </a:tc>
                <a:tc>
                  <a:txBody>
                    <a:bodyPr/>
                    <a:lstStyle/>
                    <a:p>
                      <a:r>
                        <a:rPr lang="en-IN" dirty="0"/>
                        <a:t>5 Year Average </a:t>
                      </a:r>
                    </a:p>
                  </a:txBody>
                  <a:tcPr/>
                </a:tc>
                <a:extLst>
                  <a:ext uri="{0D108BD9-81ED-4DB2-BD59-A6C34878D82A}">
                    <a16:rowId xmlns:a16="http://schemas.microsoft.com/office/drawing/2014/main" val="2036340585"/>
                  </a:ext>
                </a:extLst>
              </a:tr>
              <a:tr h="370840">
                <a:tc>
                  <a:txBody>
                    <a:bodyPr/>
                    <a:lstStyle/>
                    <a:p>
                      <a:r>
                        <a:rPr lang="en-US" b="1" dirty="0"/>
                        <a:t>Monetary CA</a:t>
                      </a:r>
                    </a:p>
                    <a:p>
                      <a:r>
                        <a:rPr lang="en-US" b="1" dirty="0"/>
                        <a:t>(CA-Inventories)</a:t>
                      </a:r>
                      <a:endParaRPr lang="en-IN" b="1" dirty="0"/>
                    </a:p>
                  </a:txBody>
                  <a:tcPr/>
                </a:tc>
                <a:tc>
                  <a:txBody>
                    <a:bodyPr/>
                    <a:lstStyle/>
                    <a:p>
                      <a:r>
                        <a:rPr lang="en-IN" b="0" dirty="0"/>
                        <a:t>17636</a:t>
                      </a:r>
                    </a:p>
                  </a:txBody>
                  <a:tcPr/>
                </a:tc>
                <a:tc>
                  <a:txBody>
                    <a:bodyPr/>
                    <a:lstStyle/>
                    <a:p>
                      <a:r>
                        <a:rPr lang="en-IN" b="0" dirty="0"/>
                        <a:t>17302</a:t>
                      </a:r>
                    </a:p>
                  </a:txBody>
                  <a:tcPr/>
                </a:tc>
                <a:tc>
                  <a:txBody>
                    <a:bodyPr/>
                    <a:lstStyle/>
                    <a:p>
                      <a:r>
                        <a:rPr lang="en-IN" b="0" dirty="0"/>
                        <a:t>12747</a:t>
                      </a:r>
                    </a:p>
                  </a:txBody>
                  <a:tcPr/>
                </a:tc>
                <a:tc>
                  <a:txBody>
                    <a:bodyPr/>
                    <a:lstStyle/>
                    <a:p>
                      <a:r>
                        <a:rPr lang="en-IN" b="0" dirty="0"/>
                        <a:t>11426</a:t>
                      </a:r>
                    </a:p>
                  </a:txBody>
                  <a:tcPr/>
                </a:tc>
                <a:tc>
                  <a:txBody>
                    <a:bodyPr/>
                    <a:lstStyle/>
                    <a:p>
                      <a:r>
                        <a:rPr lang="en-IN" b="0" dirty="0"/>
                        <a:t>10638</a:t>
                      </a:r>
                    </a:p>
                  </a:txBody>
                  <a:tcPr/>
                </a:tc>
                <a:tc>
                  <a:txBody>
                    <a:bodyPr/>
                    <a:lstStyle/>
                    <a:p>
                      <a:r>
                        <a:rPr lang="en-IN" b="0" dirty="0"/>
                        <a:t>9554</a:t>
                      </a:r>
                    </a:p>
                  </a:txBody>
                  <a:tcPr/>
                </a:tc>
                <a:tc>
                  <a:txBody>
                    <a:bodyPr/>
                    <a:lstStyle/>
                    <a:p>
                      <a:endParaRPr lang="en-IN" b="1" dirty="0"/>
                    </a:p>
                  </a:txBody>
                  <a:tcPr/>
                </a:tc>
                <a:extLst>
                  <a:ext uri="{0D108BD9-81ED-4DB2-BD59-A6C34878D82A}">
                    <a16:rowId xmlns:a16="http://schemas.microsoft.com/office/drawing/2014/main" val="2876592805"/>
                  </a:ext>
                </a:extLst>
              </a:tr>
              <a:tr h="453745">
                <a:tc>
                  <a:txBody>
                    <a:bodyPr/>
                    <a:lstStyle/>
                    <a:p>
                      <a:r>
                        <a:rPr lang="en-US" b="1" dirty="0"/>
                        <a:t>CL</a:t>
                      </a:r>
                      <a:endParaRPr lang="en-IN" b="1" dirty="0"/>
                    </a:p>
                  </a:txBody>
                  <a:tcPr/>
                </a:tc>
                <a:tc>
                  <a:txBody>
                    <a:bodyPr/>
                    <a:lstStyle/>
                    <a:p>
                      <a:r>
                        <a:rPr lang="en-IN" b="0" dirty="0"/>
                        <a:t>16537</a:t>
                      </a:r>
                    </a:p>
                  </a:txBody>
                  <a:tcPr/>
                </a:tc>
                <a:tc>
                  <a:txBody>
                    <a:bodyPr/>
                    <a:lstStyle/>
                    <a:p>
                      <a:r>
                        <a:rPr lang="en-IN" b="0" dirty="0"/>
                        <a:t>12876</a:t>
                      </a:r>
                    </a:p>
                  </a:txBody>
                  <a:tcPr/>
                </a:tc>
                <a:tc>
                  <a:txBody>
                    <a:bodyPr/>
                    <a:lstStyle/>
                    <a:p>
                      <a:r>
                        <a:rPr lang="en-IN" b="0" dirty="0"/>
                        <a:t>12028</a:t>
                      </a:r>
                    </a:p>
                  </a:txBody>
                  <a:tcPr/>
                </a:tc>
                <a:tc>
                  <a:txBody>
                    <a:bodyPr/>
                    <a:lstStyle/>
                    <a:p>
                      <a:r>
                        <a:rPr lang="en-IN" b="0" dirty="0"/>
                        <a:t>11280</a:t>
                      </a:r>
                    </a:p>
                  </a:txBody>
                  <a:tcPr/>
                </a:tc>
                <a:tc>
                  <a:txBody>
                    <a:bodyPr/>
                    <a:lstStyle/>
                    <a:p>
                      <a:r>
                        <a:rPr lang="en-IN" b="0" dirty="0"/>
                        <a:t>11103</a:t>
                      </a:r>
                    </a:p>
                  </a:txBody>
                  <a:tcPr/>
                </a:tc>
                <a:tc>
                  <a:txBody>
                    <a:bodyPr/>
                    <a:lstStyle/>
                    <a:p>
                      <a:r>
                        <a:rPr lang="en-IN" b="0" dirty="0"/>
                        <a:t>9317</a:t>
                      </a:r>
                    </a:p>
                  </a:txBody>
                  <a:tcPr/>
                </a:tc>
                <a:tc>
                  <a:txBody>
                    <a:bodyPr/>
                    <a:lstStyle/>
                    <a:p>
                      <a:endParaRPr lang="en-IN" b="0" dirty="0"/>
                    </a:p>
                  </a:txBody>
                  <a:tcPr/>
                </a:tc>
                <a:extLst>
                  <a:ext uri="{0D108BD9-81ED-4DB2-BD59-A6C34878D82A}">
                    <a16:rowId xmlns:a16="http://schemas.microsoft.com/office/drawing/2014/main" val="2184519470"/>
                  </a:ext>
                </a:extLst>
              </a:tr>
              <a:tr h="370840">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536977194"/>
                  </a:ext>
                </a:extLst>
              </a:tr>
              <a:tr h="370840">
                <a:tc>
                  <a:txBody>
                    <a:bodyPr/>
                    <a:lstStyle/>
                    <a:p>
                      <a:r>
                        <a:rPr lang="en-US" b="1" dirty="0"/>
                        <a:t>Quick Ratio</a:t>
                      </a:r>
                      <a:endParaRPr lang="en-IN" b="1" dirty="0"/>
                    </a:p>
                  </a:txBody>
                  <a:tcPr/>
                </a:tc>
                <a:tc>
                  <a:txBody>
                    <a:bodyPr/>
                    <a:lstStyle/>
                    <a:p>
                      <a:r>
                        <a:rPr lang="en-IN" b="1" dirty="0"/>
                        <a:t>1.07</a:t>
                      </a:r>
                    </a:p>
                  </a:txBody>
                  <a:tcPr/>
                </a:tc>
                <a:tc>
                  <a:txBody>
                    <a:bodyPr/>
                    <a:lstStyle/>
                    <a:p>
                      <a:r>
                        <a:rPr lang="en-IN" b="1" dirty="0"/>
                        <a:t>1.34</a:t>
                      </a:r>
                    </a:p>
                  </a:txBody>
                  <a:tcPr/>
                </a:tc>
                <a:tc>
                  <a:txBody>
                    <a:bodyPr/>
                    <a:lstStyle/>
                    <a:p>
                      <a:r>
                        <a:rPr lang="en-IN" b="1" dirty="0"/>
                        <a:t>1.06</a:t>
                      </a:r>
                    </a:p>
                  </a:txBody>
                  <a:tcPr/>
                </a:tc>
                <a:tc>
                  <a:txBody>
                    <a:bodyPr/>
                    <a:lstStyle/>
                    <a:p>
                      <a:r>
                        <a:rPr lang="en-IN" b="1" dirty="0"/>
                        <a:t>1.01</a:t>
                      </a:r>
                    </a:p>
                  </a:txBody>
                  <a:tcPr/>
                </a:tc>
                <a:tc>
                  <a:txBody>
                    <a:bodyPr/>
                    <a:lstStyle/>
                    <a:p>
                      <a:r>
                        <a:rPr lang="en-IN" b="1" dirty="0"/>
                        <a:t>0.96</a:t>
                      </a:r>
                    </a:p>
                  </a:txBody>
                  <a:tcPr/>
                </a:tc>
                <a:tc>
                  <a:txBody>
                    <a:bodyPr/>
                    <a:lstStyle/>
                    <a:p>
                      <a:r>
                        <a:rPr lang="en-IN" b="0" dirty="0"/>
                        <a:t>1.03</a:t>
                      </a:r>
                    </a:p>
                  </a:txBody>
                  <a:tcPr/>
                </a:tc>
                <a:tc>
                  <a:txBody>
                    <a:bodyPr/>
                    <a:lstStyle/>
                    <a:p>
                      <a:r>
                        <a:rPr lang="en-IN" b="1" dirty="0"/>
                        <a:t>1.09 times</a:t>
                      </a:r>
                    </a:p>
                  </a:txBody>
                  <a:tcPr/>
                </a:tc>
                <a:extLst>
                  <a:ext uri="{0D108BD9-81ED-4DB2-BD59-A6C34878D82A}">
                    <a16:rowId xmlns:a16="http://schemas.microsoft.com/office/drawing/2014/main" val="3214060203"/>
                  </a:ext>
                </a:extLst>
              </a:tr>
            </a:tbl>
          </a:graphicData>
        </a:graphic>
      </p:graphicFrame>
    </p:spTree>
    <p:extLst>
      <p:ext uri="{BB962C8B-B14F-4D97-AF65-F5344CB8AC3E}">
        <p14:creationId xmlns:p14="http://schemas.microsoft.com/office/powerpoint/2010/main" val="17837317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6EFD4-FDA4-42E5-92ED-4A7487C5612A}"/>
              </a:ext>
            </a:extLst>
          </p:cNvPr>
          <p:cNvSpPr>
            <a:spLocks noGrp="1"/>
          </p:cNvSpPr>
          <p:nvPr>
            <p:ph type="title"/>
          </p:nvPr>
        </p:nvSpPr>
        <p:spPr/>
        <p:txBody>
          <a:bodyPr/>
          <a:lstStyle/>
          <a:p>
            <a:r>
              <a:rPr lang="en-US" b="1" dirty="0"/>
              <a:t>Defensive Interval </a:t>
            </a:r>
            <a:r>
              <a:rPr lang="en-US" dirty="0"/>
              <a:t>or </a:t>
            </a:r>
            <a:r>
              <a:rPr lang="en-US" b="1" dirty="0"/>
              <a:t>Cash Burn- HUL</a:t>
            </a:r>
            <a:r>
              <a:rPr lang="en-US" dirty="0"/>
              <a:t>- Last 5 </a:t>
            </a:r>
            <a:r>
              <a:rPr lang="en-US" dirty="0" err="1"/>
              <a:t>Fys</a:t>
            </a:r>
            <a:endParaRPr lang="en-IN" dirty="0"/>
          </a:p>
        </p:txBody>
      </p:sp>
      <p:sp>
        <p:nvSpPr>
          <p:cNvPr id="3" name="Content Placeholder 2">
            <a:extLst>
              <a:ext uri="{FF2B5EF4-FFF2-40B4-BE49-F238E27FC236}">
                <a16:creationId xmlns:a16="http://schemas.microsoft.com/office/drawing/2014/main" id="{A760D0DB-3E01-4028-9B3E-A595F15D7B68}"/>
              </a:ext>
            </a:extLst>
          </p:cNvPr>
          <p:cNvSpPr>
            <a:spLocks noGrp="1"/>
          </p:cNvSpPr>
          <p:nvPr>
            <p:ph idx="1"/>
          </p:nvPr>
        </p:nvSpPr>
        <p:spPr/>
        <p:txBody>
          <a:bodyPr/>
          <a:lstStyle/>
          <a:p>
            <a:endParaRPr lang="en-IN" dirty="0"/>
          </a:p>
        </p:txBody>
      </p:sp>
      <p:graphicFrame>
        <p:nvGraphicFramePr>
          <p:cNvPr id="6" name="Table 4">
            <a:extLst>
              <a:ext uri="{FF2B5EF4-FFF2-40B4-BE49-F238E27FC236}">
                <a16:creationId xmlns:a16="http://schemas.microsoft.com/office/drawing/2014/main" id="{5EEB39A6-03FD-46A9-ADE4-E1C35C08EB5F}"/>
              </a:ext>
            </a:extLst>
          </p:cNvPr>
          <p:cNvGraphicFramePr>
            <a:graphicFrameLocks/>
          </p:cNvGraphicFramePr>
          <p:nvPr/>
        </p:nvGraphicFramePr>
        <p:xfrm>
          <a:off x="838200" y="1825625"/>
          <a:ext cx="10515600" cy="4582160"/>
        </p:xfrm>
        <a:graphic>
          <a:graphicData uri="http://schemas.openxmlformats.org/drawingml/2006/table">
            <a:tbl>
              <a:tblPr firstRow="1" bandRow="1">
                <a:tableStyleId>{00A15C55-8517-42AA-B614-E9B94910E393}</a:tableStyleId>
              </a:tblPr>
              <a:tblGrid>
                <a:gridCol w="1314450">
                  <a:extLst>
                    <a:ext uri="{9D8B030D-6E8A-4147-A177-3AD203B41FA5}">
                      <a16:colId xmlns:a16="http://schemas.microsoft.com/office/drawing/2014/main" val="3403792412"/>
                    </a:ext>
                  </a:extLst>
                </a:gridCol>
                <a:gridCol w="1314450">
                  <a:extLst>
                    <a:ext uri="{9D8B030D-6E8A-4147-A177-3AD203B41FA5}">
                      <a16:colId xmlns:a16="http://schemas.microsoft.com/office/drawing/2014/main" val="1323928238"/>
                    </a:ext>
                  </a:extLst>
                </a:gridCol>
                <a:gridCol w="1314450">
                  <a:extLst>
                    <a:ext uri="{9D8B030D-6E8A-4147-A177-3AD203B41FA5}">
                      <a16:colId xmlns:a16="http://schemas.microsoft.com/office/drawing/2014/main" val="669974448"/>
                    </a:ext>
                  </a:extLst>
                </a:gridCol>
                <a:gridCol w="1314450">
                  <a:extLst>
                    <a:ext uri="{9D8B030D-6E8A-4147-A177-3AD203B41FA5}">
                      <a16:colId xmlns:a16="http://schemas.microsoft.com/office/drawing/2014/main" val="2929787704"/>
                    </a:ext>
                  </a:extLst>
                </a:gridCol>
                <a:gridCol w="1314450">
                  <a:extLst>
                    <a:ext uri="{9D8B030D-6E8A-4147-A177-3AD203B41FA5}">
                      <a16:colId xmlns:a16="http://schemas.microsoft.com/office/drawing/2014/main" val="2884300378"/>
                    </a:ext>
                  </a:extLst>
                </a:gridCol>
                <a:gridCol w="1314450">
                  <a:extLst>
                    <a:ext uri="{9D8B030D-6E8A-4147-A177-3AD203B41FA5}">
                      <a16:colId xmlns:a16="http://schemas.microsoft.com/office/drawing/2014/main" val="783594773"/>
                    </a:ext>
                  </a:extLst>
                </a:gridCol>
                <a:gridCol w="1314450">
                  <a:extLst>
                    <a:ext uri="{9D8B030D-6E8A-4147-A177-3AD203B41FA5}">
                      <a16:colId xmlns:a16="http://schemas.microsoft.com/office/drawing/2014/main" val="3333496656"/>
                    </a:ext>
                  </a:extLst>
                </a:gridCol>
                <a:gridCol w="1314450">
                  <a:extLst>
                    <a:ext uri="{9D8B030D-6E8A-4147-A177-3AD203B41FA5}">
                      <a16:colId xmlns:a16="http://schemas.microsoft.com/office/drawing/2014/main" val="3002300810"/>
                    </a:ext>
                  </a:extLst>
                </a:gridCol>
              </a:tblGrid>
              <a:tr h="37084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2024</a:t>
                      </a:r>
                    </a:p>
                  </a:txBody>
                  <a:tcPr/>
                </a:tc>
                <a:tc>
                  <a:txBody>
                    <a:bodyPr/>
                    <a:lstStyle/>
                    <a:p>
                      <a:r>
                        <a:rPr lang="en-IN" dirty="0"/>
                        <a:t>2023</a:t>
                      </a:r>
                    </a:p>
                  </a:txBody>
                  <a:tcPr/>
                </a:tc>
                <a:tc>
                  <a:txBody>
                    <a:bodyPr/>
                    <a:lstStyle/>
                    <a:p>
                      <a:r>
                        <a:rPr lang="en-US" dirty="0"/>
                        <a:t>2022</a:t>
                      </a:r>
                      <a:endParaRPr lang="en-IN" dirty="0"/>
                    </a:p>
                  </a:txBody>
                  <a:tcPr/>
                </a:tc>
                <a:tc>
                  <a:txBody>
                    <a:bodyPr/>
                    <a:lstStyle/>
                    <a:p>
                      <a:r>
                        <a:rPr lang="en-US" dirty="0"/>
                        <a:t>2021</a:t>
                      </a:r>
                      <a:endParaRPr lang="en-IN" dirty="0"/>
                    </a:p>
                  </a:txBody>
                  <a:tcPr/>
                </a:tc>
                <a:tc>
                  <a:txBody>
                    <a:bodyPr/>
                    <a:lstStyle/>
                    <a:p>
                      <a:r>
                        <a:rPr lang="en-US" dirty="0"/>
                        <a:t>2020</a:t>
                      </a:r>
                      <a:endParaRPr lang="en-IN" dirty="0"/>
                    </a:p>
                  </a:txBody>
                  <a:tcPr/>
                </a:tc>
                <a:tc>
                  <a:txBody>
                    <a:bodyPr/>
                    <a:lstStyle/>
                    <a:p>
                      <a:r>
                        <a:rPr lang="en-IN" dirty="0"/>
                        <a:t>5 year Average </a:t>
                      </a:r>
                    </a:p>
                  </a:txBody>
                  <a:tcPr/>
                </a:tc>
                <a:extLst>
                  <a:ext uri="{0D108BD9-81ED-4DB2-BD59-A6C34878D82A}">
                    <a16:rowId xmlns:a16="http://schemas.microsoft.com/office/drawing/2014/main" val="2036340585"/>
                  </a:ext>
                </a:extLst>
              </a:tr>
              <a:tr h="370840">
                <a:tc>
                  <a:txBody>
                    <a:bodyPr/>
                    <a:lstStyle/>
                    <a:p>
                      <a:r>
                        <a:rPr lang="en-US" b="1" dirty="0"/>
                        <a:t>Quick Assets ( Monetary Assets)</a:t>
                      </a:r>
                      <a:endParaRPr lang="en-IN" b="1" dirty="0"/>
                    </a:p>
                  </a:txBody>
                  <a:tcPr/>
                </a:tc>
                <a:tc>
                  <a:txBody>
                    <a:bodyPr/>
                    <a:lstStyle/>
                    <a:p>
                      <a:r>
                        <a:rPr lang="en-IN" b="1" dirty="0"/>
                        <a:t>17636</a:t>
                      </a:r>
                    </a:p>
                  </a:txBody>
                  <a:tcPr/>
                </a:tc>
                <a:tc>
                  <a:txBody>
                    <a:bodyPr/>
                    <a:lstStyle/>
                    <a:p>
                      <a:r>
                        <a:rPr lang="en-IN" b="1" dirty="0"/>
                        <a:t>17302</a:t>
                      </a:r>
                    </a:p>
                  </a:txBody>
                  <a:tcPr/>
                </a:tc>
                <a:tc>
                  <a:txBody>
                    <a:bodyPr/>
                    <a:lstStyle/>
                    <a:p>
                      <a:r>
                        <a:rPr lang="en-IN" b="1" dirty="0"/>
                        <a:t>12747</a:t>
                      </a:r>
                    </a:p>
                  </a:txBody>
                  <a:tcPr/>
                </a:tc>
                <a:tc>
                  <a:txBody>
                    <a:bodyPr/>
                    <a:lstStyle/>
                    <a:p>
                      <a:r>
                        <a:rPr lang="en-IN" b="1" dirty="0"/>
                        <a:t>11426</a:t>
                      </a:r>
                    </a:p>
                  </a:txBody>
                  <a:tcPr/>
                </a:tc>
                <a:tc>
                  <a:txBody>
                    <a:bodyPr/>
                    <a:lstStyle/>
                    <a:p>
                      <a:r>
                        <a:rPr lang="en-IN" b="1" dirty="0"/>
                        <a:t>10638</a:t>
                      </a:r>
                    </a:p>
                  </a:txBody>
                  <a:tcPr/>
                </a:tc>
                <a:tc>
                  <a:txBody>
                    <a:bodyPr/>
                    <a:lstStyle/>
                    <a:p>
                      <a:r>
                        <a:rPr lang="en-IN" b="0" dirty="0"/>
                        <a:t>9554</a:t>
                      </a:r>
                    </a:p>
                  </a:txBody>
                  <a:tcPr/>
                </a:tc>
                <a:tc>
                  <a:txBody>
                    <a:bodyPr/>
                    <a:lstStyle/>
                    <a:p>
                      <a:endParaRPr lang="en-IN" b="1" dirty="0"/>
                    </a:p>
                  </a:txBody>
                  <a:tcPr/>
                </a:tc>
                <a:extLst>
                  <a:ext uri="{0D108BD9-81ED-4DB2-BD59-A6C34878D82A}">
                    <a16:rowId xmlns:a16="http://schemas.microsoft.com/office/drawing/2014/main" val="2876592805"/>
                  </a:ext>
                </a:extLst>
              </a:tr>
              <a:tr h="453745">
                <a:tc>
                  <a:txBody>
                    <a:bodyPr/>
                    <a:lstStyle/>
                    <a:p>
                      <a:r>
                        <a:rPr lang="en-US" b="1" dirty="0"/>
                        <a:t>Projected Cash Expenses</a:t>
                      </a:r>
                    </a:p>
                    <a:p>
                      <a:r>
                        <a:rPr lang="en-US" b="1" dirty="0"/>
                        <a:t>(Total exp  - D&amp;A + Current Tax)</a:t>
                      </a:r>
                      <a:endParaRPr lang="en-IN" b="1" dirty="0"/>
                    </a:p>
                  </a:txBody>
                  <a:tcPr/>
                </a:tc>
                <a:tc>
                  <a:txBody>
                    <a:bodyPr/>
                    <a:lstStyle/>
                    <a:p>
                      <a:r>
                        <a:rPr lang="en-IN" b="0" dirty="0"/>
                        <a:t>50020 -1355 + 3620 </a:t>
                      </a:r>
                    </a:p>
                    <a:p>
                      <a:r>
                        <a:rPr lang="en-IN" b="0" dirty="0"/>
                        <a:t>=52285</a:t>
                      </a:r>
                    </a:p>
                  </a:txBody>
                  <a:tcPr/>
                </a:tc>
                <a:tc>
                  <a:txBody>
                    <a:bodyPr/>
                    <a:lstStyle/>
                    <a:p>
                      <a:r>
                        <a:rPr lang="en-IN" b="0" dirty="0"/>
                        <a:t>48783-1216+3521=51088</a:t>
                      </a:r>
                    </a:p>
                  </a:txBody>
                  <a:tcPr/>
                </a:tc>
                <a:tc>
                  <a:txBody>
                    <a:bodyPr/>
                    <a:lstStyle/>
                    <a:p>
                      <a:r>
                        <a:rPr lang="en-IN" b="0" dirty="0"/>
                        <a:t>47682-1137 +3001</a:t>
                      </a:r>
                    </a:p>
                    <a:p>
                      <a:r>
                        <a:rPr lang="en-IN" b="0" dirty="0"/>
                        <a:t>=49546</a:t>
                      </a:r>
                    </a:p>
                  </a:txBody>
                  <a:tcPr/>
                </a:tc>
                <a:tc>
                  <a:txBody>
                    <a:bodyPr/>
                    <a:lstStyle/>
                    <a:p>
                      <a:r>
                        <a:rPr lang="en-IN" b="0" dirty="0"/>
                        <a:t>40786-1091+2840</a:t>
                      </a:r>
                    </a:p>
                    <a:p>
                      <a:r>
                        <a:rPr lang="en-IN" b="0" dirty="0"/>
                        <a:t>=42535</a:t>
                      </a:r>
                    </a:p>
                  </a:txBody>
                  <a:tcPr/>
                </a:tc>
                <a:tc>
                  <a:txBody>
                    <a:bodyPr/>
                    <a:lstStyle/>
                    <a:p>
                      <a:r>
                        <a:rPr lang="en-IN" b="0" dirty="0"/>
                        <a:t>36593-1074+2520</a:t>
                      </a:r>
                    </a:p>
                    <a:p>
                      <a:r>
                        <a:rPr lang="en-IN" b="0" dirty="0"/>
                        <a:t>=38039</a:t>
                      </a:r>
                    </a:p>
                  </a:txBody>
                  <a:tcPr/>
                </a:tc>
                <a:tc>
                  <a:txBody>
                    <a:bodyPr/>
                    <a:lstStyle/>
                    <a:p>
                      <a:r>
                        <a:rPr lang="en-IN" b="0" dirty="0"/>
                        <a:t>31042-1002+2243</a:t>
                      </a:r>
                    </a:p>
                    <a:p>
                      <a:r>
                        <a:rPr lang="en-IN" b="0" dirty="0"/>
                        <a:t>=32283</a:t>
                      </a:r>
                    </a:p>
                  </a:txBody>
                  <a:tcPr/>
                </a:tc>
                <a:tc>
                  <a:txBody>
                    <a:bodyPr/>
                    <a:lstStyle/>
                    <a:p>
                      <a:endParaRPr lang="en-IN" b="0" dirty="0"/>
                    </a:p>
                  </a:txBody>
                  <a:tcPr/>
                </a:tc>
                <a:extLst>
                  <a:ext uri="{0D108BD9-81ED-4DB2-BD59-A6C34878D82A}">
                    <a16:rowId xmlns:a16="http://schemas.microsoft.com/office/drawing/2014/main" val="2184519470"/>
                  </a:ext>
                </a:extLst>
              </a:tr>
              <a:tr h="370840">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536977194"/>
                  </a:ext>
                </a:extLst>
              </a:tr>
              <a:tr h="370840">
                <a:tc>
                  <a:txBody>
                    <a:bodyPr/>
                    <a:lstStyle/>
                    <a:p>
                      <a:r>
                        <a:rPr lang="en-US" b="1" dirty="0"/>
                        <a:t>Cash Burn </a:t>
                      </a:r>
                      <a:endParaRPr lang="en-IN" b="1" dirty="0"/>
                    </a:p>
                  </a:txBody>
                  <a:tcPr/>
                </a:tc>
                <a:tc>
                  <a:txBody>
                    <a:bodyPr/>
                    <a:lstStyle/>
                    <a:p>
                      <a:r>
                        <a:rPr lang="en-IN" b="1" dirty="0">
                          <a:solidFill>
                            <a:schemeClr val="bg2">
                              <a:lumMod val="10000"/>
                            </a:schemeClr>
                          </a:solidFill>
                        </a:rPr>
                        <a:t>123</a:t>
                      </a:r>
                    </a:p>
                  </a:txBody>
                  <a:tcPr/>
                </a:tc>
                <a:tc>
                  <a:txBody>
                    <a:bodyPr/>
                    <a:lstStyle/>
                    <a:p>
                      <a:r>
                        <a:rPr lang="en-IN" b="1" dirty="0">
                          <a:solidFill>
                            <a:schemeClr val="bg2">
                              <a:lumMod val="10000"/>
                            </a:schemeClr>
                          </a:solidFill>
                        </a:rPr>
                        <a:t>124</a:t>
                      </a:r>
                    </a:p>
                  </a:txBody>
                  <a:tcPr/>
                </a:tc>
                <a:tc>
                  <a:txBody>
                    <a:bodyPr/>
                    <a:lstStyle/>
                    <a:p>
                      <a:r>
                        <a:rPr lang="en-IN" b="1" dirty="0">
                          <a:solidFill>
                            <a:schemeClr val="bg2">
                              <a:lumMod val="10000"/>
                            </a:schemeClr>
                          </a:solidFill>
                        </a:rPr>
                        <a:t>94</a:t>
                      </a:r>
                    </a:p>
                  </a:txBody>
                  <a:tcPr/>
                </a:tc>
                <a:tc>
                  <a:txBody>
                    <a:bodyPr/>
                    <a:lstStyle/>
                    <a:p>
                      <a:r>
                        <a:rPr lang="en-IN" b="1" dirty="0">
                          <a:solidFill>
                            <a:schemeClr val="bg2">
                              <a:lumMod val="10000"/>
                            </a:schemeClr>
                          </a:solidFill>
                        </a:rPr>
                        <a:t>98</a:t>
                      </a:r>
                    </a:p>
                  </a:txBody>
                  <a:tcPr/>
                </a:tc>
                <a:tc>
                  <a:txBody>
                    <a:bodyPr/>
                    <a:lstStyle/>
                    <a:p>
                      <a:r>
                        <a:rPr lang="en-IN" b="1" dirty="0">
                          <a:solidFill>
                            <a:schemeClr val="bg2">
                              <a:lumMod val="10000"/>
                            </a:schemeClr>
                          </a:solidFill>
                        </a:rPr>
                        <a:t>102</a:t>
                      </a:r>
                    </a:p>
                  </a:txBody>
                  <a:tcPr/>
                </a:tc>
                <a:tc>
                  <a:txBody>
                    <a:bodyPr/>
                    <a:lstStyle/>
                    <a:p>
                      <a:r>
                        <a:rPr lang="en-IN" b="0" dirty="0"/>
                        <a:t>108</a:t>
                      </a:r>
                    </a:p>
                  </a:txBody>
                  <a:tcPr/>
                </a:tc>
                <a:tc>
                  <a:txBody>
                    <a:bodyPr/>
                    <a:lstStyle/>
                    <a:p>
                      <a:r>
                        <a:rPr lang="en-IN" b="1" dirty="0"/>
                        <a:t>108 Days </a:t>
                      </a:r>
                    </a:p>
                  </a:txBody>
                  <a:tcPr/>
                </a:tc>
                <a:extLst>
                  <a:ext uri="{0D108BD9-81ED-4DB2-BD59-A6C34878D82A}">
                    <a16:rowId xmlns:a16="http://schemas.microsoft.com/office/drawing/2014/main" val="3214060203"/>
                  </a:ext>
                </a:extLst>
              </a:tr>
            </a:tbl>
          </a:graphicData>
        </a:graphic>
      </p:graphicFrame>
    </p:spTree>
    <p:extLst>
      <p:ext uri="{BB962C8B-B14F-4D97-AF65-F5344CB8AC3E}">
        <p14:creationId xmlns:p14="http://schemas.microsoft.com/office/powerpoint/2010/main" val="7157493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4C21E-140C-7CDD-7FFA-C180C37BB8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D4146E-3E6F-82FC-2259-02CD5E4DD35A}"/>
              </a:ext>
            </a:extLst>
          </p:cNvPr>
          <p:cNvSpPr>
            <a:spLocks noGrp="1"/>
          </p:cNvSpPr>
          <p:nvPr>
            <p:ph type="title"/>
          </p:nvPr>
        </p:nvSpPr>
        <p:spPr/>
        <p:txBody>
          <a:bodyPr/>
          <a:lstStyle/>
          <a:p>
            <a:pPr algn="ctr"/>
            <a:r>
              <a:rPr lang="en-US" b="1" dirty="0"/>
              <a:t>4. Solvency  </a:t>
            </a:r>
            <a:endParaRPr lang="en-IN" b="1" dirty="0"/>
          </a:p>
        </p:txBody>
      </p:sp>
      <p:sp>
        <p:nvSpPr>
          <p:cNvPr id="3" name="Content Placeholder 2">
            <a:extLst>
              <a:ext uri="{FF2B5EF4-FFF2-40B4-BE49-F238E27FC236}">
                <a16:creationId xmlns:a16="http://schemas.microsoft.com/office/drawing/2014/main" id="{1D37FBCE-8837-BB27-5B49-97CC70D0586E}"/>
              </a:ext>
            </a:extLst>
          </p:cNvPr>
          <p:cNvSpPr>
            <a:spLocks noGrp="1"/>
          </p:cNvSpPr>
          <p:nvPr>
            <p:ph idx="1"/>
          </p:nvPr>
        </p:nvSpPr>
        <p:spPr>
          <a:xfrm>
            <a:off x="751115" y="1461972"/>
            <a:ext cx="10515600" cy="4971484"/>
          </a:xfrm>
        </p:spPr>
        <p:txBody>
          <a:bodyPr>
            <a:normAutofit fontScale="92500" lnSpcReduction="20000"/>
          </a:bodyPr>
          <a:lstStyle/>
          <a:p>
            <a:r>
              <a:rPr lang="en-US" sz="1800" dirty="0"/>
              <a:t>D/E  ( LTD/ OE)  </a:t>
            </a:r>
            <a:r>
              <a:rPr lang="en-US" sz="1800" b="1" dirty="0"/>
              <a:t>or</a:t>
            </a:r>
            <a:r>
              <a:rPr lang="en-US" sz="1800" dirty="0"/>
              <a:t> ( Total Debt/ OE) </a:t>
            </a:r>
          </a:p>
          <a:p>
            <a:r>
              <a:rPr lang="en-US" sz="1800" dirty="0"/>
              <a:t>Interest Cover  = EBIT/Interest expense</a:t>
            </a:r>
          </a:p>
          <a:p>
            <a:pPr marL="0" indent="0">
              <a:buNone/>
            </a:pPr>
            <a:r>
              <a:rPr lang="en-US" sz="1800" b="1" u="sng" dirty="0"/>
              <a:t>Altman’s Z score </a:t>
            </a:r>
          </a:p>
          <a:p>
            <a:pPr marL="0" indent="0">
              <a:buNone/>
            </a:pPr>
            <a:r>
              <a:rPr lang="en-US" sz="1800" b="1" dirty="0"/>
              <a:t>Z score= 1.2 (WC/TA) + 1.4 (RE/TA) + 3.3 (EBIT/TA) + 0.6(MV of Equity/BV of total debt) + 0.999 (Sales/TA)</a:t>
            </a:r>
          </a:p>
          <a:p>
            <a:pPr marL="0" indent="0">
              <a:buNone/>
            </a:pPr>
            <a:r>
              <a:rPr lang="en-US" sz="1800" b="1" dirty="0"/>
              <a:t>Inferences</a:t>
            </a:r>
          </a:p>
          <a:p>
            <a:r>
              <a:rPr lang="en-US" sz="1800" b="1" u="sng" dirty="0"/>
              <a:t>Z Score Less than 1.81 </a:t>
            </a:r>
            <a:r>
              <a:rPr lang="en-US" sz="1800" dirty="0"/>
              <a:t>– </a:t>
            </a:r>
            <a:r>
              <a:rPr lang="en-US" sz="1800" dirty="0">
                <a:highlight>
                  <a:srgbClr val="FFFF00"/>
                </a:highlight>
              </a:rPr>
              <a:t>Bankruptcy Candidate</a:t>
            </a:r>
          </a:p>
          <a:p>
            <a:r>
              <a:rPr lang="en-US" sz="1800" u="sng" dirty="0"/>
              <a:t>Z Score above 2.91- </a:t>
            </a:r>
            <a:r>
              <a:rPr lang="en-US" sz="1800" dirty="0"/>
              <a:t>Safer Firm</a:t>
            </a:r>
          </a:p>
          <a:p>
            <a:r>
              <a:rPr lang="en-US" sz="1800" u="sng" dirty="0"/>
              <a:t>Z score B/w 1.81 to 2.91 </a:t>
            </a:r>
            <a:r>
              <a:rPr lang="en-US" sz="1800" dirty="0"/>
              <a:t>– Grey Zone </a:t>
            </a:r>
          </a:p>
          <a:p>
            <a:pPr marL="0" indent="0">
              <a:buNone/>
            </a:pPr>
            <a:r>
              <a:rPr lang="en-US" sz="1800" b="1" dirty="0"/>
              <a:t>Long Term Debt </a:t>
            </a:r>
            <a:r>
              <a:rPr lang="en-US" sz="1800" dirty="0"/>
              <a:t>= Long Term Borrowings</a:t>
            </a:r>
          </a:p>
          <a:p>
            <a:pPr marL="0" indent="0">
              <a:buNone/>
            </a:pPr>
            <a:r>
              <a:rPr lang="en-US" sz="1800" dirty="0"/>
              <a:t>OE = total shareholder fund + minority interest. Total shareholder fund = Equity share capital + resources and surplus</a:t>
            </a:r>
          </a:p>
          <a:p>
            <a:pPr marL="0" indent="0">
              <a:buNone/>
            </a:pPr>
            <a:r>
              <a:rPr lang="en-US" sz="1800" b="1" dirty="0"/>
              <a:t>Total Debt </a:t>
            </a:r>
            <a:r>
              <a:rPr lang="en-US" sz="1800" dirty="0"/>
              <a:t>= Long Term Borrowings + Short Term Borrowings </a:t>
            </a:r>
          </a:p>
          <a:p>
            <a:pPr marL="0" indent="0">
              <a:buNone/>
            </a:pPr>
            <a:r>
              <a:rPr lang="en-US" sz="1800" dirty="0"/>
              <a:t>Ability of company to meet long term financial obligation in time</a:t>
            </a:r>
          </a:p>
          <a:p>
            <a:pPr marL="0" indent="0">
              <a:buNone/>
            </a:pPr>
            <a:r>
              <a:rPr lang="en-US" sz="1800" dirty="0"/>
              <a:t>Interest expense is nothing but finance expense</a:t>
            </a:r>
          </a:p>
          <a:p>
            <a:pPr marL="0" indent="0">
              <a:buNone/>
            </a:pPr>
            <a:r>
              <a:rPr lang="en-US" sz="1800" dirty="0"/>
              <a:t>RE = total reserve and surplus, sales = total operating rev or net operating revenue</a:t>
            </a:r>
          </a:p>
          <a:p>
            <a:pPr marL="0" indent="0">
              <a:buNone/>
            </a:pPr>
            <a:r>
              <a:rPr lang="en-US" sz="1800" dirty="0"/>
              <a:t>EBIT = NOR – operating expense. </a:t>
            </a:r>
            <a:r>
              <a:rPr lang="en-US" sz="1800" dirty="0" err="1"/>
              <a:t>Opex</a:t>
            </a:r>
            <a:r>
              <a:rPr lang="en-US" sz="1800" dirty="0"/>
              <a:t> = total expense – finance cost</a:t>
            </a:r>
          </a:p>
          <a:p>
            <a:pPr marL="0" indent="0">
              <a:buNone/>
            </a:pPr>
            <a:endParaRPr lang="en-US" sz="1800" dirty="0"/>
          </a:p>
          <a:p>
            <a:pPr marL="0" indent="0">
              <a:buNone/>
            </a:pPr>
            <a:endParaRPr lang="en-IN" sz="1800" b="1" dirty="0"/>
          </a:p>
        </p:txBody>
      </p:sp>
    </p:spTree>
    <p:extLst>
      <p:ext uri="{BB962C8B-B14F-4D97-AF65-F5344CB8AC3E}">
        <p14:creationId xmlns:p14="http://schemas.microsoft.com/office/powerpoint/2010/main" val="9460892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6EFD4-FDA4-42E5-92ED-4A7487C5612A}"/>
              </a:ext>
            </a:extLst>
          </p:cNvPr>
          <p:cNvSpPr>
            <a:spLocks noGrp="1"/>
          </p:cNvSpPr>
          <p:nvPr>
            <p:ph type="title"/>
          </p:nvPr>
        </p:nvSpPr>
        <p:spPr/>
        <p:txBody>
          <a:bodyPr/>
          <a:lstStyle/>
          <a:p>
            <a:pPr algn="ctr"/>
            <a:r>
              <a:rPr lang="en-US" b="1" dirty="0"/>
              <a:t>D/E (= LT Debt/OE )</a:t>
            </a:r>
            <a:r>
              <a:rPr lang="en-US" dirty="0"/>
              <a:t>- HUL- Last 5 </a:t>
            </a:r>
            <a:r>
              <a:rPr lang="en-US" dirty="0" err="1"/>
              <a:t>Fys</a:t>
            </a:r>
            <a:endParaRPr lang="en-IN" dirty="0"/>
          </a:p>
        </p:txBody>
      </p:sp>
      <p:sp>
        <p:nvSpPr>
          <p:cNvPr id="3" name="Content Placeholder 2">
            <a:extLst>
              <a:ext uri="{FF2B5EF4-FFF2-40B4-BE49-F238E27FC236}">
                <a16:creationId xmlns:a16="http://schemas.microsoft.com/office/drawing/2014/main" id="{A760D0DB-3E01-4028-9B3E-A595F15D7B68}"/>
              </a:ext>
            </a:extLst>
          </p:cNvPr>
          <p:cNvSpPr>
            <a:spLocks noGrp="1"/>
          </p:cNvSpPr>
          <p:nvPr>
            <p:ph idx="1"/>
          </p:nvPr>
        </p:nvSpPr>
        <p:spPr/>
        <p:txBody>
          <a:bodyPr/>
          <a:lstStyle/>
          <a:p>
            <a:endParaRPr lang="en-IN" dirty="0"/>
          </a:p>
        </p:txBody>
      </p:sp>
      <p:graphicFrame>
        <p:nvGraphicFramePr>
          <p:cNvPr id="6" name="Table 4">
            <a:extLst>
              <a:ext uri="{FF2B5EF4-FFF2-40B4-BE49-F238E27FC236}">
                <a16:creationId xmlns:a16="http://schemas.microsoft.com/office/drawing/2014/main" id="{5EEB39A6-03FD-46A9-ADE4-E1C35C08EB5F}"/>
              </a:ext>
            </a:extLst>
          </p:cNvPr>
          <p:cNvGraphicFramePr>
            <a:graphicFrameLocks/>
          </p:cNvGraphicFramePr>
          <p:nvPr/>
        </p:nvGraphicFramePr>
        <p:xfrm>
          <a:off x="838200" y="1825625"/>
          <a:ext cx="10515600" cy="3215640"/>
        </p:xfrm>
        <a:graphic>
          <a:graphicData uri="http://schemas.openxmlformats.org/drawingml/2006/table">
            <a:tbl>
              <a:tblPr firstRow="1" bandRow="1">
                <a:tableStyleId>{073A0DAA-6AF3-43AB-8588-CEC1D06C72B9}</a:tableStyleId>
              </a:tblPr>
              <a:tblGrid>
                <a:gridCol w="1314450">
                  <a:extLst>
                    <a:ext uri="{9D8B030D-6E8A-4147-A177-3AD203B41FA5}">
                      <a16:colId xmlns:a16="http://schemas.microsoft.com/office/drawing/2014/main" val="3403792412"/>
                    </a:ext>
                  </a:extLst>
                </a:gridCol>
                <a:gridCol w="1314450">
                  <a:extLst>
                    <a:ext uri="{9D8B030D-6E8A-4147-A177-3AD203B41FA5}">
                      <a16:colId xmlns:a16="http://schemas.microsoft.com/office/drawing/2014/main" val="1323928238"/>
                    </a:ext>
                  </a:extLst>
                </a:gridCol>
                <a:gridCol w="1314450">
                  <a:extLst>
                    <a:ext uri="{9D8B030D-6E8A-4147-A177-3AD203B41FA5}">
                      <a16:colId xmlns:a16="http://schemas.microsoft.com/office/drawing/2014/main" val="3083809637"/>
                    </a:ext>
                  </a:extLst>
                </a:gridCol>
                <a:gridCol w="1314450">
                  <a:extLst>
                    <a:ext uri="{9D8B030D-6E8A-4147-A177-3AD203B41FA5}">
                      <a16:colId xmlns:a16="http://schemas.microsoft.com/office/drawing/2014/main" val="2929787704"/>
                    </a:ext>
                  </a:extLst>
                </a:gridCol>
                <a:gridCol w="1314450">
                  <a:extLst>
                    <a:ext uri="{9D8B030D-6E8A-4147-A177-3AD203B41FA5}">
                      <a16:colId xmlns:a16="http://schemas.microsoft.com/office/drawing/2014/main" val="2884300378"/>
                    </a:ext>
                  </a:extLst>
                </a:gridCol>
                <a:gridCol w="1314450">
                  <a:extLst>
                    <a:ext uri="{9D8B030D-6E8A-4147-A177-3AD203B41FA5}">
                      <a16:colId xmlns:a16="http://schemas.microsoft.com/office/drawing/2014/main" val="783594773"/>
                    </a:ext>
                  </a:extLst>
                </a:gridCol>
                <a:gridCol w="1314450">
                  <a:extLst>
                    <a:ext uri="{9D8B030D-6E8A-4147-A177-3AD203B41FA5}">
                      <a16:colId xmlns:a16="http://schemas.microsoft.com/office/drawing/2014/main" val="3333496656"/>
                    </a:ext>
                  </a:extLst>
                </a:gridCol>
                <a:gridCol w="1314450">
                  <a:extLst>
                    <a:ext uri="{9D8B030D-6E8A-4147-A177-3AD203B41FA5}">
                      <a16:colId xmlns:a16="http://schemas.microsoft.com/office/drawing/2014/main" val="1103945107"/>
                    </a:ext>
                  </a:extLst>
                </a:gridCol>
              </a:tblGrid>
              <a:tr h="37084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 2024</a:t>
                      </a:r>
                    </a:p>
                  </a:txBody>
                  <a:tcPr/>
                </a:tc>
                <a:tc>
                  <a:txBody>
                    <a:bodyPr/>
                    <a:lstStyle/>
                    <a:p>
                      <a:r>
                        <a:rPr lang="en-IN" dirty="0"/>
                        <a:t>2023</a:t>
                      </a:r>
                    </a:p>
                  </a:txBody>
                  <a:tcPr/>
                </a:tc>
                <a:tc>
                  <a:txBody>
                    <a:bodyPr/>
                    <a:lstStyle/>
                    <a:p>
                      <a:r>
                        <a:rPr lang="en-US" dirty="0"/>
                        <a:t>2022</a:t>
                      </a:r>
                      <a:endParaRPr lang="en-IN" dirty="0"/>
                    </a:p>
                  </a:txBody>
                  <a:tcPr/>
                </a:tc>
                <a:tc>
                  <a:txBody>
                    <a:bodyPr/>
                    <a:lstStyle/>
                    <a:p>
                      <a:r>
                        <a:rPr lang="en-US" dirty="0"/>
                        <a:t>2021</a:t>
                      </a:r>
                      <a:endParaRPr lang="en-IN" dirty="0"/>
                    </a:p>
                  </a:txBody>
                  <a:tcPr/>
                </a:tc>
                <a:tc>
                  <a:txBody>
                    <a:bodyPr/>
                    <a:lstStyle/>
                    <a:p>
                      <a:r>
                        <a:rPr lang="en-US" dirty="0"/>
                        <a:t>2020</a:t>
                      </a:r>
                      <a:endParaRPr lang="en-IN" dirty="0"/>
                    </a:p>
                  </a:txBody>
                  <a:tcPr/>
                </a:tc>
                <a:tc>
                  <a:txBody>
                    <a:bodyPr/>
                    <a:lstStyle/>
                    <a:p>
                      <a:r>
                        <a:rPr lang="en-IN" dirty="0"/>
                        <a:t>5 Year Average </a:t>
                      </a:r>
                    </a:p>
                  </a:txBody>
                  <a:tcPr/>
                </a:tc>
                <a:extLst>
                  <a:ext uri="{0D108BD9-81ED-4DB2-BD59-A6C34878D82A}">
                    <a16:rowId xmlns:a16="http://schemas.microsoft.com/office/drawing/2014/main" val="2036340585"/>
                  </a:ext>
                </a:extLst>
              </a:tr>
              <a:tr h="370840">
                <a:tc>
                  <a:txBody>
                    <a:bodyPr/>
                    <a:lstStyle/>
                    <a:p>
                      <a:r>
                        <a:rPr lang="en-US" b="1" dirty="0"/>
                        <a:t>LTD</a:t>
                      </a:r>
                      <a:endParaRPr lang="en-IN" b="1" dirty="0"/>
                    </a:p>
                  </a:txBody>
                  <a:tcPr/>
                </a:tc>
                <a:tc>
                  <a:txBody>
                    <a:bodyPr/>
                    <a:lstStyle/>
                    <a:p>
                      <a:r>
                        <a:rPr lang="en-IN" b="0" dirty="0"/>
                        <a:t>0</a:t>
                      </a:r>
                    </a:p>
                  </a:txBody>
                  <a:tcPr/>
                </a:tc>
                <a:tc>
                  <a:txBody>
                    <a:bodyPr/>
                    <a:lstStyle/>
                    <a:p>
                      <a:r>
                        <a:rPr lang="en-IN" b="0" dirty="0"/>
                        <a:t>0</a:t>
                      </a:r>
                    </a:p>
                  </a:txBody>
                  <a:tcPr/>
                </a:tc>
                <a:tc>
                  <a:txBody>
                    <a:bodyPr/>
                    <a:lstStyle/>
                    <a:p>
                      <a:r>
                        <a:rPr lang="en-IN" b="0" dirty="0"/>
                        <a:t>0</a:t>
                      </a:r>
                    </a:p>
                  </a:txBody>
                  <a:tcPr/>
                </a:tc>
                <a:tc>
                  <a:txBody>
                    <a:bodyPr/>
                    <a:lstStyle/>
                    <a:p>
                      <a:r>
                        <a:rPr lang="en-IN" b="0" dirty="0"/>
                        <a:t>0</a:t>
                      </a:r>
                    </a:p>
                  </a:txBody>
                  <a:tcPr/>
                </a:tc>
                <a:tc>
                  <a:txBody>
                    <a:bodyPr/>
                    <a:lstStyle/>
                    <a:p>
                      <a:r>
                        <a:rPr lang="en-IN" b="0" dirty="0"/>
                        <a:t>0</a:t>
                      </a:r>
                    </a:p>
                  </a:txBody>
                  <a:tcPr/>
                </a:tc>
                <a:tc>
                  <a:txBody>
                    <a:bodyPr/>
                    <a:lstStyle/>
                    <a:p>
                      <a:r>
                        <a:rPr lang="en-IN" b="0" dirty="0"/>
                        <a:t>0</a:t>
                      </a:r>
                    </a:p>
                  </a:txBody>
                  <a:tcPr/>
                </a:tc>
                <a:tc>
                  <a:txBody>
                    <a:bodyPr/>
                    <a:lstStyle/>
                    <a:p>
                      <a:endParaRPr lang="en-IN" b="0" dirty="0"/>
                    </a:p>
                  </a:txBody>
                  <a:tcPr/>
                </a:tc>
                <a:extLst>
                  <a:ext uri="{0D108BD9-81ED-4DB2-BD59-A6C34878D82A}">
                    <a16:rowId xmlns:a16="http://schemas.microsoft.com/office/drawing/2014/main" val="2876592805"/>
                  </a:ext>
                </a:extLst>
              </a:tr>
              <a:tr h="453745">
                <a:tc>
                  <a:txBody>
                    <a:bodyPr/>
                    <a:lstStyle/>
                    <a:p>
                      <a:r>
                        <a:rPr lang="en-US" b="1" dirty="0"/>
                        <a:t>OE (total </a:t>
                      </a:r>
                      <a:r>
                        <a:rPr lang="en-US" b="1" dirty="0" err="1"/>
                        <a:t>sh.holders</a:t>
                      </a:r>
                      <a:r>
                        <a:rPr lang="en-US" b="1" dirty="0"/>
                        <a:t> funds + Minority Interest)</a:t>
                      </a:r>
                      <a:endParaRPr lang="en-IN" b="1" dirty="0"/>
                    </a:p>
                  </a:txBody>
                  <a:tcPr/>
                </a:tc>
                <a:tc>
                  <a:txBody>
                    <a:bodyPr/>
                    <a:lstStyle/>
                    <a:p>
                      <a:r>
                        <a:rPr lang="en-IN" dirty="0"/>
                        <a:t>49609</a:t>
                      </a:r>
                    </a:p>
                  </a:txBody>
                  <a:tcPr/>
                </a:tc>
                <a:tc>
                  <a:txBody>
                    <a:bodyPr/>
                    <a:lstStyle/>
                    <a:p>
                      <a:r>
                        <a:rPr lang="en-IN" dirty="0"/>
                        <a:t>51423</a:t>
                      </a:r>
                    </a:p>
                  </a:txBody>
                  <a:tcPr/>
                </a:tc>
                <a:tc>
                  <a:txBody>
                    <a:bodyPr/>
                    <a:lstStyle/>
                    <a:p>
                      <a:r>
                        <a:rPr lang="en-IN" dirty="0"/>
                        <a:t>50522</a:t>
                      </a:r>
                    </a:p>
                  </a:txBody>
                  <a:tcPr/>
                </a:tc>
                <a:tc>
                  <a:txBody>
                    <a:bodyPr/>
                    <a:lstStyle/>
                    <a:p>
                      <a:r>
                        <a:rPr lang="en-IN" dirty="0"/>
                        <a:t>49087</a:t>
                      </a:r>
                    </a:p>
                  </a:txBody>
                  <a:tcPr/>
                </a:tc>
                <a:tc>
                  <a:txBody>
                    <a:bodyPr/>
                    <a:lstStyle/>
                    <a:p>
                      <a:r>
                        <a:rPr lang="en-IN" dirty="0"/>
                        <a:t>47694</a:t>
                      </a:r>
                    </a:p>
                  </a:txBody>
                  <a:tcPr/>
                </a:tc>
                <a:tc>
                  <a:txBody>
                    <a:bodyPr/>
                    <a:lstStyle/>
                    <a:p>
                      <a:r>
                        <a:rPr lang="en-IN" dirty="0"/>
                        <a:t>8246</a:t>
                      </a:r>
                    </a:p>
                  </a:txBody>
                  <a:tcPr/>
                </a:tc>
                <a:tc>
                  <a:txBody>
                    <a:bodyPr/>
                    <a:lstStyle/>
                    <a:p>
                      <a:endParaRPr lang="en-IN" b="0" dirty="0"/>
                    </a:p>
                  </a:txBody>
                  <a:tcPr/>
                </a:tc>
                <a:extLst>
                  <a:ext uri="{0D108BD9-81ED-4DB2-BD59-A6C34878D82A}">
                    <a16:rowId xmlns:a16="http://schemas.microsoft.com/office/drawing/2014/main" val="2184519470"/>
                  </a:ext>
                </a:extLst>
              </a:tr>
              <a:tr h="370840">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536977194"/>
                  </a:ext>
                </a:extLst>
              </a:tr>
              <a:tr h="370840">
                <a:tc>
                  <a:txBody>
                    <a:bodyPr/>
                    <a:lstStyle/>
                    <a:p>
                      <a:r>
                        <a:rPr lang="en-US" b="1" dirty="0"/>
                        <a:t>D/E</a:t>
                      </a:r>
                      <a:endParaRPr lang="en-IN" b="1" dirty="0"/>
                    </a:p>
                  </a:txBody>
                  <a:tcPr/>
                </a:tc>
                <a:tc>
                  <a:txBody>
                    <a:bodyPr/>
                    <a:lstStyle/>
                    <a:p>
                      <a:r>
                        <a:rPr lang="en-IN" b="1" dirty="0"/>
                        <a:t>0</a:t>
                      </a:r>
                    </a:p>
                  </a:txBody>
                  <a:tcPr/>
                </a:tc>
                <a:tc>
                  <a:txBody>
                    <a:bodyPr/>
                    <a:lstStyle/>
                    <a:p>
                      <a:r>
                        <a:rPr lang="en-IN" b="1" dirty="0"/>
                        <a:t>0</a:t>
                      </a:r>
                    </a:p>
                  </a:txBody>
                  <a:tcPr/>
                </a:tc>
                <a:tc>
                  <a:txBody>
                    <a:bodyPr/>
                    <a:lstStyle/>
                    <a:p>
                      <a:r>
                        <a:rPr lang="en-IN" b="1" dirty="0"/>
                        <a:t>0</a:t>
                      </a:r>
                    </a:p>
                  </a:txBody>
                  <a:tcPr/>
                </a:tc>
                <a:tc>
                  <a:txBody>
                    <a:bodyPr/>
                    <a:lstStyle/>
                    <a:p>
                      <a:r>
                        <a:rPr lang="en-IN" b="1" dirty="0"/>
                        <a:t>0</a:t>
                      </a:r>
                    </a:p>
                  </a:txBody>
                  <a:tcPr/>
                </a:tc>
                <a:tc>
                  <a:txBody>
                    <a:bodyPr/>
                    <a:lstStyle/>
                    <a:p>
                      <a:r>
                        <a:rPr lang="en-IN" b="1" dirty="0"/>
                        <a:t>0</a:t>
                      </a:r>
                    </a:p>
                  </a:txBody>
                  <a:tcPr/>
                </a:tc>
                <a:tc>
                  <a:txBody>
                    <a:bodyPr/>
                    <a:lstStyle/>
                    <a:p>
                      <a:r>
                        <a:rPr lang="en-IN" b="0" dirty="0"/>
                        <a:t>0</a:t>
                      </a:r>
                    </a:p>
                  </a:txBody>
                  <a:tcPr/>
                </a:tc>
                <a:tc>
                  <a:txBody>
                    <a:bodyPr/>
                    <a:lstStyle/>
                    <a:p>
                      <a:r>
                        <a:rPr lang="en-IN" b="1" dirty="0">
                          <a:highlight>
                            <a:srgbClr val="FFFF00"/>
                          </a:highlight>
                        </a:rPr>
                        <a:t>0</a:t>
                      </a:r>
                    </a:p>
                  </a:txBody>
                  <a:tcPr/>
                </a:tc>
                <a:extLst>
                  <a:ext uri="{0D108BD9-81ED-4DB2-BD59-A6C34878D82A}">
                    <a16:rowId xmlns:a16="http://schemas.microsoft.com/office/drawing/2014/main" val="3214060203"/>
                  </a:ext>
                </a:extLst>
              </a:tr>
            </a:tbl>
          </a:graphicData>
        </a:graphic>
      </p:graphicFrame>
    </p:spTree>
    <p:extLst>
      <p:ext uri="{BB962C8B-B14F-4D97-AF65-F5344CB8AC3E}">
        <p14:creationId xmlns:p14="http://schemas.microsoft.com/office/powerpoint/2010/main" val="39072386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6EFD4-FDA4-42E5-92ED-4A7487C5612A}"/>
              </a:ext>
            </a:extLst>
          </p:cNvPr>
          <p:cNvSpPr>
            <a:spLocks noGrp="1"/>
          </p:cNvSpPr>
          <p:nvPr>
            <p:ph type="title"/>
          </p:nvPr>
        </p:nvSpPr>
        <p:spPr/>
        <p:txBody>
          <a:bodyPr/>
          <a:lstStyle/>
          <a:p>
            <a:pPr algn="ctr"/>
            <a:r>
              <a:rPr lang="en-US" b="1" dirty="0"/>
              <a:t>D/E (= Total Debt/OE )-</a:t>
            </a:r>
            <a:r>
              <a:rPr lang="en-US" dirty="0"/>
              <a:t> HUL- Last 5 </a:t>
            </a:r>
            <a:r>
              <a:rPr lang="en-US" dirty="0" err="1"/>
              <a:t>Fys</a:t>
            </a:r>
            <a:endParaRPr lang="en-IN" dirty="0"/>
          </a:p>
        </p:txBody>
      </p:sp>
      <p:sp>
        <p:nvSpPr>
          <p:cNvPr id="3" name="Content Placeholder 2">
            <a:extLst>
              <a:ext uri="{FF2B5EF4-FFF2-40B4-BE49-F238E27FC236}">
                <a16:creationId xmlns:a16="http://schemas.microsoft.com/office/drawing/2014/main" id="{A760D0DB-3E01-4028-9B3E-A595F15D7B68}"/>
              </a:ext>
            </a:extLst>
          </p:cNvPr>
          <p:cNvSpPr>
            <a:spLocks noGrp="1"/>
          </p:cNvSpPr>
          <p:nvPr>
            <p:ph idx="1"/>
          </p:nvPr>
        </p:nvSpPr>
        <p:spPr/>
        <p:txBody>
          <a:bodyPr/>
          <a:lstStyle/>
          <a:p>
            <a:endParaRPr lang="en-IN" dirty="0"/>
          </a:p>
        </p:txBody>
      </p:sp>
      <p:graphicFrame>
        <p:nvGraphicFramePr>
          <p:cNvPr id="6" name="Table 4">
            <a:extLst>
              <a:ext uri="{FF2B5EF4-FFF2-40B4-BE49-F238E27FC236}">
                <a16:creationId xmlns:a16="http://schemas.microsoft.com/office/drawing/2014/main" id="{5EEB39A6-03FD-46A9-ADE4-E1C35C08EB5F}"/>
              </a:ext>
            </a:extLst>
          </p:cNvPr>
          <p:cNvGraphicFramePr>
            <a:graphicFrameLocks/>
          </p:cNvGraphicFramePr>
          <p:nvPr/>
        </p:nvGraphicFramePr>
        <p:xfrm>
          <a:off x="838200" y="1825625"/>
          <a:ext cx="10515600" cy="3759200"/>
        </p:xfrm>
        <a:graphic>
          <a:graphicData uri="http://schemas.openxmlformats.org/drawingml/2006/table">
            <a:tbl>
              <a:tblPr firstRow="1" bandRow="1">
                <a:tableStyleId>{7DF18680-E054-41AD-8BC1-D1AEF772440D}</a:tableStyleId>
              </a:tblPr>
              <a:tblGrid>
                <a:gridCol w="1314450">
                  <a:extLst>
                    <a:ext uri="{9D8B030D-6E8A-4147-A177-3AD203B41FA5}">
                      <a16:colId xmlns:a16="http://schemas.microsoft.com/office/drawing/2014/main" val="3403792412"/>
                    </a:ext>
                  </a:extLst>
                </a:gridCol>
                <a:gridCol w="1314450">
                  <a:extLst>
                    <a:ext uri="{9D8B030D-6E8A-4147-A177-3AD203B41FA5}">
                      <a16:colId xmlns:a16="http://schemas.microsoft.com/office/drawing/2014/main" val="1323928238"/>
                    </a:ext>
                  </a:extLst>
                </a:gridCol>
                <a:gridCol w="1314450">
                  <a:extLst>
                    <a:ext uri="{9D8B030D-6E8A-4147-A177-3AD203B41FA5}">
                      <a16:colId xmlns:a16="http://schemas.microsoft.com/office/drawing/2014/main" val="4104793759"/>
                    </a:ext>
                  </a:extLst>
                </a:gridCol>
                <a:gridCol w="1314450">
                  <a:extLst>
                    <a:ext uri="{9D8B030D-6E8A-4147-A177-3AD203B41FA5}">
                      <a16:colId xmlns:a16="http://schemas.microsoft.com/office/drawing/2014/main" val="2929787704"/>
                    </a:ext>
                  </a:extLst>
                </a:gridCol>
                <a:gridCol w="1314450">
                  <a:extLst>
                    <a:ext uri="{9D8B030D-6E8A-4147-A177-3AD203B41FA5}">
                      <a16:colId xmlns:a16="http://schemas.microsoft.com/office/drawing/2014/main" val="2884300378"/>
                    </a:ext>
                  </a:extLst>
                </a:gridCol>
                <a:gridCol w="1314450">
                  <a:extLst>
                    <a:ext uri="{9D8B030D-6E8A-4147-A177-3AD203B41FA5}">
                      <a16:colId xmlns:a16="http://schemas.microsoft.com/office/drawing/2014/main" val="783594773"/>
                    </a:ext>
                  </a:extLst>
                </a:gridCol>
                <a:gridCol w="1314450">
                  <a:extLst>
                    <a:ext uri="{9D8B030D-6E8A-4147-A177-3AD203B41FA5}">
                      <a16:colId xmlns:a16="http://schemas.microsoft.com/office/drawing/2014/main" val="3333496656"/>
                    </a:ext>
                  </a:extLst>
                </a:gridCol>
                <a:gridCol w="1314450">
                  <a:extLst>
                    <a:ext uri="{9D8B030D-6E8A-4147-A177-3AD203B41FA5}">
                      <a16:colId xmlns:a16="http://schemas.microsoft.com/office/drawing/2014/main" val="2814495233"/>
                    </a:ext>
                  </a:extLst>
                </a:gridCol>
              </a:tblGrid>
              <a:tr h="37084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2024</a:t>
                      </a:r>
                    </a:p>
                  </a:txBody>
                  <a:tcPr/>
                </a:tc>
                <a:tc>
                  <a:txBody>
                    <a:bodyPr/>
                    <a:lstStyle/>
                    <a:p>
                      <a:r>
                        <a:rPr lang="en-IN" dirty="0"/>
                        <a:t>2023</a:t>
                      </a:r>
                    </a:p>
                  </a:txBody>
                  <a:tcPr/>
                </a:tc>
                <a:tc>
                  <a:txBody>
                    <a:bodyPr/>
                    <a:lstStyle/>
                    <a:p>
                      <a:r>
                        <a:rPr lang="en-US" dirty="0"/>
                        <a:t>2022</a:t>
                      </a:r>
                      <a:endParaRPr lang="en-IN" dirty="0"/>
                    </a:p>
                  </a:txBody>
                  <a:tcPr/>
                </a:tc>
                <a:tc>
                  <a:txBody>
                    <a:bodyPr/>
                    <a:lstStyle/>
                    <a:p>
                      <a:r>
                        <a:rPr lang="en-US" dirty="0"/>
                        <a:t>2021</a:t>
                      </a:r>
                      <a:endParaRPr lang="en-IN" dirty="0"/>
                    </a:p>
                  </a:txBody>
                  <a:tcPr/>
                </a:tc>
                <a:tc>
                  <a:txBody>
                    <a:bodyPr/>
                    <a:lstStyle/>
                    <a:p>
                      <a:r>
                        <a:rPr lang="en-US" dirty="0"/>
                        <a:t>2020</a:t>
                      </a:r>
                      <a:endParaRPr lang="en-IN" dirty="0"/>
                    </a:p>
                  </a:txBody>
                  <a:tcPr/>
                </a:tc>
                <a:tc>
                  <a:txBody>
                    <a:bodyPr/>
                    <a:lstStyle/>
                    <a:p>
                      <a:r>
                        <a:rPr lang="en-IN" dirty="0"/>
                        <a:t>5-year Average </a:t>
                      </a:r>
                    </a:p>
                  </a:txBody>
                  <a:tcPr/>
                </a:tc>
                <a:extLst>
                  <a:ext uri="{0D108BD9-81ED-4DB2-BD59-A6C34878D82A}">
                    <a16:rowId xmlns:a16="http://schemas.microsoft.com/office/drawing/2014/main" val="2036340585"/>
                  </a:ext>
                </a:extLst>
              </a:tr>
              <a:tr h="370840">
                <a:tc>
                  <a:txBody>
                    <a:bodyPr/>
                    <a:lstStyle/>
                    <a:p>
                      <a:r>
                        <a:rPr lang="en-US" b="1" dirty="0"/>
                        <a:t>Total Debt</a:t>
                      </a:r>
                    </a:p>
                    <a:p>
                      <a:r>
                        <a:rPr lang="en-US" b="1" dirty="0"/>
                        <a:t>( STB +LTB)</a:t>
                      </a:r>
                      <a:endParaRPr lang="en-IN" b="1" dirty="0"/>
                    </a:p>
                  </a:txBody>
                  <a:tcPr/>
                </a:tc>
                <a:tc>
                  <a:txBody>
                    <a:bodyPr/>
                    <a:lstStyle/>
                    <a:p>
                      <a:r>
                        <a:rPr lang="en-IN" b="0" dirty="0"/>
                        <a:t>1</a:t>
                      </a:r>
                    </a:p>
                  </a:txBody>
                  <a:tcPr/>
                </a:tc>
                <a:tc>
                  <a:txBody>
                    <a:bodyPr/>
                    <a:lstStyle/>
                    <a:p>
                      <a:r>
                        <a:rPr lang="en-IN" b="0" dirty="0"/>
                        <a:t>13</a:t>
                      </a:r>
                    </a:p>
                  </a:txBody>
                  <a:tcPr/>
                </a:tc>
                <a:tc>
                  <a:txBody>
                    <a:bodyPr/>
                    <a:lstStyle/>
                    <a:p>
                      <a:r>
                        <a:rPr lang="en-IN" b="0" dirty="0"/>
                        <a:t>98</a:t>
                      </a:r>
                    </a:p>
                  </a:txBody>
                  <a:tcPr/>
                </a:tc>
                <a:tc>
                  <a:txBody>
                    <a:bodyPr/>
                    <a:lstStyle/>
                    <a:p>
                      <a:r>
                        <a:rPr lang="en-IN" b="0" dirty="0"/>
                        <a:t>0</a:t>
                      </a:r>
                    </a:p>
                  </a:txBody>
                  <a:tcPr/>
                </a:tc>
                <a:tc>
                  <a:txBody>
                    <a:bodyPr/>
                    <a:lstStyle/>
                    <a:p>
                      <a:r>
                        <a:rPr lang="en-IN" b="0" dirty="0"/>
                        <a:t>0</a:t>
                      </a:r>
                    </a:p>
                  </a:txBody>
                  <a:tcPr/>
                </a:tc>
                <a:tc>
                  <a:txBody>
                    <a:bodyPr/>
                    <a:lstStyle/>
                    <a:p>
                      <a:r>
                        <a:rPr lang="en-IN" b="0" dirty="0"/>
                        <a:t>0</a:t>
                      </a:r>
                    </a:p>
                  </a:txBody>
                  <a:tcPr/>
                </a:tc>
                <a:tc>
                  <a:txBody>
                    <a:bodyPr/>
                    <a:lstStyle/>
                    <a:p>
                      <a:endParaRPr lang="en-IN" b="0" dirty="0"/>
                    </a:p>
                  </a:txBody>
                  <a:tcPr/>
                </a:tc>
                <a:extLst>
                  <a:ext uri="{0D108BD9-81ED-4DB2-BD59-A6C34878D82A}">
                    <a16:rowId xmlns:a16="http://schemas.microsoft.com/office/drawing/2014/main" val="2876592805"/>
                  </a:ext>
                </a:extLst>
              </a:tr>
              <a:tr h="453745">
                <a:tc>
                  <a:txBody>
                    <a:bodyPr/>
                    <a:lstStyle/>
                    <a:p>
                      <a:r>
                        <a:rPr lang="en-US" b="1" dirty="0"/>
                        <a:t>OE</a:t>
                      </a:r>
                    </a:p>
                    <a:p>
                      <a:r>
                        <a:rPr kumimoji="0" lang="en-US" sz="1800" b="1" i="0" u="none" strike="noStrike" kern="1200" cap="none" spc="0" normalizeH="0" baseline="0" noProof="0" dirty="0">
                          <a:ln>
                            <a:noFill/>
                          </a:ln>
                          <a:solidFill>
                            <a:prstClr val="black"/>
                          </a:solidFill>
                          <a:effectLst/>
                          <a:uLnTx/>
                          <a:uFillTx/>
                          <a:latin typeface="+mn-lt"/>
                          <a:ea typeface="+mn-ea"/>
                          <a:cs typeface="+mn-cs"/>
                        </a:rPr>
                        <a:t>(total </a:t>
                      </a:r>
                      <a:r>
                        <a:rPr kumimoji="0" lang="en-US" sz="1800" b="1" i="0" u="none" strike="noStrike" kern="1200" cap="none" spc="0" normalizeH="0" baseline="0" noProof="0" dirty="0" err="1">
                          <a:ln>
                            <a:noFill/>
                          </a:ln>
                          <a:solidFill>
                            <a:prstClr val="black"/>
                          </a:solidFill>
                          <a:effectLst/>
                          <a:uLnTx/>
                          <a:uFillTx/>
                          <a:latin typeface="+mn-lt"/>
                          <a:ea typeface="+mn-ea"/>
                          <a:cs typeface="+mn-cs"/>
                        </a:rPr>
                        <a:t>sh.holders</a:t>
                      </a:r>
                      <a:r>
                        <a:rPr kumimoji="0" lang="en-US" sz="1800" b="1" i="0" u="none" strike="noStrike" kern="1200" cap="none" spc="0" normalizeH="0" baseline="0" noProof="0" dirty="0">
                          <a:ln>
                            <a:noFill/>
                          </a:ln>
                          <a:solidFill>
                            <a:prstClr val="black"/>
                          </a:solidFill>
                          <a:effectLst/>
                          <a:uLnTx/>
                          <a:uFillTx/>
                          <a:latin typeface="+mn-lt"/>
                          <a:ea typeface="+mn-ea"/>
                          <a:cs typeface="+mn-cs"/>
                        </a:rPr>
                        <a:t> funds + Minority Interest)</a:t>
                      </a:r>
                      <a:endParaRPr lang="en-IN" b="1" dirty="0"/>
                    </a:p>
                  </a:txBody>
                  <a:tcPr/>
                </a:tc>
                <a:tc>
                  <a:txBody>
                    <a:bodyPr/>
                    <a:lstStyle/>
                    <a:p>
                      <a:r>
                        <a:rPr lang="en-IN" dirty="0"/>
                        <a:t>49609</a:t>
                      </a:r>
                    </a:p>
                  </a:txBody>
                  <a:tcPr/>
                </a:tc>
                <a:tc>
                  <a:txBody>
                    <a:bodyPr/>
                    <a:lstStyle/>
                    <a:p>
                      <a:r>
                        <a:rPr lang="en-IN" dirty="0"/>
                        <a:t>51423</a:t>
                      </a:r>
                    </a:p>
                  </a:txBody>
                  <a:tcPr/>
                </a:tc>
                <a:tc>
                  <a:txBody>
                    <a:bodyPr/>
                    <a:lstStyle/>
                    <a:p>
                      <a:r>
                        <a:rPr lang="en-IN" dirty="0"/>
                        <a:t>50522</a:t>
                      </a:r>
                    </a:p>
                  </a:txBody>
                  <a:tcPr/>
                </a:tc>
                <a:tc>
                  <a:txBody>
                    <a:bodyPr/>
                    <a:lstStyle/>
                    <a:p>
                      <a:r>
                        <a:rPr lang="en-IN" dirty="0"/>
                        <a:t>49087</a:t>
                      </a:r>
                    </a:p>
                  </a:txBody>
                  <a:tcPr/>
                </a:tc>
                <a:tc>
                  <a:txBody>
                    <a:bodyPr/>
                    <a:lstStyle/>
                    <a:p>
                      <a:r>
                        <a:rPr lang="en-IN" dirty="0"/>
                        <a:t>47694</a:t>
                      </a:r>
                    </a:p>
                  </a:txBody>
                  <a:tcPr/>
                </a:tc>
                <a:tc>
                  <a:txBody>
                    <a:bodyPr/>
                    <a:lstStyle/>
                    <a:p>
                      <a:r>
                        <a:rPr lang="en-IN" dirty="0"/>
                        <a:t>8246</a:t>
                      </a:r>
                    </a:p>
                  </a:txBody>
                  <a:tcPr/>
                </a:tc>
                <a:tc>
                  <a:txBody>
                    <a:bodyPr/>
                    <a:lstStyle/>
                    <a:p>
                      <a:endParaRPr lang="en-IN" b="0" dirty="0"/>
                    </a:p>
                  </a:txBody>
                  <a:tcPr/>
                </a:tc>
                <a:extLst>
                  <a:ext uri="{0D108BD9-81ED-4DB2-BD59-A6C34878D82A}">
                    <a16:rowId xmlns:a16="http://schemas.microsoft.com/office/drawing/2014/main" val="2184519470"/>
                  </a:ext>
                </a:extLst>
              </a:tr>
              <a:tr h="370840">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536977194"/>
                  </a:ext>
                </a:extLst>
              </a:tr>
              <a:tr h="370840">
                <a:tc>
                  <a:txBody>
                    <a:bodyPr/>
                    <a:lstStyle/>
                    <a:p>
                      <a:r>
                        <a:rPr lang="en-US" b="1" dirty="0"/>
                        <a:t>D/E</a:t>
                      </a:r>
                      <a:endParaRPr lang="en-IN" b="1" dirty="0"/>
                    </a:p>
                  </a:txBody>
                  <a:tcPr/>
                </a:tc>
                <a:tc>
                  <a:txBody>
                    <a:bodyPr/>
                    <a:lstStyle/>
                    <a:p>
                      <a:r>
                        <a:rPr lang="en-IN" b="1" dirty="0">
                          <a:solidFill>
                            <a:schemeClr val="bg2">
                              <a:lumMod val="10000"/>
                            </a:schemeClr>
                          </a:solidFill>
                        </a:rPr>
                        <a:t>0.00002</a:t>
                      </a:r>
                    </a:p>
                  </a:txBody>
                  <a:tcPr/>
                </a:tc>
                <a:tc>
                  <a:txBody>
                    <a:bodyPr/>
                    <a:lstStyle/>
                    <a:p>
                      <a:r>
                        <a:rPr lang="en-IN" b="1" dirty="0">
                          <a:solidFill>
                            <a:schemeClr val="bg2">
                              <a:lumMod val="10000"/>
                            </a:schemeClr>
                          </a:solidFill>
                        </a:rPr>
                        <a:t>0.0003</a:t>
                      </a:r>
                    </a:p>
                  </a:txBody>
                  <a:tcPr/>
                </a:tc>
                <a:tc>
                  <a:txBody>
                    <a:bodyPr/>
                    <a:lstStyle/>
                    <a:p>
                      <a:r>
                        <a:rPr lang="en-IN" b="1" dirty="0">
                          <a:solidFill>
                            <a:schemeClr val="bg2">
                              <a:lumMod val="10000"/>
                            </a:schemeClr>
                          </a:solidFill>
                        </a:rPr>
                        <a:t>0.002</a:t>
                      </a:r>
                    </a:p>
                  </a:txBody>
                  <a:tcPr/>
                </a:tc>
                <a:tc>
                  <a:txBody>
                    <a:bodyPr/>
                    <a:lstStyle/>
                    <a:p>
                      <a:r>
                        <a:rPr lang="en-IN" b="1" dirty="0"/>
                        <a:t>0</a:t>
                      </a:r>
                    </a:p>
                  </a:txBody>
                  <a:tcPr/>
                </a:tc>
                <a:tc>
                  <a:txBody>
                    <a:bodyPr/>
                    <a:lstStyle/>
                    <a:p>
                      <a:r>
                        <a:rPr lang="en-IN" b="1" dirty="0"/>
                        <a:t>0</a:t>
                      </a:r>
                    </a:p>
                  </a:txBody>
                  <a:tcPr/>
                </a:tc>
                <a:tc>
                  <a:txBody>
                    <a:bodyPr/>
                    <a:lstStyle/>
                    <a:p>
                      <a:r>
                        <a:rPr lang="en-IN" b="0" dirty="0"/>
                        <a:t>0</a:t>
                      </a:r>
                    </a:p>
                  </a:txBody>
                  <a:tcPr/>
                </a:tc>
                <a:tc>
                  <a:txBody>
                    <a:bodyPr/>
                    <a:lstStyle/>
                    <a:p>
                      <a:r>
                        <a:rPr lang="en-IN" b="1" dirty="0">
                          <a:highlight>
                            <a:srgbClr val="FFFF00"/>
                          </a:highlight>
                        </a:rPr>
                        <a:t>0.0005</a:t>
                      </a:r>
                    </a:p>
                  </a:txBody>
                  <a:tcPr/>
                </a:tc>
                <a:extLst>
                  <a:ext uri="{0D108BD9-81ED-4DB2-BD59-A6C34878D82A}">
                    <a16:rowId xmlns:a16="http://schemas.microsoft.com/office/drawing/2014/main" val="3214060203"/>
                  </a:ext>
                </a:extLst>
              </a:tr>
            </a:tbl>
          </a:graphicData>
        </a:graphic>
      </p:graphicFrame>
    </p:spTree>
    <p:extLst>
      <p:ext uri="{BB962C8B-B14F-4D97-AF65-F5344CB8AC3E}">
        <p14:creationId xmlns:p14="http://schemas.microsoft.com/office/powerpoint/2010/main" val="35681751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6EFD4-FDA4-42E5-92ED-4A7487C5612A}"/>
              </a:ext>
            </a:extLst>
          </p:cNvPr>
          <p:cNvSpPr>
            <a:spLocks noGrp="1"/>
          </p:cNvSpPr>
          <p:nvPr>
            <p:ph type="title"/>
          </p:nvPr>
        </p:nvSpPr>
        <p:spPr/>
        <p:txBody>
          <a:bodyPr/>
          <a:lstStyle/>
          <a:p>
            <a:pPr algn="ctr"/>
            <a:r>
              <a:rPr lang="en-US" b="1" dirty="0"/>
              <a:t>Interest Cover -</a:t>
            </a:r>
            <a:r>
              <a:rPr lang="en-US" dirty="0"/>
              <a:t> HUL- Last 5 </a:t>
            </a:r>
            <a:r>
              <a:rPr lang="en-US" dirty="0" err="1"/>
              <a:t>Fys</a:t>
            </a:r>
            <a:endParaRPr lang="en-IN" dirty="0"/>
          </a:p>
        </p:txBody>
      </p:sp>
      <p:sp>
        <p:nvSpPr>
          <p:cNvPr id="3" name="Content Placeholder 2">
            <a:extLst>
              <a:ext uri="{FF2B5EF4-FFF2-40B4-BE49-F238E27FC236}">
                <a16:creationId xmlns:a16="http://schemas.microsoft.com/office/drawing/2014/main" id="{A760D0DB-3E01-4028-9B3E-A595F15D7B68}"/>
              </a:ext>
            </a:extLst>
          </p:cNvPr>
          <p:cNvSpPr>
            <a:spLocks noGrp="1"/>
          </p:cNvSpPr>
          <p:nvPr>
            <p:ph idx="1"/>
          </p:nvPr>
        </p:nvSpPr>
        <p:spPr/>
        <p:txBody>
          <a:bodyPr/>
          <a:lstStyle/>
          <a:p>
            <a:endParaRPr lang="en-IN" dirty="0"/>
          </a:p>
        </p:txBody>
      </p:sp>
      <p:graphicFrame>
        <p:nvGraphicFramePr>
          <p:cNvPr id="6" name="Table 4">
            <a:extLst>
              <a:ext uri="{FF2B5EF4-FFF2-40B4-BE49-F238E27FC236}">
                <a16:creationId xmlns:a16="http://schemas.microsoft.com/office/drawing/2014/main" id="{5EEB39A6-03FD-46A9-ADE4-E1C35C08EB5F}"/>
              </a:ext>
            </a:extLst>
          </p:cNvPr>
          <p:cNvGraphicFramePr>
            <a:graphicFrameLocks/>
          </p:cNvGraphicFramePr>
          <p:nvPr/>
        </p:nvGraphicFramePr>
        <p:xfrm>
          <a:off x="838200" y="1825625"/>
          <a:ext cx="10515600" cy="2661920"/>
        </p:xfrm>
        <a:graphic>
          <a:graphicData uri="http://schemas.openxmlformats.org/drawingml/2006/table">
            <a:tbl>
              <a:tblPr firstRow="1" bandRow="1">
                <a:tableStyleId>{93296810-A885-4BE3-A3E7-6D5BEEA58F35}</a:tableStyleId>
              </a:tblPr>
              <a:tblGrid>
                <a:gridCol w="1314450">
                  <a:extLst>
                    <a:ext uri="{9D8B030D-6E8A-4147-A177-3AD203B41FA5}">
                      <a16:colId xmlns:a16="http://schemas.microsoft.com/office/drawing/2014/main" val="3403792412"/>
                    </a:ext>
                  </a:extLst>
                </a:gridCol>
                <a:gridCol w="1314450">
                  <a:extLst>
                    <a:ext uri="{9D8B030D-6E8A-4147-A177-3AD203B41FA5}">
                      <a16:colId xmlns:a16="http://schemas.microsoft.com/office/drawing/2014/main" val="1323928238"/>
                    </a:ext>
                  </a:extLst>
                </a:gridCol>
                <a:gridCol w="1314450">
                  <a:extLst>
                    <a:ext uri="{9D8B030D-6E8A-4147-A177-3AD203B41FA5}">
                      <a16:colId xmlns:a16="http://schemas.microsoft.com/office/drawing/2014/main" val="3195635889"/>
                    </a:ext>
                  </a:extLst>
                </a:gridCol>
                <a:gridCol w="1314450">
                  <a:extLst>
                    <a:ext uri="{9D8B030D-6E8A-4147-A177-3AD203B41FA5}">
                      <a16:colId xmlns:a16="http://schemas.microsoft.com/office/drawing/2014/main" val="2929787704"/>
                    </a:ext>
                  </a:extLst>
                </a:gridCol>
                <a:gridCol w="1314450">
                  <a:extLst>
                    <a:ext uri="{9D8B030D-6E8A-4147-A177-3AD203B41FA5}">
                      <a16:colId xmlns:a16="http://schemas.microsoft.com/office/drawing/2014/main" val="2884300378"/>
                    </a:ext>
                  </a:extLst>
                </a:gridCol>
                <a:gridCol w="1314450">
                  <a:extLst>
                    <a:ext uri="{9D8B030D-6E8A-4147-A177-3AD203B41FA5}">
                      <a16:colId xmlns:a16="http://schemas.microsoft.com/office/drawing/2014/main" val="783594773"/>
                    </a:ext>
                  </a:extLst>
                </a:gridCol>
                <a:gridCol w="1314450">
                  <a:extLst>
                    <a:ext uri="{9D8B030D-6E8A-4147-A177-3AD203B41FA5}">
                      <a16:colId xmlns:a16="http://schemas.microsoft.com/office/drawing/2014/main" val="3333496656"/>
                    </a:ext>
                  </a:extLst>
                </a:gridCol>
                <a:gridCol w="1314450">
                  <a:extLst>
                    <a:ext uri="{9D8B030D-6E8A-4147-A177-3AD203B41FA5}">
                      <a16:colId xmlns:a16="http://schemas.microsoft.com/office/drawing/2014/main" val="3560595660"/>
                    </a:ext>
                  </a:extLst>
                </a:gridCol>
              </a:tblGrid>
              <a:tr h="512626">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2024</a:t>
                      </a:r>
                    </a:p>
                  </a:txBody>
                  <a:tcPr/>
                </a:tc>
                <a:tc>
                  <a:txBody>
                    <a:bodyPr/>
                    <a:lstStyle/>
                    <a:p>
                      <a:r>
                        <a:rPr lang="en-IN" dirty="0"/>
                        <a:t> 2023</a:t>
                      </a:r>
                    </a:p>
                  </a:txBody>
                  <a:tcPr/>
                </a:tc>
                <a:tc>
                  <a:txBody>
                    <a:bodyPr/>
                    <a:lstStyle/>
                    <a:p>
                      <a:r>
                        <a:rPr lang="en-US" dirty="0"/>
                        <a:t> 2022</a:t>
                      </a:r>
                      <a:endParaRPr lang="en-IN" dirty="0"/>
                    </a:p>
                  </a:txBody>
                  <a:tcPr/>
                </a:tc>
                <a:tc>
                  <a:txBody>
                    <a:bodyPr/>
                    <a:lstStyle/>
                    <a:p>
                      <a:r>
                        <a:rPr lang="en-US" dirty="0"/>
                        <a:t>2021</a:t>
                      </a:r>
                      <a:endParaRPr lang="en-IN" dirty="0"/>
                    </a:p>
                  </a:txBody>
                  <a:tcPr/>
                </a:tc>
                <a:tc>
                  <a:txBody>
                    <a:bodyPr/>
                    <a:lstStyle/>
                    <a:p>
                      <a:r>
                        <a:rPr lang="en-US" dirty="0"/>
                        <a:t>2020</a:t>
                      </a:r>
                      <a:endParaRPr lang="en-IN" dirty="0"/>
                    </a:p>
                  </a:txBody>
                  <a:tcPr/>
                </a:tc>
                <a:tc>
                  <a:txBody>
                    <a:bodyPr/>
                    <a:lstStyle/>
                    <a:p>
                      <a:r>
                        <a:rPr lang="en-IN" dirty="0"/>
                        <a:t>5 Year Average </a:t>
                      </a:r>
                    </a:p>
                  </a:txBody>
                  <a:tcPr/>
                </a:tc>
                <a:extLst>
                  <a:ext uri="{0D108BD9-81ED-4DB2-BD59-A6C34878D82A}">
                    <a16:rowId xmlns:a16="http://schemas.microsoft.com/office/drawing/2014/main" val="2036340585"/>
                  </a:ext>
                </a:extLst>
              </a:tr>
              <a:tr h="370840">
                <a:tc>
                  <a:txBody>
                    <a:bodyPr/>
                    <a:lstStyle/>
                    <a:p>
                      <a:r>
                        <a:rPr lang="en-US" b="1" dirty="0"/>
                        <a:t>EBIT</a:t>
                      </a:r>
                    </a:p>
                  </a:txBody>
                  <a:tcPr/>
                </a:tc>
                <a:tc>
                  <a:txBody>
                    <a:bodyPr/>
                    <a:lstStyle/>
                    <a:p>
                      <a:r>
                        <a:rPr lang="en-IN" b="1" dirty="0"/>
                        <a:t>12663</a:t>
                      </a:r>
                    </a:p>
                  </a:txBody>
                  <a:tcPr/>
                </a:tc>
                <a:tc>
                  <a:txBody>
                    <a:bodyPr/>
                    <a:lstStyle/>
                    <a:p>
                      <a:r>
                        <a:rPr lang="en-IN" b="1" dirty="0"/>
                        <a:t>12517</a:t>
                      </a:r>
                    </a:p>
                  </a:txBody>
                  <a:tcPr/>
                </a:tc>
                <a:tc>
                  <a:txBody>
                    <a:bodyPr/>
                    <a:lstStyle/>
                    <a:p>
                      <a:r>
                        <a:rPr lang="en-IN" b="1" dirty="0"/>
                        <a:t>11981</a:t>
                      </a:r>
                    </a:p>
                  </a:txBody>
                  <a:tcPr/>
                </a:tc>
                <a:tc>
                  <a:txBody>
                    <a:bodyPr/>
                    <a:lstStyle/>
                    <a:p>
                      <a:r>
                        <a:rPr lang="en-IN" b="1" dirty="0"/>
                        <a:t>10868</a:t>
                      </a:r>
                    </a:p>
                  </a:txBody>
                  <a:tcPr/>
                </a:tc>
                <a:tc>
                  <a:txBody>
                    <a:bodyPr/>
                    <a:lstStyle/>
                    <a:p>
                      <a:r>
                        <a:rPr lang="en-IN" b="1" dirty="0"/>
                        <a:t>9845</a:t>
                      </a:r>
                    </a:p>
                  </a:txBody>
                  <a:tcPr/>
                </a:tc>
                <a:tc>
                  <a:txBody>
                    <a:bodyPr/>
                    <a:lstStyle/>
                    <a:p>
                      <a:r>
                        <a:rPr lang="en-IN" b="0" dirty="0"/>
                        <a:t>8314</a:t>
                      </a:r>
                    </a:p>
                  </a:txBody>
                  <a:tcPr/>
                </a:tc>
                <a:tc>
                  <a:txBody>
                    <a:bodyPr/>
                    <a:lstStyle/>
                    <a:p>
                      <a:endParaRPr lang="en-IN" b="1" dirty="0"/>
                    </a:p>
                  </a:txBody>
                  <a:tcPr/>
                </a:tc>
                <a:extLst>
                  <a:ext uri="{0D108BD9-81ED-4DB2-BD59-A6C34878D82A}">
                    <a16:rowId xmlns:a16="http://schemas.microsoft.com/office/drawing/2014/main" val="2876592805"/>
                  </a:ext>
                </a:extLst>
              </a:tr>
              <a:tr h="453745">
                <a:tc>
                  <a:txBody>
                    <a:bodyPr/>
                    <a:lstStyle/>
                    <a:p>
                      <a:r>
                        <a:rPr lang="en-US" b="1" dirty="0"/>
                        <a:t>Finance Costs</a:t>
                      </a:r>
                      <a:endParaRPr lang="en-IN" b="1" dirty="0"/>
                    </a:p>
                  </a:txBody>
                  <a:tcPr/>
                </a:tc>
                <a:tc>
                  <a:txBody>
                    <a:bodyPr/>
                    <a:lstStyle/>
                    <a:p>
                      <a:r>
                        <a:rPr lang="en-IN" b="0" dirty="0"/>
                        <a:t>395</a:t>
                      </a:r>
                    </a:p>
                  </a:txBody>
                  <a:tcPr/>
                </a:tc>
                <a:tc>
                  <a:txBody>
                    <a:bodyPr/>
                    <a:lstStyle/>
                    <a:p>
                      <a:r>
                        <a:rPr lang="en-IN" b="0" dirty="0"/>
                        <a:t>334</a:t>
                      </a:r>
                    </a:p>
                  </a:txBody>
                  <a:tcPr/>
                </a:tc>
                <a:tc>
                  <a:txBody>
                    <a:bodyPr/>
                    <a:lstStyle/>
                    <a:p>
                      <a:r>
                        <a:rPr lang="en-IN" b="0" dirty="0"/>
                        <a:t>114</a:t>
                      </a:r>
                    </a:p>
                  </a:txBody>
                  <a:tcPr/>
                </a:tc>
                <a:tc>
                  <a:txBody>
                    <a:bodyPr/>
                    <a:lstStyle/>
                    <a:p>
                      <a:r>
                        <a:rPr lang="en-IN" b="0" dirty="0"/>
                        <a:t>106</a:t>
                      </a:r>
                    </a:p>
                  </a:txBody>
                  <a:tcPr/>
                </a:tc>
                <a:tc>
                  <a:txBody>
                    <a:bodyPr/>
                    <a:lstStyle/>
                    <a:p>
                      <a:r>
                        <a:rPr lang="en-IN" b="0" dirty="0"/>
                        <a:t>117</a:t>
                      </a:r>
                    </a:p>
                  </a:txBody>
                  <a:tcPr/>
                </a:tc>
                <a:tc>
                  <a:txBody>
                    <a:bodyPr/>
                    <a:lstStyle/>
                    <a:p>
                      <a:r>
                        <a:rPr lang="en-IN" b="0" dirty="0"/>
                        <a:t>118</a:t>
                      </a:r>
                    </a:p>
                  </a:txBody>
                  <a:tcPr/>
                </a:tc>
                <a:tc>
                  <a:txBody>
                    <a:bodyPr/>
                    <a:lstStyle/>
                    <a:p>
                      <a:endParaRPr lang="en-IN" b="0" dirty="0"/>
                    </a:p>
                  </a:txBody>
                  <a:tcPr/>
                </a:tc>
                <a:extLst>
                  <a:ext uri="{0D108BD9-81ED-4DB2-BD59-A6C34878D82A}">
                    <a16:rowId xmlns:a16="http://schemas.microsoft.com/office/drawing/2014/main" val="2184519470"/>
                  </a:ext>
                </a:extLst>
              </a:tr>
              <a:tr h="370840">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0" dirty="0"/>
                    </a:p>
                  </a:txBody>
                  <a:tcPr/>
                </a:tc>
                <a:tc>
                  <a:txBody>
                    <a:bodyPr/>
                    <a:lstStyle/>
                    <a:p>
                      <a:endParaRPr lang="en-IN" b="1" dirty="0"/>
                    </a:p>
                  </a:txBody>
                  <a:tcPr/>
                </a:tc>
                <a:extLst>
                  <a:ext uri="{0D108BD9-81ED-4DB2-BD59-A6C34878D82A}">
                    <a16:rowId xmlns:a16="http://schemas.microsoft.com/office/drawing/2014/main" val="3536977194"/>
                  </a:ext>
                </a:extLst>
              </a:tr>
              <a:tr h="370840">
                <a:tc>
                  <a:txBody>
                    <a:bodyPr/>
                    <a:lstStyle/>
                    <a:p>
                      <a:r>
                        <a:rPr lang="en-US" b="1" dirty="0"/>
                        <a:t>Interest Cover </a:t>
                      </a:r>
                      <a:endParaRPr lang="en-IN" b="1" dirty="0"/>
                    </a:p>
                  </a:txBody>
                  <a:tcPr/>
                </a:tc>
                <a:tc>
                  <a:txBody>
                    <a:bodyPr/>
                    <a:lstStyle/>
                    <a:p>
                      <a:r>
                        <a:rPr lang="en-IN" b="1" dirty="0"/>
                        <a:t>32.06</a:t>
                      </a:r>
                    </a:p>
                  </a:txBody>
                  <a:tcPr/>
                </a:tc>
                <a:tc>
                  <a:txBody>
                    <a:bodyPr/>
                    <a:lstStyle/>
                    <a:p>
                      <a:r>
                        <a:rPr lang="en-IN" b="1" dirty="0"/>
                        <a:t>37.48</a:t>
                      </a:r>
                    </a:p>
                  </a:txBody>
                  <a:tcPr/>
                </a:tc>
                <a:tc>
                  <a:txBody>
                    <a:bodyPr/>
                    <a:lstStyle/>
                    <a:p>
                      <a:r>
                        <a:rPr lang="en-IN" b="1" dirty="0"/>
                        <a:t>105.10</a:t>
                      </a:r>
                    </a:p>
                  </a:txBody>
                  <a:tcPr/>
                </a:tc>
                <a:tc>
                  <a:txBody>
                    <a:bodyPr/>
                    <a:lstStyle/>
                    <a:p>
                      <a:r>
                        <a:rPr lang="en-IN" b="1" dirty="0"/>
                        <a:t>102.53</a:t>
                      </a:r>
                    </a:p>
                  </a:txBody>
                  <a:tcPr/>
                </a:tc>
                <a:tc>
                  <a:txBody>
                    <a:bodyPr/>
                    <a:lstStyle/>
                    <a:p>
                      <a:r>
                        <a:rPr lang="en-IN" b="1" dirty="0"/>
                        <a:t>84.15</a:t>
                      </a:r>
                    </a:p>
                  </a:txBody>
                  <a:tcPr/>
                </a:tc>
                <a:tc>
                  <a:txBody>
                    <a:bodyPr/>
                    <a:lstStyle/>
                    <a:p>
                      <a:r>
                        <a:rPr lang="en-IN" b="0" dirty="0">
                          <a:solidFill>
                            <a:schemeClr val="bg2">
                              <a:lumMod val="10000"/>
                            </a:schemeClr>
                          </a:solidFill>
                        </a:rPr>
                        <a:t>70.46</a:t>
                      </a:r>
                    </a:p>
                  </a:txBody>
                  <a:tcPr/>
                </a:tc>
                <a:tc>
                  <a:txBody>
                    <a:bodyPr/>
                    <a:lstStyle/>
                    <a:p>
                      <a:r>
                        <a:rPr lang="en-IN" b="1" dirty="0">
                          <a:highlight>
                            <a:srgbClr val="FFFF00"/>
                          </a:highlight>
                        </a:rPr>
                        <a:t>72.26 times</a:t>
                      </a:r>
                    </a:p>
                  </a:txBody>
                  <a:tcPr/>
                </a:tc>
                <a:extLst>
                  <a:ext uri="{0D108BD9-81ED-4DB2-BD59-A6C34878D82A}">
                    <a16:rowId xmlns:a16="http://schemas.microsoft.com/office/drawing/2014/main" val="3214060203"/>
                  </a:ext>
                </a:extLst>
              </a:tr>
            </a:tbl>
          </a:graphicData>
        </a:graphic>
      </p:graphicFrame>
    </p:spTree>
    <p:extLst>
      <p:ext uri="{BB962C8B-B14F-4D97-AF65-F5344CB8AC3E}">
        <p14:creationId xmlns:p14="http://schemas.microsoft.com/office/powerpoint/2010/main" val="32926613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430A6-3812-4062-9BCA-451F5FB5876F}"/>
              </a:ext>
            </a:extLst>
          </p:cNvPr>
          <p:cNvSpPr>
            <a:spLocks noGrp="1"/>
          </p:cNvSpPr>
          <p:nvPr>
            <p:ph type="title"/>
          </p:nvPr>
        </p:nvSpPr>
        <p:spPr/>
        <p:txBody>
          <a:bodyPr>
            <a:normAutofit/>
          </a:bodyPr>
          <a:lstStyle/>
          <a:p>
            <a:pPr algn="ctr"/>
            <a:r>
              <a:rPr lang="en-US" sz="4000" b="1" dirty="0"/>
              <a:t>Z score –WC/TA </a:t>
            </a:r>
            <a:r>
              <a:rPr lang="en-US" sz="4000" dirty="0"/>
              <a:t>– HUL – Last 5 </a:t>
            </a:r>
            <a:r>
              <a:rPr lang="en-US" sz="4000" dirty="0" err="1"/>
              <a:t>Fys</a:t>
            </a:r>
            <a:endParaRPr lang="en-IN" sz="4000" dirty="0"/>
          </a:p>
        </p:txBody>
      </p:sp>
      <p:sp>
        <p:nvSpPr>
          <p:cNvPr id="3" name="Content Placeholder 2">
            <a:extLst>
              <a:ext uri="{FF2B5EF4-FFF2-40B4-BE49-F238E27FC236}">
                <a16:creationId xmlns:a16="http://schemas.microsoft.com/office/drawing/2014/main" id="{CABB4490-7AA1-4F7B-A7FF-C715B066B07F}"/>
              </a:ext>
            </a:extLst>
          </p:cNvPr>
          <p:cNvSpPr>
            <a:spLocks noGrp="1"/>
          </p:cNvSpPr>
          <p:nvPr>
            <p:ph idx="1"/>
          </p:nvPr>
        </p:nvSpPr>
        <p:spPr/>
        <p:txBody>
          <a:bodyPr/>
          <a:lstStyle/>
          <a:p>
            <a:endParaRPr lang="en-IN" dirty="0"/>
          </a:p>
        </p:txBody>
      </p:sp>
      <p:graphicFrame>
        <p:nvGraphicFramePr>
          <p:cNvPr id="4" name="Table 4">
            <a:extLst>
              <a:ext uri="{FF2B5EF4-FFF2-40B4-BE49-F238E27FC236}">
                <a16:creationId xmlns:a16="http://schemas.microsoft.com/office/drawing/2014/main" id="{D691F337-85AD-4313-A636-CC78E321E918}"/>
              </a:ext>
            </a:extLst>
          </p:cNvPr>
          <p:cNvGraphicFramePr>
            <a:graphicFrameLocks/>
          </p:cNvGraphicFramePr>
          <p:nvPr/>
        </p:nvGraphicFramePr>
        <p:xfrm>
          <a:off x="838200" y="1825625"/>
          <a:ext cx="10515604" cy="2392680"/>
        </p:xfrm>
        <a:graphic>
          <a:graphicData uri="http://schemas.openxmlformats.org/drawingml/2006/table">
            <a:tbl>
              <a:tblPr firstRow="1" bandRow="1">
                <a:tableStyleId>{93296810-A885-4BE3-A3E7-6D5BEEA58F35}</a:tableStyleId>
              </a:tblPr>
              <a:tblGrid>
                <a:gridCol w="1256845">
                  <a:extLst>
                    <a:ext uri="{9D8B030D-6E8A-4147-A177-3AD203B41FA5}">
                      <a16:colId xmlns:a16="http://schemas.microsoft.com/office/drawing/2014/main" val="3403792412"/>
                    </a:ext>
                  </a:extLst>
                </a:gridCol>
                <a:gridCol w="1256845">
                  <a:extLst>
                    <a:ext uri="{9D8B030D-6E8A-4147-A177-3AD203B41FA5}">
                      <a16:colId xmlns:a16="http://schemas.microsoft.com/office/drawing/2014/main" val="1323928238"/>
                    </a:ext>
                  </a:extLst>
                </a:gridCol>
                <a:gridCol w="1256845">
                  <a:extLst>
                    <a:ext uri="{9D8B030D-6E8A-4147-A177-3AD203B41FA5}">
                      <a16:colId xmlns:a16="http://schemas.microsoft.com/office/drawing/2014/main" val="2631175168"/>
                    </a:ext>
                  </a:extLst>
                </a:gridCol>
                <a:gridCol w="1256845">
                  <a:extLst>
                    <a:ext uri="{9D8B030D-6E8A-4147-A177-3AD203B41FA5}">
                      <a16:colId xmlns:a16="http://schemas.microsoft.com/office/drawing/2014/main" val="2929787704"/>
                    </a:ext>
                  </a:extLst>
                </a:gridCol>
                <a:gridCol w="1058298">
                  <a:extLst>
                    <a:ext uri="{9D8B030D-6E8A-4147-A177-3AD203B41FA5}">
                      <a16:colId xmlns:a16="http://schemas.microsoft.com/office/drawing/2014/main" val="2884300378"/>
                    </a:ext>
                  </a:extLst>
                </a:gridCol>
                <a:gridCol w="1157804">
                  <a:extLst>
                    <a:ext uri="{9D8B030D-6E8A-4147-A177-3AD203B41FA5}">
                      <a16:colId xmlns:a16="http://schemas.microsoft.com/office/drawing/2014/main" val="783594773"/>
                    </a:ext>
                  </a:extLst>
                </a:gridCol>
                <a:gridCol w="1554432">
                  <a:extLst>
                    <a:ext uri="{9D8B030D-6E8A-4147-A177-3AD203B41FA5}">
                      <a16:colId xmlns:a16="http://schemas.microsoft.com/office/drawing/2014/main" val="3333496656"/>
                    </a:ext>
                  </a:extLst>
                </a:gridCol>
                <a:gridCol w="1717690">
                  <a:extLst>
                    <a:ext uri="{9D8B030D-6E8A-4147-A177-3AD203B41FA5}">
                      <a16:colId xmlns:a16="http://schemas.microsoft.com/office/drawing/2014/main" val="4245048931"/>
                    </a:ext>
                  </a:extLst>
                </a:gridCol>
              </a:tblGrid>
              <a:tr h="37084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 2024</a:t>
                      </a:r>
                    </a:p>
                  </a:txBody>
                  <a:tcPr/>
                </a:tc>
                <a:tc>
                  <a:txBody>
                    <a:bodyPr/>
                    <a:lstStyle/>
                    <a:p>
                      <a:r>
                        <a:rPr lang="en-IN" dirty="0"/>
                        <a:t> 2023</a:t>
                      </a:r>
                    </a:p>
                  </a:txBody>
                  <a:tcPr/>
                </a:tc>
                <a:tc>
                  <a:txBody>
                    <a:bodyPr/>
                    <a:lstStyle/>
                    <a:p>
                      <a:r>
                        <a:rPr lang="en-US" dirty="0"/>
                        <a:t>2022</a:t>
                      </a:r>
                      <a:endParaRPr lang="en-IN" dirty="0"/>
                    </a:p>
                  </a:txBody>
                  <a:tcPr/>
                </a:tc>
                <a:tc>
                  <a:txBody>
                    <a:bodyPr/>
                    <a:lstStyle/>
                    <a:p>
                      <a:r>
                        <a:rPr lang="en-US" dirty="0"/>
                        <a:t>2021</a:t>
                      </a:r>
                      <a:endParaRPr lang="en-IN" dirty="0"/>
                    </a:p>
                  </a:txBody>
                  <a:tcPr/>
                </a:tc>
                <a:tc>
                  <a:txBody>
                    <a:bodyPr/>
                    <a:lstStyle/>
                    <a:p>
                      <a:r>
                        <a:rPr lang="en-US" dirty="0"/>
                        <a:t>2020</a:t>
                      </a:r>
                      <a:endParaRPr lang="en-IN" dirty="0"/>
                    </a:p>
                  </a:txBody>
                  <a:tcPr/>
                </a:tc>
                <a:tc>
                  <a:txBody>
                    <a:bodyPr/>
                    <a:lstStyle/>
                    <a:p>
                      <a:r>
                        <a:rPr lang="en-IN" dirty="0"/>
                        <a:t>5 Year Average </a:t>
                      </a:r>
                    </a:p>
                  </a:txBody>
                  <a:tcPr/>
                </a:tc>
                <a:extLst>
                  <a:ext uri="{0D108BD9-81ED-4DB2-BD59-A6C34878D82A}">
                    <a16:rowId xmlns:a16="http://schemas.microsoft.com/office/drawing/2014/main" val="2036340585"/>
                  </a:ext>
                </a:extLst>
              </a:tr>
              <a:tr h="370840">
                <a:tc>
                  <a:txBody>
                    <a:bodyPr/>
                    <a:lstStyle/>
                    <a:p>
                      <a:r>
                        <a:rPr lang="en-US" b="1" dirty="0"/>
                        <a:t>WC</a:t>
                      </a:r>
                    </a:p>
                  </a:txBody>
                  <a:tcPr/>
                </a:tc>
                <a:tc>
                  <a:txBody>
                    <a:bodyPr/>
                    <a:lstStyle/>
                    <a:p>
                      <a:r>
                        <a:rPr lang="en-IN" b="1" dirty="0"/>
                        <a:t>5514</a:t>
                      </a:r>
                    </a:p>
                  </a:txBody>
                  <a:tcPr/>
                </a:tc>
                <a:tc>
                  <a:txBody>
                    <a:bodyPr/>
                    <a:lstStyle/>
                    <a:p>
                      <a:r>
                        <a:rPr lang="en-IN" b="1" dirty="0"/>
                        <a:t>8448</a:t>
                      </a:r>
                    </a:p>
                  </a:txBody>
                  <a:tcPr/>
                </a:tc>
                <a:tc>
                  <a:txBody>
                    <a:bodyPr/>
                    <a:lstStyle/>
                    <a:p>
                      <a:r>
                        <a:rPr lang="en-IN" b="1" dirty="0"/>
                        <a:t>4970</a:t>
                      </a:r>
                    </a:p>
                  </a:txBody>
                  <a:tcPr/>
                </a:tc>
                <a:tc>
                  <a:txBody>
                    <a:bodyPr/>
                    <a:lstStyle/>
                    <a:p>
                      <a:r>
                        <a:rPr lang="en-IN" b="1" dirty="0"/>
                        <a:t>4242</a:t>
                      </a:r>
                    </a:p>
                  </a:txBody>
                  <a:tcPr/>
                </a:tc>
                <a:tc>
                  <a:txBody>
                    <a:bodyPr/>
                    <a:lstStyle/>
                    <a:p>
                      <a:r>
                        <a:rPr lang="en-IN" b="1" dirty="0"/>
                        <a:t>3114</a:t>
                      </a:r>
                    </a:p>
                  </a:txBody>
                  <a:tcPr/>
                </a:tc>
                <a:tc>
                  <a:txBody>
                    <a:bodyPr/>
                    <a:lstStyle/>
                    <a:p>
                      <a:r>
                        <a:rPr lang="en-IN" b="0" dirty="0"/>
                        <a:t>3004</a:t>
                      </a:r>
                    </a:p>
                  </a:txBody>
                  <a:tcPr/>
                </a:tc>
                <a:tc>
                  <a:txBody>
                    <a:bodyPr/>
                    <a:lstStyle/>
                    <a:p>
                      <a:endParaRPr lang="en-IN" b="1" dirty="0"/>
                    </a:p>
                  </a:txBody>
                  <a:tcPr/>
                </a:tc>
                <a:extLst>
                  <a:ext uri="{0D108BD9-81ED-4DB2-BD59-A6C34878D82A}">
                    <a16:rowId xmlns:a16="http://schemas.microsoft.com/office/drawing/2014/main" val="2876592805"/>
                  </a:ext>
                </a:extLst>
              </a:tr>
              <a:tr h="370840">
                <a:tc>
                  <a:txBody>
                    <a:bodyPr/>
                    <a:lstStyle/>
                    <a:p>
                      <a:r>
                        <a:rPr lang="en-US" b="1" dirty="0"/>
                        <a:t>TA</a:t>
                      </a:r>
                    </a:p>
                  </a:txBody>
                  <a:tcPr/>
                </a:tc>
                <a:tc>
                  <a:txBody>
                    <a:bodyPr/>
                    <a:lstStyle/>
                    <a:p>
                      <a:r>
                        <a:rPr lang="en-IN" b="0" dirty="0"/>
                        <a:t>79880</a:t>
                      </a:r>
                    </a:p>
                  </a:txBody>
                  <a:tcPr/>
                </a:tc>
                <a:tc>
                  <a:txBody>
                    <a:bodyPr/>
                    <a:lstStyle/>
                    <a:p>
                      <a:r>
                        <a:rPr lang="en-IN" b="0" dirty="0"/>
                        <a:t>78499</a:t>
                      </a:r>
                    </a:p>
                  </a:txBody>
                  <a:tcPr/>
                </a:tc>
                <a:tc>
                  <a:txBody>
                    <a:bodyPr/>
                    <a:lstStyle/>
                    <a:p>
                      <a:r>
                        <a:rPr lang="en-IN" b="0" dirty="0"/>
                        <a:t>73087</a:t>
                      </a:r>
                    </a:p>
                  </a:txBody>
                  <a:tcPr/>
                </a:tc>
                <a:tc>
                  <a:txBody>
                    <a:bodyPr/>
                    <a:lstStyle/>
                    <a:p>
                      <a:r>
                        <a:rPr lang="en-IN" b="0" dirty="0"/>
                        <a:t>70517</a:t>
                      </a:r>
                    </a:p>
                  </a:txBody>
                  <a:tcPr/>
                </a:tc>
                <a:tc>
                  <a:txBody>
                    <a:bodyPr/>
                    <a:lstStyle/>
                    <a:p>
                      <a:r>
                        <a:rPr lang="en-IN" b="0" dirty="0"/>
                        <a:t>68757</a:t>
                      </a:r>
                    </a:p>
                  </a:txBody>
                  <a:tcPr/>
                </a:tc>
                <a:tc>
                  <a:txBody>
                    <a:bodyPr/>
                    <a:lstStyle/>
                    <a:p>
                      <a:r>
                        <a:rPr lang="en-IN" b="0" dirty="0"/>
                        <a:t>20153</a:t>
                      </a:r>
                    </a:p>
                  </a:txBody>
                  <a:tcPr/>
                </a:tc>
                <a:tc>
                  <a:txBody>
                    <a:bodyPr/>
                    <a:lstStyle/>
                    <a:p>
                      <a:endParaRPr lang="en-IN" b="0" dirty="0"/>
                    </a:p>
                  </a:txBody>
                  <a:tcPr/>
                </a:tc>
                <a:extLst>
                  <a:ext uri="{0D108BD9-81ED-4DB2-BD59-A6C34878D82A}">
                    <a16:rowId xmlns:a16="http://schemas.microsoft.com/office/drawing/2014/main" val="2799190320"/>
                  </a:ext>
                </a:extLst>
              </a:tr>
              <a:tr h="370840">
                <a:tc>
                  <a:txBody>
                    <a:bodyPr/>
                    <a:lstStyle/>
                    <a:p>
                      <a:r>
                        <a:rPr lang="en-US" b="1" dirty="0"/>
                        <a:t>WC/TA</a:t>
                      </a:r>
                    </a:p>
                  </a:txBody>
                  <a:tcPr/>
                </a:tc>
                <a:tc>
                  <a:txBody>
                    <a:bodyPr/>
                    <a:lstStyle/>
                    <a:p>
                      <a:r>
                        <a:rPr lang="en-IN" b="0" dirty="0"/>
                        <a:t>0.07</a:t>
                      </a:r>
                    </a:p>
                  </a:txBody>
                  <a:tcPr/>
                </a:tc>
                <a:tc>
                  <a:txBody>
                    <a:bodyPr/>
                    <a:lstStyle/>
                    <a:p>
                      <a:r>
                        <a:rPr lang="en-IN" b="0" dirty="0"/>
                        <a:t>0.11</a:t>
                      </a:r>
                    </a:p>
                  </a:txBody>
                  <a:tcPr/>
                </a:tc>
                <a:tc>
                  <a:txBody>
                    <a:bodyPr/>
                    <a:lstStyle/>
                    <a:p>
                      <a:r>
                        <a:rPr lang="en-IN" b="0" dirty="0"/>
                        <a:t>0.07</a:t>
                      </a:r>
                    </a:p>
                  </a:txBody>
                  <a:tcPr/>
                </a:tc>
                <a:tc>
                  <a:txBody>
                    <a:bodyPr/>
                    <a:lstStyle/>
                    <a:p>
                      <a:r>
                        <a:rPr lang="en-IN" b="0" dirty="0"/>
                        <a:t>0.06</a:t>
                      </a:r>
                    </a:p>
                  </a:txBody>
                  <a:tcPr/>
                </a:tc>
                <a:tc>
                  <a:txBody>
                    <a:bodyPr/>
                    <a:lstStyle/>
                    <a:p>
                      <a:r>
                        <a:rPr lang="en-IN" b="0" dirty="0"/>
                        <a:t>0.05</a:t>
                      </a:r>
                    </a:p>
                  </a:txBody>
                  <a:tcPr/>
                </a:tc>
                <a:tc>
                  <a:txBody>
                    <a:bodyPr/>
                    <a:lstStyle/>
                    <a:p>
                      <a:r>
                        <a:rPr lang="en-IN" b="0" dirty="0"/>
                        <a:t>0.15</a:t>
                      </a:r>
                    </a:p>
                  </a:txBody>
                  <a:tcPr/>
                </a:tc>
                <a:tc>
                  <a:txBody>
                    <a:bodyPr/>
                    <a:lstStyle/>
                    <a:p>
                      <a:r>
                        <a:rPr lang="en-IN" b="0" dirty="0"/>
                        <a:t>0.09</a:t>
                      </a:r>
                    </a:p>
                  </a:txBody>
                  <a:tcPr/>
                </a:tc>
                <a:extLst>
                  <a:ext uri="{0D108BD9-81ED-4DB2-BD59-A6C34878D82A}">
                    <a16:rowId xmlns:a16="http://schemas.microsoft.com/office/drawing/2014/main" val="1775985502"/>
                  </a:ext>
                </a:extLst>
              </a:tr>
              <a:tr h="370840">
                <a:tc>
                  <a:txBody>
                    <a:bodyPr/>
                    <a:lstStyle/>
                    <a:p>
                      <a:r>
                        <a:rPr lang="en-US" b="1" dirty="0"/>
                        <a:t>1.2 (WC/TA)</a:t>
                      </a:r>
                    </a:p>
                  </a:txBody>
                  <a:tcPr/>
                </a:tc>
                <a:tc>
                  <a:txBody>
                    <a:bodyPr/>
                    <a:lstStyle/>
                    <a:p>
                      <a:r>
                        <a:rPr lang="en-IN" b="1" dirty="0"/>
                        <a:t>0.08</a:t>
                      </a:r>
                    </a:p>
                  </a:txBody>
                  <a:tcPr/>
                </a:tc>
                <a:tc>
                  <a:txBody>
                    <a:bodyPr/>
                    <a:lstStyle/>
                    <a:p>
                      <a:r>
                        <a:rPr lang="en-IN" b="1" dirty="0"/>
                        <a:t>0.13</a:t>
                      </a:r>
                    </a:p>
                  </a:txBody>
                  <a:tcPr/>
                </a:tc>
                <a:tc>
                  <a:txBody>
                    <a:bodyPr/>
                    <a:lstStyle/>
                    <a:p>
                      <a:r>
                        <a:rPr lang="en-IN" b="1" dirty="0"/>
                        <a:t>0.08</a:t>
                      </a:r>
                    </a:p>
                  </a:txBody>
                  <a:tcPr/>
                </a:tc>
                <a:tc>
                  <a:txBody>
                    <a:bodyPr/>
                    <a:lstStyle/>
                    <a:p>
                      <a:r>
                        <a:rPr lang="en-IN" b="1" dirty="0"/>
                        <a:t>0.07</a:t>
                      </a:r>
                    </a:p>
                  </a:txBody>
                  <a:tcPr/>
                </a:tc>
                <a:tc>
                  <a:txBody>
                    <a:bodyPr/>
                    <a:lstStyle/>
                    <a:p>
                      <a:r>
                        <a:rPr lang="en-IN" b="1" dirty="0"/>
                        <a:t>0.06</a:t>
                      </a:r>
                    </a:p>
                  </a:txBody>
                  <a:tcPr/>
                </a:tc>
                <a:tc>
                  <a:txBody>
                    <a:bodyPr/>
                    <a:lstStyle/>
                    <a:p>
                      <a:r>
                        <a:rPr lang="en-IN" b="0" dirty="0"/>
                        <a:t>0.18</a:t>
                      </a:r>
                    </a:p>
                  </a:txBody>
                  <a:tcPr/>
                </a:tc>
                <a:tc>
                  <a:txBody>
                    <a:bodyPr/>
                    <a:lstStyle/>
                    <a:p>
                      <a:r>
                        <a:rPr lang="en-IN" b="1" dirty="0">
                          <a:highlight>
                            <a:srgbClr val="FFFF00"/>
                          </a:highlight>
                        </a:rPr>
                        <a:t>0.08</a:t>
                      </a:r>
                    </a:p>
                  </a:txBody>
                  <a:tcPr/>
                </a:tc>
                <a:extLst>
                  <a:ext uri="{0D108BD9-81ED-4DB2-BD59-A6C34878D82A}">
                    <a16:rowId xmlns:a16="http://schemas.microsoft.com/office/drawing/2014/main" val="2505796396"/>
                  </a:ext>
                </a:extLst>
              </a:tr>
            </a:tbl>
          </a:graphicData>
        </a:graphic>
      </p:graphicFrame>
    </p:spTree>
    <p:extLst>
      <p:ext uri="{BB962C8B-B14F-4D97-AF65-F5344CB8AC3E}">
        <p14:creationId xmlns:p14="http://schemas.microsoft.com/office/powerpoint/2010/main" val="21471389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430A6-3812-4062-9BCA-451F5FB5876F}"/>
              </a:ext>
            </a:extLst>
          </p:cNvPr>
          <p:cNvSpPr>
            <a:spLocks noGrp="1"/>
          </p:cNvSpPr>
          <p:nvPr>
            <p:ph type="title"/>
          </p:nvPr>
        </p:nvSpPr>
        <p:spPr/>
        <p:txBody>
          <a:bodyPr>
            <a:normAutofit/>
          </a:bodyPr>
          <a:lstStyle/>
          <a:p>
            <a:pPr algn="ctr"/>
            <a:r>
              <a:rPr lang="en-US" sz="4000" b="1" dirty="0"/>
              <a:t>Z score –RE/TA </a:t>
            </a:r>
            <a:r>
              <a:rPr lang="en-US" sz="4000" dirty="0"/>
              <a:t>– HUL – Last 5 </a:t>
            </a:r>
            <a:r>
              <a:rPr lang="en-US" sz="4000" dirty="0" err="1"/>
              <a:t>Fys</a:t>
            </a:r>
            <a:endParaRPr lang="en-IN" sz="4000" dirty="0"/>
          </a:p>
        </p:txBody>
      </p:sp>
      <p:sp>
        <p:nvSpPr>
          <p:cNvPr id="3" name="Content Placeholder 2">
            <a:extLst>
              <a:ext uri="{FF2B5EF4-FFF2-40B4-BE49-F238E27FC236}">
                <a16:creationId xmlns:a16="http://schemas.microsoft.com/office/drawing/2014/main" id="{CABB4490-7AA1-4F7B-A7FF-C715B066B07F}"/>
              </a:ext>
            </a:extLst>
          </p:cNvPr>
          <p:cNvSpPr>
            <a:spLocks noGrp="1"/>
          </p:cNvSpPr>
          <p:nvPr>
            <p:ph idx="1"/>
          </p:nvPr>
        </p:nvSpPr>
        <p:spPr/>
        <p:txBody>
          <a:bodyPr/>
          <a:lstStyle/>
          <a:p>
            <a:endParaRPr lang="en-IN" dirty="0"/>
          </a:p>
        </p:txBody>
      </p:sp>
      <p:graphicFrame>
        <p:nvGraphicFramePr>
          <p:cNvPr id="4" name="Table 4">
            <a:extLst>
              <a:ext uri="{FF2B5EF4-FFF2-40B4-BE49-F238E27FC236}">
                <a16:creationId xmlns:a16="http://schemas.microsoft.com/office/drawing/2014/main" id="{D691F337-85AD-4313-A636-CC78E321E918}"/>
              </a:ext>
            </a:extLst>
          </p:cNvPr>
          <p:cNvGraphicFramePr>
            <a:graphicFrameLocks/>
          </p:cNvGraphicFramePr>
          <p:nvPr/>
        </p:nvGraphicFramePr>
        <p:xfrm>
          <a:off x="838200" y="1825625"/>
          <a:ext cx="10515605" cy="2667000"/>
        </p:xfrm>
        <a:graphic>
          <a:graphicData uri="http://schemas.openxmlformats.org/drawingml/2006/table">
            <a:tbl>
              <a:tblPr firstRow="1" bandRow="1">
                <a:tableStyleId>{073A0DAA-6AF3-43AB-8588-CEC1D06C72B9}</a:tableStyleId>
              </a:tblPr>
              <a:tblGrid>
                <a:gridCol w="1283525">
                  <a:extLst>
                    <a:ext uri="{9D8B030D-6E8A-4147-A177-3AD203B41FA5}">
                      <a16:colId xmlns:a16="http://schemas.microsoft.com/office/drawing/2014/main" val="3403792412"/>
                    </a:ext>
                  </a:extLst>
                </a:gridCol>
                <a:gridCol w="1283525">
                  <a:extLst>
                    <a:ext uri="{9D8B030D-6E8A-4147-A177-3AD203B41FA5}">
                      <a16:colId xmlns:a16="http://schemas.microsoft.com/office/drawing/2014/main" val="1323928238"/>
                    </a:ext>
                  </a:extLst>
                </a:gridCol>
                <a:gridCol w="1283525">
                  <a:extLst>
                    <a:ext uri="{9D8B030D-6E8A-4147-A177-3AD203B41FA5}">
                      <a16:colId xmlns:a16="http://schemas.microsoft.com/office/drawing/2014/main" val="2344716802"/>
                    </a:ext>
                  </a:extLst>
                </a:gridCol>
                <a:gridCol w="1283525">
                  <a:extLst>
                    <a:ext uri="{9D8B030D-6E8A-4147-A177-3AD203B41FA5}">
                      <a16:colId xmlns:a16="http://schemas.microsoft.com/office/drawing/2014/main" val="2929787704"/>
                    </a:ext>
                  </a:extLst>
                </a:gridCol>
                <a:gridCol w="1283525">
                  <a:extLst>
                    <a:ext uri="{9D8B030D-6E8A-4147-A177-3AD203B41FA5}">
                      <a16:colId xmlns:a16="http://schemas.microsoft.com/office/drawing/2014/main" val="2884300378"/>
                    </a:ext>
                  </a:extLst>
                </a:gridCol>
                <a:gridCol w="1036118">
                  <a:extLst>
                    <a:ext uri="{9D8B030D-6E8A-4147-A177-3AD203B41FA5}">
                      <a16:colId xmlns:a16="http://schemas.microsoft.com/office/drawing/2014/main" val="783594773"/>
                    </a:ext>
                  </a:extLst>
                </a:gridCol>
                <a:gridCol w="1530931">
                  <a:extLst>
                    <a:ext uri="{9D8B030D-6E8A-4147-A177-3AD203B41FA5}">
                      <a16:colId xmlns:a16="http://schemas.microsoft.com/office/drawing/2014/main" val="3333496656"/>
                    </a:ext>
                  </a:extLst>
                </a:gridCol>
                <a:gridCol w="1530931">
                  <a:extLst>
                    <a:ext uri="{9D8B030D-6E8A-4147-A177-3AD203B41FA5}">
                      <a16:colId xmlns:a16="http://schemas.microsoft.com/office/drawing/2014/main" val="1085132922"/>
                    </a:ext>
                  </a:extLst>
                </a:gridCol>
              </a:tblGrid>
              <a:tr h="37084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2024</a:t>
                      </a:r>
                    </a:p>
                  </a:txBody>
                  <a:tcPr/>
                </a:tc>
                <a:tc>
                  <a:txBody>
                    <a:bodyPr/>
                    <a:lstStyle/>
                    <a:p>
                      <a:r>
                        <a:rPr lang="en-IN" dirty="0"/>
                        <a:t> 2023</a:t>
                      </a:r>
                    </a:p>
                  </a:txBody>
                  <a:tcPr/>
                </a:tc>
                <a:tc>
                  <a:txBody>
                    <a:bodyPr/>
                    <a:lstStyle/>
                    <a:p>
                      <a:r>
                        <a:rPr lang="en-US" dirty="0"/>
                        <a:t>2022</a:t>
                      </a:r>
                      <a:endParaRPr lang="en-IN" dirty="0"/>
                    </a:p>
                  </a:txBody>
                  <a:tcPr/>
                </a:tc>
                <a:tc>
                  <a:txBody>
                    <a:bodyPr/>
                    <a:lstStyle/>
                    <a:p>
                      <a:r>
                        <a:rPr lang="en-US" dirty="0"/>
                        <a:t>2021</a:t>
                      </a:r>
                      <a:endParaRPr lang="en-IN" dirty="0"/>
                    </a:p>
                  </a:txBody>
                  <a:tcPr/>
                </a:tc>
                <a:tc>
                  <a:txBody>
                    <a:bodyPr/>
                    <a:lstStyle/>
                    <a:p>
                      <a:r>
                        <a:rPr lang="en-US" dirty="0"/>
                        <a:t>2020</a:t>
                      </a:r>
                      <a:endParaRPr lang="en-IN" dirty="0"/>
                    </a:p>
                  </a:txBody>
                  <a:tcPr/>
                </a:tc>
                <a:tc>
                  <a:txBody>
                    <a:bodyPr/>
                    <a:lstStyle/>
                    <a:p>
                      <a:r>
                        <a:rPr lang="en-IN" dirty="0"/>
                        <a:t>5 Year Average </a:t>
                      </a:r>
                    </a:p>
                  </a:txBody>
                  <a:tcPr/>
                </a:tc>
                <a:extLst>
                  <a:ext uri="{0D108BD9-81ED-4DB2-BD59-A6C34878D82A}">
                    <a16:rowId xmlns:a16="http://schemas.microsoft.com/office/drawing/2014/main" val="2036340585"/>
                  </a:ext>
                </a:extLst>
              </a:tr>
              <a:tr h="370840">
                <a:tc>
                  <a:txBody>
                    <a:bodyPr/>
                    <a:lstStyle/>
                    <a:p>
                      <a:r>
                        <a:rPr lang="en-US" b="1" dirty="0"/>
                        <a:t>RE</a:t>
                      </a:r>
                    </a:p>
                    <a:p>
                      <a:r>
                        <a:rPr lang="en-US" b="1" dirty="0"/>
                        <a:t>(Reserves &amp; Surplus)</a:t>
                      </a:r>
                    </a:p>
                  </a:txBody>
                  <a:tcPr/>
                </a:tc>
                <a:tc>
                  <a:txBody>
                    <a:bodyPr/>
                    <a:lstStyle/>
                    <a:p>
                      <a:r>
                        <a:rPr lang="en-IN" b="0" dirty="0"/>
                        <a:t>49167</a:t>
                      </a:r>
                    </a:p>
                  </a:txBody>
                  <a:tcPr/>
                </a:tc>
                <a:tc>
                  <a:txBody>
                    <a:bodyPr/>
                    <a:lstStyle/>
                    <a:p>
                      <a:r>
                        <a:rPr lang="en-IN" b="0" dirty="0"/>
                        <a:t>50983</a:t>
                      </a:r>
                    </a:p>
                  </a:txBody>
                  <a:tcPr/>
                </a:tc>
                <a:tc>
                  <a:txBody>
                    <a:bodyPr/>
                    <a:lstStyle/>
                    <a:p>
                      <a:r>
                        <a:rPr lang="en-IN" b="0" dirty="0"/>
                        <a:t>50069</a:t>
                      </a:r>
                    </a:p>
                  </a:txBody>
                  <a:tcPr/>
                </a:tc>
                <a:tc>
                  <a:txBody>
                    <a:bodyPr/>
                    <a:lstStyle/>
                    <a:p>
                      <a:r>
                        <a:rPr lang="en-IN" b="0" dirty="0"/>
                        <a:t>48826</a:t>
                      </a:r>
                    </a:p>
                  </a:txBody>
                  <a:tcPr/>
                </a:tc>
                <a:tc>
                  <a:txBody>
                    <a:bodyPr/>
                    <a:lstStyle/>
                    <a:p>
                      <a:r>
                        <a:rPr lang="en-IN" b="0" dirty="0"/>
                        <a:t>47439</a:t>
                      </a:r>
                    </a:p>
                  </a:txBody>
                  <a:tcPr/>
                </a:tc>
                <a:tc>
                  <a:txBody>
                    <a:bodyPr/>
                    <a:lstStyle/>
                    <a:p>
                      <a:r>
                        <a:rPr lang="en-IN" b="0" dirty="0"/>
                        <a:t>7998</a:t>
                      </a:r>
                    </a:p>
                  </a:txBody>
                  <a:tcPr/>
                </a:tc>
                <a:tc>
                  <a:txBody>
                    <a:bodyPr/>
                    <a:lstStyle/>
                    <a:p>
                      <a:endParaRPr lang="en-IN" b="0" dirty="0"/>
                    </a:p>
                  </a:txBody>
                  <a:tcPr/>
                </a:tc>
                <a:extLst>
                  <a:ext uri="{0D108BD9-81ED-4DB2-BD59-A6C34878D82A}">
                    <a16:rowId xmlns:a16="http://schemas.microsoft.com/office/drawing/2014/main" val="2876592805"/>
                  </a:ext>
                </a:extLst>
              </a:tr>
              <a:tr h="370840">
                <a:tc>
                  <a:txBody>
                    <a:bodyPr/>
                    <a:lstStyle/>
                    <a:p>
                      <a:r>
                        <a:rPr lang="en-US" b="1" dirty="0"/>
                        <a:t>TA</a:t>
                      </a:r>
                    </a:p>
                  </a:txBody>
                  <a:tcPr/>
                </a:tc>
                <a:tc>
                  <a:txBody>
                    <a:bodyPr/>
                    <a:lstStyle/>
                    <a:p>
                      <a:r>
                        <a:rPr lang="en-IN" b="0" dirty="0"/>
                        <a:t>79880</a:t>
                      </a:r>
                    </a:p>
                  </a:txBody>
                  <a:tcPr/>
                </a:tc>
                <a:tc>
                  <a:txBody>
                    <a:bodyPr/>
                    <a:lstStyle/>
                    <a:p>
                      <a:r>
                        <a:rPr lang="en-IN" b="0" dirty="0"/>
                        <a:t>78499</a:t>
                      </a:r>
                    </a:p>
                  </a:txBody>
                  <a:tcPr/>
                </a:tc>
                <a:tc>
                  <a:txBody>
                    <a:bodyPr/>
                    <a:lstStyle/>
                    <a:p>
                      <a:r>
                        <a:rPr lang="en-IN" b="0" dirty="0"/>
                        <a:t>73087</a:t>
                      </a:r>
                    </a:p>
                  </a:txBody>
                  <a:tcPr/>
                </a:tc>
                <a:tc>
                  <a:txBody>
                    <a:bodyPr/>
                    <a:lstStyle/>
                    <a:p>
                      <a:r>
                        <a:rPr lang="en-IN" b="0" dirty="0"/>
                        <a:t>70517</a:t>
                      </a:r>
                    </a:p>
                  </a:txBody>
                  <a:tcPr/>
                </a:tc>
                <a:tc>
                  <a:txBody>
                    <a:bodyPr/>
                    <a:lstStyle/>
                    <a:p>
                      <a:r>
                        <a:rPr lang="en-IN" b="0" dirty="0"/>
                        <a:t>68757</a:t>
                      </a:r>
                    </a:p>
                  </a:txBody>
                  <a:tcPr/>
                </a:tc>
                <a:tc>
                  <a:txBody>
                    <a:bodyPr/>
                    <a:lstStyle/>
                    <a:p>
                      <a:r>
                        <a:rPr lang="en-IN" b="0" dirty="0"/>
                        <a:t>20153</a:t>
                      </a:r>
                    </a:p>
                  </a:txBody>
                  <a:tcPr/>
                </a:tc>
                <a:tc>
                  <a:txBody>
                    <a:bodyPr/>
                    <a:lstStyle/>
                    <a:p>
                      <a:endParaRPr lang="en-IN" b="0" dirty="0"/>
                    </a:p>
                  </a:txBody>
                  <a:tcPr/>
                </a:tc>
                <a:extLst>
                  <a:ext uri="{0D108BD9-81ED-4DB2-BD59-A6C34878D82A}">
                    <a16:rowId xmlns:a16="http://schemas.microsoft.com/office/drawing/2014/main" val="2799190320"/>
                  </a:ext>
                </a:extLst>
              </a:tr>
              <a:tr h="370840">
                <a:tc>
                  <a:txBody>
                    <a:bodyPr/>
                    <a:lstStyle/>
                    <a:p>
                      <a:r>
                        <a:rPr lang="en-US" b="1" dirty="0"/>
                        <a:t>RE/TA</a:t>
                      </a:r>
                    </a:p>
                  </a:txBody>
                  <a:tcPr/>
                </a:tc>
                <a:tc>
                  <a:txBody>
                    <a:bodyPr/>
                    <a:lstStyle/>
                    <a:p>
                      <a:r>
                        <a:rPr lang="en-IN" b="0" dirty="0"/>
                        <a:t>0.62</a:t>
                      </a:r>
                    </a:p>
                  </a:txBody>
                  <a:tcPr/>
                </a:tc>
                <a:tc>
                  <a:txBody>
                    <a:bodyPr/>
                    <a:lstStyle/>
                    <a:p>
                      <a:r>
                        <a:rPr lang="en-IN" b="0" dirty="0"/>
                        <a:t>0.65</a:t>
                      </a:r>
                    </a:p>
                  </a:txBody>
                  <a:tcPr/>
                </a:tc>
                <a:tc>
                  <a:txBody>
                    <a:bodyPr/>
                    <a:lstStyle/>
                    <a:p>
                      <a:r>
                        <a:rPr lang="en-IN" b="0" dirty="0"/>
                        <a:t>0.69</a:t>
                      </a:r>
                    </a:p>
                  </a:txBody>
                  <a:tcPr/>
                </a:tc>
                <a:tc>
                  <a:txBody>
                    <a:bodyPr/>
                    <a:lstStyle/>
                    <a:p>
                      <a:r>
                        <a:rPr lang="en-IN" b="0" dirty="0"/>
                        <a:t>0.69</a:t>
                      </a:r>
                    </a:p>
                  </a:txBody>
                  <a:tcPr/>
                </a:tc>
                <a:tc>
                  <a:txBody>
                    <a:bodyPr/>
                    <a:lstStyle/>
                    <a:p>
                      <a:r>
                        <a:rPr lang="en-IN" b="0" dirty="0"/>
                        <a:t>0.69</a:t>
                      </a:r>
                    </a:p>
                  </a:txBody>
                  <a:tcPr/>
                </a:tc>
                <a:tc>
                  <a:txBody>
                    <a:bodyPr/>
                    <a:lstStyle/>
                    <a:p>
                      <a:r>
                        <a:rPr lang="en-IN" b="0" dirty="0"/>
                        <a:t>0.40</a:t>
                      </a:r>
                    </a:p>
                  </a:txBody>
                  <a:tcPr/>
                </a:tc>
                <a:tc>
                  <a:txBody>
                    <a:bodyPr/>
                    <a:lstStyle/>
                    <a:p>
                      <a:r>
                        <a:rPr lang="en-IN" b="0" dirty="0"/>
                        <a:t>0.62</a:t>
                      </a:r>
                    </a:p>
                  </a:txBody>
                  <a:tcPr/>
                </a:tc>
                <a:extLst>
                  <a:ext uri="{0D108BD9-81ED-4DB2-BD59-A6C34878D82A}">
                    <a16:rowId xmlns:a16="http://schemas.microsoft.com/office/drawing/2014/main" val="1775985502"/>
                  </a:ext>
                </a:extLst>
              </a:tr>
              <a:tr h="370840">
                <a:tc>
                  <a:txBody>
                    <a:bodyPr/>
                    <a:lstStyle/>
                    <a:p>
                      <a:r>
                        <a:rPr lang="en-US" b="1" dirty="0"/>
                        <a:t>1.4 (RE/TA)</a:t>
                      </a:r>
                    </a:p>
                  </a:txBody>
                  <a:tcPr/>
                </a:tc>
                <a:tc>
                  <a:txBody>
                    <a:bodyPr/>
                    <a:lstStyle/>
                    <a:p>
                      <a:r>
                        <a:rPr lang="en-IN" b="1" dirty="0"/>
                        <a:t>0.87</a:t>
                      </a:r>
                    </a:p>
                  </a:txBody>
                  <a:tcPr/>
                </a:tc>
                <a:tc>
                  <a:txBody>
                    <a:bodyPr/>
                    <a:lstStyle/>
                    <a:p>
                      <a:r>
                        <a:rPr lang="en-IN" b="1" dirty="0"/>
                        <a:t>0.91</a:t>
                      </a:r>
                    </a:p>
                  </a:txBody>
                  <a:tcPr/>
                </a:tc>
                <a:tc>
                  <a:txBody>
                    <a:bodyPr/>
                    <a:lstStyle/>
                    <a:p>
                      <a:r>
                        <a:rPr lang="en-IN" b="1" dirty="0"/>
                        <a:t>0.97</a:t>
                      </a:r>
                    </a:p>
                  </a:txBody>
                  <a:tcPr/>
                </a:tc>
                <a:tc>
                  <a:txBody>
                    <a:bodyPr/>
                    <a:lstStyle/>
                    <a:p>
                      <a:r>
                        <a:rPr lang="en-IN" b="1" dirty="0"/>
                        <a:t>0.97</a:t>
                      </a:r>
                    </a:p>
                  </a:txBody>
                  <a:tcPr/>
                </a:tc>
                <a:tc>
                  <a:txBody>
                    <a:bodyPr/>
                    <a:lstStyle/>
                    <a:p>
                      <a:r>
                        <a:rPr lang="en-IN" b="1" dirty="0"/>
                        <a:t>0.97</a:t>
                      </a:r>
                    </a:p>
                  </a:txBody>
                  <a:tcPr/>
                </a:tc>
                <a:tc>
                  <a:txBody>
                    <a:bodyPr/>
                    <a:lstStyle/>
                    <a:p>
                      <a:r>
                        <a:rPr lang="en-IN" b="0" dirty="0"/>
                        <a:t>0.56</a:t>
                      </a:r>
                    </a:p>
                  </a:txBody>
                  <a:tcPr/>
                </a:tc>
                <a:tc>
                  <a:txBody>
                    <a:bodyPr/>
                    <a:lstStyle/>
                    <a:p>
                      <a:r>
                        <a:rPr lang="en-IN" b="1" dirty="0">
                          <a:highlight>
                            <a:srgbClr val="FFFF00"/>
                          </a:highlight>
                        </a:rPr>
                        <a:t>0.94</a:t>
                      </a:r>
                    </a:p>
                  </a:txBody>
                  <a:tcPr/>
                </a:tc>
                <a:extLst>
                  <a:ext uri="{0D108BD9-81ED-4DB2-BD59-A6C34878D82A}">
                    <a16:rowId xmlns:a16="http://schemas.microsoft.com/office/drawing/2014/main" val="2505796396"/>
                  </a:ext>
                </a:extLst>
              </a:tr>
            </a:tbl>
          </a:graphicData>
        </a:graphic>
      </p:graphicFrame>
    </p:spTree>
    <p:extLst>
      <p:ext uri="{BB962C8B-B14F-4D97-AF65-F5344CB8AC3E}">
        <p14:creationId xmlns:p14="http://schemas.microsoft.com/office/powerpoint/2010/main" val="3367881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430A6-3812-4062-9BCA-451F5FB5876F}"/>
              </a:ext>
            </a:extLst>
          </p:cNvPr>
          <p:cNvSpPr>
            <a:spLocks noGrp="1"/>
          </p:cNvSpPr>
          <p:nvPr>
            <p:ph type="title"/>
          </p:nvPr>
        </p:nvSpPr>
        <p:spPr/>
        <p:txBody>
          <a:bodyPr>
            <a:normAutofit/>
          </a:bodyPr>
          <a:lstStyle/>
          <a:p>
            <a:pPr algn="ctr"/>
            <a:r>
              <a:rPr lang="en-US" sz="4000" b="1" dirty="0"/>
              <a:t>Z score –EBIT/TA </a:t>
            </a:r>
            <a:r>
              <a:rPr lang="en-US" sz="4000" dirty="0"/>
              <a:t>– HUL – Last 5 </a:t>
            </a:r>
            <a:r>
              <a:rPr lang="en-US" sz="4000" dirty="0" err="1"/>
              <a:t>Fys</a:t>
            </a:r>
            <a:endParaRPr lang="en-IN" sz="4000" dirty="0"/>
          </a:p>
        </p:txBody>
      </p:sp>
      <p:sp>
        <p:nvSpPr>
          <p:cNvPr id="3" name="Content Placeholder 2">
            <a:extLst>
              <a:ext uri="{FF2B5EF4-FFF2-40B4-BE49-F238E27FC236}">
                <a16:creationId xmlns:a16="http://schemas.microsoft.com/office/drawing/2014/main" id="{CABB4490-7AA1-4F7B-A7FF-C715B066B07F}"/>
              </a:ext>
            </a:extLst>
          </p:cNvPr>
          <p:cNvSpPr>
            <a:spLocks noGrp="1"/>
          </p:cNvSpPr>
          <p:nvPr>
            <p:ph idx="1"/>
          </p:nvPr>
        </p:nvSpPr>
        <p:spPr/>
        <p:txBody>
          <a:bodyPr/>
          <a:lstStyle/>
          <a:p>
            <a:endParaRPr lang="en-IN" dirty="0"/>
          </a:p>
        </p:txBody>
      </p:sp>
      <p:graphicFrame>
        <p:nvGraphicFramePr>
          <p:cNvPr id="4" name="Table 4">
            <a:extLst>
              <a:ext uri="{FF2B5EF4-FFF2-40B4-BE49-F238E27FC236}">
                <a16:creationId xmlns:a16="http://schemas.microsoft.com/office/drawing/2014/main" id="{D691F337-85AD-4313-A636-CC78E321E918}"/>
              </a:ext>
            </a:extLst>
          </p:cNvPr>
          <p:cNvGraphicFramePr>
            <a:graphicFrameLocks/>
          </p:cNvGraphicFramePr>
          <p:nvPr/>
        </p:nvGraphicFramePr>
        <p:xfrm>
          <a:off x="838200" y="1825625"/>
          <a:ext cx="10515600" cy="2392680"/>
        </p:xfrm>
        <a:graphic>
          <a:graphicData uri="http://schemas.openxmlformats.org/drawingml/2006/table">
            <a:tbl>
              <a:tblPr firstRow="1" bandRow="1">
                <a:tableStyleId>{21E4AEA4-8DFA-4A89-87EB-49C32662AFE0}</a:tableStyleId>
              </a:tblPr>
              <a:tblGrid>
                <a:gridCol w="1314450">
                  <a:extLst>
                    <a:ext uri="{9D8B030D-6E8A-4147-A177-3AD203B41FA5}">
                      <a16:colId xmlns:a16="http://schemas.microsoft.com/office/drawing/2014/main" val="3403792412"/>
                    </a:ext>
                  </a:extLst>
                </a:gridCol>
                <a:gridCol w="1314450">
                  <a:extLst>
                    <a:ext uri="{9D8B030D-6E8A-4147-A177-3AD203B41FA5}">
                      <a16:colId xmlns:a16="http://schemas.microsoft.com/office/drawing/2014/main" val="1323928238"/>
                    </a:ext>
                  </a:extLst>
                </a:gridCol>
                <a:gridCol w="1314450">
                  <a:extLst>
                    <a:ext uri="{9D8B030D-6E8A-4147-A177-3AD203B41FA5}">
                      <a16:colId xmlns:a16="http://schemas.microsoft.com/office/drawing/2014/main" val="796793320"/>
                    </a:ext>
                  </a:extLst>
                </a:gridCol>
                <a:gridCol w="1314450">
                  <a:extLst>
                    <a:ext uri="{9D8B030D-6E8A-4147-A177-3AD203B41FA5}">
                      <a16:colId xmlns:a16="http://schemas.microsoft.com/office/drawing/2014/main" val="2929787704"/>
                    </a:ext>
                  </a:extLst>
                </a:gridCol>
                <a:gridCol w="1314450">
                  <a:extLst>
                    <a:ext uri="{9D8B030D-6E8A-4147-A177-3AD203B41FA5}">
                      <a16:colId xmlns:a16="http://schemas.microsoft.com/office/drawing/2014/main" val="2884300378"/>
                    </a:ext>
                  </a:extLst>
                </a:gridCol>
                <a:gridCol w="1314450">
                  <a:extLst>
                    <a:ext uri="{9D8B030D-6E8A-4147-A177-3AD203B41FA5}">
                      <a16:colId xmlns:a16="http://schemas.microsoft.com/office/drawing/2014/main" val="783594773"/>
                    </a:ext>
                  </a:extLst>
                </a:gridCol>
                <a:gridCol w="1314450">
                  <a:extLst>
                    <a:ext uri="{9D8B030D-6E8A-4147-A177-3AD203B41FA5}">
                      <a16:colId xmlns:a16="http://schemas.microsoft.com/office/drawing/2014/main" val="3333496656"/>
                    </a:ext>
                  </a:extLst>
                </a:gridCol>
                <a:gridCol w="1314450">
                  <a:extLst>
                    <a:ext uri="{9D8B030D-6E8A-4147-A177-3AD203B41FA5}">
                      <a16:colId xmlns:a16="http://schemas.microsoft.com/office/drawing/2014/main" val="3714586674"/>
                    </a:ext>
                  </a:extLst>
                </a:gridCol>
              </a:tblGrid>
              <a:tr h="37084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2024</a:t>
                      </a:r>
                    </a:p>
                  </a:txBody>
                  <a:tcPr/>
                </a:tc>
                <a:tc>
                  <a:txBody>
                    <a:bodyPr/>
                    <a:lstStyle/>
                    <a:p>
                      <a:r>
                        <a:rPr lang="en-IN" dirty="0"/>
                        <a:t>2023</a:t>
                      </a:r>
                    </a:p>
                  </a:txBody>
                  <a:tcPr/>
                </a:tc>
                <a:tc>
                  <a:txBody>
                    <a:bodyPr/>
                    <a:lstStyle/>
                    <a:p>
                      <a:r>
                        <a:rPr lang="en-US" dirty="0"/>
                        <a:t>2022</a:t>
                      </a:r>
                      <a:endParaRPr lang="en-IN" dirty="0"/>
                    </a:p>
                  </a:txBody>
                  <a:tcPr/>
                </a:tc>
                <a:tc>
                  <a:txBody>
                    <a:bodyPr/>
                    <a:lstStyle/>
                    <a:p>
                      <a:r>
                        <a:rPr lang="en-US" dirty="0"/>
                        <a:t>2021</a:t>
                      </a:r>
                      <a:endParaRPr lang="en-IN" dirty="0"/>
                    </a:p>
                  </a:txBody>
                  <a:tcPr/>
                </a:tc>
                <a:tc>
                  <a:txBody>
                    <a:bodyPr/>
                    <a:lstStyle/>
                    <a:p>
                      <a:r>
                        <a:rPr lang="en-US" dirty="0"/>
                        <a:t>2020</a:t>
                      </a:r>
                      <a:endParaRPr lang="en-IN" dirty="0"/>
                    </a:p>
                  </a:txBody>
                  <a:tcPr/>
                </a:tc>
                <a:tc>
                  <a:txBody>
                    <a:bodyPr/>
                    <a:lstStyle/>
                    <a:p>
                      <a:r>
                        <a:rPr lang="en-IN" dirty="0"/>
                        <a:t>5 Year Average </a:t>
                      </a:r>
                    </a:p>
                  </a:txBody>
                  <a:tcPr/>
                </a:tc>
                <a:extLst>
                  <a:ext uri="{0D108BD9-81ED-4DB2-BD59-A6C34878D82A}">
                    <a16:rowId xmlns:a16="http://schemas.microsoft.com/office/drawing/2014/main" val="2036340585"/>
                  </a:ext>
                </a:extLst>
              </a:tr>
              <a:tr h="370840">
                <a:tc>
                  <a:txBody>
                    <a:bodyPr/>
                    <a:lstStyle/>
                    <a:p>
                      <a:r>
                        <a:rPr lang="en-US" b="1" dirty="0"/>
                        <a:t>EBIT</a:t>
                      </a:r>
                    </a:p>
                  </a:txBody>
                  <a:tcPr/>
                </a:tc>
                <a:tc>
                  <a:txBody>
                    <a:bodyPr/>
                    <a:lstStyle/>
                    <a:p>
                      <a:r>
                        <a:rPr lang="en-IN" b="1" dirty="0"/>
                        <a:t>12663</a:t>
                      </a:r>
                    </a:p>
                  </a:txBody>
                  <a:tcPr/>
                </a:tc>
                <a:tc>
                  <a:txBody>
                    <a:bodyPr/>
                    <a:lstStyle/>
                    <a:p>
                      <a:r>
                        <a:rPr lang="en-IN" b="1" dirty="0"/>
                        <a:t>12517</a:t>
                      </a:r>
                    </a:p>
                  </a:txBody>
                  <a:tcPr/>
                </a:tc>
                <a:tc>
                  <a:txBody>
                    <a:bodyPr/>
                    <a:lstStyle/>
                    <a:p>
                      <a:r>
                        <a:rPr lang="en-IN" b="1" dirty="0"/>
                        <a:t>11981</a:t>
                      </a:r>
                    </a:p>
                  </a:txBody>
                  <a:tcPr/>
                </a:tc>
                <a:tc>
                  <a:txBody>
                    <a:bodyPr/>
                    <a:lstStyle/>
                    <a:p>
                      <a:r>
                        <a:rPr lang="en-IN" b="1" dirty="0"/>
                        <a:t>10868</a:t>
                      </a:r>
                    </a:p>
                  </a:txBody>
                  <a:tcPr/>
                </a:tc>
                <a:tc>
                  <a:txBody>
                    <a:bodyPr/>
                    <a:lstStyle/>
                    <a:p>
                      <a:r>
                        <a:rPr lang="en-IN" b="1" dirty="0"/>
                        <a:t>9845</a:t>
                      </a:r>
                    </a:p>
                  </a:txBody>
                  <a:tcPr/>
                </a:tc>
                <a:tc>
                  <a:txBody>
                    <a:bodyPr/>
                    <a:lstStyle/>
                    <a:p>
                      <a:r>
                        <a:rPr lang="en-IN" b="0" dirty="0"/>
                        <a:t>8314</a:t>
                      </a:r>
                    </a:p>
                  </a:txBody>
                  <a:tcPr/>
                </a:tc>
                <a:tc>
                  <a:txBody>
                    <a:bodyPr/>
                    <a:lstStyle/>
                    <a:p>
                      <a:endParaRPr lang="en-IN" b="1" dirty="0"/>
                    </a:p>
                  </a:txBody>
                  <a:tcPr/>
                </a:tc>
                <a:extLst>
                  <a:ext uri="{0D108BD9-81ED-4DB2-BD59-A6C34878D82A}">
                    <a16:rowId xmlns:a16="http://schemas.microsoft.com/office/drawing/2014/main" val="2876592805"/>
                  </a:ext>
                </a:extLst>
              </a:tr>
              <a:tr h="370840">
                <a:tc>
                  <a:txBody>
                    <a:bodyPr/>
                    <a:lstStyle/>
                    <a:p>
                      <a:r>
                        <a:rPr lang="en-US" b="1" dirty="0"/>
                        <a:t>TA</a:t>
                      </a:r>
                    </a:p>
                  </a:txBody>
                  <a:tcPr/>
                </a:tc>
                <a:tc>
                  <a:txBody>
                    <a:bodyPr/>
                    <a:lstStyle/>
                    <a:p>
                      <a:r>
                        <a:rPr lang="en-IN" b="0" dirty="0"/>
                        <a:t>79880</a:t>
                      </a:r>
                    </a:p>
                  </a:txBody>
                  <a:tcPr/>
                </a:tc>
                <a:tc>
                  <a:txBody>
                    <a:bodyPr/>
                    <a:lstStyle/>
                    <a:p>
                      <a:r>
                        <a:rPr lang="en-IN" b="0" dirty="0"/>
                        <a:t>78499</a:t>
                      </a:r>
                    </a:p>
                  </a:txBody>
                  <a:tcPr/>
                </a:tc>
                <a:tc>
                  <a:txBody>
                    <a:bodyPr/>
                    <a:lstStyle/>
                    <a:p>
                      <a:r>
                        <a:rPr lang="en-IN" b="0" dirty="0"/>
                        <a:t>73087</a:t>
                      </a:r>
                    </a:p>
                  </a:txBody>
                  <a:tcPr/>
                </a:tc>
                <a:tc>
                  <a:txBody>
                    <a:bodyPr/>
                    <a:lstStyle/>
                    <a:p>
                      <a:r>
                        <a:rPr lang="en-IN" b="0" dirty="0"/>
                        <a:t>70517</a:t>
                      </a:r>
                    </a:p>
                  </a:txBody>
                  <a:tcPr/>
                </a:tc>
                <a:tc>
                  <a:txBody>
                    <a:bodyPr/>
                    <a:lstStyle/>
                    <a:p>
                      <a:r>
                        <a:rPr lang="en-IN" b="0" dirty="0"/>
                        <a:t>68757</a:t>
                      </a:r>
                    </a:p>
                  </a:txBody>
                  <a:tcPr/>
                </a:tc>
                <a:tc>
                  <a:txBody>
                    <a:bodyPr/>
                    <a:lstStyle/>
                    <a:p>
                      <a:r>
                        <a:rPr lang="en-IN" b="0" dirty="0"/>
                        <a:t>20153</a:t>
                      </a:r>
                    </a:p>
                  </a:txBody>
                  <a:tcPr/>
                </a:tc>
                <a:tc>
                  <a:txBody>
                    <a:bodyPr/>
                    <a:lstStyle/>
                    <a:p>
                      <a:endParaRPr lang="en-IN" b="0" dirty="0"/>
                    </a:p>
                  </a:txBody>
                  <a:tcPr/>
                </a:tc>
                <a:extLst>
                  <a:ext uri="{0D108BD9-81ED-4DB2-BD59-A6C34878D82A}">
                    <a16:rowId xmlns:a16="http://schemas.microsoft.com/office/drawing/2014/main" val="2799190320"/>
                  </a:ext>
                </a:extLst>
              </a:tr>
              <a:tr h="370840">
                <a:tc>
                  <a:txBody>
                    <a:bodyPr/>
                    <a:lstStyle/>
                    <a:p>
                      <a:r>
                        <a:rPr lang="en-US" b="1" dirty="0"/>
                        <a:t>EBIT/TA</a:t>
                      </a:r>
                    </a:p>
                  </a:txBody>
                  <a:tcPr/>
                </a:tc>
                <a:tc>
                  <a:txBody>
                    <a:bodyPr/>
                    <a:lstStyle/>
                    <a:p>
                      <a:r>
                        <a:rPr lang="en-IN" b="0" dirty="0"/>
                        <a:t>0.16</a:t>
                      </a:r>
                    </a:p>
                  </a:txBody>
                  <a:tcPr/>
                </a:tc>
                <a:tc>
                  <a:txBody>
                    <a:bodyPr/>
                    <a:lstStyle/>
                    <a:p>
                      <a:r>
                        <a:rPr lang="en-IN" b="0" dirty="0"/>
                        <a:t>0.16</a:t>
                      </a:r>
                    </a:p>
                  </a:txBody>
                  <a:tcPr/>
                </a:tc>
                <a:tc>
                  <a:txBody>
                    <a:bodyPr/>
                    <a:lstStyle/>
                    <a:p>
                      <a:r>
                        <a:rPr lang="en-IN" b="0" dirty="0"/>
                        <a:t>0.16</a:t>
                      </a:r>
                    </a:p>
                  </a:txBody>
                  <a:tcPr/>
                </a:tc>
                <a:tc>
                  <a:txBody>
                    <a:bodyPr/>
                    <a:lstStyle/>
                    <a:p>
                      <a:r>
                        <a:rPr lang="en-IN" b="0" dirty="0"/>
                        <a:t>0.15</a:t>
                      </a:r>
                    </a:p>
                  </a:txBody>
                  <a:tcPr/>
                </a:tc>
                <a:tc>
                  <a:txBody>
                    <a:bodyPr/>
                    <a:lstStyle/>
                    <a:p>
                      <a:r>
                        <a:rPr lang="en-IN" b="0" dirty="0"/>
                        <a:t>0.14</a:t>
                      </a:r>
                    </a:p>
                  </a:txBody>
                  <a:tcPr/>
                </a:tc>
                <a:tc>
                  <a:txBody>
                    <a:bodyPr/>
                    <a:lstStyle/>
                    <a:p>
                      <a:r>
                        <a:rPr lang="en-IN" b="0" dirty="0"/>
                        <a:t>0.41</a:t>
                      </a:r>
                    </a:p>
                  </a:txBody>
                  <a:tcPr/>
                </a:tc>
                <a:tc>
                  <a:txBody>
                    <a:bodyPr/>
                    <a:lstStyle/>
                    <a:p>
                      <a:endParaRPr lang="en-IN" b="0" dirty="0"/>
                    </a:p>
                  </a:txBody>
                  <a:tcPr/>
                </a:tc>
                <a:extLst>
                  <a:ext uri="{0D108BD9-81ED-4DB2-BD59-A6C34878D82A}">
                    <a16:rowId xmlns:a16="http://schemas.microsoft.com/office/drawing/2014/main" val="1775985502"/>
                  </a:ext>
                </a:extLst>
              </a:tr>
              <a:tr h="370840">
                <a:tc>
                  <a:txBody>
                    <a:bodyPr/>
                    <a:lstStyle/>
                    <a:p>
                      <a:r>
                        <a:rPr lang="en-US" b="1" dirty="0"/>
                        <a:t>3.3 (EBIT/TA)</a:t>
                      </a:r>
                    </a:p>
                  </a:txBody>
                  <a:tcPr/>
                </a:tc>
                <a:tc>
                  <a:txBody>
                    <a:bodyPr/>
                    <a:lstStyle/>
                    <a:p>
                      <a:r>
                        <a:rPr lang="en-IN" b="1" dirty="0"/>
                        <a:t>0.53</a:t>
                      </a:r>
                    </a:p>
                  </a:txBody>
                  <a:tcPr/>
                </a:tc>
                <a:tc>
                  <a:txBody>
                    <a:bodyPr/>
                    <a:lstStyle/>
                    <a:p>
                      <a:r>
                        <a:rPr lang="en-IN" b="1" dirty="0"/>
                        <a:t>0.53</a:t>
                      </a:r>
                    </a:p>
                  </a:txBody>
                  <a:tcPr/>
                </a:tc>
                <a:tc>
                  <a:txBody>
                    <a:bodyPr/>
                    <a:lstStyle/>
                    <a:p>
                      <a:r>
                        <a:rPr lang="en-IN" b="1" dirty="0"/>
                        <a:t>0.53</a:t>
                      </a:r>
                    </a:p>
                  </a:txBody>
                  <a:tcPr/>
                </a:tc>
                <a:tc>
                  <a:txBody>
                    <a:bodyPr/>
                    <a:lstStyle/>
                    <a:p>
                      <a:r>
                        <a:rPr lang="en-IN" b="1" dirty="0"/>
                        <a:t>0.50</a:t>
                      </a:r>
                    </a:p>
                  </a:txBody>
                  <a:tcPr/>
                </a:tc>
                <a:tc>
                  <a:txBody>
                    <a:bodyPr/>
                    <a:lstStyle/>
                    <a:p>
                      <a:r>
                        <a:rPr lang="en-IN" b="1" dirty="0"/>
                        <a:t>0.46</a:t>
                      </a:r>
                    </a:p>
                  </a:txBody>
                  <a:tcPr/>
                </a:tc>
                <a:tc>
                  <a:txBody>
                    <a:bodyPr/>
                    <a:lstStyle/>
                    <a:p>
                      <a:r>
                        <a:rPr lang="en-IN" b="0" dirty="0"/>
                        <a:t>1.35</a:t>
                      </a:r>
                    </a:p>
                  </a:txBody>
                  <a:tcPr/>
                </a:tc>
                <a:tc>
                  <a:txBody>
                    <a:bodyPr/>
                    <a:lstStyle/>
                    <a:p>
                      <a:r>
                        <a:rPr lang="en-IN" b="1" dirty="0">
                          <a:highlight>
                            <a:srgbClr val="FFFF00"/>
                          </a:highlight>
                        </a:rPr>
                        <a:t>0.51</a:t>
                      </a:r>
                    </a:p>
                  </a:txBody>
                  <a:tcPr/>
                </a:tc>
                <a:extLst>
                  <a:ext uri="{0D108BD9-81ED-4DB2-BD59-A6C34878D82A}">
                    <a16:rowId xmlns:a16="http://schemas.microsoft.com/office/drawing/2014/main" val="2505796396"/>
                  </a:ext>
                </a:extLst>
              </a:tr>
            </a:tbl>
          </a:graphicData>
        </a:graphic>
      </p:graphicFrame>
    </p:spTree>
    <p:extLst>
      <p:ext uri="{BB962C8B-B14F-4D97-AF65-F5344CB8AC3E}">
        <p14:creationId xmlns:p14="http://schemas.microsoft.com/office/powerpoint/2010/main" val="19123401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BC596-29F8-4418-404A-BA20B1A6CD41}"/>
              </a:ext>
            </a:extLst>
          </p:cNvPr>
          <p:cNvSpPr>
            <a:spLocks noGrp="1"/>
          </p:cNvSpPr>
          <p:nvPr>
            <p:ph type="title"/>
          </p:nvPr>
        </p:nvSpPr>
        <p:spPr/>
        <p:txBody>
          <a:bodyPr/>
          <a:lstStyle/>
          <a:p>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Z score –MV of Equity / BV of Debt </a:t>
            </a:r>
            <a:r>
              <a:rPr kumimoji="0" lang="en-US" sz="4000" b="0" i="0" u="none" strike="noStrike" kern="1200" cap="none" spc="0" normalizeH="0" baseline="0" noProof="0" dirty="0">
                <a:ln>
                  <a:noFill/>
                </a:ln>
                <a:solidFill>
                  <a:prstClr val="black"/>
                </a:solidFill>
                <a:effectLst/>
                <a:uLnTx/>
                <a:uFillTx/>
                <a:latin typeface="Calibri Light" panose="020F0302020204030204"/>
                <a:ea typeface="+mj-ea"/>
                <a:cs typeface="+mj-cs"/>
              </a:rPr>
              <a:t>– HUL – Last 5 </a:t>
            </a:r>
            <a:r>
              <a:rPr kumimoji="0" lang="en-US" sz="4000" b="0" i="0" u="none" strike="noStrike" kern="1200" cap="none" spc="0" normalizeH="0" baseline="0" noProof="0" dirty="0" err="1">
                <a:ln>
                  <a:noFill/>
                </a:ln>
                <a:solidFill>
                  <a:prstClr val="black"/>
                </a:solidFill>
                <a:effectLst/>
                <a:uLnTx/>
                <a:uFillTx/>
                <a:latin typeface="Calibri Light" panose="020F0302020204030204"/>
                <a:ea typeface="+mj-ea"/>
                <a:cs typeface="+mj-cs"/>
              </a:rPr>
              <a:t>Fys</a:t>
            </a:r>
            <a:endParaRPr lang="en-US" dirty="0"/>
          </a:p>
        </p:txBody>
      </p:sp>
      <p:sp>
        <p:nvSpPr>
          <p:cNvPr id="3" name="Content Placeholder 2">
            <a:extLst>
              <a:ext uri="{FF2B5EF4-FFF2-40B4-BE49-F238E27FC236}">
                <a16:creationId xmlns:a16="http://schemas.microsoft.com/office/drawing/2014/main" id="{312D169B-C74F-35FC-2529-5A61BA61831D}"/>
              </a:ext>
            </a:extLst>
          </p:cNvPr>
          <p:cNvSpPr>
            <a:spLocks noGrp="1"/>
          </p:cNvSpPr>
          <p:nvPr>
            <p:ph idx="1"/>
          </p:nvPr>
        </p:nvSpPr>
        <p:spPr/>
        <p:txBody>
          <a:bodyPr>
            <a:normAutofit lnSpcReduction="10000"/>
          </a:bodyPr>
          <a:lstStyle/>
          <a:p>
            <a:r>
              <a:rPr lang="en-US" b="1" dirty="0"/>
              <a:t>MV of Equity </a:t>
            </a:r>
            <a:r>
              <a:rPr lang="en-US" dirty="0"/>
              <a:t>= PE ratio on that date * Reported Profit for the period </a:t>
            </a:r>
          </a:p>
          <a:p>
            <a:r>
              <a:rPr lang="en-US" b="1" dirty="0"/>
              <a:t>PE Ratio Data </a:t>
            </a:r>
            <a:r>
              <a:rPr lang="en-US" dirty="0"/>
              <a:t>( Financials- Consolidated Ratios- Consolidated Valuation Ratios)</a:t>
            </a:r>
          </a:p>
          <a:p>
            <a:pPr marL="0" indent="0">
              <a:buNone/>
            </a:pPr>
            <a:r>
              <a:rPr lang="en-US" u="sng" dirty="0"/>
              <a:t>On 31-March-2025</a:t>
            </a:r>
            <a:r>
              <a:rPr lang="en-US" dirty="0"/>
              <a:t>: 49.84 times</a:t>
            </a:r>
          </a:p>
          <a:p>
            <a:pPr marL="0" indent="0">
              <a:buNone/>
            </a:pPr>
            <a:r>
              <a:rPr lang="en-US" u="sng" dirty="0"/>
              <a:t>On 31-March -2024 </a:t>
            </a:r>
            <a:r>
              <a:rPr lang="en-US" dirty="0"/>
              <a:t>: 51.77 times</a:t>
            </a:r>
          </a:p>
          <a:p>
            <a:pPr marL="0" indent="0">
              <a:buNone/>
            </a:pPr>
            <a:r>
              <a:rPr lang="en-US" u="sng" dirty="0"/>
              <a:t>On 31- March-2023 </a:t>
            </a:r>
            <a:r>
              <a:rPr lang="en-US" dirty="0"/>
              <a:t>: 59.45 times</a:t>
            </a:r>
          </a:p>
          <a:p>
            <a:pPr marL="0" indent="0">
              <a:buNone/>
            </a:pPr>
            <a:r>
              <a:rPr lang="en-US" u="sng" dirty="0"/>
              <a:t>On 31- March-2022 </a:t>
            </a:r>
            <a:r>
              <a:rPr lang="en-US" dirty="0"/>
              <a:t>: 54.21 times</a:t>
            </a:r>
          </a:p>
          <a:p>
            <a:pPr marL="0" indent="0">
              <a:buNone/>
            </a:pPr>
            <a:r>
              <a:rPr lang="en-US" u="sng" dirty="0"/>
              <a:t>On 31-March- 2021 </a:t>
            </a:r>
            <a:r>
              <a:rPr lang="en-US" dirty="0"/>
              <a:t>: 71.45 times</a:t>
            </a:r>
          </a:p>
          <a:p>
            <a:pPr marL="0" indent="0">
              <a:buNone/>
            </a:pPr>
            <a:r>
              <a:rPr lang="en-US" u="sng" dirty="0"/>
              <a:t>On 31-March- 2020 </a:t>
            </a:r>
            <a:r>
              <a:rPr lang="en-US" dirty="0"/>
              <a:t>: 73.74 times</a:t>
            </a:r>
          </a:p>
        </p:txBody>
      </p:sp>
    </p:spTree>
    <p:extLst>
      <p:ext uri="{BB962C8B-B14F-4D97-AF65-F5344CB8AC3E}">
        <p14:creationId xmlns:p14="http://schemas.microsoft.com/office/powerpoint/2010/main" val="16799673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430A6-3812-4062-9BCA-451F5FB5876F}"/>
              </a:ext>
            </a:extLst>
          </p:cNvPr>
          <p:cNvSpPr>
            <a:spLocks noGrp="1"/>
          </p:cNvSpPr>
          <p:nvPr>
            <p:ph type="title"/>
          </p:nvPr>
        </p:nvSpPr>
        <p:spPr/>
        <p:txBody>
          <a:bodyPr>
            <a:normAutofit/>
          </a:bodyPr>
          <a:lstStyle/>
          <a:p>
            <a:pPr algn="ctr"/>
            <a:r>
              <a:rPr lang="en-US" sz="4000" b="1" dirty="0"/>
              <a:t>Z score –MV of Eq /BV of Debt </a:t>
            </a:r>
            <a:r>
              <a:rPr lang="en-US" sz="4000" dirty="0"/>
              <a:t>– HUL – Last 5 </a:t>
            </a:r>
            <a:r>
              <a:rPr lang="en-US" sz="4000" dirty="0" err="1"/>
              <a:t>Fys</a:t>
            </a:r>
            <a:endParaRPr lang="en-IN" sz="4000" dirty="0"/>
          </a:p>
        </p:txBody>
      </p:sp>
      <p:sp>
        <p:nvSpPr>
          <p:cNvPr id="3" name="Content Placeholder 2">
            <a:extLst>
              <a:ext uri="{FF2B5EF4-FFF2-40B4-BE49-F238E27FC236}">
                <a16:creationId xmlns:a16="http://schemas.microsoft.com/office/drawing/2014/main" id="{CABB4490-7AA1-4F7B-A7FF-C715B066B07F}"/>
              </a:ext>
            </a:extLst>
          </p:cNvPr>
          <p:cNvSpPr>
            <a:spLocks noGrp="1"/>
          </p:cNvSpPr>
          <p:nvPr>
            <p:ph idx="1"/>
          </p:nvPr>
        </p:nvSpPr>
        <p:spPr/>
        <p:txBody>
          <a:bodyPr/>
          <a:lstStyle/>
          <a:p>
            <a:endParaRPr lang="en-IN" dirty="0"/>
          </a:p>
        </p:txBody>
      </p:sp>
      <p:graphicFrame>
        <p:nvGraphicFramePr>
          <p:cNvPr id="4" name="Table 4">
            <a:extLst>
              <a:ext uri="{FF2B5EF4-FFF2-40B4-BE49-F238E27FC236}">
                <a16:creationId xmlns:a16="http://schemas.microsoft.com/office/drawing/2014/main" id="{D691F337-85AD-4313-A636-CC78E321E918}"/>
              </a:ext>
            </a:extLst>
          </p:cNvPr>
          <p:cNvGraphicFramePr>
            <a:graphicFrameLocks/>
          </p:cNvGraphicFramePr>
          <p:nvPr/>
        </p:nvGraphicFramePr>
        <p:xfrm>
          <a:off x="838200" y="1825625"/>
          <a:ext cx="10515600" cy="4851400"/>
        </p:xfrm>
        <a:graphic>
          <a:graphicData uri="http://schemas.openxmlformats.org/drawingml/2006/table">
            <a:tbl>
              <a:tblPr firstRow="1" bandRow="1">
                <a:tableStyleId>{F5AB1C69-6EDB-4FF4-983F-18BD219EF322}</a:tableStyleId>
              </a:tblPr>
              <a:tblGrid>
                <a:gridCol w="1314450">
                  <a:extLst>
                    <a:ext uri="{9D8B030D-6E8A-4147-A177-3AD203B41FA5}">
                      <a16:colId xmlns:a16="http://schemas.microsoft.com/office/drawing/2014/main" val="3403792412"/>
                    </a:ext>
                  </a:extLst>
                </a:gridCol>
                <a:gridCol w="1314450">
                  <a:extLst>
                    <a:ext uri="{9D8B030D-6E8A-4147-A177-3AD203B41FA5}">
                      <a16:colId xmlns:a16="http://schemas.microsoft.com/office/drawing/2014/main" val="1323928238"/>
                    </a:ext>
                  </a:extLst>
                </a:gridCol>
                <a:gridCol w="1314450">
                  <a:extLst>
                    <a:ext uri="{9D8B030D-6E8A-4147-A177-3AD203B41FA5}">
                      <a16:colId xmlns:a16="http://schemas.microsoft.com/office/drawing/2014/main" val="2977122309"/>
                    </a:ext>
                  </a:extLst>
                </a:gridCol>
                <a:gridCol w="1314450">
                  <a:extLst>
                    <a:ext uri="{9D8B030D-6E8A-4147-A177-3AD203B41FA5}">
                      <a16:colId xmlns:a16="http://schemas.microsoft.com/office/drawing/2014/main" val="2929787704"/>
                    </a:ext>
                  </a:extLst>
                </a:gridCol>
                <a:gridCol w="1314450">
                  <a:extLst>
                    <a:ext uri="{9D8B030D-6E8A-4147-A177-3AD203B41FA5}">
                      <a16:colId xmlns:a16="http://schemas.microsoft.com/office/drawing/2014/main" val="2884300378"/>
                    </a:ext>
                  </a:extLst>
                </a:gridCol>
                <a:gridCol w="1314450">
                  <a:extLst>
                    <a:ext uri="{9D8B030D-6E8A-4147-A177-3AD203B41FA5}">
                      <a16:colId xmlns:a16="http://schemas.microsoft.com/office/drawing/2014/main" val="783594773"/>
                    </a:ext>
                  </a:extLst>
                </a:gridCol>
                <a:gridCol w="1314450">
                  <a:extLst>
                    <a:ext uri="{9D8B030D-6E8A-4147-A177-3AD203B41FA5}">
                      <a16:colId xmlns:a16="http://schemas.microsoft.com/office/drawing/2014/main" val="3333496656"/>
                    </a:ext>
                  </a:extLst>
                </a:gridCol>
                <a:gridCol w="1314450">
                  <a:extLst>
                    <a:ext uri="{9D8B030D-6E8A-4147-A177-3AD203B41FA5}">
                      <a16:colId xmlns:a16="http://schemas.microsoft.com/office/drawing/2014/main" val="3878448828"/>
                    </a:ext>
                  </a:extLst>
                </a:gridCol>
              </a:tblGrid>
              <a:tr h="37084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2024</a:t>
                      </a:r>
                    </a:p>
                  </a:txBody>
                  <a:tcPr/>
                </a:tc>
                <a:tc>
                  <a:txBody>
                    <a:bodyPr/>
                    <a:lstStyle/>
                    <a:p>
                      <a:r>
                        <a:rPr lang="en-IN" dirty="0"/>
                        <a:t>2023</a:t>
                      </a:r>
                    </a:p>
                  </a:txBody>
                  <a:tcPr/>
                </a:tc>
                <a:tc>
                  <a:txBody>
                    <a:bodyPr/>
                    <a:lstStyle/>
                    <a:p>
                      <a:r>
                        <a:rPr lang="en-US" dirty="0"/>
                        <a:t>2022</a:t>
                      </a:r>
                      <a:endParaRPr lang="en-IN" dirty="0"/>
                    </a:p>
                  </a:txBody>
                  <a:tcPr/>
                </a:tc>
                <a:tc>
                  <a:txBody>
                    <a:bodyPr/>
                    <a:lstStyle/>
                    <a:p>
                      <a:r>
                        <a:rPr lang="en-US" dirty="0"/>
                        <a:t>2021</a:t>
                      </a:r>
                      <a:endParaRPr lang="en-IN" dirty="0"/>
                    </a:p>
                  </a:txBody>
                  <a:tcPr/>
                </a:tc>
                <a:tc>
                  <a:txBody>
                    <a:bodyPr/>
                    <a:lstStyle/>
                    <a:p>
                      <a:r>
                        <a:rPr lang="en-US" dirty="0"/>
                        <a:t>2020</a:t>
                      </a:r>
                      <a:endParaRPr lang="en-IN" dirty="0"/>
                    </a:p>
                  </a:txBody>
                  <a:tcPr/>
                </a:tc>
                <a:tc>
                  <a:txBody>
                    <a:bodyPr/>
                    <a:lstStyle/>
                    <a:p>
                      <a:r>
                        <a:rPr lang="en-IN" dirty="0"/>
                        <a:t>5 year Average </a:t>
                      </a:r>
                    </a:p>
                  </a:txBody>
                  <a:tcPr/>
                </a:tc>
                <a:extLst>
                  <a:ext uri="{0D108BD9-81ED-4DB2-BD59-A6C34878D82A}">
                    <a16:rowId xmlns:a16="http://schemas.microsoft.com/office/drawing/2014/main" val="2036340585"/>
                  </a:ext>
                </a:extLst>
              </a:tr>
              <a:tr h="370840">
                <a:tc>
                  <a:txBody>
                    <a:bodyPr/>
                    <a:lstStyle/>
                    <a:p>
                      <a:r>
                        <a:rPr lang="en-US" b="1" dirty="0"/>
                        <a:t>MV of Equity</a:t>
                      </a:r>
                    </a:p>
                    <a:p>
                      <a:r>
                        <a:rPr lang="en-US" b="1" dirty="0"/>
                        <a:t>(= P/E  *reported Profit for the period)</a:t>
                      </a:r>
                    </a:p>
                  </a:txBody>
                  <a:tcPr/>
                </a:tc>
                <a:tc>
                  <a:txBody>
                    <a:bodyPr/>
                    <a:lstStyle/>
                    <a:p>
                      <a:r>
                        <a:rPr lang="en-IN" b="0" dirty="0"/>
                        <a:t>49.84 *10679</a:t>
                      </a:r>
                    </a:p>
                    <a:p>
                      <a:r>
                        <a:rPr lang="en-IN" b="0" dirty="0"/>
                        <a:t>= 5,32,241</a:t>
                      </a:r>
                    </a:p>
                  </a:txBody>
                  <a:tcPr/>
                </a:tc>
                <a:tc>
                  <a:txBody>
                    <a:bodyPr/>
                    <a:lstStyle/>
                    <a:p>
                      <a:r>
                        <a:rPr lang="en-IN" b="0" dirty="0"/>
                        <a:t>51.77</a:t>
                      </a:r>
                    </a:p>
                    <a:p>
                      <a:r>
                        <a:rPr lang="en-IN" b="0" dirty="0"/>
                        <a:t>*10286</a:t>
                      </a:r>
                    </a:p>
                    <a:p>
                      <a:r>
                        <a:rPr lang="en-IN" b="0" dirty="0"/>
                        <a:t>= 5,32,506</a:t>
                      </a:r>
                    </a:p>
                  </a:txBody>
                  <a:tcPr/>
                </a:tc>
                <a:tc>
                  <a:txBody>
                    <a:bodyPr/>
                    <a:lstStyle/>
                    <a:p>
                      <a:r>
                        <a:rPr lang="en-IN" b="0" dirty="0"/>
                        <a:t>59.45</a:t>
                      </a:r>
                    </a:p>
                    <a:p>
                      <a:r>
                        <a:rPr lang="en-IN" b="0" dirty="0"/>
                        <a:t>*10144</a:t>
                      </a:r>
                    </a:p>
                    <a:p>
                      <a:r>
                        <a:rPr lang="en-IN" b="0" dirty="0"/>
                        <a:t>= 6,03,061</a:t>
                      </a:r>
                    </a:p>
                  </a:txBody>
                  <a:tcPr/>
                </a:tc>
                <a:tc>
                  <a:txBody>
                    <a:bodyPr/>
                    <a:lstStyle/>
                    <a:p>
                      <a:r>
                        <a:rPr lang="en-IN" b="0" dirty="0"/>
                        <a:t>54.21 *8892</a:t>
                      </a:r>
                    </a:p>
                    <a:p>
                      <a:r>
                        <a:rPr lang="en-IN" b="0" dirty="0"/>
                        <a:t>= 482035</a:t>
                      </a:r>
                    </a:p>
                  </a:txBody>
                  <a:tcPr/>
                </a:tc>
                <a:tc>
                  <a:txBody>
                    <a:bodyPr/>
                    <a:lstStyle/>
                    <a:p>
                      <a:r>
                        <a:rPr lang="en-IN" b="0" dirty="0"/>
                        <a:t>71.45 *7999</a:t>
                      </a:r>
                    </a:p>
                    <a:p>
                      <a:r>
                        <a:rPr lang="en-IN" b="0" dirty="0"/>
                        <a:t>= 571529</a:t>
                      </a:r>
                    </a:p>
                  </a:txBody>
                  <a:tcPr/>
                </a:tc>
                <a:tc>
                  <a:txBody>
                    <a:bodyPr/>
                    <a:lstStyle/>
                    <a:p>
                      <a:r>
                        <a:rPr lang="en-IN" b="0" dirty="0"/>
                        <a:t>73.74 * 6756</a:t>
                      </a:r>
                    </a:p>
                    <a:p>
                      <a:r>
                        <a:rPr lang="en-IN" b="0" dirty="0"/>
                        <a:t>= 498187</a:t>
                      </a:r>
                    </a:p>
                  </a:txBody>
                  <a:tcPr/>
                </a:tc>
                <a:tc>
                  <a:txBody>
                    <a:bodyPr/>
                    <a:lstStyle/>
                    <a:p>
                      <a:endParaRPr lang="en-IN" b="0" dirty="0"/>
                    </a:p>
                  </a:txBody>
                  <a:tcPr/>
                </a:tc>
                <a:extLst>
                  <a:ext uri="{0D108BD9-81ED-4DB2-BD59-A6C34878D82A}">
                    <a16:rowId xmlns:a16="http://schemas.microsoft.com/office/drawing/2014/main" val="2876592805"/>
                  </a:ext>
                </a:extLst>
              </a:tr>
              <a:tr h="370840">
                <a:tc>
                  <a:txBody>
                    <a:bodyPr/>
                    <a:lstStyle/>
                    <a:p>
                      <a:r>
                        <a:rPr lang="en-US" b="1" dirty="0"/>
                        <a:t>BV of Debt</a:t>
                      </a:r>
                    </a:p>
                  </a:txBody>
                  <a:tcPr/>
                </a:tc>
                <a:tc>
                  <a:txBody>
                    <a:bodyPr/>
                    <a:lstStyle/>
                    <a:p>
                      <a:r>
                        <a:rPr lang="en-IN" b="0" dirty="0"/>
                        <a:t>1</a:t>
                      </a:r>
                    </a:p>
                  </a:txBody>
                  <a:tcPr/>
                </a:tc>
                <a:tc>
                  <a:txBody>
                    <a:bodyPr/>
                    <a:lstStyle/>
                    <a:p>
                      <a:r>
                        <a:rPr lang="en-IN" b="0" dirty="0"/>
                        <a:t>13</a:t>
                      </a:r>
                    </a:p>
                  </a:txBody>
                  <a:tcPr/>
                </a:tc>
                <a:tc>
                  <a:txBody>
                    <a:bodyPr/>
                    <a:lstStyle/>
                    <a:p>
                      <a:r>
                        <a:rPr lang="en-IN" b="0" dirty="0"/>
                        <a:t>98</a:t>
                      </a:r>
                    </a:p>
                  </a:txBody>
                  <a:tcPr/>
                </a:tc>
                <a:tc>
                  <a:txBody>
                    <a:bodyPr/>
                    <a:lstStyle/>
                    <a:p>
                      <a:r>
                        <a:rPr lang="en-IN" b="0" dirty="0"/>
                        <a:t>0</a:t>
                      </a:r>
                    </a:p>
                  </a:txBody>
                  <a:tcPr/>
                </a:tc>
                <a:tc>
                  <a:txBody>
                    <a:bodyPr/>
                    <a:lstStyle/>
                    <a:p>
                      <a:r>
                        <a:rPr lang="en-IN" b="0" dirty="0"/>
                        <a:t>0</a:t>
                      </a:r>
                    </a:p>
                  </a:txBody>
                  <a:tcPr/>
                </a:tc>
                <a:tc>
                  <a:txBody>
                    <a:bodyPr/>
                    <a:lstStyle/>
                    <a:p>
                      <a:r>
                        <a:rPr lang="en-IN" b="0" dirty="0"/>
                        <a:t>0</a:t>
                      </a:r>
                    </a:p>
                  </a:txBody>
                  <a:tcPr/>
                </a:tc>
                <a:tc>
                  <a:txBody>
                    <a:bodyPr/>
                    <a:lstStyle/>
                    <a:p>
                      <a:endParaRPr lang="en-IN" b="0" dirty="0"/>
                    </a:p>
                  </a:txBody>
                  <a:tcPr/>
                </a:tc>
                <a:extLst>
                  <a:ext uri="{0D108BD9-81ED-4DB2-BD59-A6C34878D82A}">
                    <a16:rowId xmlns:a16="http://schemas.microsoft.com/office/drawing/2014/main" val="2799190320"/>
                  </a:ext>
                </a:extLst>
              </a:tr>
              <a:tr h="370840">
                <a:tc>
                  <a:txBody>
                    <a:bodyPr/>
                    <a:lstStyle/>
                    <a:p>
                      <a:r>
                        <a:rPr lang="en-US" b="1" dirty="0"/>
                        <a:t>MV of Eq/BV of Debt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532241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40962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6154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NM</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a:ln>
                            <a:noFill/>
                          </a:ln>
                          <a:solidFill>
                            <a:prstClr val="black"/>
                          </a:solidFill>
                          <a:effectLst/>
                          <a:uLnTx/>
                          <a:uFillTx/>
                          <a:latin typeface="Calibri" panose="020F0502020204030204"/>
                          <a:ea typeface="+mn-ea"/>
                          <a:cs typeface="+mn-cs"/>
                        </a:rPr>
                        <a:t>NM</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NM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extLst>
                  <a:ext uri="{0D108BD9-81ED-4DB2-BD59-A6C34878D82A}">
                    <a16:rowId xmlns:a16="http://schemas.microsoft.com/office/drawing/2014/main" val="1775985502"/>
                  </a:ext>
                </a:extLst>
              </a:tr>
              <a:tr h="370840">
                <a:tc>
                  <a:txBody>
                    <a:bodyPr/>
                    <a:lstStyle/>
                    <a:p>
                      <a:r>
                        <a:rPr lang="en-US" b="1" dirty="0"/>
                        <a:t>0.6</a:t>
                      </a:r>
                    </a:p>
                    <a:p>
                      <a:r>
                        <a:rPr lang="en-US" b="1" dirty="0"/>
                        <a:t>(MV of Eq / BV of Debt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319345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24577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3692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NM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NM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NM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a:txBody>
                  <a:tcPr/>
                </a:tc>
                <a:extLst>
                  <a:ext uri="{0D108BD9-81ED-4DB2-BD59-A6C34878D82A}">
                    <a16:rowId xmlns:a16="http://schemas.microsoft.com/office/drawing/2014/main" val="2505796396"/>
                  </a:ext>
                </a:extLst>
              </a:tr>
            </a:tbl>
          </a:graphicData>
        </a:graphic>
      </p:graphicFrame>
    </p:spTree>
    <p:extLst>
      <p:ext uri="{BB962C8B-B14F-4D97-AF65-F5344CB8AC3E}">
        <p14:creationId xmlns:p14="http://schemas.microsoft.com/office/powerpoint/2010/main" val="33413584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430A6-3812-4062-9BCA-451F5FB5876F}"/>
              </a:ext>
            </a:extLst>
          </p:cNvPr>
          <p:cNvSpPr>
            <a:spLocks noGrp="1"/>
          </p:cNvSpPr>
          <p:nvPr>
            <p:ph type="title"/>
          </p:nvPr>
        </p:nvSpPr>
        <p:spPr/>
        <p:txBody>
          <a:bodyPr>
            <a:normAutofit/>
          </a:bodyPr>
          <a:lstStyle/>
          <a:p>
            <a:pPr algn="ctr"/>
            <a:r>
              <a:rPr lang="en-US" sz="4000" b="1" dirty="0"/>
              <a:t>Z score –Sales/TA </a:t>
            </a:r>
            <a:r>
              <a:rPr lang="en-US" sz="4000" dirty="0"/>
              <a:t>– HUL – Last 5 </a:t>
            </a:r>
            <a:r>
              <a:rPr lang="en-US" sz="4000" dirty="0" err="1"/>
              <a:t>Fys</a:t>
            </a:r>
            <a:endParaRPr lang="en-IN" sz="4000" dirty="0"/>
          </a:p>
        </p:txBody>
      </p:sp>
      <p:sp>
        <p:nvSpPr>
          <p:cNvPr id="3" name="Content Placeholder 2">
            <a:extLst>
              <a:ext uri="{FF2B5EF4-FFF2-40B4-BE49-F238E27FC236}">
                <a16:creationId xmlns:a16="http://schemas.microsoft.com/office/drawing/2014/main" id="{CABB4490-7AA1-4F7B-A7FF-C715B066B07F}"/>
              </a:ext>
            </a:extLst>
          </p:cNvPr>
          <p:cNvSpPr>
            <a:spLocks noGrp="1"/>
          </p:cNvSpPr>
          <p:nvPr>
            <p:ph idx="1"/>
          </p:nvPr>
        </p:nvSpPr>
        <p:spPr/>
        <p:txBody>
          <a:bodyPr/>
          <a:lstStyle/>
          <a:p>
            <a:endParaRPr lang="en-IN" dirty="0"/>
          </a:p>
        </p:txBody>
      </p:sp>
      <p:graphicFrame>
        <p:nvGraphicFramePr>
          <p:cNvPr id="4" name="Table 4">
            <a:extLst>
              <a:ext uri="{FF2B5EF4-FFF2-40B4-BE49-F238E27FC236}">
                <a16:creationId xmlns:a16="http://schemas.microsoft.com/office/drawing/2014/main" id="{D691F337-85AD-4313-A636-CC78E321E918}"/>
              </a:ext>
            </a:extLst>
          </p:cNvPr>
          <p:cNvGraphicFramePr>
            <a:graphicFrameLocks/>
          </p:cNvGraphicFramePr>
          <p:nvPr/>
        </p:nvGraphicFramePr>
        <p:xfrm>
          <a:off x="821531" y="1825625"/>
          <a:ext cx="10532269" cy="2936240"/>
        </p:xfrm>
        <a:graphic>
          <a:graphicData uri="http://schemas.openxmlformats.org/drawingml/2006/table">
            <a:tbl>
              <a:tblPr firstRow="1" bandRow="1">
                <a:tableStyleId>{93296810-A885-4BE3-A3E7-6D5BEEA58F35}</a:tableStyleId>
              </a:tblPr>
              <a:tblGrid>
                <a:gridCol w="1331119">
                  <a:extLst>
                    <a:ext uri="{9D8B030D-6E8A-4147-A177-3AD203B41FA5}">
                      <a16:colId xmlns:a16="http://schemas.microsoft.com/office/drawing/2014/main" val="3403792412"/>
                    </a:ext>
                  </a:extLst>
                </a:gridCol>
                <a:gridCol w="1314450">
                  <a:extLst>
                    <a:ext uri="{9D8B030D-6E8A-4147-A177-3AD203B41FA5}">
                      <a16:colId xmlns:a16="http://schemas.microsoft.com/office/drawing/2014/main" val="1323928238"/>
                    </a:ext>
                  </a:extLst>
                </a:gridCol>
                <a:gridCol w="1314450">
                  <a:extLst>
                    <a:ext uri="{9D8B030D-6E8A-4147-A177-3AD203B41FA5}">
                      <a16:colId xmlns:a16="http://schemas.microsoft.com/office/drawing/2014/main" val="905496878"/>
                    </a:ext>
                  </a:extLst>
                </a:gridCol>
                <a:gridCol w="1314450">
                  <a:extLst>
                    <a:ext uri="{9D8B030D-6E8A-4147-A177-3AD203B41FA5}">
                      <a16:colId xmlns:a16="http://schemas.microsoft.com/office/drawing/2014/main" val="2929787704"/>
                    </a:ext>
                  </a:extLst>
                </a:gridCol>
                <a:gridCol w="1314450">
                  <a:extLst>
                    <a:ext uri="{9D8B030D-6E8A-4147-A177-3AD203B41FA5}">
                      <a16:colId xmlns:a16="http://schemas.microsoft.com/office/drawing/2014/main" val="2884300378"/>
                    </a:ext>
                  </a:extLst>
                </a:gridCol>
                <a:gridCol w="1314450">
                  <a:extLst>
                    <a:ext uri="{9D8B030D-6E8A-4147-A177-3AD203B41FA5}">
                      <a16:colId xmlns:a16="http://schemas.microsoft.com/office/drawing/2014/main" val="783594773"/>
                    </a:ext>
                  </a:extLst>
                </a:gridCol>
                <a:gridCol w="1314450">
                  <a:extLst>
                    <a:ext uri="{9D8B030D-6E8A-4147-A177-3AD203B41FA5}">
                      <a16:colId xmlns:a16="http://schemas.microsoft.com/office/drawing/2014/main" val="3333496656"/>
                    </a:ext>
                  </a:extLst>
                </a:gridCol>
                <a:gridCol w="1314450">
                  <a:extLst>
                    <a:ext uri="{9D8B030D-6E8A-4147-A177-3AD203B41FA5}">
                      <a16:colId xmlns:a16="http://schemas.microsoft.com/office/drawing/2014/main" val="1164999810"/>
                    </a:ext>
                  </a:extLst>
                </a:gridCol>
              </a:tblGrid>
              <a:tr h="37084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 2024</a:t>
                      </a:r>
                    </a:p>
                  </a:txBody>
                  <a:tcPr/>
                </a:tc>
                <a:tc>
                  <a:txBody>
                    <a:bodyPr/>
                    <a:lstStyle/>
                    <a:p>
                      <a:r>
                        <a:rPr lang="en-IN" dirty="0"/>
                        <a:t>2023</a:t>
                      </a:r>
                    </a:p>
                  </a:txBody>
                  <a:tcPr/>
                </a:tc>
                <a:tc>
                  <a:txBody>
                    <a:bodyPr/>
                    <a:lstStyle/>
                    <a:p>
                      <a:r>
                        <a:rPr lang="en-US" dirty="0"/>
                        <a:t>2022</a:t>
                      </a:r>
                      <a:endParaRPr lang="en-IN" dirty="0"/>
                    </a:p>
                  </a:txBody>
                  <a:tcPr/>
                </a:tc>
                <a:tc>
                  <a:txBody>
                    <a:bodyPr/>
                    <a:lstStyle/>
                    <a:p>
                      <a:r>
                        <a:rPr lang="en-US" dirty="0"/>
                        <a:t>2021</a:t>
                      </a:r>
                      <a:endParaRPr lang="en-IN" dirty="0"/>
                    </a:p>
                  </a:txBody>
                  <a:tcPr/>
                </a:tc>
                <a:tc>
                  <a:txBody>
                    <a:bodyPr/>
                    <a:lstStyle/>
                    <a:p>
                      <a:r>
                        <a:rPr lang="en-US" dirty="0"/>
                        <a:t>2020</a:t>
                      </a:r>
                      <a:endParaRPr lang="en-IN" dirty="0"/>
                    </a:p>
                  </a:txBody>
                  <a:tcPr/>
                </a:tc>
                <a:tc>
                  <a:txBody>
                    <a:bodyPr/>
                    <a:lstStyle/>
                    <a:p>
                      <a:r>
                        <a:rPr lang="en-IN" dirty="0"/>
                        <a:t>5 year Average </a:t>
                      </a:r>
                    </a:p>
                  </a:txBody>
                  <a:tcPr/>
                </a:tc>
                <a:extLst>
                  <a:ext uri="{0D108BD9-81ED-4DB2-BD59-A6C34878D82A}">
                    <a16:rowId xmlns:a16="http://schemas.microsoft.com/office/drawing/2014/main" val="2036340585"/>
                  </a:ext>
                </a:extLst>
              </a:tr>
              <a:tr h="370840">
                <a:tc>
                  <a:txBody>
                    <a:bodyPr/>
                    <a:lstStyle/>
                    <a:p>
                      <a:r>
                        <a:rPr lang="en-US" b="1" dirty="0"/>
                        <a:t>Sales(Net Operating Revenue)</a:t>
                      </a:r>
                    </a:p>
                  </a:txBody>
                  <a:tcPr/>
                </a:tc>
                <a:tc>
                  <a:txBody>
                    <a:bodyPr/>
                    <a:lstStyle/>
                    <a:p>
                      <a:r>
                        <a:rPr lang="en-IN" b="1" dirty="0"/>
                        <a:t>62288</a:t>
                      </a:r>
                    </a:p>
                  </a:txBody>
                  <a:tcPr/>
                </a:tc>
                <a:tc>
                  <a:txBody>
                    <a:bodyPr/>
                    <a:lstStyle/>
                    <a:p>
                      <a:r>
                        <a:rPr lang="en-IN" b="1" dirty="0"/>
                        <a:t>60966</a:t>
                      </a:r>
                    </a:p>
                  </a:txBody>
                  <a:tcPr/>
                </a:tc>
                <a:tc>
                  <a:txBody>
                    <a:bodyPr/>
                    <a:lstStyle/>
                    <a:p>
                      <a:r>
                        <a:rPr lang="en-IN" b="1" dirty="0"/>
                        <a:t>59549</a:t>
                      </a:r>
                    </a:p>
                  </a:txBody>
                  <a:tcPr/>
                </a:tc>
                <a:tc>
                  <a:txBody>
                    <a:bodyPr/>
                    <a:lstStyle/>
                    <a:p>
                      <a:r>
                        <a:rPr lang="en-IN" b="1" dirty="0"/>
                        <a:t>51548</a:t>
                      </a:r>
                    </a:p>
                  </a:txBody>
                  <a:tcPr/>
                </a:tc>
                <a:tc>
                  <a:txBody>
                    <a:bodyPr/>
                    <a:lstStyle/>
                    <a:p>
                      <a:r>
                        <a:rPr lang="en-IN" b="1" dirty="0"/>
                        <a:t>46321</a:t>
                      </a:r>
                    </a:p>
                  </a:txBody>
                  <a:tcPr/>
                </a:tc>
                <a:tc>
                  <a:txBody>
                    <a:bodyPr/>
                    <a:lstStyle/>
                    <a:p>
                      <a:r>
                        <a:rPr lang="en-IN" b="0" dirty="0"/>
                        <a:t>39238</a:t>
                      </a:r>
                    </a:p>
                  </a:txBody>
                  <a:tcPr/>
                </a:tc>
                <a:tc>
                  <a:txBody>
                    <a:bodyPr/>
                    <a:lstStyle/>
                    <a:p>
                      <a:endParaRPr lang="en-IN" b="1" dirty="0"/>
                    </a:p>
                  </a:txBody>
                  <a:tcPr/>
                </a:tc>
                <a:extLst>
                  <a:ext uri="{0D108BD9-81ED-4DB2-BD59-A6C34878D82A}">
                    <a16:rowId xmlns:a16="http://schemas.microsoft.com/office/drawing/2014/main" val="2876592805"/>
                  </a:ext>
                </a:extLst>
              </a:tr>
              <a:tr h="370840">
                <a:tc>
                  <a:txBody>
                    <a:bodyPr/>
                    <a:lstStyle/>
                    <a:p>
                      <a:r>
                        <a:rPr lang="en-US" b="1" dirty="0"/>
                        <a:t>TA</a:t>
                      </a:r>
                    </a:p>
                  </a:txBody>
                  <a:tcPr/>
                </a:tc>
                <a:tc>
                  <a:txBody>
                    <a:bodyPr/>
                    <a:lstStyle/>
                    <a:p>
                      <a:r>
                        <a:rPr lang="en-IN" b="0" dirty="0"/>
                        <a:t>79880</a:t>
                      </a:r>
                    </a:p>
                  </a:txBody>
                  <a:tcPr/>
                </a:tc>
                <a:tc>
                  <a:txBody>
                    <a:bodyPr/>
                    <a:lstStyle/>
                    <a:p>
                      <a:r>
                        <a:rPr lang="en-IN" b="0" dirty="0"/>
                        <a:t>78499</a:t>
                      </a:r>
                    </a:p>
                  </a:txBody>
                  <a:tcPr/>
                </a:tc>
                <a:tc>
                  <a:txBody>
                    <a:bodyPr/>
                    <a:lstStyle/>
                    <a:p>
                      <a:r>
                        <a:rPr lang="en-IN" b="0" dirty="0"/>
                        <a:t>73087</a:t>
                      </a:r>
                    </a:p>
                  </a:txBody>
                  <a:tcPr/>
                </a:tc>
                <a:tc>
                  <a:txBody>
                    <a:bodyPr/>
                    <a:lstStyle/>
                    <a:p>
                      <a:r>
                        <a:rPr lang="en-IN" b="0" dirty="0"/>
                        <a:t>70517</a:t>
                      </a:r>
                    </a:p>
                  </a:txBody>
                  <a:tcPr/>
                </a:tc>
                <a:tc>
                  <a:txBody>
                    <a:bodyPr/>
                    <a:lstStyle/>
                    <a:p>
                      <a:r>
                        <a:rPr lang="en-IN" b="0" dirty="0"/>
                        <a:t>68757</a:t>
                      </a:r>
                    </a:p>
                  </a:txBody>
                  <a:tcPr/>
                </a:tc>
                <a:tc>
                  <a:txBody>
                    <a:bodyPr/>
                    <a:lstStyle/>
                    <a:p>
                      <a:r>
                        <a:rPr lang="en-IN" b="0" dirty="0"/>
                        <a:t>20153</a:t>
                      </a:r>
                    </a:p>
                  </a:txBody>
                  <a:tcPr/>
                </a:tc>
                <a:tc>
                  <a:txBody>
                    <a:bodyPr/>
                    <a:lstStyle/>
                    <a:p>
                      <a:endParaRPr lang="en-IN" b="0" dirty="0"/>
                    </a:p>
                  </a:txBody>
                  <a:tcPr/>
                </a:tc>
                <a:extLst>
                  <a:ext uri="{0D108BD9-81ED-4DB2-BD59-A6C34878D82A}">
                    <a16:rowId xmlns:a16="http://schemas.microsoft.com/office/drawing/2014/main" val="2799190320"/>
                  </a:ext>
                </a:extLst>
              </a:tr>
              <a:tr h="370840">
                <a:tc>
                  <a:txBody>
                    <a:bodyPr/>
                    <a:lstStyle/>
                    <a:p>
                      <a:r>
                        <a:rPr lang="en-US" b="1" dirty="0"/>
                        <a:t>Sales/TA</a:t>
                      </a:r>
                    </a:p>
                  </a:txBody>
                  <a:tcPr/>
                </a:tc>
                <a:tc>
                  <a:txBody>
                    <a:bodyPr/>
                    <a:lstStyle/>
                    <a:p>
                      <a:r>
                        <a:rPr lang="en-IN" b="1" dirty="0"/>
                        <a:t>0.78</a:t>
                      </a:r>
                    </a:p>
                  </a:txBody>
                  <a:tcPr/>
                </a:tc>
                <a:tc>
                  <a:txBody>
                    <a:bodyPr/>
                    <a:lstStyle/>
                    <a:p>
                      <a:r>
                        <a:rPr lang="en-IN" b="1" dirty="0"/>
                        <a:t>0.78</a:t>
                      </a:r>
                    </a:p>
                  </a:txBody>
                  <a:tcPr/>
                </a:tc>
                <a:tc>
                  <a:txBody>
                    <a:bodyPr/>
                    <a:lstStyle/>
                    <a:p>
                      <a:r>
                        <a:rPr lang="en-IN" b="1" dirty="0"/>
                        <a:t>0.81</a:t>
                      </a:r>
                    </a:p>
                  </a:txBody>
                  <a:tcPr/>
                </a:tc>
                <a:tc>
                  <a:txBody>
                    <a:bodyPr/>
                    <a:lstStyle/>
                    <a:p>
                      <a:r>
                        <a:rPr lang="en-IN" b="1" dirty="0"/>
                        <a:t>0.73</a:t>
                      </a:r>
                    </a:p>
                  </a:txBody>
                  <a:tcPr/>
                </a:tc>
                <a:tc>
                  <a:txBody>
                    <a:bodyPr/>
                    <a:lstStyle/>
                    <a:p>
                      <a:r>
                        <a:rPr lang="en-IN" b="1" dirty="0"/>
                        <a:t>0.67</a:t>
                      </a:r>
                    </a:p>
                  </a:txBody>
                  <a:tcPr/>
                </a:tc>
                <a:tc>
                  <a:txBody>
                    <a:bodyPr/>
                    <a:lstStyle/>
                    <a:p>
                      <a:r>
                        <a:rPr lang="en-IN" b="0" dirty="0"/>
                        <a:t>1.95</a:t>
                      </a:r>
                    </a:p>
                  </a:txBody>
                  <a:tcPr/>
                </a:tc>
                <a:tc>
                  <a:txBody>
                    <a:bodyPr/>
                    <a:lstStyle/>
                    <a:p>
                      <a:r>
                        <a:rPr lang="en-IN" b="1" dirty="0"/>
                        <a:t>0.99</a:t>
                      </a:r>
                    </a:p>
                  </a:txBody>
                  <a:tcPr/>
                </a:tc>
                <a:extLst>
                  <a:ext uri="{0D108BD9-81ED-4DB2-BD59-A6C34878D82A}">
                    <a16:rowId xmlns:a16="http://schemas.microsoft.com/office/drawing/2014/main" val="1775985502"/>
                  </a:ext>
                </a:extLst>
              </a:tr>
              <a:tr h="370840">
                <a:tc>
                  <a:txBody>
                    <a:bodyPr/>
                    <a:lstStyle/>
                    <a:p>
                      <a:r>
                        <a:rPr lang="en-US" b="1" dirty="0"/>
                        <a:t>0.999 ( Sales/TA)</a:t>
                      </a:r>
                    </a:p>
                  </a:txBody>
                  <a:tcPr/>
                </a:tc>
                <a:tc>
                  <a:txBody>
                    <a:bodyPr/>
                    <a:lstStyle/>
                    <a:p>
                      <a:r>
                        <a:rPr lang="en-IN" b="1" dirty="0"/>
                        <a:t>0.78</a:t>
                      </a:r>
                    </a:p>
                  </a:txBody>
                  <a:tcPr/>
                </a:tc>
                <a:tc>
                  <a:txBody>
                    <a:bodyPr/>
                    <a:lstStyle/>
                    <a:p>
                      <a:r>
                        <a:rPr lang="en-IN" b="1" dirty="0"/>
                        <a:t>0.78</a:t>
                      </a:r>
                    </a:p>
                  </a:txBody>
                  <a:tcPr/>
                </a:tc>
                <a:tc>
                  <a:txBody>
                    <a:bodyPr/>
                    <a:lstStyle/>
                    <a:p>
                      <a:r>
                        <a:rPr lang="en-IN" b="1" dirty="0"/>
                        <a:t>0.81</a:t>
                      </a:r>
                    </a:p>
                  </a:txBody>
                  <a:tcPr/>
                </a:tc>
                <a:tc>
                  <a:txBody>
                    <a:bodyPr/>
                    <a:lstStyle/>
                    <a:p>
                      <a:r>
                        <a:rPr lang="en-IN" b="1" dirty="0"/>
                        <a:t>0.73</a:t>
                      </a:r>
                    </a:p>
                  </a:txBody>
                  <a:tcPr/>
                </a:tc>
                <a:tc>
                  <a:txBody>
                    <a:bodyPr/>
                    <a:lstStyle/>
                    <a:p>
                      <a:r>
                        <a:rPr lang="en-IN" b="1" dirty="0"/>
                        <a:t>0.67</a:t>
                      </a:r>
                    </a:p>
                  </a:txBody>
                  <a:tcPr/>
                </a:tc>
                <a:tc>
                  <a:txBody>
                    <a:bodyPr/>
                    <a:lstStyle/>
                    <a:p>
                      <a:r>
                        <a:rPr lang="en-IN" b="0" dirty="0"/>
                        <a:t>1.95</a:t>
                      </a:r>
                    </a:p>
                  </a:txBody>
                  <a:tcPr/>
                </a:tc>
                <a:tc>
                  <a:txBody>
                    <a:bodyPr/>
                    <a:lstStyle/>
                    <a:p>
                      <a:r>
                        <a:rPr lang="en-IN" b="1" dirty="0">
                          <a:highlight>
                            <a:srgbClr val="FFFF00"/>
                          </a:highlight>
                        </a:rPr>
                        <a:t>0.75</a:t>
                      </a:r>
                    </a:p>
                  </a:txBody>
                  <a:tcPr/>
                </a:tc>
                <a:extLst>
                  <a:ext uri="{0D108BD9-81ED-4DB2-BD59-A6C34878D82A}">
                    <a16:rowId xmlns:a16="http://schemas.microsoft.com/office/drawing/2014/main" val="2505796396"/>
                  </a:ext>
                </a:extLst>
              </a:tr>
            </a:tbl>
          </a:graphicData>
        </a:graphic>
      </p:graphicFrame>
    </p:spTree>
    <p:extLst>
      <p:ext uri="{BB962C8B-B14F-4D97-AF65-F5344CB8AC3E}">
        <p14:creationId xmlns:p14="http://schemas.microsoft.com/office/powerpoint/2010/main" val="23135970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78095-81CC-40E1-8B32-436B4C65E964}"/>
              </a:ext>
            </a:extLst>
          </p:cNvPr>
          <p:cNvSpPr>
            <a:spLocks noGrp="1"/>
          </p:cNvSpPr>
          <p:nvPr>
            <p:ph type="title"/>
          </p:nvPr>
        </p:nvSpPr>
        <p:spPr/>
        <p:txBody>
          <a:bodyPr/>
          <a:lstStyle/>
          <a:p>
            <a:pPr algn="ctr"/>
            <a:r>
              <a:rPr lang="en-US" dirty="0"/>
              <a:t> </a:t>
            </a:r>
            <a:r>
              <a:rPr lang="en-US" b="1" dirty="0"/>
              <a:t>Inference based on Z score </a:t>
            </a:r>
            <a:endParaRPr lang="en-IN" b="1" dirty="0"/>
          </a:p>
        </p:txBody>
      </p:sp>
      <p:sp>
        <p:nvSpPr>
          <p:cNvPr id="3" name="Content Placeholder 2">
            <a:extLst>
              <a:ext uri="{FF2B5EF4-FFF2-40B4-BE49-F238E27FC236}">
                <a16:creationId xmlns:a16="http://schemas.microsoft.com/office/drawing/2014/main" id="{2AF514F3-11E6-4CB8-BE4E-CF3DDD132D32}"/>
              </a:ext>
            </a:extLst>
          </p:cNvPr>
          <p:cNvSpPr>
            <a:spLocks noGrp="1"/>
          </p:cNvSpPr>
          <p:nvPr>
            <p:ph idx="1"/>
          </p:nvPr>
        </p:nvSpPr>
        <p:spPr/>
        <p:txBody>
          <a:bodyPr/>
          <a:lstStyle/>
          <a:p>
            <a:r>
              <a:rPr lang="en-US" b="1" dirty="0"/>
              <a:t>Z score below 1.81 : </a:t>
            </a:r>
            <a:r>
              <a:rPr lang="en-US" dirty="0"/>
              <a:t>Bankruptcy Candidate</a:t>
            </a:r>
          </a:p>
          <a:p>
            <a:r>
              <a:rPr lang="en-US" b="1" dirty="0">
                <a:highlight>
                  <a:srgbClr val="FFFF00"/>
                </a:highlight>
              </a:rPr>
              <a:t>Z score above  2.91: </a:t>
            </a:r>
            <a:r>
              <a:rPr lang="en-US" dirty="0">
                <a:highlight>
                  <a:srgbClr val="FFFF00"/>
                </a:highlight>
              </a:rPr>
              <a:t>Non-Bankrupt firm</a:t>
            </a:r>
          </a:p>
          <a:p>
            <a:r>
              <a:rPr lang="en-US" b="1" dirty="0"/>
              <a:t>B/w 1.81 and 2.91</a:t>
            </a:r>
            <a:r>
              <a:rPr lang="en-US" dirty="0"/>
              <a:t>:  Grey area </a:t>
            </a:r>
            <a:endParaRPr lang="en-IN" dirty="0"/>
          </a:p>
        </p:txBody>
      </p:sp>
    </p:spTree>
    <p:extLst>
      <p:ext uri="{BB962C8B-B14F-4D97-AF65-F5344CB8AC3E}">
        <p14:creationId xmlns:p14="http://schemas.microsoft.com/office/powerpoint/2010/main" val="7408066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430A6-3812-4062-9BCA-451F5FB5876F}"/>
              </a:ext>
            </a:extLst>
          </p:cNvPr>
          <p:cNvSpPr>
            <a:spLocks noGrp="1"/>
          </p:cNvSpPr>
          <p:nvPr>
            <p:ph type="title"/>
          </p:nvPr>
        </p:nvSpPr>
        <p:spPr/>
        <p:txBody>
          <a:bodyPr>
            <a:normAutofit/>
          </a:bodyPr>
          <a:lstStyle/>
          <a:p>
            <a:pPr algn="ctr"/>
            <a:r>
              <a:rPr lang="en-US" sz="4000" b="1" dirty="0"/>
              <a:t>Altman’s Z score </a:t>
            </a:r>
            <a:r>
              <a:rPr lang="en-US" sz="4000" dirty="0"/>
              <a:t>– HUL – Last 5 </a:t>
            </a:r>
            <a:r>
              <a:rPr lang="en-US" sz="4000" dirty="0" err="1"/>
              <a:t>Fys</a:t>
            </a:r>
            <a:endParaRPr lang="en-IN" sz="4000" dirty="0"/>
          </a:p>
        </p:txBody>
      </p:sp>
      <p:sp>
        <p:nvSpPr>
          <p:cNvPr id="3" name="Content Placeholder 2">
            <a:extLst>
              <a:ext uri="{FF2B5EF4-FFF2-40B4-BE49-F238E27FC236}">
                <a16:creationId xmlns:a16="http://schemas.microsoft.com/office/drawing/2014/main" id="{CABB4490-7AA1-4F7B-A7FF-C715B066B07F}"/>
              </a:ext>
            </a:extLst>
          </p:cNvPr>
          <p:cNvSpPr>
            <a:spLocks noGrp="1"/>
          </p:cNvSpPr>
          <p:nvPr>
            <p:ph idx="1"/>
          </p:nvPr>
        </p:nvSpPr>
        <p:spPr/>
        <p:txBody>
          <a:bodyPr/>
          <a:lstStyle/>
          <a:p>
            <a:endParaRPr lang="en-IN"/>
          </a:p>
        </p:txBody>
      </p:sp>
      <p:graphicFrame>
        <p:nvGraphicFramePr>
          <p:cNvPr id="4" name="Table 4">
            <a:extLst>
              <a:ext uri="{FF2B5EF4-FFF2-40B4-BE49-F238E27FC236}">
                <a16:creationId xmlns:a16="http://schemas.microsoft.com/office/drawing/2014/main" id="{D691F337-85AD-4313-A636-CC78E321E918}"/>
              </a:ext>
            </a:extLst>
          </p:cNvPr>
          <p:cNvGraphicFramePr>
            <a:graphicFrameLocks/>
          </p:cNvGraphicFramePr>
          <p:nvPr/>
        </p:nvGraphicFramePr>
        <p:xfrm>
          <a:off x="838200" y="1825625"/>
          <a:ext cx="10515600" cy="4842865"/>
        </p:xfrm>
        <a:graphic>
          <a:graphicData uri="http://schemas.openxmlformats.org/drawingml/2006/table">
            <a:tbl>
              <a:tblPr firstRow="1" bandRow="1">
                <a:tableStyleId>{5C22544A-7EE6-4342-B048-85BDC9FD1C3A}</a:tableStyleId>
              </a:tblPr>
              <a:tblGrid>
                <a:gridCol w="1314450">
                  <a:extLst>
                    <a:ext uri="{9D8B030D-6E8A-4147-A177-3AD203B41FA5}">
                      <a16:colId xmlns:a16="http://schemas.microsoft.com/office/drawing/2014/main" val="3403792412"/>
                    </a:ext>
                  </a:extLst>
                </a:gridCol>
                <a:gridCol w="1314450">
                  <a:extLst>
                    <a:ext uri="{9D8B030D-6E8A-4147-A177-3AD203B41FA5}">
                      <a16:colId xmlns:a16="http://schemas.microsoft.com/office/drawing/2014/main" val="1323928238"/>
                    </a:ext>
                  </a:extLst>
                </a:gridCol>
                <a:gridCol w="1314450">
                  <a:extLst>
                    <a:ext uri="{9D8B030D-6E8A-4147-A177-3AD203B41FA5}">
                      <a16:colId xmlns:a16="http://schemas.microsoft.com/office/drawing/2014/main" val="1655217629"/>
                    </a:ext>
                  </a:extLst>
                </a:gridCol>
                <a:gridCol w="1314450">
                  <a:extLst>
                    <a:ext uri="{9D8B030D-6E8A-4147-A177-3AD203B41FA5}">
                      <a16:colId xmlns:a16="http://schemas.microsoft.com/office/drawing/2014/main" val="2929787704"/>
                    </a:ext>
                  </a:extLst>
                </a:gridCol>
                <a:gridCol w="1314450">
                  <a:extLst>
                    <a:ext uri="{9D8B030D-6E8A-4147-A177-3AD203B41FA5}">
                      <a16:colId xmlns:a16="http://schemas.microsoft.com/office/drawing/2014/main" val="2884300378"/>
                    </a:ext>
                  </a:extLst>
                </a:gridCol>
                <a:gridCol w="1314450">
                  <a:extLst>
                    <a:ext uri="{9D8B030D-6E8A-4147-A177-3AD203B41FA5}">
                      <a16:colId xmlns:a16="http://schemas.microsoft.com/office/drawing/2014/main" val="783594773"/>
                    </a:ext>
                  </a:extLst>
                </a:gridCol>
                <a:gridCol w="1314450">
                  <a:extLst>
                    <a:ext uri="{9D8B030D-6E8A-4147-A177-3AD203B41FA5}">
                      <a16:colId xmlns:a16="http://schemas.microsoft.com/office/drawing/2014/main" val="3333496656"/>
                    </a:ext>
                  </a:extLst>
                </a:gridCol>
                <a:gridCol w="1314450">
                  <a:extLst>
                    <a:ext uri="{9D8B030D-6E8A-4147-A177-3AD203B41FA5}">
                      <a16:colId xmlns:a16="http://schemas.microsoft.com/office/drawing/2014/main" val="774630701"/>
                    </a:ext>
                  </a:extLst>
                </a:gridCol>
              </a:tblGrid>
              <a:tr h="37084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2024</a:t>
                      </a:r>
                    </a:p>
                  </a:txBody>
                  <a:tcPr/>
                </a:tc>
                <a:tc>
                  <a:txBody>
                    <a:bodyPr/>
                    <a:lstStyle/>
                    <a:p>
                      <a:r>
                        <a:rPr lang="en-IN" dirty="0"/>
                        <a:t>2023</a:t>
                      </a:r>
                    </a:p>
                  </a:txBody>
                  <a:tcPr/>
                </a:tc>
                <a:tc>
                  <a:txBody>
                    <a:bodyPr/>
                    <a:lstStyle/>
                    <a:p>
                      <a:r>
                        <a:rPr lang="en-US" dirty="0"/>
                        <a:t>2022</a:t>
                      </a:r>
                      <a:endParaRPr lang="en-IN" dirty="0"/>
                    </a:p>
                  </a:txBody>
                  <a:tcPr/>
                </a:tc>
                <a:tc>
                  <a:txBody>
                    <a:bodyPr/>
                    <a:lstStyle/>
                    <a:p>
                      <a:r>
                        <a:rPr lang="en-US" dirty="0"/>
                        <a:t>2021</a:t>
                      </a:r>
                      <a:endParaRPr lang="en-IN" dirty="0"/>
                    </a:p>
                  </a:txBody>
                  <a:tcPr/>
                </a:tc>
                <a:tc>
                  <a:txBody>
                    <a:bodyPr/>
                    <a:lstStyle/>
                    <a:p>
                      <a:r>
                        <a:rPr lang="en-US" dirty="0"/>
                        <a:t>2020</a:t>
                      </a:r>
                      <a:endParaRPr lang="en-IN" dirty="0"/>
                    </a:p>
                  </a:txBody>
                  <a:tcPr/>
                </a:tc>
                <a:tc>
                  <a:txBody>
                    <a:bodyPr/>
                    <a:lstStyle/>
                    <a:p>
                      <a:r>
                        <a:rPr lang="en-IN" dirty="0"/>
                        <a:t>5 Year Average </a:t>
                      </a:r>
                    </a:p>
                  </a:txBody>
                  <a:tcPr/>
                </a:tc>
                <a:extLst>
                  <a:ext uri="{0D108BD9-81ED-4DB2-BD59-A6C34878D82A}">
                    <a16:rowId xmlns:a16="http://schemas.microsoft.com/office/drawing/2014/main" val="2036340585"/>
                  </a:ext>
                </a:extLst>
              </a:tr>
              <a:tr h="370840">
                <a:tc>
                  <a:txBody>
                    <a:bodyPr/>
                    <a:lstStyle/>
                    <a:p>
                      <a:r>
                        <a:rPr lang="en-US" b="1" dirty="0"/>
                        <a:t>1.2 (WC/TA)</a:t>
                      </a:r>
                    </a:p>
                  </a:txBody>
                  <a:tcPr/>
                </a:tc>
                <a:tc>
                  <a:txBody>
                    <a:bodyPr/>
                    <a:lstStyle/>
                    <a:p>
                      <a:r>
                        <a:rPr lang="en-IN" b="1" dirty="0"/>
                        <a:t>0.08</a:t>
                      </a:r>
                    </a:p>
                  </a:txBody>
                  <a:tcPr/>
                </a:tc>
                <a:tc>
                  <a:txBody>
                    <a:bodyPr/>
                    <a:lstStyle/>
                    <a:p>
                      <a:r>
                        <a:rPr lang="en-IN" b="1" dirty="0"/>
                        <a:t>0.13</a:t>
                      </a:r>
                    </a:p>
                  </a:txBody>
                  <a:tcPr/>
                </a:tc>
                <a:tc>
                  <a:txBody>
                    <a:bodyPr/>
                    <a:lstStyle/>
                    <a:p>
                      <a:r>
                        <a:rPr lang="en-IN" b="1" dirty="0"/>
                        <a:t>0.08</a:t>
                      </a:r>
                    </a:p>
                  </a:txBody>
                  <a:tcPr/>
                </a:tc>
                <a:tc>
                  <a:txBody>
                    <a:bodyPr/>
                    <a:lstStyle/>
                    <a:p>
                      <a:r>
                        <a:rPr lang="en-IN" b="1" dirty="0"/>
                        <a:t>0.07</a:t>
                      </a:r>
                    </a:p>
                  </a:txBody>
                  <a:tcPr/>
                </a:tc>
                <a:tc>
                  <a:txBody>
                    <a:bodyPr/>
                    <a:lstStyle/>
                    <a:p>
                      <a:r>
                        <a:rPr lang="en-IN" b="1" dirty="0"/>
                        <a:t>0.06</a:t>
                      </a:r>
                    </a:p>
                  </a:txBody>
                  <a:tcPr/>
                </a:tc>
                <a:tc>
                  <a:txBody>
                    <a:bodyPr/>
                    <a:lstStyle/>
                    <a:p>
                      <a:r>
                        <a:rPr lang="en-IN" b="0" dirty="0"/>
                        <a:t>0.18</a:t>
                      </a:r>
                    </a:p>
                  </a:txBody>
                  <a:tcPr/>
                </a:tc>
                <a:tc>
                  <a:txBody>
                    <a:bodyPr/>
                    <a:lstStyle/>
                    <a:p>
                      <a:r>
                        <a:rPr lang="en-IN" b="1" dirty="0">
                          <a:highlight>
                            <a:srgbClr val="FFFF00"/>
                          </a:highlight>
                        </a:rPr>
                        <a:t>0.08</a:t>
                      </a:r>
                    </a:p>
                  </a:txBody>
                  <a:tcPr/>
                </a:tc>
                <a:extLst>
                  <a:ext uri="{0D108BD9-81ED-4DB2-BD59-A6C34878D82A}">
                    <a16:rowId xmlns:a16="http://schemas.microsoft.com/office/drawing/2014/main" val="2876592805"/>
                  </a:ext>
                </a:extLst>
              </a:tr>
              <a:tr h="453745">
                <a:tc>
                  <a:txBody>
                    <a:bodyPr/>
                    <a:lstStyle/>
                    <a:p>
                      <a:r>
                        <a:rPr lang="en-US" b="1" dirty="0"/>
                        <a:t>1.4 (RE/TA)</a:t>
                      </a:r>
                      <a:endParaRPr lang="en-IN" b="1" dirty="0"/>
                    </a:p>
                  </a:txBody>
                  <a:tcPr/>
                </a:tc>
                <a:tc>
                  <a:txBody>
                    <a:bodyPr/>
                    <a:lstStyle/>
                    <a:p>
                      <a:r>
                        <a:rPr lang="en-IN" b="1" dirty="0"/>
                        <a:t>0.87</a:t>
                      </a:r>
                    </a:p>
                  </a:txBody>
                  <a:tcPr/>
                </a:tc>
                <a:tc>
                  <a:txBody>
                    <a:bodyPr/>
                    <a:lstStyle/>
                    <a:p>
                      <a:r>
                        <a:rPr lang="en-IN" b="1" dirty="0"/>
                        <a:t>0.91</a:t>
                      </a:r>
                    </a:p>
                  </a:txBody>
                  <a:tcPr/>
                </a:tc>
                <a:tc>
                  <a:txBody>
                    <a:bodyPr/>
                    <a:lstStyle/>
                    <a:p>
                      <a:r>
                        <a:rPr lang="en-IN" b="1" dirty="0"/>
                        <a:t>0.97</a:t>
                      </a:r>
                    </a:p>
                  </a:txBody>
                  <a:tcPr/>
                </a:tc>
                <a:tc>
                  <a:txBody>
                    <a:bodyPr/>
                    <a:lstStyle/>
                    <a:p>
                      <a:r>
                        <a:rPr lang="en-IN" b="1" dirty="0"/>
                        <a:t>0.97</a:t>
                      </a:r>
                    </a:p>
                  </a:txBody>
                  <a:tcPr/>
                </a:tc>
                <a:tc>
                  <a:txBody>
                    <a:bodyPr/>
                    <a:lstStyle/>
                    <a:p>
                      <a:r>
                        <a:rPr lang="en-IN" b="1" dirty="0"/>
                        <a:t>0.97</a:t>
                      </a:r>
                    </a:p>
                  </a:txBody>
                  <a:tcPr/>
                </a:tc>
                <a:tc>
                  <a:txBody>
                    <a:bodyPr/>
                    <a:lstStyle/>
                    <a:p>
                      <a:r>
                        <a:rPr lang="en-IN" b="0" dirty="0"/>
                        <a:t>0.56</a:t>
                      </a:r>
                    </a:p>
                  </a:txBody>
                  <a:tcPr/>
                </a:tc>
                <a:tc>
                  <a:txBody>
                    <a:bodyPr/>
                    <a:lstStyle/>
                    <a:p>
                      <a:r>
                        <a:rPr lang="en-IN" b="1" dirty="0">
                          <a:highlight>
                            <a:srgbClr val="FFFF00"/>
                          </a:highlight>
                        </a:rPr>
                        <a:t>0.94</a:t>
                      </a:r>
                    </a:p>
                  </a:txBody>
                  <a:tcPr/>
                </a:tc>
                <a:extLst>
                  <a:ext uri="{0D108BD9-81ED-4DB2-BD59-A6C34878D82A}">
                    <a16:rowId xmlns:a16="http://schemas.microsoft.com/office/drawing/2014/main" val="2184519470"/>
                  </a:ext>
                </a:extLst>
              </a:tr>
              <a:tr h="370840">
                <a:tc>
                  <a:txBody>
                    <a:bodyPr/>
                    <a:lstStyle/>
                    <a:p>
                      <a:r>
                        <a:rPr lang="en-US" b="1" dirty="0"/>
                        <a:t>3.3 (EBIT/TA)</a:t>
                      </a:r>
                      <a:endParaRPr lang="en-IN" b="1" dirty="0"/>
                    </a:p>
                  </a:txBody>
                  <a:tcPr/>
                </a:tc>
                <a:tc>
                  <a:txBody>
                    <a:bodyPr/>
                    <a:lstStyle/>
                    <a:p>
                      <a:r>
                        <a:rPr lang="en-IN" b="1" dirty="0"/>
                        <a:t>0.53</a:t>
                      </a:r>
                    </a:p>
                  </a:txBody>
                  <a:tcPr/>
                </a:tc>
                <a:tc>
                  <a:txBody>
                    <a:bodyPr/>
                    <a:lstStyle/>
                    <a:p>
                      <a:r>
                        <a:rPr lang="en-IN" b="1" dirty="0"/>
                        <a:t>0.53</a:t>
                      </a:r>
                    </a:p>
                  </a:txBody>
                  <a:tcPr/>
                </a:tc>
                <a:tc>
                  <a:txBody>
                    <a:bodyPr/>
                    <a:lstStyle/>
                    <a:p>
                      <a:r>
                        <a:rPr lang="en-IN" b="1" dirty="0"/>
                        <a:t>0.53</a:t>
                      </a:r>
                    </a:p>
                  </a:txBody>
                  <a:tcPr/>
                </a:tc>
                <a:tc>
                  <a:txBody>
                    <a:bodyPr/>
                    <a:lstStyle/>
                    <a:p>
                      <a:r>
                        <a:rPr lang="en-IN" b="1" dirty="0"/>
                        <a:t>0.50</a:t>
                      </a:r>
                    </a:p>
                  </a:txBody>
                  <a:tcPr/>
                </a:tc>
                <a:tc>
                  <a:txBody>
                    <a:bodyPr/>
                    <a:lstStyle/>
                    <a:p>
                      <a:r>
                        <a:rPr lang="en-IN" b="1" dirty="0"/>
                        <a:t>0.46</a:t>
                      </a:r>
                    </a:p>
                  </a:txBody>
                  <a:tcPr/>
                </a:tc>
                <a:tc>
                  <a:txBody>
                    <a:bodyPr/>
                    <a:lstStyle/>
                    <a:p>
                      <a:r>
                        <a:rPr lang="en-IN" b="0" dirty="0"/>
                        <a:t>1.35</a:t>
                      </a:r>
                    </a:p>
                  </a:txBody>
                  <a:tcPr/>
                </a:tc>
                <a:tc>
                  <a:txBody>
                    <a:bodyPr/>
                    <a:lstStyle/>
                    <a:p>
                      <a:r>
                        <a:rPr lang="en-IN" b="1" dirty="0">
                          <a:highlight>
                            <a:srgbClr val="FFFF00"/>
                          </a:highlight>
                        </a:rPr>
                        <a:t>0.51</a:t>
                      </a:r>
                    </a:p>
                  </a:txBody>
                  <a:tcPr/>
                </a:tc>
                <a:extLst>
                  <a:ext uri="{0D108BD9-81ED-4DB2-BD59-A6C34878D82A}">
                    <a16:rowId xmlns:a16="http://schemas.microsoft.com/office/drawing/2014/main" val="3536977194"/>
                  </a:ext>
                </a:extLst>
              </a:tr>
              <a:tr h="370840">
                <a:tc>
                  <a:txBody>
                    <a:bodyPr/>
                    <a:lstStyle/>
                    <a:p>
                      <a:r>
                        <a:rPr lang="en-US" b="1" dirty="0"/>
                        <a:t>0.6 ( MV of equity/BV of Debt )</a:t>
                      </a:r>
                      <a:endParaRPr lang="en-IN"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319345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24577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3692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NM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NM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NM</a:t>
                      </a:r>
                    </a:p>
                  </a:txBody>
                  <a:tcPr/>
                </a:tc>
                <a:tc>
                  <a:txBody>
                    <a:bodyPr/>
                    <a:lstStyle/>
                    <a:p>
                      <a:endParaRPr lang="en-IN" b="1" dirty="0">
                        <a:highlight>
                          <a:srgbClr val="FFFF00"/>
                        </a:highlight>
                      </a:endParaRPr>
                    </a:p>
                  </a:txBody>
                  <a:tcPr/>
                </a:tc>
                <a:extLst>
                  <a:ext uri="{0D108BD9-81ED-4DB2-BD59-A6C34878D82A}">
                    <a16:rowId xmlns:a16="http://schemas.microsoft.com/office/drawing/2014/main" val="3214060203"/>
                  </a:ext>
                </a:extLst>
              </a:tr>
              <a:tr h="370840">
                <a:tc>
                  <a:txBody>
                    <a:bodyPr/>
                    <a:lstStyle/>
                    <a:p>
                      <a:r>
                        <a:rPr lang="en-US" b="1" dirty="0"/>
                        <a:t>0.999 (Sales/TA )</a:t>
                      </a:r>
                      <a:endParaRPr lang="en-IN" b="1" dirty="0"/>
                    </a:p>
                  </a:txBody>
                  <a:tcPr/>
                </a:tc>
                <a:tc>
                  <a:txBody>
                    <a:bodyPr/>
                    <a:lstStyle/>
                    <a:p>
                      <a:r>
                        <a:rPr lang="en-IN" b="1" dirty="0"/>
                        <a:t>0.78</a:t>
                      </a:r>
                    </a:p>
                  </a:txBody>
                  <a:tcPr/>
                </a:tc>
                <a:tc>
                  <a:txBody>
                    <a:bodyPr/>
                    <a:lstStyle/>
                    <a:p>
                      <a:r>
                        <a:rPr lang="en-IN" b="1" dirty="0"/>
                        <a:t>0.78</a:t>
                      </a:r>
                    </a:p>
                  </a:txBody>
                  <a:tcPr/>
                </a:tc>
                <a:tc>
                  <a:txBody>
                    <a:bodyPr/>
                    <a:lstStyle/>
                    <a:p>
                      <a:r>
                        <a:rPr lang="en-IN" b="1" dirty="0"/>
                        <a:t>0.81</a:t>
                      </a:r>
                    </a:p>
                  </a:txBody>
                  <a:tcPr/>
                </a:tc>
                <a:tc>
                  <a:txBody>
                    <a:bodyPr/>
                    <a:lstStyle/>
                    <a:p>
                      <a:r>
                        <a:rPr lang="en-IN" b="1" dirty="0"/>
                        <a:t>0.73</a:t>
                      </a:r>
                    </a:p>
                  </a:txBody>
                  <a:tcPr/>
                </a:tc>
                <a:tc>
                  <a:txBody>
                    <a:bodyPr/>
                    <a:lstStyle/>
                    <a:p>
                      <a:r>
                        <a:rPr lang="en-IN" b="1" dirty="0"/>
                        <a:t>0.67</a:t>
                      </a:r>
                    </a:p>
                  </a:txBody>
                  <a:tcPr/>
                </a:tc>
                <a:tc>
                  <a:txBody>
                    <a:bodyPr/>
                    <a:lstStyle/>
                    <a:p>
                      <a:r>
                        <a:rPr lang="en-IN" b="0" dirty="0"/>
                        <a:t>1.95</a:t>
                      </a:r>
                    </a:p>
                  </a:txBody>
                  <a:tcPr/>
                </a:tc>
                <a:tc>
                  <a:txBody>
                    <a:bodyPr/>
                    <a:lstStyle/>
                    <a:p>
                      <a:r>
                        <a:rPr lang="en-IN" b="1" dirty="0">
                          <a:highlight>
                            <a:srgbClr val="FFFF00"/>
                          </a:highlight>
                        </a:rPr>
                        <a:t>0.75</a:t>
                      </a:r>
                    </a:p>
                  </a:txBody>
                  <a:tcPr/>
                </a:tc>
                <a:extLst>
                  <a:ext uri="{0D108BD9-81ED-4DB2-BD59-A6C34878D82A}">
                    <a16:rowId xmlns:a16="http://schemas.microsoft.com/office/drawing/2014/main" val="1393536268"/>
                  </a:ext>
                </a:extLst>
              </a:tr>
              <a:tr h="370840">
                <a:tc>
                  <a:txBody>
                    <a:bodyPr/>
                    <a:lstStyle/>
                    <a:p>
                      <a:r>
                        <a:rPr lang="en-US" b="1" dirty="0"/>
                        <a:t>Z Score ( </a:t>
                      </a:r>
                      <a:r>
                        <a:rPr lang="en-US" b="1" dirty="0">
                          <a:highlight>
                            <a:srgbClr val="FFFF00"/>
                          </a:highlight>
                        </a:rPr>
                        <a:t>excluding MVE/BVD</a:t>
                      </a:r>
                      <a:r>
                        <a:rPr lang="en-US" b="1" dirty="0"/>
                        <a:t>)</a:t>
                      </a:r>
                      <a:endParaRPr lang="en-IN" b="1" dirty="0"/>
                    </a:p>
                  </a:txBody>
                  <a:tcPr/>
                </a:tc>
                <a:tc>
                  <a:txBody>
                    <a:bodyPr/>
                    <a:lstStyle/>
                    <a:p>
                      <a:r>
                        <a:rPr lang="en-IN" b="1" dirty="0"/>
                        <a:t>2.26</a:t>
                      </a:r>
                    </a:p>
                  </a:txBody>
                  <a:tcPr/>
                </a:tc>
                <a:tc>
                  <a:txBody>
                    <a:bodyPr/>
                    <a:lstStyle/>
                    <a:p>
                      <a:r>
                        <a:rPr lang="en-IN" b="1" dirty="0"/>
                        <a:t>2.35</a:t>
                      </a:r>
                    </a:p>
                  </a:txBody>
                  <a:tcPr/>
                </a:tc>
                <a:tc>
                  <a:txBody>
                    <a:bodyPr/>
                    <a:lstStyle/>
                    <a:p>
                      <a:r>
                        <a:rPr lang="en-IN" b="1" dirty="0"/>
                        <a:t>2.39</a:t>
                      </a:r>
                    </a:p>
                  </a:txBody>
                  <a:tcPr/>
                </a:tc>
                <a:tc>
                  <a:txBody>
                    <a:bodyPr/>
                    <a:lstStyle/>
                    <a:p>
                      <a:r>
                        <a:rPr lang="en-IN" b="1" dirty="0"/>
                        <a:t>2.27</a:t>
                      </a:r>
                    </a:p>
                  </a:txBody>
                  <a:tcPr/>
                </a:tc>
                <a:tc>
                  <a:txBody>
                    <a:bodyPr/>
                    <a:lstStyle/>
                    <a:p>
                      <a:r>
                        <a:rPr lang="en-IN" b="1" dirty="0"/>
                        <a:t>2.16</a:t>
                      </a:r>
                    </a:p>
                  </a:txBody>
                  <a:tcPr/>
                </a:tc>
                <a:tc>
                  <a:txBody>
                    <a:bodyPr/>
                    <a:lstStyle/>
                    <a:p>
                      <a:r>
                        <a:rPr lang="en-IN" b="0" dirty="0"/>
                        <a:t>4.04</a:t>
                      </a:r>
                    </a:p>
                  </a:txBody>
                  <a:tcPr/>
                </a:tc>
                <a:tc>
                  <a:txBody>
                    <a:bodyPr/>
                    <a:lstStyle/>
                    <a:p>
                      <a:r>
                        <a:rPr lang="en-IN" b="1" dirty="0">
                          <a:highlight>
                            <a:srgbClr val="FFFF00"/>
                          </a:highlight>
                        </a:rPr>
                        <a:t>2.29</a:t>
                      </a:r>
                    </a:p>
                  </a:txBody>
                  <a:tcPr/>
                </a:tc>
                <a:extLst>
                  <a:ext uri="{0D108BD9-81ED-4DB2-BD59-A6C34878D82A}">
                    <a16:rowId xmlns:a16="http://schemas.microsoft.com/office/drawing/2014/main" val="3460146079"/>
                  </a:ext>
                </a:extLst>
              </a:tr>
            </a:tbl>
          </a:graphicData>
        </a:graphic>
      </p:graphicFrame>
    </p:spTree>
    <p:extLst>
      <p:ext uri="{BB962C8B-B14F-4D97-AF65-F5344CB8AC3E}">
        <p14:creationId xmlns:p14="http://schemas.microsoft.com/office/powerpoint/2010/main" val="23031872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45ACA-325C-DAD9-9BC6-CC5816C45F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89741F-0126-CA4D-AEF1-73A148ADA2AA}"/>
              </a:ext>
            </a:extLst>
          </p:cNvPr>
          <p:cNvSpPr>
            <a:spLocks noGrp="1"/>
          </p:cNvSpPr>
          <p:nvPr>
            <p:ph type="title"/>
          </p:nvPr>
        </p:nvSpPr>
        <p:spPr/>
        <p:txBody>
          <a:bodyPr/>
          <a:lstStyle/>
          <a:p>
            <a:pPr algn="ctr"/>
            <a:r>
              <a:rPr lang="en-US" b="1" dirty="0"/>
              <a:t>5. Cash Flow Management </a:t>
            </a:r>
            <a:endParaRPr lang="en-IN" b="1" dirty="0"/>
          </a:p>
        </p:txBody>
      </p:sp>
      <p:sp>
        <p:nvSpPr>
          <p:cNvPr id="3" name="Content Placeholder 2">
            <a:extLst>
              <a:ext uri="{FF2B5EF4-FFF2-40B4-BE49-F238E27FC236}">
                <a16:creationId xmlns:a16="http://schemas.microsoft.com/office/drawing/2014/main" id="{A48B83AB-12D5-DBD4-420F-07EDE941C6FA}"/>
              </a:ext>
            </a:extLst>
          </p:cNvPr>
          <p:cNvSpPr>
            <a:spLocks noGrp="1"/>
          </p:cNvSpPr>
          <p:nvPr>
            <p:ph idx="1"/>
          </p:nvPr>
        </p:nvSpPr>
        <p:spPr/>
        <p:txBody>
          <a:bodyPr>
            <a:normAutofit/>
          </a:bodyPr>
          <a:lstStyle/>
          <a:p>
            <a:r>
              <a:rPr lang="en-US" sz="1600" dirty="0"/>
              <a:t>CFO to Capex = CFO/Capex</a:t>
            </a:r>
          </a:p>
          <a:p>
            <a:r>
              <a:rPr lang="en-US" sz="1600" dirty="0"/>
              <a:t>CFO to Total Debt = CFO/total debt</a:t>
            </a:r>
          </a:p>
          <a:p>
            <a:r>
              <a:rPr lang="en-US" sz="1600" dirty="0"/>
              <a:t>CFO to Net Income = quality of earning ratio = accrual ratio = CFO/PAT. If PAT&gt; CFO then there is accruality.</a:t>
            </a:r>
          </a:p>
          <a:p>
            <a:r>
              <a:rPr lang="en-US" sz="1600" dirty="0"/>
              <a:t>CFO to Current Liabilities  </a:t>
            </a:r>
          </a:p>
          <a:p>
            <a:r>
              <a:rPr lang="en-US" sz="1600" dirty="0"/>
              <a:t>All above are higher the better</a:t>
            </a:r>
          </a:p>
          <a:p>
            <a:r>
              <a:rPr lang="en-IN" sz="1600" dirty="0"/>
              <a:t>We are trying to looks at operating cash flow and not on cash flow generated from investing or from financing cash flow.</a:t>
            </a:r>
          </a:p>
          <a:p>
            <a:r>
              <a:rPr lang="en-IN" sz="1600" dirty="0"/>
              <a:t>Current ratio = CA/CL</a:t>
            </a:r>
          </a:p>
          <a:p>
            <a:endParaRPr lang="en-IN" sz="1600" dirty="0"/>
          </a:p>
        </p:txBody>
      </p:sp>
      <p:pic>
        <p:nvPicPr>
          <p:cNvPr id="5" name="Picture 4">
            <a:extLst>
              <a:ext uri="{FF2B5EF4-FFF2-40B4-BE49-F238E27FC236}">
                <a16:creationId xmlns:a16="http://schemas.microsoft.com/office/drawing/2014/main" id="{F3814E94-A1F2-BA02-21E4-B8CE8C563AFC}"/>
              </a:ext>
            </a:extLst>
          </p:cNvPr>
          <p:cNvPicPr>
            <a:picLocks noChangeAspect="1"/>
          </p:cNvPicPr>
          <p:nvPr/>
        </p:nvPicPr>
        <p:blipFill>
          <a:blip r:embed="rId2"/>
          <a:stretch>
            <a:fillRect/>
          </a:stretch>
        </p:blipFill>
        <p:spPr>
          <a:xfrm>
            <a:off x="1233243" y="4458117"/>
            <a:ext cx="5639289" cy="1356478"/>
          </a:xfrm>
          <a:prstGeom prst="rect">
            <a:avLst/>
          </a:prstGeom>
        </p:spPr>
      </p:pic>
    </p:spTree>
    <p:extLst>
      <p:ext uri="{BB962C8B-B14F-4D97-AF65-F5344CB8AC3E}">
        <p14:creationId xmlns:p14="http://schemas.microsoft.com/office/powerpoint/2010/main" val="36368996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592E8-E82A-414F-BED7-661C35314C7D}"/>
              </a:ext>
            </a:extLst>
          </p:cNvPr>
          <p:cNvSpPr>
            <a:spLocks noGrp="1"/>
          </p:cNvSpPr>
          <p:nvPr>
            <p:ph type="ctrTitle"/>
          </p:nvPr>
        </p:nvSpPr>
        <p:spPr/>
        <p:txBody>
          <a:bodyPr/>
          <a:lstStyle/>
          <a:p>
            <a:r>
              <a:rPr lang="en-US" dirty="0"/>
              <a:t>FAL</a:t>
            </a:r>
            <a:br>
              <a:rPr lang="en-US" dirty="0"/>
            </a:br>
            <a:r>
              <a:rPr lang="en-US" dirty="0"/>
              <a:t>PGDF (24-26)</a:t>
            </a:r>
          </a:p>
        </p:txBody>
      </p:sp>
      <p:sp>
        <p:nvSpPr>
          <p:cNvPr id="3" name="Subtitle 2">
            <a:extLst>
              <a:ext uri="{FF2B5EF4-FFF2-40B4-BE49-F238E27FC236}">
                <a16:creationId xmlns:a16="http://schemas.microsoft.com/office/drawing/2014/main" id="{1DE58AA9-8683-48FC-B359-CE3FCBAA19B4}"/>
              </a:ext>
            </a:extLst>
          </p:cNvPr>
          <p:cNvSpPr>
            <a:spLocks noGrp="1"/>
          </p:cNvSpPr>
          <p:nvPr>
            <p:ph type="subTitle" idx="1"/>
          </p:nvPr>
        </p:nvSpPr>
        <p:spPr/>
        <p:txBody>
          <a:bodyPr/>
          <a:lstStyle/>
          <a:p>
            <a:r>
              <a:rPr lang="en-US" dirty="0"/>
              <a:t>Session4 23</a:t>
            </a:r>
            <a:r>
              <a:rPr lang="en-US" baseline="30000" dirty="0"/>
              <a:t>rd</a:t>
            </a:r>
            <a:r>
              <a:rPr lang="en-US" dirty="0"/>
              <a:t> Nov 2025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2C6A453F-85A0-8CA4-0482-C2CFE2A67E07}"/>
                  </a:ext>
                </a:extLst>
              </p14:cNvPr>
              <p14:cNvContentPartPr/>
              <p14:nvPr/>
            </p14:nvContentPartPr>
            <p14:xfrm>
              <a:off x="1041840" y="780840"/>
              <a:ext cx="740520" cy="646920"/>
            </p14:xfrm>
          </p:contentPart>
        </mc:Choice>
        <mc:Fallback xmlns="">
          <p:pic>
            <p:nvPicPr>
              <p:cNvPr id="4" name="Ink 3">
                <a:extLst>
                  <a:ext uri="{FF2B5EF4-FFF2-40B4-BE49-F238E27FC236}">
                    <a16:creationId xmlns:a16="http://schemas.microsoft.com/office/drawing/2014/main" id="{2C6A453F-85A0-8CA4-0482-C2CFE2A67E07}"/>
                  </a:ext>
                </a:extLst>
              </p:cNvPr>
              <p:cNvPicPr/>
              <p:nvPr/>
            </p:nvPicPr>
            <p:blipFill>
              <a:blip r:embed="rId3"/>
              <a:stretch>
                <a:fillRect/>
              </a:stretch>
            </p:blipFill>
            <p:spPr>
              <a:xfrm>
                <a:off x="1032480" y="771480"/>
                <a:ext cx="759240" cy="665640"/>
              </a:xfrm>
              <a:prstGeom prst="rect">
                <a:avLst/>
              </a:prstGeom>
            </p:spPr>
          </p:pic>
        </mc:Fallback>
      </mc:AlternateContent>
    </p:spTree>
    <p:extLst>
      <p:ext uri="{BB962C8B-B14F-4D97-AF65-F5344CB8AC3E}">
        <p14:creationId xmlns:p14="http://schemas.microsoft.com/office/powerpoint/2010/main" val="27681275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C5836-A86D-8762-7653-7CA8690888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B3B8FA-F9E2-F2F8-370E-56507E5D7268}"/>
              </a:ext>
            </a:extLst>
          </p:cNvPr>
          <p:cNvSpPr>
            <a:spLocks noGrp="1"/>
          </p:cNvSpPr>
          <p:nvPr>
            <p:ph type="title"/>
          </p:nvPr>
        </p:nvSpPr>
        <p:spPr/>
        <p:txBody>
          <a:bodyPr/>
          <a:lstStyle/>
          <a:p>
            <a:pPr algn="ctr"/>
            <a:r>
              <a:rPr lang="en-US" b="1" dirty="0"/>
              <a:t>CFO to CAPEX</a:t>
            </a:r>
          </a:p>
        </p:txBody>
      </p:sp>
      <p:sp>
        <p:nvSpPr>
          <p:cNvPr id="3" name="Content Placeholder 2">
            <a:extLst>
              <a:ext uri="{FF2B5EF4-FFF2-40B4-BE49-F238E27FC236}">
                <a16:creationId xmlns:a16="http://schemas.microsoft.com/office/drawing/2014/main" id="{2C6B7EE7-B9CA-1AB3-613D-8217AEC73B10}"/>
              </a:ext>
            </a:extLst>
          </p:cNvPr>
          <p:cNvSpPr>
            <a:spLocks noGrp="1"/>
          </p:cNvSpPr>
          <p:nvPr>
            <p:ph idx="1"/>
          </p:nvPr>
        </p:nvSpPr>
        <p:spPr/>
        <p:txBody>
          <a:bodyPr/>
          <a:lstStyle/>
          <a:p>
            <a:r>
              <a:rPr lang="en-US" b="1" dirty="0"/>
              <a:t>2020 Data</a:t>
            </a:r>
          </a:p>
          <a:p>
            <a:pPr marL="0" indent="0">
              <a:buNone/>
            </a:pPr>
            <a:r>
              <a:rPr lang="en-US" dirty="0"/>
              <a:t>+ </a:t>
            </a:r>
            <a:r>
              <a:rPr lang="en-US" u="sng" dirty="0"/>
              <a:t>Tangible Assets </a:t>
            </a:r>
            <a:r>
              <a:rPr lang="en-US" dirty="0"/>
              <a:t>= INR 4960 Crores (Net PPE = Gross PPE – Acc </a:t>
            </a:r>
            <a:r>
              <a:rPr lang="en-US" dirty="0" err="1"/>
              <a:t>Depr</a:t>
            </a:r>
            <a:r>
              <a:rPr lang="en-US" dirty="0"/>
              <a:t>) </a:t>
            </a:r>
          </a:p>
          <a:p>
            <a:pPr marL="0" indent="0">
              <a:buNone/>
            </a:pPr>
            <a:r>
              <a:rPr lang="en-US" dirty="0"/>
              <a:t>+ </a:t>
            </a:r>
            <a:r>
              <a:rPr lang="en-US" u="sng" dirty="0"/>
              <a:t>Intangible Assets </a:t>
            </a:r>
            <a:r>
              <a:rPr lang="en-US" dirty="0"/>
              <a:t>= INR 402 Crores (</a:t>
            </a:r>
          </a:p>
          <a:p>
            <a:pPr marL="0" indent="0">
              <a:buNone/>
            </a:pPr>
            <a:r>
              <a:rPr lang="en-US" dirty="0"/>
              <a:t>+ </a:t>
            </a:r>
            <a:r>
              <a:rPr lang="en-US" u="sng" dirty="0"/>
              <a:t>Capital Work in Progress </a:t>
            </a:r>
            <a:r>
              <a:rPr lang="en-US" dirty="0"/>
              <a:t>= INR 597 Crores </a:t>
            </a:r>
          </a:p>
        </p:txBody>
      </p:sp>
    </p:spTree>
    <p:extLst>
      <p:ext uri="{BB962C8B-B14F-4D97-AF65-F5344CB8AC3E}">
        <p14:creationId xmlns:p14="http://schemas.microsoft.com/office/powerpoint/2010/main" val="122216854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D92A1-30F2-4698-84E6-602D4E69CEEE}"/>
              </a:ext>
            </a:extLst>
          </p:cNvPr>
          <p:cNvSpPr>
            <a:spLocks noGrp="1"/>
          </p:cNvSpPr>
          <p:nvPr>
            <p:ph type="title"/>
          </p:nvPr>
        </p:nvSpPr>
        <p:spPr/>
        <p:txBody>
          <a:bodyPr/>
          <a:lstStyle/>
          <a:p>
            <a:pPr algn="ctr"/>
            <a:r>
              <a:rPr lang="en-US" b="1" dirty="0"/>
              <a:t>CFO to Capex </a:t>
            </a:r>
            <a:r>
              <a:rPr lang="en-US" dirty="0"/>
              <a:t>–</a:t>
            </a:r>
            <a:r>
              <a:rPr lang="en-US" b="1" u="sng" dirty="0"/>
              <a:t>HUL</a:t>
            </a:r>
            <a:r>
              <a:rPr lang="en-US" dirty="0"/>
              <a:t>- Last 5 </a:t>
            </a:r>
            <a:r>
              <a:rPr lang="en-US" dirty="0" err="1"/>
              <a:t>Fys</a:t>
            </a:r>
            <a:endParaRPr lang="en-IN" dirty="0"/>
          </a:p>
        </p:txBody>
      </p:sp>
      <p:sp>
        <p:nvSpPr>
          <p:cNvPr id="3" name="Content Placeholder 2">
            <a:extLst>
              <a:ext uri="{FF2B5EF4-FFF2-40B4-BE49-F238E27FC236}">
                <a16:creationId xmlns:a16="http://schemas.microsoft.com/office/drawing/2014/main" id="{E1CA78BC-377A-441A-98A8-116BB47A011B}"/>
              </a:ext>
            </a:extLst>
          </p:cNvPr>
          <p:cNvSpPr>
            <a:spLocks noGrp="1"/>
          </p:cNvSpPr>
          <p:nvPr>
            <p:ph idx="1"/>
          </p:nvPr>
        </p:nvSpPr>
        <p:spPr/>
        <p:txBody>
          <a:bodyPr/>
          <a:lstStyle/>
          <a:p>
            <a:endParaRPr lang="en-IN"/>
          </a:p>
        </p:txBody>
      </p:sp>
      <p:graphicFrame>
        <p:nvGraphicFramePr>
          <p:cNvPr id="4" name="Table 4">
            <a:extLst>
              <a:ext uri="{FF2B5EF4-FFF2-40B4-BE49-F238E27FC236}">
                <a16:creationId xmlns:a16="http://schemas.microsoft.com/office/drawing/2014/main" id="{868D6444-DE86-4EF1-956E-23908D193A22}"/>
              </a:ext>
            </a:extLst>
          </p:cNvPr>
          <p:cNvGraphicFramePr>
            <a:graphicFrameLocks/>
          </p:cNvGraphicFramePr>
          <p:nvPr/>
        </p:nvGraphicFramePr>
        <p:xfrm>
          <a:off x="668383" y="1656874"/>
          <a:ext cx="9803829" cy="4683760"/>
        </p:xfrm>
        <a:graphic>
          <a:graphicData uri="http://schemas.openxmlformats.org/drawingml/2006/table">
            <a:tbl>
              <a:tblPr firstRow="1" bandRow="1">
                <a:tableStyleId>{00A15C55-8517-42AA-B614-E9B94910E393}</a:tableStyleId>
              </a:tblPr>
              <a:tblGrid>
                <a:gridCol w="1323546">
                  <a:extLst>
                    <a:ext uri="{9D8B030D-6E8A-4147-A177-3AD203B41FA5}">
                      <a16:colId xmlns:a16="http://schemas.microsoft.com/office/drawing/2014/main" val="3403792412"/>
                    </a:ext>
                  </a:extLst>
                </a:gridCol>
                <a:gridCol w="1323546">
                  <a:extLst>
                    <a:ext uri="{9D8B030D-6E8A-4147-A177-3AD203B41FA5}">
                      <a16:colId xmlns:a16="http://schemas.microsoft.com/office/drawing/2014/main" val="708677454"/>
                    </a:ext>
                  </a:extLst>
                </a:gridCol>
                <a:gridCol w="1323546">
                  <a:extLst>
                    <a:ext uri="{9D8B030D-6E8A-4147-A177-3AD203B41FA5}">
                      <a16:colId xmlns:a16="http://schemas.microsoft.com/office/drawing/2014/main" val="1323928238"/>
                    </a:ext>
                  </a:extLst>
                </a:gridCol>
                <a:gridCol w="1323546">
                  <a:extLst>
                    <a:ext uri="{9D8B030D-6E8A-4147-A177-3AD203B41FA5}">
                      <a16:colId xmlns:a16="http://schemas.microsoft.com/office/drawing/2014/main" val="2929787704"/>
                    </a:ext>
                  </a:extLst>
                </a:gridCol>
                <a:gridCol w="1323546">
                  <a:extLst>
                    <a:ext uri="{9D8B030D-6E8A-4147-A177-3AD203B41FA5}">
                      <a16:colId xmlns:a16="http://schemas.microsoft.com/office/drawing/2014/main" val="2884300378"/>
                    </a:ext>
                  </a:extLst>
                </a:gridCol>
                <a:gridCol w="1323546">
                  <a:extLst>
                    <a:ext uri="{9D8B030D-6E8A-4147-A177-3AD203B41FA5}">
                      <a16:colId xmlns:a16="http://schemas.microsoft.com/office/drawing/2014/main" val="783594773"/>
                    </a:ext>
                  </a:extLst>
                </a:gridCol>
                <a:gridCol w="1862553">
                  <a:extLst>
                    <a:ext uri="{9D8B030D-6E8A-4147-A177-3AD203B41FA5}">
                      <a16:colId xmlns:a16="http://schemas.microsoft.com/office/drawing/2014/main" val="93201359"/>
                    </a:ext>
                  </a:extLst>
                </a:gridCol>
              </a:tblGrid>
              <a:tr h="37084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March 2024</a:t>
                      </a:r>
                    </a:p>
                  </a:txBody>
                  <a:tcPr/>
                </a:tc>
                <a:tc>
                  <a:txBody>
                    <a:bodyPr/>
                    <a:lstStyle/>
                    <a:p>
                      <a:r>
                        <a:rPr lang="en-IN" dirty="0"/>
                        <a:t>March 2023</a:t>
                      </a:r>
                    </a:p>
                  </a:txBody>
                  <a:tcPr/>
                </a:tc>
                <a:tc>
                  <a:txBody>
                    <a:bodyPr/>
                    <a:lstStyle/>
                    <a:p>
                      <a:r>
                        <a:rPr lang="en-IN" dirty="0"/>
                        <a:t>2022</a:t>
                      </a:r>
                    </a:p>
                  </a:txBody>
                  <a:tcPr/>
                </a:tc>
                <a:tc>
                  <a:txBody>
                    <a:bodyPr/>
                    <a:lstStyle/>
                    <a:p>
                      <a:r>
                        <a:rPr lang="en-IN" dirty="0"/>
                        <a:t>2021 (2020)</a:t>
                      </a:r>
                    </a:p>
                  </a:txBody>
                  <a:tcPr/>
                </a:tc>
                <a:tc>
                  <a:txBody>
                    <a:bodyPr/>
                    <a:lstStyle/>
                    <a:p>
                      <a:r>
                        <a:rPr lang="en-IN" dirty="0"/>
                        <a:t>5 Year Average</a:t>
                      </a:r>
                    </a:p>
                  </a:txBody>
                  <a:tcPr/>
                </a:tc>
                <a:extLst>
                  <a:ext uri="{0D108BD9-81ED-4DB2-BD59-A6C34878D82A}">
                    <a16:rowId xmlns:a16="http://schemas.microsoft.com/office/drawing/2014/main" val="2036340585"/>
                  </a:ext>
                </a:extLst>
              </a:tr>
              <a:tr h="370840">
                <a:tc>
                  <a:txBody>
                    <a:bodyPr/>
                    <a:lstStyle/>
                    <a:p>
                      <a:r>
                        <a:rPr lang="en-US" b="1" dirty="0"/>
                        <a:t>Tangible Assets</a:t>
                      </a:r>
                    </a:p>
                  </a:txBody>
                  <a:tcPr/>
                </a:tc>
                <a:tc>
                  <a:txBody>
                    <a:bodyPr/>
                    <a:lstStyle/>
                    <a:p>
                      <a:r>
                        <a:rPr lang="en-IN" b="0" dirty="0"/>
                        <a:t>8625</a:t>
                      </a:r>
                    </a:p>
                  </a:txBody>
                  <a:tcPr/>
                </a:tc>
                <a:tc>
                  <a:txBody>
                    <a:bodyPr/>
                    <a:lstStyle/>
                    <a:p>
                      <a:r>
                        <a:rPr lang="en-IN" b="0" dirty="0"/>
                        <a:t>8031</a:t>
                      </a:r>
                    </a:p>
                  </a:txBody>
                  <a:tcPr/>
                </a:tc>
                <a:tc>
                  <a:txBody>
                    <a:bodyPr/>
                    <a:lstStyle/>
                    <a:p>
                      <a:r>
                        <a:rPr lang="en-IN" b="0" dirty="0"/>
                        <a:t>6949</a:t>
                      </a:r>
                    </a:p>
                  </a:txBody>
                  <a:tcPr/>
                </a:tc>
                <a:tc>
                  <a:txBody>
                    <a:bodyPr/>
                    <a:lstStyle/>
                    <a:p>
                      <a:r>
                        <a:rPr lang="en-IN" b="0" dirty="0"/>
                        <a:t>6169</a:t>
                      </a:r>
                    </a:p>
                  </a:txBody>
                  <a:tcPr/>
                </a:tc>
                <a:tc>
                  <a:txBody>
                    <a:bodyPr/>
                    <a:lstStyle/>
                    <a:p>
                      <a:r>
                        <a:rPr lang="en-IN" b="0" dirty="0"/>
                        <a:t>6116 (4960)</a:t>
                      </a:r>
                    </a:p>
                  </a:txBody>
                  <a:tcPr/>
                </a:tc>
                <a:tc>
                  <a:txBody>
                    <a:bodyPr/>
                    <a:lstStyle/>
                    <a:p>
                      <a:endParaRPr lang="en-IN" b="0" dirty="0"/>
                    </a:p>
                  </a:txBody>
                  <a:tcPr/>
                </a:tc>
                <a:extLst>
                  <a:ext uri="{0D108BD9-81ED-4DB2-BD59-A6C34878D82A}">
                    <a16:rowId xmlns:a16="http://schemas.microsoft.com/office/drawing/2014/main" val="2876592805"/>
                  </a:ext>
                </a:extLst>
              </a:tr>
              <a:tr h="453745">
                <a:tc>
                  <a:txBody>
                    <a:bodyPr/>
                    <a:lstStyle/>
                    <a:p>
                      <a:r>
                        <a:rPr lang="en-US" b="1" dirty="0"/>
                        <a:t>Intangible Assets</a:t>
                      </a:r>
                      <a:endParaRPr lang="en-IN" b="1" dirty="0"/>
                    </a:p>
                  </a:txBody>
                  <a:tcPr/>
                </a:tc>
                <a:tc>
                  <a:txBody>
                    <a:bodyPr/>
                    <a:lstStyle/>
                    <a:p>
                      <a:r>
                        <a:rPr lang="en-IN" b="0" dirty="0"/>
                        <a:t>28244</a:t>
                      </a:r>
                    </a:p>
                  </a:txBody>
                  <a:tcPr/>
                </a:tc>
                <a:tc>
                  <a:txBody>
                    <a:bodyPr/>
                    <a:lstStyle/>
                    <a:p>
                      <a:r>
                        <a:rPr lang="en-IN" b="0" dirty="0"/>
                        <a:t>28247</a:t>
                      </a:r>
                    </a:p>
                  </a:txBody>
                  <a:tcPr/>
                </a:tc>
                <a:tc>
                  <a:txBody>
                    <a:bodyPr/>
                    <a:lstStyle/>
                    <a:p>
                      <a:r>
                        <a:rPr lang="en-IN" b="0" dirty="0"/>
                        <a:t>28263</a:t>
                      </a:r>
                    </a:p>
                  </a:txBody>
                  <a:tcPr/>
                </a:tc>
                <a:tc>
                  <a:txBody>
                    <a:bodyPr/>
                    <a:lstStyle/>
                    <a:p>
                      <a:r>
                        <a:rPr lang="en-IN" b="0" dirty="0"/>
                        <a:t>27907</a:t>
                      </a:r>
                    </a:p>
                  </a:txBody>
                  <a:tcPr/>
                </a:tc>
                <a:tc>
                  <a:txBody>
                    <a:bodyPr/>
                    <a:lstStyle/>
                    <a:p>
                      <a:r>
                        <a:rPr lang="en-IN" b="0" dirty="0"/>
                        <a:t>27930 (402)</a:t>
                      </a:r>
                    </a:p>
                  </a:txBody>
                  <a:tcPr/>
                </a:tc>
                <a:tc>
                  <a:txBody>
                    <a:bodyPr/>
                    <a:lstStyle/>
                    <a:p>
                      <a:endParaRPr lang="en-IN" b="0" dirty="0"/>
                    </a:p>
                  </a:txBody>
                  <a:tcPr/>
                </a:tc>
                <a:extLst>
                  <a:ext uri="{0D108BD9-81ED-4DB2-BD59-A6C34878D82A}">
                    <a16:rowId xmlns:a16="http://schemas.microsoft.com/office/drawing/2014/main" val="2184519470"/>
                  </a:ext>
                </a:extLst>
              </a:tr>
              <a:tr h="370840">
                <a:tc>
                  <a:txBody>
                    <a:bodyPr/>
                    <a:lstStyle/>
                    <a:p>
                      <a:r>
                        <a:rPr lang="en-US" b="1" dirty="0"/>
                        <a:t>Capital WIP</a:t>
                      </a:r>
                      <a:endParaRPr lang="en-IN" b="1" dirty="0"/>
                    </a:p>
                  </a:txBody>
                  <a:tcPr/>
                </a:tc>
                <a:tc>
                  <a:txBody>
                    <a:bodyPr/>
                    <a:lstStyle/>
                    <a:p>
                      <a:r>
                        <a:rPr lang="en-IN" b="0" dirty="0"/>
                        <a:t>1009</a:t>
                      </a:r>
                    </a:p>
                  </a:txBody>
                  <a:tcPr/>
                </a:tc>
                <a:tc>
                  <a:txBody>
                    <a:bodyPr/>
                    <a:lstStyle/>
                    <a:p>
                      <a:r>
                        <a:rPr lang="en-IN" b="0" dirty="0"/>
                        <a:t>1025</a:t>
                      </a:r>
                    </a:p>
                  </a:txBody>
                  <a:tcPr/>
                </a:tc>
                <a:tc>
                  <a:txBody>
                    <a:bodyPr/>
                    <a:lstStyle/>
                    <a:p>
                      <a:r>
                        <a:rPr lang="en-IN" b="0" dirty="0"/>
                        <a:t>1132</a:t>
                      </a:r>
                    </a:p>
                  </a:txBody>
                  <a:tcPr/>
                </a:tc>
                <a:tc>
                  <a:txBody>
                    <a:bodyPr/>
                    <a:lstStyle/>
                    <a:p>
                      <a:r>
                        <a:rPr lang="en-IN" b="0" dirty="0"/>
                        <a:t>1313</a:t>
                      </a:r>
                    </a:p>
                  </a:txBody>
                  <a:tcPr/>
                </a:tc>
                <a:tc>
                  <a:txBody>
                    <a:bodyPr/>
                    <a:lstStyle/>
                    <a:p>
                      <a:r>
                        <a:rPr lang="en-IN" b="0" dirty="0"/>
                        <a:t>745 (597)</a:t>
                      </a:r>
                    </a:p>
                  </a:txBody>
                  <a:tcPr/>
                </a:tc>
                <a:tc>
                  <a:txBody>
                    <a:bodyPr/>
                    <a:lstStyle/>
                    <a:p>
                      <a:endParaRPr lang="en-IN" b="0" dirty="0"/>
                    </a:p>
                  </a:txBody>
                  <a:tcPr/>
                </a:tc>
                <a:extLst>
                  <a:ext uri="{0D108BD9-81ED-4DB2-BD59-A6C34878D82A}">
                    <a16:rowId xmlns:a16="http://schemas.microsoft.com/office/drawing/2014/main" val="3536977194"/>
                  </a:ext>
                </a:extLst>
              </a:tr>
              <a:tr h="370840">
                <a:tc>
                  <a:txBody>
                    <a:bodyPr/>
                    <a:lstStyle/>
                    <a:p>
                      <a:r>
                        <a:rPr lang="en-US" b="1" dirty="0"/>
                        <a:t>Delta Net Capex</a:t>
                      </a:r>
                      <a:endParaRPr lang="en-IN" b="1" dirty="0"/>
                    </a:p>
                  </a:txBody>
                  <a:tcPr/>
                </a:tc>
                <a:tc>
                  <a:txBody>
                    <a:bodyPr/>
                    <a:lstStyle/>
                    <a:p>
                      <a:r>
                        <a:rPr lang="en-IN" b="0" dirty="0"/>
                        <a:t>575</a:t>
                      </a:r>
                    </a:p>
                  </a:txBody>
                  <a:tcPr/>
                </a:tc>
                <a:tc>
                  <a:txBody>
                    <a:bodyPr/>
                    <a:lstStyle/>
                    <a:p>
                      <a:r>
                        <a:rPr lang="en-IN" b="0" dirty="0"/>
                        <a:t>959</a:t>
                      </a:r>
                    </a:p>
                  </a:txBody>
                  <a:tcPr/>
                </a:tc>
                <a:tc>
                  <a:txBody>
                    <a:bodyPr/>
                    <a:lstStyle/>
                    <a:p>
                      <a:r>
                        <a:rPr lang="en-IN" b="0" dirty="0"/>
                        <a:t>955</a:t>
                      </a:r>
                    </a:p>
                  </a:txBody>
                  <a:tcPr/>
                </a:tc>
                <a:tc>
                  <a:txBody>
                    <a:bodyPr/>
                    <a:lstStyle/>
                    <a:p>
                      <a:r>
                        <a:rPr lang="en-IN" b="0" dirty="0"/>
                        <a:t>598</a:t>
                      </a:r>
                    </a:p>
                  </a:txBody>
                  <a:tcPr/>
                </a:tc>
                <a:tc>
                  <a:txBody>
                    <a:bodyPr/>
                    <a:lstStyle/>
                    <a:p>
                      <a:r>
                        <a:rPr lang="en-IN" b="1" dirty="0"/>
                        <a:t>28832</a:t>
                      </a:r>
                    </a:p>
                  </a:txBody>
                  <a:tcPr/>
                </a:tc>
                <a:tc>
                  <a:txBody>
                    <a:bodyPr/>
                    <a:lstStyle/>
                    <a:p>
                      <a:endParaRPr lang="en-IN" b="0" dirty="0"/>
                    </a:p>
                  </a:txBody>
                  <a:tcPr/>
                </a:tc>
                <a:extLst>
                  <a:ext uri="{0D108BD9-81ED-4DB2-BD59-A6C34878D82A}">
                    <a16:rowId xmlns:a16="http://schemas.microsoft.com/office/drawing/2014/main" val="3214060203"/>
                  </a:ext>
                </a:extLst>
              </a:tr>
              <a:tr h="370840">
                <a:tc>
                  <a:txBody>
                    <a:bodyPr/>
                    <a:lstStyle/>
                    <a:p>
                      <a:r>
                        <a:rPr lang="en-US" b="1" dirty="0"/>
                        <a:t>+ D&amp;A</a:t>
                      </a:r>
                      <a:endParaRPr lang="en-IN" b="1" dirty="0"/>
                    </a:p>
                  </a:txBody>
                  <a:tcPr/>
                </a:tc>
                <a:tc>
                  <a:txBody>
                    <a:bodyPr/>
                    <a:lstStyle/>
                    <a:p>
                      <a:r>
                        <a:rPr lang="en-IN" b="0" dirty="0"/>
                        <a:t>1355</a:t>
                      </a:r>
                    </a:p>
                  </a:txBody>
                  <a:tcPr/>
                </a:tc>
                <a:tc>
                  <a:txBody>
                    <a:bodyPr/>
                    <a:lstStyle/>
                    <a:p>
                      <a:r>
                        <a:rPr lang="en-IN" b="0" dirty="0"/>
                        <a:t>1216</a:t>
                      </a:r>
                    </a:p>
                  </a:txBody>
                  <a:tcPr/>
                </a:tc>
                <a:tc>
                  <a:txBody>
                    <a:bodyPr/>
                    <a:lstStyle/>
                    <a:p>
                      <a:r>
                        <a:rPr lang="en-IN" b="0" dirty="0"/>
                        <a:t>1137</a:t>
                      </a:r>
                    </a:p>
                  </a:txBody>
                  <a:tcPr/>
                </a:tc>
                <a:tc>
                  <a:txBody>
                    <a:bodyPr/>
                    <a:lstStyle/>
                    <a:p>
                      <a:r>
                        <a:rPr lang="en-IN" b="0" dirty="0"/>
                        <a:t>1091</a:t>
                      </a:r>
                    </a:p>
                  </a:txBody>
                  <a:tcPr/>
                </a:tc>
                <a:tc>
                  <a:txBody>
                    <a:bodyPr/>
                    <a:lstStyle/>
                    <a:p>
                      <a:r>
                        <a:rPr lang="en-IN" b="1" dirty="0"/>
                        <a:t>1074</a:t>
                      </a:r>
                    </a:p>
                  </a:txBody>
                  <a:tcPr/>
                </a:tc>
                <a:tc>
                  <a:txBody>
                    <a:bodyPr/>
                    <a:lstStyle/>
                    <a:p>
                      <a:endParaRPr lang="en-IN" b="0" dirty="0"/>
                    </a:p>
                  </a:txBody>
                  <a:tcPr/>
                </a:tc>
                <a:extLst>
                  <a:ext uri="{0D108BD9-81ED-4DB2-BD59-A6C34878D82A}">
                    <a16:rowId xmlns:a16="http://schemas.microsoft.com/office/drawing/2014/main" val="1393536268"/>
                  </a:ext>
                </a:extLst>
              </a:tr>
              <a:tr h="370840">
                <a:tc>
                  <a:txBody>
                    <a:bodyPr/>
                    <a:lstStyle/>
                    <a:p>
                      <a:r>
                        <a:rPr lang="en-US" b="1" dirty="0"/>
                        <a:t>Gross Capex</a:t>
                      </a:r>
                      <a:endParaRPr lang="en-IN" b="1" dirty="0"/>
                    </a:p>
                  </a:txBody>
                  <a:tcPr/>
                </a:tc>
                <a:tc>
                  <a:txBody>
                    <a:bodyPr/>
                    <a:lstStyle/>
                    <a:p>
                      <a:r>
                        <a:rPr lang="en-IN" b="1" dirty="0"/>
                        <a:t>1930</a:t>
                      </a:r>
                    </a:p>
                  </a:txBody>
                  <a:tcPr/>
                </a:tc>
                <a:tc>
                  <a:txBody>
                    <a:bodyPr/>
                    <a:lstStyle/>
                    <a:p>
                      <a:r>
                        <a:rPr lang="en-IN" b="1" dirty="0"/>
                        <a:t>2175</a:t>
                      </a:r>
                    </a:p>
                  </a:txBody>
                  <a:tcPr/>
                </a:tc>
                <a:tc>
                  <a:txBody>
                    <a:bodyPr/>
                    <a:lstStyle/>
                    <a:p>
                      <a:r>
                        <a:rPr lang="en-IN" b="1" dirty="0"/>
                        <a:t>2092</a:t>
                      </a:r>
                    </a:p>
                  </a:txBody>
                  <a:tcPr/>
                </a:tc>
                <a:tc>
                  <a:txBody>
                    <a:bodyPr/>
                    <a:lstStyle/>
                    <a:p>
                      <a:r>
                        <a:rPr lang="en-IN" b="1" dirty="0"/>
                        <a:t>1689</a:t>
                      </a:r>
                    </a:p>
                  </a:txBody>
                  <a:tcPr/>
                </a:tc>
                <a:tc>
                  <a:txBody>
                    <a:bodyPr/>
                    <a:lstStyle/>
                    <a:p>
                      <a:r>
                        <a:rPr lang="en-IN" b="1" dirty="0"/>
                        <a:t>29906</a:t>
                      </a:r>
                    </a:p>
                  </a:txBody>
                  <a:tcPr/>
                </a:tc>
                <a:tc>
                  <a:txBody>
                    <a:bodyPr/>
                    <a:lstStyle/>
                    <a:p>
                      <a:endParaRPr lang="en-IN" b="1" dirty="0"/>
                    </a:p>
                  </a:txBody>
                  <a:tcPr/>
                </a:tc>
                <a:extLst>
                  <a:ext uri="{0D108BD9-81ED-4DB2-BD59-A6C34878D82A}">
                    <a16:rowId xmlns:a16="http://schemas.microsoft.com/office/drawing/2014/main" val="3460146079"/>
                  </a:ext>
                </a:extLst>
              </a:tr>
              <a:tr h="370840">
                <a:tc>
                  <a:txBody>
                    <a:bodyPr/>
                    <a:lstStyle/>
                    <a:p>
                      <a:r>
                        <a:rPr lang="en-US" b="1" dirty="0"/>
                        <a:t>CFO</a:t>
                      </a:r>
                      <a:endParaRPr lang="en-IN" b="1" dirty="0"/>
                    </a:p>
                  </a:txBody>
                  <a:tcPr/>
                </a:tc>
                <a:tc>
                  <a:txBody>
                    <a:bodyPr/>
                    <a:lstStyle/>
                    <a:p>
                      <a:r>
                        <a:rPr lang="en-IN" b="1" dirty="0"/>
                        <a:t>11886</a:t>
                      </a:r>
                    </a:p>
                  </a:txBody>
                  <a:tcPr/>
                </a:tc>
                <a:tc>
                  <a:txBody>
                    <a:bodyPr/>
                    <a:lstStyle/>
                    <a:p>
                      <a:r>
                        <a:rPr lang="en-IN" b="1" dirty="0"/>
                        <a:t>15469</a:t>
                      </a:r>
                    </a:p>
                  </a:txBody>
                  <a:tcPr/>
                </a:tc>
                <a:tc>
                  <a:txBody>
                    <a:bodyPr/>
                    <a:lstStyle/>
                    <a:p>
                      <a:r>
                        <a:rPr lang="en-IN" b="1" dirty="0"/>
                        <a:t>9991</a:t>
                      </a:r>
                    </a:p>
                  </a:txBody>
                  <a:tcPr/>
                </a:tc>
                <a:tc>
                  <a:txBody>
                    <a:bodyPr/>
                    <a:lstStyle/>
                    <a:p>
                      <a:r>
                        <a:rPr lang="en-IN" b="1" dirty="0"/>
                        <a:t>9048</a:t>
                      </a:r>
                    </a:p>
                  </a:txBody>
                  <a:tcPr/>
                </a:tc>
                <a:tc>
                  <a:txBody>
                    <a:bodyPr/>
                    <a:lstStyle/>
                    <a:p>
                      <a:r>
                        <a:rPr lang="en-IN" b="1" dirty="0"/>
                        <a:t>9163</a:t>
                      </a:r>
                    </a:p>
                  </a:txBody>
                  <a:tcPr/>
                </a:tc>
                <a:tc>
                  <a:txBody>
                    <a:bodyPr/>
                    <a:lstStyle/>
                    <a:p>
                      <a:endParaRPr lang="en-IN" b="1" dirty="0"/>
                    </a:p>
                  </a:txBody>
                  <a:tcPr/>
                </a:tc>
                <a:extLst>
                  <a:ext uri="{0D108BD9-81ED-4DB2-BD59-A6C34878D82A}">
                    <a16:rowId xmlns:a16="http://schemas.microsoft.com/office/drawing/2014/main" val="2321491710"/>
                  </a:ext>
                </a:extLst>
              </a:tr>
              <a:tr h="370840">
                <a:tc>
                  <a:txBody>
                    <a:bodyPr/>
                    <a:lstStyle/>
                    <a:p>
                      <a:r>
                        <a:rPr lang="en-US" b="1" dirty="0"/>
                        <a:t>CFO to  Capex </a:t>
                      </a:r>
                      <a:endParaRPr lang="en-IN" b="1" dirty="0"/>
                    </a:p>
                  </a:txBody>
                  <a:tcPr/>
                </a:tc>
                <a:tc>
                  <a:txBody>
                    <a:bodyPr/>
                    <a:lstStyle/>
                    <a:p>
                      <a:r>
                        <a:rPr lang="en-IN" b="1" dirty="0"/>
                        <a:t>6.16</a:t>
                      </a:r>
                    </a:p>
                  </a:txBody>
                  <a:tcPr/>
                </a:tc>
                <a:tc>
                  <a:txBody>
                    <a:bodyPr/>
                    <a:lstStyle/>
                    <a:p>
                      <a:r>
                        <a:rPr lang="en-IN" b="1" dirty="0"/>
                        <a:t>7.11</a:t>
                      </a:r>
                    </a:p>
                  </a:txBody>
                  <a:tcPr/>
                </a:tc>
                <a:tc>
                  <a:txBody>
                    <a:bodyPr/>
                    <a:lstStyle/>
                    <a:p>
                      <a:r>
                        <a:rPr lang="en-IN" b="1" dirty="0"/>
                        <a:t>4.78</a:t>
                      </a:r>
                    </a:p>
                  </a:txBody>
                  <a:tcPr/>
                </a:tc>
                <a:tc>
                  <a:txBody>
                    <a:bodyPr/>
                    <a:lstStyle/>
                    <a:p>
                      <a:r>
                        <a:rPr lang="en-IN" b="1" dirty="0"/>
                        <a:t>5.36</a:t>
                      </a:r>
                    </a:p>
                  </a:txBody>
                  <a:tcPr/>
                </a:tc>
                <a:tc>
                  <a:txBody>
                    <a:bodyPr/>
                    <a:lstStyle/>
                    <a:p>
                      <a:r>
                        <a:rPr lang="en-IN" b="1" dirty="0"/>
                        <a:t>0.31</a:t>
                      </a:r>
                    </a:p>
                  </a:txBody>
                  <a:tcPr/>
                </a:tc>
                <a:tc>
                  <a:txBody>
                    <a:bodyPr/>
                    <a:lstStyle/>
                    <a:p>
                      <a:r>
                        <a:rPr lang="en-IN" b="1" dirty="0">
                          <a:highlight>
                            <a:srgbClr val="FFFF00"/>
                          </a:highlight>
                        </a:rPr>
                        <a:t>4.74 times</a:t>
                      </a:r>
                    </a:p>
                  </a:txBody>
                  <a:tcPr/>
                </a:tc>
                <a:extLst>
                  <a:ext uri="{0D108BD9-81ED-4DB2-BD59-A6C34878D82A}">
                    <a16:rowId xmlns:a16="http://schemas.microsoft.com/office/drawing/2014/main" val="465015700"/>
                  </a:ext>
                </a:extLst>
              </a:tr>
            </a:tbl>
          </a:graphicData>
        </a:graphic>
      </p:graphicFrame>
    </p:spTree>
    <p:extLst>
      <p:ext uri="{BB962C8B-B14F-4D97-AF65-F5344CB8AC3E}">
        <p14:creationId xmlns:p14="http://schemas.microsoft.com/office/powerpoint/2010/main" val="25593837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AACC9-E125-4B02-B6EC-343FA8A674AA}"/>
              </a:ext>
            </a:extLst>
          </p:cNvPr>
          <p:cNvSpPr>
            <a:spLocks noGrp="1"/>
          </p:cNvSpPr>
          <p:nvPr>
            <p:ph type="title"/>
          </p:nvPr>
        </p:nvSpPr>
        <p:spPr/>
        <p:txBody>
          <a:bodyPr>
            <a:normAutofit/>
          </a:bodyPr>
          <a:lstStyle/>
          <a:p>
            <a:pPr algn="ctr"/>
            <a:r>
              <a:rPr lang="en-US" sz="4000" b="1" dirty="0"/>
              <a:t>CFO to Total Debt </a:t>
            </a:r>
            <a:r>
              <a:rPr lang="en-US" sz="4000" dirty="0"/>
              <a:t>– </a:t>
            </a:r>
            <a:r>
              <a:rPr lang="en-US" sz="4000" b="1" u="sng" dirty="0"/>
              <a:t>HUL</a:t>
            </a:r>
            <a:r>
              <a:rPr lang="en-US" sz="4000" dirty="0"/>
              <a:t> – Last 5 </a:t>
            </a:r>
            <a:r>
              <a:rPr lang="en-US" sz="4000" dirty="0" err="1"/>
              <a:t>Fys</a:t>
            </a:r>
            <a:endParaRPr lang="en-IN" sz="4000" dirty="0"/>
          </a:p>
        </p:txBody>
      </p:sp>
      <p:sp>
        <p:nvSpPr>
          <p:cNvPr id="3" name="Content Placeholder 2">
            <a:extLst>
              <a:ext uri="{FF2B5EF4-FFF2-40B4-BE49-F238E27FC236}">
                <a16:creationId xmlns:a16="http://schemas.microsoft.com/office/drawing/2014/main" id="{822A8D43-2796-4083-AC94-5717CDF74FB0}"/>
              </a:ext>
            </a:extLst>
          </p:cNvPr>
          <p:cNvSpPr>
            <a:spLocks noGrp="1"/>
          </p:cNvSpPr>
          <p:nvPr>
            <p:ph idx="1"/>
          </p:nvPr>
        </p:nvSpPr>
        <p:spPr/>
        <p:txBody>
          <a:bodyPr/>
          <a:lstStyle/>
          <a:p>
            <a:endParaRPr lang="en-IN"/>
          </a:p>
        </p:txBody>
      </p:sp>
      <p:graphicFrame>
        <p:nvGraphicFramePr>
          <p:cNvPr id="4" name="Table 4">
            <a:extLst>
              <a:ext uri="{FF2B5EF4-FFF2-40B4-BE49-F238E27FC236}">
                <a16:creationId xmlns:a16="http://schemas.microsoft.com/office/drawing/2014/main" id="{63618E6B-08F0-457A-ACB9-A8E683DB7111}"/>
              </a:ext>
            </a:extLst>
          </p:cNvPr>
          <p:cNvGraphicFramePr>
            <a:graphicFrameLocks/>
          </p:cNvGraphicFramePr>
          <p:nvPr/>
        </p:nvGraphicFramePr>
        <p:xfrm>
          <a:off x="838200" y="1825625"/>
          <a:ext cx="10515603" cy="2392680"/>
        </p:xfrm>
        <a:graphic>
          <a:graphicData uri="http://schemas.openxmlformats.org/drawingml/2006/table">
            <a:tbl>
              <a:tblPr firstRow="1" bandRow="1">
                <a:tableStyleId>{93296810-A885-4BE3-A3E7-6D5BEEA58F35}</a:tableStyleId>
              </a:tblPr>
              <a:tblGrid>
                <a:gridCol w="1502229">
                  <a:extLst>
                    <a:ext uri="{9D8B030D-6E8A-4147-A177-3AD203B41FA5}">
                      <a16:colId xmlns:a16="http://schemas.microsoft.com/office/drawing/2014/main" val="3403792412"/>
                    </a:ext>
                  </a:extLst>
                </a:gridCol>
                <a:gridCol w="1502229">
                  <a:extLst>
                    <a:ext uri="{9D8B030D-6E8A-4147-A177-3AD203B41FA5}">
                      <a16:colId xmlns:a16="http://schemas.microsoft.com/office/drawing/2014/main" val="1323928238"/>
                    </a:ext>
                  </a:extLst>
                </a:gridCol>
                <a:gridCol w="1502229">
                  <a:extLst>
                    <a:ext uri="{9D8B030D-6E8A-4147-A177-3AD203B41FA5}">
                      <a16:colId xmlns:a16="http://schemas.microsoft.com/office/drawing/2014/main" val="2395565609"/>
                    </a:ext>
                  </a:extLst>
                </a:gridCol>
                <a:gridCol w="1502229">
                  <a:extLst>
                    <a:ext uri="{9D8B030D-6E8A-4147-A177-3AD203B41FA5}">
                      <a16:colId xmlns:a16="http://schemas.microsoft.com/office/drawing/2014/main" val="2929787704"/>
                    </a:ext>
                  </a:extLst>
                </a:gridCol>
                <a:gridCol w="1502229">
                  <a:extLst>
                    <a:ext uri="{9D8B030D-6E8A-4147-A177-3AD203B41FA5}">
                      <a16:colId xmlns:a16="http://schemas.microsoft.com/office/drawing/2014/main" val="2884300378"/>
                    </a:ext>
                  </a:extLst>
                </a:gridCol>
                <a:gridCol w="1502229">
                  <a:extLst>
                    <a:ext uri="{9D8B030D-6E8A-4147-A177-3AD203B41FA5}">
                      <a16:colId xmlns:a16="http://schemas.microsoft.com/office/drawing/2014/main" val="783594773"/>
                    </a:ext>
                  </a:extLst>
                </a:gridCol>
                <a:gridCol w="1502229">
                  <a:extLst>
                    <a:ext uri="{9D8B030D-6E8A-4147-A177-3AD203B41FA5}">
                      <a16:colId xmlns:a16="http://schemas.microsoft.com/office/drawing/2014/main" val="3333496656"/>
                    </a:ext>
                  </a:extLst>
                </a:gridCol>
              </a:tblGrid>
              <a:tr h="37084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 2024</a:t>
                      </a:r>
                    </a:p>
                  </a:txBody>
                  <a:tcPr/>
                </a:tc>
                <a:tc>
                  <a:txBody>
                    <a:bodyPr/>
                    <a:lstStyle/>
                    <a:p>
                      <a:r>
                        <a:rPr lang="en-IN" dirty="0"/>
                        <a:t>March 2023</a:t>
                      </a:r>
                    </a:p>
                  </a:txBody>
                  <a:tcPr/>
                </a:tc>
                <a:tc>
                  <a:txBody>
                    <a:bodyPr/>
                    <a:lstStyle/>
                    <a:p>
                      <a:r>
                        <a:rPr lang="en-IN" dirty="0"/>
                        <a:t>2022</a:t>
                      </a:r>
                    </a:p>
                  </a:txBody>
                  <a:tcPr/>
                </a:tc>
                <a:tc>
                  <a:txBody>
                    <a:bodyPr/>
                    <a:lstStyle/>
                    <a:p>
                      <a:r>
                        <a:rPr lang="en-IN" dirty="0"/>
                        <a:t>2021</a:t>
                      </a:r>
                    </a:p>
                  </a:txBody>
                  <a:tcPr/>
                </a:tc>
                <a:tc>
                  <a:txBody>
                    <a:bodyPr/>
                    <a:lstStyle/>
                    <a:p>
                      <a:r>
                        <a:rPr lang="en-IN" dirty="0"/>
                        <a:t>5 Year Average</a:t>
                      </a:r>
                    </a:p>
                  </a:txBody>
                  <a:tcPr/>
                </a:tc>
                <a:extLst>
                  <a:ext uri="{0D108BD9-81ED-4DB2-BD59-A6C34878D82A}">
                    <a16:rowId xmlns:a16="http://schemas.microsoft.com/office/drawing/2014/main" val="2036340585"/>
                  </a:ext>
                </a:extLst>
              </a:tr>
              <a:tr h="370840">
                <a:tc>
                  <a:txBody>
                    <a:bodyPr/>
                    <a:lstStyle/>
                    <a:p>
                      <a:r>
                        <a:rPr lang="en-US" b="1" dirty="0"/>
                        <a:t>CFO</a:t>
                      </a:r>
                    </a:p>
                  </a:txBody>
                  <a:tcPr/>
                </a:tc>
                <a:tc>
                  <a:txBody>
                    <a:bodyPr/>
                    <a:lstStyle/>
                    <a:p>
                      <a:r>
                        <a:rPr lang="en-IN" b="1" dirty="0"/>
                        <a:t>11886</a:t>
                      </a:r>
                    </a:p>
                  </a:txBody>
                  <a:tcPr/>
                </a:tc>
                <a:tc>
                  <a:txBody>
                    <a:bodyPr/>
                    <a:lstStyle/>
                    <a:p>
                      <a:r>
                        <a:rPr lang="en-IN" b="1" dirty="0"/>
                        <a:t>15469</a:t>
                      </a:r>
                    </a:p>
                  </a:txBody>
                  <a:tcPr/>
                </a:tc>
                <a:tc>
                  <a:txBody>
                    <a:bodyPr/>
                    <a:lstStyle/>
                    <a:p>
                      <a:r>
                        <a:rPr lang="en-IN" b="1" dirty="0"/>
                        <a:t>9991</a:t>
                      </a:r>
                    </a:p>
                  </a:txBody>
                  <a:tcPr/>
                </a:tc>
                <a:tc>
                  <a:txBody>
                    <a:bodyPr/>
                    <a:lstStyle/>
                    <a:p>
                      <a:r>
                        <a:rPr lang="en-IN" b="1" dirty="0"/>
                        <a:t>9048</a:t>
                      </a:r>
                    </a:p>
                  </a:txBody>
                  <a:tcPr/>
                </a:tc>
                <a:tc>
                  <a:txBody>
                    <a:bodyPr/>
                    <a:lstStyle/>
                    <a:p>
                      <a:r>
                        <a:rPr lang="en-IN" b="1" dirty="0"/>
                        <a:t>9163</a:t>
                      </a:r>
                    </a:p>
                  </a:txBody>
                  <a:tcPr/>
                </a:tc>
                <a:tc>
                  <a:txBody>
                    <a:bodyPr/>
                    <a:lstStyle/>
                    <a:p>
                      <a:endParaRPr lang="en-IN" b="1" dirty="0"/>
                    </a:p>
                  </a:txBody>
                  <a:tcPr/>
                </a:tc>
                <a:extLst>
                  <a:ext uri="{0D108BD9-81ED-4DB2-BD59-A6C34878D82A}">
                    <a16:rowId xmlns:a16="http://schemas.microsoft.com/office/drawing/2014/main" val="2876592805"/>
                  </a:ext>
                </a:extLst>
              </a:tr>
              <a:tr h="370840">
                <a:tc>
                  <a:txBody>
                    <a:bodyPr/>
                    <a:lstStyle/>
                    <a:p>
                      <a:r>
                        <a:rPr lang="en-US" b="1" dirty="0"/>
                        <a:t>Total Debt</a:t>
                      </a:r>
                    </a:p>
                  </a:txBody>
                  <a:tcPr/>
                </a:tc>
                <a:tc>
                  <a:txBody>
                    <a:bodyPr/>
                    <a:lstStyle/>
                    <a:p>
                      <a:r>
                        <a:rPr lang="en-IN" b="0" dirty="0"/>
                        <a:t>1</a:t>
                      </a:r>
                    </a:p>
                  </a:txBody>
                  <a:tcPr/>
                </a:tc>
                <a:tc>
                  <a:txBody>
                    <a:bodyPr/>
                    <a:lstStyle/>
                    <a:p>
                      <a:r>
                        <a:rPr lang="en-IN" b="0" dirty="0"/>
                        <a:t>13</a:t>
                      </a:r>
                    </a:p>
                  </a:txBody>
                  <a:tcPr/>
                </a:tc>
                <a:tc>
                  <a:txBody>
                    <a:bodyPr/>
                    <a:lstStyle/>
                    <a:p>
                      <a:r>
                        <a:rPr lang="en-IN" b="0" dirty="0"/>
                        <a:t>98</a:t>
                      </a:r>
                    </a:p>
                  </a:txBody>
                  <a:tcPr/>
                </a:tc>
                <a:tc>
                  <a:txBody>
                    <a:bodyPr/>
                    <a:lstStyle/>
                    <a:p>
                      <a:r>
                        <a:rPr lang="en-IN" b="0" dirty="0"/>
                        <a:t>0</a:t>
                      </a:r>
                    </a:p>
                  </a:txBody>
                  <a:tcPr/>
                </a:tc>
                <a:tc>
                  <a:txBody>
                    <a:bodyPr/>
                    <a:lstStyle/>
                    <a:p>
                      <a:r>
                        <a:rPr lang="en-IN" b="0" dirty="0"/>
                        <a:t>0</a:t>
                      </a:r>
                    </a:p>
                  </a:txBody>
                  <a:tcPr/>
                </a:tc>
                <a:tc>
                  <a:txBody>
                    <a:bodyPr/>
                    <a:lstStyle/>
                    <a:p>
                      <a:endParaRPr lang="en-IN" b="0" dirty="0"/>
                    </a:p>
                  </a:txBody>
                  <a:tcPr/>
                </a:tc>
                <a:extLst>
                  <a:ext uri="{0D108BD9-81ED-4DB2-BD59-A6C34878D82A}">
                    <a16:rowId xmlns:a16="http://schemas.microsoft.com/office/drawing/2014/main" val="2799190320"/>
                  </a:ext>
                </a:extLst>
              </a:tr>
              <a:tr h="370840">
                <a:tc>
                  <a:txBody>
                    <a:bodyPr/>
                    <a:lstStyle/>
                    <a:p>
                      <a:endParaRPr lang="en-US"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1775985502"/>
                  </a:ext>
                </a:extLst>
              </a:tr>
              <a:tr h="370840">
                <a:tc>
                  <a:txBody>
                    <a:bodyPr/>
                    <a:lstStyle/>
                    <a:p>
                      <a:r>
                        <a:rPr lang="en-US" b="1" dirty="0"/>
                        <a:t>CFO/Total Debt </a:t>
                      </a:r>
                    </a:p>
                  </a:txBody>
                  <a:tcPr/>
                </a:tc>
                <a:tc>
                  <a:txBody>
                    <a:bodyPr/>
                    <a:lstStyle/>
                    <a:p>
                      <a:r>
                        <a:rPr lang="en-IN" b="1" dirty="0"/>
                        <a:t>11886</a:t>
                      </a:r>
                    </a:p>
                  </a:txBody>
                  <a:tcPr/>
                </a:tc>
                <a:tc>
                  <a:txBody>
                    <a:bodyPr/>
                    <a:lstStyle/>
                    <a:p>
                      <a:r>
                        <a:rPr lang="en-IN" b="1" dirty="0"/>
                        <a:t>1190</a:t>
                      </a:r>
                    </a:p>
                  </a:txBody>
                  <a:tcPr/>
                </a:tc>
                <a:tc>
                  <a:txBody>
                    <a:bodyPr/>
                    <a:lstStyle/>
                    <a:p>
                      <a:r>
                        <a:rPr lang="en-IN" b="1" dirty="0"/>
                        <a:t>102</a:t>
                      </a:r>
                    </a:p>
                  </a:txBody>
                  <a:tcPr/>
                </a:tc>
                <a:tc>
                  <a:txBody>
                    <a:bodyPr/>
                    <a:lstStyle/>
                    <a:p>
                      <a:r>
                        <a:rPr lang="en-IN" b="1" dirty="0"/>
                        <a:t>NM</a:t>
                      </a:r>
                    </a:p>
                  </a:txBody>
                  <a:tcPr/>
                </a:tc>
                <a:tc>
                  <a:txBody>
                    <a:bodyPr/>
                    <a:lstStyle/>
                    <a:p>
                      <a:r>
                        <a:rPr lang="en-IN" b="1" dirty="0"/>
                        <a:t>NM</a:t>
                      </a:r>
                    </a:p>
                  </a:txBody>
                  <a:tcPr/>
                </a:tc>
                <a:tc>
                  <a:txBody>
                    <a:bodyPr/>
                    <a:lstStyle/>
                    <a:p>
                      <a:endParaRPr lang="en-IN" b="1" dirty="0"/>
                    </a:p>
                  </a:txBody>
                  <a:tcPr/>
                </a:tc>
                <a:extLst>
                  <a:ext uri="{0D108BD9-81ED-4DB2-BD59-A6C34878D82A}">
                    <a16:rowId xmlns:a16="http://schemas.microsoft.com/office/drawing/2014/main" val="2505796396"/>
                  </a:ext>
                </a:extLst>
              </a:tr>
            </a:tbl>
          </a:graphicData>
        </a:graphic>
      </p:graphicFrame>
    </p:spTree>
    <p:extLst>
      <p:ext uri="{BB962C8B-B14F-4D97-AF65-F5344CB8AC3E}">
        <p14:creationId xmlns:p14="http://schemas.microsoft.com/office/powerpoint/2010/main" val="96921481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AACC9-E125-4B02-B6EC-343FA8A674AA}"/>
              </a:ext>
            </a:extLst>
          </p:cNvPr>
          <p:cNvSpPr>
            <a:spLocks noGrp="1"/>
          </p:cNvSpPr>
          <p:nvPr>
            <p:ph type="title"/>
          </p:nvPr>
        </p:nvSpPr>
        <p:spPr/>
        <p:txBody>
          <a:bodyPr>
            <a:normAutofit/>
          </a:bodyPr>
          <a:lstStyle/>
          <a:p>
            <a:pPr algn="ctr"/>
            <a:r>
              <a:rPr lang="en-US" sz="3600" b="1" dirty="0"/>
              <a:t>CFO to Net Income </a:t>
            </a:r>
            <a:r>
              <a:rPr lang="en-US" sz="3600" dirty="0"/>
              <a:t>– </a:t>
            </a:r>
            <a:r>
              <a:rPr lang="en-US" sz="3600" b="1" u="sng" dirty="0"/>
              <a:t>HUL</a:t>
            </a:r>
            <a:r>
              <a:rPr lang="en-US" sz="3600" dirty="0"/>
              <a:t> – Last 5 </a:t>
            </a:r>
            <a:r>
              <a:rPr lang="en-US" sz="3600" dirty="0" err="1"/>
              <a:t>Fys</a:t>
            </a:r>
            <a:endParaRPr lang="en-IN" sz="3600" dirty="0"/>
          </a:p>
        </p:txBody>
      </p:sp>
      <p:sp>
        <p:nvSpPr>
          <p:cNvPr id="3" name="Content Placeholder 2">
            <a:extLst>
              <a:ext uri="{FF2B5EF4-FFF2-40B4-BE49-F238E27FC236}">
                <a16:creationId xmlns:a16="http://schemas.microsoft.com/office/drawing/2014/main" id="{822A8D43-2796-4083-AC94-5717CDF74FB0}"/>
              </a:ext>
            </a:extLst>
          </p:cNvPr>
          <p:cNvSpPr>
            <a:spLocks noGrp="1"/>
          </p:cNvSpPr>
          <p:nvPr>
            <p:ph idx="1"/>
          </p:nvPr>
        </p:nvSpPr>
        <p:spPr/>
        <p:txBody>
          <a:bodyPr/>
          <a:lstStyle/>
          <a:p>
            <a:endParaRPr lang="en-IN" dirty="0"/>
          </a:p>
        </p:txBody>
      </p:sp>
      <p:graphicFrame>
        <p:nvGraphicFramePr>
          <p:cNvPr id="4" name="Table 4">
            <a:extLst>
              <a:ext uri="{FF2B5EF4-FFF2-40B4-BE49-F238E27FC236}">
                <a16:creationId xmlns:a16="http://schemas.microsoft.com/office/drawing/2014/main" id="{63618E6B-08F0-457A-ACB9-A8E683DB7111}"/>
              </a:ext>
            </a:extLst>
          </p:cNvPr>
          <p:cNvGraphicFramePr>
            <a:graphicFrameLocks/>
          </p:cNvGraphicFramePr>
          <p:nvPr/>
        </p:nvGraphicFramePr>
        <p:xfrm>
          <a:off x="838200" y="1840865"/>
          <a:ext cx="10515603" cy="2926080"/>
        </p:xfrm>
        <a:graphic>
          <a:graphicData uri="http://schemas.openxmlformats.org/drawingml/2006/table">
            <a:tbl>
              <a:tblPr firstRow="1" bandRow="1">
                <a:tableStyleId>{21E4AEA4-8DFA-4A89-87EB-49C32662AFE0}</a:tableStyleId>
              </a:tblPr>
              <a:tblGrid>
                <a:gridCol w="1502229">
                  <a:extLst>
                    <a:ext uri="{9D8B030D-6E8A-4147-A177-3AD203B41FA5}">
                      <a16:colId xmlns:a16="http://schemas.microsoft.com/office/drawing/2014/main" val="3403792412"/>
                    </a:ext>
                  </a:extLst>
                </a:gridCol>
                <a:gridCol w="1502229">
                  <a:extLst>
                    <a:ext uri="{9D8B030D-6E8A-4147-A177-3AD203B41FA5}">
                      <a16:colId xmlns:a16="http://schemas.microsoft.com/office/drawing/2014/main" val="1323928238"/>
                    </a:ext>
                  </a:extLst>
                </a:gridCol>
                <a:gridCol w="1502229">
                  <a:extLst>
                    <a:ext uri="{9D8B030D-6E8A-4147-A177-3AD203B41FA5}">
                      <a16:colId xmlns:a16="http://schemas.microsoft.com/office/drawing/2014/main" val="2644255031"/>
                    </a:ext>
                  </a:extLst>
                </a:gridCol>
                <a:gridCol w="1502229">
                  <a:extLst>
                    <a:ext uri="{9D8B030D-6E8A-4147-A177-3AD203B41FA5}">
                      <a16:colId xmlns:a16="http://schemas.microsoft.com/office/drawing/2014/main" val="2929787704"/>
                    </a:ext>
                  </a:extLst>
                </a:gridCol>
                <a:gridCol w="1502229">
                  <a:extLst>
                    <a:ext uri="{9D8B030D-6E8A-4147-A177-3AD203B41FA5}">
                      <a16:colId xmlns:a16="http://schemas.microsoft.com/office/drawing/2014/main" val="2884300378"/>
                    </a:ext>
                  </a:extLst>
                </a:gridCol>
                <a:gridCol w="1238792">
                  <a:extLst>
                    <a:ext uri="{9D8B030D-6E8A-4147-A177-3AD203B41FA5}">
                      <a16:colId xmlns:a16="http://schemas.microsoft.com/office/drawing/2014/main" val="783594773"/>
                    </a:ext>
                  </a:extLst>
                </a:gridCol>
                <a:gridCol w="1765666">
                  <a:extLst>
                    <a:ext uri="{9D8B030D-6E8A-4147-A177-3AD203B41FA5}">
                      <a16:colId xmlns:a16="http://schemas.microsoft.com/office/drawing/2014/main" val="3333496656"/>
                    </a:ext>
                  </a:extLst>
                </a:gridCol>
              </a:tblGrid>
              <a:tr h="324664">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 2024</a:t>
                      </a:r>
                    </a:p>
                  </a:txBody>
                  <a:tcPr/>
                </a:tc>
                <a:tc>
                  <a:txBody>
                    <a:bodyPr/>
                    <a:lstStyle/>
                    <a:p>
                      <a:r>
                        <a:rPr lang="en-IN" dirty="0"/>
                        <a:t>2023</a:t>
                      </a:r>
                    </a:p>
                  </a:txBody>
                  <a:tcPr/>
                </a:tc>
                <a:tc>
                  <a:txBody>
                    <a:bodyPr/>
                    <a:lstStyle/>
                    <a:p>
                      <a:r>
                        <a:rPr lang="en-IN" dirty="0"/>
                        <a:t>2022</a:t>
                      </a:r>
                    </a:p>
                  </a:txBody>
                  <a:tcPr/>
                </a:tc>
                <a:tc>
                  <a:txBody>
                    <a:bodyPr/>
                    <a:lstStyle/>
                    <a:p>
                      <a:r>
                        <a:rPr lang="en-IN" dirty="0"/>
                        <a:t>2021</a:t>
                      </a:r>
                    </a:p>
                  </a:txBody>
                  <a:tcPr/>
                </a:tc>
                <a:tc>
                  <a:txBody>
                    <a:bodyPr/>
                    <a:lstStyle/>
                    <a:p>
                      <a:r>
                        <a:rPr lang="en-IN" dirty="0"/>
                        <a:t>5 Year Average</a:t>
                      </a:r>
                    </a:p>
                  </a:txBody>
                  <a:tcPr/>
                </a:tc>
                <a:extLst>
                  <a:ext uri="{0D108BD9-81ED-4DB2-BD59-A6C34878D82A}">
                    <a16:rowId xmlns:a16="http://schemas.microsoft.com/office/drawing/2014/main" val="2036340585"/>
                  </a:ext>
                </a:extLst>
              </a:tr>
              <a:tr h="324664">
                <a:tc>
                  <a:txBody>
                    <a:bodyPr/>
                    <a:lstStyle/>
                    <a:p>
                      <a:r>
                        <a:rPr lang="en-US" b="1" dirty="0"/>
                        <a:t>CFO</a:t>
                      </a:r>
                    </a:p>
                  </a:txBody>
                  <a:tcPr/>
                </a:tc>
                <a:tc>
                  <a:txBody>
                    <a:bodyPr/>
                    <a:lstStyle/>
                    <a:p>
                      <a:r>
                        <a:rPr lang="en-IN" b="1" dirty="0"/>
                        <a:t>11886</a:t>
                      </a:r>
                    </a:p>
                  </a:txBody>
                  <a:tcPr/>
                </a:tc>
                <a:tc>
                  <a:txBody>
                    <a:bodyPr/>
                    <a:lstStyle/>
                    <a:p>
                      <a:r>
                        <a:rPr lang="en-IN" b="1" dirty="0"/>
                        <a:t>15469</a:t>
                      </a:r>
                    </a:p>
                  </a:txBody>
                  <a:tcPr/>
                </a:tc>
                <a:tc>
                  <a:txBody>
                    <a:bodyPr/>
                    <a:lstStyle/>
                    <a:p>
                      <a:r>
                        <a:rPr lang="en-IN" b="1" dirty="0"/>
                        <a:t>9991</a:t>
                      </a:r>
                    </a:p>
                  </a:txBody>
                  <a:tcPr/>
                </a:tc>
                <a:tc>
                  <a:txBody>
                    <a:bodyPr/>
                    <a:lstStyle/>
                    <a:p>
                      <a:r>
                        <a:rPr lang="en-IN" b="1" dirty="0"/>
                        <a:t>9048</a:t>
                      </a:r>
                    </a:p>
                  </a:txBody>
                  <a:tcPr/>
                </a:tc>
                <a:tc>
                  <a:txBody>
                    <a:bodyPr/>
                    <a:lstStyle/>
                    <a:p>
                      <a:r>
                        <a:rPr lang="en-IN" b="1" dirty="0"/>
                        <a:t>9163</a:t>
                      </a:r>
                    </a:p>
                  </a:txBody>
                  <a:tcPr/>
                </a:tc>
                <a:tc>
                  <a:txBody>
                    <a:bodyPr/>
                    <a:lstStyle/>
                    <a:p>
                      <a:endParaRPr lang="en-IN" b="1" dirty="0"/>
                    </a:p>
                  </a:txBody>
                  <a:tcPr/>
                </a:tc>
                <a:extLst>
                  <a:ext uri="{0D108BD9-81ED-4DB2-BD59-A6C34878D82A}">
                    <a16:rowId xmlns:a16="http://schemas.microsoft.com/office/drawing/2014/main" val="2876592805"/>
                  </a:ext>
                </a:extLst>
              </a:tr>
              <a:tr h="1040703">
                <a:tc>
                  <a:txBody>
                    <a:bodyPr/>
                    <a:lstStyle/>
                    <a:p>
                      <a:r>
                        <a:rPr lang="en-US" b="1" dirty="0"/>
                        <a:t>Net Income </a:t>
                      </a:r>
                    </a:p>
                    <a:p>
                      <a:r>
                        <a:rPr lang="en-US" b="1" dirty="0"/>
                        <a:t>( Reported Profit for period)</a:t>
                      </a:r>
                    </a:p>
                  </a:txBody>
                  <a:tcPr/>
                </a:tc>
                <a:tc>
                  <a:txBody>
                    <a:bodyPr/>
                    <a:lstStyle/>
                    <a:p>
                      <a:r>
                        <a:rPr lang="en-IN" b="1" dirty="0"/>
                        <a:t>10679</a:t>
                      </a:r>
                    </a:p>
                  </a:txBody>
                  <a:tcPr/>
                </a:tc>
                <a:tc>
                  <a:txBody>
                    <a:bodyPr/>
                    <a:lstStyle/>
                    <a:p>
                      <a:r>
                        <a:rPr lang="en-IN" b="1" dirty="0"/>
                        <a:t>10286</a:t>
                      </a:r>
                    </a:p>
                  </a:txBody>
                  <a:tcPr/>
                </a:tc>
                <a:tc>
                  <a:txBody>
                    <a:bodyPr/>
                    <a:lstStyle/>
                    <a:p>
                      <a:r>
                        <a:rPr lang="en-IN" b="1" dirty="0"/>
                        <a:t>10144</a:t>
                      </a:r>
                    </a:p>
                  </a:txBody>
                  <a:tcPr/>
                </a:tc>
                <a:tc>
                  <a:txBody>
                    <a:bodyPr/>
                    <a:lstStyle/>
                    <a:p>
                      <a:r>
                        <a:rPr lang="en-IN" b="1" dirty="0"/>
                        <a:t>8892</a:t>
                      </a:r>
                    </a:p>
                  </a:txBody>
                  <a:tcPr/>
                </a:tc>
                <a:tc>
                  <a:txBody>
                    <a:bodyPr/>
                    <a:lstStyle/>
                    <a:p>
                      <a:r>
                        <a:rPr lang="en-IN" b="1" dirty="0"/>
                        <a:t>7999</a:t>
                      </a:r>
                    </a:p>
                  </a:txBody>
                  <a:tcPr/>
                </a:tc>
                <a:tc>
                  <a:txBody>
                    <a:bodyPr/>
                    <a:lstStyle/>
                    <a:p>
                      <a:endParaRPr lang="en-IN" b="1" dirty="0"/>
                    </a:p>
                  </a:txBody>
                  <a:tcPr/>
                </a:tc>
                <a:extLst>
                  <a:ext uri="{0D108BD9-81ED-4DB2-BD59-A6C34878D82A}">
                    <a16:rowId xmlns:a16="http://schemas.microsoft.com/office/drawing/2014/main" val="2799190320"/>
                  </a:ext>
                </a:extLst>
              </a:tr>
              <a:tr h="324664">
                <a:tc>
                  <a:txBody>
                    <a:bodyPr/>
                    <a:lstStyle/>
                    <a:p>
                      <a:endParaRPr lang="en-US"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1775985502"/>
                  </a:ext>
                </a:extLst>
              </a:tr>
              <a:tr h="560379">
                <a:tc>
                  <a:txBody>
                    <a:bodyPr/>
                    <a:lstStyle/>
                    <a:p>
                      <a:r>
                        <a:rPr lang="en-US" b="1" dirty="0"/>
                        <a:t>CFO/ Net Income</a:t>
                      </a:r>
                    </a:p>
                  </a:txBody>
                  <a:tcPr/>
                </a:tc>
                <a:tc>
                  <a:txBody>
                    <a:bodyPr/>
                    <a:lstStyle/>
                    <a:p>
                      <a:r>
                        <a:rPr lang="en-IN" b="1" dirty="0">
                          <a:solidFill>
                            <a:schemeClr val="bg2">
                              <a:lumMod val="10000"/>
                            </a:schemeClr>
                          </a:solidFill>
                        </a:rPr>
                        <a:t>1.11</a:t>
                      </a:r>
                    </a:p>
                  </a:txBody>
                  <a:tcPr/>
                </a:tc>
                <a:tc>
                  <a:txBody>
                    <a:bodyPr/>
                    <a:lstStyle/>
                    <a:p>
                      <a:r>
                        <a:rPr lang="en-IN" b="1" dirty="0">
                          <a:solidFill>
                            <a:schemeClr val="bg2">
                              <a:lumMod val="10000"/>
                            </a:schemeClr>
                          </a:solidFill>
                        </a:rPr>
                        <a:t>1.50</a:t>
                      </a:r>
                    </a:p>
                  </a:txBody>
                  <a:tcPr/>
                </a:tc>
                <a:tc>
                  <a:txBody>
                    <a:bodyPr/>
                    <a:lstStyle/>
                    <a:p>
                      <a:r>
                        <a:rPr lang="en-IN" b="1" dirty="0">
                          <a:solidFill>
                            <a:schemeClr val="bg2">
                              <a:lumMod val="10000"/>
                            </a:schemeClr>
                          </a:solidFill>
                        </a:rPr>
                        <a:t>0.98</a:t>
                      </a:r>
                    </a:p>
                  </a:txBody>
                  <a:tcPr/>
                </a:tc>
                <a:tc>
                  <a:txBody>
                    <a:bodyPr/>
                    <a:lstStyle/>
                    <a:p>
                      <a:r>
                        <a:rPr lang="en-IN" b="1" dirty="0">
                          <a:solidFill>
                            <a:schemeClr val="bg2">
                              <a:lumMod val="10000"/>
                            </a:schemeClr>
                          </a:solidFill>
                        </a:rPr>
                        <a:t>1.02</a:t>
                      </a:r>
                    </a:p>
                  </a:txBody>
                  <a:tcPr/>
                </a:tc>
                <a:tc>
                  <a:txBody>
                    <a:bodyPr/>
                    <a:lstStyle/>
                    <a:p>
                      <a:r>
                        <a:rPr lang="en-IN" b="1" dirty="0">
                          <a:solidFill>
                            <a:schemeClr val="bg2">
                              <a:lumMod val="10000"/>
                            </a:schemeClr>
                          </a:solidFill>
                        </a:rPr>
                        <a:t>1.15</a:t>
                      </a:r>
                    </a:p>
                  </a:txBody>
                  <a:tcPr/>
                </a:tc>
                <a:tc>
                  <a:txBody>
                    <a:bodyPr/>
                    <a:lstStyle/>
                    <a:p>
                      <a:r>
                        <a:rPr lang="en-IN" b="1" dirty="0">
                          <a:highlight>
                            <a:srgbClr val="FFFF00"/>
                          </a:highlight>
                        </a:rPr>
                        <a:t>1.15 times</a:t>
                      </a:r>
                    </a:p>
                  </a:txBody>
                  <a:tcPr/>
                </a:tc>
                <a:extLst>
                  <a:ext uri="{0D108BD9-81ED-4DB2-BD59-A6C34878D82A}">
                    <a16:rowId xmlns:a16="http://schemas.microsoft.com/office/drawing/2014/main" val="2505796396"/>
                  </a:ext>
                </a:extLst>
              </a:tr>
            </a:tbl>
          </a:graphicData>
        </a:graphic>
      </p:graphicFrame>
    </p:spTree>
    <p:extLst>
      <p:ext uri="{BB962C8B-B14F-4D97-AF65-F5344CB8AC3E}">
        <p14:creationId xmlns:p14="http://schemas.microsoft.com/office/powerpoint/2010/main" val="31940036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AACC9-E125-4B02-B6EC-343FA8A674AA}"/>
              </a:ext>
            </a:extLst>
          </p:cNvPr>
          <p:cNvSpPr>
            <a:spLocks noGrp="1"/>
          </p:cNvSpPr>
          <p:nvPr>
            <p:ph type="title"/>
          </p:nvPr>
        </p:nvSpPr>
        <p:spPr/>
        <p:txBody>
          <a:bodyPr>
            <a:normAutofit/>
          </a:bodyPr>
          <a:lstStyle/>
          <a:p>
            <a:pPr algn="ctr"/>
            <a:r>
              <a:rPr lang="en-US" sz="3200" b="1" dirty="0"/>
              <a:t>CFO to Current Liabilities </a:t>
            </a:r>
            <a:r>
              <a:rPr lang="en-US" sz="3200" dirty="0"/>
              <a:t>– </a:t>
            </a:r>
            <a:r>
              <a:rPr lang="en-US" sz="3200" b="1" u="sng" dirty="0"/>
              <a:t>HUL</a:t>
            </a:r>
            <a:r>
              <a:rPr lang="en-US" sz="3200" dirty="0"/>
              <a:t> – Last 5 </a:t>
            </a:r>
            <a:r>
              <a:rPr lang="en-US" sz="3200" dirty="0" err="1"/>
              <a:t>Fys</a:t>
            </a:r>
            <a:endParaRPr lang="en-IN" sz="3200" dirty="0"/>
          </a:p>
        </p:txBody>
      </p:sp>
      <p:sp>
        <p:nvSpPr>
          <p:cNvPr id="3" name="Content Placeholder 2">
            <a:extLst>
              <a:ext uri="{FF2B5EF4-FFF2-40B4-BE49-F238E27FC236}">
                <a16:creationId xmlns:a16="http://schemas.microsoft.com/office/drawing/2014/main" id="{822A8D43-2796-4083-AC94-5717CDF74FB0}"/>
              </a:ext>
            </a:extLst>
          </p:cNvPr>
          <p:cNvSpPr>
            <a:spLocks noGrp="1"/>
          </p:cNvSpPr>
          <p:nvPr>
            <p:ph idx="1"/>
          </p:nvPr>
        </p:nvSpPr>
        <p:spPr>
          <a:xfrm>
            <a:off x="838200" y="1825625"/>
            <a:ext cx="10515600" cy="2453481"/>
          </a:xfrm>
        </p:spPr>
        <p:txBody>
          <a:bodyPr/>
          <a:lstStyle/>
          <a:p>
            <a:endParaRPr lang="en-IN" dirty="0"/>
          </a:p>
        </p:txBody>
      </p:sp>
      <p:graphicFrame>
        <p:nvGraphicFramePr>
          <p:cNvPr id="4" name="Table 4">
            <a:extLst>
              <a:ext uri="{FF2B5EF4-FFF2-40B4-BE49-F238E27FC236}">
                <a16:creationId xmlns:a16="http://schemas.microsoft.com/office/drawing/2014/main" id="{63618E6B-08F0-457A-ACB9-A8E683DB7111}"/>
              </a:ext>
            </a:extLst>
          </p:cNvPr>
          <p:cNvGraphicFramePr>
            <a:graphicFrameLocks/>
          </p:cNvGraphicFramePr>
          <p:nvPr/>
        </p:nvGraphicFramePr>
        <p:xfrm>
          <a:off x="838200" y="1825625"/>
          <a:ext cx="10515603" cy="1854200"/>
        </p:xfrm>
        <a:graphic>
          <a:graphicData uri="http://schemas.openxmlformats.org/drawingml/2006/table">
            <a:tbl>
              <a:tblPr firstRow="1" bandRow="1">
                <a:tableStyleId>{7DF18680-E054-41AD-8BC1-D1AEF772440D}</a:tableStyleId>
              </a:tblPr>
              <a:tblGrid>
                <a:gridCol w="1502229">
                  <a:extLst>
                    <a:ext uri="{9D8B030D-6E8A-4147-A177-3AD203B41FA5}">
                      <a16:colId xmlns:a16="http://schemas.microsoft.com/office/drawing/2014/main" val="3403792412"/>
                    </a:ext>
                  </a:extLst>
                </a:gridCol>
                <a:gridCol w="1502229">
                  <a:extLst>
                    <a:ext uri="{9D8B030D-6E8A-4147-A177-3AD203B41FA5}">
                      <a16:colId xmlns:a16="http://schemas.microsoft.com/office/drawing/2014/main" val="1323928238"/>
                    </a:ext>
                  </a:extLst>
                </a:gridCol>
                <a:gridCol w="1502229">
                  <a:extLst>
                    <a:ext uri="{9D8B030D-6E8A-4147-A177-3AD203B41FA5}">
                      <a16:colId xmlns:a16="http://schemas.microsoft.com/office/drawing/2014/main" val="633391611"/>
                    </a:ext>
                  </a:extLst>
                </a:gridCol>
                <a:gridCol w="1502229">
                  <a:extLst>
                    <a:ext uri="{9D8B030D-6E8A-4147-A177-3AD203B41FA5}">
                      <a16:colId xmlns:a16="http://schemas.microsoft.com/office/drawing/2014/main" val="2929787704"/>
                    </a:ext>
                  </a:extLst>
                </a:gridCol>
                <a:gridCol w="1502229">
                  <a:extLst>
                    <a:ext uri="{9D8B030D-6E8A-4147-A177-3AD203B41FA5}">
                      <a16:colId xmlns:a16="http://schemas.microsoft.com/office/drawing/2014/main" val="2884300378"/>
                    </a:ext>
                  </a:extLst>
                </a:gridCol>
                <a:gridCol w="1369421">
                  <a:extLst>
                    <a:ext uri="{9D8B030D-6E8A-4147-A177-3AD203B41FA5}">
                      <a16:colId xmlns:a16="http://schemas.microsoft.com/office/drawing/2014/main" val="783594773"/>
                    </a:ext>
                  </a:extLst>
                </a:gridCol>
                <a:gridCol w="1635037">
                  <a:extLst>
                    <a:ext uri="{9D8B030D-6E8A-4147-A177-3AD203B41FA5}">
                      <a16:colId xmlns:a16="http://schemas.microsoft.com/office/drawing/2014/main" val="3333496656"/>
                    </a:ext>
                  </a:extLst>
                </a:gridCol>
              </a:tblGrid>
              <a:tr h="37084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2024</a:t>
                      </a:r>
                    </a:p>
                  </a:txBody>
                  <a:tcPr/>
                </a:tc>
                <a:tc>
                  <a:txBody>
                    <a:bodyPr/>
                    <a:lstStyle/>
                    <a:p>
                      <a:r>
                        <a:rPr lang="en-IN" dirty="0"/>
                        <a:t> 2023</a:t>
                      </a:r>
                    </a:p>
                  </a:txBody>
                  <a:tcPr/>
                </a:tc>
                <a:tc>
                  <a:txBody>
                    <a:bodyPr/>
                    <a:lstStyle/>
                    <a:p>
                      <a:r>
                        <a:rPr lang="en-IN" dirty="0"/>
                        <a:t>2022</a:t>
                      </a:r>
                    </a:p>
                  </a:txBody>
                  <a:tcPr/>
                </a:tc>
                <a:tc>
                  <a:txBody>
                    <a:bodyPr/>
                    <a:lstStyle/>
                    <a:p>
                      <a:r>
                        <a:rPr lang="en-IN" dirty="0"/>
                        <a:t>2021</a:t>
                      </a:r>
                    </a:p>
                  </a:txBody>
                  <a:tcPr/>
                </a:tc>
                <a:tc>
                  <a:txBody>
                    <a:bodyPr/>
                    <a:lstStyle/>
                    <a:p>
                      <a:r>
                        <a:rPr lang="en-IN" dirty="0"/>
                        <a:t>5 Year Average</a:t>
                      </a:r>
                    </a:p>
                  </a:txBody>
                  <a:tcPr/>
                </a:tc>
                <a:extLst>
                  <a:ext uri="{0D108BD9-81ED-4DB2-BD59-A6C34878D82A}">
                    <a16:rowId xmlns:a16="http://schemas.microsoft.com/office/drawing/2014/main" val="2036340585"/>
                  </a:ext>
                </a:extLst>
              </a:tr>
              <a:tr h="370840">
                <a:tc>
                  <a:txBody>
                    <a:bodyPr/>
                    <a:lstStyle/>
                    <a:p>
                      <a:r>
                        <a:rPr lang="en-US" b="1" dirty="0"/>
                        <a:t>CFO</a:t>
                      </a:r>
                    </a:p>
                  </a:txBody>
                  <a:tcPr/>
                </a:tc>
                <a:tc>
                  <a:txBody>
                    <a:bodyPr/>
                    <a:lstStyle/>
                    <a:p>
                      <a:r>
                        <a:rPr lang="en-IN" b="1" dirty="0"/>
                        <a:t>11886</a:t>
                      </a:r>
                    </a:p>
                  </a:txBody>
                  <a:tcPr/>
                </a:tc>
                <a:tc>
                  <a:txBody>
                    <a:bodyPr/>
                    <a:lstStyle/>
                    <a:p>
                      <a:r>
                        <a:rPr lang="en-IN" b="1" dirty="0"/>
                        <a:t>15469</a:t>
                      </a:r>
                    </a:p>
                  </a:txBody>
                  <a:tcPr/>
                </a:tc>
                <a:tc>
                  <a:txBody>
                    <a:bodyPr/>
                    <a:lstStyle/>
                    <a:p>
                      <a:r>
                        <a:rPr lang="en-IN" b="1" dirty="0"/>
                        <a:t>9991</a:t>
                      </a:r>
                    </a:p>
                  </a:txBody>
                  <a:tcPr/>
                </a:tc>
                <a:tc>
                  <a:txBody>
                    <a:bodyPr/>
                    <a:lstStyle/>
                    <a:p>
                      <a:r>
                        <a:rPr lang="en-IN" b="1" dirty="0"/>
                        <a:t>9048</a:t>
                      </a:r>
                    </a:p>
                  </a:txBody>
                  <a:tcPr/>
                </a:tc>
                <a:tc>
                  <a:txBody>
                    <a:bodyPr/>
                    <a:lstStyle/>
                    <a:p>
                      <a:r>
                        <a:rPr lang="en-IN" b="1" dirty="0"/>
                        <a:t>9163</a:t>
                      </a:r>
                    </a:p>
                  </a:txBody>
                  <a:tcPr/>
                </a:tc>
                <a:tc>
                  <a:txBody>
                    <a:bodyPr/>
                    <a:lstStyle/>
                    <a:p>
                      <a:endParaRPr lang="en-IN" b="1" dirty="0"/>
                    </a:p>
                  </a:txBody>
                  <a:tcPr/>
                </a:tc>
                <a:extLst>
                  <a:ext uri="{0D108BD9-81ED-4DB2-BD59-A6C34878D82A}">
                    <a16:rowId xmlns:a16="http://schemas.microsoft.com/office/drawing/2014/main" val="2876592805"/>
                  </a:ext>
                </a:extLst>
              </a:tr>
              <a:tr h="370840">
                <a:tc>
                  <a:txBody>
                    <a:bodyPr/>
                    <a:lstStyle/>
                    <a:p>
                      <a:r>
                        <a:rPr lang="en-US" b="1" dirty="0"/>
                        <a:t>CL</a:t>
                      </a:r>
                    </a:p>
                  </a:txBody>
                  <a:tcPr/>
                </a:tc>
                <a:tc>
                  <a:txBody>
                    <a:bodyPr/>
                    <a:lstStyle/>
                    <a:p>
                      <a:r>
                        <a:rPr lang="en-IN" b="0" dirty="0"/>
                        <a:t>16537</a:t>
                      </a:r>
                    </a:p>
                  </a:txBody>
                  <a:tcPr/>
                </a:tc>
                <a:tc>
                  <a:txBody>
                    <a:bodyPr/>
                    <a:lstStyle/>
                    <a:p>
                      <a:r>
                        <a:rPr lang="en-IN" b="0" dirty="0"/>
                        <a:t>12876</a:t>
                      </a:r>
                    </a:p>
                  </a:txBody>
                  <a:tcPr/>
                </a:tc>
                <a:tc>
                  <a:txBody>
                    <a:bodyPr/>
                    <a:lstStyle/>
                    <a:p>
                      <a:r>
                        <a:rPr lang="en-IN" b="0" dirty="0"/>
                        <a:t>12028</a:t>
                      </a:r>
                    </a:p>
                  </a:txBody>
                  <a:tcPr/>
                </a:tc>
                <a:tc>
                  <a:txBody>
                    <a:bodyPr/>
                    <a:lstStyle/>
                    <a:p>
                      <a:r>
                        <a:rPr lang="en-IN" b="0" dirty="0"/>
                        <a:t>11280</a:t>
                      </a:r>
                    </a:p>
                  </a:txBody>
                  <a:tcPr/>
                </a:tc>
                <a:tc>
                  <a:txBody>
                    <a:bodyPr/>
                    <a:lstStyle/>
                    <a:p>
                      <a:r>
                        <a:rPr lang="en-IN" b="0" dirty="0"/>
                        <a:t>11103</a:t>
                      </a:r>
                    </a:p>
                  </a:txBody>
                  <a:tcPr/>
                </a:tc>
                <a:tc>
                  <a:txBody>
                    <a:bodyPr/>
                    <a:lstStyle/>
                    <a:p>
                      <a:endParaRPr lang="en-IN" b="0" dirty="0"/>
                    </a:p>
                  </a:txBody>
                  <a:tcPr/>
                </a:tc>
                <a:extLst>
                  <a:ext uri="{0D108BD9-81ED-4DB2-BD59-A6C34878D82A}">
                    <a16:rowId xmlns:a16="http://schemas.microsoft.com/office/drawing/2014/main" val="2799190320"/>
                  </a:ext>
                </a:extLst>
              </a:tr>
              <a:tr h="370840">
                <a:tc>
                  <a:txBody>
                    <a:bodyPr/>
                    <a:lstStyle/>
                    <a:p>
                      <a:endParaRPr lang="en-US"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1775985502"/>
                  </a:ext>
                </a:extLst>
              </a:tr>
              <a:tr h="370840">
                <a:tc>
                  <a:txBody>
                    <a:bodyPr/>
                    <a:lstStyle/>
                    <a:p>
                      <a:r>
                        <a:rPr lang="en-US" b="1" dirty="0"/>
                        <a:t>CFO/ CL</a:t>
                      </a:r>
                    </a:p>
                  </a:txBody>
                  <a:tcPr/>
                </a:tc>
                <a:tc>
                  <a:txBody>
                    <a:bodyPr/>
                    <a:lstStyle/>
                    <a:p>
                      <a:r>
                        <a:rPr lang="en-IN" b="1" dirty="0"/>
                        <a:t>0.72</a:t>
                      </a:r>
                    </a:p>
                  </a:txBody>
                  <a:tcPr/>
                </a:tc>
                <a:tc>
                  <a:txBody>
                    <a:bodyPr/>
                    <a:lstStyle/>
                    <a:p>
                      <a:r>
                        <a:rPr lang="en-IN" b="1" dirty="0"/>
                        <a:t>1.20</a:t>
                      </a:r>
                    </a:p>
                  </a:txBody>
                  <a:tcPr/>
                </a:tc>
                <a:tc>
                  <a:txBody>
                    <a:bodyPr/>
                    <a:lstStyle/>
                    <a:p>
                      <a:r>
                        <a:rPr lang="en-IN" b="1" dirty="0"/>
                        <a:t>0.83</a:t>
                      </a:r>
                    </a:p>
                  </a:txBody>
                  <a:tcPr/>
                </a:tc>
                <a:tc>
                  <a:txBody>
                    <a:bodyPr/>
                    <a:lstStyle/>
                    <a:p>
                      <a:r>
                        <a:rPr lang="en-IN" b="1" dirty="0">
                          <a:solidFill>
                            <a:schemeClr val="bg2">
                              <a:lumMod val="10000"/>
                            </a:schemeClr>
                          </a:solidFill>
                        </a:rPr>
                        <a:t>0.80</a:t>
                      </a:r>
                    </a:p>
                  </a:txBody>
                  <a:tcPr/>
                </a:tc>
                <a:tc>
                  <a:txBody>
                    <a:bodyPr/>
                    <a:lstStyle/>
                    <a:p>
                      <a:r>
                        <a:rPr lang="en-IN" b="1" dirty="0"/>
                        <a:t>0.83</a:t>
                      </a:r>
                    </a:p>
                  </a:txBody>
                  <a:tcPr/>
                </a:tc>
                <a:tc>
                  <a:txBody>
                    <a:bodyPr/>
                    <a:lstStyle/>
                    <a:p>
                      <a:r>
                        <a:rPr lang="en-IN" b="1" dirty="0">
                          <a:highlight>
                            <a:srgbClr val="FFFF00"/>
                          </a:highlight>
                        </a:rPr>
                        <a:t>0.88 times</a:t>
                      </a:r>
                    </a:p>
                  </a:txBody>
                  <a:tcPr/>
                </a:tc>
                <a:extLst>
                  <a:ext uri="{0D108BD9-81ED-4DB2-BD59-A6C34878D82A}">
                    <a16:rowId xmlns:a16="http://schemas.microsoft.com/office/drawing/2014/main" val="2505796396"/>
                  </a:ext>
                </a:extLst>
              </a:tr>
            </a:tbl>
          </a:graphicData>
        </a:graphic>
      </p:graphicFrame>
    </p:spTree>
    <p:extLst>
      <p:ext uri="{BB962C8B-B14F-4D97-AF65-F5344CB8AC3E}">
        <p14:creationId xmlns:p14="http://schemas.microsoft.com/office/powerpoint/2010/main" val="10722527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A5D60-98FC-4C4E-8DC1-CFE756532734}"/>
              </a:ext>
            </a:extLst>
          </p:cNvPr>
          <p:cNvSpPr>
            <a:spLocks noGrp="1"/>
          </p:cNvSpPr>
          <p:nvPr>
            <p:ph type="title"/>
          </p:nvPr>
        </p:nvSpPr>
        <p:spPr/>
        <p:txBody>
          <a:bodyPr/>
          <a:lstStyle/>
          <a:p>
            <a:pPr algn="ctr"/>
            <a:r>
              <a:rPr lang="en-US" b="1" dirty="0"/>
              <a:t>6. Degree of Leverage </a:t>
            </a:r>
            <a:endParaRPr lang="en-IN" b="1" dirty="0"/>
          </a:p>
        </p:txBody>
      </p:sp>
      <p:sp>
        <p:nvSpPr>
          <p:cNvPr id="3" name="Content Placeholder 2">
            <a:extLst>
              <a:ext uri="{FF2B5EF4-FFF2-40B4-BE49-F238E27FC236}">
                <a16:creationId xmlns:a16="http://schemas.microsoft.com/office/drawing/2014/main" id="{A3EE2ABE-5B32-446D-95E4-EB00BBA67170}"/>
              </a:ext>
            </a:extLst>
          </p:cNvPr>
          <p:cNvSpPr>
            <a:spLocks noGrp="1"/>
          </p:cNvSpPr>
          <p:nvPr>
            <p:ph idx="1"/>
          </p:nvPr>
        </p:nvSpPr>
        <p:spPr/>
        <p:txBody>
          <a:bodyPr>
            <a:normAutofit/>
          </a:bodyPr>
          <a:lstStyle/>
          <a:p>
            <a:r>
              <a:rPr lang="en-US" sz="1600" b="1" dirty="0"/>
              <a:t>Degree of Operating Leverage = benefit of volume, more the volume and less is the fixed cost = </a:t>
            </a:r>
            <a:r>
              <a:rPr lang="en-US" sz="1600" b="1" i="1" dirty="0"/>
              <a:t>= % change in EBIT/ % Change in Net Operating Revenue</a:t>
            </a:r>
            <a:endParaRPr lang="en-IN" sz="1600" b="1" i="1" dirty="0"/>
          </a:p>
          <a:p>
            <a:r>
              <a:rPr lang="en-US" sz="1600" b="1" dirty="0"/>
              <a:t>Degree of Financial Leverage = usage of borrowing/debt = </a:t>
            </a:r>
            <a:r>
              <a:rPr lang="en-US" sz="1600" dirty="0"/>
              <a:t>= </a:t>
            </a:r>
            <a:r>
              <a:rPr lang="en-US" sz="1600" b="1" dirty="0"/>
              <a:t>% Change in PBT/ % Change in EBIT</a:t>
            </a:r>
            <a:endParaRPr lang="en-IN" sz="1600" b="1" dirty="0"/>
          </a:p>
          <a:p>
            <a:r>
              <a:rPr lang="en-US" sz="1600" dirty="0"/>
              <a:t> </a:t>
            </a:r>
            <a:r>
              <a:rPr lang="en-US" sz="1600" b="1" dirty="0"/>
              <a:t>Degree of Combined Leverage </a:t>
            </a:r>
            <a:r>
              <a:rPr lang="en-US" sz="1600" dirty="0"/>
              <a:t>(Total Leverage) = = % Change in PBT/ % Change in Net Operating Revenue  = DFL * DOL</a:t>
            </a:r>
            <a:endParaRPr lang="en-IN" sz="1600" dirty="0"/>
          </a:p>
          <a:p>
            <a:r>
              <a:rPr lang="en-US" sz="1600" b="1" i="1" u="sng" dirty="0"/>
              <a:t>2020 Data</a:t>
            </a:r>
          </a:p>
          <a:p>
            <a:pPr marL="0" indent="0">
              <a:buNone/>
            </a:pPr>
            <a:r>
              <a:rPr lang="en-US" sz="1600" dirty="0"/>
              <a:t>+ </a:t>
            </a:r>
            <a:r>
              <a:rPr lang="en-US" sz="1600" u="sng" dirty="0"/>
              <a:t>Net Operating Revenue </a:t>
            </a:r>
            <a:r>
              <a:rPr lang="en-US" sz="1600" dirty="0"/>
              <a:t>= INR  39238 Crores</a:t>
            </a:r>
          </a:p>
          <a:p>
            <a:pPr marL="0" indent="0">
              <a:buNone/>
            </a:pPr>
            <a:r>
              <a:rPr lang="en-US" sz="1600" dirty="0"/>
              <a:t>+ </a:t>
            </a:r>
            <a:r>
              <a:rPr lang="en-US" sz="1600" u="sng" dirty="0"/>
              <a:t>EBIT</a:t>
            </a:r>
            <a:r>
              <a:rPr lang="en-US" sz="1600" dirty="0"/>
              <a:t> = INR 8314 Crores</a:t>
            </a:r>
          </a:p>
          <a:p>
            <a:pPr marL="0" indent="0">
              <a:buNone/>
            </a:pPr>
            <a:r>
              <a:rPr lang="en-US" sz="1600" dirty="0"/>
              <a:t>+ </a:t>
            </a:r>
            <a:r>
              <a:rPr lang="en-US" sz="1600" u="sng" dirty="0"/>
              <a:t>PBT</a:t>
            </a:r>
            <a:r>
              <a:rPr lang="en-US" sz="1600" dirty="0"/>
              <a:t> = INR 8196 Crores </a:t>
            </a:r>
            <a:endParaRPr lang="en-IN" sz="1600" dirty="0"/>
          </a:p>
        </p:txBody>
      </p:sp>
    </p:spTree>
    <p:extLst>
      <p:ext uri="{BB962C8B-B14F-4D97-AF65-F5344CB8AC3E}">
        <p14:creationId xmlns:p14="http://schemas.microsoft.com/office/powerpoint/2010/main" val="18847627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AF451-802A-4E40-960F-3CE0989F9A5D}"/>
              </a:ext>
            </a:extLst>
          </p:cNvPr>
          <p:cNvSpPr>
            <a:spLocks noGrp="1"/>
          </p:cNvSpPr>
          <p:nvPr>
            <p:ph type="title"/>
          </p:nvPr>
        </p:nvSpPr>
        <p:spPr/>
        <p:txBody>
          <a:bodyPr/>
          <a:lstStyle/>
          <a:p>
            <a:pPr algn="ctr"/>
            <a:r>
              <a:rPr lang="en-US" b="1" dirty="0"/>
              <a:t>6 (a) Degree of Operating Leverage-HUL</a:t>
            </a:r>
            <a:endParaRPr lang="en-IN" b="1" dirty="0"/>
          </a:p>
        </p:txBody>
      </p:sp>
      <p:graphicFrame>
        <p:nvGraphicFramePr>
          <p:cNvPr id="4" name="Table 4">
            <a:extLst>
              <a:ext uri="{FF2B5EF4-FFF2-40B4-BE49-F238E27FC236}">
                <a16:creationId xmlns:a16="http://schemas.microsoft.com/office/drawing/2014/main" id="{E46BEA64-1B93-44C8-B946-1C929088AA0E}"/>
              </a:ext>
            </a:extLst>
          </p:cNvPr>
          <p:cNvGraphicFramePr>
            <a:graphicFrameLocks/>
          </p:cNvGraphicFramePr>
          <p:nvPr>
            <p:extLst>
              <p:ext uri="{D42A27DB-BD31-4B8C-83A1-F6EECF244321}">
                <p14:modId xmlns:p14="http://schemas.microsoft.com/office/powerpoint/2010/main" val="3071651500"/>
              </p:ext>
            </p:extLst>
          </p:nvPr>
        </p:nvGraphicFramePr>
        <p:xfrm>
          <a:off x="1496394" y="1690688"/>
          <a:ext cx="9458127" cy="3850640"/>
        </p:xfrm>
        <a:graphic>
          <a:graphicData uri="http://schemas.openxmlformats.org/drawingml/2006/table">
            <a:tbl>
              <a:tblPr firstRow="1" bandRow="1">
                <a:tableStyleId>{5C22544A-7EE6-4342-B048-85BDC9FD1C3A}</a:tableStyleId>
              </a:tblPr>
              <a:tblGrid>
                <a:gridCol w="1325204">
                  <a:extLst>
                    <a:ext uri="{9D8B030D-6E8A-4147-A177-3AD203B41FA5}">
                      <a16:colId xmlns:a16="http://schemas.microsoft.com/office/drawing/2014/main" val="3403792412"/>
                    </a:ext>
                  </a:extLst>
                </a:gridCol>
                <a:gridCol w="1325204">
                  <a:extLst>
                    <a:ext uri="{9D8B030D-6E8A-4147-A177-3AD203B41FA5}">
                      <a16:colId xmlns:a16="http://schemas.microsoft.com/office/drawing/2014/main" val="1532908544"/>
                    </a:ext>
                  </a:extLst>
                </a:gridCol>
                <a:gridCol w="1325204">
                  <a:extLst>
                    <a:ext uri="{9D8B030D-6E8A-4147-A177-3AD203B41FA5}">
                      <a16:colId xmlns:a16="http://schemas.microsoft.com/office/drawing/2014/main" val="1323928238"/>
                    </a:ext>
                  </a:extLst>
                </a:gridCol>
                <a:gridCol w="1325204">
                  <a:extLst>
                    <a:ext uri="{9D8B030D-6E8A-4147-A177-3AD203B41FA5}">
                      <a16:colId xmlns:a16="http://schemas.microsoft.com/office/drawing/2014/main" val="194776618"/>
                    </a:ext>
                  </a:extLst>
                </a:gridCol>
                <a:gridCol w="1081873">
                  <a:extLst>
                    <a:ext uri="{9D8B030D-6E8A-4147-A177-3AD203B41FA5}">
                      <a16:colId xmlns:a16="http://schemas.microsoft.com/office/drawing/2014/main" val="2929787704"/>
                    </a:ext>
                  </a:extLst>
                </a:gridCol>
                <a:gridCol w="1106256">
                  <a:extLst>
                    <a:ext uri="{9D8B030D-6E8A-4147-A177-3AD203B41FA5}">
                      <a16:colId xmlns:a16="http://schemas.microsoft.com/office/drawing/2014/main" val="2884300378"/>
                    </a:ext>
                  </a:extLst>
                </a:gridCol>
                <a:gridCol w="1969182">
                  <a:extLst>
                    <a:ext uri="{9D8B030D-6E8A-4147-A177-3AD203B41FA5}">
                      <a16:colId xmlns:a16="http://schemas.microsoft.com/office/drawing/2014/main" val="3333496656"/>
                    </a:ext>
                  </a:extLst>
                </a:gridCol>
              </a:tblGrid>
              <a:tr h="37084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2024</a:t>
                      </a:r>
                    </a:p>
                  </a:txBody>
                  <a:tcPr/>
                </a:tc>
                <a:tc>
                  <a:txBody>
                    <a:bodyPr/>
                    <a:lstStyle/>
                    <a:p>
                      <a:r>
                        <a:rPr lang="en-IN" dirty="0"/>
                        <a:t>2023</a:t>
                      </a:r>
                    </a:p>
                  </a:txBody>
                  <a:tcPr/>
                </a:tc>
                <a:tc>
                  <a:txBody>
                    <a:bodyPr/>
                    <a:lstStyle/>
                    <a:p>
                      <a:r>
                        <a:rPr lang="en-IN" dirty="0"/>
                        <a:t>2022</a:t>
                      </a:r>
                    </a:p>
                  </a:txBody>
                  <a:tcPr/>
                </a:tc>
                <a:tc>
                  <a:txBody>
                    <a:bodyPr/>
                    <a:lstStyle/>
                    <a:p>
                      <a:r>
                        <a:rPr lang="en-IN" dirty="0"/>
                        <a:t>2021</a:t>
                      </a:r>
                    </a:p>
                  </a:txBody>
                  <a:tcPr/>
                </a:tc>
                <a:tc>
                  <a:txBody>
                    <a:bodyPr/>
                    <a:lstStyle/>
                    <a:p>
                      <a:r>
                        <a:rPr lang="en-IN" dirty="0"/>
                        <a:t>5 Year Average</a:t>
                      </a:r>
                    </a:p>
                  </a:txBody>
                  <a:tcPr/>
                </a:tc>
                <a:extLst>
                  <a:ext uri="{0D108BD9-81ED-4DB2-BD59-A6C34878D82A}">
                    <a16:rowId xmlns:a16="http://schemas.microsoft.com/office/drawing/2014/main" val="2036340585"/>
                  </a:ext>
                </a:extLst>
              </a:tr>
              <a:tr h="370840">
                <a:tc>
                  <a:txBody>
                    <a:bodyPr/>
                    <a:lstStyle/>
                    <a:p>
                      <a:r>
                        <a:rPr lang="en-US" b="1" dirty="0"/>
                        <a:t>EBIT</a:t>
                      </a:r>
                    </a:p>
                  </a:txBody>
                  <a:tcPr/>
                </a:tc>
                <a:tc>
                  <a:txBody>
                    <a:bodyPr/>
                    <a:lstStyle/>
                    <a:p>
                      <a:r>
                        <a:rPr lang="en-IN" dirty="0"/>
                        <a:t>12663</a:t>
                      </a:r>
                    </a:p>
                  </a:txBody>
                  <a:tcPr/>
                </a:tc>
                <a:tc>
                  <a:txBody>
                    <a:bodyPr/>
                    <a:lstStyle/>
                    <a:p>
                      <a:r>
                        <a:rPr lang="en-IN" dirty="0"/>
                        <a:t>12517</a:t>
                      </a:r>
                    </a:p>
                  </a:txBody>
                  <a:tcPr/>
                </a:tc>
                <a:tc>
                  <a:txBody>
                    <a:bodyPr/>
                    <a:lstStyle/>
                    <a:p>
                      <a:r>
                        <a:rPr lang="en-IN" dirty="0"/>
                        <a:t>11981</a:t>
                      </a:r>
                    </a:p>
                  </a:txBody>
                  <a:tcPr/>
                </a:tc>
                <a:tc>
                  <a:txBody>
                    <a:bodyPr/>
                    <a:lstStyle/>
                    <a:p>
                      <a:r>
                        <a:rPr lang="en-IN" dirty="0"/>
                        <a:t>10868</a:t>
                      </a:r>
                    </a:p>
                  </a:txBody>
                  <a:tcPr/>
                </a:tc>
                <a:tc>
                  <a:txBody>
                    <a:bodyPr/>
                    <a:lstStyle/>
                    <a:p>
                      <a:r>
                        <a:rPr lang="en-IN" dirty="0"/>
                        <a:t>9845</a:t>
                      </a:r>
                    </a:p>
                    <a:p>
                      <a:r>
                        <a:rPr lang="en-IN" dirty="0"/>
                        <a:t>(8314)</a:t>
                      </a:r>
                    </a:p>
                  </a:txBody>
                  <a:tcPr/>
                </a:tc>
                <a:tc>
                  <a:txBody>
                    <a:bodyPr/>
                    <a:lstStyle/>
                    <a:p>
                      <a:endParaRPr lang="en-IN" b="0" dirty="0"/>
                    </a:p>
                  </a:txBody>
                  <a:tcPr/>
                </a:tc>
                <a:extLst>
                  <a:ext uri="{0D108BD9-81ED-4DB2-BD59-A6C34878D82A}">
                    <a16:rowId xmlns:a16="http://schemas.microsoft.com/office/drawing/2014/main" val="2876592805"/>
                  </a:ext>
                </a:extLst>
              </a:tr>
              <a:tr h="370840">
                <a:tc>
                  <a:txBody>
                    <a:bodyPr/>
                    <a:lstStyle/>
                    <a:p>
                      <a:r>
                        <a:rPr lang="en-US" b="1" dirty="0"/>
                        <a:t>% Change in EBIT</a:t>
                      </a:r>
                    </a:p>
                  </a:txBody>
                  <a:tcPr/>
                </a:tc>
                <a:tc>
                  <a:txBody>
                    <a:bodyPr/>
                    <a:lstStyle/>
                    <a:p>
                      <a:r>
                        <a:rPr lang="en-IN" b="1" dirty="0"/>
                        <a:t>1.17</a:t>
                      </a:r>
                    </a:p>
                  </a:txBody>
                  <a:tcPr/>
                </a:tc>
                <a:tc>
                  <a:txBody>
                    <a:bodyPr/>
                    <a:lstStyle/>
                    <a:p>
                      <a:r>
                        <a:rPr lang="en-IN" b="1" dirty="0"/>
                        <a:t>4.47</a:t>
                      </a:r>
                    </a:p>
                  </a:txBody>
                  <a:tcPr/>
                </a:tc>
                <a:tc>
                  <a:txBody>
                    <a:bodyPr/>
                    <a:lstStyle/>
                    <a:p>
                      <a:r>
                        <a:rPr lang="en-IN" b="1" dirty="0"/>
                        <a:t>10.24</a:t>
                      </a:r>
                    </a:p>
                  </a:txBody>
                  <a:tcPr/>
                </a:tc>
                <a:tc>
                  <a:txBody>
                    <a:bodyPr/>
                    <a:lstStyle/>
                    <a:p>
                      <a:r>
                        <a:rPr lang="en-IN" b="1" dirty="0"/>
                        <a:t>10.39</a:t>
                      </a:r>
                    </a:p>
                  </a:txBody>
                  <a:tcPr/>
                </a:tc>
                <a:tc>
                  <a:txBody>
                    <a:bodyPr/>
                    <a:lstStyle/>
                    <a:p>
                      <a:r>
                        <a:rPr lang="en-IN" b="1" dirty="0"/>
                        <a:t>18.41</a:t>
                      </a:r>
                    </a:p>
                  </a:txBody>
                  <a:tcPr/>
                </a:tc>
                <a:tc>
                  <a:txBody>
                    <a:bodyPr/>
                    <a:lstStyle/>
                    <a:p>
                      <a:endParaRPr lang="en-IN" b="1" dirty="0"/>
                    </a:p>
                  </a:txBody>
                  <a:tcPr/>
                </a:tc>
                <a:extLst>
                  <a:ext uri="{0D108BD9-81ED-4DB2-BD59-A6C34878D82A}">
                    <a16:rowId xmlns:a16="http://schemas.microsoft.com/office/drawing/2014/main" val="2799190320"/>
                  </a:ext>
                </a:extLst>
              </a:tr>
              <a:tr h="370840">
                <a:tc>
                  <a:txBody>
                    <a:bodyPr/>
                    <a:lstStyle/>
                    <a:p>
                      <a:r>
                        <a:rPr lang="en-US" b="1" dirty="0"/>
                        <a:t>Net </a:t>
                      </a:r>
                      <a:r>
                        <a:rPr lang="en-US" b="1" dirty="0" err="1"/>
                        <a:t>Op.Revenue</a:t>
                      </a:r>
                      <a:endParaRPr lang="en-US" b="1" dirty="0"/>
                    </a:p>
                  </a:txBody>
                  <a:tcPr/>
                </a:tc>
                <a:tc>
                  <a:txBody>
                    <a:bodyPr/>
                    <a:lstStyle/>
                    <a:p>
                      <a:r>
                        <a:rPr lang="en-IN" dirty="0"/>
                        <a:t>62288</a:t>
                      </a:r>
                    </a:p>
                  </a:txBody>
                  <a:tcPr/>
                </a:tc>
                <a:tc>
                  <a:txBody>
                    <a:bodyPr/>
                    <a:lstStyle/>
                    <a:p>
                      <a:r>
                        <a:rPr lang="en-IN" dirty="0"/>
                        <a:t>60966</a:t>
                      </a:r>
                    </a:p>
                  </a:txBody>
                  <a:tcPr/>
                </a:tc>
                <a:tc>
                  <a:txBody>
                    <a:bodyPr/>
                    <a:lstStyle/>
                    <a:p>
                      <a:r>
                        <a:rPr lang="en-IN" dirty="0"/>
                        <a:t>59549</a:t>
                      </a:r>
                    </a:p>
                  </a:txBody>
                  <a:tcPr/>
                </a:tc>
                <a:tc>
                  <a:txBody>
                    <a:bodyPr/>
                    <a:lstStyle/>
                    <a:p>
                      <a:r>
                        <a:rPr lang="en-IN" dirty="0"/>
                        <a:t>51548</a:t>
                      </a:r>
                    </a:p>
                  </a:txBody>
                  <a:tcPr/>
                </a:tc>
                <a:tc>
                  <a:txBody>
                    <a:bodyPr/>
                    <a:lstStyle/>
                    <a:p>
                      <a:r>
                        <a:rPr lang="en-IN" dirty="0"/>
                        <a:t>46321 (39238)</a:t>
                      </a:r>
                    </a:p>
                  </a:txBody>
                  <a:tcPr/>
                </a:tc>
                <a:tc>
                  <a:txBody>
                    <a:bodyPr/>
                    <a:lstStyle/>
                    <a:p>
                      <a:endParaRPr lang="en-IN" b="0" dirty="0"/>
                    </a:p>
                  </a:txBody>
                  <a:tcPr/>
                </a:tc>
                <a:extLst>
                  <a:ext uri="{0D108BD9-81ED-4DB2-BD59-A6C34878D82A}">
                    <a16:rowId xmlns:a16="http://schemas.microsoft.com/office/drawing/2014/main" val="1775985502"/>
                  </a:ext>
                </a:extLst>
              </a:tr>
              <a:tr h="370840">
                <a:tc>
                  <a:txBody>
                    <a:bodyPr/>
                    <a:lstStyle/>
                    <a:p>
                      <a:r>
                        <a:rPr lang="en-US" b="1" dirty="0"/>
                        <a:t>% Change in Net </a:t>
                      </a:r>
                      <a:r>
                        <a:rPr lang="en-US" b="1" dirty="0" err="1"/>
                        <a:t>Op.Rev</a:t>
                      </a:r>
                      <a:endParaRPr lang="en-US" b="1" dirty="0"/>
                    </a:p>
                  </a:txBody>
                  <a:tcPr/>
                </a:tc>
                <a:tc>
                  <a:txBody>
                    <a:bodyPr/>
                    <a:lstStyle/>
                    <a:p>
                      <a:r>
                        <a:rPr lang="en-IN" b="1" dirty="0"/>
                        <a:t>2.17</a:t>
                      </a:r>
                    </a:p>
                  </a:txBody>
                  <a:tcPr/>
                </a:tc>
                <a:tc>
                  <a:txBody>
                    <a:bodyPr/>
                    <a:lstStyle/>
                    <a:p>
                      <a:r>
                        <a:rPr lang="en-IN" b="1" dirty="0"/>
                        <a:t>2.38</a:t>
                      </a:r>
                    </a:p>
                  </a:txBody>
                  <a:tcPr/>
                </a:tc>
                <a:tc>
                  <a:txBody>
                    <a:bodyPr/>
                    <a:lstStyle/>
                    <a:p>
                      <a:r>
                        <a:rPr lang="en-IN" b="1" dirty="0"/>
                        <a:t>15.52</a:t>
                      </a:r>
                    </a:p>
                  </a:txBody>
                  <a:tcPr/>
                </a:tc>
                <a:tc>
                  <a:txBody>
                    <a:bodyPr/>
                    <a:lstStyle/>
                    <a:p>
                      <a:r>
                        <a:rPr lang="en-IN" b="1" dirty="0"/>
                        <a:t>11.28</a:t>
                      </a:r>
                    </a:p>
                  </a:txBody>
                  <a:tcPr/>
                </a:tc>
                <a:tc>
                  <a:txBody>
                    <a:bodyPr/>
                    <a:lstStyle/>
                    <a:p>
                      <a:r>
                        <a:rPr lang="en-IN" b="1" dirty="0"/>
                        <a:t>18.05</a:t>
                      </a:r>
                    </a:p>
                  </a:txBody>
                  <a:tcPr/>
                </a:tc>
                <a:tc>
                  <a:txBody>
                    <a:bodyPr/>
                    <a:lstStyle/>
                    <a:p>
                      <a:endParaRPr lang="en-IN" b="1" dirty="0"/>
                    </a:p>
                  </a:txBody>
                  <a:tcPr/>
                </a:tc>
                <a:extLst>
                  <a:ext uri="{0D108BD9-81ED-4DB2-BD59-A6C34878D82A}">
                    <a16:rowId xmlns:a16="http://schemas.microsoft.com/office/drawing/2014/main" val="2505796396"/>
                  </a:ext>
                </a:extLst>
              </a:tr>
              <a:tr h="370840">
                <a:tc>
                  <a:txBody>
                    <a:bodyPr/>
                    <a:lstStyle/>
                    <a:p>
                      <a:r>
                        <a:rPr lang="en-US" b="1" dirty="0"/>
                        <a:t>DOL</a:t>
                      </a:r>
                    </a:p>
                  </a:txBody>
                  <a:tcPr/>
                </a:tc>
                <a:tc>
                  <a:txBody>
                    <a:bodyPr/>
                    <a:lstStyle/>
                    <a:p>
                      <a:r>
                        <a:rPr lang="en-IN" b="1" dirty="0">
                          <a:solidFill>
                            <a:schemeClr val="bg2">
                              <a:lumMod val="10000"/>
                            </a:schemeClr>
                          </a:solidFill>
                        </a:rPr>
                        <a:t>0.54</a:t>
                      </a:r>
                    </a:p>
                  </a:txBody>
                  <a:tcPr/>
                </a:tc>
                <a:tc>
                  <a:txBody>
                    <a:bodyPr/>
                    <a:lstStyle/>
                    <a:p>
                      <a:r>
                        <a:rPr lang="en-IN" b="1" dirty="0">
                          <a:solidFill>
                            <a:schemeClr val="bg2">
                              <a:lumMod val="10000"/>
                            </a:schemeClr>
                          </a:solidFill>
                        </a:rPr>
                        <a:t>1.88</a:t>
                      </a:r>
                    </a:p>
                  </a:txBody>
                  <a:tcPr/>
                </a:tc>
                <a:tc>
                  <a:txBody>
                    <a:bodyPr/>
                    <a:lstStyle/>
                    <a:p>
                      <a:r>
                        <a:rPr lang="en-IN" b="1" dirty="0">
                          <a:solidFill>
                            <a:schemeClr val="bg2">
                              <a:lumMod val="10000"/>
                            </a:schemeClr>
                          </a:solidFill>
                        </a:rPr>
                        <a:t>0.66</a:t>
                      </a:r>
                    </a:p>
                  </a:txBody>
                  <a:tcPr/>
                </a:tc>
                <a:tc>
                  <a:txBody>
                    <a:bodyPr/>
                    <a:lstStyle/>
                    <a:p>
                      <a:r>
                        <a:rPr lang="en-IN" b="1" dirty="0">
                          <a:solidFill>
                            <a:schemeClr val="bg2">
                              <a:lumMod val="10000"/>
                            </a:schemeClr>
                          </a:solidFill>
                        </a:rPr>
                        <a:t>0.92</a:t>
                      </a:r>
                    </a:p>
                  </a:txBody>
                  <a:tcPr/>
                </a:tc>
                <a:tc>
                  <a:txBody>
                    <a:bodyPr/>
                    <a:lstStyle/>
                    <a:p>
                      <a:r>
                        <a:rPr lang="en-IN" b="1" dirty="0">
                          <a:solidFill>
                            <a:schemeClr val="bg2">
                              <a:lumMod val="10000"/>
                            </a:schemeClr>
                          </a:solidFill>
                        </a:rPr>
                        <a:t>1.02</a:t>
                      </a:r>
                    </a:p>
                  </a:txBody>
                  <a:tcPr/>
                </a:tc>
                <a:tc>
                  <a:txBody>
                    <a:bodyPr/>
                    <a:lstStyle/>
                    <a:p>
                      <a:r>
                        <a:rPr lang="en-IN" b="1" dirty="0">
                          <a:highlight>
                            <a:srgbClr val="FFFF00"/>
                          </a:highlight>
                        </a:rPr>
                        <a:t>1 time</a:t>
                      </a:r>
                    </a:p>
                  </a:txBody>
                  <a:tcPr/>
                </a:tc>
                <a:extLst>
                  <a:ext uri="{0D108BD9-81ED-4DB2-BD59-A6C34878D82A}">
                    <a16:rowId xmlns:a16="http://schemas.microsoft.com/office/drawing/2014/main" val="1972167482"/>
                  </a:ext>
                </a:extLst>
              </a:tr>
            </a:tbl>
          </a:graphicData>
        </a:graphic>
      </p:graphicFrame>
    </p:spTree>
    <p:extLst>
      <p:ext uri="{BB962C8B-B14F-4D97-AF65-F5344CB8AC3E}">
        <p14:creationId xmlns:p14="http://schemas.microsoft.com/office/powerpoint/2010/main" val="11543885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EF699-EE75-4833-B0AC-9CB84B0E22C8}"/>
              </a:ext>
            </a:extLst>
          </p:cNvPr>
          <p:cNvSpPr>
            <a:spLocks noGrp="1"/>
          </p:cNvSpPr>
          <p:nvPr>
            <p:ph type="title"/>
          </p:nvPr>
        </p:nvSpPr>
        <p:spPr/>
        <p:txBody>
          <a:bodyPr/>
          <a:lstStyle/>
          <a:p>
            <a:pPr algn="ctr"/>
            <a:r>
              <a:rPr lang="en-US" b="1" dirty="0"/>
              <a:t>6 (b) Degree of Financial Leverage- HUL</a:t>
            </a:r>
            <a:endParaRPr lang="en-IN" b="1" dirty="0"/>
          </a:p>
        </p:txBody>
      </p:sp>
      <p:graphicFrame>
        <p:nvGraphicFramePr>
          <p:cNvPr id="4" name="Table 4">
            <a:extLst>
              <a:ext uri="{FF2B5EF4-FFF2-40B4-BE49-F238E27FC236}">
                <a16:creationId xmlns:a16="http://schemas.microsoft.com/office/drawing/2014/main" id="{0BC63272-EA26-4D80-BECF-5AFF8AF75096}"/>
              </a:ext>
            </a:extLst>
          </p:cNvPr>
          <p:cNvGraphicFramePr>
            <a:graphicFrameLocks/>
          </p:cNvGraphicFramePr>
          <p:nvPr>
            <p:extLst>
              <p:ext uri="{D42A27DB-BD31-4B8C-83A1-F6EECF244321}">
                <p14:modId xmlns:p14="http://schemas.microsoft.com/office/powerpoint/2010/main" val="3100909322"/>
              </p:ext>
            </p:extLst>
          </p:nvPr>
        </p:nvGraphicFramePr>
        <p:xfrm>
          <a:off x="558105" y="2115692"/>
          <a:ext cx="11075790" cy="3022600"/>
        </p:xfrm>
        <a:graphic>
          <a:graphicData uri="http://schemas.openxmlformats.org/drawingml/2006/table">
            <a:tbl>
              <a:tblPr firstRow="1" bandRow="1">
                <a:tableStyleId>{00A15C55-8517-42AA-B614-E9B94910E393}</a:tableStyleId>
              </a:tblPr>
              <a:tblGrid>
                <a:gridCol w="1502229">
                  <a:extLst>
                    <a:ext uri="{9D8B030D-6E8A-4147-A177-3AD203B41FA5}">
                      <a16:colId xmlns:a16="http://schemas.microsoft.com/office/drawing/2014/main" val="3403792412"/>
                    </a:ext>
                  </a:extLst>
                </a:gridCol>
                <a:gridCol w="1502229">
                  <a:extLst>
                    <a:ext uri="{9D8B030D-6E8A-4147-A177-3AD203B41FA5}">
                      <a16:colId xmlns:a16="http://schemas.microsoft.com/office/drawing/2014/main" val="1323928238"/>
                    </a:ext>
                  </a:extLst>
                </a:gridCol>
                <a:gridCol w="1502229">
                  <a:extLst>
                    <a:ext uri="{9D8B030D-6E8A-4147-A177-3AD203B41FA5}">
                      <a16:colId xmlns:a16="http://schemas.microsoft.com/office/drawing/2014/main" val="801461814"/>
                    </a:ext>
                  </a:extLst>
                </a:gridCol>
                <a:gridCol w="1502229">
                  <a:extLst>
                    <a:ext uri="{9D8B030D-6E8A-4147-A177-3AD203B41FA5}">
                      <a16:colId xmlns:a16="http://schemas.microsoft.com/office/drawing/2014/main" val="2929787704"/>
                    </a:ext>
                  </a:extLst>
                </a:gridCol>
                <a:gridCol w="1502229">
                  <a:extLst>
                    <a:ext uri="{9D8B030D-6E8A-4147-A177-3AD203B41FA5}">
                      <a16:colId xmlns:a16="http://schemas.microsoft.com/office/drawing/2014/main" val="2884300378"/>
                    </a:ext>
                  </a:extLst>
                </a:gridCol>
                <a:gridCol w="1502229">
                  <a:extLst>
                    <a:ext uri="{9D8B030D-6E8A-4147-A177-3AD203B41FA5}">
                      <a16:colId xmlns:a16="http://schemas.microsoft.com/office/drawing/2014/main" val="783594773"/>
                    </a:ext>
                  </a:extLst>
                </a:gridCol>
                <a:gridCol w="2062416">
                  <a:extLst>
                    <a:ext uri="{9D8B030D-6E8A-4147-A177-3AD203B41FA5}">
                      <a16:colId xmlns:a16="http://schemas.microsoft.com/office/drawing/2014/main" val="3333496656"/>
                    </a:ext>
                  </a:extLst>
                </a:gridCol>
              </a:tblGrid>
              <a:tr h="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 2024</a:t>
                      </a:r>
                    </a:p>
                  </a:txBody>
                  <a:tcPr/>
                </a:tc>
                <a:tc>
                  <a:txBody>
                    <a:bodyPr/>
                    <a:lstStyle/>
                    <a:p>
                      <a:r>
                        <a:rPr lang="en-IN" dirty="0"/>
                        <a:t>2023</a:t>
                      </a:r>
                    </a:p>
                  </a:txBody>
                  <a:tcPr/>
                </a:tc>
                <a:tc>
                  <a:txBody>
                    <a:bodyPr/>
                    <a:lstStyle/>
                    <a:p>
                      <a:r>
                        <a:rPr lang="en-IN" dirty="0"/>
                        <a:t>2022</a:t>
                      </a:r>
                    </a:p>
                  </a:txBody>
                  <a:tcPr/>
                </a:tc>
                <a:tc>
                  <a:txBody>
                    <a:bodyPr/>
                    <a:lstStyle/>
                    <a:p>
                      <a:r>
                        <a:rPr lang="en-IN" dirty="0"/>
                        <a:t>2021</a:t>
                      </a:r>
                    </a:p>
                  </a:txBody>
                  <a:tcPr/>
                </a:tc>
                <a:tc>
                  <a:txBody>
                    <a:bodyPr/>
                    <a:lstStyle/>
                    <a:p>
                      <a:r>
                        <a:rPr lang="en-IN" dirty="0"/>
                        <a:t>5 Year Average</a:t>
                      </a:r>
                    </a:p>
                  </a:txBody>
                  <a:tcPr/>
                </a:tc>
                <a:extLst>
                  <a:ext uri="{0D108BD9-81ED-4DB2-BD59-A6C34878D82A}">
                    <a16:rowId xmlns:a16="http://schemas.microsoft.com/office/drawing/2014/main" val="2036340585"/>
                  </a:ext>
                </a:extLst>
              </a:tr>
              <a:tr h="370840">
                <a:tc>
                  <a:txBody>
                    <a:bodyPr/>
                    <a:lstStyle/>
                    <a:p>
                      <a:r>
                        <a:rPr lang="en-US" b="1" dirty="0"/>
                        <a:t>PBT (Adjusted)</a:t>
                      </a:r>
                    </a:p>
                  </a:txBody>
                  <a:tcPr/>
                </a:tc>
                <a:tc>
                  <a:txBody>
                    <a:bodyPr/>
                    <a:lstStyle/>
                    <a:p>
                      <a:r>
                        <a:rPr lang="en-IN" dirty="0"/>
                        <a:t>12268</a:t>
                      </a:r>
                    </a:p>
                  </a:txBody>
                  <a:tcPr/>
                </a:tc>
                <a:tc>
                  <a:txBody>
                    <a:bodyPr/>
                    <a:lstStyle/>
                    <a:p>
                      <a:r>
                        <a:rPr lang="en-IN" dirty="0"/>
                        <a:t>12183</a:t>
                      </a:r>
                    </a:p>
                  </a:txBody>
                  <a:tcPr/>
                </a:tc>
                <a:tc>
                  <a:txBody>
                    <a:bodyPr/>
                    <a:lstStyle/>
                    <a:p>
                      <a:r>
                        <a:rPr lang="en-IN" dirty="0"/>
                        <a:t>11867</a:t>
                      </a:r>
                    </a:p>
                  </a:txBody>
                  <a:tcPr/>
                </a:tc>
                <a:tc>
                  <a:txBody>
                    <a:bodyPr/>
                    <a:lstStyle/>
                    <a:p>
                      <a:r>
                        <a:rPr lang="en-IN" dirty="0"/>
                        <a:t>10762</a:t>
                      </a:r>
                    </a:p>
                  </a:txBody>
                  <a:tcPr/>
                </a:tc>
                <a:tc>
                  <a:txBody>
                    <a:bodyPr/>
                    <a:lstStyle/>
                    <a:p>
                      <a:r>
                        <a:rPr lang="en-IN" dirty="0"/>
                        <a:t>9728 (8196)</a:t>
                      </a:r>
                    </a:p>
                  </a:txBody>
                  <a:tcPr/>
                </a:tc>
                <a:tc>
                  <a:txBody>
                    <a:bodyPr/>
                    <a:lstStyle/>
                    <a:p>
                      <a:endParaRPr lang="en-IN" b="1" dirty="0"/>
                    </a:p>
                  </a:txBody>
                  <a:tcPr/>
                </a:tc>
                <a:extLst>
                  <a:ext uri="{0D108BD9-81ED-4DB2-BD59-A6C34878D82A}">
                    <a16:rowId xmlns:a16="http://schemas.microsoft.com/office/drawing/2014/main" val="2876592805"/>
                  </a:ext>
                </a:extLst>
              </a:tr>
              <a:tr h="370840">
                <a:tc>
                  <a:txBody>
                    <a:bodyPr/>
                    <a:lstStyle/>
                    <a:p>
                      <a:r>
                        <a:rPr lang="en-US" b="1" dirty="0"/>
                        <a:t>% Change in PBT</a:t>
                      </a:r>
                    </a:p>
                  </a:txBody>
                  <a:tcPr/>
                </a:tc>
                <a:tc>
                  <a:txBody>
                    <a:bodyPr/>
                    <a:lstStyle/>
                    <a:p>
                      <a:r>
                        <a:rPr lang="en-IN" b="1" dirty="0"/>
                        <a:t>0.70</a:t>
                      </a:r>
                    </a:p>
                  </a:txBody>
                  <a:tcPr/>
                </a:tc>
                <a:tc>
                  <a:txBody>
                    <a:bodyPr/>
                    <a:lstStyle/>
                    <a:p>
                      <a:r>
                        <a:rPr lang="en-IN" b="1" dirty="0"/>
                        <a:t>2.66</a:t>
                      </a:r>
                    </a:p>
                  </a:txBody>
                  <a:tcPr/>
                </a:tc>
                <a:tc>
                  <a:txBody>
                    <a:bodyPr/>
                    <a:lstStyle/>
                    <a:p>
                      <a:r>
                        <a:rPr lang="en-IN" b="1" dirty="0"/>
                        <a:t>10.27</a:t>
                      </a:r>
                    </a:p>
                  </a:txBody>
                  <a:tcPr/>
                </a:tc>
                <a:tc>
                  <a:txBody>
                    <a:bodyPr/>
                    <a:lstStyle/>
                    <a:p>
                      <a:r>
                        <a:rPr lang="en-IN" b="1" dirty="0"/>
                        <a:t>10.63</a:t>
                      </a:r>
                    </a:p>
                  </a:txBody>
                  <a:tcPr/>
                </a:tc>
                <a:tc>
                  <a:txBody>
                    <a:bodyPr/>
                    <a:lstStyle/>
                    <a:p>
                      <a:r>
                        <a:rPr lang="en-IN" b="1" dirty="0"/>
                        <a:t>18.69</a:t>
                      </a:r>
                    </a:p>
                  </a:txBody>
                  <a:tcPr/>
                </a:tc>
                <a:tc>
                  <a:txBody>
                    <a:bodyPr/>
                    <a:lstStyle/>
                    <a:p>
                      <a:endParaRPr lang="en-IN" b="1" dirty="0"/>
                    </a:p>
                  </a:txBody>
                  <a:tcPr/>
                </a:tc>
                <a:extLst>
                  <a:ext uri="{0D108BD9-81ED-4DB2-BD59-A6C34878D82A}">
                    <a16:rowId xmlns:a16="http://schemas.microsoft.com/office/drawing/2014/main" val="2799190320"/>
                  </a:ext>
                </a:extLst>
              </a:tr>
              <a:tr h="370840">
                <a:tc>
                  <a:txBody>
                    <a:bodyPr/>
                    <a:lstStyle/>
                    <a:p>
                      <a:r>
                        <a:rPr lang="en-US" b="1" dirty="0"/>
                        <a:t>EBIT</a:t>
                      </a:r>
                    </a:p>
                  </a:txBody>
                  <a:tcPr/>
                </a:tc>
                <a:tc>
                  <a:txBody>
                    <a:bodyPr/>
                    <a:lstStyle/>
                    <a:p>
                      <a:r>
                        <a:rPr lang="en-IN" dirty="0"/>
                        <a:t>12663</a:t>
                      </a:r>
                    </a:p>
                  </a:txBody>
                  <a:tcPr/>
                </a:tc>
                <a:tc>
                  <a:txBody>
                    <a:bodyPr/>
                    <a:lstStyle/>
                    <a:p>
                      <a:r>
                        <a:rPr lang="en-IN" dirty="0"/>
                        <a:t>12517</a:t>
                      </a:r>
                    </a:p>
                  </a:txBody>
                  <a:tcPr/>
                </a:tc>
                <a:tc>
                  <a:txBody>
                    <a:bodyPr/>
                    <a:lstStyle/>
                    <a:p>
                      <a:r>
                        <a:rPr lang="en-IN" dirty="0"/>
                        <a:t>11981</a:t>
                      </a:r>
                    </a:p>
                  </a:txBody>
                  <a:tcPr/>
                </a:tc>
                <a:tc>
                  <a:txBody>
                    <a:bodyPr/>
                    <a:lstStyle/>
                    <a:p>
                      <a:r>
                        <a:rPr lang="en-IN" dirty="0"/>
                        <a:t>10868</a:t>
                      </a:r>
                    </a:p>
                  </a:txBody>
                  <a:tcPr/>
                </a:tc>
                <a:tc>
                  <a:txBody>
                    <a:bodyPr/>
                    <a:lstStyle/>
                    <a:p>
                      <a:r>
                        <a:rPr lang="en-IN" dirty="0"/>
                        <a:t>9845 (8314)</a:t>
                      </a:r>
                    </a:p>
                  </a:txBody>
                  <a:tcPr/>
                </a:tc>
                <a:tc>
                  <a:txBody>
                    <a:bodyPr/>
                    <a:lstStyle/>
                    <a:p>
                      <a:endParaRPr lang="en-IN" b="0" dirty="0"/>
                    </a:p>
                  </a:txBody>
                  <a:tcPr/>
                </a:tc>
                <a:extLst>
                  <a:ext uri="{0D108BD9-81ED-4DB2-BD59-A6C34878D82A}">
                    <a16:rowId xmlns:a16="http://schemas.microsoft.com/office/drawing/2014/main" val="1775985502"/>
                  </a:ext>
                </a:extLst>
              </a:tr>
              <a:tr h="370840">
                <a:tc>
                  <a:txBody>
                    <a:bodyPr/>
                    <a:lstStyle/>
                    <a:p>
                      <a:r>
                        <a:rPr lang="en-US" b="1" dirty="0"/>
                        <a:t>% Change in EBIT</a:t>
                      </a:r>
                    </a:p>
                  </a:txBody>
                  <a:tcPr/>
                </a:tc>
                <a:tc>
                  <a:txBody>
                    <a:bodyPr/>
                    <a:lstStyle/>
                    <a:p>
                      <a:r>
                        <a:rPr lang="en-IN" b="1" dirty="0"/>
                        <a:t>1.17</a:t>
                      </a:r>
                    </a:p>
                  </a:txBody>
                  <a:tcPr/>
                </a:tc>
                <a:tc>
                  <a:txBody>
                    <a:bodyPr/>
                    <a:lstStyle/>
                    <a:p>
                      <a:r>
                        <a:rPr lang="en-IN" b="1" dirty="0"/>
                        <a:t>4.47</a:t>
                      </a:r>
                    </a:p>
                  </a:txBody>
                  <a:tcPr/>
                </a:tc>
                <a:tc>
                  <a:txBody>
                    <a:bodyPr/>
                    <a:lstStyle/>
                    <a:p>
                      <a:r>
                        <a:rPr lang="en-IN" b="1" dirty="0"/>
                        <a:t>10.24</a:t>
                      </a:r>
                    </a:p>
                  </a:txBody>
                  <a:tcPr/>
                </a:tc>
                <a:tc>
                  <a:txBody>
                    <a:bodyPr/>
                    <a:lstStyle/>
                    <a:p>
                      <a:r>
                        <a:rPr lang="en-IN" b="1" dirty="0"/>
                        <a:t>10.39</a:t>
                      </a:r>
                    </a:p>
                  </a:txBody>
                  <a:tcPr/>
                </a:tc>
                <a:tc>
                  <a:txBody>
                    <a:bodyPr/>
                    <a:lstStyle/>
                    <a:p>
                      <a:r>
                        <a:rPr lang="en-IN" b="1" dirty="0"/>
                        <a:t>18.41</a:t>
                      </a:r>
                    </a:p>
                  </a:txBody>
                  <a:tcPr/>
                </a:tc>
                <a:tc>
                  <a:txBody>
                    <a:bodyPr/>
                    <a:lstStyle/>
                    <a:p>
                      <a:endParaRPr lang="en-IN" b="1" dirty="0"/>
                    </a:p>
                  </a:txBody>
                  <a:tcPr/>
                </a:tc>
                <a:extLst>
                  <a:ext uri="{0D108BD9-81ED-4DB2-BD59-A6C34878D82A}">
                    <a16:rowId xmlns:a16="http://schemas.microsoft.com/office/drawing/2014/main" val="2505796396"/>
                  </a:ext>
                </a:extLst>
              </a:tr>
              <a:tr h="136720">
                <a:tc>
                  <a:txBody>
                    <a:bodyPr/>
                    <a:lstStyle/>
                    <a:p>
                      <a:r>
                        <a:rPr lang="en-US" b="1" dirty="0"/>
                        <a:t>DFL</a:t>
                      </a:r>
                    </a:p>
                  </a:txBody>
                  <a:tcPr/>
                </a:tc>
                <a:tc>
                  <a:txBody>
                    <a:bodyPr/>
                    <a:lstStyle/>
                    <a:p>
                      <a:r>
                        <a:rPr lang="en-IN" b="1" dirty="0">
                          <a:solidFill>
                            <a:schemeClr val="bg2">
                              <a:lumMod val="10000"/>
                            </a:schemeClr>
                          </a:solidFill>
                        </a:rPr>
                        <a:t>0.60</a:t>
                      </a:r>
                    </a:p>
                  </a:txBody>
                  <a:tcPr/>
                </a:tc>
                <a:tc>
                  <a:txBody>
                    <a:bodyPr/>
                    <a:lstStyle/>
                    <a:p>
                      <a:r>
                        <a:rPr lang="en-IN" b="1" dirty="0">
                          <a:solidFill>
                            <a:schemeClr val="bg2">
                              <a:lumMod val="10000"/>
                            </a:schemeClr>
                          </a:solidFill>
                        </a:rPr>
                        <a:t>0.60</a:t>
                      </a:r>
                    </a:p>
                  </a:txBody>
                  <a:tcPr/>
                </a:tc>
                <a:tc>
                  <a:txBody>
                    <a:bodyPr/>
                    <a:lstStyle/>
                    <a:p>
                      <a:r>
                        <a:rPr lang="en-IN" b="1" dirty="0"/>
                        <a:t>1.00</a:t>
                      </a:r>
                    </a:p>
                  </a:txBody>
                  <a:tcPr/>
                </a:tc>
                <a:tc>
                  <a:txBody>
                    <a:bodyPr/>
                    <a:lstStyle/>
                    <a:p>
                      <a:r>
                        <a:rPr lang="en-IN" b="1" dirty="0"/>
                        <a:t>1.02</a:t>
                      </a:r>
                    </a:p>
                  </a:txBody>
                  <a:tcPr/>
                </a:tc>
                <a:tc>
                  <a:txBody>
                    <a:bodyPr/>
                    <a:lstStyle/>
                    <a:p>
                      <a:r>
                        <a:rPr lang="en-IN" b="1" dirty="0">
                          <a:solidFill>
                            <a:schemeClr val="bg2">
                              <a:lumMod val="10000"/>
                            </a:schemeClr>
                          </a:solidFill>
                        </a:rPr>
                        <a:t>1.02</a:t>
                      </a:r>
                    </a:p>
                  </a:txBody>
                  <a:tcPr/>
                </a:tc>
                <a:tc>
                  <a:txBody>
                    <a:bodyPr/>
                    <a:lstStyle/>
                    <a:p>
                      <a:r>
                        <a:rPr lang="en-IN" b="1" dirty="0">
                          <a:highlight>
                            <a:srgbClr val="FFFF00"/>
                          </a:highlight>
                        </a:rPr>
                        <a:t>0.85 times</a:t>
                      </a:r>
                    </a:p>
                  </a:txBody>
                  <a:tcPr/>
                </a:tc>
                <a:extLst>
                  <a:ext uri="{0D108BD9-81ED-4DB2-BD59-A6C34878D82A}">
                    <a16:rowId xmlns:a16="http://schemas.microsoft.com/office/drawing/2014/main" val="1972167482"/>
                  </a:ext>
                </a:extLst>
              </a:tr>
            </a:tbl>
          </a:graphicData>
        </a:graphic>
      </p:graphicFrame>
    </p:spTree>
    <p:extLst>
      <p:ext uri="{BB962C8B-B14F-4D97-AF65-F5344CB8AC3E}">
        <p14:creationId xmlns:p14="http://schemas.microsoft.com/office/powerpoint/2010/main" val="28098447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EF699-EE75-4833-B0AC-9CB84B0E22C8}"/>
              </a:ext>
            </a:extLst>
          </p:cNvPr>
          <p:cNvSpPr>
            <a:spLocks noGrp="1"/>
          </p:cNvSpPr>
          <p:nvPr>
            <p:ph type="title"/>
          </p:nvPr>
        </p:nvSpPr>
        <p:spPr>
          <a:xfrm>
            <a:off x="459377" y="-98596"/>
            <a:ext cx="10515600" cy="1325563"/>
          </a:xfrm>
        </p:spPr>
        <p:txBody>
          <a:bodyPr/>
          <a:lstStyle/>
          <a:p>
            <a:pPr algn="ctr"/>
            <a:r>
              <a:rPr lang="en-US" b="1" dirty="0"/>
              <a:t>6 (C) Degree of Combined Leverage- HUL</a:t>
            </a:r>
            <a:endParaRPr lang="en-IN" b="1" dirty="0"/>
          </a:p>
        </p:txBody>
      </p:sp>
      <p:sp>
        <p:nvSpPr>
          <p:cNvPr id="3" name="Content Placeholder 2">
            <a:extLst>
              <a:ext uri="{FF2B5EF4-FFF2-40B4-BE49-F238E27FC236}">
                <a16:creationId xmlns:a16="http://schemas.microsoft.com/office/drawing/2014/main" id="{45D99BCC-F5D2-42CA-961C-23587D0A144B}"/>
              </a:ext>
            </a:extLst>
          </p:cNvPr>
          <p:cNvSpPr>
            <a:spLocks noGrp="1"/>
          </p:cNvSpPr>
          <p:nvPr>
            <p:ph idx="1"/>
          </p:nvPr>
        </p:nvSpPr>
        <p:spPr>
          <a:xfrm>
            <a:off x="667722" y="1107168"/>
            <a:ext cx="10515600" cy="4351338"/>
          </a:xfrm>
        </p:spPr>
        <p:txBody>
          <a:bodyPr/>
          <a:lstStyle/>
          <a:p>
            <a:pPr marL="0" indent="0">
              <a:buNone/>
            </a:pPr>
            <a:endParaRPr lang="en-IN" dirty="0"/>
          </a:p>
        </p:txBody>
      </p:sp>
      <p:graphicFrame>
        <p:nvGraphicFramePr>
          <p:cNvPr id="4" name="Table 4">
            <a:extLst>
              <a:ext uri="{FF2B5EF4-FFF2-40B4-BE49-F238E27FC236}">
                <a16:creationId xmlns:a16="http://schemas.microsoft.com/office/drawing/2014/main" id="{0BC63272-EA26-4D80-BECF-5AFF8AF75096}"/>
              </a:ext>
            </a:extLst>
          </p:cNvPr>
          <p:cNvGraphicFramePr>
            <a:graphicFrameLocks/>
          </p:cNvGraphicFramePr>
          <p:nvPr/>
        </p:nvGraphicFramePr>
        <p:xfrm>
          <a:off x="616984" y="2027517"/>
          <a:ext cx="10515603" cy="4481513"/>
        </p:xfrm>
        <a:graphic>
          <a:graphicData uri="http://schemas.openxmlformats.org/drawingml/2006/table">
            <a:tbl>
              <a:tblPr firstRow="1" bandRow="1">
                <a:tableStyleId>{93296810-A885-4BE3-A3E7-6D5BEEA58F35}</a:tableStyleId>
              </a:tblPr>
              <a:tblGrid>
                <a:gridCol w="1502229">
                  <a:extLst>
                    <a:ext uri="{9D8B030D-6E8A-4147-A177-3AD203B41FA5}">
                      <a16:colId xmlns:a16="http://schemas.microsoft.com/office/drawing/2014/main" val="3403792412"/>
                    </a:ext>
                  </a:extLst>
                </a:gridCol>
                <a:gridCol w="1502229">
                  <a:extLst>
                    <a:ext uri="{9D8B030D-6E8A-4147-A177-3AD203B41FA5}">
                      <a16:colId xmlns:a16="http://schemas.microsoft.com/office/drawing/2014/main" val="1323928238"/>
                    </a:ext>
                  </a:extLst>
                </a:gridCol>
                <a:gridCol w="1502229">
                  <a:extLst>
                    <a:ext uri="{9D8B030D-6E8A-4147-A177-3AD203B41FA5}">
                      <a16:colId xmlns:a16="http://schemas.microsoft.com/office/drawing/2014/main" val="2087417545"/>
                    </a:ext>
                  </a:extLst>
                </a:gridCol>
                <a:gridCol w="1502229">
                  <a:extLst>
                    <a:ext uri="{9D8B030D-6E8A-4147-A177-3AD203B41FA5}">
                      <a16:colId xmlns:a16="http://schemas.microsoft.com/office/drawing/2014/main" val="2929787704"/>
                    </a:ext>
                  </a:extLst>
                </a:gridCol>
                <a:gridCol w="1502229">
                  <a:extLst>
                    <a:ext uri="{9D8B030D-6E8A-4147-A177-3AD203B41FA5}">
                      <a16:colId xmlns:a16="http://schemas.microsoft.com/office/drawing/2014/main" val="2884300378"/>
                    </a:ext>
                  </a:extLst>
                </a:gridCol>
                <a:gridCol w="1502229">
                  <a:extLst>
                    <a:ext uri="{9D8B030D-6E8A-4147-A177-3AD203B41FA5}">
                      <a16:colId xmlns:a16="http://schemas.microsoft.com/office/drawing/2014/main" val="783594773"/>
                    </a:ext>
                  </a:extLst>
                </a:gridCol>
                <a:gridCol w="1502229">
                  <a:extLst>
                    <a:ext uri="{9D8B030D-6E8A-4147-A177-3AD203B41FA5}">
                      <a16:colId xmlns:a16="http://schemas.microsoft.com/office/drawing/2014/main" val="3333496656"/>
                    </a:ext>
                  </a:extLst>
                </a:gridCol>
              </a:tblGrid>
              <a:tr h="0">
                <a:tc>
                  <a:txBody>
                    <a:bodyPr/>
                    <a:lstStyle/>
                    <a:p>
                      <a:r>
                        <a:rPr lang="en-US" b="1" dirty="0"/>
                        <a:t>Particulars</a:t>
                      </a:r>
                      <a:endParaRPr lang="en-IN" b="1" dirty="0"/>
                    </a:p>
                  </a:txBody>
                  <a:tcPr/>
                </a:tc>
                <a:tc>
                  <a:txBody>
                    <a:bodyPr/>
                    <a:lstStyle/>
                    <a:p>
                      <a:r>
                        <a:rPr lang="en-IN" dirty="0"/>
                        <a:t>March 2025</a:t>
                      </a:r>
                    </a:p>
                  </a:txBody>
                  <a:tcPr/>
                </a:tc>
                <a:tc>
                  <a:txBody>
                    <a:bodyPr/>
                    <a:lstStyle/>
                    <a:p>
                      <a:r>
                        <a:rPr lang="en-IN" dirty="0"/>
                        <a:t> 2024</a:t>
                      </a:r>
                    </a:p>
                  </a:txBody>
                  <a:tcPr/>
                </a:tc>
                <a:tc>
                  <a:txBody>
                    <a:bodyPr/>
                    <a:lstStyle/>
                    <a:p>
                      <a:r>
                        <a:rPr lang="en-IN" dirty="0"/>
                        <a:t>March 2023</a:t>
                      </a:r>
                    </a:p>
                  </a:txBody>
                  <a:tcPr/>
                </a:tc>
                <a:tc>
                  <a:txBody>
                    <a:bodyPr/>
                    <a:lstStyle/>
                    <a:p>
                      <a:r>
                        <a:rPr lang="en-IN" dirty="0"/>
                        <a:t>2022</a:t>
                      </a:r>
                    </a:p>
                  </a:txBody>
                  <a:tcPr/>
                </a:tc>
                <a:tc>
                  <a:txBody>
                    <a:bodyPr/>
                    <a:lstStyle/>
                    <a:p>
                      <a:r>
                        <a:rPr lang="en-IN" dirty="0"/>
                        <a:t>2021</a:t>
                      </a:r>
                    </a:p>
                  </a:txBody>
                  <a:tcPr/>
                </a:tc>
                <a:tc>
                  <a:txBody>
                    <a:bodyPr/>
                    <a:lstStyle/>
                    <a:p>
                      <a:r>
                        <a:rPr lang="en-IN" dirty="0"/>
                        <a:t>5 Year Average</a:t>
                      </a:r>
                    </a:p>
                  </a:txBody>
                  <a:tcPr/>
                </a:tc>
                <a:extLst>
                  <a:ext uri="{0D108BD9-81ED-4DB2-BD59-A6C34878D82A}">
                    <a16:rowId xmlns:a16="http://schemas.microsoft.com/office/drawing/2014/main" val="2036340585"/>
                  </a:ext>
                </a:extLst>
              </a:tr>
              <a:tr h="702488">
                <a:tc>
                  <a:txBody>
                    <a:bodyPr/>
                    <a:lstStyle/>
                    <a:p>
                      <a:r>
                        <a:rPr lang="en-US" b="1" dirty="0"/>
                        <a:t>% Change in PBT</a:t>
                      </a:r>
                    </a:p>
                  </a:txBody>
                  <a:tcPr/>
                </a:tc>
                <a:tc>
                  <a:txBody>
                    <a:bodyPr/>
                    <a:lstStyle/>
                    <a:p>
                      <a:r>
                        <a:rPr lang="en-IN" b="1" dirty="0"/>
                        <a:t>0.70</a:t>
                      </a:r>
                    </a:p>
                  </a:txBody>
                  <a:tcPr/>
                </a:tc>
                <a:tc>
                  <a:txBody>
                    <a:bodyPr/>
                    <a:lstStyle/>
                    <a:p>
                      <a:r>
                        <a:rPr lang="en-IN" b="1" dirty="0"/>
                        <a:t>2.66</a:t>
                      </a:r>
                    </a:p>
                  </a:txBody>
                  <a:tcPr/>
                </a:tc>
                <a:tc>
                  <a:txBody>
                    <a:bodyPr/>
                    <a:lstStyle/>
                    <a:p>
                      <a:r>
                        <a:rPr lang="en-IN" b="1" dirty="0"/>
                        <a:t>10.27</a:t>
                      </a:r>
                    </a:p>
                  </a:txBody>
                  <a:tcPr/>
                </a:tc>
                <a:tc>
                  <a:txBody>
                    <a:bodyPr/>
                    <a:lstStyle/>
                    <a:p>
                      <a:r>
                        <a:rPr lang="en-IN" b="1" dirty="0"/>
                        <a:t>10.63</a:t>
                      </a:r>
                    </a:p>
                  </a:txBody>
                  <a:tcPr/>
                </a:tc>
                <a:tc>
                  <a:txBody>
                    <a:bodyPr/>
                    <a:lstStyle/>
                    <a:p>
                      <a:r>
                        <a:rPr lang="en-IN" b="1" dirty="0"/>
                        <a:t>18.69</a:t>
                      </a:r>
                    </a:p>
                  </a:txBody>
                  <a:tcPr/>
                </a:tc>
                <a:tc>
                  <a:txBody>
                    <a:bodyPr/>
                    <a:lstStyle/>
                    <a:p>
                      <a:endParaRPr lang="en-IN" b="1" dirty="0"/>
                    </a:p>
                  </a:txBody>
                  <a:tcPr/>
                </a:tc>
                <a:extLst>
                  <a:ext uri="{0D108BD9-81ED-4DB2-BD59-A6C34878D82A}">
                    <a16:rowId xmlns:a16="http://schemas.microsoft.com/office/drawing/2014/main" val="2876592805"/>
                  </a:ext>
                </a:extLst>
              </a:tr>
              <a:tr h="702488">
                <a:tc>
                  <a:txBody>
                    <a:bodyPr/>
                    <a:lstStyle/>
                    <a:p>
                      <a:r>
                        <a:rPr lang="en-US" b="1" dirty="0"/>
                        <a:t>% Change in Net Op. Revenue</a:t>
                      </a:r>
                    </a:p>
                  </a:txBody>
                  <a:tcPr/>
                </a:tc>
                <a:tc>
                  <a:txBody>
                    <a:bodyPr/>
                    <a:lstStyle/>
                    <a:p>
                      <a:r>
                        <a:rPr lang="en-IN" b="1" dirty="0"/>
                        <a:t>2.17</a:t>
                      </a:r>
                    </a:p>
                  </a:txBody>
                  <a:tcPr/>
                </a:tc>
                <a:tc>
                  <a:txBody>
                    <a:bodyPr/>
                    <a:lstStyle/>
                    <a:p>
                      <a:r>
                        <a:rPr lang="en-IN" b="1" dirty="0"/>
                        <a:t>2.38</a:t>
                      </a:r>
                    </a:p>
                  </a:txBody>
                  <a:tcPr/>
                </a:tc>
                <a:tc>
                  <a:txBody>
                    <a:bodyPr/>
                    <a:lstStyle/>
                    <a:p>
                      <a:r>
                        <a:rPr lang="en-IN" b="1" dirty="0"/>
                        <a:t>15.52</a:t>
                      </a:r>
                    </a:p>
                  </a:txBody>
                  <a:tcPr/>
                </a:tc>
                <a:tc>
                  <a:txBody>
                    <a:bodyPr/>
                    <a:lstStyle/>
                    <a:p>
                      <a:r>
                        <a:rPr lang="en-IN" b="1" dirty="0"/>
                        <a:t>11.28</a:t>
                      </a:r>
                    </a:p>
                  </a:txBody>
                  <a:tcPr/>
                </a:tc>
                <a:tc>
                  <a:txBody>
                    <a:bodyPr/>
                    <a:lstStyle/>
                    <a:p>
                      <a:r>
                        <a:rPr lang="en-IN" b="1" dirty="0"/>
                        <a:t>18.05</a:t>
                      </a:r>
                    </a:p>
                  </a:txBody>
                  <a:tcPr/>
                </a:tc>
                <a:tc>
                  <a:txBody>
                    <a:bodyPr/>
                    <a:lstStyle/>
                    <a:p>
                      <a:endParaRPr lang="en-IN" b="1" dirty="0"/>
                    </a:p>
                  </a:txBody>
                  <a:tcPr/>
                </a:tc>
                <a:extLst>
                  <a:ext uri="{0D108BD9-81ED-4DB2-BD59-A6C34878D82A}">
                    <a16:rowId xmlns:a16="http://schemas.microsoft.com/office/drawing/2014/main" val="2799190320"/>
                  </a:ext>
                </a:extLst>
              </a:tr>
              <a:tr h="406997">
                <a:tc>
                  <a:txBody>
                    <a:bodyPr/>
                    <a:lstStyle/>
                    <a:p>
                      <a:endParaRPr lang="en-US" b="1" dirty="0"/>
                    </a:p>
                  </a:txBody>
                  <a:tcPr/>
                </a:tc>
                <a:tc>
                  <a:txBody>
                    <a:bodyPr/>
                    <a:lstStyle/>
                    <a:p>
                      <a:endParaRPr lang="en-IN" b="0" dirty="0"/>
                    </a:p>
                  </a:txBody>
                  <a:tcPr/>
                </a:tc>
                <a:tc>
                  <a:txBody>
                    <a:bodyPr/>
                    <a:lstStyle/>
                    <a:p>
                      <a:endParaRPr lang="en-IN" b="0" dirty="0"/>
                    </a:p>
                  </a:txBody>
                  <a:tcPr/>
                </a:tc>
                <a:tc>
                  <a:txBody>
                    <a:bodyPr/>
                    <a:lstStyle/>
                    <a:p>
                      <a:endParaRPr lang="en-IN" b="0" dirty="0"/>
                    </a:p>
                  </a:txBody>
                  <a:tcPr/>
                </a:tc>
                <a:tc>
                  <a:txBody>
                    <a:bodyPr/>
                    <a:lstStyle/>
                    <a:p>
                      <a:endParaRPr lang="en-IN" b="0" dirty="0"/>
                    </a:p>
                  </a:txBody>
                  <a:tcPr/>
                </a:tc>
                <a:tc>
                  <a:txBody>
                    <a:bodyPr/>
                    <a:lstStyle/>
                    <a:p>
                      <a:endParaRPr lang="en-IN" b="0" dirty="0"/>
                    </a:p>
                  </a:txBody>
                  <a:tcPr/>
                </a:tc>
                <a:tc>
                  <a:txBody>
                    <a:bodyPr/>
                    <a:lstStyle/>
                    <a:p>
                      <a:endParaRPr lang="en-IN" b="0" dirty="0"/>
                    </a:p>
                  </a:txBody>
                  <a:tcPr/>
                </a:tc>
                <a:extLst>
                  <a:ext uri="{0D108BD9-81ED-4DB2-BD59-A6C34878D82A}">
                    <a16:rowId xmlns:a16="http://schemas.microsoft.com/office/drawing/2014/main" val="2505796396"/>
                  </a:ext>
                </a:extLst>
              </a:tr>
              <a:tr h="406997">
                <a:tc>
                  <a:txBody>
                    <a:bodyPr/>
                    <a:lstStyle/>
                    <a:p>
                      <a:r>
                        <a:rPr lang="en-US" b="1" dirty="0"/>
                        <a:t>DOL</a:t>
                      </a:r>
                    </a:p>
                  </a:txBody>
                  <a:tcPr/>
                </a:tc>
                <a:tc>
                  <a:txBody>
                    <a:bodyPr/>
                    <a:lstStyle/>
                    <a:p>
                      <a:r>
                        <a:rPr lang="en-IN" b="1" dirty="0"/>
                        <a:t>0.54</a:t>
                      </a:r>
                    </a:p>
                  </a:txBody>
                  <a:tcPr/>
                </a:tc>
                <a:tc>
                  <a:txBody>
                    <a:bodyPr/>
                    <a:lstStyle/>
                    <a:p>
                      <a:r>
                        <a:rPr lang="en-IN" b="1" dirty="0"/>
                        <a:t>1.88</a:t>
                      </a:r>
                    </a:p>
                  </a:txBody>
                  <a:tcPr/>
                </a:tc>
                <a:tc>
                  <a:txBody>
                    <a:bodyPr/>
                    <a:lstStyle/>
                    <a:p>
                      <a:r>
                        <a:rPr lang="en-IN" b="1" dirty="0"/>
                        <a:t>0.66</a:t>
                      </a:r>
                    </a:p>
                  </a:txBody>
                  <a:tcPr/>
                </a:tc>
                <a:tc>
                  <a:txBody>
                    <a:bodyPr/>
                    <a:lstStyle/>
                    <a:p>
                      <a:r>
                        <a:rPr lang="en-IN" b="1" dirty="0"/>
                        <a:t>0.92</a:t>
                      </a:r>
                    </a:p>
                  </a:txBody>
                  <a:tcPr/>
                </a:tc>
                <a:tc>
                  <a:txBody>
                    <a:bodyPr/>
                    <a:lstStyle/>
                    <a:p>
                      <a:r>
                        <a:rPr lang="en-IN" b="1" dirty="0"/>
                        <a:t>1.02</a:t>
                      </a:r>
                    </a:p>
                  </a:txBody>
                  <a:tcPr/>
                </a:tc>
                <a:tc>
                  <a:txBody>
                    <a:bodyPr/>
                    <a:lstStyle/>
                    <a:p>
                      <a:endParaRPr lang="en-IN" b="1" dirty="0">
                        <a:highlight>
                          <a:srgbClr val="FFFF00"/>
                        </a:highlight>
                      </a:endParaRPr>
                    </a:p>
                  </a:txBody>
                  <a:tcPr/>
                </a:tc>
                <a:extLst>
                  <a:ext uri="{0D108BD9-81ED-4DB2-BD59-A6C34878D82A}">
                    <a16:rowId xmlns:a16="http://schemas.microsoft.com/office/drawing/2014/main" val="1146547607"/>
                  </a:ext>
                </a:extLst>
              </a:tr>
              <a:tr h="406997">
                <a:tc>
                  <a:txBody>
                    <a:bodyPr/>
                    <a:lstStyle/>
                    <a:p>
                      <a:r>
                        <a:rPr lang="en-US" b="1" dirty="0"/>
                        <a:t>DFL</a:t>
                      </a:r>
                    </a:p>
                  </a:txBody>
                  <a:tcPr/>
                </a:tc>
                <a:tc>
                  <a:txBody>
                    <a:bodyPr/>
                    <a:lstStyle/>
                    <a:p>
                      <a:r>
                        <a:rPr lang="en-IN" b="1" dirty="0"/>
                        <a:t>0.60</a:t>
                      </a:r>
                    </a:p>
                  </a:txBody>
                  <a:tcPr/>
                </a:tc>
                <a:tc>
                  <a:txBody>
                    <a:bodyPr/>
                    <a:lstStyle/>
                    <a:p>
                      <a:r>
                        <a:rPr lang="en-IN" b="1" dirty="0"/>
                        <a:t>0.60</a:t>
                      </a:r>
                    </a:p>
                  </a:txBody>
                  <a:tcPr/>
                </a:tc>
                <a:tc>
                  <a:txBody>
                    <a:bodyPr/>
                    <a:lstStyle/>
                    <a:p>
                      <a:r>
                        <a:rPr lang="en-IN" b="1" dirty="0"/>
                        <a:t>1</a:t>
                      </a:r>
                    </a:p>
                  </a:txBody>
                  <a:tcPr/>
                </a:tc>
                <a:tc>
                  <a:txBody>
                    <a:bodyPr/>
                    <a:lstStyle/>
                    <a:p>
                      <a:r>
                        <a:rPr lang="en-IN" b="1" dirty="0"/>
                        <a:t>1.02</a:t>
                      </a:r>
                    </a:p>
                  </a:txBody>
                  <a:tcPr/>
                </a:tc>
                <a:tc>
                  <a:txBody>
                    <a:bodyPr/>
                    <a:lstStyle/>
                    <a:p>
                      <a:r>
                        <a:rPr lang="en-IN" b="1" dirty="0"/>
                        <a:t>1.02</a:t>
                      </a:r>
                    </a:p>
                  </a:txBody>
                  <a:tcPr/>
                </a:tc>
                <a:tc>
                  <a:txBody>
                    <a:bodyPr/>
                    <a:lstStyle/>
                    <a:p>
                      <a:endParaRPr lang="en-IN" b="1" dirty="0">
                        <a:highlight>
                          <a:srgbClr val="FFFF00"/>
                        </a:highlight>
                      </a:endParaRPr>
                    </a:p>
                  </a:txBody>
                  <a:tcPr/>
                </a:tc>
                <a:extLst>
                  <a:ext uri="{0D108BD9-81ED-4DB2-BD59-A6C34878D82A}">
                    <a16:rowId xmlns:a16="http://schemas.microsoft.com/office/drawing/2014/main" val="1934828319"/>
                  </a:ext>
                </a:extLst>
              </a:tr>
              <a:tr h="1003554">
                <a:tc>
                  <a:txBody>
                    <a:bodyPr/>
                    <a:lstStyle/>
                    <a:p>
                      <a:r>
                        <a:rPr lang="en-US" b="1" dirty="0"/>
                        <a:t>D C L</a:t>
                      </a:r>
                    </a:p>
                  </a:txBody>
                  <a:tcPr/>
                </a:tc>
                <a:tc>
                  <a:txBody>
                    <a:bodyPr/>
                    <a:lstStyle/>
                    <a:p>
                      <a:r>
                        <a:rPr lang="en-IN" b="1" dirty="0">
                          <a:solidFill>
                            <a:schemeClr val="bg2">
                              <a:lumMod val="10000"/>
                            </a:schemeClr>
                          </a:solidFill>
                        </a:rPr>
                        <a:t>0.32</a:t>
                      </a:r>
                    </a:p>
                  </a:txBody>
                  <a:tcPr/>
                </a:tc>
                <a:tc>
                  <a:txBody>
                    <a:bodyPr/>
                    <a:lstStyle/>
                    <a:p>
                      <a:r>
                        <a:rPr lang="en-IN" b="1" dirty="0">
                          <a:solidFill>
                            <a:schemeClr val="bg2">
                              <a:lumMod val="10000"/>
                            </a:schemeClr>
                          </a:solidFill>
                        </a:rPr>
                        <a:t>1.13</a:t>
                      </a:r>
                    </a:p>
                  </a:txBody>
                  <a:tcPr/>
                </a:tc>
                <a:tc>
                  <a:txBody>
                    <a:bodyPr/>
                    <a:lstStyle/>
                    <a:p>
                      <a:r>
                        <a:rPr lang="en-IN" b="1" dirty="0">
                          <a:solidFill>
                            <a:schemeClr val="bg2">
                              <a:lumMod val="10000"/>
                            </a:schemeClr>
                          </a:solidFill>
                        </a:rPr>
                        <a:t>0.66</a:t>
                      </a:r>
                    </a:p>
                  </a:txBody>
                  <a:tcPr/>
                </a:tc>
                <a:tc>
                  <a:txBody>
                    <a:bodyPr/>
                    <a:lstStyle/>
                    <a:p>
                      <a:r>
                        <a:rPr lang="en-IN" b="1" dirty="0">
                          <a:solidFill>
                            <a:schemeClr val="bg2">
                              <a:lumMod val="10000"/>
                            </a:schemeClr>
                          </a:solidFill>
                        </a:rPr>
                        <a:t>0.94</a:t>
                      </a:r>
                    </a:p>
                  </a:txBody>
                  <a:tcPr/>
                </a:tc>
                <a:tc>
                  <a:txBody>
                    <a:bodyPr/>
                    <a:lstStyle/>
                    <a:p>
                      <a:r>
                        <a:rPr lang="en-IN" b="1" dirty="0">
                          <a:solidFill>
                            <a:schemeClr val="bg2">
                              <a:lumMod val="10000"/>
                            </a:schemeClr>
                          </a:solidFill>
                        </a:rPr>
                        <a:t>1.04</a:t>
                      </a:r>
                    </a:p>
                  </a:txBody>
                  <a:tcPr/>
                </a:tc>
                <a:tc>
                  <a:txBody>
                    <a:bodyPr/>
                    <a:lstStyle/>
                    <a:p>
                      <a:r>
                        <a:rPr lang="en-IN" b="1" dirty="0">
                          <a:highlight>
                            <a:srgbClr val="FFFF00"/>
                          </a:highlight>
                        </a:rPr>
                        <a:t>0.82 times</a:t>
                      </a:r>
                    </a:p>
                  </a:txBody>
                  <a:tcPr/>
                </a:tc>
                <a:extLst>
                  <a:ext uri="{0D108BD9-81ED-4DB2-BD59-A6C34878D82A}">
                    <a16:rowId xmlns:a16="http://schemas.microsoft.com/office/drawing/2014/main" val="1972167482"/>
                  </a:ext>
                </a:extLst>
              </a:tr>
            </a:tbl>
          </a:graphicData>
        </a:graphic>
      </p:graphicFrame>
    </p:spTree>
    <p:extLst>
      <p:ext uri="{BB962C8B-B14F-4D97-AF65-F5344CB8AC3E}">
        <p14:creationId xmlns:p14="http://schemas.microsoft.com/office/powerpoint/2010/main" val="10768681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965E5-2332-D080-7EEB-E345EC083CF0}"/>
              </a:ext>
            </a:extLst>
          </p:cNvPr>
          <p:cNvSpPr>
            <a:spLocks noGrp="1"/>
          </p:cNvSpPr>
          <p:nvPr>
            <p:ph type="title"/>
          </p:nvPr>
        </p:nvSpPr>
        <p:spPr/>
        <p:txBody>
          <a:bodyPr/>
          <a:lstStyle/>
          <a:p>
            <a:pPr algn="ctr"/>
            <a:r>
              <a:rPr lang="en-US" b="1" dirty="0"/>
              <a:t>FSA</a:t>
            </a:r>
          </a:p>
        </p:txBody>
      </p:sp>
      <p:sp>
        <p:nvSpPr>
          <p:cNvPr id="3" name="Content Placeholder 2">
            <a:extLst>
              <a:ext uri="{FF2B5EF4-FFF2-40B4-BE49-F238E27FC236}">
                <a16:creationId xmlns:a16="http://schemas.microsoft.com/office/drawing/2014/main" id="{950BBB34-F065-2822-A9CD-0A7A9DD97321}"/>
              </a:ext>
            </a:extLst>
          </p:cNvPr>
          <p:cNvSpPr>
            <a:spLocks noGrp="1"/>
          </p:cNvSpPr>
          <p:nvPr>
            <p:ph idx="1"/>
          </p:nvPr>
        </p:nvSpPr>
        <p:spPr/>
        <p:txBody>
          <a:bodyPr/>
          <a:lstStyle/>
          <a:p>
            <a:pPr marL="514350" indent="-514350">
              <a:buAutoNum type="arabicPeriod"/>
            </a:pPr>
            <a:r>
              <a:rPr lang="en-US" dirty="0"/>
              <a:t>Profitability</a:t>
            </a:r>
          </a:p>
          <a:p>
            <a:pPr marL="514350" indent="-514350">
              <a:buAutoNum type="arabicPeriod"/>
            </a:pPr>
            <a:r>
              <a:rPr lang="en-US" dirty="0"/>
              <a:t>Working Capital Efficiency</a:t>
            </a:r>
          </a:p>
          <a:p>
            <a:pPr marL="514350" indent="-514350">
              <a:buAutoNum type="arabicPeriod"/>
            </a:pPr>
            <a:r>
              <a:rPr lang="en-US" dirty="0"/>
              <a:t>Liquidity</a:t>
            </a:r>
          </a:p>
          <a:p>
            <a:pPr marL="514350" indent="-514350">
              <a:buAutoNum type="arabicPeriod"/>
            </a:pPr>
            <a:r>
              <a:rPr lang="en-US" dirty="0"/>
              <a:t>Solvency</a:t>
            </a:r>
          </a:p>
          <a:p>
            <a:pPr marL="514350" indent="-514350">
              <a:buAutoNum type="arabicPeriod"/>
            </a:pPr>
            <a:r>
              <a:rPr lang="en-US" dirty="0"/>
              <a:t>Cash Flow Management</a:t>
            </a:r>
          </a:p>
          <a:p>
            <a:pPr marL="514350" indent="-514350">
              <a:buAutoNum type="arabicPeriod"/>
            </a:pPr>
            <a:r>
              <a:rPr lang="en-US" dirty="0"/>
              <a:t>Leverage </a:t>
            </a:r>
          </a:p>
        </p:txBody>
      </p:sp>
    </p:spTree>
    <p:extLst>
      <p:ext uri="{BB962C8B-B14F-4D97-AF65-F5344CB8AC3E}">
        <p14:creationId xmlns:p14="http://schemas.microsoft.com/office/powerpoint/2010/main" val="277734992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6A520-A234-41ED-945C-56D3634CEF29}"/>
              </a:ext>
            </a:extLst>
          </p:cNvPr>
          <p:cNvSpPr>
            <a:spLocks noGrp="1"/>
          </p:cNvSpPr>
          <p:nvPr>
            <p:ph type="title"/>
          </p:nvPr>
        </p:nvSpPr>
        <p:spPr/>
        <p:txBody>
          <a:bodyPr/>
          <a:lstStyle/>
          <a:p>
            <a:pPr algn="ctr"/>
            <a:endParaRPr lang="en-IN" b="1" dirty="0"/>
          </a:p>
        </p:txBody>
      </p:sp>
      <p:sp>
        <p:nvSpPr>
          <p:cNvPr id="3" name="Content Placeholder 2">
            <a:extLst>
              <a:ext uri="{FF2B5EF4-FFF2-40B4-BE49-F238E27FC236}">
                <a16:creationId xmlns:a16="http://schemas.microsoft.com/office/drawing/2014/main" id="{6ECF38AC-00EF-43C4-ACF7-6A85E22EB4EA}"/>
              </a:ext>
            </a:extLst>
          </p:cNvPr>
          <p:cNvSpPr>
            <a:spLocks noGrp="1"/>
          </p:cNvSpPr>
          <p:nvPr>
            <p:ph idx="1"/>
          </p:nvPr>
        </p:nvSpPr>
        <p:spPr/>
        <p:txBody>
          <a:bodyPr/>
          <a:lstStyle/>
          <a:p>
            <a:r>
              <a:rPr lang="en-US" b="1" u="sng" dirty="0"/>
              <a:t>Overall Financial Performance Score based on FSA on Cross Sectional (comparative with competitors) basis </a:t>
            </a:r>
            <a:endParaRPr lang="en-IN" b="1" u="sng" dirty="0"/>
          </a:p>
        </p:txBody>
      </p:sp>
    </p:spTree>
    <p:extLst>
      <p:ext uri="{BB962C8B-B14F-4D97-AF65-F5344CB8AC3E}">
        <p14:creationId xmlns:p14="http://schemas.microsoft.com/office/powerpoint/2010/main" val="253124112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0CE55-6F18-4709-B05B-892F73D7ECC1}"/>
              </a:ext>
            </a:extLst>
          </p:cNvPr>
          <p:cNvSpPr>
            <a:spLocks noGrp="1"/>
          </p:cNvSpPr>
          <p:nvPr>
            <p:ph type="title"/>
          </p:nvPr>
        </p:nvSpPr>
        <p:spPr/>
        <p:txBody>
          <a:bodyPr/>
          <a:lstStyle/>
          <a:p>
            <a:pPr algn="ctr"/>
            <a:r>
              <a:rPr lang="en-US" dirty="0"/>
              <a:t>Let Us Consider </a:t>
            </a:r>
            <a:r>
              <a:rPr lang="en-US" b="1" dirty="0"/>
              <a:t>HUL &amp; Its Peers</a:t>
            </a:r>
            <a:br>
              <a:rPr lang="en-US" b="1" dirty="0"/>
            </a:br>
            <a:r>
              <a:rPr lang="en-US" b="1" dirty="0"/>
              <a:t>for the year 2025</a:t>
            </a:r>
            <a:endParaRPr lang="en-IN" b="1" dirty="0"/>
          </a:p>
        </p:txBody>
      </p:sp>
      <p:sp>
        <p:nvSpPr>
          <p:cNvPr id="3" name="Content Placeholder 2">
            <a:extLst>
              <a:ext uri="{FF2B5EF4-FFF2-40B4-BE49-F238E27FC236}">
                <a16:creationId xmlns:a16="http://schemas.microsoft.com/office/drawing/2014/main" id="{A78FA281-156C-4ECE-B8A0-0E40E3BD9BDD}"/>
              </a:ext>
            </a:extLst>
          </p:cNvPr>
          <p:cNvSpPr>
            <a:spLocks noGrp="1"/>
          </p:cNvSpPr>
          <p:nvPr>
            <p:ph idx="1"/>
          </p:nvPr>
        </p:nvSpPr>
        <p:spPr/>
        <p:txBody>
          <a:bodyPr/>
          <a:lstStyle/>
          <a:p>
            <a:r>
              <a:rPr lang="en-US" dirty="0"/>
              <a:t>4 Major Competitors of HUL on the basis of Market Capitalization (</a:t>
            </a:r>
            <a:r>
              <a:rPr lang="en-US" b="1" dirty="0"/>
              <a:t>on 22- November-2025</a:t>
            </a:r>
            <a:r>
              <a:rPr lang="en-US" dirty="0"/>
              <a:t>; Source : </a:t>
            </a:r>
            <a:r>
              <a:rPr lang="en-US" dirty="0">
                <a:highlight>
                  <a:srgbClr val="FFFF00"/>
                </a:highlight>
              </a:rPr>
              <a:t>MC</a:t>
            </a:r>
            <a:r>
              <a:rPr lang="en-US" dirty="0"/>
              <a:t> )</a:t>
            </a:r>
          </a:p>
          <a:p>
            <a:pPr marL="0" indent="0">
              <a:buNone/>
            </a:pPr>
            <a:endParaRPr lang="en-IN" dirty="0"/>
          </a:p>
        </p:txBody>
      </p:sp>
      <p:graphicFrame>
        <p:nvGraphicFramePr>
          <p:cNvPr id="5" name="Table 5">
            <a:extLst>
              <a:ext uri="{FF2B5EF4-FFF2-40B4-BE49-F238E27FC236}">
                <a16:creationId xmlns:a16="http://schemas.microsoft.com/office/drawing/2014/main" id="{CB18A8F7-E124-4E83-B38A-6C87AF14DF14}"/>
              </a:ext>
            </a:extLst>
          </p:cNvPr>
          <p:cNvGraphicFramePr>
            <a:graphicFrameLocks noGrp="1"/>
          </p:cNvGraphicFramePr>
          <p:nvPr/>
        </p:nvGraphicFramePr>
        <p:xfrm>
          <a:off x="1582549" y="2858432"/>
          <a:ext cx="8128000" cy="22250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275985056"/>
                    </a:ext>
                  </a:extLst>
                </a:gridCol>
                <a:gridCol w="4064000">
                  <a:extLst>
                    <a:ext uri="{9D8B030D-6E8A-4147-A177-3AD203B41FA5}">
                      <a16:colId xmlns:a16="http://schemas.microsoft.com/office/drawing/2014/main" val="738050450"/>
                    </a:ext>
                  </a:extLst>
                </a:gridCol>
              </a:tblGrid>
              <a:tr h="370840">
                <a:tc>
                  <a:txBody>
                    <a:bodyPr/>
                    <a:lstStyle/>
                    <a:p>
                      <a:r>
                        <a:rPr lang="en-US" dirty="0"/>
                        <a:t>Company</a:t>
                      </a:r>
                      <a:endParaRPr lang="en-IN" dirty="0"/>
                    </a:p>
                  </a:txBody>
                  <a:tcPr/>
                </a:tc>
                <a:tc>
                  <a:txBody>
                    <a:bodyPr/>
                    <a:lstStyle/>
                    <a:p>
                      <a:r>
                        <a:rPr lang="en-US" dirty="0"/>
                        <a:t>Market Cap ( in INR Crores )</a:t>
                      </a:r>
                      <a:endParaRPr lang="en-IN" dirty="0"/>
                    </a:p>
                  </a:txBody>
                  <a:tcPr/>
                </a:tc>
                <a:extLst>
                  <a:ext uri="{0D108BD9-81ED-4DB2-BD59-A6C34878D82A}">
                    <a16:rowId xmlns:a16="http://schemas.microsoft.com/office/drawing/2014/main" val="2509097027"/>
                  </a:ext>
                </a:extLst>
              </a:tr>
              <a:tr h="370840">
                <a:tc>
                  <a:txBody>
                    <a:bodyPr/>
                    <a:lstStyle/>
                    <a:p>
                      <a:r>
                        <a:rPr lang="en-IN" b="1" dirty="0"/>
                        <a:t>HUL</a:t>
                      </a:r>
                    </a:p>
                  </a:txBody>
                  <a:tcPr/>
                </a:tc>
                <a:tc>
                  <a:txBody>
                    <a:bodyPr/>
                    <a:lstStyle/>
                    <a:p>
                      <a:r>
                        <a:rPr lang="en-IN" dirty="0"/>
                        <a:t>571820</a:t>
                      </a:r>
                    </a:p>
                  </a:txBody>
                  <a:tcPr/>
                </a:tc>
                <a:extLst>
                  <a:ext uri="{0D108BD9-81ED-4DB2-BD59-A6C34878D82A}">
                    <a16:rowId xmlns:a16="http://schemas.microsoft.com/office/drawing/2014/main" val="238715378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mn-lt"/>
                          <a:ea typeface="+mn-ea"/>
                          <a:cs typeface="+mn-cs"/>
                        </a:rPr>
                        <a:t>Godrej Consumer Products Ltd </a:t>
                      </a:r>
                    </a:p>
                  </a:txBody>
                  <a:tcPr/>
                </a:tc>
                <a:tc>
                  <a:txBody>
                    <a:bodyPr/>
                    <a:lstStyle/>
                    <a:p>
                      <a:r>
                        <a:rPr lang="en-IN" dirty="0"/>
                        <a:t>115135</a:t>
                      </a:r>
                    </a:p>
                  </a:txBody>
                  <a:tcPr/>
                </a:tc>
                <a:extLst>
                  <a:ext uri="{0D108BD9-81ED-4DB2-BD59-A6C34878D82A}">
                    <a16:rowId xmlns:a16="http://schemas.microsoft.com/office/drawing/2014/main" val="3135647722"/>
                  </a:ext>
                </a:extLst>
              </a:tr>
              <a:tr h="370840">
                <a:tc>
                  <a:txBody>
                    <a:bodyPr/>
                    <a:lstStyle/>
                    <a:p>
                      <a:r>
                        <a:rPr lang="en-IN" b="1" dirty="0"/>
                        <a:t>Marico Ltd</a:t>
                      </a:r>
                    </a:p>
                  </a:txBody>
                  <a:tcPr/>
                </a:tc>
                <a:tc>
                  <a:txBody>
                    <a:bodyPr/>
                    <a:lstStyle/>
                    <a:p>
                      <a:r>
                        <a:rPr lang="en-IN" dirty="0"/>
                        <a:t>96034</a:t>
                      </a:r>
                    </a:p>
                  </a:txBody>
                  <a:tcPr/>
                </a:tc>
                <a:extLst>
                  <a:ext uri="{0D108BD9-81ED-4DB2-BD59-A6C34878D82A}">
                    <a16:rowId xmlns:a16="http://schemas.microsoft.com/office/drawing/2014/main" val="3592417814"/>
                  </a:ext>
                </a:extLst>
              </a:tr>
              <a:tr h="370840">
                <a:tc>
                  <a:txBody>
                    <a:bodyPr/>
                    <a:lstStyle/>
                    <a:p>
                      <a:r>
                        <a:rPr lang="en-IN" b="1" dirty="0"/>
                        <a:t>Dabur India</a:t>
                      </a:r>
                    </a:p>
                  </a:txBody>
                  <a:tcPr/>
                </a:tc>
                <a:tc>
                  <a:txBody>
                    <a:bodyPr/>
                    <a:lstStyle/>
                    <a:p>
                      <a:r>
                        <a:rPr lang="en-IN" dirty="0"/>
                        <a:t>91460</a:t>
                      </a:r>
                    </a:p>
                  </a:txBody>
                  <a:tcPr/>
                </a:tc>
                <a:extLst>
                  <a:ext uri="{0D108BD9-81ED-4DB2-BD59-A6C34878D82A}">
                    <a16:rowId xmlns:a16="http://schemas.microsoft.com/office/drawing/2014/main" val="273316004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Vishal Mega Mart</a:t>
                      </a:r>
                    </a:p>
                  </a:txBody>
                  <a:tcPr/>
                </a:tc>
                <a:tc>
                  <a:txBody>
                    <a:bodyPr/>
                    <a:lstStyle/>
                    <a:p>
                      <a:r>
                        <a:rPr lang="en-IN" dirty="0"/>
                        <a:t>61154</a:t>
                      </a:r>
                    </a:p>
                  </a:txBody>
                  <a:tcPr/>
                </a:tc>
                <a:extLst>
                  <a:ext uri="{0D108BD9-81ED-4DB2-BD59-A6C34878D82A}">
                    <a16:rowId xmlns:a16="http://schemas.microsoft.com/office/drawing/2014/main" val="3140841338"/>
                  </a:ext>
                </a:extLst>
              </a:tr>
            </a:tbl>
          </a:graphicData>
        </a:graphic>
      </p:graphicFrame>
    </p:spTree>
    <p:extLst>
      <p:ext uri="{BB962C8B-B14F-4D97-AF65-F5344CB8AC3E}">
        <p14:creationId xmlns:p14="http://schemas.microsoft.com/office/powerpoint/2010/main" val="39938150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6BB7A-921E-42A6-91AE-AD9334465322}"/>
              </a:ext>
            </a:extLst>
          </p:cNvPr>
          <p:cNvSpPr>
            <a:spLocks noGrp="1"/>
          </p:cNvSpPr>
          <p:nvPr>
            <p:ph type="title"/>
          </p:nvPr>
        </p:nvSpPr>
        <p:spPr/>
        <p:txBody>
          <a:bodyPr/>
          <a:lstStyle/>
          <a:p>
            <a:pPr algn="ctr"/>
            <a:r>
              <a:rPr lang="en-US" b="1" dirty="0"/>
              <a:t>Steps </a:t>
            </a:r>
            <a:endParaRPr lang="en-IN" b="1" dirty="0"/>
          </a:p>
        </p:txBody>
      </p:sp>
      <p:sp>
        <p:nvSpPr>
          <p:cNvPr id="3" name="Content Placeholder 2">
            <a:extLst>
              <a:ext uri="{FF2B5EF4-FFF2-40B4-BE49-F238E27FC236}">
                <a16:creationId xmlns:a16="http://schemas.microsoft.com/office/drawing/2014/main" id="{B8328DD4-E503-4FD2-AF9D-BCB1ABAE73D5}"/>
              </a:ext>
            </a:extLst>
          </p:cNvPr>
          <p:cNvSpPr>
            <a:spLocks noGrp="1"/>
          </p:cNvSpPr>
          <p:nvPr>
            <p:ph idx="1"/>
          </p:nvPr>
        </p:nvSpPr>
        <p:spPr/>
        <p:txBody>
          <a:bodyPr>
            <a:normAutofit lnSpcReduction="10000"/>
          </a:bodyPr>
          <a:lstStyle/>
          <a:p>
            <a:pPr marL="514350" marR="0" lvl="0" indent="-514350" algn="l" defTabSz="914400" rtl="0" eaLnBrk="1" fontAlgn="auto" latinLnBrk="0" hangingPunct="1">
              <a:lnSpc>
                <a:spcPct val="90000"/>
              </a:lnSpc>
              <a:spcBef>
                <a:spcPts val="1000"/>
              </a:spcBef>
              <a:spcAft>
                <a:spcPts val="0"/>
              </a:spcAft>
              <a:buClrTx/>
              <a:buSzTx/>
              <a:buFont typeface="Arial" panose="020B0604020202020204" pitchFamily="34" charset="0"/>
              <a:buAutoNum type="arabicPeriod"/>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Assign weights to parameters and sub-parameters</a:t>
            </a:r>
            <a:endParaRPr lang="en-US" sz="3200" dirty="0"/>
          </a:p>
          <a:p>
            <a:pPr marL="514350" indent="-514350">
              <a:buAutoNum type="arabicPeriod"/>
            </a:pPr>
            <a:r>
              <a:rPr lang="en-US" sz="3200" dirty="0"/>
              <a:t>Rank firms on every parameter and sub-parameter &amp; score them  on a scale ( </a:t>
            </a:r>
            <a:r>
              <a:rPr lang="en-US" sz="3200" dirty="0">
                <a:highlight>
                  <a:srgbClr val="FFFF00"/>
                </a:highlight>
              </a:rPr>
              <a:t>if there are 5 firms </a:t>
            </a:r>
            <a:r>
              <a:rPr lang="en-US" sz="3200" dirty="0"/>
              <a:t>in </a:t>
            </a:r>
            <a:r>
              <a:rPr lang="en-US" sz="3200" dirty="0" err="1"/>
              <a:t>total;</a:t>
            </a:r>
            <a:r>
              <a:rPr lang="en-US" sz="3200" b="1" dirty="0" err="1"/>
              <a:t>Rank</a:t>
            </a:r>
            <a:r>
              <a:rPr lang="en-US" sz="3200" b="1" dirty="0"/>
              <a:t> 1 gets a score of 5 and Rank 2 gets 4 and so on</a:t>
            </a:r>
            <a:r>
              <a:rPr lang="en-US" sz="3200" dirty="0"/>
              <a:t>)</a:t>
            </a:r>
          </a:p>
          <a:p>
            <a:pPr marL="514350" indent="-514350">
              <a:buAutoNum type="arabicPeriod"/>
            </a:pPr>
            <a:r>
              <a:rPr lang="en-US" sz="3200" dirty="0"/>
              <a:t>Compute weighted score for all the firms on every parameter</a:t>
            </a:r>
          </a:p>
          <a:p>
            <a:pPr marL="514350" indent="-514350">
              <a:buAutoNum type="arabicPeriod"/>
            </a:pPr>
            <a:r>
              <a:rPr lang="en-US" sz="3200" dirty="0"/>
              <a:t>Compute total weighted score for all the firms</a:t>
            </a:r>
          </a:p>
          <a:p>
            <a:pPr marL="514350" indent="-514350">
              <a:buAutoNum type="arabicPeriod"/>
            </a:pPr>
            <a:r>
              <a:rPr lang="en-US" sz="3200" dirty="0"/>
              <a:t>Identify the areas of strength and weakness for the firms</a:t>
            </a:r>
          </a:p>
          <a:p>
            <a:pPr marL="514350" indent="-514350">
              <a:buAutoNum type="arabicPeriod"/>
            </a:pPr>
            <a:r>
              <a:rPr lang="en-US" sz="3200" dirty="0"/>
              <a:t>Assign overall rank  </a:t>
            </a:r>
            <a:endParaRPr lang="en-IN" sz="3200" dirty="0"/>
          </a:p>
        </p:txBody>
      </p:sp>
    </p:spTree>
    <p:extLst>
      <p:ext uri="{BB962C8B-B14F-4D97-AF65-F5344CB8AC3E}">
        <p14:creationId xmlns:p14="http://schemas.microsoft.com/office/powerpoint/2010/main" val="24570333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EAD9A-DA52-450D-AE7B-4DD841E87F69}"/>
              </a:ext>
            </a:extLst>
          </p:cNvPr>
          <p:cNvSpPr>
            <a:spLocks noGrp="1"/>
          </p:cNvSpPr>
          <p:nvPr>
            <p:ph type="title"/>
          </p:nvPr>
        </p:nvSpPr>
        <p:spPr/>
        <p:txBody>
          <a:bodyPr/>
          <a:lstStyle/>
          <a:p>
            <a:r>
              <a:rPr lang="en-US" b="1" dirty="0"/>
              <a:t>Assignment of weights to Parameters and Sub-Parameters</a:t>
            </a:r>
            <a:endParaRPr lang="en-IN" b="1" dirty="0"/>
          </a:p>
        </p:txBody>
      </p:sp>
      <p:sp>
        <p:nvSpPr>
          <p:cNvPr id="3" name="Content Placeholder 2">
            <a:extLst>
              <a:ext uri="{FF2B5EF4-FFF2-40B4-BE49-F238E27FC236}">
                <a16:creationId xmlns:a16="http://schemas.microsoft.com/office/drawing/2014/main" id="{3400E381-D3B8-4488-9698-145CF87707CF}"/>
              </a:ext>
            </a:extLst>
          </p:cNvPr>
          <p:cNvSpPr>
            <a:spLocks noGrp="1"/>
          </p:cNvSpPr>
          <p:nvPr>
            <p:ph idx="1"/>
          </p:nvPr>
        </p:nvSpPr>
        <p:spPr/>
        <p:txBody>
          <a:bodyPr/>
          <a:lstStyle/>
          <a:p>
            <a:r>
              <a:rPr lang="en-US" b="1" u="sng" dirty="0"/>
              <a:t>Parameters</a:t>
            </a:r>
          </a:p>
          <a:p>
            <a:pPr marL="514350" indent="-514350">
              <a:buAutoNum type="arabicPeriod"/>
            </a:pPr>
            <a:r>
              <a:rPr lang="en-US" dirty="0"/>
              <a:t>Profitability</a:t>
            </a:r>
          </a:p>
          <a:p>
            <a:pPr marL="514350" indent="-514350">
              <a:buAutoNum type="arabicPeriod"/>
            </a:pPr>
            <a:r>
              <a:rPr lang="en-US" dirty="0"/>
              <a:t>Working Capital Efficiency</a:t>
            </a:r>
          </a:p>
          <a:p>
            <a:pPr marL="514350" indent="-514350">
              <a:buAutoNum type="arabicPeriod"/>
            </a:pPr>
            <a:r>
              <a:rPr lang="en-US" dirty="0"/>
              <a:t>Liquidity</a:t>
            </a:r>
          </a:p>
          <a:p>
            <a:pPr marL="514350" indent="-514350">
              <a:buAutoNum type="arabicPeriod"/>
            </a:pPr>
            <a:r>
              <a:rPr lang="en-US" dirty="0"/>
              <a:t>Solvency</a:t>
            </a:r>
          </a:p>
          <a:p>
            <a:pPr marL="514350" indent="-514350">
              <a:buAutoNum type="arabicPeriod"/>
            </a:pPr>
            <a:r>
              <a:rPr lang="en-US" dirty="0"/>
              <a:t>Cash Flow Management</a:t>
            </a:r>
          </a:p>
          <a:p>
            <a:pPr marL="514350" indent="-514350">
              <a:buAutoNum type="arabicPeriod"/>
            </a:pPr>
            <a:r>
              <a:rPr lang="en-US" dirty="0"/>
              <a:t>Degree of Leverage</a:t>
            </a:r>
            <a:endParaRPr lang="en-IN" dirty="0"/>
          </a:p>
        </p:txBody>
      </p:sp>
    </p:spTree>
    <p:extLst>
      <p:ext uri="{BB962C8B-B14F-4D97-AF65-F5344CB8AC3E}">
        <p14:creationId xmlns:p14="http://schemas.microsoft.com/office/powerpoint/2010/main" val="52076914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EBE44-D750-4DF1-AC7F-92CE4EC8CF16}"/>
              </a:ext>
            </a:extLst>
          </p:cNvPr>
          <p:cNvSpPr>
            <a:spLocks noGrp="1"/>
          </p:cNvSpPr>
          <p:nvPr>
            <p:ph type="title"/>
          </p:nvPr>
        </p:nvSpPr>
        <p:spPr/>
        <p:txBody>
          <a:bodyPr/>
          <a:lstStyle/>
          <a:p>
            <a:pPr algn="ctr"/>
            <a:r>
              <a:rPr lang="en-US" b="1" dirty="0"/>
              <a:t>Profitability ( ROE)</a:t>
            </a:r>
            <a:endParaRPr lang="en-IN" b="1" dirty="0"/>
          </a:p>
        </p:txBody>
      </p:sp>
      <p:sp>
        <p:nvSpPr>
          <p:cNvPr id="3" name="Content Placeholder 2">
            <a:extLst>
              <a:ext uri="{FF2B5EF4-FFF2-40B4-BE49-F238E27FC236}">
                <a16:creationId xmlns:a16="http://schemas.microsoft.com/office/drawing/2014/main" id="{AB58983D-E46C-4FD2-BCBC-5B3876735440}"/>
              </a:ext>
            </a:extLst>
          </p:cNvPr>
          <p:cNvSpPr>
            <a:spLocks noGrp="1"/>
          </p:cNvSpPr>
          <p:nvPr>
            <p:ph idx="1"/>
          </p:nvPr>
        </p:nvSpPr>
        <p:spPr/>
        <p:txBody>
          <a:bodyPr/>
          <a:lstStyle/>
          <a:p>
            <a:r>
              <a:rPr lang="en-US" b="1" dirty="0"/>
              <a:t>Sub-Parameters Considered  ( Higher the Better)</a:t>
            </a:r>
          </a:p>
          <a:p>
            <a:pPr marL="514350" indent="-514350">
              <a:buAutoNum type="arabicPeriod"/>
            </a:pPr>
            <a:r>
              <a:rPr lang="en-US" dirty="0"/>
              <a:t>Gross Profit Before D&amp;A Margin</a:t>
            </a:r>
          </a:p>
          <a:p>
            <a:pPr marL="514350" indent="-514350">
              <a:buAutoNum type="arabicPeriod"/>
            </a:pPr>
            <a:r>
              <a:rPr lang="en-US" dirty="0"/>
              <a:t>SGA Advantage</a:t>
            </a:r>
          </a:p>
          <a:p>
            <a:pPr marL="514350" indent="-514350">
              <a:buAutoNum type="arabicPeriod"/>
            </a:pPr>
            <a:r>
              <a:rPr lang="en-IN" dirty="0"/>
              <a:t>D&amp;A Advantage</a:t>
            </a:r>
          </a:p>
          <a:p>
            <a:pPr marL="514350" indent="-514350">
              <a:buAutoNum type="arabicPeriod"/>
            </a:pPr>
            <a:r>
              <a:rPr lang="en-IN" dirty="0"/>
              <a:t>Interest Advantage</a:t>
            </a:r>
          </a:p>
          <a:p>
            <a:pPr marL="514350" indent="-514350">
              <a:buAutoNum type="arabicPeriod"/>
            </a:pPr>
            <a:r>
              <a:rPr lang="en-IN" dirty="0"/>
              <a:t>Tax Advantage</a:t>
            </a:r>
          </a:p>
          <a:p>
            <a:pPr marL="514350" indent="-514350">
              <a:buAutoNum type="arabicPeriod"/>
            </a:pPr>
            <a:r>
              <a:rPr lang="en-IN" dirty="0"/>
              <a:t>Asset Turn</a:t>
            </a:r>
          </a:p>
          <a:p>
            <a:pPr marL="514350" indent="-514350">
              <a:buAutoNum type="arabicPeriod"/>
            </a:pPr>
            <a:r>
              <a:rPr lang="en-IN" dirty="0"/>
              <a:t>Equity Multiplier</a:t>
            </a:r>
          </a:p>
        </p:txBody>
      </p:sp>
    </p:spTree>
    <p:extLst>
      <p:ext uri="{BB962C8B-B14F-4D97-AF65-F5344CB8AC3E}">
        <p14:creationId xmlns:p14="http://schemas.microsoft.com/office/powerpoint/2010/main" val="341444002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C8CA2-C46F-4CB5-B35E-FFF69E41404B}"/>
              </a:ext>
            </a:extLst>
          </p:cNvPr>
          <p:cNvSpPr>
            <a:spLocks noGrp="1"/>
          </p:cNvSpPr>
          <p:nvPr>
            <p:ph type="title"/>
          </p:nvPr>
        </p:nvSpPr>
        <p:spPr/>
        <p:txBody>
          <a:bodyPr/>
          <a:lstStyle/>
          <a:p>
            <a:r>
              <a:rPr lang="en-US" b="1" dirty="0"/>
              <a:t>Comparison on </a:t>
            </a:r>
            <a:r>
              <a:rPr lang="en-US" b="1" dirty="0">
                <a:highlight>
                  <a:srgbClr val="FFFF00"/>
                </a:highlight>
              </a:rPr>
              <a:t>Profitability </a:t>
            </a:r>
            <a:r>
              <a:rPr lang="en-US" b="1" dirty="0"/>
              <a:t>– FY ending March 2025</a:t>
            </a:r>
            <a:endParaRPr lang="en-IN" b="1" dirty="0"/>
          </a:p>
        </p:txBody>
      </p:sp>
      <p:sp>
        <p:nvSpPr>
          <p:cNvPr id="3" name="Content Placeholder 2">
            <a:extLst>
              <a:ext uri="{FF2B5EF4-FFF2-40B4-BE49-F238E27FC236}">
                <a16:creationId xmlns:a16="http://schemas.microsoft.com/office/drawing/2014/main" id="{56207234-27D4-48B5-BBD4-D4EAA552B92D}"/>
              </a:ext>
            </a:extLst>
          </p:cNvPr>
          <p:cNvSpPr>
            <a:spLocks noGrp="1"/>
          </p:cNvSpPr>
          <p:nvPr>
            <p:ph idx="1"/>
          </p:nvPr>
        </p:nvSpPr>
        <p:spPr/>
        <p:txBody>
          <a:bodyPr/>
          <a:lstStyle/>
          <a:p>
            <a:pPr marL="0" indent="0">
              <a:buNone/>
            </a:pPr>
            <a:r>
              <a:rPr lang="en-US" dirty="0"/>
              <a:t>1 GPBDAM</a:t>
            </a:r>
          </a:p>
          <a:p>
            <a:pPr marL="0" indent="0">
              <a:buNone/>
            </a:pPr>
            <a:r>
              <a:rPr lang="en-US" dirty="0"/>
              <a:t>2. SGA Advantage</a:t>
            </a:r>
          </a:p>
          <a:p>
            <a:pPr marL="0" indent="0">
              <a:buNone/>
            </a:pPr>
            <a:r>
              <a:rPr lang="en-US" dirty="0"/>
              <a:t>3. DA Advantage</a:t>
            </a:r>
          </a:p>
          <a:p>
            <a:pPr marL="0" indent="0">
              <a:buNone/>
            </a:pPr>
            <a:r>
              <a:rPr lang="en-US" dirty="0"/>
              <a:t>4. Interest Advantage</a:t>
            </a:r>
          </a:p>
          <a:p>
            <a:pPr marL="0" indent="0">
              <a:buNone/>
            </a:pPr>
            <a:r>
              <a:rPr lang="en-US" dirty="0"/>
              <a:t>5. Tax Advantage</a:t>
            </a:r>
          </a:p>
          <a:p>
            <a:pPr marL="0" indent="0">
              <a:buNone/>
            </a:pPr>
            <a:r>
              <a:rPr lang="en-US" dirty="0"/>
              <a:t>6. Asset Turn</a:t>
            </a:r>
          </a:p>
          <a:p>
            <a:pPr marL="0" indent="0">
              <a:buNone/>
            </a:pPr>
            <a:r>
              <a:rPr lang="en-US" dirty="0"/>
              <a:t>7. Equity Multiplier</a:t>
            </a:r>
            <a:endParaRPr lang="en-IN" dirty="0"/>
          </a:p>
        </p:txBody>
      </p:sp>
    </p:spTree>
    <p:extLst>
      <p:ext uri="{BB962C8B-B14F-4D97-AF65-F5344CB8AC3E}">
        <p14:creationId xmlns:p14="http://schemas.microsoft.com/office/powerpoint/2010/main" val="27499495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8639E-0AB5-4095-9BC1-A93EA9F1AAF4}"/>
              </a:ext>
            </a:extLst>
          </p:cNvPr>
          <p:cNvSpPr>
            <a:spLocks noGrp="1"/>
          </p:cNvSpPr>
          <p:nvPr>
            <p:ph type="title"/>
          </p:nvPr>
        </p:nvSpPr>
        <p:spPr/>
        <p:txBody>
          <a:bodyPr/>
          <a:lstStyle/>
          <a:p>
            <a:pPr algn="ctr"/>
            <a:r>
              <a:rPr lang="en-US" b="1" dirty="0"/>
              <a:t>GPBDAM – FY 2025 </a:t>
            </a:r>
            <a:endParaRPr lang="en-IN" b="1" dirty="0"/>
          </a:p>
        </p:txBody>
      </p:sp>
      <p:graphicFrame>
        <p:nvGraphicFramePr>
          <p:cNvPr id="4" name="Table 4">
            <a:extLst>
              <a:ext uri="{FF2B5EF4-FFF2-40B4-BE49-F238E27FC236}">
                <a16:creationId xmlns:a16="http://schemas.microsoft.com/office/drawing/2014/main" id="{1DD1D885-1721-4522-B6D3-96413C4754B1}"/>
              </a:ext>
            </a:extLst>
          </p:cNvPr>
          <p:cNvGraphicFramePr>
            <a:graphicFrameLocks noGrp="1"/>
          </p:cNvGraphicFramePr>
          <p:nvPr>
            <p:ph idx="1"/>
          </p:nvPr>
        </p:nvGraphicFramePr>
        <p:xfrm>
          <a:off x="787791" y="1851024"/>
          <a:ext cx="8635178" cy="3108960"/>
        </p:xfrm>
        <a:graphic>
          <a:graphicData uri="http://schemas.openxmlformats.org/drawingml/2006/table">
            <a:tbl>
              <a:tblPr firstRow="1" bandRow="1">
                <a:tableStyleId>{21E4AEA4-8DFA-4A89-87EB-49C32662AFE0}</a:tableStyleId>
              </a:tblPr>
              <a:tblGrid>
                <a:gridCol w="2240308">
                  <a:extLst>
                    <a:ext uri="{9D8B030D-6E8A-4147-A177-3AD203B41FA5}">
                      <a16:colId xmlns:a16="http://schemas.microsoft.com/office/drawing/2014/main" val="239351581"/>
                    </a:ext>
                  </a:extLst>
                </a:gridCol>
                <a:gridCol w="2189899">
                  <a:extLst>
                    <a:ext uri="{9D8B030D-6E8A-4147-A177-3AD203B41FA5}">
                      <a16:colId xmlns:a16="http://schemas.microsoft.com/office/drawing/2014/main" val="3651509243"/>
                    </a:ext>
                  </a:extLst>
                </a:gridCol>
                <a:gridCol w="1976178">
                  <a:extLst>
                    <a:ext uri="{9D8B030D-6E8A-4147-A177-3AD203B41FA5}">
                      <a16:colId xmlns:a16="http://schemas.microsoft.com/office/drawing/2014/main" val="343889307"/>
                    </a:ext>
                  </a:extLst>
                </a:gridCol>
                <a:gridCol w="1221257">
                  <a:extLst>
                    <a:ext uri="{9D8B030D-6E8A-4147-A177-3AD203B41FA5}">
                      <a16:colId xmlns:a16="http://schemas.microsoft.com/office/drawing/2014/main" val="3173881814"/>
                    </a:ext>
                  </a:extLst>
                </a:gridCol>
                <a:gridCol w="1007536">
                  <a:extLst>
                    <a:ext uri="{9D8B030D-6E8A-4147-A177-3AD203B41FA5}">
                      <a16:colId xmlns:a16="http://schemas.microsoft.com/office/drawing/2014/main" val="269274260"/>
                    </a:ext>
                  </a:extLst>
                </a:gridCol>
              </a:tblGrid>
              <a:tr h="329909">
                <a:tc>
                  <a:txBody>
                    <a:bodyPr/>
                    <a:lstStyle/>
                    <a:p>
                      <a:r>
                        <a:rPr lang="en-US" dirty="0"/>
                        <a:t>Company</a:t>
                      </a:r>
                      <a:endParaRPr lang="en-IN" dirty="0"/>
                    </a:p>
                  </a:txBody>
                  <a:tcPr/>
                </a:tc>
                <a:tc>
                  <a:txBody>
                    <a:bodyPr/>
                    <a:lstStyle/>
                    <a:p>
                      <a:r>
                        <a:rPr lang="en-US" dirty="0"/>
                        <a:t>Gross Profit BDA</a:t>
                      </a:r>
                      <a:endParaRPr lang="en-IN" dirty="0"/>
                    </a:p>
                  </a:txBody>
                  <a:tcPr/>
                </a:tc>
                <a:tc>
                  <a:txBody>
                    <a:bodyPr/>
                    <a:lstStyle/>
                    <a:p>
                      <a:r>
                        <a:rPr lang="en-US" dirty="0"/>
                        <a:t>Net </a:t>
                      </a:r>
                      <a:r>
                        <a:rPr lang="en-US" dirty="0" err="1"/>
                        <a:t>Op.Revenue</a:t>
                      </a:r>
                      <a:endParaRPr lang="en-IN" dirty="0"/>
                    </a:p>
                  </a:txBody>
                  <a:tcPr/>
                </a:tc>
                <a:tc>
                  <a:txBody>
                    <a:bodyPr/>
                    <a:lstStyle/>
                    <a:p>
                      <a:r>
                        <a:rPr lang="en-US" dirty="0"/>
                        <a:t>GPBDAM %</a:t>
                      </a:r>
                      <a:endParaRPr lang="en-IN" dirty="0"/>
                    </a:p>
                  </a:txBody>
                  <a:tcPr/>
                </a:tc>
                <a:tc>
                  <a:txBody>
                    <a:bodyPr/>
                    <a:lstStyle/>
                    <a:p>
                      <a:r>
                        <a:rPr lang="en-US" dirty="0"/>
                        <a:t> Rank</a:t>
                      </a:r>
                      <a:endParaRPr lang="en-IN" dirty="0"/>
                    </a:p>
                  </a:txBody>
                  <a:tcPr/>
                </a:tc>
                <a:extLst>
                  <a:ext uri="{0D108BD9-81ED-4DB2-BD59-A6C34878D82A}">
                    <a16:rowId xmlns:a16="http://schemas.microsoft.com/office/drawing/2014/main" val="1916009622"/>
                  </a:ext>
                </a:extLst>
              </a:tr>
              <a:tr h="329909">
                <a:tc>
                  <a:txBody>
                    <a:bodyPr/>
                    <a:lstStyle/>
                    <a:p>
                      <a:r>
                        <a:rPr lang="en-IN" b="0" dirty="0"/>
                        <a:t>HUL</a:t>
                      </a:r>
                    </a:p>
                  </a:txBody>
                  <a:tcPr/>
                </a:tc>
                <a:tc>
                  <a:txBody>
                    <a:bodyPr/>
                    <a:lstStyle/>
                    <a:p>
                      <a:r>
                        <a:rPr lang="en-IN" b="0" dirty="0"/>
                        <a:t>28633</a:t>
                      </a:r>
                    </a:p>
                  </a:txBody>
                  <a:tcPr/>
                </a:tc>
                <a:tc>
                  <a:txBody>
                    <a:bodyPr/>
                    <a:lstStyle/>
                    <a:p>
                      <a:r>
                        <a:rPr lang="en-IN" b="0" dirty="0"/>
                        <a:t>62288</a:t>
                      </a:r>
                    </a:p>
                  </a:txBody>
                  <a:tcPr/>
                </a:tc>
                <a:tc>
                  <a:txBody>
                    <a:bodyPr/>
                    <a:lstStyle/>
                    <a:p>
                      <a:r>
                        <a:rPr lang="en-IN" b="0" dirty="0"/>
                        <a:t>45.97</a:t>
                      </a:r>
                    </a:p>
                  </a:txBody>
                  <a:tcPr/>
                </a:tc>
                <a:tc>
                  <a:txBody>
                    <a:bodyPr/>
                    <a:lstStyle/>
                    <a:p>
                      <a:r>
                        <a:rPr lang="en-IN" b="0" dirty="0"/>
                        <a:t>2</a:t>
                      </a:r>
                    </a:p>
                  </a:txBody>
                  <a:tcPr/>
                </a:tc>
                <a:extLst>
                  <a:ext uri="{0D108BD9-81ED-4DB2-BD59-A6C34878D82A}">
                    <a16:rowId xmlns:a16="http://schemas.microsoft.com/office/drawing/2014/main" val="36654119"/>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mn-lt"/>
                          <a:ea typeface="+mn-ea"/>
                          <a:cs typeface="+mn-cs"/>
                        </a:rPr>
                        <a:t>Godrej Consumer Products Ltd </a:t>
                      </a:r>
                    </a:p>
                  </a:txBody>
                  <a:tcPr/>
                </a:tc>
                <a:tc>
                  <a:txBody>
                    <a:bodyPr/>
                    <a:lstStyle/>
                    <a:p>
                      <a:r>
                        <a:rPr lang="en-IN" b="0" dirty="0"/>
                        <a:t>6600</a:t>
                      </a:r>
                    </a:p>
                  </a:txBody>
                  <a:tcPr/>
                </a:tc>
                <a:tc>
                  <a:txBody>
                    <a:bodyPr/>
                    <a:lstStyle/>
                    <a:p>
                      <a:r>
                        <a:rPr lang="en-IN" b="0" dirty="0"/>
                        <a:t>14285</a:t>
                      </a:r>
                    </a:p>
                  </a:txBody>
                  <a:tcPr/>
                </a:tc>
                <a:tc>
                  <a:txBody>
                    <a:bodyPr/>
                    <a:lstStyle/>
                    <a:p>
                      <a:r>
                        <a:rPr lang="en-IN" b="1" dirty="0"/>
                        <a:t>46.20</a:t>
                      </a:r>
                    </a:p>
                  </a:txBody>
                  <a:tcPr/>
                </a:tc>
                <a:tc>
                  <a:txBody>
                    <a:bodyPr/>
                    <a:lstStyle/>
                    <a:p>
                      <a:r>
                        <a:rPr lang="en-IN" b="1" dirty="0"/>
                        <a:t>1</a:t>
                      </a:r>
                    </a:p>
                  </a:txBody>
                  <a:tcPr/>
                </a:tc>
                <a:extLst>
                  <a:ext uri="{0D108BD9-81ED-4DB2-BD59-A6C34878D82A}">
                    <a16:rowId xmlns:a16="http://schemas.microsoft.com/office/drawing/2014/main" val="2073972015"/>
                  </a:ext>
                </a:extLst>
              </a:tr>
              <a:tr h="329909">
                <a:tc>
                  <a:txBody>
                    <a:bodyPr/>
                    <a:lstStyle/>
                    <a:p>
                      <a:r>
                        <a:rPr lang="en-IN" b="0" dirty="0"/>
                        <a:t>Marico Ltd</a:t>
                      </a:r>
                    </a:p>
                  </a:txBody>
                  <a:tcPr/>
                </a:tc>
                <a:tc>
                  <a:txBody>
                    <a:bodyPr/>
                    <a:lstStyle/>
                    <a:p>
                      <a:r>
                        <a:rPr lang="en-IN" b="0" dirty="0"/>
                        <a:t>4514</a:t>
                      </a:r>
                    </a:p>
                  </a:txBody>
                  <a:tcPr/>
                </a:tc>
                <a:tc>
                  <a:txBody>
                    <a:bodyPr/>
                    <a:lstStyle/>
                    <a:p>
                      <a:r>
                        <a:rPr lang="en-IN" b="0" dirty="0"/>
                        <a:t>10733</a:t>
                      </a:r>
                    </a:p>
                  </a:txBody>
                  <a:tcPr/>
                </a:tc>
                <a:tc>
                  <a:txBody>
                    <a:bodyPr/>
                    <a:lstStyle/>
                    <a:p>
                      <a:r>
                        <a:rPr lang="en-IN" b="0" dirty="0"/>
                        <a:t>42.06</a:t>
                      </a:r>
                    </a:p>
                  </a:txBody>
                  <a:tcPr/>
                </a:tc>
                <a:tc>
                  <a:txBody>
                    <a:bodyPr/>
                    <a:lstStyle/>
                    <a:p>
                      <a:r>
                        <a:rPr lang="en-IN" b="0" dirty="0"/>
                        <a:t>3</a:t>
                      </a:r>
                    </a:p>
                  </a:txBody>
                  <a:tcPr/>
                </a:tc>
                <a:extLst>
                  <a:ext uri="{0D108BD9-81ED-4DB2-BD59-A6C34878D82A}">
                    <a16:rowId xmlns:a16="http://schemas.microsoft.com/office/drawing/2014/main" val="2746652360"/>
                  </a:ext>
                </a:extLst>
              </a:tr>
              <a:tr h="329909">
                <a:tc>
                  <a:txBody>
                    <a:bodyPr/>
                    <a:lstStyle/>
                    <a:p>
                      <a:r>
                        <a:rPr lang="en-IN" b="0" dirty="0"/>
                        <a:t>Dabur India</a:t>
                      </a:r>
                    </a:p>
                  </a:txBody>
                  <a:tcPr/>
                </a:tc>
                <a:tc>
                  <a:txBody>
                    <a:bodyPr/>
                    <a:lstStyle/>
                    <a:p>
                      <a:r>
                        <a:rPr lang="en-IN" b="0" dirty="0"/>
                        <a:t>4575</a:t>
                      </a:r>
                    </a:p>
                  </a:txBody>
                  <a:tcPr/>
                </a:tc>
                <a:tc>
                  <a:txBody>
                    <a:bodyPr/>
                    <a:lstStyle/>
                    <a:p>
                      <a:r>
                        <a:rPr lang="en-IN" b="0" dirty="0"/>
                        <a:t>12400</a:t>
                      </a:r>
                    </a:p>
                  </a:txBody>
                  <a:tcPr/>
                </a:tc>
                <a:tc>
                  <a:txBody>
                    <a:bodyPr/>
                    <a:lstStyle/>
                    <a:p>
                      <a:r>
                        <a:rPr lang="en-IN" b="0" dirty="0"/>
                        <a:t>36.90</a:t>
                      </a:r>
                    </a:p>
                  </a:txBody>
                  <a:tcPr/>
                </a:tc>
                <a:tc>
                  <a:txBody>
                    <a:bodyPr/>
                    <a:lstStyle/>
                    <a:p>
                      <a:r>
                        <a:rPr lang="en-IN" b="0" dirty="0"/>
                        <a:t>4</a:t>
                      </a:r>
                    </a:p>
                  </a:txBody>
                  <a:tcPr/>
                </a:tc>
                <a:extLst>
                  <a:ext uri="{0D108BD9-81ED-4DB2-BD59-A6C34878D82A}">
                    <a16:rowId xmlns:a16="http://schemas.microsoft.com/office/drawing/2014/main" val="1127933414"/>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highlight>
                            <a:srgbClr val="FFFF00"/>
                          </a:highlight>
                        </a:rPr>
                        <a:t>Vishal Mega Mart</a:t>
                      </a:r>
                    </a:p>
                  </a:txBody>
                  <a:tcPr/>
                </a:tc>
                <a:tc>
                  <a:txBody>
                    <a:bodyPr/>
                    <a:lstStyle/>
                    <a:p>
                      <a:r>
                        <a:rPr lang="en-IN" b="0" dirty="0"/>
                        <a:t>2411</a:t>
                      </a:r>
                    </a:p>
                  </a:txBody>
                  <a:tcPr/>
                </a:tc>
                <a:tc>
                  <a:txBody>
                    <a:bodyPr/>
                    <a:lstStyle/>
                    <a:p>
                      <a:r>
                        <a:rPr lang="en-IN" b="0" dirty="0"/>
                        <a:t>10716</a:t>
                      </a:r>
                    </a:p>
                  </a:txBody>
                  <a:tcPr/>
                </a:tc>
                <a:tc>
                  <a:txBody>
                    <a:bodyPr/>
                    <a:lstStyle/>
                    <a:p>
                      <a:r>
                        <a:rPr lang="en-IN" b="0" dirty="0">
                          <a:highlight>
                            <a:srgbClr val="FFFF00"/>
                          </a:highlight>
                        </a:rPr>
                        <a:t>22.50</a:t>
                      </a:r>
                    </a:p>
                  </a:txBody>
                  <a:tcPr/>
                </a:tc>
                <a:tc>
                  <a:txBody>
                    <a:bodyPr/>
                    <a:lstStyle/>
                    <a:p>
                      <a:r>
                        <a:rPr lang="en-IN" b="0" dirty="0">
                          <a:highlight>
                            <a:srgbClr val="FFFF00"/>
                          </a:highlight>
                        </a:rPr>
                        <a:t>5</a:t>
                      </a:r>
                    </a:p>
                  </a:txBody>
                  <a:tcPr/>
                </a:tc>
                <a:extLst>
                  <a:ext uri="{0D108BD9-81ED-4DB2-BD59-A6C34878D82A}">
                    <a16:rowId xmlns:a16="http://schemas.microsoft.com/office/drawing/2014/main" val="4187621447"/>
                  </a:ext>
                </a:extLst>
              </a:tr>
              <a:tr h="1274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highlight>
                          <a:srgbClr val="FFFF00"/>
                        </a:highlight>
                        <a:uLnTx/>
                        <a:uFillTx/>
                        <a:latin typeface="+mn-lt"/>
                        <a:ea typeface="+mn-ea"/>
                        <a:cs typeface="+mn-cs"/>
                      </a:endParaRPr>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180963087"/>
                  </a:ext>
                </a:extLst>
              </a:tr>
            </a:tbl>
          </a:graphicData>
        </a:graphic>
      </p:graphicFrame>
      <p:sp>
        <p:nvSpPr>
          <p:cNvPr id="5" name="TextBox 4">
            <a:extLst>
              <a:ext uri="{FF2B5EF4-FFF2-40B4-BE49-F238E27FC236}">
                <a16:creationId xmlns:a16="http://schemas.microsoft.com/office/drawing/2014/main" id="{956A81D6-B4B4-E127-04D1-27A56B6B89C7}"/>
              </a:ext>
            </a:extLst>
          </p:cNvPr>
          <p:cNvSpPr txBox="1"/>
          <p:nvPr/>
        </p:nvSpPr>
        <p:spPr>
          <a:xfrm>
            <a:off x="1300163" y="5479256"/>
            <a:ext cx="5972469" cy="369332"/>
          </a:xfrm>
          <a:prstGeom prst="rect">
            <a:avLst/>
          </a:prstGeom>
          <a:noFill/>
        </p:spPr>
        <p:txBody>
          <a:bodyPr wrap="none" rtlCol="0">
            <a:spAutoFit/>
          </a:bodyPr>
          <a:lstStyle/>
          <a:p>
            <a:r>
              <a:rPr lang="en-US" dirty="0"/>
              <a:t>GPBDA = NOR-(total expense – D&amp;A- Other exp – finance cost)</a:t>
            </a:r>
          </a:p>
        </p:txBody>
      </p:sp>
    </p:spTree>
    <p:extLst>
      <p:ext uri="{BB962C8B-B14F-4D97-AF65-F5344CB8AC3E}">
        <p14:creationId xmlns:p14="http://schemas.microsoft.com/office/powerpoint/2010/main" val="324756511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8639E-0AB5-4095-9BC1-A93EA9F1AAF4}"/>
              </a:ext>
            </a:extLst>
          </p:cNvPr>
          <p:cNvSpPr>
            <a:spLocks noGrp="1"/>
          </p:cNvSpPr>
          <p:nvPr>
            <p:ph type="title"/>
          </p:nvPr>
        </p:nvSpPr>
        <p:spPr/>
        <p:txBody>
          <a:bodyPr/>
          <a:lstStyle/>
          <a:p>
            <a:pPr algn="ctr"/>
            <a:r>
              <a:rPr lang="en-US" b="1" dirty="0"/>
              <a:t>SGA Advantage – FY 2025 </a:t>
            </a:r>
            <a:endParaRPr lang="en-IN" b="1" dirty="0"/>
          </a:p>
        </p:txBody>
      </p:sp>
      <p:graphicFrame>
        <p:nvGraphicFramePr>
          <p:cNvPr id="4" name="Table 4">
            <a:extLst>
              <a:ext uri="{FF2B5EF4-FFF2-40B4-BE49-F238E27FC236}">
                <a16:creationId xmlns:a16="http://schemas.microsoft.com/office/drawing/2014/main" id="{1DD1D885-1721-4522-B6D3-96413C4754B1}"/>
              </a:ext>
            </a:extLst>
          </p:cNvPr>
          <p:cNvGraphicFramePr>
            <a:graphicFrameLocks noGrp="1"/>
          </p:cNvGraphicFramePr>
          <p:nvPr>
            <p:ph idx="1"/>
          </p:nvPr>
        </p:nvGraphicFramePr>
        <p:xfrm>
          <a:off x="838200" y="1851024"/>
          <a:ext cx="8584769" cy="2834640"/>
        </p:xfrm>
        <a:graphic>
          <a:graphicData uri="http://schemas.openxmlformats.org/drawingml/2006/table">
            <a:tbl>
              <a:tblPr firstRow="1" bandRow="1">
                <a:tableStyleId>{F5AB1C69-6EDB-4FF4-983F-18BD219EF322}</a:tableStyleId>
              </a:tblPr>
              <a:tblGrid>
                <a:gridCol w="2189899">
                  <a:extLst>
                    <a:ext uri="{9D8B030D-6E8A-4147-A177-3AD203B41FA5}">
                      <a16:colId xmlns:a16="http://schemas.microsoft.com/office/drawing/2014/main" val="239351581"/>
                    </a:ext>
                  </a:extLst>
                </a:gridCol>
                <a:gridCol w="2189899">
                  <a:extLst>
                    <a:ext uri="{9D8B030D-6E8A-4147-A177-3AD203B41FA5}">
                      <a16:colId xmlns:a16="http://schemas.microsoft.com/office/drawing/2014/main" val="3651509243"/>
                    </a:ext>
                  </a:extLst>
                </a:gridCol>
                <a:gridCol w="2189899">
                  <a:extLst>
                    <a:ext uri="{9D8B030D-6E8A-4147-A177-3AD203B41FA5}">
                      <a16:colId xmlns:a16="http://schemas.microsoft.com/office/drawing/2014/main" val="343889307"/>
                    </a:ext>
                  </a:extLst>
                </a:gridCol>
                <a:gridCol w="1007536">
                  <a:extLst>
                    <a:ext uri="{9D8B030D-6E8A-4147-A177-3AD203B41FA5}">
                      <a16:colId xmlns:a16="http://schemas.microsoft.com/office/drawing/2014/main" val="3173881814"/>
                    </a:ext>
                  </a:extLst>
                </a:gridCol>
                <a:gridCol w="1007536">
                  <a:extLst>
                    <a:ext uri="{9D8B030D-6E8A-4147-A177-3AD203B41FA5}">
                      <a16:colId xmlns:a16="http://schemas.microsoft.com/office/drawing/2014/main" val="269274260"/>
                    </a:ext>
                  </a:extLst>
                </a:gridCol>
              </a:tblGrid>
              <a:tr h="329909">
                <a:tc>
                  <a:txBody>
                    <a:bodyPr/>
                    <a:lstStyle/>
                    <a:p>
                      <a:r>
                        <a:rPr lang="en-US" dirty="0"/>
                        <a:t>Company</a:t>
                      </a:r>
                      <a:endParaRPr lang="en-IN" dirty="0"/>
                    </a:p>
                  </a:txBody>
                  <a:tcPr/>
                </a:tc>
                <a:tc>
                  <a:txBody>
                    <a:bodyPr/>
                    <a:lstStyle/>
                    <a:p>
                      <a:r>
                        <a:rPr lang="en-US" dirty="0"/>
                        <a:t>EBITDA</a:t>
                      </a:r>
                      <a:endParaRPr lang="en-IN" dirty="0"/>
                    </a:p>
                  </a:txBody>
                  <a:tcPr/>
                </a:tc>
                <a:tc>
                  <a:txBody>
                    <a:bodyPr/>
                    <a:lstStyle/>
                    <a:p>
                      <a:r>
                        <a:rPr lang="en-US" dirty="0"/>
                        <a:t>Gross Profit BDA</a:t>
                      </a:r>
                      <a:endParaRPr lang="en-IN" dirty="0"/>
                    </a:p>
                  </a:txBody>
                  <a:tcPr/>
                </a:tc>
                <a:tc>
                  <a:txBody>
                    <a:bodyPr/>
                    <a:lstStyle/>
                    <a:p>
                      <a:r>
                        <a:rPr lang="en-US" dirty="0"/>
                        <a:t>SGA Adv</a:t>
                      </a:r>
                      <a:endParaRPr lang="en-IN" dirty="0"/>
                    </a:p>
                  </a:txBody>
                  <a:tcPr/>
                </a:tc>
                <a:tc>
                  <a:txBody>
                    <a:bodyPr/>
                    <a:lstStyle/>
                    <a:p>
                      <a:r>
                        <a:rPr lang="en-US" dirty="0"/>
                        <a:t> Rank</a:t>
                      </a:r>
                      <a:endParaRPr lang="en-IN" dirty="0"/>
                    </a:p>
                  </a:txBody>
                  <a:tcPr/>
                </a:tc>
                <a:extLst>
                  <a:ext uri="{0D108BD9-81ED-4DB2-BD59-A6C34878D82A}">
                    <a16:rowId xmlns:a16="http://schemas.microsoft.com/office/drawing/2014/main" val="1916009622"/>
                  </a:ext>
                </a:extLst>
              </a:tr>
              <a:tr h="342647">
                <a:tc>
                  <a:txBody>
                    <a:bodyPr/>
                    <a:lstStyle/>
                    <a:p>
                      <a:r>
                        <a:rPr lang="en-IN" b="0" dirty="0"/>
                        <a:t>HUL</a:t>
                      </a:r>
                    </a:p>
                  </a:txBody>
                  <a:tcPr/>
                </a:tc>
                <a:tc>
                  <a:txBody>
                    <a:bodyPr/>
                    <a:lstStyle/>
                    <a:p>
                      <a:r>
                        <a:rPr lang="en-IN" b="0" dirty="0"/>
                        <a:t>14018</a:t>
                      </a:r>
                    </a:p>
                  </a:txBody>
                  <a:tcPr/>
                </a:tc>
                <a:tc>
                  <a:txBody>
                    <a:bodyPr/>
                    <a:lstStyle/>
                    <a:p>
                      <a:r>
                        <a:rPr lang="en-IN" b="0" dirty="0"/>
                        <a:t>28633</a:t>
                      </a:r>
                    </a:p>
                  </a:txBody>
                  <a:tcPr/>
                </a:tc>
                <a:tc>
                  <a:txBody>
                    <a:bodyPr/>
                    <a:lstStyle/>
                    <a:p>
                      <a:r>
                        <a:rPr lang="en-IN" b="0" dirty="0"/>
                        <a:t>0.490</a:t>
                      </a:r>
                    </a:p>
                  </a:txBody>
                  <a:tcPr/>
                </a:tc>
                <a:tc>
                  <a:txBody>
                    <a:bodyPr/>
                    <a:lstStyle/>
                    <a:p>
                      <a:r>
                        <a:rPr lang="en-IN" b="0" dirty="0"/>
                        <a:t>2</a:t>
                      </a:r>
                    </a:p>
                  </a:txBody>
                  <a:tcPr/>
                </a:tc>
                <a:extLst>
                  <a:ext uri="{0D108BD9-81ED-4DB2-BD59-A6C34878D82A}">
                    <a16:rowId xmlns:a16="http://schemas.microsoft.com/office/drawing/2014/main" val="36654119"/>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highlight>
                            <a:srgbClr val="FFFF00"/>
                          </a:highlight>
                          <a:uLnTx/>
                          <a:uFillTx/>
                          <a:latin typeface="+mn-lt"/>
                          <a:ea typeface="+mn-ea"/>
                          <a:cs typeface="+mn-cs"/>
                        </a:rPr>
                        <a:t>Godrej Consumer Products Ltd </a:t>
                      </a:r>
                    </a:p>
                  </a:txBody>
                  <a:tcPr/>
                </a:tc>
                <a:tc>
                  <a:txBody>
                    <a:bodyPr/>
                    <a:lstStyle/>
                    <a:p>
                      <a:r>
                        <a:rPr lang="en-IN" b="0" dirty="0"/>
                        <a:t>2924</a:t>
                      </a:r>
                    </a:p>
                  </a:txBody>
                  <a:tcPr/>
                </a:tc>
                <a:tc>
                  <a:txBody>
                    <a:bodyPr/>
                    <a:lstStyle/>
                    <a:p>
                      <a:r>
                        <a:rPr lang="en-IN" b="0" dirty="0"/>
                        <a:t>6600</a:t>
                      </a:r>
                    </a:p>
                  </a:txBody>
                  <a:tcPr/>
                </a:tc>
                <a:tc>
                  <a:txBody>
                    <a:bodyPr/>
                    <a:lstStyle/>
                    <a:p>
                      <a:r>
                        <a:rPr lang="en-IN" b="0" dirty="0">
                          <a:highlight>
                            <a:srgbClr val="FFFF00"/>
                          </a:highlight>
                        </a:rPr>
                        <a:t>0.443</a:t>
                      </a:r>
                    </a:p>
                  </a:txBody>
                  <a:tcPr/>
                </a:tc>
                <a:tc>
                  <a:txBody>
                    <a:bodyPr/>
                    <a:lstStyle/>
                    <a:p>
                      <a:r>
                        <a:rPr lang="en-IN" b="0" dirty="0">
                          <a:highlight>
                            <a:srgbClr val="FFFF00"/>
                          </a:highlight>
                        </a:rPr>
                        <a:t>5</a:t>
                      </a:r>
                    </a:p>
                  </a:txBody>
                  <a:tcPr/>
                </a:tc>
                <a:extLst>
                  <a:ext uri="{0D108BD9-81ED-4DB2-BD59-A6C34878D82A}">
                    <a16:rowId xmlns:a16="http://schemas.microsoft.com/office/drawing/2014/main" val="3502705080"/>
                  </a:ext>
                </a:extLst>
              </a:tr>
              <a:tr h="329909">
                <a:tc>
                  <a:txBody>
                    <a:bodyPr/>
                    <a:lstStyle/>
                    <a:p>
                      <a:r>
                        <a:rPr lang="en-IN" b="0" dirty="0"/>
                        <a:t>Marico Ltd</a:t>
                      </a:r>
                    </a:p>
                  </a:txBody>
                  <a:tcPr/>
                </a:tc>
                <a:tc>
                  <a:txBody>
                    <a:bodyPr/>
                    <a:lstStyle/>
                    <a:p>
                      <a:r>
                        <a:rPr lang="en-IN" b="0" dirty="0"/>
                        <a:t>2041</a:t>
                      </a:r>
                    </a:p>
                  </a:txBody>
                  <a:tcPr/>
                </a:tc>
                <a:tc>
                  <a:txBody>
                    <a:bodyPr/>
                    <a:lstStyle/>
                    <a:p>
                      <a:r>
                        <a:rPr lang="en-IN" b="0" dirty="0"/>
                        <a:t>4514</a:t>
                      </a:r>
                    </a:p>
                  </a:txBody>
                  <a:tcPr/>
                </a:tc>
                <a:tc>
                  <a:txBody>
                    <a:bodyPr/>
                    <a:lstStyle/>
                    <a:p>
                      <a:r>
                        <a:rPr lang="en-IN" b="0" dirty="0"/>
                        <a:t>0.452</a:t>
                      </a:r>
                    </a:p>
                  </a:txBody>
                  <a:tcPr/>
                </a:tc>
                <a:tc>
                  <a:txBody>
                    <a:bodyPr/>
                    <a:lstStyle/>
                    <a:p>
                      <a:r>
                        <a:rPr lang="en-IN" b="0" dirty="0"/>
                        <a:t>4</a:t>
                      </a:r>
                    </a:p>
                  </a:txBody>
                  <a:tcPr/>
                </a:tc>
                <a:extLst>
                  <a:ext uri="{0D108BD9-81ED-4DB2-BD59-A6C34878D82A}">
                    <a16:rowId xmlns:a16="http://schemas.microsoft.com/office/drawing/2014/main" val="2746652360"/>
                  </a:ext>
                </a:extLst>
              </a:tr>
              <a:tr h="329909">
                <a:tc>
                  <a:txBody>
                    <a:bodyPr/>
                    <a:lstStyle/>
                    <a:p>
                      <a:r>
                        <a:rPr lang="en-IN" b="0" dirty="0"/>
                        <a:t>Dabur India</a:t>
                      </a:r>
                    </a:p>
                  </a:txBody>
                  <a:tcPr/>
                </a:tc>
                <a:tc>
                  <a:txBody>
                    <a:bodyPr/>
                    <a:lstStyle/>
                    <a:p>
                      <a:r>
                        <a:rPr lang="en-IN" b="0" dirty="0"/>
                        <a:t>2154</a:t>
                      </a:r>
                    </a:p>
                  </a:txBody>
                  <a:tcPr/>
                </a:tc>
                <a:tc>
                  <a:txBody>
                    <a:bodyPr/>
                    <a:lstStyle/>
                    <a:p>
                      <a:r>
                        <a:rPr lang="en-IN" b="0" dirty="0"/>
                        <a:t>4575</a:t>
                      </a:r>
                    </a:p>
                  </a:txBody>
                  <a:tcPr/>
                </a:tc>
                <a:tc>
                  <a:txBody>
                    <a:bodyPr/>
                    <a:lstStyle/>
                    <a:p>
                      <a:r>
                        <a:rPr lang="en-IN" b="0" dirty="0"/>
                        <a:t>0.471</a:t>
                      </a:r>
                    </a:p>
                  </a:txBody>
                  <a:tcPr/>
                </a:tc>
                <a:tc>
                  <a:txBody>
                    <a:bodyPr/>
                    <a:lstStyle/>
                    <a:p>
                      <a:r>
                        <a:rPr lang="en-IN" b="0" dirty="0"/>
                        <a:t>3</a:t>
                      </a:r>
                    </a:p>
                  </a:txBody>
                  <a:tcPr/>
                </a:tc>
                <a:extLst>
                  <a:ext uri="{0D108BD9-81ED-4DB2-BD59-A6C34878D82A}">
                    <a16:rowId xmlns:a16="http://schemas.microsoft.com/office/drawing/2014/main" val="1127933414"/>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Vishal Mega Mart</a:t>
                      </a:r>
                    </a:p>
                  </a:txBody>
                  <a:tcPr/>
                </a:tc>
                <a:tc>
                  <a:txBody>
                    <a:bodyPr/>
                    <a:lstStyle/>
                    <a:p>
                      <a:r>
                        <a:rPr lang="en-IN" b="0" dirty="0"/>
                        <a:t>1529</a:t>
                      </a:r>
                    </a:p>
                  </a:txBody>
                  <a:tcPr/>
                </a:tc>
                <a:tc>
                  <a:txBody>
                    <a:bodyPr/>
                    <a:lstStyle/>
                    <a:p>
                      <a:r>
                        <a:rPr lang="en-IN" b="0" dirty="0"/>
                        <a:t>2411</a:t>
                      </a:r>
                    </a:p>
                  </a:txBody>
                  <a:tcPr/>
                </a:tc>
                <a:tc>
                  <a:txBody>
                    <a:bodyPr/>
                    <a:lstStyle/>
                    <a:p>
                      <a:r>
                        <a:rPr lang="en-IN" b="1" dirty="0"/>
                        <a:t>0.634</a:t>
                      </a:r>
                    </a:p>
                  </a:txBody>
                  <a:tcPr/>
                </a:tc>
                <a:tc>
                  <a:txBody>
                    <a:bodyPr/>
                    <a:lstStyle/>
                    <a:p>
                      <a:r>
                        <a:rPr lang="en-IN" b="1" dirty="0"/>
                        <a:t>1</a:t>
                      </a:r>
                    </a:p>
                  </a:txBody>
                  <a:tcPr/>
                </a:tc>
                <a:extLst>
                  <a:ext uri="{0D108BD9-81ED-4DB2-BD59-A6C34878D82A}">
                    <a16:rowId xmlns:a16="http://schemas.microsoft.com/office/drawing/2014/main" val="4187621447"/>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0" dirty="0"/>
                    </a:p>
                  </a:txBody>
                  <a:tcPr/>
                </a:tc>
                <a:tc>
                  <a:txBody>
                    <a:bodyPr/>
                    <a:lstStyle/>
                    <a:p>
                      <a:endParaRPr lang="en-IN" b="0" dirty="0"/>
                    </a:p>
                  </a:txBody>
                  <a:tcPr/>
                </a:tc>
                <a:tc>
                  <a:txBody>
                    <a:bodyPr/>
                    <a:lstStyle/>
                    <a:p>
                      <a:endParaRPr lang="en-IN" b="0" dirty="0"/>
                    </a:p>
                  </a:txBody>
                  <a:tcPr/>
                </a:tc>
                <a:tc>
                  <a:txBody>
                    <a:bodyPr/>
                    <a:lstStyle/>
                    <a:p>
                      <a:endParaRPr lang="en-IN" b="0" dirty="0"/>
                    </a:p>
                  </a:txBody>
                  <a:tcPr/>
                </a:tc>
                <a:extLst>
                  <a:ext uri="{0D108BD9-81ED-4DB2-BD59-A6C34878D82A}">
                    <a16:rowId xmlns:a16="http://schemas.microsoft.com/office/drawing/2014/main" val="3180963087"/>
                  </a:ext>
                </a:extLst>
              </a:tr>
            </a:tbl>
          </a:graphicData>
        </a:graphic>
      </p:graphicFrame>
    </p:spTree>
    <p:extLst>
      <p:ext uri="{BB962C8B-B14F-4D97-AF65-F5344CB8AC3E}">
        <p14:creationId xmlns:p14="http://schemas.microsoft.com/office/powerpoint/2010/main" val="198479460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8639E-0AB5-4095-9BC1-A93EA9F1AAF4}"/>
              </a:ext>
            </a:extLst>
          </p:cNvPr>
          <p:cNvSpPr>
            <a:spLocks noGrp="1"/>
          </p:cNvSpPr>
          <p:nvPr>
            <p:ph type="title"/>
          </p:nvPr>
        </p:nvSpPr>
        <p:spPr/>
        <p:txBody>
          <a:bodyPr/>
          <a:lstStyle/>
          <a:p>
            <a:pPr algn="ctr"/>
            <a:r>
              <a:rPr lang="en-US" b="1" dirty="0"/>
              <a:t>D&amp;A Advantage – FY 2025 </a:t>
            </a:r>
            <a:endParaRPr lang="en-IN" b="1" dirty="0"/>
          </a:p>
        </p:txBody>
      </p:sp>
      <p:graphicFrame>
        <p:nvGraphicFramePr>
          <p:cNvPr id="4" name="Table 4">
            <a:extLst>
              <a:ext uri="{FF2B5EF4-FFF2-40B4-BE49-F238E27FC236}">
                <a16:creationId xmlns:a16="http://schemas.microsoft.com/office/drawing/2014/main" id="{1DD1D885-1721-4522-B6D3-96413C4754B1}"/>
              </a:ext>
            </a:extLst>
          </p:cNvPr>
          <p:cNvGraphicFramePr>
            <a:graphicFrameLocks noGrp="1"/>
          </p:cNvGraphicFramePr>
          <p:nvPr>
            <p:ph idx="1"/>
          </p:nvPr>
        </p:nvGraphicFramePr>
        <p:xfrm>
          <a:off x="838200" y="1851024"/>
          <a:ext cx="8584769" cy="2834640"/>
        </p:xfrm>
        <a:graphic>
          <a:graphicData uri="http://schemas.openxmlformats.org/drawingml/2006/table">
            <a:tbl>
              <a:tblPr firstRow="1" bandRow="1">
                <a:tableStyleId>{00A15C55-8517-42AA-B614-E9B94910E393}</a:tableStyleId>
              </a:tblPr>
              <a:tblGrid>
                <a:gridCol w="2189899">
                  <a:extLst>
                    <a:ext uri="{9D8B030D-6E8A-4147-A177-3AD203B41FA5}">
                      <a16:colId xmlns:a16="http://schemas.microsoft.com/office/drawing/2014/main" val="239351581"/>
                    </a:ext>
                  </a:extLst>
                </a:gridCol>
                <a:gridCol w="2189899">
                  <a:extLst>
                    <a:ext uri="{9D8B030D-6E8A-4147-A177-3AD203B41FA5}">
                      <a16:colId xmlns:a16="http://schemas.microsoft.com/office/drawing/2014/main" val="3651509243"/>
                    </a:ext>
                  </a:extLst>
                </a:gridCol>
                <a:gridCol w="1801367">
                  <a:extLst>
                    <a:ext uri="{9D8B030D-6E8A-4147-A177-3AD203B41FA5}">
                      <a16:colId xmlns:a16="http://schemas.microsoft.com/office/drawing/2014/main" val="343889307"/>
                    </a:ext>
                  </a:extLst>
                </a:gridCol>
                <a:gridCol w="1396068">
                  <a:extLst>
                    <a:ext uri="{9D8B030D-6E8A-4147-A177-3AD203B41FA5}">
                      <a16:colId xmlns:a16="http://schemas.microsoft.com/office/drawing/2014/main" val="3173881814"/>
                    </a:ext>
                  </a:extLst>
                </a:gridCol>
                <a:gridCol w="1007536">
                  <a:extLst>
                    <a:ext uri="{9D8B030D-6E8A-4147-A177-3AD203B41FA5}">
                      <a16:colId xmlns:a16="http://schemas.microsoft.com/office/drawing/2014/main" val="269274260"/>
                    </a:ext>
                  </a:extLst>
                </a:gridCol>
              </a:tblGrid>
              <a:tr h="329909">
                <a:tc>
                  <a:txBody>
                    <a:bodyPr/>
                    <a:lstStyle/>
                    <a:p>
                      <a:r>
                        <a:rPr lang="en-US" dirty="0"/>
                        <a:t>Company</a:t>
                      </a:r>
                      <a:endParaRPr lang="en-IN" dirty="0"/>
                    </a:p>
                  </a:txBody>
                  <a:tcPr/>
                </a:tc>
                <a:tc>
                  <a:txBody>
                    <a:bodyPr/>
                    <a:lstStyle/>
                    <a:p>
                      <a:r>
                        <a:rPr lang="en-US" dirty="0"/>
                        <a:t>EBIT</a:t>
                      </a:r>
                      <a:endParaRPr lang="en-IN" dirty="0"/>
                    </a:p>
                  </a:txBody>
                  <a:tcPr/>
                </a:tc>
                <a:tc>
                  <a:txBody>
                    <a:bodyPr/>
                    <a:lstStyle/>
                    <a:p>
                      <a:r>
                        <a:rPr lang="en-US" dirty="0"/>
                        <a:t>EBITDA</a:t>
                      </a:r>
                      <a:endParaRPr lang="en-IN" dirty="0"/>
                    </a:p>
                  </a:txBody>
                  <a:tcPr/>
                </a:tc>
                <a:tc>
                  <a:txBody>
                    <a:bodyPr/>
                    <a:lstStyle/>
                    <a:p>
                      <a:r>
                        <a:rPr lang="en-US" dirty="0"/>
                        <a:t>D&amp;A Adv</a:t>
                      </a:r>
                      <a:endParaRPr lang="en-IN" dirty="0"/>
                    </a:p>
                  </a:txBody>
                  <a:tcPr/>
                </a:tc>
                <a:tc>
                  <a:txBody>
                    <a:bodyPr/>
                    <a:lstStyle/>
                    <a:p>
                      <a:r>
                        <a:rPr lang="en-US" dirty="0"/>
                        <a:t> Rank</a:t>
                      </a:r>
                      <a:endParaRPr lang="en-IN" dirty="0"/>
                    </a:p>
                  </a:txBody>
                  <a:tcPr/>
                </a:tc>
                <a:extLst>
                  <a:ext uri="{0D108BD9-81ED-4DB2-BD59-A6C34878D82A}">
                    <a16:rowId xmlns:a16="http://schemas.microsoft.com/office/drawing/2014/main" val="1916009622"/>
                  </a:ext>
                </a:extLst>
              </a:tr>
              <a:tr h="329909">
                <a:tc>
                  <a:txBody>
                    <a:bodyPr/>
                    <a:lstStyle/>
                    <a:p>
                      <a:r>
                        <a:rPr lang="en-IN" b="0" dirty="0"/>
                        <a:t>HUL</a:t>
                      </a:r>
                    </a:p>
                  </a:txBody>
                  <a:tcPr/>
                </a:tc>
                <a:tc>
                  <a:txBody>
                    <a:bodyPr/>
                    <a:lstStyle/>
                    <a:p>
                      <a:r>
                        <a:rPr lang="en-IN" b="0" dirty="0"/>
                        <a:t>12663</a:t>
                      </a:r>
                    </a:p>
                  </a:txBody>
                  <a:tcPr/>
                </a:tc>
                <a:tc>
                  <a:txBody>
                    <a:bodyPr/>
                    <a:lstStyle/>
                    <a:p>
                      <a:r>
                        <a:rPr lang="en-IN" b="0" dirty="0"/>
                        <a:t>14018</a:t>
                      </a:r>
                    </a:p>
                  </a:txBody>
                  <a:tcPr/>
                </a:tc>
                <a:tc>
                  <a:txBody>
                    <a:bodyPr/>
                    <a:lstStyle/>
                    <a:p>
                      <a:r>
                        <a:rPr lang="en-IN" b="0" dirty="0"/>
                        <a:t>0.903</a:t>
                      </a:r>
                    </a:p>
                  </a:txBody>
                  <a:tcPr/>
                </a:tc>
                <a:tc>
                  <a:txBody>
                    <a:bodyPr/>
                    <a:lstStyle/>
                    <a:p>
                      <a:r>
                        <a:rPr lang="en-IN" b="0" dirty="0"/>
                        <a:t>3</a:t>
                      </a:r>
                    </a:p>
                  </a:txBody>
                  <a:tcPr/>
                </a:tc>
                <a:extLst>
                  <a:ext uri="{0D108BD9-81ED-4DB2-BD59-A6C34878D82A}">
                    <a16:rowId xmlns:a16="http://schemas.microsoft.com/office/drawing/2014/main" val="36654119"/>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mn-lt"/>
                          <a:ea typeface="+mn-ea"/>
                          <a:cs typeface="+mn-cs"/>
                        </a:rPr>
                        <a:t>Godrej Consumer Products Ltd </a:t>
                      </a:r>
                    </a:p>
                  </a:txBody>
                  <a:tcPr/>
                </a:tc>
                <a:tc>
                  <a:txBody>
                    <a:bodyPr/>
                    <a:lstStyle/>
                    <a:p>
                      <a:r>
                        <a:rPr lang="en-IN" b="0" dirty="0"/>
                        <a:t>2690</a:t>
                      </a:r>
                    </a:p>
                  </a:txBody>
                  <a:tcPr/>
                </a:tc>
                <a:tc>
                  <a:txBody>
                    <a:bodyPr/>
                    <a:lstStyle/>
                    <a:p>
                      <a:r>
                        <a:rPr lang="en-IN" b="0" dirty="0"/>
                        <a:t>2924</a:t>
                      </a:r>
                    </a:p>
                  </a:txBody>
                  <a:tcPr/>
                </a:tc>
                <a:tc>
                  <a:txBody>
                    <a:bodyPr/>
                    <a:lstStyle/>
                    <a:p>
                      <a:r>
                        <a:rPr lang="en-IN" b="1" dirty="0"/>
                        <a:t>0.920</a:t>
                      </a:r>
                    </a:p>
                  </a:txBody>
                  <a:tcPr/>
                </a:tc>
                <a:tc>
                  <a:txBody>
                    <a:bodyPr/>
                    <a:lstStyle/>
                    <a:p>
                      <a:r>
                        <a:rPr lang="en-IN" b="1" dirty="0"/>
                        <a:t>1</a:t>
                      </a:r>
                    </a:p>
                  </a:txBody>
                  <a:tcPr/>
                </a:tc>
                <a:extLst>
                  <a:ext uri="{0D108BD9-81ED-4DB2-BD59-A6C34878D82A}">
                    <a16:rowId xmlns:a16="http://schemas.microsoft.com/office/drawing/2014/main" val="132122816"/>
                  </a:ext>
                </a:extLst>
              </a:tr>
              <a:tr h="329909">
                <a:tc>
                  <a:txBody>
                    <a:bodyPr/>
                    <a:lstStyle/>
                    <a:p>
                      <a:r>
                        <a:rPr lang="en-IN" b="0" dirty="0"/>
                        <a:t>Marico Ltd</a:t>
                      </a:r>
                    </a:p>
                  </a:txBody>
                  <a:tcPr/>
                </a:tc>
                <a:tc>
                  <a:txBody>
                    <a:bodyPr/>
                    <a:lstStyle/>
                    <a:p>
                      <a:r>
                        <a:rPr lang="en-IN" b="0" dirty="0"/>
                        <a:t>1863</a:t>
                      </a:r>
                    </a:p>
                  </a:txBody>
                  <a:tcPr/>
                </a:tc>
                <a:tc>
                  <a:txBody>
                    <a:bodyPr/>
                    <a:lstStyle/>
                    <a:p>
                      <a:r>
                        <a:rPr lang="en-IN" b="0" dirty="0"/>
                        <a:t>2041</a:t>
                      </a:r>
                    </a:p>
                  </a:txBody>
                  <a:tcPr/>
                </a:tc>
                <a:tc>
                  <a:txBody>
                    <a:bodyPr/>
                    <a:lstStyle/>
                    <a:p>
                      <a:r>
                        <a:rPr lang="en-IN" b="0" dirty="0"/>
                        <a:t>0.913</a:t>
                      </a:r>
                    </a:p>
                  </a:txBody>
                  <a:tcPr/>
                </a:tc>
                <a:tc>
                  <a:txBody>
                    <a:bodyPr/>
                    <a:lstStyle/>
                    <a:p>
                      <a:r>
                        <a:rPr lang="en-IN" b="0" dirty="0"/>
                        <a:t>2</a:t>
                      </a:r>
                    </a:p>
                  </a:txBody>
                  <a:tcPr/>
                </a:tc>
                <a:extLst>
                  <a:ext uri="{0D108BD9-81ED-4DB2-BD59-A6C34878D82A}">
                    <a16:rowId xmlns:a16="http://schemas.microsoft.com/office/drawing/2014/main" val="2746652360"/>
                  </a:ext>
                </a:extLst>
              </a:tr>
              <a:tr h="329909">
                <a:tc>
                  <a:txBody>
                    <a:bodyPr/>
                    <a:lstStyle/>
                    <a:p>
                      <a:r>
                        <a:rPr lang="en-IN" b="0" dirty="0"/>
                        <a:t>Dabur India</a:t>
                      </a:r>
                    </a:p>
                  </a:txBody>
                  <a:tcPr/>
                </a:tc>
                <a:tc>
                  <a:txBody>
                    <a:bodyPr/>
                    <a:lstStyle/>
                    <a:p>
                      <a:r>
                        <a:rPr lang="en-IN" b="0" dirty="0"/>
                        <a:t>1708</a:t>
                      </a:r>
                    </a:p>
                  </a:txBody>
                  <a:tcPr/>
                </a:tc>
                <a:tc>
                  <a:txBody>
                    <a:bodyPr/>
                    <a:lstStyle/>
                    <a:p>
                      <a:r>
                        <a:rPr lang="en-IN" b="0" dirty="0"/>
                        <a:t>2154</a:t>
                      </a:r>
                    </a:p>
                  </a:txBody>
                  <a:tcPr/>
                </a:tc>
                <a:tc>
                  <a:txBody>
                    <a:bodyPr/>
                    <a:lstStyle/>
                    <a:p>
                      <a:r>
                        <a:rPr lang="en-IN" b="0" dirty="0"/>
                        <a:t>0.793</a:t>
                      </a:r>
                    </a:p>
                  </a:txBody>
                  <a:tcPr/>
                </a:tc>
                <a:tc>
                  <a:txBody>
                    <a:bodyPr/>
                    <a:lstStyle/>
                    <a:p>
                      <a:r>
                        <a:rPr lang="en-IN" b="0" dirty="0"/>
                        <a:t>4</a:t>
                      </a:r>
                    </a:p>
                  </a:txBody>
                  <a:tcPr/>
                </a:tc>
                <a:extLst>
                  <a:ext uri="{0D108BD9-81ED-4DB2-BD59-A6C34878D82A}">
                    <a16:rowId xmlns:a16="http://schemas.microsoft.com/office/drawing/2014/main" val="1127933414"/>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highlight>
                            <a:srgbClr val="FFFF00"/>
                          </a:highlight>
                        </a:rPr>
                        <a:t>Vishal Mega Mart</a:t>
                      </a:r>
                    </a:p>
                  </a:txBody>
                  <a:tcPr/>
                </a:tc>
                <a:tc>
                  <a:txBody>
                    <a:bodyPr/>
                    <a:lstStyle/>
                    <a:p>
                      <a:r>
                        <a:rPr lang="en-IN" b="0" dirty="0"/>
                        <a:t>939</a:t>
                      </a:r>
                    </a:p>
                  </a:txBody>
                  <a:tcPr/>
                </a:tc>
                <a:tc>
                  <a:txBody>
                    <a:bodyPr/>
                    <a:lstStyle/>
                    <a:p>
                      <a:r>
                        <a:rPr lang="en-IN" b="0" dirty="0"/>
                        <a:t>1529</a:t>
                      </a:r>
                    </a:p>
                  </a:txBody>
                  <a:tcPr/>
                </a:tc>
                <a:tc>
                  <a:txBody>
                    <a:bodyPr/>
                    <a:lstStyle/>
                    <a:p>
                      <a:r>
                        <a:rPr lang="en-IN" b="0" dirty="0">
                          <a:highlight>
                            <a:srgbClr val="FFFF00"/>
                          </a:highlight>
                        </a:rPr>
                        <a:t>0.614</a:t>
                      </a:r>
                    </a:p>
                  </a:txBody>
                  <a:tcPr/>
                </a:tc>
                <a:tc>
                  <a:txBody>
                    <a:bodyPr/>
                    <a:lstStyle/>
                    <a:p>
                      <a:r>
                        <a:rPr lang="en-IN" b="0" dirty="0">
                          <a:highlight>
                            <a:srgbClr val="FFFF00"/>
                          </a:highlight>
                        </a:rPr>
                        <a:t>5</a:t>
                      </a:r>
                    </a:p>
                  </a:txBody>
                  <a:tcPr/>
                </a:tc>
                <a:extLst>
                  <a:ext uri="{0D108BD9-81ED-4DB2-BD59-A6C34878D82A}">
                    <a16:rowId xmlns:a16="http://schemas.microsoft.com/office/drawing/2014/main" val="4187621447"/>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180963087"/>
                  </a:ext>
                </a:extLst>
              </a:tr>
            </a:tbl>
          </a:graphicData>
        </a:graphic>
      </p:graphicFrame>
    </p:spTree>
    <p:extLst>
      <p:ext uri="{BB962C8B-B14F-4D97-AF65-F5344CB8AC3E}">
        <p14:creationId xmlns:p14="http://schemas.microsoft.com/office/powerpoint/2010/main" val="37014872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8639E-0AB5-4095-9BC1-A93EA9F1AAF4}"/>
              </a:ext>
            </a:extLst>
          </p:cNvPr>
          <p:cNvSpPr>
            <a:spLocks noGrp="1"/>
          </p:cNvSpPr>
          <p:nvPr>
            <p:ph type="title"/>
          </p:nvPr>
        </p:nvSpPr>
        <p:spPr/>
        <p:txBody>
          <a:bodyPr/>
          <a:lstStyle/>
          <a:p>
            <a:pPr algn="ctr"/>
            <a:r>
              <a:rPr lang="en-US" b="1" dirty="0"/>
              <a:t>Int Advantage – FY 2025 </a:t>
            </a:r>
            <a:endParaRPr lang="en-IN" b="1" dirty="0"/>
          </a:p>
        </p:txBody>
      </p:sp>
      <p:graphicFrame>
        <p:nvGraphicFramePr>
          <p:cNvPr id="4" name="Table 4">
            <a:extLst>
              <a:ext uri="{FF2B5EF4-FFF2-40B4-BE49-F238E27FC236}">
                <a16:creationId xmlns:a16="http://schemas.microsoft.com/office/drawing/2014/main" id="{1DD1D885-1721-4522-B6D3-96413C4754B1}"/>
              </a:ext>
            </a:extLst>
          </p:cNvPr>
          <p:cNvGraphicFramePr>
            <a:graphicFrameLocks noGrp="1"/>
          </p:cNvGraphicFramePr>
          <p:nvPr>
            <p:ph idx="1"/>
          </p:nvPr>
        </p:nvGraphicFramePr>
        <p:xfrm>
          <a:off x="844062" y="1851024"/>
          <a:ext cx="8578907" cy="2968744"/>
        </p:xfrm>
        <a:graphic>
          <a:graphicData uri="http://schemas.openxmlformats.org/drawingml/2006/table">
            <a:tbl>
              <a:tblPr firstRow="1" bandRow="1">
                <a:tableStyleId>{7DF18680-E054-41AD-8BC1-D1AEF772440D}</a:tableStyleId>
              </a:tblPr>
              <a:tblGrid>
                <a:gridCol w="2184037">
                  <a:extLst>
                    <a:ext uri="{9D8B030D-6E8A-4147-A177-3AD203B41FA5}">
                      <a16:colId xmlns:a16="http://schemas.microsoft.com/office/drawing/2014/main" val="239351581"/>
                    </a:ext>
                  </a:extLst>
                </a:gridCol>
                <a:gridCol w="2189899">
                  <a:extLst>
                    <a:ext uri="{9D8B030D-6E8A-4147-A177-3AD203B41FA5}">
                      <a16:colId xmlns:a16="http://schemas.microsoft.com/office/drawing/2014/main" val="3651509243"/>
                    </a:ext>
                  </a:extLst>
                </a:gridCol>
                <a:gridCol w="2189899">
                  <a:extLst>
                    <a:ext uri="{9D8B030D-6E8A-4147-A177-3AD203B41FA5}">
                      <a16:colId xmlns:a16="http://schemas.microsoft.com/office/drawing/2014/main" val="343889307"/>
                    </a:ext>
                  </a:extLst>
                </a:gridCol>
                <a:gridCol w="1007536">
                  <a:extLst>
                    <a:ext uri="{9D8B030D-6E8A-4147-A177-3AD203B41FA5}">
                      <a16:colId xmlns:a16="http://schemas.microsoft.com/office/drawing/2014/main" val="3173881814"/>
                    </a:ext>
                  </a:extLst>
                </a:gridCol>
                <a:gridCol w="1007536">
                  <a:extLst>
                    <a:ext uri="{9D8B030D-6E8A-4147-A177-3AD203B41FA5}">
                      <a16:colId xmlns:a16="http://schemas.microsoft.com/office/drawing/2014/main" val="269274260"/>
                    </a:ext>
                  </a:extLst>
                </a:gridCol>
              </a:tblGrid>
              <a:tr h="499864">
                <a:tc>
                  <a:txBody>
                    <a:bodyPr/>
                    <a:lstStyle/>
                    <a:p>
                      <a:r>
                        <a:rPr lang="en-US" dirty="0"/>
                        <a:t>Company</a:t>
                      </a:r>
                      <a:endParaRPr lang="en-IN" dirty="0"/>
                    </a:p>
                  </a:txBody>
                  <a:tcPr/>
                </a:tc>
                <a:tc>
                  <a:txBody>
                    <a:bodyPr/>
                    <a:lstStyle/>
                    <a:p>
                      <a:r>
                        <a:rPr lang="en-US" dirty="0"/>
                        <a:t>PBT</a:t>
                      </a:r>
                      <a:endParaRPr lang="en-IN" dirty="0"/>
                    </a:p>
                  </a:txBody>
                  <a:tcPr/>
                </a:tc>
                <a:tc>
                  <a:txBody>
                    <a:bodyPr/>
                    <a:lstStyle/>
                    <a:p>
                      <a:r>
                        <a:rPr lang="en-US" dirty="0"/>
                        <a:t>EBIT</a:t>
                      </a:r>
                      <a:endParaRPr lang="en-IN" dirty="0"/>
                    </a:p>
                  </a:txBody>
                  <a:tcPr/>
                </a:tc>
                <a:tc>
                  <a:txBody>
                    <a:bodyPr/>
                    <a:lstStyle/>
                    <a:p>
                      <a:r>
                        <a:rPr lang="en-US" dirty="0"/>
                        <a:t>Int Adv</a:t>
                      </a:r>
                      <a:endParaRPr lang="en-IN" dirty="0"/>
                    </a:p>
                  </a:txBody>
                  <a:tcPr/>
                </a:tc>
                <a:tc>
                  <a:txBody>
                    <a:bodyPr/>
                    <a:lstStyle/>
                    <a:p>
                      <a:r>
                        <a:rPr lang="en-US" dirty="0"/>
                        <a:t> Rank</a:t>
                      </a:r>
                      <a:endParaRPr lang="en-IN" dirty="0"/>
                    </a:p>
                  </a:txBody>
                  <a:tcPr/>
                </a:tc>
                <a:extLst>
                  <a:ext uri="{0D108BD9-81ED-4DB2-BD59-A6C34878D82A}">
                    <a16:rowId xmlns:a16="http://schemas.microsoft.com/office/drawing/2014/main" val="1916009622"/>
                  </a:ext>
                </a:extLst>
              </a:tr>
              <a:tr h="329909">
                <a:tc>
                  <a:txBody>
                    <a:bodyPr/>
                    <a:lstStyle/>
                    <a:p>
                      <a:r>
                        <a:rPr lang="en-IN" b="0" dirty="0"/>
                        <a:t>HUL</a:t>
                      </a:r>
                    </a:p>
                  </a:txBody>
                  <a:tcPr/>
                </a:tc>
                <a:tc>
                  <a:txBody>
                    <a:bodyPr/>
                    <a:lstStyle/>
                    <a:p>
                      <a:r>
                        <a:rPr lang="en-IN" b="0" dirty="0"/>
                        <a:t>12268</a:t>
                      </a:r>
                    </a:p>
                  </a:txBody>
                  <a:tcPr/>
                </a:tc>
                <a:tc>
                  <a:txBody>
                    <a:bodyPr/>
                    <a:lstStyle/>
                    <a:p>
                      <a:r>
                        <a:rPr lang="en-IN" b="0" dirty="0"/>
                        <a:t>12663</a:t>
                      </a:r>
                    </a:p>
                  </a:txBody>
                  <a:tcPr/>
                </a:tc>
                <a:tc>
                  <a:txBody>
                    <a:bodyPr/>
                    <a:lstStyle/>
                    <a:p>
                      <a:r>
                        <a:rPr lang="en-IN" b="0" dirty="0"/>
                        <a:t>0.969</a:t>
                      </a:r>
                    </a:p>
                  </a:txBody>
                  <a:tcPr/>
                </a:tc>
                <a:tc>
                  <a:txBody>
                    <a:bodyPr/>
                    <a:lstStyle/>
                    <a:p>
                      <a:r>
                        <a:rPr lang="en-IN" b="0" dirty="0"/>
                        <a:t>2</a:t>
                      </a:r>
                    </a:p>
                  </a:txBody>
                  <a:tcPr/>
                </a:tc>
                <a:extLst>
                  <a:ext uri="{0D108BD9-81ED-4DB2-BD59-A6C34878D82A}">
                    <a16:rowId xmlns:a16="http://schemas.microsoft.com/office/drawing/2014/main" val="36654119"/>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Godrej Consumer Products Ltd </a:t>
                      </a:r>
                    </a:p>
                  </a:txBody>
                  <a:tcPr/>
                </a:tc>
                <a:tc>
                  <a:txBody>
                    <a:bodyPr/>
                    <a:lstStyle/>
                    <a:p>
                      <a:r>
                        <a:rPr lang="en-IN" b="0" dirty="0"/>
                        <a:t>2340</a:t>
                      </a:r>
                    </a:p>
                  </a:txBody>
                  <a:tcPr/>
                </a:tc>
                <a:tc>
                  <a:txBody>
                    <a:bodyPr/>
                    <a:lstStyle/>
                    <a:p>
                      <a:r>
                        <a:rPr lang="en-IN" b="0" dirty="0"/>
                        <a:t>2690</a:t>
                      </a:r>
                    </a:p>
                  </a:txBody>
                  <a:tcPr/>
                </a:tc>
                <a:tc>
                  <a:txBody>
                    <a:bodyPr/>
                    <a:lstStyle/>
                    <a:p>
                      <a:r>
                        <a:rPr lang="en-IN" b="0" dirty="0"/>
                        <a:t>0.870</a:t>
                      </a:r>
                    </a:p>
                  </a:txBody>
                  <a:tcPr/>
                </a:tc>
                <a:tc>
                  <a:txBody>
                    <a:bodyPr/>
                    <a:lstStyle/>
                    <a:p>
                      <a:r>
                        <a:rPr lang="en-IN" b="0" dirty="0"/>
                        <a:t>4</a:t>
                      </a:r>
                    </a:p>
                  </a:txBody>
                  <a:tcPr/>
                </a:tc>
                <a:extLst>
                  <a:ext uri="{0D108BD9-81ED-4DB2-BD59-A6C34878D82A}">
                    <a16:rowId xmlns:a16="http://schemas.microsoft.com/office/drawing/2014/main" val="426623421"/>
                  </a:ext>
                </a:extLst>
              </a:tr>
              <a:tr h="329909">
                <a:tc>
                  <a:txBody>
                    <a:bodyPr/>
                    <a:lstStyle/>
                    <a:p>
                      <a:r>
                        <a:rPr lang="en-IN" b="1" dirty="0"/>
                        <a:t>Marico Ltd</a:t>
                      </a:r>
                    </a:p>
                  </a:txBody>
                  <a:tcPr/>
                </a:tc>
                <a:tc>
                  <a:txBody>
                    <a:bodyPr/>
                    <a:lstStyle/>
                    <a:p>
                      <a:r>
                        <a:rPr lang="en-IN" b="0" dirty="0"/>
                        <a:t>1810</a:t>
                      </a:r>
                    </a:p>
                  </a:txBody>
                  <a:tcPr/>
                </a:tc>
                <a:tc>
                  <a:txBody>
                    <a:bodyPr/>
                    <a:lstStyle/>
                    <a:p>
                      <a:r>
                        <a:rPr lang="en-IN" b="0" dirty="0"/>
                        <a:t>1863</a:t>
                      </a:r>
                    </a:p>
                  </a:txBody>
                  <a:tcPr/>
                </a:tc>
                <a:tc>
                  <a:txBody>
                    <a:bodyPr/>
                    <a:lstStyle/>
                    <a:p>
                      <a:r>
                        <a:rPr lang="en-IN" b="1" dirty="0"/>
                        <a:t>0.972</a:t>
                      </a:r>
                    </a:p>
                  </a:txBody>
                  <a:tcPr/>
                </a:tc>
                <a:tc>
                  <a:txBody>
                    <a:bodyPr/>
                    <a:lstStyle/>
                    <a:p>
                      <a:r>
                        <a:rPr lang="en-IN" b="1" dirty="0"/>
                        <a:t>1</a:t>
                      </a:r>
                    </a:p>
                  </a:txBody>
                  <a:tcPr/>
                </a:tc>
                <a:extLst>
                  <a:ext uri="{0D108BD9-81ED-4DB2-BD59-A6C34878D82A}">
                    <a16:rowId xmlns:a16="http://schemas.microsoft.com/office/drawing/2014/main" val="2746652360"/>
                  </a:ext>
                </a:extLst>
              </a:tr>
              <a:tr h="329909">
                <a:tc>
                  <a:txBody>
                    <a:bodyPr/>
                    <a:lstStyle/>
                    <a:p>
                      <a:r>
                        <a:rPr lang="en-IN" b="0" dirty="0"/>
                        <a:t>Dabur India</a:t>
                      </a:r>
                    </a:p>
                  </a:txBody>
                  <a:tcPr/>
                </a:tc>
                <a:tc>
                  <a:txBody>
                    <a:bodyPr/>
                    <a:lstStyle/>
                    <a:p>
                      <a:r>
                        <a:rPr lang="en-IN" b="0" dirty="0"/>
                        <a:t>1544</a:t>
                      </a:r>
                    </a:p>
                  </a:txBody>
                  <a:tcPr/>
                </a:tc>
                <a:tc>
                  <a:txBody>
                    <a:bodyPr/>
                    <a:lstStyle/>
                    <a:p>
                      <a:r>
                        <a:rPr lang="en-IN" b="0" dirty="0"/>
                        <a:t>1708</a:t>
                      </a:r>
                    </a:p>
                  </a:txBody>
                  <a:tcPr/>
                </a:tc>
                <a:tc>
                  <a:txBody>
                    <a:bodyPr/>
                    <a:lstStyle/>
                    <a:p>
                      <a:r>
                        <a:rPr lang="en-IN" b="0" dirty="0"/>
                        <a:t>0.904</a:t>
                      </a:r>
                    </a:p>
                  </a:txBody>
                  <a:tcPr/>
                </a:tc>
                <a:tc>
                  <a:txBody>
                    <a:bodyPr/>
                    <a:lstStyle/>
                    <a:p>
                      <a:r>
                        <a:rPr lang="en-IN" b="0" dirty="0"/>
                        <a:t>3</a:t>
                      </a:r>
                    </a:p>
                  </a:txBody>
                  <a:tcPr/>
                </a:tc>
                <a:extLst>
                  <a:ext uri="{0D108BD9-81ED-4DB2-BD59-A6C34878D82A}">
                    <a16:rowId xmlns:a16="http://schemas.microsoft.com/office/drawing/2014/main" val="1127933414"/>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highlight>
                            <a:srgbClr val="FFFF00"/>
                          </a:highlight>
                        </a:rPr>
                        <a:t>Vishal Mega Mart</a:t>
                      </a:r>
                    </a:p>
                  </a:txBody>
                  <a:tcPr/>
                </a:tc>
                <a:tc>
                  <a:txBody>
                    <a:bodyPr/>
                    <a:lstStyle/>
                    <a:p>
                      <a:r>
                        <a:rPr lang="en-IN" b="0" dirty="0"/>
                        <a:t>790</a:t>
                      </a:r>
                    </a:p>
                  </a:txBody>
                  <a:tcPr/>
                </a:tc>
                <a:tc>
                  <a:txBody>
                    <a:bodyPr/>
                    <a:lstStyle/>
                    <a:p>
                      <a:r>
                        <a:rPr lang="en-IN" b="0" dirty="0"/>
                        <a:t>939</a:t>
                      </a:r>
                    </a:p>
                  </a:txBody>
                  <a:tcPr/>
                </a:tc>
                <a:tc>
                  <a:txBody>
                    <a:bodyPr/>
                    <a:lstStyle/>
                    <a:p>
                      <a:r>
                        <a:rPr lang="en-IN" b="0" dirty="0">
                          <a:highlight>
                            <a:srgbClr val="FFFF00"/>
                          </a:highlight>
                        </a:rPr>
                        <a:t>0.841</a:t>
                      </a:r>
                    </a:p>
                  </a:txBody>
                  <a:tcPr/>
                </a:tc>
                <a:tc>
                  <a:txBody>
                    <a:bodyPr/>
                    <a:lstStyle/>
                    <a:p>
                      <a:r>
                        <a:rPr lang="en-IN" b="0" dirty="0">
                          <a:highlight>
                            <a:srgbClr val="FFFF00"/>
                          </a:highlight>
                        </a:rPr>
                        <a:t>5</a:t>
                      </a:r>
                    </a:p>
                  </a:txBody>
                  <a:tcPr/>
                </a:tc>
                <a:extLst>
                  <a:ext uri="{0D108BD9-81ED-4DB2-BD59-A6C34878D82A}">
                    <a16:rowId xmlns:a16="http://schemas.microsoft.com/office/drawing/2014/main" val="4187621447"/>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180963087"/>
                  </a:ext>
                </a:extLst>
              </a:tr>
            </a:tbl>
          </a:graphicData>
        </a:graphic>
      </p:graphicFrame>
    </p:spTree>
    <p:extLst>
      <p:ext uri="{BB962C8B-B14F-4D97-AF65-F5344CB8AC3E}">
        <p14:creationId xmlns:p14="http://schemas.microsoft.com/office/powerpoint/2010/main" val="310830905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8639E-0AB5-4095-9BC1-A93EA9F1AAF4}"/>
              </a:ext>
            </a:extLst>
          </p:cNvPr>
          <p:cNvSpPr>
            <a:spLocks noGrp="1"/>
          </p:cNvSpPr>
          <p:nvPr>
            <p:ph type="title"/>
          </p:nvPr>
        </p:nvSpPr>
        <p:spPr/>
        <p:txBody>
          <a:bodyPr/>
          <a:lstStyle/>
          <a:p>
            <a:pPr algn="ctr"/>
            <a:r>
              <a:rPr lang="en-US" b="1" dirty="0"/>
              <a:t>Tax Advantage – FY 2025 </a:t>
            </a:r>
            <a:endParaRPr lang="en-IN" b="1" dirty="0"/>
          </a:p>
        </p:txBody>
      </p:sp>
      <p:graphicFrame>
        <p:nvGraphicFramePr>
          <p:cNvPr id="4" name="Table 4">
            <a:extLst>
              <a:ext uri="{FF2B5EF4-FFF2-40B4-BE49-F238E27FC236}">
                <a16:creationId xmlns:a16="http://schemas.microsoft.com/office/drawing/2014/main" id="{1DD1D885-1721-4522-B6D3-96413C4754B1}"/>
              </a:ext>
            </a:extLst>
          </p:cNvPr>
          <p:cNvGraphicFramePr>
            <a:graphicFrameLocks noGrp="1"/>
          </p:cNvGraphicFramePr>
          <p:nvPr>
            <p:ph idx="1"/>
          </p:nvPr>
        </p:nvGraphicFramePr>
        <p:xfrm>
          <a:off x="838200" y="1851024"/>
          <a:ext cx="8584769" cy="2846903"/>
        </p:xfrm>
        <a:graphic>
          <a:graphicData uri="http://schemas.openxmlformats.org/drawingml/2006/table">
            <a:tbl>
              <a:tblPr firstRow="1" bandRow="1">
                <a:tableStyleId>{21E4AEA4-8DFA-4A89-87EB-49C32662AFE0}</a:tableStyleId>
              </a:tblPr>
              <a:tblGrid>
                <a:gridCol w="2189899">
                  <a:extLst>
                    <a:ext uri="{9D8B030D-6E8A-4147-A177-3AD203B41FA5}">
                      <a16:colId xmlns:a16="http://schemas.microsoft.com/office/drawing/2014/main" val="239351581"/>
                    </a:ext>
                  </a:extLst>
                </a:gridCol>
                <a:gridCol w="2189899">
                  <a:extLst>
                    <a:ext uri="{9D8B030D-6E8A-4147-A177-3AD203B41FA5}">
                      <a16:colId xmlns:a16="http://schemas.microsoft.com/office/drawing/2014/main" val="3651509243"/>
                    </a:ext>
                  </a:extLst>
                </a:gridCol>
                <a:gridCol w="2189899">
                  <a:extLst>
                    <a:ext uri="{9D8B030D-6E8A-4147-A177-3AD203B41FA5}">
                      <a16:colId xmlns:a16="http://schemas.microsoft.com/office/drawing/2014/main" val="343889307"/>
                    </a:ext>
                  </a:extLst>
                </a:gridCol>
                <a:gridCol w="1007536">
                  <a:extLst>
                    <a:ext uri="{9D8B030D-6E8A-4147-A177-3AD203B41FA5}">
                      <a16:colId xmlns:a16="http://schemas.microsoft.com/office/drawing/2014/main" val="3173881814"/>
                    </a:ext>
                  </a:extLst>
                </a:gridCol>
                <a:gridCol w="1007536">
                  <a:extLst>
                    <a:ext uri="{9D8B030D-6E8A-4147-A177-3AD203B41FA5}">
                      <a16:colId xmlns:a16="http://schemas.microsoft.com/office/drawing/2014/main" val="269274260"/>
                    </a:ext>
                  </a:extLst>
                </a:gridCol>
              </a:tblGrid>
              <a:tr h="329909">
                <a:tc>
                  <a:txBody>
                    <a:bodyPr/>
                    <a:lstStyle/>
                    <a:p>
                      <a:r>
                        <a:rPr lang="en-US" dirty="0"/>
                        <a:t>Company</a:t>
                      </a:r>
                      <a:endParaRPr lang="en-IN" dirty="0"/>
                    </a:p>
                  </a:txBody>
                  <a:tcPr/>
                </a:tc>
                <a:tc>
                  <a:txBody>
                    <a:bodyPr/>
                    <a:lstStyle/>
                    <a:p>
                      <a:r>
                        <a:rPr lang="en-US" dirty="0"/>
                        <a:t>PAT</a:t>
                      </a:r>
                      <a:endParaRPr lang="en-IN" dirty="0"/>
                    </a:p>
                  </a:txBody>
                  <a:tcPr/>
                </a:tc>
                <a:tc>
                  <a:txBody>
                    <a:bodyPr/>
                    <a:lstStyle/>
                    <a:p>
                      <a:r>
                        <a:rPr lang="en-US" dirty="0"/>
                        <a:t>PBT</a:t>
                      </a:r>
                      <a:endParaRPr lang="en-IN" dirty="0"/>
                    </a:p>
                  </a:txBody>
                  <a:tcPr/>
                </a:tc>
                <a:tc>
                  <a:txBody>
                    <a:bodyPr/>
                    <a:lstStyle/>
                    <a:p>
                      <a:r>
                        <a:rPr lang="en-US" dirty="0"/>
                        <a:t>Tax Adv</a:t>
                      </a:r>
                      <a:endParaRPr lang="en-IN" dirty="0"/>
                    </a:p>
                  </a:txBody>
                  <a:tcPr/>
                </a:tc>
                <a:tc>
                  <a:txBody>
                    <a:bodyPr/>
                    <a:lstStyle/>
                    <a:p>
                      <a:r>
                        <a:rPr lang="en-US" dirty="0"/>
                        <a:t> Rank</a:t>
                      </a:r>
                      <a:endParaRPr lang="en-IN" dirty="0"/>
                    </a:p>
                  </a:txBody>
                  <a:tcPr/>
                </a:tc>
                <a:extLst>
                  <a:ext uri="{0D108BD9-81ED-4DB2-BD59-A6C34878D82A}">
                    <a16:rowId xmlns:a16="http://schemas.microsoft.com/office/drawing/2014/main" val="1916009622"/>
                  </a:ext>
                </a:extLst>
              </a:tr>
              <a:tr h="329909">
                <a:tc>
                  <a:txBody>
                    <a:bodyPr/>
                    <a:lstStyle/>
                    <a:p>
                      <a:r>
                        <a:rPr lang="en-IN" b="0" dirty="0"/>
                        <a:t>HUL</a:t>
                      </a:r>
                    </a:p>
                  </a:txBody>
                  <a:tcPr/>
                </a:tc>
                <a:tc>
                  <a:txBody>
                    <a:bodyPr/>
                    <a:lstStyle/>
                    <a:p>
                      <a:r>
                        <a:rPr lang="en-IN" b="0" dirty="0"/>
                        <a:t>9083</a:t>
                      </a:r>
                    </a:p>
                  </a:txBody>
                  <a:tcPr/>
                </a:tc>
                <a:tc>
                  <a:txBody>
                    <a:bodyPr/>
                    <a:lstStyle/>
                    <a:p>
                      <a:r>
                        <a:rPr lang="en-IN" b="0" dirty="0"/>
                        <a:t>12268</a:t>
                      </a:r>
                    </a:p>
                  </a:txBody>
                  <a:tcPr/>
                </a:tc>
                <a:tc>
                  <a:txBody>
                    <a:bodyPr/>
                    <a:lstStyle/>
                    <a:p>
                      <a:r>
                        <a:rPr lang="en-IN" b="0" dirty="0"/>
                        <a:t>0.740</a:t>
                      </a:r>
                    </a:p>
                  </a:txBody>
                  <a:tcPr/>
                </a:tc>
                <a:tc>
                  <a:txBody>
                    <a:bodyPr/>
                    <a:lstStyle/>
                    <a:p>
                      <a:r>
                        <a:rPr lang="en-IN" b="0" dirty="0"/>
                        <a:t>4</a:t>
                      </a:r>
                    </a:p>
                  </a:txBody>
                  <a:tcPr/>
                </a:tc>
                <a:extLst>
                  <a:ext uri="{0D108BD9-81ED-4DB2-BD59-A6C34878D82A}">
                    <a16:rowId xmlns:a16="http://schemas.microsoft.com/office/drawing/2014/main" val="36654119"/>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highlight>
                            <a:srgbClr val="FFFF00"/>
                          </a:highlight>
                          <a:uLnTx/>
                          <a:uFillTx/>
                          <a:latin typeface="+mn-lt"/>
                          <a:ea typeface="+mn-ea"/>
                          <a:cs typeface="+mn-cs"/>
                        </a:rPr>
                        <a:t>Godrej Consumer Products Ltd </a:t>
                      </a:r>
                    </a:p>
                  </a:txBody>
                  <a:tcPr/>
                </a:tc>
                <a:tc>
                  <a:txBody>
                    <a:bodyPr/>
                    <a:lstStyle/>
                    <a:p>
                      <a:r>
                        <a:rPr lang="en-IN" b="0" dirty="0"/>
                        <a:t>1615</a:t>
                      </a:r>
                    </a:p>
                  </a:txBody>
                  <a:tcPr/>
                </a:tc>
                <a:tc>
                  <a:txBody>
                    <a:bodyPr/>
                    <a:lstStyle/>
                    <a:p>
                      <a:r>
                        <a:rPr lang="en-IN" b="0" dirty="0"/>
                        <a:t>2340</a:t>
                      </a:r>
                    </a:p>
                  </a:txBody>
                  <a:tcPr/>
                </a:tc>
                <a:tc>
                  <a:txBody>
                    <a:bodyPr/>
                    <a:lstStyle/>
                    <a:p>
                      <a:r>
                        <a:rPr lang="en-IN" b="0" dirty="0">
                          <a:highlight>
                            <a:srgbClr val="FFFF00"/>
                          </a:highlight>
                        </a:rPr>
                        <a:t>0.690</a:t>
                      </a:r>
                    </a:p>
                  </a:txBody>
                  <a:tcPr/>
                </a:tc>
                <a:tc>
                  <a:txBody>
                    <a:bodyPr/>
                    <a:lstStyle/>
                    <a:p>
                      <a:r>
                        <a:rPr lang="en-IN" b="0" dirty="0">
                          <a:highlight>
                            <a:srgbClr val="FFFF00"/>
                          </a:highlight>
                        </a:rPr>
                        <a:t>5</a:t>
                      </a:r>
                    </a:p>
                  </a:txBody>
                  <a:tcPr/>
                </a:tc>
                <a:extLst>
                  <a:ext uri="{0D108BD9-81ED-4DB2-BD59-A6C34878D82A}">
                    <a16:rowId xmlns:a16="http://schemas.microsoft.com/office/drawing/2014/main" val="780747485"/>
                  </a:ext>
                </a:extLst>
              </a:tr>
              <a:tr h="329909">
                <a:tc>
                  <a:txBody>
                    <a:bodyPr/>
                    <a:lstStyle/>
                    <a:p>
                      <a:r>
                        <a:rPr lang="en-IN" b="1" dirty="0"/>
                        <a:t>Marico Ltd</a:t>
                      </a:r>
                    </a:p>
                  </a:txBody>
                  <a:tcPr/>
                </a:tc>
                <a:tc>
                  <a:txBody>
                    <a:bodyPr/>
                    <a:lstStyle/>
                    <a:p>
                      <a:r>
                        <a:rPr lang="en-IN" b="0" dirty="0"/>
                        <a:t>1412</a:t>
                      </a:r>
                    </a:p>
                  </a:txBody>
                  <a:tcPr/>
                </a:tc>
                <a:tc>
                  <a:txBody>
                    <a:bodyPr/>
                    <a:lstStyle/>
                    <a:p>
                      <a:r>
                        <a:rPr lang="en-IN" b="0" dirty="0"/>
                        <a:t>1810</a:t>
                      </a:r>
                    </a:p>
                  </a:txBody>
                  <a:tcPr/>
                </a:tc>
                <a:tc>
                  <a:txBody>
                    <a:bodyPr/>
                    <a:lstStyle/>
                    <a:p>
                      <a:r>
                        <a:rPr lang="en-IN" b="1" dirty="0"/>
                        <a:t>0.780</a:t>
                      </a:r>
                    </a:p>
                  </a:txBody>
                  <a:tcPr/>
                </a:tc>
                <a:tc>
                  <a:txBody>
                    <a:bodyPr/>
                    <a:lstStyle/>
                    <a:p>
                      <a:r>
                        <a:rPr lang="en-IN" b="1" dirty="0"/>
                        <a:t>1</a:t>
                      </a:r>
                    </a:p>
                  </a:txBody>
                  <a:tcPr/>
                </a:tc>
                <a:extLst>
                  <a:ext uri="{0D108BD9-81ED-4DB2-BD59-A6C34878D82A}">
                    <a16:rowId xmlns:a16="http://schemas.microsoft.com/office/drawing/2014/main" val="2746652360"/>
                  </a:ext>
                </a:extLst>
              </a:tr>
              <a:tr h="329909">
                <a:tc>
                  <a:txBody>
                    <a:bodyPr/>
                    <a:lstStyle/>
                    <a:p>
                      <a:r>
                        <a:rPr lang="en-IN" b="0" dirty="0"/>
                        <a:t>Dabur India</a:t>
                      </a:r>
                    </a:p>
                  </a:txBody>
                  <a:tcPr/>
                </a:tc>
                <a:tc>
                  <a:txBody>
                    <a:bodyPr/>
                    <a:lstStyle/>
                    <a:p>
                      <a:r>
                        <a:rPr lang="en-IN" b="0" dirty="0"/>
                        <a:t>1190</a:t>
                      </a:r>
                    </a:p>
                  </a:txBody>
                  <a:tcPr/>
                </a:tc>
                <a:tc>
                  <a:txBody>
                    <a:bodyPr/>
                    <a:lstStyle/>
                    <a:p>
                      <a:r>
                        <a:rPr lang="en-IN" b="0" dirty="0"/>
                        <a:t>1544</a:t>
                      </a:r>
                    </a:p>
                  </a:txBody>
                  <a:tcPr/>
                </a:tc>
                <a:tc>
                  <a:txBody>
                    <a:bodyPr/>
                    <a:lstStyle/>
                    <a:p>
                      <a:r>
                        <a:rPr lang="en-IN" b="0" dirty="0"/>
                        <a:t>0.771</a:t>
                      </a:r>
                    </a:p>
                  </a:txBody>
                  <a:tcPr/>
                </a:tc>
                <a:tc>
                  <a:txBody>
                    <a:bodyPr/>
                    <a:lstStyle/>
                    <a:p>
                      <a:r>
                        <a:rPr lang="en-IN" b="0" dirty="0"/>
                        <a:t>2</a:t>
                      </a:r>
                    </a:p>
                  </a:txBody>
                  <a:tcPr/>
                </a:tc>
                <a:extLst>
                  <a:ext uri="{0D108BD9-81ED-4DB2-BD59-A6C34878D82A}">
                    <a16:rowId xmlns:a16="http://schemas.microsoft.com/office/drawing/2014/main" val="1127933414"/>
                  </a:ext>
                </a:extLst>
              </a:tr>
              <a:tr h="3780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t>Vishal Mega Mart</a:t>
                      </a:r>
                    </a:p>
                  </a:txBody>
                  <a:tcPr/>
                </a:tc>
                <a:tc>
                  <a:txBody>
                    <a:bodyPr/>
                    <a:lstStyle/>
                    <a:p>
                      <a:r>
                        <a:rPr lang="en-IN" b="0" dirty="0"/>
                        <a:t>588</a:t>
                      </a:r>
                    </a:p>
                  </a:txBody>
                  <a:tcPr/>
                </a:tc>
                <a:tc>
                  <a:txBody>
                    <a:bodyPr/>
                    <a:lstStyle/>
                    <a:p>
                      <a:r>
                        <a:rPr lang="en-IN" b="0" dirty="0"/>
                        <a:t>790</a:t>
                      </a:r>
                    </a:p>
                  </a:txBody>
                  <a:tcPr/>
                </a:tc>
                <a:tc>
                  <a:txBody>
                    <a:bodyPr/>
                    <a:lstStyle/>
                    <a:p>
                      <a:r>
                        <a:rPr lang="en-IN" b="0" dirty="0"/>
                        <a:t>0.744</a:t>
                      </a:r>
                    </a:p>
                  </a:txBody>
                  <a:tcPr/>
                </a:tc>
                <a:tc>
                  <a:txBody>
                    <a:bodyPr/>
                    <a:lstStyle/>
                    <a:p>
                      <a:r>
                        <a:rPr lang="en-IN" b="0" dirty="0"/>
                        <a:t>3</a:t>
                      </a:r>
                    </a:p>
                  </a:txBody>
                  <a:tcPr/>
                </a:tc>
                <a:extLst>
                  <a:ext uri="{0D108BD9-81ED-4DB2-BD59-A6C34878D82A}">
                    <a16:rowId xmlns:a16="http://schemas.microsoft.com/office/drawing/2014/main" val="4187621447"/>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0" dirty="0"/>
                    </a:p>
                  </a:txBody>
                  <a:tcPr/>
                </a:tc>
                <a:tc>
                  <a:txBody>
                    <a:bodyPr/>
                    <a:lstStyle/>
                    <a:p>
                      <a:endParaRPr lang="en-IN" b="0" dirty="0"/>
                    </a:p>
                  </a:txBody>
                  <a:tcPr/>
                </a:tc>
                <a:tc>
                  <a:txBody>
                    <a:bodyPr/>
                    <a:lstStyle/>
                    <a:p>
                      <a:endParaRPr lang="en-IN" b="0" dirty="0"/>
                    </a:p>
                  </a:txBody>
                  <a:tcPr/>
                </a:tc>
                <a:tc>
                  <a:txBody>
                    <a:bodyPr/>
                    <a:lstStyle/>
                    <a:p>
                      <a:endParaRPr lang="en-IN" b="0" dirty="0"/>
                    </a:p>
                  </a:txBody>
                  <a:tcPr/>
                </a:tc>
                <a:extLst>
                  <a:ext uri="{0D108BD9-81ED-4DB2-BD59-A6C34878D82A}">
                    <a16:rowId xmlns:a16="http://schemas.microsoft.com/office/drawing/2014/main" val="3180963087"/>
                  </a:ext>
                </a:extLst>
              </a:tr>
            </a:tbl>
          </a:graphicData>
        </a:graphic>
      </p:graphicFrame>
    </p:spTree>
    <p:extLst>
      <p:ext uri="{BB962C8B-B14F-4D97-AF65-F5344CB8AC3E}">
        <p14:creationId xmlns:p14="http://schemas.microsoft.com/office/powerpoint/2010/main" val="14704650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8639E-0AB5-4095-9BC1-A93EA9F1AAF4}"/>
              </a:ext>
            </a:extLst>
          </p:cNvPr>
          <p:cNvSpPr>
            <a:spLocks noGrp="1"/>
          </p:cNvSpPr>
          <p:nvPr>
            <p:ph type="title"/>
          </p:nvPr>
        </p:nvSpPr>
        <p:spPr/>
        <p:txBody>
          <a:bodyPr/>
          <a:lstStyle/>
          <a:p>
            <a:pPr algn="ctr"/>
            <a:r>
              <a:rPr lang="en-US" b="1" dirty="0"/>
              <a:t>Asset Turn – FY 2025 </a:t>
            </a:r>
            <a:endParaRPr lang="en-IN" b="1" dirty="0"/>
          </a:p>
        </p:txBody>
      </p:sp>
      <p:graphicFrame>
        <p:nvGraphicFramePr>
          <p:cNvPr id="4" name="Table 4">
            <a:extLst>
              <a:ext uri="{FF2B5EF4-FFF2-40B4-BE49-F238E27FC236}">
                <a16:creationId xmlns:a16="http://schemas.microsoft.com/office/drawing/2014/main" id="{1DD1D885-1721-4522-B6D3-96413C4754B1}"/>
              </a:ext>
            </a:extLst>
          </p:cNvPr>
          <p:cNvGraphicFramePr>
            <a:graphicFrameLocks noGrp="1"/>
          </p:cNvGraphicFramePr>
          <p:nvPr>
            <p:ph idx="1"/>
          </p:nvPr>
        </p:nvGraphicFramePr>
        <p:xfrm>
          <a:off x="838200" y="1851024"/>
          <a:ext cx="8584769" cy="2834640"/>
        </p:xfrm>
        <a:graphic>
          <a:graphicData uri="http://schemas.openxmlformats.org/drawingml/2006/table">
            <a:tbl>
              <a:tblPr firstRow="1" bandRow="1">
                <a:tableStyleId>{F5AB1C69-6EDB-4FF4-983F-18BD219EF322}</a:tableStyleId>
              </a:tblPr>
              <a:tblGrid>
                <a:gridCol w="2189899">
                  <a:extLst>
                    <a:ext uri="{9D8B030D-6E8A-4147-A177-3AD203B41FA5}">
                      <a16:colId xmlns:a16="http://schemas.microsoft.com/office/drawing/2014/main" val="239351581"/>
                    </a:ext>
                  </a:extLst>
                </a:gridCol>
                <a:gridCol w="2189899">
                  <a:extLst>
                    <a:ext uri="{9D8B030D-6E8A-4147-A177-3AD203B41FA5}">
                      <a16:colId xmlns:a16="http://schemas.microsoft.com/office/drawing/2014/main" val="3651509243"/>
                    </a:ext>
                  </a:extLst>
                </a:gridCol>
                <a:gridCol w="2189899">
                  <a:extLst>
                    <a:ext uri="{9D8B030D-6E8A-4147-A177-3AD203B41FA5}">
                      <a16:colId xmlns:a16="http://schemas.microsoft.com/office/drawing/2014/main" val="343889307"/>
                    </a:ext>
                  </a:extLst>
                </a:gridCol>
                <a:gridCol w="1007536">
                  <a:extLst>
                    <a:ext uri="{9D8B030D-6E8A-4147-A177-3AD203B41FA5}">
                      <a16:colId xmlns:a16="http://schemas.microsoft.com/office/drawing/2014/main" val="3173881814"/>
                    </a:ext>
                  </a:extLst>
                </a:gridCol>
                <a:gridCol w="1007536">
                  <a:extLst>
                    <a:ext uri="{9D8B030D-6E8A-4147-A177-3AD203B41FA5}">
                      <a16:colId xmlns:a16="http://schemas.microsoft.com/office/drawing/2014/main" val="269274260"/>
                    </a:ext>
                  </a:extLst>
                </a:gridCol>
              </a:tblGrid>
              <a:tr h="329909">
                <a:tc>
                  <a:txBody>
                    <a:bodyPr/>
                    <a:lstStyle/>
                    <a:p>
                      <a:r>
                        <a:rPr lang="en-US" dirty="0"/>
                        <a:t>Company</a:t>
                      </a:r>
                      <a:endParaRPr lang="en-IN" dirty="0"/>
                    </a:p>
                  </a:txBody>
                  <a:tcPr/>
                </a:tc>
                <a:tc>
                  <a:txBody>
                    <a:bodyPr/>
                    <a:lstStyle/>
                    <a:p>
                      <a:r>
                        <a:rPr lang="en-US" dirty="0"/>
                        <a:t>Net Op.  Revenue </a:t>
                      </a:r>
                      <a:endParaRPr lang="en-IN" dirty="0"/>
                    </a:p>
                  </a:txBody>
                  <a:tcPr/>
                </a:tc>
                <a:tc>
                  <a:txBody>
                    <a:bodyPr/>
                    <a:lstStyle/>
                    <a:p>
                      <a:r>
                        <a:rPr lang="en-US" dirty="0"/>
                        <a:t>Total Assets</a:t>
                      </a:r>
                      <a:endParaRPr lang="en-IN" dirty="0"/>
                    </a:p>
                  </a:txBody>
                  <a:tcPr/>
                </a:tc>
                <a:tc>
                  <a:txBody>
                    <a:bodyPr/>
                    <a:lstStyle/>
                    <a:p>
                      <a:r>
                        <a:rPr lang="en-US" dirty="0"/>
                        <a:t>AT</a:t>
                      </a:r>
                      <a:endParaRPr lang="en-IN" dirty="0"/>
                    </a:p>
                  </a:txBody>
                  <a:tcPr/>
                </a:tc>
                <a:tc>
                  <a:txBody>
                    <a:bodyPr/>
                    <a:lstStyle/>
                    <a:p>
                      <a:r>
                        <a:rPr lang="en-US" dirty="0"/>
                        <a:t> Rank</a:t>
                      </a:r>
                      <a:endParaRPr lang="en-IN" dirty="0"/>
                    </a:p>
                  </a:txBody>
                  <a:tcPr/>
                </a:tc>
                <a:extLst>
                  <a:ext uri="{0D108BD9-81ED-4DB2-BD59-A6C34878D82A}">
                    <a16:rowId xmlns:a16="http://schemas.microsoft.com/office/drawing/2014/main" val="1916009622"/>
                  </a:ext>
                </a:extLst>
              </a:tr>
              <a:tr h="329909">
                <a:tc>
                  <a:txBody>
                    <a:bodyPr/>
                    <a:lstStyle/>
                    <a:p>
                      <a:r>
                        <a:rPr lang="en-IN" b="0" dirty="0"/>
                        <a:t>HUL</a:t>
                      </a:r>
                    </a:p>
                  </a:txBody>
                  <a:tcPr/>
                </a:tc>
                <a:tc>
                  <a:txBody>
                    <a:bodyPr/>
                    <a:lstStyle/>
                    <a:p>
                      <a:r>
                        <a:rPr lang="en-IN" b="0" dirty="0"/>
                        <a:t>62288</a:t>
                      </a:r>
                    </a:p>
                  </a:txBody>
                  <a:tcPr/>
                </a:tc>
                <a:tc>
                  <a:txBody>
                    <a:bodyPr/>
                    <a:lstStyle/>
                    <a:p>
                      <a:r>
                        <a:rPr lang="en-IN" b="0" dirty="0"/>
                        <a:t>60966</a:t>
                      </a:r>
                    </a:p>
                  </a:txBody>
                  <a:tcPr/>
                </a:tc>
                <a:tc>
                  <a:txBody>
                    <a:bodyPr/>
                    <a:lstStyle/>
                    <a:p>
                      <a:r>
                        <a:rPr lang="en-IN" b="0" dirty="0"/>
                        <a:t>1.022</a:t>
                      </a:r>
                    </a:p>
                  </a:txBody>
                  <a:tcPr/>
                </a:tc>
                <a:tc>
                  <a:txBody>
                    <a:bodyPr/>
                    <a:lstStyle/>
                    <a:p>
                      <a:r>
                        <a:rPr lang="en-IN" b="0" dirty="0"/>
                        <a:t>3</a:t>
                      </a:r>
                    </a:p>
                  </a:txBody>
                  <a:tcPr/>
                </a:tc>
                <a:extLst>
                  <a:ext uri="{0D108BD9-81ED-4DB2-BD59-A6C34878D82A}">
                    <a16:rowId xmlns:a16="http://schemas.microsoft.com/office/drawing/2014/main" val="36654119"/>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highlight>
                            <a:srgbClr val="FFFF00"/>
                          </a:highlight>
                          <a:uLnTx/>
                          <a:uFillTx/>
                          <a:latin typeface="+mn-lt"/>
                          <a:ea typeface="+mn-ea"/>
                          <a:cs typeface="+mn-cs"/>
                        </a:rPr>
                        <a:t>Godrej Consumer Products Ltd </a:t>
                      </a:r>
                    </a:p>
                  </a:txBody>
                  <a:tcPr/>
                </a:tc>
                <a:tc>
                  <a:txBody>
                    <a:bodyPr/>
                    <a:lstStyle/>
                    <a:p>
                      <a:r>
                        <a:rPr lang="en-IN" b="0" dirty="0"/>
                        <a:t>14285</a:t>
                      </a:r>
                    </a:p>
                  </a:txBody>
                  <a:tcPr/>
                </a:tc>
                <a:tc>
                  <a:txBody>
                    <a:bodyPr/>
                    <a:lstStyle/>
                    <a:p>
                      <a:r>
                        <a:rPr lang="en-IN" b="0" dirty="0"/>
                        <a:t>19672</a:t>
                      </a:r>
                    </a:p>
                  </a:txBody>
                  <a:tcPr/>
                </a:tc>
                <a:tc>
                  <a:txBody>
                    <a:bodyPr/>
                    <a:lstStyle/>
                    <a:p>
                      <a:r>
                        <a:rPr lang="en-IN" b="0" dirty="0">
                          <a:highlight>
                            <a:srgbClr val="FFFF00"/>
                          </a:highlight>
                        </a:rPr>
                        <a:t>0.726</a:t>
                      </a:r>
                    </a:p>
                  </a:txBody>
                  <a:tcPr/>
                </a:tc>
                <a:tc>
                  <a:txBody>
                    <a:bodyPr/>
                    <a:lstStyle/>
                    <a:p>
                      <a:r>
                        <a:rPr lang="en-IN" b="0" dirty="0">
                          <a:highlight>
                            <a:srgbClr val="FFFF00"/>
                          </a:highlight>
                        </a:rPr>
                        <a:t>5</a:t>
                      </a:r>
                    </a:p>
                  </a:txBody>
                  <a:tcPr/>
                </a:tc>
                <a:extLst>
                  <a:ext uri="{0D108BD9-81ED-4DB2-BD59-A6C34878D82A}">
                    <a16:rowId xmlns:a16="http://schemas.microsoft.com/office/drawing/2014/main" val="412683103"/>
                  </a:ext>
                </a:extLst>
              </a:tr>
              <a:tr h="329909">
                <a:tc>
                  <a:txBody>
                    <a:bodyPr/>
                    <a:lstStyle/>
                    <a:p>
                      <a:r>
                        <a:rPr lang="en-IN" b="1" dirty="0"/>
                        <a:t>Marico Ltd</a:t>
                      </a:r>
                    </a:p>
                  </a:txBody>
                  <a:tcPr/>
                </a:tc>
                <a:tc>
                  <a:txBody>
                    <a:bodyPr/>
                    <a:lstStyle/>
                    <a:p>
                      <a:r>
                        <a:rPr lang="en-IN" b="0" dirty="0"/>
                        <a:t>10733</a:t>
                      </a:r>
                    </a:p>
                  </a:txBody>
                  <a:tcPr/>
                </a:tc>
                <a:tc>
                  <a:txBody>
                    <a:bodyPr/>
                    <a:lstStyle/>
                    <a:p>
                      <a:r>
                        <a:rPr lang="en-IN" b="0" dirty="0"/>
                        <a:t>8338</a:t>
                      </a:r>
                    </a:p>
                  </a:txBody>
                  <a:tcPr/>
                </a:tc>
                <a:tc>
                  <a:txBody>
                    <a:bodyPr/>
                    <a:lstStyle/>
                    <a:p>
                      <a:r>
                        <a:rPr lang="en-IN" b="1" dirty="0"/>
                        <a:t>1.287</a:t>
                      </a:r>
                    </a:p>
                  </a:txBody>
                  <a:tcPr/>
                </a:tc>
                <a:tc>
                  <a:txBody>
                    <a:bodyPr/>
                    <a:lstStyle/>
                    <a:p>
                      <a:r>
                        <a:rPr lang="en-IN" b="1" dirty="0"/>
                        <a:t>1</a:t>
                      </a:r>
                    </a:p>
                  </a:txBody>
                  <a:tcPr/>
                </a:tc>
                <a:extLst>
                  <a:ext uri="{0D108BD9-81ED-4DB2-BD59-A6C34878D82A}">
                    <a16:rowId xmlns:a16="http://schemas.microsoft.com/office/drawing/2014/main" val="2746652360"/>
                  </a:ext>
                </a:extLst>
              </a:tr>
              <a:tr h="329909">
                <a:tc>
                  <a:txBody>
                    <a:bodyPr/>
                    <a:lstStyle/>
                    <a:p>
                      <a:r>
                        <a:rPr lang="en-IN" b="0" dirty="0"/>
                        <a:t>Dabur India</a:t>
                      </a:r>
                    </a:p>
                  </a:txBody>
                  <a:tcPr/>
                </a:tc>
                <a:tc>
                  <a:txBody>
                    <a:bodyPr/>
                    <a:lstStyle/>
                    <a:p>
                      <a:r>
                        <a:rPr lang="en-IN" b="0" dirty="0"/>
                        <a:t>12400</a:t>
                      </a:r>
                    </a:p>
                  </a:txBody>
                  <a:tcPr/>
                </a:tc>
                <a:tc>
                  <a:txBody>
                    <a:bodyPr/>
                    <a:lstStyle/>
                    <a:p>
                      <a:r>
                        <a:rPr lang="en-IN" b="0" dirty="0"/>
                        <a:t>16232</a:t>
                      </a:r>
                    </a:p>
                  </a:txBody>
                  <a:tcPr/>
                </a:tc>
                <a:tc>
                  <a:txBody>
                    <a:bodyPr/>
                    <a:lstStyle/>
                    <a:p>
                      <a:r>
                        <a:rPr lang="en-IN" b="0" dirty="0"/>
                        <a:t>0.764</a:t>
                      </a:r>
                    </a:p>
                  </a:txBody>
                  <a:tcPr/>
                </a:tc>
                <a:tc>
                  <a:txBody>
                    <a:bodyPr/>
                    <a:lstStyle/>
                    <a:p>
                      <a:r>
                        <a:rPr lang="en-IN" b="0" dirty="0"/>
                        <a:t>4</a:t>
                      </a:r>
                    </a:p>
                  </a:txBody>
                  <a:tcPr/>
                </a:tc>
                <a:extLst>
                  <a:ext uri="{0D108BD9-81ED-4DB2-BD59-A6C34878D82A}">
                    <a16:rowId xmlns:a16="http://schemas.microsoft.com/office/drawing/2014/main" val="1127933414"/>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t>Vishal Mega Mart</a:t>
                      </a:r>
                    </a:p>
                  </a:txBody>
                  <a:tcPr/>
                </a:tc>
                <a:tc>
                  <a:txBody>
                    <a:bodyPr/>
                    <a:lstStyle/>
                    <a:p>
                      <a:r>
                        <a:rPr lang="en-IN" b="0" dirty="0"/>
                        <a:t>10716</a:t>
                      </a:r>
                    </a:p>
                  </a:txBody>
                  <a:tcPr/>
                </a:tc>
                <a:tc>
                  <a:txBody>
                    <a:bodyPr/>
                    <a:lstStyle/>
                    <a:p>
                      <a:r>
                        <a:rPr lang="en-IN" b="0" dirty="0"/>
                        <a:t>9993</a:t>
                      </a:r>
                    </a:p>
                  </a:txBody>
                  <a:tcPr/>
                </a:tc>
                <a:tc>
                  <a:txBody>
                    <a:bodyPr/>
                    <a:lstStyle/>
                    <a:p>
                      <a:r>
                        <a:rPr lang="en-IN" b="0" dirty="0"/>
                        <a:t>1.072</a:t>
                      </a:r>
                    </a:p>
                  </a:txBody>
                  <a:tcPr/>
                </a:tc>
                <a:tc>
                  <a:txBody>
                    <a:bodyPr/>
                    <a:lstStyle/>
                    <a:p>
                      <a:r>
                        <a:rPr lang="en-IN" b="0" dirty="0"/>
                        <a:t>2</a:t>
                      </a:r>
                    </a:p>
                  </a:txBody>
                  <a:tcPr/>
                </a:tc>
                <a:extLst>
                  <a:ext uri="{0D108BD9-81ED-4DB2-BD59-A6C34878D82A}">
                    <a16:rowId xmlns:a16="http://schemas.microsoft.com/office/drawing/2014/main" val="4187621447"/>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180963087"/>
                  </a:ext>
                </a:extLst>
              </a:tr>
            </a:tbl>
          </a:graphicData>
        </a:graphic>
      </p:graphicFrame>
    </p:spTree>
    <p:extLst>
      <p:ext uri="{BB962C8B-B14F-4D97-AF65-F5344CB8AC3E}">
        <p14:creationId xmlns:p14="http://schemas.microsoft.com/office/powerpoint/2010/main" val="102404583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8639E-0AB5-4095-9BC1-A93EA9F1AAF4}"/>
              </a:ext>
            </a:extLst>
          </p:cNvPr>
          <p:cNvSpPr>
            <a:spLocks noGrp="1"/>
          </p:cNvSpPr>
          <p:nvPr>
            <p:ph type="title"/>
          </p:nvPr>
        </p:nvSpPr>
        <p:spPr/>
        <p:txBody>
          <a:bodyPr/>
          <a:lstStyle/>
          <a:p>
            <a:pPr algn="ctr"/>
            <a:r>
              <a:rPr lang="en-US" b="1" dirty="0"/>
              <a:t>Equity Multiplier – FY 2025 </a:t>
            </a:r>
            <a:endParaRPr lang="en-IN" b="1" dirty="0"/>
          </a:p>
        </p:txBody>
      </p:sp>
      <p:graphicFrame>
        <p:nvGraphicFramePr>
          <p:cNvPr id="4" name="Table 4">
            <a:extLst>
              <a:ext uri="{FF2B5EF4-FFF2-40B4-BE49-F238E27FC236}">
                <a16:creationId xmlns:a16="http://schemas.microsoft.com/office/drawing/2014/main" id="{1DD1D885-1721-4522-B6D3-96413C4754B1}"/>
              </a:ext>
            </a:extLst>
          </p:cNvPr>
          <p:cNvGraphicFramePr>
            <a:graphicFrameLocks noGrp="1"/>
          </p:cNvGraphicFramePr>
          <p:nvPr>
            <p:ph idx="1"/>
          </p:nvPr>
        </p:nvGraphicFramePr>
        <p:xfrm>
          <a:off x="838200" y="1851024"/>
          <a:ext cx="8584769" cy="2834640"/>
        </p:xfrm>
        <a:graphic>
          <a:graphicData uri="http://schemas.openxmlformats.org/drawingml/2006/table">
            <a:tbl>
              <a:tblPr firstRow="1" bandRow="1">
                <a:tableStyleId>{00A15C55-8517-42AA-B614-E9B94910E393}</a:tableStyleId>
              </a:tblPr>
              <a:tblGrid>
                <a:gridCol w="2189899">
                  <a:extLst>
                    <a:ext uri="{9D8B030D-6E8A-4147-A177-3AD203B41FA5}">
                      <a16:colId xmlns:a16="http://schemas.microsoft.com/office/drawing/2014/main" val="239351581"/>
                    </a:ext>
                  </a:extLst>
                </a:gridCol>
                <a:gridCol w="2189899">
                  <a:extLst>
                    <a:ext uri="{9D8B030D-6E8A-4147-A177-3AD203B41FA5}">
                      <a16:colId xmlns:a16="http://schemas.microsoft.com/office/drawing/2014/main" val="3651509243"/>
                    </a:ext>
                  </a:extLst>
                </a:gridCol>
                <a:gridCol w="2189899">
                  <a:extLst>
                    <a:ext uri="{9D8B030D-6E8A-4147-A177-3AD203B41FA5}">
                      <a16:colId xmlns:a16="http://schemas.microsoft.com/office/drawing/2014/main" val="343889307"/>
                    </a:ext>
                  </a:extLst>
                </a:gridCol>
                <a:gridCol w="1007536">
                  <a:extLst>
                    <a:ext uri="{9D8B030D-6E8A-4147-A177-3AD203B41FA5}">
                      <a16:colId xmlns:a16="http://schemas.microsoft.com/office/drawing/2014/main" val="3173881814"/>
                    </a:ext>
                  </a:extLst>
                </a:gridCol>
                <a:gridCol w="1007536">
                  <a:extLst>
                    <a:ext uri="{9D8B030D-6E8A-4147-A177-3AD203B41FA5}">
                      <a16:colId xmlns:a16="http://schemas.microsoft.com/office/drawing/2014/main" val="269274260"/>
                    </a:ext>
                  </a:extLst>
                </a:gridCol>
              </a:tblGrid>
              <a:tr h="329909">
                <a:tc>
                  <a:txBody>
                    <a:bodyPr/>
                    <a:lstStyle/>
                    <a:p>
                      <a:r>
                        <a:rPr lang="en-US" dirty="0"/>
                        <a:t>Company</a:t>
                      </a:r>
                      <a:endParaRPr lang="en-IN" dirty="0"/>
                    </a:p>
                  </a:txBody>
                  <a:tcPr/>
                </a:tc>
                <a:tc>
                  <a:txBody>
                    <a:bodyPr/>
                    <a:lstStyle/>
                    <a:p>
                      <a:r>
                        <a:rPr lang="en-US" dirty="0"/>
                        <a:t>Total Assets</a:t>
                      </a:r>
                      <a:endParaRPr lang="en-IN" dirty="0"/>
                    </a:p>
                  </a:txBody>
                  <a:tcPr/>
                </a:tc>
                <a:tc>
                  <a:txBody>
                    <a:bodyPr/>
                    <a:lstStyle/>
                    <a:p>
                      <a:r>
                        <a:rPr lang="en-US" dirty="0"/>
                        <a:t>Owners Equity</a:t>
                      </a:r>
                      <a:endParaRPr lang="en-IN" dirty="0"/>
                    </a:p>
                  </a:txBody>
                  <a:tcPr/>
                </a:tc>
                <a:tc>
                  <a:txBody>
                    <a:bodyPr/>
                    <a:lstStyle/>
                    <a:p>
                      <a:r>
                        <a:rPr lang="en-US" dirty="0"/>
                        <a:t>EM</a:t>
                      </a:r>
                      <a:endParaRPr lang="en-IN" dirty="0"/>
                    </a:p>
                  </a:txBody>
                  <a:tcPr/>
                </a:tc>
                <a:tc>
                  <a:txBody>
                    <a:bodyPr/>
                    <a:lstStyle/>
                    <a:p>
                      <a:r>
                        <a:rPr lang="en-US" dirty="0"/>
                        <a:t> Rank</a:t>
                      </a:r>
                      <a:endParaRPr lang="en-IN" dirty="0"/>
                    </a:p>
                  </a:txBody>
                  <a:tcPr/>
                </a:tc>
                <a:extLst>
                  <a:ext uri="{0D108BD9-81ED-4DB2-BD59-A6C34878D82A}">
                    <a16:rowId xmlns:a16="http://schemas.microsoft.com/office/drawing/2014/main" val="1916009622"/>
                  </a:ext>
                </a:extLst>
              </a:tr>
              <a:tr h="329909">
                <a:tc>
                  <a:txBody>
                    <a:bodyPr/>
                    <a:lstStyle/>
                    <a:p>
                      <a:r>
                        <a:rPr lang="en-IN" b="0" dirty="0">
                          <a:highlight>
                            <a:srgbClr val="FFFF00"/>
                          </a:highlight>
                        </a:rPr>
                        <a:t>HUL</a:t>
                      </a:r>
                    </a:p>
                  </a:txBody>
                  <a:tcPr/>
                </a:tc>
                <a:tc>
                  <a:txBody>
                    <a:bodyPr/>
                    <a:lstStyle/>
                    <a:p>
                      <a:r>
                        <a:rPr lang="en-IN" b="0" dirty="0"/>
                        <a:t>60966</a:t>
                      </a:r>
                    </a:p>
                  </a:txBody>
                  <a:tcPr/>
                </a:tc>
                <a:tc>
                  <a:txBody>
                    <a:bodyPr/>
                    <a:lstStyle/>
                    <a:p>
                      <a:r>
                        <a:rPr lang="en-IN" b="0" dirty="0"/>
                        <a:t>49609</a:t>
                      </a:r>
                    </a:p>
                  </a:txBody>
                  <a:tcPr/>
                </a:tc>
                <a:tc>
                  <a:txBody>
                    <a:bodyPr/>
                    <a:lstStyle/>
                    <a:p>
                      <a:r>
                        <a:rPr lang="en-IN" b="0" dirty="0">
                          <a:highlight>
                            <a:srgbClr val="FFFF00"/>
                          </a:highlight>
                        </a:rPr>
                        <a:t>1.229</a:t>
                      </a:r>
                    </a:p>
                  </a:txBody>
                  <a:tcPr/>
                </a:tc>
                <a:tc>
                  <a:txBody>
                    <a:bodyPr/>
                    <a:lstStyle/>
                    <a:p>
                      <a:r>
                        <a:rPr lang="en-IN" b="0" dirty="0">
                          <a:highlight>
                            <a:srgbClr val="FFFF00"/>
                          </a:highlight>
                        </a:rPr>
                        <a:t>5</a:t>
                      </a:r>
                    </a:p>
                  </a:txBody>
                  <a:tcPr/>
                </a:tc>
                <a:extLst>
                  <a:ext uri="{0D108BD9-81ED-4DB2-BD59-A6C34878D82A}">
                    <a16:rowId xmlns:a16="http://schemas.microsoft.com/office/drawing/2014/main" val="36654119"/>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Godrej Consumer Products Ltd </a:t>
                      </a:r>
                    </a:p>
                  </a:txBody>
                  <a:tcPr/>
                </a:tc>
                <a:tc>
                  <a:txBody>
                    <a:bodyPr/>
                    <a:lstStyle/>
                    <a:p>
                      <a:r>
                        <a:rPr lang="en-IN" b="0" dirty="0"/>
                        <a:t>19672</a:t>
                      </a:r>
                    </a:p>
                  </a:txBody>
                  <a:tcPr/>
                </a:tc>
                <a:tc>
                  <a:txBody>
                    <a:bodyPr/>
                    <a:lstStyle/>
                    <a:p>
                      <a:r>
                        <a:rPr lang="en-IN" b="0" dirty="0"/>
                        <a:t>12004</a:t>
                      </a:r>
                    </a:p>
                  </a:txBody>
                  <a:tcPr/>
                </a:tc>
                <a:tc>
                  <a:txBody>
                    <a:bodyPr/>
                    <a:lstStyle/>
                    <a:p>
                      <a:r>
                        <a:rPr lang="en-IN" b="0" dirty="0"/>
                        <a:t>1.639</a:t>
                      </a:r>
                    </a:p>
                  </a:txBody>
                  <a:tcPr/>
                </a:tc>
                <a:tc>
                  <a:txBody>
                    <a:bodyPr/>
                    <a:lstStyle/>
                    <a:p>
                      <a:r>
                        <a:rPr lang="en-IN" b="0" dirty="0"/>
                        <a:t>2</a:t>
                      </a:r>
                    </a:p>
                  </a:txBody>
                  <a:tcPr/>
                </a:tc>
                <a:extLst>
                  <a:ext uri="{0D108BD9-81ED-4DB2-BD59-A6C34878D82A}">
                    <a16:rowId xmlns:a16="http://schemas.microsoft.com/office/drawing/2014/main" val="2970042705"/>
                  </a:ext>
                </a:extLst>
              </a:tr>
              <a:tr h="329909">
                <a:tc>
                  <a:txBody>
                    <a:bodyPr/>
                    <a:lstStyle/>
                    <a:p>
                      <a:r>
                        <a:rPr lang="en-IN" b="1" dirty="0"/>
                        <a:t>Marico Ltd</a:t>
                      </a:r>
                    </a:p>
                  </a:txBody>
                  <a:tcPr/>
                </a:tc>
                <a:tc>
                  <a:txBody>
                    <a:bodyPr/>
                    <a:lstStyle/>
                    <a:p>
                      <a:r>
                        <a:rPr lang="en-IN" b="0" dirty="0"/>
                        <a:t>8338</a:t>
                      </a:r>
                    </a:p>
                  </a:txBody>
                  <a:tcPr/>
                </a:tc>
                <a:tc>
                  <a:txBody>
                    <a:bodyPr/>
                    <a:lstStyle/>
                    <a:p>
                      <a:r>
                        <a:rPr lang="en-IN" b="0" dirty="0"/>
                        <a:t>4265</a:t>
                      </a:r>
                    </a:p>
                  </a:txBody>
                  <a:tcPr/>
                </a:tc>
                <a:tc>
                  <a:txBody>
                    <a:bodyPr/>
                    <a:lstStyle/>
                    <a:p>
                      <a:r>
                        <a:rPr lang="en-IN" b="1" dirty="0"/>
                        <a:t>1.955</a:t>
                      </a:r>
                    </a:p>
                  </a:txBody>
                  <a:tcPr/>
                </a:tc>
                <a:tc>
                  <a:txBody>
                    <a:bodyPr/>
                    <a:lstStyle/>
                    <a:p>
                      <a:r>
                        <a:rPr lang="en-IN" b="1" dirty="0"/>
                        <a:t>1</a:t>
                      </a:r>
                    </a:p>
                  </a:txBody>
                  <a:tcPr/>
                </a:tc>
                <a:extLst>
                  <a:ext uri="{0D108BD9-81ED-4DB2-BD59-A6C34878D82A}">
                    <a16:rowId xmlns:a16="http://schemas.microsoft.com/office/drawing/2014/main" val="2746652360"/>
                  </a:ext>
                </a:extLst>
              </a:tr>
              <a:tr h="329909">
                <a:tc>
                  <a:txBody>
                    <a:bodyPr/>
                    <a:lstStyle/>
                    <a:p>
                      <a:r>
                        <a:rPr lang="en-IN" b="0" dirty="0"/>
                        <a:t>Dabur India</a:t>
                      </a:r>
                    </a:p>
                  </a:txBody>
                  <a:tcPr/>
                </a:tc>
                <a:tc>
                  <a:txBody>
                    <a:bodyPr/>
                    <a:lstStyle/>
                    <a:p>
                      <a:r>
                        <a:rPr lang="en-IN" b="0" dirty="0"/>
                        <a:t>16232</a:t>
                      </a:r>
                    </a:p>
                  </a:txBody>
                  <a:tcPr/>
                </a:tc>
                <a:tc>
                  <a:txBody>
                    <a:bodyPr/>
                    <a:lstStyle/>
                    <a:p>
                      <a:r>
                        <a:rPr lang="en-IN" b="0" dirty="0"/>
                        <a:t>11211</a:t>
                      </a:r>
                    </a:p>
                  </a:txBody>
                  <a:tcPr/>
                </a:tc>
                <a:tc>
                  <a:txBody>
                    <a:bodyPr/>
                    <a:lstStyle/>
                    <a:p>
                      <a:r>
                        <a:rPr lang="en-IN" b="0" dirty="0"/>
                        <a:t>1.448</a:t>
                      </a:r>
                    </a:p>
                  </a:txBody>
                  <a:tcPr/>
                </a:tc>
                <a:tc>
                  <a:txBody>
                    <a:bodyPr/>
                    <a:lstStyle/>
                    <a:p>
                      <a:r>
                        <a:rPr lang="en-IN" b="0" dirty="0"/>
                        <a:t>4</a:t>
                      </a:r>
                    </a:p>
                  </a:txBody>
                  <a:tcPr/>
                </a:tc>
                <a:extLst>
                  <a:ext uri="{0D108BD9-81ED-4DB2-BD59-A6C34878D82A}">
                    <a16:rowId xmlns:a16="http://schemas.microsoft.com/office/drawing/2014/main" val="1127933414"/>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t>Vishal Mega Mart</a:t>
                      </a:r>
                    </a:p>
                  </a:txBody>
                  <a:tcPr/>
                </a:tc>
                <a:tc>
                  <a:txBody>
                    <a:bodyPr/>
                    <a:lstStyle/>
                    <a:p>
                      <a:r>
                        <a:rPr lang="en-IN" b="0" dirty="0"/>
                        <a:t>9993</a:t>
                      </a:r>
                    </a:p>
                  </a:txBody>
                  <a:tcPr/>
                </a:tc>
                <a:tc>
                  <a:txBody>
                    <a:bodyPr/>
                    <a:lstStyle/>
                    <a:p>
                      <a:r>
                        <a:rPr lang="en-IN" b="0" dirty="0"/>
                        <a:t>6401</a:t>
                      </a:r>
                    </a:p>
                  </a:txBody>
                  <a:tcPr/>
                </a:tc>
                <a:tc>
                  <a:txBody>
                    <a:bodyPr/>
                    <a:lstStyle/>
                    <a:p>
                      <a:r>
                        <a:rPr lang="en-IN" b="0" dirty="0"/>
                        <a:t>1.561</a:t>
                      </a:r>
                    </a:p>
                  </a:txBody>
                  <a:tcPr/>
                </a:tc>
                <a:tc>
                  <a:txBody>
                    <a:bodyPr/>
                    <a:lstStyle/>
                    <a:p>
                      <a:r>
                        <a:rPr lang="en-IN" b="0" dirty="0"/>
                        <a:t>3</a:t>
                      </a:r>
                    </a:p>
                  </a:txBody>
                  <a:tcPr/>
                </a:tc>
                <a:extLst>
                  <a:ext uri="{0D108BD9-81ED-4DB2-BD59-A6C34878D82A}">
                    <a16:rowId xmlns:a16="http://schemas.microsoft.com/office/drawing/2014/main" val="4187621447"/>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180963087"/>
                  </a:ext>
                </a:extLst>
              </a:tr>
            </a:tbl>
          </a:graphicData>
        </a:graphic>
      </p:graphicFrame>
    </p:spTree>
    <p:extLst>
      <p:ext uri="{BB962C8B-B14F-4D97-AF65-F5344CB8AC3E}">
        <p14:creationId xmlns:p14="http://schemas.microsoft.com/office/powerpoint/2010/main" val="402618559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1D176-E4E5-4DF6-ABA7-5507A71D2C23}"/>
              </a:ext>
            </a:extLst>
          </p:cNvPr>
          <p:cNvSpPr>
            <a:spLocks noGrp="1"/>
          </p:cNvSpPr>
          <p:nvPr>
            <p:ph type="title"/>
          </p:nvPr>
        </p:nvSpPr>
        <p:spPr/>
        <p:txBody>
          <a:bodyPr/>
          <a:lstStyle/>
          <a:p>
            <a:pPr algn="ctr"/>
            <a:r>
              <a:rPr lang="en-US" dirty="0"/>
              <a:t> H</a:t>
            </a:r>
            <a:r>
              <a:rPr lang="en-US" b="1" dirty="0"/>
              <a:t>UL’s Profitability Score </a:t>
            </a:r>
            <a:endParaRPr lang="en-IN" b="1" dirty="0"/>
          </a:p>
        </p:txBody>
      </p:sp>
      <p:graphicFrame>
        <p:nvGraphicFramePr>
          <p:cNvPr id="4" name="Table 4">
            <a:extLst>
              <a:ext uri="{FF2B5EF4-FFF2-40B4-BE49-F238E27FC236}">
                <a16:creationId xmlns:a16="http://schemas.microsoft.com/office/drawing/2014/main" id="{DDD24054-0404-42B1-81DF-0D3D785498A2}"/>
              </a:ext>
            </a:extLst>
          </p:cNvPr>
          <p:cNvGraphicFramePr>
            <a:graphicFrameLocks noGrp="1"/>
          </p:cNvGraphicFramePr>
          <p:nvPr>
            <p:ph idx="1"/>
          </p:nvPr>
        </p:nvGraphicFramePr>
        <p:xfrm>
          <a:off x="838200" y="1825625"/>
          <a:ext cx="10515600" cy="3876040"/>
        </p:xfrm>
        <a:graphic>
          <a:graphicData uri="http://schemas.openxmlformats.org/drawingml/2006/table">
            <a:tbl>
              <a:tblPr firstRow="1" bandRow="1">
                <a:tableStyleId>{93296810-A885-4BE3-A3E7-6D5BEEA58F35}</a:tableStyleId>
              </a:tblPr>
              <a:tblGrid>
                <a:gridCol w="2103120">
                  <a:extLst>
                    <a:ext uri="{9D8B030D-6E8A-4147-A177-3AD203B41FA5}">
                      <a16:colId xmlns:a16="http://schemas.microsoft.com/office/drawing/2014/main" val="730253726"/>
                    </a:ext>
                  </a:extLst>
                </a:gridCol>
                <a:gridCol w="2103120">
                  <a:extLst>
                    <a:ext uri="{9D8B030D-6E8A-4147-A177-3AD203B41FA5}">
                      <a16:colId xmlns:a16="http://schemas.microsoft.com/office/drawing/2014/main" val="3556026524"/>
                    </a:ext>
                  </a:extLst>
                </a:gridCol>
                <a:gridCol w="2103120">
                  <a:extLst>
                    <a:ext uri="{9D8B030D-6E8A-4147-A177-3AD203B41FA5}">
                      <a16:colId xmlns:a16="http://schemas.microsoft.com/office/drawing/2014/main" val="1753115374"/>
                    </a:ext>
                  </a:extLst>
                </a:gridCol>
                <a:gridCol w="2103120">
                  <a:extLst>
                    <a:ext uri="{9D8B030D-6E8A-4147-A177-3AD203B41FA5}">
                      <a16:colId xmlns:a16="http://schemas.microsoft.com/office/drawing/2014/main" val="1032577184"/>
                    </a:ext>
                  </a:extLst>
                </a:gridCol>
                <a:gridCol w="2103120">
                  <a:extLst>
                    <a:ext uri="{9D8B030D-6E8A-4147-A177-3AD203B41FA5}">
                      <a16:colId xmlns:a16="http://schemas.microsoft.com/office/drawing/2014/main" val="3554605437"/>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3659592122"/>
                  </a:ext>
                </a:extLst>
              </a:tr>
              <a:tr h="370840">
                <a:tc>
                  <a:txBody>
                    <a:bodyPr/>
                    <a:lstStyle/>
                    <a:p>
                      <a:r>
                        <a:rPr lang="en-US" dirty="0"/>
                        <a:t>1. GP Margin</a:t>
                      </a:r>
                    </a:p>
                  </a:txBody>
                  <a:tcPr/>
                </a:tc>
                <a:tc>
                  <a:txBody>
                    <a:bodyPr/>
                    <a:lstStyle/>
                    <a:p>
                      <a:r>
                        <a:rPr lang="en-IN" dirty="0"/>
                        <a:t>2</a:t>
                      </a:r>
                    </a:p>
                  </a:txBody>
                  <a:tcPr/>
                </a:tc>
                <a:tc>
                  <a:txBody>
                    <a:bodyPr/>
                    <a:lstStyle/>
                    <a:p>
                      <a:r>
                        <a:rPr lang="en-IN" dirty="0"/>
                        <a:t>4</a:t>
                      </a:r>
                    </a:p>
                  </a:txBody>
                  <a:tcPr/>
                </a:tc>
                <a:tc>
                  <a:txBody>
                    <a:bodyPr/>
                    <a:lstStyle/>
                    <a:p>
                      <a:r>
                        <a:rPr lang="en-US" dirty="0"/>
                        <a:t>0.1428</a:t>
                      </a:r>
                      <a:endParaRPr lang="en-IN" dirty="0"/>
                    </a:p>
                  </a:txBody>
                  <a:tcPr/>
                </a:tc>
                <a:tc>
                  <a:txBody>
                    <a:bodyPr/>
                    <a:lstStyle/>
                    <a:p>
                      <a:r>
                        <a:rPr lang="en-IN" dirty="0"/>
                        <a:t>0.5712</a:t>
                      </a:r>
                    </a:p>
                  </a:txBody>
                  <a:tcPr/>
                </a:tc>
                <a:extLst>
                  <a:ext uri="{0D108BD9-81ED-4DB2-BD59-A6C34878D82A}">
                    <a16:rowId xmlns:a16="http://schemas.microsoft.com/office/drawing/2014/main" val="2662406923"/>
                  </a:ext>
                </a:extLst>
              </a:tr>
              <a:tr h="370840">
                <a:tc>
                  <a:txBody>
                    <a:bodyPr/>
                    <a:lstStyle/>
                    <a:p>
                      <a:r>
                        <a:rPr lang="en-US" dirty="0"/>
                        <a:t>2. SGA Advantage</a:t>
                      </a:r>
                      <a:endParaRPr lang="en-IN" dirty="0"/>
                    </a:p>
                  </a:txBody>
                  <a:tcPr/>
                </a:tc>
                <a:tc>
                  <a:txBody>
                    <a:bodyPr/>
                    <a:lstStyle/>
                    <a:p>
                      <a:r>
                        <a:rPr lang="en-IN" dirty="0"/>
                        <a:t>2</a:t>
                      </a:r>
                    </a:p>
                  </a:txBody>
                  <a:tcPr/>
                </a:tc>
                <a:tc>
                  <a:txBody>
                    <a:bodyPr/>
                    <a:lstStyle/>
                    <a:p>
                      <a:r>
                        <a:rPr lang="en-IN"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0.5712</a:t>
                      </a:r>
                    </a:p>
                  </a:txBody>
                  <a:tcPr/>
                </a:tc>
                <a:extLst>
                  <a:ext uri="{0D108BD9-81ED-4DB2-BD59-A6C34878D82A}">
                    <a16:rowId xmlns:a16="http://schemas.microsoft.com/office/drawing/2014/main" val="1691927584"/>
                  </a:ext>
                </a:extLst>
              </a:tr>
              <a:tr h="370840">
                <a:tc>
                  <a:txBody>
                    <a:bodyPr/>
                    <a:lstStyle/>
                    <a:p>
                      <a:r>
                        <a:rPr lang="en-US" dirty="0"/>
                        <a:t>3. D&amp;A Advantage</a:t>
                      </a:r>
                      <a:endParaRPr lang="en-IN" dirty="0"/>
                    </a:p>
                  </a:txBody>
                  <a:tcPr/>
                </a:tc>
                <a:tc>
                  <a:txBody>
                    <a:bodyPr/>
                    <a:lstStyle/>
                    <a:p>
                      <a:r>
                        <a:rPr lang="en-IN" dirty="0"/>
                        <a:t>3</a:t>
                      </a:r>
                    </a:p>
                  </a:txBody>
                  <a:tcPr/>
                </a:tc>
                <a:tc>
                  <a:txBody>
                    <a:bodyPr/>
                    <a:lstStyle/>
                    <a:p>
                      <a:r>
                        <a:rPr lang="en-IN"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0.4284</a:t>
                      </a:r>
                    </a:p>
                  </a:txBody>
                  <a:tcPr/>
                </a:tc>
                <a:extLst>
                  <a:ext uri="{0D108BD9-81ED-4DB2-BD59-A6C34878D82A}">
                    <a16:rowId xmlns:a16="http://schemas.microsoft.com/office/drawing/2014/main" val="2509233707"/>
                  </a:ext>
                </a:extLst>
              </a:tr>
              <a:tr h="370840">
                <a:tc>
                  <a:txBody>
                    <a:bodyPr/>
                    <a:lstStyle/>
                    <a:p>
                      <a:r>
                        <a:rPr lang="en-US" dirty="0"/>
                        <a:t>4. Interest Advantage</a:t>
                      </a:r>
                      <a:endParaRPr lang="en-IN" dirty="0"/>
                    </a:p>
                  </a:txBody>
                  <a:tcPr/>
                </a:tc>
                <a:tc>
                  <a:txBody>
                    <a:bodyPr/>
                    <a:lstStyle/>
                    <a:p>
                      <a:r>
                        <a:rPr lang="en-IN" dirty="0"/>
                        <a:t>2</a:t>
                      </a:r>
                    </a:p>
                  </a:txBody>
                  <a:tcPr/>
                </a:tc>
                <a:tc>
                  <a:txBody>
                    <a:bodyPr/>
                    <a:lstStyle/>
                    <a:p>
                      <a:r>
                        <a:rPr lang="en-IN"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0.5712</a:t>
                      </a:r>
                    </a:p>
                  </a:txBody>
                  <a:tcPr/>
                </a:tc>
                <a:extLst>
                  <a:ext uri="{0D108BD9-81ED-4DB2-BD59-A6C34878D82A}">
                    <a16:rowId xmlns:a16="http://schemas.microsoft.com/office/drawing/2014/main" val="3653880822"/>
                  </a:ext>
                </a:extLst>
              </a:tr>
              <a:tr h="370840">
                <a:tc>
                  <a:txBody>
                    <a:bodyPr/>
                    <a:lstStyle/>
                    <a:p>
                      <a:r>
                        <a:rPr lang="en-US" dirty="0"/>
                        <a:t>5. Tax Advantage</a:t>
                      </a:r>
                      <a:endParaRPr lang="en-IN" dirty="0"/>
                    </a:p>
                  </a:txBody>
                  <a:tcPr/>
                </a:tc>
                <a:tc>
                  <a:txBody>
                    <a:bodyPr/>
                    <a:lstStyle/>
                    <a:p>
                      <a:r>
                        <a:rPr lang="en-IN" dirty="0"/>
                        <a:t>4</a:t>
                      </a:r>
                    </a:p>
                  </a:txBody>
                  <a:tcPr/>
                </a:tc>
                <a:tc>
                  <a:txBody>
                    <a:bodyPr/>
                    <a:lstStyle/>
                    <a:p>
                      <a:r>
                        <a:rPr lang="en-IN"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0.2856</a:t>
                      </a:r>
                    </a:p>
                  </a:txBody>
                  <a:tcPr/>
                </a:tc>
                <a:extLst>
                  <a:ext uri="{0D108BD9-81ED-4DB2-BD59-A6C34878D82A}">
                    <a16:rowId xmlns:a16="http://schemas.microsoft.com/office/drawing/2014/main" val="4217341411"/>
                  </a:ext>
                </a:extLst>
              </a:tr>
              <a:tr h="370840">
                <a:tc>
                  <a:txBody>
                    <a:bodyPr/>
                    <a:lstStyle/>
                    <a:p>
                      <a:r>
                        <a:rPr lang="en-US" dirty="0"/>
                        <a:t>6 . Asset Turn</a:t>
                      </a:r>
                      <a:endParaRPr lang="en-IN" dirty="0"/>
                    </a:p>
                  </a:txBody>
                  <a:tcPr/>
                </a:tc>
                <a:tc>
                  <a:txBody>
                    <a:bodyPr/>
                    <a:lstStyle/>
                    <a:p>
                      <a:r>
                        <a:rPr lang="en-IN" dirty="0"/>
                        <a:t>3</a:t>
                      </a:r>
                    </a:p>
                  </a:txBody>
                  <a:tcPr/>
                </a:tc>
                <a:tc>
                  <a:txBody>
                    <a:bodyPr/>
                    <a:lstStyle/>
                    <a:p>
                      <a:r>
                        <a:rPr lang="en-IN"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0.4284</a:t>
                      </a:r>
                    </a:p>
                  </a:txBody>
                  <a:tcPr/>
                </a:tc>
                <a:extLst>
                  <a:ext uri="{0D108BD9-81ED-4DB2-BD59-A6C34878D82A}">
                    <a16:rowId xmlns:a16="http://schemas.microsoft.com/office/drawing/2014/main" val="3228135955"/>
                  </a:ext>
                </a:extLst>
              </a:tr>
              <a:tr h="370840">
                <a:tc>
                  <a:txBody>
                    <a:bodyPr/>
                    <a:lstStyle/>
                    <a:p>
                      <a:r>
                        <a:rPr lang="en-US" dirty="0"/>
                        <a:t>7.  Equity Multiplier </a:t>
                      </a:r>
                      <a:endParaRPr lang="en-IN" dirty="0"/>
                    </a:p>
                  </a:txBody>
                  <a:tcPr/>
                </a:tc>
                <a:tc>
                  <a:txBody>
                    <a:bodyPr/>
                    <a:lstStyle/>
                    <a:p>
                      <a:r>
                        <a:rPr lang="en-IN" dirty="0"/>
                        <a:t>5</a:t>
                      </a:r>
                    </a:p>
                  </a:txBody>
                  <a:tcPr/>
                </a:tc>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0.1428</a:t>
                      </a:r>
                    </a:p>
                  </a:txBody>
                  <a:tcPr/>
                </a:tc>
                <a:extLst>
                  <a:ext uri="{0D108BD9-81ED-4DB2-BD59-A6C34878D82A}">
                    <a16:rowId xmlns:a16="http://schemas.microsoft.com/office/drawing/2014/main" val="2040208426"/>
                  </a:ext>
                </a:extLst>
              </a:tr>
              <a:tr h="370840">
                <a:tc>
                  <a:txBody>
                    <a:bodyPr/>
                    <a:lstStyle/>
                    <a:p>
                      <a:r>
                        <a:rPr lang="en-US" b="1" dirty="0"/>
                        <a:t>Total Weighted Score</a:t>
                      </a:r>
                      <a:endParaRPr lang="en-IN" b="1" dirty="0"/>
                    </a:p>
                  </a:txBody>
                  <a:tcPr/>
                </a:tc>
                <a:tc>
                  <a:txBody>
                    <a:bodyPr/>
                    <a:lstStyle/>
                    <a:p>
                      <a:endParaRPr lang="en-IN" dirty="0"/>
                    </a:p>
                  </a:txBody>
                  <a:tcPr/>
                </a:tc>
                <a:tc>
                  <a:txBody>
                    <a:bodyPr/>
                    <a:lstStyle/>
                    <a:p>
                      <a:endParaRPr lang="en-IN" dirty="0"/>
                    </a:p>
                  </a:txBody>
                  <a:tcPr/>
                </a:tc>
                <a:tc>
                  <a:txBody>
                    <a:bodyPr/>
                    <a:lstStyle/>
                    <a:p>
                      <a:endParaRPr lang="en-IN"/>
                    </a:p>
                  </a:txBody>
                  <a:tcPr/>
                </a:tc>
                <a:tc>
                  <a:txBody>
                    <a:bodyPr/>
                    <a:lstStyle/>
                    <a:p>
                      <a:r>
                        <a:rPr lang="en-IN" b="1" dirty="0"/>
                        <a:t>2.9988</a:t>
                      </a:r>
                    </a:p>
                  </a:txBody>
                  <a:tcPr/>
                </a:tc>
                <a:extLst>
                  <a:ext uri="{0D108BD9-81ED-4DB2-BD59-A6C34878D82A}">
                    <a16:rowId xmlns:a16="http://schemas.microsoft.com/office/drawing/2014/main" val="307530314"/>
                  </a:ext>
                </a:extLst>
              </a:tr>
            </a:tbl>
          </a:graphicData>
        </a:graphic>
      </p:graphicFrame>
    </p:spTree>
    <p:extLst>
      <p:ext uri="{BB962C8B-B14F-4D97-AF65-F5344CB8AC3E}">
        <p14:creationId xmlns:p14="http://schemas.microsoft.com/office/powerpoint/2010/main" val="85327249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1D176-E4E5-4DF6-ABA7-5507A71D2C23}"/>
              </a:ext>
            </a:extLst>
          </p:cNvPr>
          <p:cNvSpPr>
            <a:spLocks noGrp="1"/>
          </p:cNvSpPr>
          <p:nvPr>
            <p:ph type="title"/>
          </p:nvPr>
        </p:nvSpPr>
        <p:spPr/>
        <p:txBody>
          <a:bodyPr/>
          <a:lstStyle/>
          <a:p>
            <a:pPr algn="ctr"/>
            <a:r>
              <a:rPr lang="en-US" dirty="0"/>
              <a:t> </a:t>
            </a:r>
            <a:r>
              <a:rPr lang="en-US" b="1" dirty="0"/>
              <a:t>Godrej’s Profitability Score </a:t>
            </a:r>
            <a:endParaRPr lang="en-IN" b="1" dirty="0"/>
          </a:p>
        </p:txBody>
      </p:sp>
      <p:graphicFrame>
        <p:nvGraphicFramePr>
          <p:cNvPr id="4" name="Table 4">
            <a:extLst>
              <a:ext uri="{FF2B5EF4-FFF2-40B4-BE49-F238E27FC236}">
                <a16:creationId xmlns:a16="http://schemas.microsoft.com/office/drawing/2014/main" id="{DDD24054-0404-42B1-81DF-0D3D785498A2}"/>
              </a:ext>
            </a:extLst>
          </p:cNvPr>
          <p:cNvGraphicFramePr>
            <a:graphicFrameLocks noGrp="1"/>
          </p:cNvGraphicFramePr>
          <p:nvPr>
            <p:ph idx="1"/>
          </p:nvPr>
        </p:nvGraphicFramePr>
        <p:xfrm>
          <a:off x="838200" y="1825625"/>
          <a:ext cx="10515600" cy="3876040"/>
        </p:xfrm>
        <a:graphic>
          <a:graphicData uri="http://schemas.openxmlformats.org/drawingml/2006/table">
            <a:tbl>
              <a:tblPr firstRow="1" bandRow="1">
                <a:tableStyleId>{00A15C55-8517-42AA-B614-E9B94910E393}</a:tableStyleId>
              </a:tblPr>
              <a:tblGrid>
                <a:gridCol w="2103120">
                  <a:extLst>
                    <a:ext uri="{9D8B030D-6E8A-4147-A177-3AD203B41FA5}">
                      <a16:colId xmlns:a16="http://schemas.microsoft.com/office/drawing/2014/main" val="730253726"/>
                    </a:ext>
                  </a:extLst>
                </a:gridCol>
                <a:gridCol w="2103120">
                  <a:extLst>
                    <a:ext uri="{9D8B030D-6E8A-4147-A177-3AD203B41FA5}">
                      <a16:colId xmlns:a16="http://schemas.microsoft.com/office/drawing/2014/main" val="3556026524"/>
                    </a:ext>
                  </a:extLst>
                </a:gridCol>
                <a:gridCol w="2103120">
                  <a:extLst>
                    <a:ext uri="{9D8B030D-6E8A-4147-A177-3AD203B41FA5}">
                      <a16:colId xmlns:a16="http://schemas.microsoft.com/office/drawing/2014/main" val="1753115374"/>
                    </a:ext>
                  </a:extLst>
                </a:gridCol>
                <a:gridCol w="2103120">
                  <a:extLst>
                    <a:ext uri="{9D8B030D-6E8A-4147-A177-3AD203B41FA5}">
                      <a16:colId xmlns:a16="http://schemas.microsoft.com/office/drawing/2014/main" val="1032577184"/>
                    </a:ext>
                  </a:extLst>
                </a:gridCol>
                <a:gridCol w="2103120">
                  <a:extLst>
                    <a:ext uri="{9D8B030D-6E8A-4147-A177-3AD203B41FA5}">
                      <a16:colId xmlns:a16="http://schemas.microsoft.com/office/drawing/2014/main" val="3554605437"/>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3659592122"/>
                  </a:ext>
                </a:extLst>
              </a:tr>
              <a:tr h="370840">
                <a:tc>
                  <a:txBody>
                    <a:bodyPr/>
                    <a:lstStyle/>
                    <a:p>
                      <a:r>
                        <a:rPr lang="en-US" dirty="0"/>
                        <a:t>1. GP Margin</a:t>
                      </a:r>
                    </a:p>
                  </a:txBody>
                  <a:tcPr/>
                </a:tc>
                <a:tc>
                  <a:txBody>
                    <a:bodyPr/>
                    <a:lstStyle/>
                    <a:p>
                      <a:r>
                        <a:rPr lang="en-IN" dirty="0"/>
                        <a:t>1</a:t>
                      </a:r>
                    </a:p>
                  </a:txBody>
                  <a:tcPr/>
                </a:tc>
                <a:tc>
                  <a:txBody>
                    <a:bodyPr/>
                    <a:lstStyle/>
                    <a:p>
                      <a:r>
                        <a:rPr lang="en-IN" dirty="0"/>
                        <a:t>5</a:t>
                      </a:r>
                    </a:p>
                  </a:txBody>
                  <a:tcPr/>
                </a:tc>
                <a:tc>
                  <a:txBody>
                    <a:bodyPr/>
                    <a:lstStyle/>
                    <a:p>
                      <a:r>
                        <a:rPr lang="en-US" dirty="0"/>
                        <a:t>0.1428</a:t>
                      </a:r>
                      <a:endParaRPr lang="en-IN" dirty="0"/>
                    </a:p>
                  </a:txBody>
                  <a:tcPr/>
                </a:tc>
                <a:tc>
                  <a:txBody>
                    <a:bodyPr/>
                    <a:lstStyle/>
                    <a:p>
                      <a:r>
                        <a:rPr lang="en-IN" dirty="0"/>
                        <a:t>0.7140</a:t>
                      </a:r>
                    </a:p>
                  </a:txBody>
                  <a:tcPr/>
                </a:tc>
                <a:extLst>
                  <a:ext uri="{0D108BD9-81ED-4DB2-BD59-A6C34878D82A}">
                    <a16:rowId xmlns:a16="http://schemas.microsoft.com/office/drawing/2014/main" val="2662406923"/>
                  </a:ext>
                </a:extLst>
              </a:tr>
              <a:tr h="370840">
                <a:tc>
                  <a:txBody>
                    <a:bodyPr/>
                    <a:lstStyle/>
                    <a:p>
                      <a:r>
                        <a:rPr lang="en-US" dirty="0"/>
                        <a:t>2. SGA Advantage</a:t>
                      </a:r>
                      <a:endParaRPr lang="en-IN" dirty="0"/>
                    </a:p>
                  </a:txBody>
                  <a:tcPr/>
                </a:tc>
                <a:tc>
                  <a:txBody>
                    <a:bodyPr/>
                    <a:lstStyle/>
                    <a:p>
                      <a:r>
                        <a:rPr lang="en-IN" dirty="0"/>
                        <a:t>5</a:t>
                      </a:r>
                    </a:p>
                  </a:txBody>
                  <a:tcPr/>
                </a:tc>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0.1428</a:t>
                      </a:r>
                    </a:p>
                  </a:txBody>
                  <a:tcPr/>
                </a:tc>
                <a:extLst>
                  <a:ext uri="{0D108BD9-81ED-4DB2-BD59-A6C34878D82A}">
                    <a16:rowId xmlns:a16="http://schemas.microsoft.com/office/drawing/2014/main" val="1691927584"/>
                  </a:ext>
                </a:extLst>
              </a:tr>
              <a:tr h="370840">
                <a:tc>
                  <a:txBody>
                    <a:bodyPr/>
                    <a:lstStyle/>
                    <a:p>
                      <a:r>
                        <a:rPr lang="en-US" dirty="0"/>
                        <a:t>3. D&amp;A Advantage</a:t>
                      </a:r>
                      <a:endParaRPr lang="en-IN" dirty="0"/>
                    </a:p>
                  </a:txBody>
                  <a:tcPr/>
                </a:tc>
                <a:tc>
                  <a:txBody>
                    <a:bodyPr/>
                    <a:lstStyle/>
                    <a:p>
                      <a:r>
                        <a:rPr lang="en-IN" dirty="0"/>
                        <a:t>1</a:t>
                      </a:r>
                    </a:p>
                  </a:txBody>
                  <a:tcPr/>
                </a:tc>
                <a:tc>
                  <a:txBody>
                    <a:bodyPr/>
                    <a:lstStyle/>
                    <a:p>
                      <a:r>
                        <a:rPr lang="en-IN"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0.7140</a:t>
                      </a:r>
                    </a:p>
                  </a:txBody>
                  <a:tcPr/>
                </a:tc>
                <a:extLst>
                  <a:ext uri="{0D108BD9-81ED-4DB2-BD59-A6C34878D82A}">
                    <a16:rowId xmlns:a16="http://schemas.microsoft.com/office/drawing/2014/main" val="2509233707"/>
                  </a:ext>
                </a:extLst>
              </a:tr>
              <a:tr h="370840">
                <a:tc>
                  <a:txBody>
                    <a:bodyPr/>
                    <a:lstStyle/>
                    <a:p>
                      <a:r>
                        <a:rPr lang="en-US" dirty="0"/>
                        <a:t>4. Interest Advantage</a:t>
                      </a:r>
                      <a:endParaRPr lang="en-IN" dirty="0"/>
                    </a:p>
                  </a:txBody>
                  <a:tcPr/>
                </a:tc>
                <a:tc>
                  <a:txBody>
                    <a:bodyPr/>
                    <a:lstStyle/>
                    <a:p>
                      <a:r>
                        <a:rPr lang="en-IN" dirty="0"/>
                        <a:t>4</a:t>
                      </a:r>
                    </a:p>
                  </a:txBody>
                  <a:tcPr/>
                </a:tc>
                <a:tc>
                  <a:txBody>
                    <a:bodyPr/>
                    <a:lstStyle/>
                    <a:p>
                      <a:r>
                        <a:rPr lang="en-IN"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0.2856</a:t>
                      </a:r>
                    </a:p>
                  </a:txBody>
                  <a:tcPr/>
                </a:tc>
                <a:extLst>
                  <a:ext uri="{0D108BD9-81ED-4DB2-BD59-A6C34878D82A}">
                    <a16:rowId xmlns:a16="http://schemas.microsoft.com/office/drawing/2014/main" val="3653880822"/>
                  </a:ext>
                </a:extLst>
              </a:tr>
              <a:tr h="370840">
                <a:tc>
                  <a:txBody>
                    <a:bodyPr/>
                    <a:lstStyle/>
                    <a:p>
                      <a:r>
                        <a:rPr lang="en-US" dirty="0"/>
                        <a:t>5. Tax Advantage</a:t>
                      </a:r>
                      <a:endParaRPr lang="en-IN" dirty="0"/>
                    </a:p>
                  </a:txBody>
                  <a:tcPr/>
                </a:tc>
                <a:tc>
                  <a:txBody>
                    <a:bodyPr/>
                    <a:lstStyle/>
                    <a:p>
                      <a:r>
                        <a:rPr lang="en-IN" dirty="0"/>
                        <a:t>5</a:t>
                      </a:r>
                    </a:p>
                  </a:txBody>
                  <a:tcPr/>
                </a:tc>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0.1428</a:t>
                      </a:r>
                    </a:p>
                  </a:txBody>
                  <a:tcPr/>
                </a:tc>
                <a:extLst>
                  <a:ext uri="{0D108BD9-81ED-4DB2-BD59-A6C34878D82A}">
                    <a16:rowId xmlns:a16="http://schemas.microsoft.com/office/drawing/2014/main" val="4217341411"/>
                  </a:ext>
                </a:extLst>
              </a:tr>
              <a:tr h="370840">
                <a:tc>
                  <a:txBody>
                    <a:bodyPr/>
                    <a:lstStyle/>
                    <a:p>
                      <a:r>
                        <a:rPr lang="en-US" dirty="0"/>
                        <a:t>6 . Asset Turn</a:t>
                      </a:r>
                      <a:endParaRPr lang="en-IN" dirty="0"/>
                    </a:p>
                  </a:txBody>
                  <a:tcPr/>
                </a:tc>
                <a:tc>
                  <a:txBody>
                    <a:bodyPr/>
                    <a:lstStyle/>
                    <a:p>
                      <a:r>
                        <a:rPr lang="en-IN" dirty="0"/>
                        <a:t>5</a:t>
                      </a:r>
                    </a:p>
                  </a:txBody>
                  <a:tcPr/>
                </a:tc>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0.1428</a:t>
                      </a:r>
                    </a:p>
                  </a:txBody>
                  <a:tcPr/>
                </a:tc>
                <a:extLst>
                  <a:ext uri="{0D108BD9-81ED-4DB2-BD59-A6C34878D82A}">
                    <a16:rowId xmlns:a16="http://schemas.microsoft.com/office/drawing/2014/main" val="3228135955"/>
                  </a:ext>
                </a:extLst>
              </a:tr>
              <a:tr h="370840">
                <a:tc>
                  <a:txBody>
                    <a:bodyPr/>
                    <a:lstStyle/>
                    <a:p>
                      <a:r>
                        <a:rPr lang="en-US" dirty="0"/>
                        <a:t>7.  Equity Multiplier </a:t>
                      </a:r>
                      <a:endParaRPr lang="en-IN" dirty="0"/>
                    </a:p>
                  </a:txBody>
                  <a:tcPr/>
                </a:tc>
                <a:tc>
                  <a:txBody>
                    <a:bodyPr/>
                    <a:lstStyle/>
                    <a:p>
                      <a:r>
                        <a:rPr lang="en-IN" dirty="0"/>
                        <a:t>2</a:t>
                      </a:r>
                    </a:p>
                  </a:txBody>
                  <a:tcPr/>
                </a:tc>
                <a:tc>
                  <a:txBody>
                    <a:bodyPr/>
                    <a:lstStyle/>
                    <a:p>
                      <a:r>
                        <a:rPr lang="en-IN"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0.5712</a:t>
                      </a:r>
                    </a:p>
                  </a:txBody>
                  <a:tcPr/>
                </a:tc>
                <a:extLst>
                  <a:ext uri="{0D108BD9-81ED-4DB2-BD59-A6C34878D82A}">
                    <a16:rowId xmlns:a16="http://schemas.microsoft.com/office/drawing/2014/main" val="2040208426"/>
                  </a:ext>
                </a:extLst>
              </a:tr>
              <a:tr h="370840">
                <a:tc>
                  <a:txBody>
                    <a:bodyPr/>
                    <a:lstStyle/>
                    <a:p>
                      <a:r>
                        <a:rPr lang="en-US" b="1" dirty="0"/>
                        <a:t>Total Weighted Score</a:t>
                      </a:r>
                      <a:endParaRPr lang="en-IN" b="1" dirty="0"/>
                    </a:p>
                  </a:txBody>
                  <a:tcPr/>
                </a:tc>
                <a:tc>
                  <a:txBody>
                    <a:bodyPr/>
                    <a:lstStyle/>
                    <a:p>
                      <a:endParaRPr lang="en-IN" dirty="0"/>
                    </a:p>
                  </a:txBody>
                  <a:tcPr/>
                </a:tc>
                <a:tc>
                  <a:txBody>
                    <a:bodyPr/>
                    <a:lstStyle/>
                    <a:p>
                      <a:endParaRPr lang="en-IN" dirty="0"/>
                    </a:p>
                  </a:txBody>
                  <a:tcPr/>
                </a:tc>
                <a:tc>
                  <a:txBody>
                    <a:bodyPr/>
                    <a:lstStyle/>
                    <a:p>
                      <a:endParaRPr lang="en-IN" b="1"/>
                    </a:p>
                  </a:txBody>
                  <a:tcPr/>
                </a:tc>
                <a:tc>
                  <a:txBody>
                    <a:bodyPr/>
                    <a:lstStyle/>
                    <a:p>
                      <a:r>
                        <a:rPr lang="en-IN" b="1" dirty="0"/>
                        <a:t>2.7132</a:t>
                      </a:r>
                    </a:p>
                  </a:txBody>
                  <a:tcPr/>
                </a:tc>
                <a:extLst>
                  <a:ext uri="{0D108BD9-81ED-4DB2-BD59-A6C34878D82A}">
                    <a16:rowId xmlns:a16="http://schemas.microsoft.com/office/drawing/2014/main" val="307530314"/>
                  </a:ext>
                </a:extLst>
              </a:tr>
            </a:tbl>
          </a:graphicData>
        </a:graphic>
      </p:graphicFrame>
    </p:spTree>
    <p:extLst>
      <p:ext uri="{BB962C8B-B14F-4D97-AF65-F5344CB8AC3E}">
        <p14:creationId xmlns:p14="http://schemas.microsoft.com/office/powerpoint/2010/main" val="314372368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1D176-E4E5-4DF6-ABA7-5507A71D2C23}"/>
              </a:ext>
            </a:extLst>
          </p:cNvPr>
          <p:cNvSpPr>
            <a:spLocks noGrp="1"/>
          </p:cNvSpPr>
          <p:nvPr>
            <p:ph type="title"/>
          </p:nvPr>
        </p:nvSpPr>
        <p:spPr/>
        <p:txBody>
          <a:bodyPr/>
          <a:lstStyle/>
          <a:p>
            <a:pPr algn="ctr"/>
            <a:r>
              <a:rPr lang="en-US" dirty="0"/>
              <a:t> </a:t>
            </a:r>
            <a:r>
              <a:rPr lang="en-US" b="1" dirty="0"/>
              <a:t>Marico’s Profitability Score  </a:t>
            </a:r>
            <a:endParaRPr lang="en-IN" b="1" dirty="0"/>
          </a:p>
        </p:txBody>
      </p:sp>
      <p:graphicFrame>
        <p:nvGraphicFramePr>
          <p:cNvPr id="4" name="Table 4">
            <a:extLst>
              <a:ext uri="{FF2B5EF4-FFF2-40B4-BE49-F238E27FC236}">
                <a16:creationId xmlns:a16="http://schemas.microsoft.com/office/drawing/2014/main" id="{DDD24054-0404-42B1-81DF-0D3D785498A2}"/>
              </a:ext>
            </a:extLst>
          </p:cNvPr>
          <p:cNvGraphicFramePr>
            <a:graphicFrameLocks noGrp="1"/>
          </p:cNvGraphicFramePr>
          <p:nvPr>
            <p:ph idx="1"/>
          </p:nvPr>
        </p:nvGraphicFramePr>
        <p:xfrm>
          <a:off x="838200" y="1825625"/>
          <a:ext cx="10515600" cy="3876040"/>
        </p:xfrm>
        <a:graphic>
          <a:graphicData uri="http://schemas.openxmlformats.org/drawingml/2006/table">
            <a:tbl>
              <a:tblPr firstRow="1" bandRow="1">
                <a:tableStyleId>{F5AB1C69-6EDB-4FF4-983F-18BD219EF322}</a:tableStyleId>
              </a:tblPr>
              <a:tblGrid>
                <a:gridCol w="2103120">
                  <a:extLst>
                    <a:ext uri="{9D8B030D-6E8A-4147-A177-3AD203B41FA5}">
                      <a16:colId xmlns:a16="http://schemas.microsoft.com/office/drawing/2014/main" val="730253726"/>
                    </a:ext>
                  </a:extLst>
                </a:gridCol>
                <a:gridCol w="2103120">
                  <a:extLst>
                    <a:ext uri="{9D8B030D-6E8A-4147-A177-3AD203B41FA5}">
                      <a16:colId xmlns:a16="http://schemas.microsoft.com/office/drawing/2014/main" val="3556026524"/>
                    </a:ext>
                  </a:extLst>
                </a:gridCol>
                <a:gridCol w="2103120">
                  <a:extLst>
                    <a:ext uri="{9D8B030D-6E8A-4147-A177-3AD203B41FA5}">
                      <a16:colId xmlns:a16="http://schemas.microsoft.com/office/drawing/2014/main" val="1753115374"/>
                    </a:ext>
                  </a:extLst>
                </a:gridCol>
                <a:gridCol w="2103120">
                  <a:extLst>
                    <a:ext uri="{9D8B030D-6E8A-4147-A177-3AD203B41FA5}">
                      <a16:colId xmlns:a16="http://schemas.microsoft.com/office/drawing/2014/main" val="1032577184"/>
                    </a:ext>
                  </a:extLst>
                </a:gridCol>
                <a:gridCol w="2103120">
                  <a:extLst>
                    <a:ext uri="{9D8B030D-6E8A-4147-A177-3AD203B41FA5}">
                      <a16:colId xmlns:a16="http://schemas.microsoft.com/office/drawing/2014/main" val="3554605437"/>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3659592122"/>
                  </a:ext>
                </a:extLst>
              </a:tr>
              <a:tr h="370840">
                <a:tc>
                  <a:txBody>
                    <a:bodyPr/>
                    <a:lstStyle/>
                    <a:p>
                      <a:r>
                        <a:rPr lang="en-US" dirty="0"/>
                        <a:t>1. GP Margin</a:t>
                      </a:r>
                    </a:p>
                  </a:txBody>
                  <a:tcPr/>
                </a:tc>
                <a:tc>
                  <a:txBody>
                    <a:bodyPr/>
                    <a:lstStyle/>
                    <a:p>
                      <a:r>
                        <a:rPr lang="en-IN" dirty="0"/>
                        <a:t>3</a:t>
                      </a:r>
                    </a:p>
                  </a:txBody>
                  <a:tcPr/>
                </a:tc>
                <a:tc>
                  <a:txBody>
                    <a:bodyPr/>
                    <a:lstStyle/>
                    <a:p>
                      <a:r>
                        <a:rPr lang="en-IN" dirty="0"/>
                        <a:t>3</a:t>
                      </a:r>
                    </a:p>
                  </a:txBody>
                  <a:tcPr/>
                </a:tc>
                <a:tc>
                  <a:txBody>
                    <a:bodyPr/>
                    <a:lstStyle/>
                    <a:p>
                      <a:r>
                        <a:rPr lang="en-US" dirty="0"/>
                        <a:t>0.1428</a:t>
                      </a:r>
                      <a:endParaRPr lang="en-IN" dirty="0"/>
                    </a:p>
                  </a:txBody>
                  <a:tcPr/>
                </a:tc>
                <a:tc>
                  <a:txBody>
                    <a:bodyPr/>
                    <a:lstStyle/>
                    <a:p>
                      <a:r>
                        <a:rPr lang="en-IN" dirty="0"/>
                        <a:t>0.4284</a:t>
                      </a:r>
                    </a:p>
                  </a:txBody>
                  <a:tcPr/>
                </a:tc>
                <a:extLst>
                  <a:ext uri="{0D108BD9-81ED-4DB2-BD59-A6C34878D82A}">
                    <a16:rowId xmlns:a16="http://schemas.microsoft.com/office/drawing/2014/main" val="2662406923"/>
                  </a:ext>
                </a:extLst>
              </a:tr>
              <a:tr h="370840">
                <a:tc>
                  <a:txBody>
                    <a:bodyPr/>
                    <a:lstStyle/>
                    <a:p>
                      <a:r>
                        <a:rPr lang="en-US" dirty="0"/>
                        <a:t>2. SGA Advantage</a:t>
                      </a:r>
                      <a:endParaRPr lang="en-IN" dirty="0"/>
                    </a:p>
                  </a:txBody>
                  <a:tcPr/>
                </a:tc>
                <a:tc>
                  <a:txBody>
                    <a:bodyPr/>
                    <a:lstStyle/>
                    <a:p>
                      <a:r>
                        <a:rPr lang="en-IN" dirty="0"/>
                        <a:t>4</a:t>
                      </a:r>
                    </a:p>
                  </a:txBody>
                  <a:tcPr/>
                </a:tc>
                <a:tc>
                  <a:txBody>
                    <a:bodyPr/>
                    <a:lstStyle/>
                    <a:p>
                      <a:r>
                        <a:rPr lang="en-IN"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0.2856</a:t>
                      </a:r>
                    </a:p>
                  </a:txBody>
                  <a:tcPr/>
                </a:tc>
                <a:extLst>
                  <a:ext uri="{0D108BD9-81ED-4DB2-BD59-A6C34878D82A}">
                    <a16:rowId xmlns:a16="http://schemas.microsoft.com/office/drawing/2014/main" val="1691927584"/>
                  </a:ext>
                </a:extLst>
              </a:tr>
              <a:tr h="370840">
                <a:tc>
                  <a:txBody>
                    <a:bodyPr/>
                    <a:lstStyle/>
                    <a:p>
                      <a:r>
                        <a:rPr lang="en-US" dirty="0"/>
                        <a:t>3. D&amp;A Advantage</a:t>
                      </a:r>
                      <a:endParaRPr lang="en-IN" dirty="0"/>
                    </a:p>
                  </a:txBody>
                  <a:tcPr/>
                </a:tc>
                <a:tc>
                  <a:txBody>
                    <a:bodyPr/>
                    <a:lstStyle/>
                    <a:p>
                      <a:r>
                        <a:rPr lang="en-IN" dirty="0"/>
                        <a:t>2</a:t>
                      </a:r>
                    </a:p>
                  </a:txBody>
                  <a:tcPr/>
                </a:tc>
                <a:tc>
                  <a:txBody>
                    <a:bodyPr/>
                    <a:lstStyle/>
                    <a:p>
                      <a:r>
                        <a:rPr lang="en-IN"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0.5712</a:t>
                      </a:r>
                    </a:p>
                  </a:txBody>
                  <a:tcPr/>
                </a:tc>
                <a:extLst>
                  <a:ext uri="{0D108BD9-81ED-4DB2-BD59-A6C34878D82A}">
                    <a16:rowId xmlns:a16="http://schemas.microsoft.com/office/drawing/2014/main" val="2509233707"/>
                  </a:ext>
                </a:extLst>
              </a:tr>
              <a:tr h="370840">
                <a:tc>
                  <a:txBody>
                    <a:bodyPr/>
                    <a:lstStyle/>
                    <a:p>
                      <a:r>
                        <a:rPr lang="en-US" dirty="0"/>
                        <a:t>4. Interest Advantage</a:t>
                      </a:r>
                      <a:endParaRPr lang="en-IN" dirty="0"/>
                    </a:p>
                  </a:txBody>
                  <a:tcPr/>
                </a:tc>
                <a:tc>
                  <a:txBody>
                    <a:bodyPr/>
                    <a:lstStyle/>
                    <a:p>
                      <a:r>
                        <a:rPr lang="en-IN" dirty="0"/>
                        <a:t>1</a:t>
                      </a:r>
                    </a:p>
                  </a:txBody>
                  <a:tcPr/>
                </a:tc>
                <a:tc>
                  <a:txBody>
                    <a:bodyPr/>
                    <a:lstStyle/>
                    <a:p>
                      <a:r>
                        <a:rPr lang="en-IN"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0.7140</a:t>
                      </a:r>
                    </a:p>
                  </a:txBody>
                  <a:tcPr/>
                </a:tc>
                <a:extLst>
                  <a:ext uri="{0D108BD9-81ED-4DB2-BD59-A6C34878D82A}">
                    <a16:rowId xmlns:a16="http://schemas.microsoft.com/office/drawing/2014/main" val="3653880822"/>
                  </a:ext>
                </a:extLst>
              </a:tr>
              <a:tr h="370840">
                <a:tc>
                  <a:txBody>
                    <a:bodyPr/>
                    <a:lstStyle/>
                    <a:p>
                      <a:r>
                        <a:rPr lang="en-US" dirty="0"/>
                        <a:t>5. Tax Advantage</a:t>
                      </a:r>
                      <a:endParaRPr lang="en-IN" dirty="0"/>
                    </a:p>
                  </a:txBody>
                  <a:tcPr/>
                </a:tc>
                <a:tc>
                  <a:txBody>
                    <a:bodyPr/>
                    <a:lstStyle/>
                    <a:p>
                      <a:r>
                        <a:rPr lang="en-IN" dirty="0"/>
                        <a:t>1</a:t>
                      </a:r>
                    </a:p>
                  </a:txBody>
                  <a:tcPr/>
                </a:tc>
                <a:tc>
                  <a:txBody>
                    <a:bodyPr/>
                    <a:lstStyle/>
                    <a:p>
                      <a:r>
                        <a:rPr lang="en-IN"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0.7140</a:t>
                      </a:r>
                    </a:p>
                  </a:txBody>
                  <a:tcPr/>
                </a:tc>
                <a:extLst>
                  <a:ext uri="{0D108BD9-81ED-4DB2-BD59-A6C34878D82A}">
                    <a16:rowId xmlns:a16="http://schemas.microsoft.com/office/drawing/2014/main" val="4217341411"/>
                  </a:ext>
                </a:extLst>
              </a:tr>
              <a:tr h="370840">
                <a:tc>
                  <a:txBody>
                    <a:bodyPr/>
                    <a:lstStyle/>
                    <a:p>
                      <a:r>
                        <a:rPr lang="en-US" dirty="0"/>
                        <a:t>6 . Asset Turn</a:t>
                      </a:r>
                      <a:endParaRPr lang="en-IN" dirty="0"/>
                    </a:p>
                  </a:txBody>
                  <a:tcPr/>
                </a:tc>
                <a:tc>
                  <a:txBody>
                    <a:bodyPr/>
                    <a:lstStyle/>
                    <a:p>
                      <a:r>
                        <a:rPr lang="en-IN" dirty="0"/>
                        <a:t>1</a:t>
                      </a:r>
                    </a:p>
                  </a:txBody>
                  <a:tcPr/>
                </a:tc>
                <a:tc>
                  <a:txBody>
                    <a:bodyPr/>
                    <a:lstStyle/>
                    <a:p>
                      <a:r>
                        <a:rPr lang="en-IN"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0.7140</a:t>
                      </a:r>
                    </a:p>
                  </a:txBody>
                  <a:tcPr/>
                </a:tc>
                <a:extLst>
                  <a:ext uri="{0D108BD9-81ED-4DB2-BD59-A6C34878D82A}">
                    <a16:rowId xmlns:a16="http://schemas.microsoft.com/office/drawing/2014/main" val="3228135955"/>
                  </a:ext>
                </a:extLst>
              </a:tr>
              <a:tr h="370840">
                <a:tc>
                  <a:txBody>
                    <a:bodyPr/>
                    <a:lstStyle/>
                    <a:p>
                      <a:r>
                        <a:rPr lang="en-US" dirty="0"/>
                        <a:t>7.  Equity Multiplier </a:t>
                      </a:r>
                      <a:endParaRPr lang="en-IN" dirty="0"/>
                    </a:p>
                  </a:txBody>
                  <a:tcPr/>
                </a:tc>
                <a:tc>
                  <a:txBody>
                    <a:bodyPr/>
                    <a:lstStyle/>
                    <a:p>
                      <a:r>
                        <a:rPr lang="en-IN" dirty="0"/>
                        <a:t>1</a:t>
                      </a:r>
                    </a:p>
                  </a:txBody>
                  <a:tcPr/>
                </a:tc>
                <a:tc>
                  <a:txBody>
                    <a:bodyPr/>
                    <a:lstStyle/>
                    <a:p>
                      <a:r>
                        <a:rPr lang="en-IN"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0.7140</a:t>
                      </a:r>
                    </a:p>
                  </a:txBody>
                  <a:tcPr/>
                </a:tc>
                <a:extLst>
                  <a:ext uri="{0D108BD9-81ED-4DB2-BD59-A6C34878D82A}">
                    <a16:rowId xmlns:a16="http://schemas.microsoft.com/office/drawing/2014/main" val="2040208426"/>
                  </a:ext>
                </a:extLst>
              </a:tr>
              <a:tr h="370840">
                <a:tc>
                  <a:txBody>
                    <a:bodyPr/>
                    <a:lstStyle/>
                    <a:p>
                      <a:r>
                        <a:rPr lang="en-US" b="1" dirty="0"/>
                        <a:t>Total Weighted Score</a:t>
                      </a:r>
                      <a:endParaRPr lang="en-IN" b="1" dirty="0"/>
                    </a:p>
                  </a:txBody>
                  <a:tcPr/>
                </a:tc>
                <a:tc>
                  <a:txBody>
                    <a:bodyPr/>
                    <a:lstStyle/>
                    <a:p>
                      <a:endParaRPr lang="en-IN" dirty="0"/>
                    </a:p>
                  </a:txBody>
                  <a:tcPr/>
                </a:tc>
                <a:tc>
                  <a:txBody>
                    <a:bodyPr/>
                    <a:lstStyle/>
                    <a:p>
                      <a:endParaRPr lang="en-IN" dirty="0"/>
                    </a:p>
                  </a:txBody>
                  <a:tcPr/>
                </a:tc>
                <a:tc>
                  <a:txBody>
                    <a:bodyPr/>
                    <a:lstStyle/>
                    <a:p>
                      <a:endParaRPr lang="en-IN" b="1"/>
                    </a:p>
                  </a:txBody>
                  <a:tcPr/>
                </a:tc>
                <a:tc>
                  <a:txBody>
                    <a:bodyPr/>
                    <a:lstStyle/>
                    <a:p>
                      <a:r>
                        <a:rPr lang="en-IN" b="1" dirty="0"/>
                        <a:t>4.1412</a:t>
                      </a:r>
                    </a:p>
                  </a:txBody>
                  <a:tcPr/>
                </a:tc>
                <a:extLst>
                  <a:ext uri="{0D108BD9-81ED-4DB2-BD59-A6C34878D82A}">
                    <a16:rowId xmlns:a16="http://schemas.microsoft.com/office/drawing/2014/main" val="307530314"/>
                  </a:ext>
                </a:extLst>
              </a:tr>
            </a:tbl>
          </a:graphicData>
        </a:graphic>
      </p:graphicFrame>
    </p:spTree>
    <p:extLst>
      <p:ext uri="{BB962C8B-B14F-4D97-AF65-F5344CB8AC3E}">
        <p14:creationId xmlns:p14="http://schemas.microsoft.com/office/powerpoint/2010/main" val="29160463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1D176-E4E5-4DF6-ABA7-5507A71D2C23}"/>
              </a:ext>
            </a:extLst>
          </p:cNvPr>
          <p:cNvSpPr>
            <a:spLocks noGrp="1"/>
          </p:cNvSpPr>
          <p:nvPr>
            <p:ph type="title"/>
          </p:nvPr>
        </p:nvSpPr>
        <p:spPr/>
        <p:txBody>
          <a:bodyPr/>
          <a:lstStyle/>
          <a:p>
            <a:pPr algn="ctr"/>
            <a:r>
              <a:rPr lang="en-US" dirty="0"/>
              <a:t> </a:t>
            </a:r>
            <a:r>
              <a:rPr lang="en-US" b="1" dirty="0"/>
              <a:t>Dabur’s Profitability Score </a:t>
            </a:r>
            <a:endParaRPr lang="en-IN" b="1" dirty="0"/>
          </a:p>
        </p:txBody>
      </p:sp>
      <p:graphicFrame>
        <p:nvGraphicFramePr>
          <p:cNvPr id="4" name="Table 4">
            <a:extLst>
              <a:ext uri="{FF2B5EF4-FFF2-40B4-BE49-F238E27FC236}">
                <a16:creationId xmlns:a16="http://schemas.microsoft.com/office/drawing/2014/main" id="{DDD24054-0404-42B1-81DF-0D3D785498A2}"/>
              </a:ext>
            </a:extLst>
          </p:cNvPr>
          <p:cNvGraphicFramePr>
            <a:graphicFrameLocks noGrp="1"/>
          </p:cNvGraphicFramePr>
          <p:nvPr>
            <p:ph idx="1"/>
          </p:nvPr>
        </p:nvGraphicFramePr>
        <p:xfrm>
          <a:off x="838200" y="1825625"/>
          <a:ext cx="10515600" cy="3870960"/>
        </p:xfrm>
        <a:graphic>
          <a:graphicData uri="http://schemas.openxmlformats.org/drawingml/2006/table">
            <a:tbl>
              <a:tblPr firstRow="1" bandRow="1">
                <a:tableStyleId>{7DF18680-E054-41AD-8BC1-D1AEF772440D}</a:tableStyleId>
              </a:tblPr>
              <a:tblGrid>
                <a:gridCol w="2103120">
                  <a:extLst>
                    <a:ext uri="{9D8B030D-6E8A-4147-A177-3AD203B41FA5}">
                      <a16:colId xmlns:a16="http://schemas.microsoft.com/office/drawing/2014/main" val="730253726"/>
                    </a:ext>
                  </a:extLst>
                </a:gridCol>
                <a:gridCol w="2103120">
                  <a:extLst>
                    <a:ext uri="{9D8B030D-6E8A-4147-A177-3AD203B41FA5}">
                      <a16:colId xmlns:a16="http://schemas.microsoft.com/office/drawing/2014/main" val="3556026524"/>
                    </a:ext>
                  </a:extLst>
                </a:gridCol>
                <a:gridCol w="2103120">
                  <a:extLst>
                    <a:ext uri="{9D8B030D-6E8A-4147-A177-3AD203B41FA5}">
                      <a16:colId xmlns:a16="http://schemas.microsoft.com/office/drawing/2014/main" val="1753115374"/>
                    </a:ext>
                  </a:extLst>
                </a:gridCol>
                <a:gridCol w="2103120">
                  <a:extLst>
                    <a:ext uri="{9D8B030D-6E8A-4147-A177-3AD203B41FA5}">
                      <a16:colId xmlns:a16="http://schemas.microsoft.com/office/drawing/2014/main" val="1032577184"/>
                    </a:ext>
                  </a:extLst>
                </a:gridCol>
                <a:gridCol w="2103120">
                  <a:extLst>
                    <a:ext uri="{9D8B030D-6E8A-4147-A177-3AD203B41FA5}">
                      <a16:colId xmlns:a16="http://schemas.microsoft.com/office/drawing/2014/main" val="3554605437"/>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3659592122"/>
                  </a:ext>
                </a:extLst>
              </a:tr>
              <a:tr h="370840">
                <a:tc>
                  <a:txBody>
                    <a:bodyPr/>
                    <a:lstStyle/>
                    <a:p>
                      <a:r>
                        <a:rPr lang="en-US" dirty="0"/>
                        <a:t>1. GP Margin</a:t>
                      </a:r>
                    </a:p>
                  </a:txBody>
                  <a:tcPr/>
                </a:tc>
                <a:tc>
                  <a:txBody>
                    <a:bodyPr/>
                    <a:lstStyle/>
                    <a:p>
                      <a:r>
                        <a:rPr lang="en-IN" dirty="0"/>
                        <a:t>4</a:t>
                      </a:r>
                    </a:p>
                  </a:txBody>
                  <a:tcPr/>
                </a:tc>
                <a:tc>
                  <a:txBody>
                    <a:bodyPr/>
                    <a:lstStyle/>
                    <a:p>
                      <a:r>
                        <a:rPr lang="en-IN" dirty="0"/>
                        <a:t>2</a:t>
                      </a:r>
                    </a:p>
                  </a:txBody>
                  <a:tcPr/>
                </a:tc>
                <a:tc>
                  <a:txBody>
                    <a:bodyPr/>
                    <a:lstStyle/>
                    <a:p>
                      <a:r>
                        <a:rPr lang="en-US" dirty="0"/>
                        <a:t>0.1428</a:t>
                      </a:r>
                      <a:endParaRPr lang="en-IN" dirty="0"/>
                    </a:p>
                  </a:txBody>
                  <a:tcPr/>
                </a:tc>
                <a:tc>
                  <a:txBody>
                    <a:bodyPr/>
                    <a:lstStyle/>
                    <a:p>
                      <a:r>
                        <a:rPr lang="en-IN" dirty="0"/>
                        <a:t>0.2856</a:t>
                      </a:r>
                    </a:p>
                  </a:txBody>
                  <a:tcPr/>
                </a:tc>
                <a:extLst>
                  <a:ext uri="{0D108BD9-81ED-4DB2-BD59-A6C34878D82A}">
                    <a16:rowId xmlns:a16="http://schemas.microsoft.com/office/drawing/2014/main" val="2662406923"/>
                  </a:ext>
                </a:extLst>
              </a:tr>
              <a:tr h="370840">
                <a:tc>
                  <a:txBody>
                    <a:bodyPr/>
                    <a:lstStyle/>
                    <a:p>
                      <a:r>
                        <a:rPr lang="en-US" dirty="0"/>
                        <a:t>2. SGA Advantage</a:t>
                      </a:r>
                      <a:endParaRPr lang="en-IN" dirty="0"/>
                    </a:p>
                  </a:txBody>
                  <a:tcPr/>
                </a:tc>
                <a:tc>
                  <a:txBody>
                    <a:bodyPr/>
                    <a:lstStyle/>
                    <a:p>
                      <a:r>
                        <a:rPr lang="en-IN" dirty="0"/>
                        <a:t>3</a:t>
                      </a:r>
                    </a:p>
                  </a:txBody>
                  <a:tcPr/>
                </a:tc>
                <a:tc>
                  <a:txBody>
                    <a:bodyPr/>
                    <a:lstStyle/>
                    <a:p>
                      <a:r>
                        <a:rPr lang="en-IN"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0.4284</a:t>
                      </a:r>
                    </a:p>
                  </a:txBody>
                  <a:tcPr/>
                </a:tc>
                <a:extLst>
                  <a:ext uri="{0D108BD9-81ED-4DB2-BD59-A6C34878D82A}">
                    <a16:rowId xmlns:a16="http://schemas.microsoft.com/office/drawing/2014/main" val="1691927584"/>
                  </a:ext>
                </a:extLst>
              </a:tr>
              <a:tr h="161516">
                <a:tc>
                  <a:txBody>
                    <a:bodyPr/>
                    <a:lstStyle/>
                    <a:p>
                      <a:r>
                        <a:rPr lang="en-US" dirty="0"/>
                        <a:t>3. D&amp;A Advantage</a:t>
                      </a:r>
                      <a:endParaRPr lang="en-IN" dirty="0"/>
                    </a:p>
                  </a:txBody>
                  <a:tcPr/>
                </a:tc>
                <a:tc>
                  <a:txBody>
                    <a:bodyPr/>
                    <a:lstStyle/>
                    <a:p>
                      <a:r>
                        <a:rPr lang="en-IN" dirty="0"/>
                        <a:t>4</a:t>
                      </a:r>
                    </a:p>
                  </a:txBody>
                  <a:tcPr/>
                </a:tc>
                <a:tc>
                  <a:txBody>
                    <a:bodyPr/>
                    <a:lstStyle/>
                    <a:p>
                      <a:r>
                        <a:rPr lang="en-IN"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0.2856</a:t>
                      </a:r>
                    </a:p>
                  </a:txBody>
                  <a:tcPr/>
                </a:tc>
                <a:extLst>
                  <a:ext uri="{0D108BD9-81ED-4DB2-BD59-A6C34878D82A}">
                    <a16:rowId xmlns:a16="http://schemas.microsoft.com/office/drawing/2014/main" val="2509233707"/>
                  </a:ext>
                </a:extLst>
              </a:tr>
              <a:tr h="370840">
                <a:tc>
                  <a:txBody>
                    <a:bodyPr/>
                    <a:lstStyle/>
                    <a:p>
                      <a:r>
                        <a:rPr lang="en-US" dirty="0"/>
                        <a:t>4. Interest Advantage</a:t>
                      </a:r>
                      <a:endParaRPr lang="en-IN" dirty="0"/>
                    </a:p>
                  </a:txBody>
                  <a:tcPr/>
                </a:tc>
                <a:tc>
                  <a:txBody>
                    <a:bodyPr/>
                    <a:lstStyle/>
                    <a:p>
                      <a:r>
                        <a:rPr lang="en-IN" dirty="0"/>
                        <a:t>3</a:t>
                      </a:r>
                    </a:p>
                  </a:txBody>
                  <a:tcPr/>
                </a:tc>
                <a:tc>
                  <a:txBody>
                    <a:bodyPr/>
                    <a:lstStyle/>
                    <a:p>
                      <a:r>
                        <a:rPr lang="en-IN"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0.4284</a:t>
                      </a:r>
                    </a:p>
                  </a:txBody>
                  <a:tcPr/>
                </a:tc>
                <a:extLst>
                  <a:ext uri="{0D108BD9-81ED-4DB2-BD59-A6C34878D82A}">
                    <a16:rowId xmlns:a16="http://schemas.microsoft.com/office/drawing/2014/main" val="3653880822"/>
                  </a:ext>
                </a:extLst>
              </a:tr>
              <a:tr h="370840">
                <a:tc>
                  <a:txBody>
                    <a:bodyPr/>
                    <a:lstStyle/>
                    <a:p>
                      <a:r>
                        <a:rPr lang="en-US" dirty="0"/>
                        <a:t>5. Tax Advantage</a:t>
                      </a:r>
                      <a:endParaRPr lang="en-IN" dirty="0"/>
                    </a:p>
                  </a:txBody>
                  <a:tcPr/>
                </a:tc>
                <a:tc>
                  <a:txBody>
                    <a:bodyPr/>
                    <a:lstStyle/>
                    <a:p>
                      <a:r>
                        <a:rPr lang="en-IN" dirty="0"/>
                        <a:t>2</a:t>
                      </a:r>
                    </a:p>
                  </a:txBody>
                  <a:tcPr/>
                </a:tc>
                <a:tc>
                  <a:txBody>
                    <a:bodyPr/>
                    <a:lstStyle/>
                    <a:p>
                      <a:r>
                        <a:rPr lang="en-IN"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0.5712</a:t>
                      </a:r>
                    </a:p>
                  </a:txBody>
                  <a:tcPr/>
                </a:tc>
                <a:extLst>
                  <a:ext uri="{0D108BD9-81ED-4DB2-BD59-A6C34878D82A}">
                    <a16:rowId xmlns:a16="http://schemas.microsoft.com/office/drawing/2014/main" val="4217341411"/>
                  </a:ext>
                </a:extLst>
              </a:tr>
              <a:tr h="370840">
                <a:tc>
                  <a:txBody>
                    <a:bodyPr/>
                    <a:lstStyle/>
                    <a:p>
                      <a:r>
                        <a:rPr lang="en-US" dirty="0"/>
                        <a:t>6 . Asset Turn</a:t>
                      </a:r>
                      <a:endParaRPr lang="en-IN" dirty="0"/>
                    </a:p>
                  </a:txBody>
                  <a:tcPr/>
                </a:tc>
                <a:tc>
                  <a:txBody>
                    <a:bodyPr/>
                    <a:lstStyle/>
                    <a:p>
                      <a:r>
                        <a:rPr lang="en-IN" dirty="0"/>
                        <a:t>4</a:t>
                      </a:r>
                    </a:p>
                  </a:txBody>
                  <a:tcPr/>
                </a:tc>
                <a:tc>
                  <a:txBody>
                    <a:bodyPr/>
                    <a:lstStyle/>
                    <a:p>
                      <a:r>
                        <a:rPr lang="en-IN"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0.2856</a:t>
                      </a:r>
                    </a:p>
                  </a:txBody>
                  <a:tcPr/>
                </a:tc>
                <a:extLst>
                  <a:ext uri="{0D108BD9-81ED-4DB2-BD59-A6C34878D82A}">
                    <a16:rowId xmlns:a16="http://schemas.microsoft.com/office/drawing/2014/main" val="3228135955"/>
                  </a:ext>
                </a:extLst>
              </a:tr>
              <a:tr h="370840">
                <a:tc>
                  <a:txBody>
                    <a:bodyPr/>
                    <a:lstStyle/>
                    <a:p>
                      <a:r>
                        <a:rPr lang="en-US" dirty="0"/>
                        <a:t>7.  Equity Multiplier </a:t>
                      </a:r>
                      <a:endParaRPr lang="en-IN" dirty="0"/>
                    </a:p>
                  </a:txBody>
                  <a:tcPr/>
                </a:tc>
                <a:tc>
                  <a:txBody>
                    <a:bodyPr/>
                    <a:lstStyle/>
                    <a:p>
                      <a:r>
                        <a:rPr lang="en-IN" dirty="0"/>
                        <a:t>4</a:t>
                      </a:r>
                    </a:p>
                  </a:txBody>
                  <a:tcPr/>
                </a:tc>
                <a:tc>
                  <a:txBody>
                    <a:bodyPr/>
                    <a:lstStyle/>
                    <a:p>
                      <a:r>
                        <a:rPr lang="en-IN"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0.2856</a:t>
                      </a:r>
                    </a:p>
                  </a:txBody>
                  <a:tcPr/>
                </a:tc>
                <a:extLst>
                  <a:ext uri="{0D108BD9-81ED-4DB2-BD59-A6C34878D82A}">
                    <a16:rowId xmlns:a16="http://schemas.microsoft.com/office/drawing/2014/main" val="2040208426"/>
                  </a:ext>
                </a:extLst>
              </a:tr>
              <a:tr h="370840">
                <a:tc>
                  <a:txBody>
                    <a:bodyPr/>
                    <a:lstStyle/>
                    <a:p>
                      <a:r>
                        <a:rPr lang="en-US" b="1" dirty="0"/>
                        <a:t>Total Weighted Score</a:t>
                      </a:r>
                      <a:endParaRPr lang="en-IN" b="1" dirty="0"/>
                    </a:p>
                  </a:txBody>
                  <a:tcPr/>
                </a:tc>
                <a:tc>
                  <a:txBody>
                    <a:bodyPr/>
                    <a:lstStyle/>
                    <a:p>
                      <a:endParaRPr lang="en-IN" dirty="0"/>
                    </a:p>
                  </a:txBody>
                  <a:tcPr/>
                </a:tc>
                <a:tc>
                  <a:txBody>
                    <a:bodyPr/>
                    <a:lstStyle/>
                    <a:p>
                      <a:endParaRPr lang="en-IN" dirty="0"/>
                    </a:p>
                  </a:txBody>
                  <a:tcPr/>
                </a:tc>
                <a:tc>
                  <a:txBody>
                    <a:bodyPr/>
                    <a:lstStyle/>
                    <a:p>
                      <a:endParaRPr lang="en-IN" b="1" dirty="0"/>
                    </a:p>
                  </a:txBody>
                  <a:tcPr/>
                </a:tc>
                <a:tc>
                  <a:txBody>
                    <a:bodyPr/>
                    <a:lstStyle/>
                    <a:p>
                      <a:r>
                        <a:rPr lang="en-IN" b="1" dirty="0"/>
                        <a:t>2.5704</a:t>
                      </a:r>
                    </a:p>
                  </a:txBody>
                  <a:tcPr/>
                </a:tc>
                <a:extLst>
                  <a:ext uri="{0D108BD9-81ED-4DB2-BD59-A6C34878D82A}">
                    <a16:rowId xmlns:a16="http://schemas.microsoft.com/office/drawing/2014/main" val="307530314"/>
                  </a:ext>
                </a:extLst>
              </a:tr>
            </a:tbl>
          </a:graphicData>
        </a:graphic>
      </p:graphicFrame>
    </p:spTree>
    <p:extLst>
      <p:ext uri="{BB962C8B-B14F-4D97-AF65-F5344CB8AC3E}">
        <p14:creationId xmlns:p14="http://schemas.microsoft.com/office/powerpoint/2010/main" val="304229085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1D176-E4E5-4DF6-ABA7-5507A71D2C23}"/>
              </a:ext>
            </a:extLst>
          </p:cNvPr>
          <p:cNvSpPr>
            <a:spLocks noGrp="1"/>
          </p:cNvSpPr>
          <p:nvPr>
            <p:ph type="title"/>
          </p:nvPr>
        </p:nvSpPr>
        <p:spPr/>
        <p:txBody>
          <a:bodyPr/>
          <a:lstStyle/>
          <a:p>
            <a:pPr algn="ctr"/>
            <a:r>
              <a:rPr lang="en-US" b="1" dirty="0"/>
              <a:t>Vishal’s Profitability Score </a:t>
            </a:r>
            <a:endParaRPr lang="en-IN" b="1" dirty="0"/>
          </a:p>
        </p:txBody>
      </p:sp>
      <p:graphicFrame>
        <p:nvGraphicFramePr>
          <p:cNvPr id="4" name="Table 4">
            <a:extLst>
              <a:ext uri="{FF2B5EF4-FFF2-40B4-BE49-F238E27FC236}">
                <a16:creationId xmlns:a16="http://schemas.microsoft.com/office/drawing/2014/main" id="{DDD24054-0404-42B1-81DF-0D3D785498A2}"/>
              </a:ext>
            </a:extLst>
          </p:cNvPr>
          <p:cNvGraphicFramePr>
            <a:graphicFrameLocks noGrp="1"/>
          </p:cNvGraphicFramePr>
          <p:nvPr>
            <p:ph idx="1"/>
          </p:nvPr>
        </p:nvGraphicFramePr>
        <p:xfrm>
          <a:off x="838200" y="1825625"/>
          <a:ext cx="10515600" cy="3870960"/>
        </p:xfrm>
        <a:graphic>
          <a:graphicData uri="http://schemas.openxmlformats.org/drawingml/2006/table">
            <a:tbl>
              <a:tblPr firstRow="1" bandRow="1">
                <a:tableStyleId>{93296810-A885-4BE3-A3E7-6D5BEEA58F35}</a:tableStyleId>
              </a:tblPr>
              <a:tblGrid>
                <a:gridCol w="2103120">
                  <a:extLst>
                    <a:ext uri="{9D8B030D-6E8A-4147-A177-3AD203B41FA5}">
                      <a16:colId xmlns:a16="http://schemas.microsoft.com/office/drawing/2014/main" val="730253726"/>
                    </a:ext>
                  </a:extLst>
                </a:gridCol>
                <a:gridCol w="2103120">
                  <a:extLst>
                    <a:ext uri="{9D8B030D-6E8A-4147-A177-3AD203B41FA5}">
                      <a16:colId xmlns:a16="http://schemas.microsoft.com/office/drawing/2014/main" val="3556026524"/>
                    </a:ext>
                  </a:extLst>
                </a:gridCol>
                <a:gridCol w="2103120">
                  <a:extLst>
                    <a:ext uri="{9D8B030D-6E8A-4147-A177-3AD203B41FA5}">
                      <a16:colId xmlns:a16="http://schemas.microsoft.com/office/drawing/2014/main" val="1753115374"/>
                    </a:ext>
                  </a:extLst>
                </a:gridCol>
                <a:gridCol w="2103120">
                  <a:extLst>
                    <a:ext uri="{9D8B030D-6E8A-4147-A177-3AD203B41FA5}">
                      <a16:colId xmlns:a16="http://schemas.microsoft.com/office/drawing/2014/main" val="1032577184"/>
                    </a:ext>
                  </a:extLst>
                </a:gridCol>
                <a:gridCol w="2103120">
                  <a:extLst>
                    <a:ext uri="{9D8B030D-6E8A-4147-A177-3AD203B41FA5}">
                      <a16:colId xmlns:a16="http://schemas.microsoft.com/office/drawing/2014/main" val="3554605437"/>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3659592122"/>
                  </a:ext>
                </a:extLst>
              </a:tr>
              <a:tr h="370840">
                <a:tc>
                  <a:txBody>
                    <a:bodyPr/>
                    <a:lstStyle/>
                    <a:p>
                      <a:r>
                        <a:rPr lang="en-US" dirty="0"/>
                        <a:t>1. GP Margin</a:t>
                      </a:r>
                    </a:p>
                  </a:txBody>
                  <a:tcPr/>
                </a:tc>
                <a:tc>
                  <a:txBody>
                    <a:bodyPr/>
                    <a:lstStyle/>
                    <a:p>
                      <a:r>
                        <a:rPr lang="en-IN" dirty="0"/>
                        <a:t>5</a:t>
                      </a:r>
                    </a:p>
                  </a:txBody>
                  <a:tcPr/>
                </a:tc>
                <a:tc>
                  <a:txBody>
                    <a:bodyPr/>
                    <a:lstStyle/>
                    <a:p>
                      <a:r>
                        <a:rPr lang="en-IN" dirty="0"/>
                        <a:t>1</a:t>
                      </a:r>
                    </a:p>
                  </a:txBody>
                  <a:tcPr/>
                </a:tc>
                <a:tc>
                  <a:txBody>
                    <a:bodyPr/>
                    <a:lstStyle/>
                    <a:p>
                      <a:r>
                        <a:rPr lang="en-US" dirty="0"/>
                        <a:t>0.1428</a:t>
                      </a:r>
                      <a:endParaRPr lang="en-IN" dirty="0"/>
                    </a:p>
                  </a:txBody>
                  <a:tcPr/>
                </a:tc>
                <a:tc>
                  <a:txBody>
                    <a:bodyPr/>
                    <a:lstStyle/>
                    <a:p>
                      <a:r>
                        <a:rPr lang="en-IN" dirty="0"/>
                        <a:t>0.1428</a:t>
                      </a:r>
                    </a:p>
                  </a:txBody>
                  <a:tcPr/>
                </a:tc>
                <a:extLst>
                  <a:ext uri="{0D108BD9-81ED-4DB2-BD59-A6C34878D82A}">
                    <a16:rowId xmlns:a16="http://schemas.microsoft.com/office/drawing/2014/main" val="2662406923"/>
                  </a:ext>
                </a:extLst>
              </a:tr>
              <a:tr h="0">
                <a:tc>
                  <a:txBody>
                    <a:bodyPr/>
                    <a:lstStyle/>
                    <a:p>
                      <a:r>
                        <a:rPr lang="en-US" dirty="0"/>
                        <a:t>2. SGA Advantage</a:t>
                      </a:r>
                      <a:endParaRPr lang="en-IN" dirty="0"/>
                    </a:p>
                  </a:txBody>
                  <a:tcPr/>
                </a:tc>
                <a:tc>
                  <a:txBody>
                    <a:bodyPr/>
                    <a:lstStyle/>
                    <a:p>
                      <a:r>
                        <a:rPr lang="en-IN" dirty="0"/>
                        <a:t>1</a:t>
                      </a:r>
                    </a:p>
                  </a:txBody>
                  <a:tcPr/>
                </a:tc>
                <a:tc>
                  <a:txBody>
                    <a:bodyPr/>
                    <a:lstStyle/>
                    <a:p>
                      <a:r>
                        <a:rPr lang="en-IN"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0.7140</a:t>
                      </a:r>
                    </a:p>
                  </a:txBody>
                  <a:tcPr/>
                </a:tc>
                <a:extLst>
                  <a:ext uri="{0D108BD9-81ED-4DB2-BD59-A6C34878D82A}">
                    <a16:rowId xmlns:a16="http://schemas.microsoft.com/office/drawing/2014/main" val="1691927584"/>
                  </a:ext>
                </a:extLst>
              </a:tr>
              <a:tr h="370840">
                <a:tc>
                  <a:txBody>
                    <a:bodyPr/>
                    <a:lstStyle/>
                    <a:p>
                      <a:r>
                        <a:rPr lang="en-US" dirty="0"/>
                        <a:t>3. D&amp;A Advantage</a:t>
                      </a:r>
                      <a:endParaRPr lang="en-IN" dirty="0"/>
                    </a:p>
                  </a:txBody>
                  <a:tcPr/>
                </a:tc>
                <a:tc>
                  <a:txBody>
                    <a:bodyPr/>
                    <a:lstStyle/>
                    <a:p>
                      <a:r>
                        <a:rPr lang="en-IN" dirty="0"/>
                        <a:t>5</a:t>
                      </a:r>
                    </a:p>
                  </a:txBody>
                  <a:tcPr/>
                </a:tc>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0.1428</a:t>
                      </a:r>
                    </a:p>
                  </a:txBody>
                  <a:tcPr/>
                </a:tc>
                <a:extLst>
                  <a:ext uri="{0D108BD9-81ED-4DB2-BD59-A6C34878D82A}">
                    <a16:rowId xmlns:a16="http://schemas.microsoft.com/office/drawing/2014/main" val="2509233707"/>
                  </a:ext>
                </a:extLst>
              </a:tr>
              <a:tr h="370840">
                <a:tc>
                  <a:txBody>
                    <a:bodyPr/>
                    <a:lstStyle/>
                    <a:p>
                      <a:r>
                        <a:rPr lang="en-US" dirty="0"/>
                        <a:t>4. Interest Advantage</a:t>
                      </a:r>
                      <a:endParaRPr lang="en-IN" dirty="0"/>
                    </a:p>
                  </a:txBody>
                  <a:tcPr/>
                </a:tc>
                <a:tc>
                  <a:txBody>
                    <a:bodyPr/>
                    <a:lstStyle/>
                    <a:p>
                      <a:r>
                        <a:rPr lang="en-IN" dirty="0"/>
                        <a:t>5</a:t>
                      </a:r>
                    </a:p>
                  </a:txBody>
                  <a:tcPr/>
                </a:tc>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0.1428</a:t>
                      </a:r>
                    </a:p>
                  </a:txBody>
                  <a:tcPr/>
                </a:tc>
                <a:extLst>
                  <a:ext uri="{0D108BD9-81ED-4DB2-BD59-A6C34878D82A}">
                    <a16:rowId xmlns:a16="http://schemas.microsoft.com/office/drawing/2014/main" val="3653880822"/>
                  </a:ext>
                </a:extLst>
              </a:tr>
              <a:tr h="370840">
                <a:tc>
                  <a:txBody>
                    <a:bodyPr/>
                    <a:lstStyle/>
                    <a:p>
                      <a:r>
                        <a:rPr lang="en-US" dirty="0"/>
                        <a:t>5. Tax Advantage</a:t>
                      </a:r>
                      <a:endParaRPr lang="en-IN" dirty="0"/>
                    </a:p>
                  </a:txBody>
                  <a:tcPr/>
                </a:tc>
                <a:tc>
                  <a:txBody>
                    <a:bodyPr/>
                    <a:lstStyle/>
                    <a:p>
                      <a:r>
                        <a:rPr lang="en-IN" dirty="0"/>
                        <a:t>3</a:t>
                      </a:r>
                    </a:p>
                  </a:txBody>
                  <a:tcPr/>
                </a:tc>
                <a:tc>
                  <a:txBody>
                    <a:bodyPr/>
                    <a:lstStyle/>
                    <a:p>
                      <a:r>
                        <a:rPr lang="en-IN"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0.4284</a:t>
                      </a:r>
                    </a:p>
                  </a:txBody>
                  <a:tcPr/>
                </a:tc>
                <a:extLst>
                  <a:ext uri="{0D108BD9-81ED-4DB2-BD59-A6C34878D82A}">
                    <a16:rowId xmlns:a16="http://schemas.microsoft.com/office/drawing/2014/main" val="4217341411"/>
                  </a:ext>
                </a:extLst>
              </a:tr>
              <a:tr h="370840">
                <a:tc>
                  <a:txBody>
                    <a:bodyPr/>
                    <a:lstStyle/>
                    <a:p>
                      <a:r>
                        <a:rPr lang="en-US" dirty="0"/>
                        <a:t>6 . Asset Turn</a:t>
                      </a:r>
                      <a:endParaRPr lang="en-IN" dirty="0"/>
                    </a:p>
                  </a:txBody>
                  <a:tcPr/>
                </a:tc>
                <a:tc>
                  <a:txBody>
                    <a:bodyPr/>
                    <a:lstStyle/>
                    <a:p>
                      <a:r>
                        <a:rPr lang="en-IN" dirty="0"/>
                        <a:t>2</a:t>
                      </a:r>
                    </a:p>
                  </a:txBody>
                  <a:tcPr/>
                </a:tc>
                <a:tc>
                  <a:txBody>
                    <a:bodyPr/>
                    <a:lstStyle/>
                    <a:p>
                      <a:r>
                        <a:rPr lang="en-IN"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0.5712</a:t>
                      </a:r>
                    </a:p>
                  </a:txBody>
                  <a:tcPr/>
                </a:tc>
                <a:extLst>
                  <a:ext uri="{0D108BD9-81ED-4DB2-BD59-A6C34878D82A}">
                    <a16:rowId xmlns:a16="http://schemas.microsoft.com/office/drawing/2014/main" val="3228135955"/>
                  </a:ext>
                </a:extLst>
              </a:tr>
              <a:tr h="370840">
                <a:tc>
                  <a:txBody>
                    <a:bodyPr/>
                    <a:lstStyle/>
                    <a:p>
                      <a:r>
                        <a:rPr lang="en-US" dirty="0"/>
                        <a:t>7.  Equity Multiplier </a:t>
                      </a:r>
                      <a:endParaRPr lang="en-IN" dirty="0"/>
                    </a:p>
                  </a:txBody>
                  <a:tcPr/>
                </a:tc>
                <a:tc>
                  <a:txBody>
                    <a:bodyPr/>
                    <a:lstStyle/>
                    <a:p>
                      <a:r>
                        <a:rPr lang="en-IN" dirty="0"/>
                        <a:t>3</a:t>
                      </a:r>
                    </a:p>
                  </a:txBody>
                  <a:tcPr/>
                </a:tc>
                <a:tc>
                  <a:txBody>
                    <a:bodyPr/>
                    <a:lstStyle/>
                    <a:p>
                      <a:r>
                        <a:rPr lang="en-IN"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0.4284</a:t>
                      </a:r>
                    </a:p>
                  </a:txBody>
                  <a:tcPr/>
                </a:tc>
                <a:extLst>
                  <a:ext uri="{0D108BD9-81ED-4DB2-BD59-A6C34878D82A}">
                    <a16:rowId xmlns:a16="http://schemas.microsoft.com/office/drawing/2014/main" val="2040208426"/>
                  </a:ext>
                </a:extLst>
              </a:tr>
              <a:tr h="370840">
                <a:tc>
                  <a:txBody>
                    <a:bodyPr/>
                    <a:lstStyle/>
                    <a:p>
                      <a:r>
                        <a:rPr lang="en-US" b="1" dirty="0"/>
                        <a:t>Total Weighted Score</a:t>
                      </a:r>
                      <a:endParaRPr lang="en-IN" b="1" dirty="0"/>
                    </a:p>
                  </a:txBody>
                  <a:tcPr/>
                </a:tc>
                <a:tc>
                  <a:txBody>
                    <a:bodyPr/>
                    <a:lstStyle/>
                    <a:p>
                      <a:endParaRPr lang="en-IN" dirty="0"/>
                    </a:p>
                  </a:txBody>
                  <a:tcPr/>
                </a:tc>
                <a:tc>
                  <a:txBody>
                    <a:bodyPr/>
                    <a:lstStyle/>
                    <a:p>
                      <a:endParaRPr lang="en-IN" dirty="0"/>
                    </a:p>
                  </a:txBody>
                  <a:tcPr/>
                </a:tc>
                <a:tc>
                  <a:txBody>
                    <a:bodyPr/>
                    <a:lstStyle/>
                    <a:p>
                      <a:endParaRPr lang="en-IN"/>
                    </a:p>
                  </a:txBody>
                  <a:tcPr/>
                </a:tc>
                <a:tc>
                  <a:txBody>
                    <a:bodyPr/>
                    <a:lstStyle/>
                    <a:p>
                      <a:r>
                        <a:rPr lang="en-IN" b="1" dirty="0"/>
                        <a:t>2.5704</a:t>
                      </a:r>
                    </a:p>
                  </a:txBody>
                  <a:tcPr/>
                </a:tc>
                <a:extLst>
                  <a:ext uri="{0D108BD9-81ED-4DB2-BD59-A6C34878D82A}">
                    <a16:rowId xmlns:a16="http://schemas.microsoft.com/office/drawing/2014/main" val="307530314"/>
                  </a:ext>
                </a:extLst>
              </a:tr>
            </a:tbl>
          </a:graphicData>
        </a:graphic>
      </p:graphicFrame>
    </p:spTree>
    <p:extLst>
      <p:ext uri="{BB962C8B-B14F-4D97-AF65-F5344CB8AC3E}">
        <p14:creationId xmlns:p14="http://schemas.microsoft.com/office/powerpoint/2010/main" val="82316273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452B9-FFE2-4860-86CD-2AD14D149783}"/>
              </a:ext>
            </a:extLst>
          </p:cNvPr>
          <p:cNvSpPr>
            <a:spLocks noGrp="1"/>
          </p:cNvSpPr>
          <p:nvPr>
            <p:ph type="title"/>
          </p:nvPr>
        </p:nvSpPr>
        <p:spPr/>
        <p:txBody>
          <a:bodyPr/>
          <a:lstStyle/>
          <a:p>
            <a:pPr algn="ctr"/>
            <a:r>
              <a:rPr lang="en-US" b="1" dirty="0"/>
              <a:t>Overall Score &amp; Rank on Profitability </a:t>
            </a:r>
            <a:endParaRPr lang="en-IN" b="1" dirty="0"/>
          </a:p>
        </p:txBody>
      </p:sp>
      <p:graphicFrame>
        <p:nvGraphicFramePr>
          <p:cNvPr id="4" name="Table 4">
            <a:extLst>
              <a:ext uri="{FF2B5EF4-FFF2-40B4-BE49-F238E27FC236}">
                <a16:creationId xmlns:a16="http://schemas.microsoft.com/office/drawing/2014/main" id="{6FCFC94A-D07F-4067-BD63-2BDEACC3A911}"/>
              </a:ext>
            </a:extLst>
          </p:cNvPr>
          <p:cNvGraphicFramePr>
            <a:graphicFrameLocks noGrp="1"/>
          </p:cNvGraphicFramePr>
          <p:nvPr>
            <p:ph idx="1"/>
          </p:nvPr>
        </p:nvGraphicFramePr>
        <p:xfrm>
          <a:off x="838200" y="1825625"/>
          <a:ext cx="10515597" cy="2595880"/>
        </p:xfrm>
        <a:graphic>
          <a:graphicData uri="http://schemas.openxmlformats.org/drawingml/2006/table">
            <a:tbl>
              <a:tblPr firstRow="1" bandRow="1">
                <a:tableStyleId>{073A0DAA-6AF3-43AB-8588-CEC1D06C72B9}</a:tableStyleId>
              </a:tblPr>
              <a:tblGrid>
                <a:gridCol w="3505199">
                  <a:extLst>
                    <a:ext uri="{9D8B030D-6E8A-4147-A177-3AD203B41FA5}">
                      <a16:colId xmlns:a16="http://schemas.microsoft.com/office/drawing/2014/main" val="597982494"/>
                    </a:ext>
                  </a:extLst>
                </a:gridCol>
                <a:gridCol w="3505199">
                  <a:extLst>
                    <a:ext uri="{9D8B030D-6E8A-4147-A177-3AD203B41FA5}">
                      <a16:colId xmlns:a16="http://schemas.microsoft.com/office/drawing/2014/main" val="4184826544"/>
                    </a:ext>
                  </a:extLst>
                </a:gridCol>
                <a:gridCol w="3505199">
                  <a:extLst>
                    <a:ext uri="{9D8B030D-6E8A-4147-A177-3AD203B41FA5}">
                      <a16:colId xmlns:a16="http://schemas.microsoft.com/office/drawing/2014/main" val="1217679234"/>
                    </a:ext>
                  </a:extLst>
                </a:gridCol>
              </a:tblGrid>
              <a:tr h="370840">
                <a:tc>
                  <a:txBody>
                    <a:bodyPr/>
                    <a:lstStyle/>
                    <a:p>
                      <a:r>
                        <a:rPr lang="en-US" dirty="0"/>
                        <a:t>Firm</a:t>
                      </a:r>
                      <a:endParaRPr lang="en-IN" dirty="0"/>
                    </a:p>
                  </a:txBody>
                  <a:tcPr/>
                </a:tc>
                <a:tc>
                  <a:txBody>
                    <a:bodyPr/>
                    <a:lstStyle/>
                    <a:p>
                      <a:r>
                        <a:rPr lang="en-US" dirty="0"/>
                        <a:t>Overall </a:t>
                      </a:r>
                      <a:r>
                        <a:rPr lang="en-US" dirty="0" err="1"/>
                        <a:t>W.Score</a:t>
                      </a:r>
                      <a:r>
                        <a:rPr lang="en-US" dirty="0"/>
                        <a:t> on Profitability</a:t>
                      </a:r>
                      <a:endParaRPr lang="en-IN" dirty="0"/>
                    </a:p>
                  </a:txBody>
                  <a:tcPr/>
                </a:tc>
                <a:tc>
                  <a:txBody>
                    <a:bodyPr/>
                    <a:lstStyle/>
                    <a:p>
                      <a:r>
                        <a:rPr lang="en-US" dirty="0"/>
                        <a:t>Overall Rank </a:t>
                      </a:r>
                      <a:endParaRPr lang="en-IN" dirty="0"/>
                    </a:p>
                  </a:txBody>
                  <a:tcPr/>
                </a:tc>
                <a:extLst>
                  <a:ext uri="{0D108BD9-81ED-4DB2-BD59-A6C34878D82A}">
                    <a16:rowId xmlns:a16="http://schemas.microsoft.com/office/drawing/2014/main" val="2934735824"/>
                  </a:ext>
                </a:extLst>
              </a:tr>
              <a:tr h="370840">
                <a:tc>
                  <a:txBody>
                    <a:bodyPr/>
                    <a:lstStyle/>
                    <a:p>
                      <a:r>
                        <a:rPr lang="en-IN" b="0" dirty="0"/>
                        <a:t>HUL</a:t>
                      </a:r>
                    </a:p>
                  </a:txBody>
                  <a:tcPr/>
                </a:tc>
                <a:tc>
                  <a:txBody>
                    <a:bodyPr/>
                    <a:lstStyle/>
                    <a:p>
                      <a:r>
                        <a:rPr lang="en-IN" b="0" dirty="0"/>
                        <a:t>2.9988</a:t>
                      </a:r>
                    </a:p>
                  </a:txBody>
                  <a:tcPr/>
                </a:tc>
                <a:tc>
                  <a:txBody>
                    <a:bodyPr/>
                    <a:lstStyle/>
                    <a:p>
                      <a:r>
                        <a:rPr lang="en-IN" b="0" dirty="0"/>
                        <a:t>2</a:t>
                      </a:r>
                    </a:p>
                  </a:txBody>
                  <a:tcPr/>
                </a:tc>
                <a:extLst>
                  <a:ext uri="{0D108BD9-81ED-4DB2-BD59-A6C34878D82A}">
                    <a16:rowId xmlns:a16="http://schemas.microsoft.com/office/drawing/2014/main" val="404253511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Godrej Consumer Products Ltd </a:t>
                      </a:r>
                    </a:p>
                  </a:txBody>
                  <a:tcPr/>
                </a:tc>
                <a:tc>
                  <a:txBody>
                    <a:bodyPr/>
                    <a:lstStyle/>
                    <a:p>
                      <a:r>
                        <a:rPr lang="en-IN" b="0" dirty="0"/>
                        <a:t>2.7132</a:t>
                      </a:r>
                    </a:p>
                  </a:txBody>
                  <a:tcPr/>
                </a:tc>
                <a:tc>
                  <a:txBody>
                    <a:bodyPr/>
                    <a:lstStyle/>
                    <a:p>
                      <a:r>
                        <a:rPr lang="en-IN" b="0" dirty="0"/>
                        <a:t>3</a:t>
                      </a:r>
                    </a:p>
                  </a:txBody>
                  <a:tcPr/>
                </a:tc>
                <a:extLst>
                  <a:ext uri="{0D108BD9-81ED-4DB2-BD59-A6C34878D82A}">
                    <a16:rowId xmlns:a16="http://schemas.microsoft.com/office/drawing/2014/main" val="423036881"/>
                  </a:ext>
                </a:extLst>
              </a:tr>
              <a:tr h="370840">
                <a:tc>
                  <a:txBody>
                    <a:bodyPr/>
                    <a:lstStyle/>
                    <a:p>
                      <a:r>
                        <a:rPr lang="en-IN" b="1" dirty="0"/>
                        <a:t>Marico Ltd</a:t>
                      </a:r>
                    </a:p>
                  </a:txBody>
                  <a:tcPr/>
                </a:tc>
                <a:tc>
                  <a:txBody>
                    <a:bodyPr/>
                    <a:lstStyle/>
                    <a:p>
                      <a:r>
                        <a:rPr lang="en-IN" b="1" dirty="0"/>
                        <a:t>4.1412</a:t>
                      </a:r>
                    </a:p>
                  </a:txBody>
                  <a:tcPr/>
                </a:tc>
                <a:tc>
                  <a:txBody>
                    <a:bodyPr/>
                    <a:lstStyle/>
                    <a:p>
                      <a:r>
                        <a:rPr lang="en-IN" b="1" dirty="0"/>
                        <a:t>1</a:t>
                      </a:r>
                    </a:p>
                  </a:txBody>
                  <a:tcPr/>
                </a:tc>
                <a:extLst>
                  <a:ext uri="{0D108BD9-81ED-4DB2-BD59-A6C34878D82A}">
                    <a16:rowId xmlns:a16="http://schemas.microsoft.com/office/drawing/2014/main" val="3368638780"/>
                  </a:ext>
                </a:extLst>
              </a:tr>
              <a:tr h="370840">
                <a:tc>
                  <a:txBody>
                    <a:bodyPr/>
                    <a:lstStyle/>
                    <a:p>
                      <a:r>
                        <a:rPr lang="en-IN" b="0" dirty="0">
                          <a:highlight>
                            <a:srgbClr val="FFFF00"/>
                          </a:highlight>
                        </a:rPr>
                        <a:t>Dabur India</a:t>
                      </a:r>
                    </a:p>
                  </a:txBody>
                  <a:tcPr/>
                </a:tc>
                <a:tc>
                  <a:txBody>
                    <a:bodyPr/>
                    <a:lstStyle/>
                    <a:p>
                      <a:r>
                        <a:rPr lang="en-IN" b="0" dirty="0">
                          <a:highlight>
                            <a:srgbClr val="FFFF00"/>
                          </a:highlight>
                        </a:rPr>
                        <a:t>2.5704</a:t>
                      </a:r>
                    </a:p>
                  </a:txBody>
                  <a:tcPr/>
                </a:tc>
                <a:tc>
                  <a:txBody>
                    <a:bodyPr/>
                    <a:lstStyle/>
                    <a:p>
                      <a:r>
                        <a:rPr lang="en-IN" b="0" dirty="0">
                          <a:highlight>
                            <a:srgbClr val="FFFF00"/>
                          </a:highlight>
                        </a:rPr>
                        <a:t>4</a:t>
                      </a:r>
                    </a:p>
                  </a:txBody>
                  <a:tcPr/>
                </a:tc>
                <a:extLst>
                  <a:ext uri="{0D108BD9-81ED-4DB2-BD59-A6C34878D82A}">
                    <a16:rowId xmlns:a16="http://schemas.microsoft.com/office/drawing/2014/main" val="21072189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highlight>
                            <a:srgbClr val="FFFF00"/>
                          </a:highlight>
                        </a:rPr>
                        <a:t>Vishal Mega Mart</a:t>
                      </a:r>
                    </a:p>
                  </a:txBody>
                  <a:tcPr/>
                </a:tc>
                <a:tc>
                  <a:txBody>
                    <a:bodyPr/>
                    <a:lstStyle/>
                    <a:p>
                      <a:r>
                        <a:rPr lang="en-IN" b="0" dirty="0">
                          <a:highlight>
                            <a:srgbClr val="FFFF00"/>
                          </a:highlight>
                        </a:rPr>
                        <a:t>2.5704</a:t>
                      </a:r>
                    </a:p>
                  </a:txBody>
                  <a:tcPr/>
                </a:tc>
                <a:tc>
                  <a:txBody>
                    <a:bodyPr/>
                    <a:lstStyle/>
                    <a:p>
                      <a:r>
                        <a:rPr lang="en-IN" b="0" dirty="0">
                          <a:highlight>
                            <a:srgbClr val="FFFF00"/>
                          </a:highlight>
                        </a:rPr>
                        <a:t>4</a:t>
                      </a:r>
                    </a:p>
                  </a:txBody>
                  <a:tcPr/>
                </a:tc>
                <a:extLst>
                  <a:ext uri="{0D108BD9-81ED-4DB2-BD59-A6C34878D82A}">
                    <a16:rowId xmlns:a16="http://schemas.microsoft.com/office/drawing/2014/main" val="32497861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627890948"/>
                  </a:ext>
                </a:extLst>
              </a:tr>
            </a:tbl>
          </a:graphicData>
        </a:graphic>
      </p:graphicFrame>
    </p:spTree>
    <p:extLst>
      <p:ext uri="{BB962C8B-B14F-4D97-AF65-F5344CB8AC3E}">
        <p14:creationId xmlns:p14="http://schemas.microsoft.com/office/powerpoint/2010/main" val="189753039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90EB2-A211-4DD6-B68B-48B31B3F6CA9}"/>
              </a:ext>
            </a:extLst>
          </p:cNvPr>
          <p:cNvSpPr>
            <a:spLocks noGrp="1"/>
          </p:cNvSpPr>
          <p:nvPr>
            <p:ph type="title"/>
          </p:nvPr>
        </p:nvSpPr>
        <p:spPr/>
        <p:txBody>
          <a:bodyPr/>
          <a:lstStyle/>
          <a:p>
            <a:pPr algn="ctr"/>
            <a:r>
              <a:rPr lang="en-US" b="1" dirty="0">
                <a:highlight>
                  <a:srgbClr val="FFFF00"/>
                </a:highlight>
              </a:rPr>
              <a:t>WC Efficiency </a:t>
            </a:r>
            <a:r>
              <a:rPr lang="en-US" b="1" dirty="0"/>
              <a:t>– Sub Parameters Considered </a:t>
            </a:r>
            <a:endParaRPr lang="en-IN" b="1" dirty="0"/>
          </a:p>
        </p:txBody>
      </p:sp>
      <p:sp>
        <p:nvSpPr>
          <p:cNvPr id="3" name="Content Placeholder 2">
            <a:extLst>
              <a:ext uri="{FF2B5EF4-FFF2-40B4-BE49-F238E27FC236}">
                <a16:creationId xmlns:a16="http://schemas.microsoft.com/office/drawing/2014/main" id="{FDA043D5-921A-40D2-B03F-E58A74FDE517}"/>
              </a:ext>
            </a:extLst>
          </p:cNvPr>
          <p:cNvSpPr>
            <a:spLocks noGrp="1"/>
          </p:cNvSpPr>
          <p:nvPr>
            <p:ph idx="1"/>
          </p:nvPr>
        </p:nvSpPr>
        <p:spPr/>
        <p:txBody>
          <a:bodyPr>
            <a:normAutofit/>
          </a:bodyPr>
          <a:lstStyle/>
          <a:p>
            <a:pPr marL="514350" indent="-514350">
              <a:buAutoNum type="arabicPeriod"/>
            </a:pPr>
            <a:r>
              <a:rPr lang="en-US" sz="4400" dirty="0"/>
              <a:t>Days Receivable ( Lower the Better)</a:t>
            </a:r>
          </a:p>
          <a:p>
            <a:pPr marL="514350" indent="-514350">
              <a:buAutoNum type="arabicPeriod"/>
            </a:pPr>
            <a:r>
              <a:rPr lang="en-US" sz="4400" dirty="0"/>
              <a:t>Days Inventories ( Lower the Better)</a:t>
            </a:r>
          </a:p>
          <a:p>
            <a:pPr marL="514350" indent="-514350">
              <a:buAutoNum type="arabicPeriod"/>
            </a:pPr>
            <a:r>
              <a:rPr lang="en-US" sz="4400" dirty="0"/>
              <a:t>Days Payable  ( Higher the Better)</a:t>
            </a:r>
            <a:endParaRPr lang="en-IN" sz="4400" dirty="0"/>
          </a:p>
        </p:txBody>
      </p:sp>
    </p:spTree>
    <p:extLst>
      <p:ext uri="{BB962C8B-B14F-4D97-AF65-F5344CB8AC3E}">
        <p14:creationId xmlns:p14="http://schemas.microsoft.com/office/powerpoint/2010/main" val="18241939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8639E-0AB5-4095-9BC1-A93EA9F1AAF4}"/>
              </a:ext>
            </a:extLst>
          </p:cNvPr>
          <p:cNvSpPr>
            <a:spLocks noGrp="1"/>
          </p:cNvSpPr>
          <p:nvPr>
            <p:ph type="title"/>
          </p:nvPr>
        </p:nvSpPr>
        <p:spPr/>
        <p:txBody>
          <a:bodyPr/>
          <a:lstStyle/>
          <a:p>
            <a:pPr algn="ctr"/>
            <a:r>
              <a:rPr lang="en-US" b="1" dirty="0"/>
              <a:t>Days Receivables (DR) </a:t>
            </a:r>
            <a:r>
              <a:rPr lang="en-US" dirty="0"/>
              <a:t>– FY 2025</a:t>
            </a:r>
            <a:br>
              <a:rPr lang="en-US" dirty="0"/>
            </a:br>
            <a:r>
              <a:rPr lang="en-US" dirty="0"/>
              <a:t>( Lower The Better) </a:t>
            </a:r>
            <a:endParaRPr lang="en-IN" dirty="0"/>
          </a:p>
        </p:txBody>
      </p:sp>
      <p:graphicFrame>
        <p:nvGraphicFramePr>
          <p:cNvPr id="4" name="Table 4">
            <a:extLst>
              <a:ext uri="{FF2B5EF4-FFF2-40B4-BE49-F238E27FC236}">
                <a16:creationId xmlns:a16="http://schemas.microsoft.com/office/drawing/2014/main" id="{1DD1D885-1721-4522-B6D3-96413C4754B1}"/>
              </a:ext>
            </a:extLst>
          </p:cNvPr>
          <p:cNvGraphicFramePr>
            <a:graphicFrameLocks noGrp="1"/>
          </p:cNvGraphicFramePr>
          <p:nvPr>
            <p:ph idx="1"/>
          </p:nvPr>
        </p:nvGraphicFramePr>
        <p:xfrm>
          <a:off x="838200" y="1851024"/>
          <a:ext cx="8584769" cy="2834640"/>
        </p:xfrm>
        <a:graphic>
          <a:graphicData uri="http://schemas.openxmlformats.org/drawingml/2006/table">
            <a:tbl>
              <a:tblPr firstRow="1" bandRow="1">
                <a:tableStyleId>{F5AB1C69-6EDB-4FF4-983F-18BD219EF322}</a:tableStyleId>
              </a:tblPr>
              <a:tblGrid>
                <a:gridCol w="2189899">
                  <a:extLst>
                    <a:ext uri="{9D8B030D-6E8A-4147-A177-3AD203B41FA5}">
                      <a16:colId xmlns:a16="http://schemas.microsoft.com/office/drawing/2014/main" val="239351581"/>
                    </a:ext>
                  </a:extLst>
                </a:gridCol>
                <a:gridCol w="2189899">
                  <a:extLst>
                    <a:ext uri="{9D8B030D-6E8A-4147-A177-3AD203B41FA5}">
                      <a16:colId xmlns:a16="http://schemas.microsoft.com/office/drawing/2014/main" val="3651509243"/>
                    </a:ext>
                  </a:extLst>
                </a:gridCol>
                <a:gridCol w="2189899">
                  <a:extLst>
                    <a:ext uri="{9D8B030D-6E8A-4147-A177-3AD203B41FA5}">
                      <a16:colId xmlns:a16="http://schemas.microsoft.com/office/drawing/2014/main" val="343889307"/>
                    </a:ext>
                  </a:extLst>
                </a:gridCol>
                <a:gridCol w="1007536">
                  <a:extLst>
                    <a:ext uri="{9D8B030D-6E8A-4147-A177-3AD203B41FA5}">
                      <a16:colId xmlns:a16="http://schemas.microsoft.com/office/drawing/2014/main" val="3173881814"/>
                    </a:ext>
                  </a:extLst>
                </a:gridCol>
                <a:gridCol w="1007536">
                  <a:extLst>
                    <a:ext uri="{9D8B030D-6E8A-4147-A177-3AD203B41FA5}">
                      <a16:colId xmlns:a16="http://schemas.microsoft.com/office/drawing/2014/main" val="269274260"/>
                    </a:ext>
                  </a:extLst>
                </a:gridCol>
              </a:tblGrid>
              <a:tr h="329909">
                <a:tc>
                  <a:txBody>
                    <a:bodyPr/>
                    <a:lstStyle/>
                    <a:p>
                      <a:r>
                        <a:rPr lang="en-US" dirty="0"/>
                        <a:t>Company</a:t>
                      </a:r>
                      <a:endParaRPr lang="en-IN" dirty="0"/>
                    </a:p>
                  </a:txBody>
                  <a:tcPr/>
                </a:tc>
                <a:tc>
                  <a:txBody>
                    <a:bodyPr/>
                    <a:lstStyle/>
                    <a:p>
                      <a:r>
                        <a:rPr lang="en-US" dirty="0"/>
                        <a:t>Trade Receivables</a:t>
                      </a:r>
                      <a:endParaRPr lang="en-IN" dirty="0"/>
                    </a:p>
                  </a:txBody>
                  <a:tcPr/>
                </a:tc>
                <a:tc>
                  <a:txBody>
                    <a:bodyPr/>
                    <a:lstStyle/>
                    <a:p>
                      <a:r>
                        <a:rPr lang="en-US" dirty="0"/>
                        <a:t>Net </a:t>
                      </a:r>
                      <a:r>
                        <a:rPr lang="en-US" dirty="0" err="1"/>
                        <a:t>Op.Rev</a:t>
                      </a:r>
                      <a:endParaRPr lang="en-IN" dirty="0"/>
                    </a:p>
                  </a:txBody>
                  <a:tcPr/>
                </a:tc>
                <a:tc>
                  <a:txBody>
                    <a:bodyPr/>
                    <a:lstStyle/>
                    <a:p>
                      <a:r>
                        <a:rPr lang="en-US" dirty="0"/>
                        <a:t>DR</a:t>
                      </a:r>
                      <a:endParaRPr lang="en-IN" dirty="0"/>
                    </a:p>
                  </a:txBody>
                  <a:tcPr/>
                </a:tc>
                <a:tc>
                  <a:txBody>
                    <a:bodyPr/>
                    <a:lstStyle/>
                    <a:p>
                      <a:r>
                        <a:rPr lang="en-US" dirty="0"/>
                        <a:t> Rank</a:t>
                      </a:r>
                      <a:endParaRPr lang="en-IN" dirty="0"/>
                    </a:p>
                  </a:txBody>
                  <a:tcPr/>
                </a:tc>
                <a:extLst>
                  <a:ext uri="{0D108BD9-81ED-4DB2-BD59-A6C34878D82A}">
                    <a16:rowId xmlns:a16="http://schemas.microsoft.com/office/drawing/2014/main" val="1916009622"/>
                  </a:ext>
                </a:extLst>
              </a:tr>
              <a:tr h="329909">
                <a:tc>
                  <a:txBody>
                    <a:bodyPr/>
                    <a:lstStyle/>
                    <a:p>
                      <a:r>
                        <a:rPr lang="en-IN" b="0" dirty="0"/>
                        <a:t>HUL</a:t>
                      </a:r>
                    </a:p>
                  </a:txBody>
                  <a:tcPr/>
                </a:tc>
                <a:tc>
                  <a:txBody>
                    <a:bodyPr/>
                    <a:lstStyle/>
                    <a:p>
                      <a:r>
                        <a:rPr lang="en-IN" b="0" dirty="0"/>
                        <a:t>3819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62288</a:t>
                      </a:r>
                    </a:p>
                  </a:txBody>
                  <a:tcPr/>
                </a:tc>
                <a:tc>
                  <a:txBody>
                    <a:bodyPr/>
                    <a:lstStyle/>
                    <a:p>
                      <a:r>
                        <a:rPr lang="en-IN" b="0" dirty="0"/>
                        <a:t>22</a:t>
                      </a:r>
                    </a:p>
                  </a:txBody>
                  <a:tcPr/>
                </a:tc>
                <a:tc>
                  <a:txBody>
                    <a:bodyPr/>
                    <a:lstStyle/>
                    <a:p>
                      <a:r>
                        <a:rPr lang="en-IN" b="0" dirty="0"/>
                        <a:t>2</a:t>
                      </a:r>
                    </a:p>
                  </a:txBody>
                  <a:tcPr/>
                </a:tc>
                <a:extLst>
                  <a:ext uri="{0D108BD9-81ED-4DB2-BD59-A6C34878D82A}">
                    <a16:rowId xmlns:a16="http://schemas.microsoft.com/office/drawing/2014/main" val="36654119"/>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highlight>
                            <a:srgbClr val="FFFF00"/>
                          </a:highlight>
                          <a:uLnTx/>
                          <a:uFillTx/>
                          <a:latin typeface="+mn-lt"/>
                          <a:ea typeface="+mn-ea"/>
                          <a:cs typeface="+mn-cs"/>
                        </a:rPr>
                        <a:t>Godrej Consumer Products Ltd </a:t>
                      </a:r>
                    </a:p>
                  </a:txBody>
                  <a:tcPr/>
                </a:tc>
                <a:tc>
                  <a:txBody>
                    <a:bodyPr/>
                    <a:lstStyle/>
                    <a:p>
                      <a:r>
                        <a:rPr lang="en-IN" b="0" dirty="0"/>
                        <a:t>1819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14285</a:t>
                      </a:r>
                    </a:p>
                  </a:txBody>
                  <a:tcPr/>
                </a:tc>
                <a:tc>
                  <a:txBody>
                    <a:bodyPr/>
                    <a:lstStyle/>
                    <a:p>
                      <a:r>
                        <a:rPr lang="en-IN" b="0" dirty="0">
                          <a:highlight>
                            <a:srgbClr val="FFFF00"/>
                          </a:highlight>
                        </a:rPr>
                        <a:t>46</a:t>
                      </a:r>
                    </a:p>
                  </a:txBody>
                  <a:tcPr/>
                </a:tc>
                <a:tc>
                  <a:txBody>
                    <a:bodyPr/>
                    <a:lstStyle/>
                    <a:p>
                      <a:r>
                        <a:rPr lang="en-IN" b="0" dirty="0">
                          <a:highlight>
                            <a:srgbClr val="FFFF00"/>
                          </a:highlight>
                        </a:rPr>
                        <a:t>5</a:t>
                      </a:r>
                    </a:p>
                  </a:txBody>
                  <a:tcPr/>
                </a:tc>
                <a:extLst>
                  <a:ext uri="{0D108BD9-81ED-4DB2-BD59-A6C34878D82A}">
                    <a16:rowId xmlns:a16="http://schemas.microsoft.com/office/drawing/2014/main" val="492802680"/>
                  </a:ext>
                </a:extLst>
              </a:tr>
              <a:tr h="329909">
                <a:tc>
                  <a:txBody>
                    <a:bodyPr/>
                    <a:lstStyle/>
                    <a:p>
                      <a:r>
                        <a:rPr lang="en-IN" b="0" dirty="0"/>
                        <a:t>Marico Ltd</a:t>
                      </a:r>
                    </a:p>
                  </a:txBody>
                  <a:tcPr/>
                </a:tc>
                <a:tc>
                  <a:txBody>
                    <a:bodyPr/>
                    <a:lstStyle/>
                    <a:p>
                      <a:r>
                        <a:rPr lang="en-IN" b="0" dirty="0"/>
                        <a:t>1271</a:t>
                      </a:r>
                    </a:p>
                  </a:txBody>
                  <a:tcPr/>
                </a:tc>
                <a:tc>
                  <a:txBody>
                    <a:bodyPr/>
                    <a:lstStyle/>
                    <a:p>
                      <a:r>
                        <a:rPr lang="en-IN" b="0" dirty="0"/>
                        <a:t>10733</a:t>
                      </a:r>
                    </a:p>
                  </a:txBody>
                  <a:tcPr/>
                </a:tc>
                <a:tc>
                  <a:txBody>
                    <a:bodyPr/>
                    <a:lstStyle/>
                    <a:p>
                      <a:r>
                        <a:rPr lang="en-IN" b="0" dirty="0"/>
                        <a:t>43</a:t>
                      </a:r>
                    </a:p>
                  </a:txBody>
                  <a:tcPr/>
                </a:tc>
                <a:tc>
                  <a:txBody>
                    <a:bodyPr/>
                    <a:lstStyle/>
                    <a:p>
                      <a:r>
                        <a:rPr lang="en-IN" b="0" dirty="0"/>
                        <a:t>4</a:t>
                      </a:r>
                    </a:p>
                  </a:txBody>
                  <a:tcPr/>
                </a:tc>
                <a:extLst>
                  <a:ext uri="{0D108BD9-81ED-4DB2-BD59-A6C34878D82A}">
                    <a16:rowId xmlns:a16="http://schemas.microsoft.com/office/drawing/2014/main" val="2746652360"/>
                  </a:ext>
                </a:extLst>
              </a:tr>
              <a:tr h="329909">
                <a:tc>
                  <a:txBody>
                    <a:bodyPr/>
                    <a:lstStyle/>
                    <a:p>
                      <a:r>
                        <a:rPr lang="en-IN" b="0" dirty="0"/>
                        <a:t>Dabur India</a:t>
                      </a:r>
                    </a:p>
                  </a:txBody>
                  <a:tcPr/>
                </a:tc>
                <a:tc>
                  <a:txBody>
                    <a:bodyPr/>
                    <a:lstStyle/>
                    <a:p>
                      <a:r>
                        <a:rPr lang="en-IN" b="0" dirty="0"/>
                        <a:t>889</a:t>
                      </a:r>
                    </a:p>
                  </a:txBody>
                  <a:tcPr/>
                </a:tc>
                <a:tc>
                  <a:txBody>
                    <a:bodyPr/>
                    <a:lstStyle/>
                    <a:p>
                      <a:r>
                        <a:rPr lang="en-IN" b="0" dirty="0"/>
                        <a:t>12400</a:t>
                      </a:r>
                    </a:p>
                  </a:txBody>
                  <a:tcPr/>
                </a:tc>
                <a:tc>
                  <a:txBody>
                    <a:bodyPr/>
                    <a:lstStyle/>
                    <a:p>
                      <a:r>
                        <a:rPr lang="en-IN" b="0" dirty="0">
                          <a:solidFill>
                            <a:schemeClr val="bg2">
                              <a:lumMod val="10000"/>
                            </a:schemeClr>
                          </a:solidFill>
                        </a:rPr>
                        <a:t>26</a:t>
                      </a:r>
                    </a:p>
                  </a:txBody>
                  <a:tcPr/>
                </a:tc>
                <a:tc>
                  <a:txBody>
                    <a:bodyPr/>
                    <a:lstStyle/>
                    <a:p>
                      <a:r>
                        <a:rPr lang="en-IN" b="0" dirty="0">
                          <a:solidFill>
                            <a:schemeClr val="bg2">
                              <a:lumMod val="10000"/>
                            </a:schemeClr>
                          </a:solidFill>
                        </a:rPr>
                        <a:t>3</a:t>
                      </a:r>
                    </a:p>
                  </a:txBody>
                  <a:tcPr/>
                </a:tc>
                <a:extLst>
                  <a:ext uri="{0D108BD9-81ED-4DB2-BD59-A6C34878D82A}">
                    <a16:rowId xmlns:a16="http://schemas.microsoft.com/office/drawing/2014/main" val="1127933414"/>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Vishal Mega Mart</a:t>
                      </a:r>
                    </a:p>
                  </a:txBody>
                  <a:tcPr/>
                </a:tc>
                <a:tc>
                  <a:txBody>
                    <a:bodyPr/>
                    <a:lstStyle/>
                    <a:p>
                      <a:r>
                        <a:rPr lang="en-IN" b="0" dirty="0"/>
                        <a:t>66</a:t>
                      </a:r>
                    </a:p>
                  </a:txBody>
                  <a:tcPr/>
                </a:tc>
                <a:tc>
                  <a:txBody>
                    <a:bodyPr/>
                    <a:lstStyle/>
                    <a:p>
                      <a:r>
                        <a:rPr lang="en-IN" b="0" dirty="0"/>
                        <a:t>10716</a:t>
                      </a:r>
                    </a:p>
                  </a:txBody>
                  <a:tcPr/>
                </a:tc>
                <a:tc>
                  <a:txBody>
                    <a:bodyPr/>
                    <a:lstStyle/>
                    <a:p>
                      <a:r>
                        <a:rPr lang="en-IN" b="1" dirty="0"/>
                        <a:t>2</a:t>
                      </a:r>
                    </a:p>
                  </a:txBody>
                  <a:tcPr/>
                </a:tc>
                <a:tc>
                  <a:txBody>
                    <a:bodyPr/>
                    <a:lstStyle/>
                    <a:p>
                      <a:r>
                        <a:rPr lang="en-IN" b="1" dirty="0"/>
                        <a:t>1</a:t>
                      </a:r>
                    </a:p>
                  </a:txBody>
                  <a:tcPr/>
                </a:tc>
                <a:extLst>
                  <a:ext uri="{0D108BD9-81ED-4DB2-BD59-A6C34878D82A}">
                    <a16:rowId xmlns:a16="http://schemas.microsoft.com/office/drawing/2014/main" val="4187621447"/>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180963087"/>
                  </a:ext>
                </a:extLst>
              </a:tr>
            </a:tbl>
          </a:graphicData>
        </a:graphic>
      </p:graphicFrame>
    </p:spTree>
    <p:extLst>
      <p:ext uri="{BB962C8B-B14F-4D97-AF65-F5344CB8AC3E}">
        <p14:creationId xmlns:p14="http://schemas.microsoft.com/office/powerpoint/2010/main" val="286174431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8639E-0AB5-4095-9BC1-A93EA9F1AAF4}"/>
              </a:ext>
            </a:extLst>
          </p:cNvPr>
          <p:cNvSpPr>
            <a:spLocks noGrp="1"/>
          </p:cNvSpPr>
          <p:nvPr>
            <p:ph type="title"/>
          </p:nvPr>
        </p:nvSpPr>
        <p:spPr/>
        <p:txBody>
          <a:bodyPr/>
          <a:lstStyle/>
          <a:p>
            <a:pPr algn="ctr"/>
            <a:r>
              <a:rPr lang="en-US" b="1" dirty="0"/>
              <a:t>Days Inventories (DI) </a:t>
            </a:r>
            <a:r>
              <a:rPr lang="en-US" dirty="0"/>
              <a:t>– FY 2025</a:t>
            </a:r>
            <a:br>
              <a:rPr lang="en-US" dirty="0"/>
            </a:br>
            <a:r>
              <a:rPr lang="en-US" dirty="0"/>
              <a:t>( Lower The Better) </a:t>
            </a:r>
            <a:endParaRPr lang="en-IN" dirty="0"/>
          </a:p>
        </p:txBody>
      </p:sp>
      <p:graphicFrame>
        <p:nvGraphicFramePr>
          <p:cNvPr id="4" name="Table 4">
            <a:extLst>
              <a:ext uri="{FF2B5EF4-FFF2-40B4-BE49-F238E27FC236}">
                <a16:creationId xmlns:a16="http://schemas.microsoft.com/office/drawing/2014/main" id="{1DD1D885-1721-4522-B6D3-96413C4754B1}"/>
              </a:ext>
            </a:extLst>
          </p:cNvPr>
          <p:cNvGraphicFramePr>
            <a:graphicFrameLocks noGrp="1"/>
          </p:cNvGraphicFramePr>
          <p:nvPr>
            <p:ph idx="1"/>
          </p:nvPr>
        </p:nvGraphicFramePr>
        <p:xfrm>
          <a:off x="838200" y="1851024"/>
          <a:ext cx="8584769" cy="2834640"/>
        </p:xfrm>
        <a:graphic>
          <a:graphicData uri="http://schemas.openxmlformats.org/drawingml/2006/table">
            <a:tbl>
              <a:tblPr firstRow="1" bandRow="1">
                <a:tableStyleId>{7DF18680-E054-41AD-8BC1-D1AEF772440D}</a:tableStyleId>
              </a:tblPr>
              <a:tblGrid>
                <a:gridCol w="2189899">
                  <a:extLst>
                    <a:ext uri="{9D8B030D-6E8A-4147-A177-3AD203B41FA5}">
                      <a16:colId xmlns:a16="http://schemas.microsoft.com/office/drawing/2014/main" val="239351581"/>
                    </a:ext>
                  </a:extLst>
                </a:gridCol>
                <a:gridCol w="2189899">
                  <a:extLst>
                    <a:ext uri="{9D8B030D-6E8A-4147-A177-3AD203B41FA5}">
                      <a16:colId xmlns:a16="http://schemas.microsoft.com/office/drawing/2014/main" val="3651509243"/>
                    </a:ext>
                  </a:extLst>
                </a:gridCol>
                <a:gridCol w="2189899">
                  <a:extLst>
                    <a:ext uri="{9D8B030D-6E8A-4147-A177-3AD203B41FA5}">
                      <a16:colId xmlns:a16="http://schemas.microsoft.com/office/drawing/2014/main" val="343889307"/>
                    </a:ext>
                  </a:extLst>
                </a:gridCol>
                <a:gridCol w="1007536">
                  <a:extLst>
                    <a:ext uri="{9D8B030D-6E8A-4147-A177-3AD203B41FA5}">
                      <a16:colId xmlns:a16="http://schemas.microsoft.com/office/drawing/2014/main" val="3173881814"/>
                    </a:ext>
                  </a:extLst>
                </a:gridCol>
                <a:gridCol w="1007536">
                  <a:extLst>
                    <a:ext uri="{9D8B030D-6E8A-4147-A177-3AD203B41FA5}">
                      <a16:colId xmlns:a16="http://schemas.microsoft.com/office/drawing/2014/main" val="269274260"/>
                    </a:ext>
                  </a:extLst>
                </a:gridCol>
              </a:tblGrid>
              <a:tr h="329909">
                <a:tc>
                  <a:txBody>
                    <a:bodyPr/>
                    <a:lstStyle/>
                    <a:p>
                      <a:r>
                        <a:rPr lang="en-US" dirty="0"/>
                        <a:t>Company</a:t>
                      </a:r>
                      <a:endParaRPr lang="en-IN" dirty="0"/>
                    </a:p>
                  </a:txBody>
                  <a:tcPr/>
                </a:tc>
                <a:tc>
                  <a:txBody>
                    <a:bodyPr/>
                    <a:lstStyle/>
                    <a:p>
                      <a:r>
                        <a:rPr lang="en-US" dirty="0"/>
                        <a:t>Inventories</a:t>
                      </a:r>
                      <a:endParaRPr lang="en-IN" dirty="0"/>
                    </a:p>
                  </a:txBody>
                  <a:tcPr/>
                </a:tc>
                <a:tc>
                  <a:txBody>
                    <a:bodyPr/>
                    <a:lstStyle/>
                    <a:p>
                      <a:r>
                        <a:rPr lang="en-US" dirty="0"/>
                        <a:t>CGS (include D&amp; A)</a:t>
                      </a:r>
                      <a:endParaRPr lang="en-IN" dirty="0"/>
                    </a:p>
                  </a:txBody>
                  <a:tcPr/>
                </a:tc>
                <a:tc>
                  <a:txBody>
                    <a:bodyPr/>
                    <a:lstStyle/>
                    <a:p>
                      <a:r>
                        <a:rPr lang="en-US" dirty="0"/>
                        <a:t>DI</a:t>
                      </a:r>
                      <a:endParaRPr lang="en-IN" dirty="0"/>
                    </a:p>
                  </a:txBody>
                  <a:tcPr/>
                </a:tc>
                <a:tc>
                  <a:txBody>
                    <a:bodyPr/>
                    <a:lstStyle/>
                    <a:p>
                      <a:r>
                        <a:rPr lang="en-US" dirty="0"/>
                        <a:t> Rank</a:t>
                      </a:r>
                      <a:endParaRPr lang="en-IN" dirty="0"/>
                    </a:p>
                  </a:txBody>
                  <a:tcPr/>
                </a:tc>
                <a:extLst>
                  <a:ext uri="{0D108BD9-81ED-4DB2-BD59-A6C34878D82A}">
                    <a16:rowId xmlns:a16="http://schemas.microsoft.com/office/drawing/2014/main" val="1916009622"/>
                  </a:ext>
                </a:extLst>
              </a:tr>
              <a:tr h="329909">
                <a:tc>
                  <a:txBody>
                    <a:bodyPr/>
                    <a:lstStyle/>
                    <a:p>
                      <a:r>
                        <a:rPr lang="en-IN" b="1" dirty="0"/>
                        <a:t>HUL</a:t>
                      </a:r>
                    </a:p>
                  </a:txBody>
                  <a:tcPr/>
                </a:tc>
                <a:tc>
                  <a:txBody>
                    <a:bodyPr/>
                    <a:lstStyle/>
                    <a:p>
                      <a:r>
                        <a:rPr lang="en-IN" b="0" dirty="0"/>
                        <a:t>4415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35010</a:t>
                      </a:r>
                    </a:p>
                  </a:txBody>
                  <a:tcPr/>
                </a:tc>
                <a:tc>
                  <a:txBody>
                    <a:bodyPr/>
                    <a:lstStyle/>
                    <a:p>
                      <a:r>
                        <a:rPr lang="en-IN" b="1" dirty="0"/>
                        <a:t>46</a:t>
                      </a:r>
                    </a:p>
                  </a:txBody>
                  <a:tcPr/>
                </a:tc>
                <a:tc>
                  <a:txBody>
                    <a:bodyPr/>
                    <a:lstStyle/>
                    <a:p>
                      <a:r>
                        <a:rPr lang="en-IN" b="0" dirty="0"/>
                        <a:t>1</a:t>
                      </a:r>
                    </a:p>
                  </a:txBody>
                  <a:tcPr/>
                </a:tc>
                <a:extLst>
                  <a:ext uri="{0D108BD9-81ED-4DB2-BD59-A6C34878D82A}">
                    <a16:rowId xmlns:a16="http://schemas.microsoft.com/office/drawing/2014/main" val="36654119"/>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Godrej Consumer Products Ltd </a:t>
                      </a:r>
                    </a:p>
                  </a:txBody>
                  <a:tcPr/>
                </a:tc>
                <a:tc>
                  <a:txBody>
                    <a:bodyPr/>
                    <a:lstStyle/>
                    <a:p>
                      <a:r>
                        <a:rPr lang="en-IN" b="0" dirty="0"/>
                        <a:t>1419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7919</a:t>
                      </a:r>
                    </a:p>
                  </a:txBody>
                  <a:tcPr/>
                </a:tc>
                <a:tc>
                  <a:txBody>
                    <a:bodyPr/>
                    <a:lstStyle/>
                    <a:p>
                      <a:r>
                        <a:rPr lang="en-IN" b="0" dirty="0"/>
                        <a:t>65</a:t>
                      </a:r>
                    </a:p>
                  </a:txBody>
                  <a:tcPr/>
                </a:tc>
                <a:tc>
                  <a:txBody>
                    <a:bodyPr/>
                    <a:lstStyle/>
                    <a:p>
                      <a:r>
                        <a:rPr lang="en-IN" b="0" dirty="0"/>
                        <a:t>2</a:t>
                      </a:r>
                    </a:p>
                  </a:txBody>
                  <a:tcPr/>
                </a:tc>
                <a:extLst>
                  <a:ext uri="{0D108BD9-81ED-4DB2-BD59-A6C34878D82A}">
                    <a16:rowId xmlns:a16="http://schemas.microsoft.com/office/drawing/2014/main" val="2316794294"/>
                  </a:ext>
                </a:extLst>
              </a:tr>
              <a:tr h="329909">
                <a:tc>
                  <a:txBody>
                    <a:bodyPr/>
                    <a:lstStyle/>
                    <a:p>
                      <a:r>
                        <a:rPr lang="en-IN" b="0" dirty="0"/>
                        <a:t>Marico Ltd</a:t>
                      </a:r>
                    </a:p>
                  </a:txBody>
                  <a:tcPr/>
                </a:tc>
                <a:tc>
                  <a:txBody>
                    <a:bodyPr/>
                    <a:lstStyle/>
                    <a:p>
                      <a:r>
                        <a:rPr lang="en-IN" b="0" dirty="0"/>
                        <a:t>1235</a:t>
                      </a:r>
                    </a:p>
                  </a:txBody>
                  <a:tcPr/>
                </a:tc>
                <a:tc>
                  <a:txBody>
                    <a:bodyPr/>
                    <a:lstStyle/>
                    <a:p>
                      <a:r>
                        <a:rPr lang="en-IN" b="0" dirty="0"/>
                        <a:t>6397</a:t>
                      </a:r>
                    </a:p>
                  </a:txBody>
                  <a:tcPr/>
                </a:tc>
                <a:tc>
                  <a:txBody>
                    <a:bodyPr/>
                    <a:lstStyle/>
                    <a:p>
                      <a:r>
                        <a:rPr lang="en-IN" b="0" dirty="0">
                          <a:solidFill>
                            <a:schemeClr val="bg2">
                              <a:lumMod val="10000"/>
                            </a:schemeClr>
                          </a:solidFill>
                        </a:rPr>
                        <a:t>70</a:t>
                      </a:r>
                    </a:p>
                  </a:txBody>
                  <a:tcPr/>
                </a:tc>
                <a:tc>
                  <a:txBody>
                    <a:bodyPr/>
                    <a:lstStyle/>
                    <a:p>
                      <a:r>
                        <a:rPr lang="en-IN" b="0" dirty="0">
                          <a:solidFill>
                            <a:schemeClr val="bg2">
                              <a:lumMod val="10000"/>
                            </a:schemeClr>
                          </a:solidFill>
                        </a:rPr>
                        <a:t>3</a:t>
                      </a:r>
                    </a:p>
                  </a:txBody>
                  <a:tcPr/>
                </a:tc>
                <a:extLst>
                  <a:ext uri="{0D108BD9-81ED-4DB2-BD59-A6C34878D82A}">
                    <a16:rowId xmlns:a16="http://schemas.microsoft.com/office/drawing/2014/main" val="2746652360"/>
                  </a:ext>
                </a:extLst>
              </a:tr>
              <a:tr h="329909">
                <a:tc>
                  <a:txBody>
                    <a:bodyPr/>
                    <a:lstStyle/>
                    <a:p>
                      <a:r>
                        <a:rPr lang="en-IN" b="0" dirty="0">
                          <a:highlight>
                            <a:srgbClr val="FFFF00"/>
                          </a:highlight>
                        </a:rPr>
                        <a:t>Dabur India</a:t>
                      </a:r>
                    </a:p>
                  </a:txBody>
                  <a:tcPr/>
                </a:tc>
                <a:tc>
                  <a:txBody>
                    <a:bodyPr/>
                    <a:lstStyle/>
                    <a:p>
                      <a:r>
                        <a:rPr lang="en-IN" b="0" dirty="0"/>
                        <a:t>2300</a:t>
                      </a:r>
                    </a:p>
                  </a:txBody>
                  <a:tcPr/>
                </a:tc>
                <a:tc>
                  <a:txBody>
                    <a:bodyPr/>
                    <a:lstStyle/>
                    <a:p>
                      <a:r>
                        <a:rPr lang="en-IN" b="0" dirty="0"/>
                        <a:t>8271</a:t>
                      </a:r>
                    </a:p>
                  </a:txBody>
                  <a:tcPr/>
                </a:tc>
                <a:tc>
                  <a:txBody>
                    <a:bodyPr/>
                    <a:lstStyle/>
                    <a:p>
                      <a:r>
                        <a:rPr lang="en-IN" b="0" dirty="0">
                          <a:highlight>
                            <a:srgbClr val="FFFF00"/>
                          </a:highlight>
                        </a:rPr>
                        <a:t>101</a:t>
                      </a:r>
                    </a:p>
                  </a:txBody>
                  <a:tcPr/>
                </a:tc>
                <a:tc>
                  <a:txBody>
                    <a:bodyPr/>
                    <a:lstStyle/>
                    <a:p>
                      <a:r>
                        <a:rPr lang="en-IN" b="0" dirty="0">
                          <a:highlight>
                            <a:srgbClr val="FFFF00"/>
                          </a:highlight>
                        </a:rPr>
                        <a:t>5</a:t>
                      </a:r>
                    </a:p>
                  </a:txBody>
                  <a:tcPr/>
                </a:tc>
                <a:extLst>
                  <a:ext uri="{0D108BD9-81ED-4DB2-BD59-A6C34878D82A}">
                    <a16:rowId xmlns:a16="http://schemas.microsoft.com/office/drawing/2014/main" val="1127933414"/>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t>Vishal Mega Mart</a:t>
                      </a:r>
                    </a:p>
                  </a:txBody>
                  <a:tcPr/>
                </a:tc>
                <a:tc>
                  <a:txBody>
                    <a:bodyPr/>
                    <a:lstStyle/>
                    <a:p>
                      <a:r>
                        <a:rPr lang="en-IN" b="0" dirty="0"/>
                        <a:t>1850</a:t>
                      </a:r>
                    </a:p>
                  </a:txBody>
                  <a:tcPr/>
                </a:tc>
                <a:tc>
                  <a:txBody>
                    <a:bodyPr/>
                    <a:lstStyle/>
                    <a:p>
                      <a:r>
                        <a:rPr lang="en-IN" b="0" dirty="0"/>
                        <a:t>8895</a:t>
                      </a:r>
                    </a:p>
                  </a:txBody>
                  <a:tcPr/>
                </a:tc>
                <a:tc>
                  <a:txBody>
                    <a:bodyPr/>
                    <a:lstStyle/>
                    <a:p>
                      <a:r>
                        <a:rPr lang="en-IN" b="0" dirty="0"/>
                        <a:t>76</a:t>
                      </a:r>
                    </a:p>
                  </a:txBody>
                  <a:tcPr/>
                </a:tc>
                <a:tc>
                  <a:txBody>
                    <a:bodyPr/>
                    <a:lstStyle/>
                    <a:p>
                      <a:r>
                        <a:rPr lang="en-IN" b="0" dirty="0"/>
                        <a:t>4</a:t>
                      </a:r>
                    </a:p>
                  </a:txBody>
                  <a:tcPr/>
                </a:tc>
                <a:extLst>
                  <a:ext uri="{0D108BD9-81ED-4DB2-BD59-A6C34878D82A}">
                    <a16:rowId xmlns:a16="http://schemas.microsoft.com/office/drawing/2014/main" val="4187621447"/>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180963087"/>
                  </a:ext>
                </a:extLst>
              </a:tr>
            </a:tbl>
          </a:graphicData>
        </a:graphic>
      </p:graphicFrame>
    </p:spTree>
    <p:extLst>
      <p:ext uri="{BB962C8B-B14F-4D97-AF65-F5344CB8AC3E}">
        <p14:creationId xmlns:p14="http://schemas.microsoft.com/office/powerpoint/2010/main" val="408964038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8639E-0AB5-4095-9BC1-A93EA9F1AAF4}"/>
              </a:ext>
            </a:extLst>
          </p:cNvPr>
          <p:cNvSpPr>
            <a:spLocks noGrp="1"/>
          </p:cNvSpPr>
          <p:nvPr>
            <p:ph type="title"/>
          </p:nvPr>
        </p:nvSpPr>
        <p:spPr/>
        <p:txBody>
          <a:bodyPr/>
          <a:lstStyle/>
          <a:p>
            <a:pPr algn="ctr"/>
            <a:r>
              <a:rPr lang="en-US" b="1" dirty="0"/>
              <a:t>Days Payables (DP) </a:t>
            </a:r>
            <a:r>
              <a:rPr lang="en-US" dirty="0"/>
              <a:t>– FY 2025</a:t>
            </a:r>
            <a:br>
              <a:rPr lang="en-US" dirty="0"/>
            </a:br>
            <a:r>
              <a:rPr lang="en-US" dirty="0"/>
              <a:t>( Higher the Better) </a:t>
            </a:r>
            <a:endParaRPr lang="en-IN" dirty="0"/>
          </a:p>
        </p:txBody>
      </p:sp>
      <p:graphicFrame>
        <p:nvGraphicFramePr>
          <p:cNvPr id="4" name="Table 4">
            <a:extLst>
              <a:ext uri="{FF2B5EF4-FFF2-40B4-BE49-F238E27FC236}">
                <a16:creationId xmlns:a16="http://schemas.microsoft.com/office/drawing/2014/main" id="{1DD1D885-1721-4522-B6D3-96413C4754B1}"/>
              </a:ext>
            </a:extLst>
          </p:cNvPr>
          <p:cNvGraphicFramePr>
            <a:graphicFrameLocks noGrp="1"/>
          </p:cNvGraphicFramePr>
          <p:nvPr>
            <p:ph idx="1"/>
          </p:nvPr>
        </p:nvGraphicFramePr>
        <p:xfrm>
          <a:off x="838200" y="1851024"/>
          <a:ext cx="8584769" cy="2834640"/>
        </p:xfrm>
        <a:graphic>
          <a:graphicData uri="http://schemas.openxmlformats.org/drawingml/2006/table">
            <a:tbl>
              <a:tblPr firstRow="1" bandRow="1">
                <a:tableStyleId>{93296810-A885-4BE3-A3E7-6D5BEEA58F35}</a:tableStyleId>
              </a:tblPr>
              <a:tblGrid>
                <a:gridCol w="2189899">
                  <a:extLst>
                    <a:ext uri="{9D8B030D-6E8A-4147-A177-3AD203B41FA5}">
                      <a16:colId xmlns:a16="http://schemas.microsoft.com/office/drawing/2014/main" val="239351581"/>
                    </a:ext>
                  </a:extLst>
                </a:gridCol>
                <a:gridCol w="2189899">
                  <a:extLst>
                    <a:ext uri="{9D8B030D-6E8A-4147-A177-3AD203B41FA5}">
                      <a16:colId xmlns:a16="http://schemas.microsoft.com/office/drawing/2014/main" val="3651509243"/>
                    </a:ext>
                  </a:extLst>
                </a:gridCol>
                <a:gridCol w="2189899">
                  <a:extLst>
                    <a:ext uri="{9D8B030D-6E8A-4147-A177-3AD203B41FA5}">
                      <a16:colId xmlns:a16="http://schemas.microsoft.com/office/drawing/2014/main" val="343889307"/>
                    </a:ext>
                  </a:extLst>
                </a:gridCol>
                <a:gridCol w="1007536">
                  <a:extLst>
                    <a:ext uri="{9D8B030D-6E8A-4147-A177-3AD203B41FA5}">
                      <a16:colId xmlns:a16="http://schemas.microsoft.com/office/drawing/2014/main" val="3173881814"/>
                    </a:ext>
                  </a:extLst>
                </a:gridCol>
                <a:gridCol w="1007536">
                  <a:extLst>
                    <a:ext uri="{9D8B030D-6E8A-4147-A177-3AD203B41FA5}">
                      <a16:colId xmlns:a16="http://schemas.microsoft.com/office/drawing/2014/main" val="269274260"/>
                    </a:ext>
                  </a:extLst>
                </a:gridCol>
              </a:tblGrid>
              <a:tr h="329909">
                <a:tc>
                  <a:txBody>
                    <a:bodyPr/>
                    <a:lstStyle/>
                    <a:p>
                      <a:r>
                        <a:rPr lang="en-US" dirty="0"/>
                        <a:t>Company</a:t>
                      </a:r>
                      <a:endParaRPr lang="en-IN" dirty="0"/>
                    </a:p>
                  </a:txBody>
                  <a:tcPr/>
                </a:tc>
                <a:tc>
                  <a:txBody>
                    <a:bodyPr/>
                    <a:lstStyle/>
                    <a:p>
                      <a:r>
                        <a:rPr lang="en-US" dirty="0"/>
                        <a:t>Trade Payables</a:t>
                      </a:r>
                      <a:endParaRPr lang="en-IN" dirty="0"/>
                    </a:p>
                  </a:txBody>
                  <a:tcPr/>
                </a:tc>
                <a:tc>
                  <a:txBody>
                    <a:bodyPr/>
                    <a:lstStyle/>
                    <a:p>
                      <a:r>
                        <a:rPr lang="en-US" dirty="0"/>
                        <a:t>CGS (</a:t>
                      </a:r>
                      <a:r>
                        <a:rPr lang="en-US" dirty="0" err="1"/>
                        <a:t>Includ</a:t>
                      </a:r>
                      <a:r>
                        <a:rPr lang="en-US" dirty="0"/>
                        <a:t>. D&amp;A)</a:t>
                      </a:r>
                      <a:endParaRPr lang="en-IN" dirty="0"/>
                    </a:p>
                  </a:txBody>
                  <a:tcPr/>
                </a:tc>
                <a:tc>
                  <a:txBody>
                    <a:bodyPr/>
                    <a:lstStyle/>
                    <a:p>
                      <a:r>
                        <a:rPr lang="en-US" dirty="0"/>
                        <a:t>DP</a:t>
                      </a:r>
                      <a:endParaRPr lang="en-IN" dirty="0"/>
                    </a:p>
                  </a:txBody>
                  <a:tcPr/>
                </a:tc>
                <a:tc>
                  <a:txBody>
                    <a:bodyPr/>
                    <a:lstStyle/>
                    <a:p>
                      <a:r>
                        <a:rPr lang="en-US" dirty="0"/>
                        <a:t> Rank</a:t>
                      </a:r>
                      <a:endParaRPr lang="en-IN" dirty="0"/>
                    </a:p>
                  </a:txBody>
                  <a:tcPr/>
                </a:tc>
                <a:extLst>
                  <a:ext uri="{0D108BD9-81ED-4DB2-BD59-A6C34878D82A}">
                    <a16:rowId xmlns:a16="http://schemas.microsoft.com/office/drawing/2014/main" val="1916009622"/>
                  </a:ext>
                </a:extLst>
              </a:tr>
              <a:tr h="329909">
                <a:tc>
                  <a:txBody>
                    <a:bodyPr/>
                    <a:lstStyle/>
                    <a:p>
                      <a:r>
                        <a:rPr lang="en-IN" b="0" dirty="0"/>
                        <a:t>HUL</a:t>
                      </a:r>
                    </a:p>
                  </a:txBody>
                  <a:tcPr/>
                </a:tc>
                <a:tc>
                  <a:txBody>
                    <a:bodyPr/>
                    <a:lstStyle/>
                    <a:p>
                      <a:r>
                        <a:rPr lang="en-IN" b="0" dirty="0"/>
                        <a:t>11315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35010</a:t>
                      </a:r>
                    </a:p>
                  </a:txBody>
                  <a:tcPr/>
                </a:tc>
                <a:tc>
                  <a:txBody>
                    <a:bodyPr/>
                    <a:lstStyle/>
                    <a:p>
                      <a:r>
                        <a:rPr lang="en-IN" b="0" dirty="0"/>
                        <a:t>118</a:t>
                      </a:r>
                    </a:p>
                  </a:txBody>
                  <a:tcPr/>
                </a:tc>
                <a:tc>
                  <a:txBody>
                    <a:bodyPr/>
                    <a:lstStyle/>
                    <a:p>
                      <a:r>
                        <a:rPr lang="en-IN" b="0" dirty="0"/>
                        <a:t>2</a:t>
                      </a:r>
                    </a:p>
                  </a:txBody>
                  <a:tcPr/>
                </a:tc>
                <a:extLst>
                  <a:ext uri="{0D108BD9-81ED-4DB2-BD59-A6C34878D82A}">
                    <a16:rowId xmlns:a16="http://schemas.microsoft.com/office/drawing/2014/main" val="36654119"/>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Godrej Consumer Products Ltd </a:t>
                      </a:r>
                    </a:p>
                  </a:txBody>
                  <a:tcPr/>
                </a:tc>
                <a:tc>
                  <a:txBody>
                    <a:bodyPr/>
                    <a:lstStyle/>
                    <a:p>
                      <a:r>
                        <a:rPr lang="en-IN" b="0" dirty="0"/>
                        <a:t>2142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7919</a:t>
                      </a:r>
                    </a:p>
                  </a:txBody>
                  <a:tcPr/>
                </a:tc>
                <a:tc>
                  <a:txBody>
                    <a:bodyPr/>
                    <a:lstStyle/>
                    <a:p>
                      <a:r>
                        <a:rPr lang="en-IN" b="0" dirty="0">
                          <a:solidFill>
                            <a:schemeClr val="bg2">
                              <a:lumMod val="10000"/>
                            </a:schemeClr>
                          </a:solidFill>
                        </a:rPr>
                        <a:t>99</a:t>
                      </a:r>
                    </a:p>
                  </a:txBody>
                  <a:tcPr/>
                </a:tc>
                <a:tc>
                  <a:txBody>
                    <a:bodyPr/>
                    <a:lstStyle/>
                    <a:p>
                      <a:r>
                        <a:rPr lang="en-IN" b="0" dirty="0">
                          <a:solidFill>
                            <a:schemeClr val="bg2">
                              <a:lumMod val="10000"/>
                            </a:schemeClr>
                          </a:solidFill>
                        </a:rPr>
                        <a:t>3</a:t>
                      </a:r>
                    </a:p>
                  </a:txBody>
                  <a:tcPr/>
                </a:tc>
                <a:extLst>
                  <a:ext uri="{0D108BD9-81ED-4DB2-BD59-A6C34878D82A}">
                    <a16:rowId xmlns:a16="http://schemas.microsoft.com/office/drawing/2014/main" val="1162272747"/>
                  </a:ext>
                </a:extLst>
              </a:tr>
              <a:tr h="329909">
                <a:tc>
                  <a:txBody>
                    <a:bodyPr/>
                    <a:lstStyle/>
                    <a:p>
                      <a:r>
                        <a:rPr lang="en-IN" b="0" dirty="0"/>
                        <a:t>Marico Ltd</a:t>
                      </a:r>
                    </a:p>
                  </a:txBody>
                  <a:tcPr/>
                </a:tc>
                <a:tc>
                  <a:txBody>
                    <a:bodyPr/>
                    <a:lstStyle/>
                    <a:p>
                      <a:r>
                        <a:rPr lang="en-IN" b="0" dirty="0"/>
                        <a:t>1363</a:t>
                      </a:r>
                    </a:p>
                  </a:txBody>
                  <a:tcPr/>
                </a:tc>
                <a:tc>
                  <a:txBody>
                    <a:bodyPr/>
                    <a:lstStyle/>
                    <a:p>
                      <a:r>
                        <a:rPr lang="en-IN" b="0" dirty="0"/>
                        <a:t>6397</a:t>
                      </a:r>
                    </a:p>
                  </a:txBody>
                  <a:tcPr/>
                </a:tc>
                <a:tc>
                  <a:txBody>
                    <a:bodyPr/>
                    <a:lstStyle/>
                    <a:p>
                      <a:r>
                        <a:rPr lang="en-IN" b="0" dirty="0"/>
                        <a:t>78</a:t>
                      </a:r>
                    </a:p>
                  </a:txBody>
                  <a:tcPr/>
                </a:tc>
                <a:tc>
                  <a:txBody>
                    <a:bodyPr/>
                    <a:lstStyle/>
                    <a:p>
                      <a:r>
                        <a:rPr lang="en-IN" b="0" dirty="0"/>
                        <a:t>4</a:t>
                      </a:r>
                    </a:p>
                  </a:txBody>
                  <a:tcPr/>
                </a:tc>
                <a:extLst>
                  <a:ext uri="{0D108BD9-81ED-4DB2-BD59-A6C34878D82A}">
                    <a16:rowId xmlns:a16="http://schemas.microsoft.com/office/drawing/2014/main" val="2746652360"/>
                  </a:ext>
                </a:extLst>
              </a:tr>
              <a:tr h="329909">
                <a:tc>
                  <a:txBody>
                    <a:bodyPr/>
                    <a:lstStyle/>
                    <a:p>
                      <a:r>
                        <a:rPr lang="en-IN" b="1" dirty="0"/>
                        <a:t>Dabur India</a:t>
                      </a:r>
                    </a:p>
                  </a:txBody>
                  <a:tcPr/>
                </a:tc>
                <a:tc>
                  <a:txBody>
                    <a:bodyPr/>
                    <a:lstStyle/>
                    <a:p>
                      <a:r>
                        <a:rPr lang="en-IN" b="0" dirty="0"/>
                        <a:t>2825</a:t>
                      </a:r>
                    </a:p>
                  </a:txBody>
                  <a:tcPr/>
                </a:tc>
                <a:tc>
                  <a:txBody>
                    <a:bodyPr/>
                    <a:lstStyle/>
                    <a:p>
                      <a:r>
                        <a:rPr lang="en-IN" b="0" dirty="0"/>
                        <a:t>8271</a:t>
                      </a:r>
                    </a:p>
                  </a:txBody>
                  <a:tcPr/>
                </a:tc>
                <a:tc>
                  <a:txBody>
                    <a:bodyPr/>
                    <a:lstStyle/>
                    <a:p>
                      <a:r>
                        <a:rPr lang="en-IN" b="1" dirty="0"/>
                        <a:t>125</a:t>
                      </a:r>
                    </a:p>
                  </a:txBody>
                  <a:tcPr/>
                </a:tc>
                <a:tc>
                  <a:txBody>
                    <a:bodyPr/>
                    <a:lstStyle/>
                    <a:p>
                      <a:r>
                        <a:rPr lang="en-IN" b="1" dirty="0"/>
                        <a:t>1</a:t>
                      </a:r>
                    </a:p>
                  </a:txBody>
                  <a:tcPr/>
                </a:tc>
                <a:extLst>
                  <a:ext uri="{0D108BD9-81ED-4DB2-BD59-A6C34878D82A}">
                    <a16:rowId xmlns:a16="http://schemas.microsoft.com/office/drawing/2014/main" val="1127933414"/>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highlight>
                            <a:srgbClr val="FFFF00"/>
                          </a:highlight>
                        </a:rPr>
                        <a:t>Vishal Mega Mart</a:t>
                      </a:r>
                    </a:p>
                  </a:txBody>
                  <a:tcPr/>
                </a:tc>
                <a:tc>
                  <a:txBody>
                    <a:bodyPr/>
                    <a:lstStyle/>
                    <a:p>
                      <a:r>
                        <a:rPr lang="en-IN" b="0" dirty="0"/>
                        <a:t>1479</a:t>
                      </a:r>
                    </a:p>
                  </a:txBody>
                  <a:tcPr/>
                </a:tc>
                <a:tc>
                  <a:txBody>
                    <a:bodyPr/>
                    <a:lstStyle/>
                    <a:p>
                      <a:r>
                        <a:rPr lang="en-IN" b="0" dirty="0"/>
                        <a:t>8895</a:t>
                      </a:r>
                    </a:p>
                  </a:txBody>
                  <a:tcPr/>
                </a:tc>
                <a:tc>
                  <a:txBody>
                    <a:bodyPr/>
                    <a:lstStyle/>
                    <a:p>
                      <a:r>
                        <a:rPr lang="en-IN" b="0" dirty="0">
                          <a:highlight>
                            <a:srgbClr val="FFFF00"/>
                          </a:highlight>
                        </a:rPr>
                        <a:t>61</a:t>
                      </a:r>
                    </a:p>
                  </a:txBody>
                  <a:tcPr/>
                </a:tc>
                <a:tc>
                  <a:txBody>
                    <a:bodyPr/>
                    <a:lstStyle/>
                    <a:p>
                      <a:r>
                        <a:rPr lang="en-IN" b="0" dirty="0">
                          <a:highlight>
                            <a:srgbClr val="FFFF00"/>
                          </a:highlight>
                        </a:rPr>
                        <a:t>5</a:t>
                      </a:r>
                    </a:p>
                  </a:txBody>
                  <a:tcPr/>
                </a:tc>
                <a:extLst>
                  <a:ext uri="{0D108BD9-81ED-4DB2-BD59-A6C34878D82A}">
                    <a16:rowId xmlns:a16="http://schemas.microsoft.com/office/drawing/2014/main" val="4187621447"/>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180963087"/>
                  </a:ext>
                </a:extLst>
              </a:tr>
            </a:tbl>
          </a:graphicData>
        </a:graphic>
      </p:graphicFrame>
    </p:spTree>
    <p:extLst>
      <p:ext uri="{BB962C8B-B14F-4D97-AF65-F5344CB8AC3E}">
        <p14:creationId xmlns:p14="http://schemas.microsoft.com/office/powerpoint/2010/main" val="25131689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2ADDF-7AA0-468C-B5B9-2F6BCAAAA5C9}"/>
              </a:ext>
            </a:extLst>
          </p:cNvPr>
          <p:cNvSpPr>
            <a:spLocks noGrp="1"/>
          </p:cNvSpPr>
          <p:nvPr>
            <p:ph type="title"/>
          </p:nvPr>
        </p:nvSpPr>
        <p:spPr/>
        <p:txBody>
          <a:bodyPr/>
          <a:lstStyle/>
          <a:p>
            <a:pPr algn="ctr"/>
            <a:r>
              <a:rPr lang="en-US" b="1" dirty="0"/>
              <a:t>HUL’s WCE score</a:t>
            </a:r>
            <a:endParaRPr lang="en-IN" b="1" dirty="0"/>
          </a:p>
        </p:txBody>
      </p:sp>
      <p:graphicFrame>
        <p:nvGraphicFramePr>
          <p:cNvPr id="4" name="Table 4">
            <a:extLst>
              <a:ext uri="{FF2B5EF4-FFF2-40B4-BE49-F238E27FC236}">
                <a16:creationId xmlns:a16="http://schemas.microsoft.com/office/drawing/2014/main" id="{3F5C4ABA-959B-4264-B0F8-F07C7F7D6F59}"/>
              </a:ext>
            </a:extLst>
          </p:cNvPr>
          <p:cNvGraphicFramePr>
            <a:graphicFrameLocks noGrp="1"/>
          </p:cNvGraphicFramePr>
          <p:nvPr>
            <p:ph idx="1"/>
          </p:nvPr>
        </p:nvGraphicFramePr>
        <p:xfrm>
          <a:off x="838200" y="1825625"/>
          <a:ext cx="10515600" cy="212344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581617588"/>
                    </a:ext>
                  </a:extLst>
                </a:gridCol>
                <a:gridCol w="2103120">
                  <a:extLst>
                    <a:ext uri="{9D8B030D-6E8A-4147-A177-3AD203B41FA5}">
                      <a16:colId xmlns:a16="http://schemas.microsoft.com/office/drawing/2014/main" val="3736460221"/>
                    </a:ext>
                  </a:extLst>
                </a:gridCol>
                <a:gridCol w="2103120">
                  <a:extLst>
                    <a:ext uri="{9D8B030D-6E8A-4147-A177-3AD203B41FA5}">
                      <a16:colId xmlns:a16="http://schemas.microsoft.com/office/drawing/2014/main" val="3173083987"/>
                    </a:ext>
                  </a:extLst>
                </a:gridCol>
                <a:gridCol w="2103120">
                  <a:extLst>
                    <a:ext uri="{9D8B030D-6E8A-4147-A177-3AD203B41FA5}">
                      <a16:colId xmlns:a16="http://schemas.microsoft.com/office/drawing/2014/main" val="1538783123"/>
                    </a:ext>
                  </a:extLst>
                </a:gridCol>
                <a:gridCol w="2103120">
                  <a:extLst>
                    <a:ext uri="{9D8B030D-6E8A-4147-A177-3AD203B41FA5}">
                      <a16:colId xmlns:a16="http://schemas.microsoft.com/office/drawing/2014/main" val="1384692733"/>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2111029006"/>
                  </a:ext>
                </a:extLst>
              </a:tr>
              <a:tr h="370840">
                <a:tc>
                  <a:txBody>
                    <a:bodyPr/>
                    <a:lstStyle/>
                    <a:p>
                      <a:pPr marL="342900" indent="-342900">
                        <a:buAutoNum type="arabicPeriod"/>
                      </a:pPr>
                      <a:r>
                        <a:rPr lang="en-US" dirty="0"/>
                        <a:t>DR </a:t>
                      </a:r>
                      <a:endParaRPr lang="en-IN" dirty="0"/>
                    </a:p>
                  </a:txBody>
                  <a:tcPr/>
                </a:tc>
                <a:tc>
                  <a:txBody>
                    <a:bodyPr/>
                    <a:lstStyle/>
                    <a:p>
                      <a:r>
                        <a:rPr lang="en-IN" dirty="0"/>
                        <a:t>2</a:t>
                      </a:r>
                    </a:p>
                  </a:txBody>
                  <a:tcPr/>
                </a:tc>
                <a:tc>
                  <a:txBody>
                    <a:bodyPr/>
                    <a:lstStyle/>
                    <a:p>
                      <a:r>
                        <a:rPr lang="en-IN" dirty="0"/>
                        <a:t>4</a:t>
                      </a:r>
                    </a:p>
                  </a:txBody>
                  <a:tcPr/>
                </a:tc>
                <a:tc>
                  <a:txBody>
                    <a:bodyPr/>
                    <a:lstStyle/>
                    <a:p>
                      <a:r>
                        <a:rPr lang="en-US" dirty="0"/>
                        <a:t>0.3333</a:t>
                      </a:r>
                      <a:endParaRPr lang="en-IN" dirty="0"/>
                    </a:p>
                  </a:txBody>
                  <a:tcPr/>
                </a:tc>
                <a:tc>
                  <a:txBody>
                    <a:bodyPr/>
                    <a:lstStyle/>
                    <a:p>
                      <a:r>
                        <a:rPr lang="en-IN" dirty="0"/>
                        <a:t>1.3332</a:t>
                      </a:r>
                    </a:p>
                  </a:txBody>
                  <a:tcPr/>
                </a:tc>
                <a:extLst>
                  <a:ext uri="{0D108BD9-81ED-4DB2-BD59-A6C34878D82A}">
                    <a16:rowId xmlns:a16="http://schemas.microsoft.com/office/drawing/2014/main" val="852048042"/>
                  </a:ext>
                </a:extLst>
              </a:tr>
              <a:tr h="370840">
                <a:tc>
                  <a:txBody>
                    <a:bodyPr/>
                    <a:lstStyle/>
                    <a:p>
                      <a:r>
                        <a:rPr lang="en-US" dirty="0"/>
                        <a:t>2.    DI</a:t>
                      </a:r>
                      <a:endParaRPr lang="en-IN" dirty="0"/>
                    </a:p>
                  </a:txBody>
                  <a:tcPr/>
                </a:tc>
                <a:tc>
                  <a:txBody>
                    <a:bodyPr/>
                    <a:lstStyle/>
                    <a:p>
                      <a:r>
                        <a:rPr lang="en-IN" dirty="0"/>
                        <a:t>1</a:t>
                      </a:r>
                    </a:p>
                  </a:txBody>
                  <a:tcPr/>
                </a:tc>
                <a:tc>
                  <a:txBody>
                    <a:bodyPr/>
                    <a:lstStyle/>
                    <a:p>
                      <a:r>
                        <a:rPr lang="en-IN"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0.3333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1.6665</a:t>
                      </a:r>
                    </a:p>
                  </a:txBody>
                  <a:tcPr/>
                </a:tc>
                <a:extLst>
                  <a:ext uri="{0D108BD9-81ED-4DB2-BD59-A6C34878D82A}">
                    <a16:rowId xmlns:a16="http://schemas.microsoft.com/office/drawing/2014/main" val="2073132173"/>
                  </a:ext>
                </a:extLst>
              </a:tr>
              <a:tr h="370840">
                <a:tc>
                  <a:txBody>
                    <a:bodyPr/>
                    <a:lstStyle/>
                    <a:p>
                      <a:r>
                        <a:rPr lang="en-US" dirty="0"/>
                        <a:t>3.   DP</a:t>
                      </a:r>
                      <a:endParaRPr lang="en-IN" dirty="0"/>
                    </a:p>
                  </a:txBody>
                  <a:tcPr/>
                </a:tc>
                <a:tc>
                  <a:txBody>
                    <a:bodyPr/>
                    <a:lstStyle/>
                    <a:p>
                      <a:r>
                        <a:rPr lang="en-IN" dirty="0"/>
                        <a:t>2</a:t>
                      </a:r>
                    </a:p>
                  </a:txBody>
                  <a:tcPr/>
                </a:tc>
                <a:tc>
                  <a:txBody>
                    <a:bodyPr/>
                    <a:lstStyle/>
                    <a:p>
                      <a:r>
                        <a:rPr lang="en-IN"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0.3333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1.3332</a:t>
                      </a:r>
                    </a:p>
                  </a:txBody>
                  <a:tcPr/>
                </a:tc>
                <a:extLst>
                  <a:ext uri="{0D108BD9-81ED-4DB2-BD59-A6C34878D82A}">
                    <a16:rowId xmlns:a16="http://schemas.microsoft.com/office/drawing/2014/main" val="2692015386"/>
                  </a:ext>
                </a:extLst>
              </a:tr>
              <a:tr h="370840">
                <a:tc>
                  <a:txBody>
                    <a:bodyPr/>
                    <a:lstStyle/>
                    <a:p>
                      <a:r>
                        <a:rPr lang="en-US" b="1" dirty="0"/>
                        <a:t>Total Weighted Score </a:t>
                      </a:r>
                      <a:endParaRPr lang="en-IN" b="1" dirty="0"/>
                    </a:p>
                  </a:txBody>
                  <a:tcPr/>
                </a:tc>
                <a:tc>
                  <a:txBody>
                    <a:bodyPr/>
                    <a:lstStyle/>
                    <a:p>
                      <a:endParaRPr lang="en-IN" b="1"/>
                    </a:p>
                  </a:txBody>
                  <a:tcPr/>
                </a:tc>
                <a:tc>
                  <a:txBody>
                    <a:bodyPr/>
                    <a:lstStyle/>
                    <a:p>
                      <a:endParaRPr lang="en-IN" b="1" dirty="0"/>
                    </a:p>
                  </a:txBody>
                  <a:tcPr/>
                </a:tc>
                <a:tc>
                  <a:txBody>
                    <a:bodyPr/>
                    <a:lstStyle/>
                    <a:p>
                      <a:endParaRPr lang="en-IN" b="1" dirty="0"/>
                    </a:p>
                  </a:txBody>
                  <a:tcPr/>
                </a:tc>
                <a:tc>
                  <a:txBody>
                    <a:bodyPr/>
                    <a:lstStyle/>
                    <a:p>
                      <a:r>
                        <a:rPr lang="en-IN" b="1" dirty="0"/>
                        <a:t>4.3329</a:t>
                      </a:r>
                    </a:p>
                  </a:txBody>
                  <a:tcPr/>
                </a:tc>
                <a:extLst>
                  <a:ext uri="{0D108BD9-81ED-4DB2-BD59-A6C34878D82A}">
                    <a16:rowId xmlns:a16="http://schemas.microsoft.com/office/drawing/2014/main" val="713248258"/>
                  </a:ext>
                </a:extLst>
              </a:tr>
            </a:tbl>
          </a:graphicData>
        </a:graphic>
      </p:graphicFrame>
    </p:spTree>
    <p:extLst>
      <p:ext uri="{BB962C8B-B14F-4D97-AF65-F5344CB8AC3E}">
        <p14:creationId xmlns:p14="http://schemas.microsoft.com/office/powerpoint/2010/main" val="364248478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2ADDF-7AA0-468C-B5B9-2F6BCAAAA5C9}"/>
              </a:ext>
            </a:extLst>
          </p:cNvPr>
          <p:cNvSpPr>
            <a:spLocks noGrp="1"/>
          </p:cNvSpPr>
          <p:nvPr>
            <p:ph type="title"/>
          </p:nvPr>
        </p:nvSpPr>
        <p:spPr/>
        <p:txBody>
          <a:bodyPr/>
          <a:lstStyle/>
          <a:p>
            <a:pPr algn="ctr"/>
            <a:r>
              <a:rPr lang="en-US" b="1" dirty="0"/>
              <a:t>Godrej’s WCE score- </a:t>
            </a:r>
            <a:endParaRPr lang="en-IN" b="1" dirty="0"/>
          </a:p>
        </p:txBody>
      </p:sp>
      <p:graphicFrame>
        <p:nvGraphicFramePr>
          <p:cNvPr id="4" name="Table 4">
            <a:extLst>
              <a:ext uri="{FF2B5EF4-FFF2-40B4-BE49-F238E27FC236}">
                <a16:creationId xmlns:a16="http://schemas.microsoft.com/office/drawing/2014/main" id="{3F5C4ABA-959B-4264-B0F8-F07C7F7D6F59}"/>
              </a:ext>
            </a:extLst>
          </p:cNvPr>
          <p:cNvGraphicFramePr>
            <a:graphicFrameLocks noGrp="1"/>
          </p:cNvGraphicFramePr>
          <p:nvPr>
            <p:ph idx="1"/>
          </p:nvPr>
        </p:nvGraphicFramePr>
        <p:xfrm>
          <a:off x="838200" y="1825625"/>
          <a:ext cx="10515600" cy="2123440"/>
        </p:xfrm>
        <a:graphic>
          <a:graphicData uri="http://schemas.openxmlformats.org/drawingml/2006/table">
            <a:tbl>
              <a:tblPr firstRow="1" bandRow="1">
                <a:tableStyleId>{F5AB1C69-6EDB-4FF4-983F-18BD219EF322}</a:tableStyleId>
              </a:tblPr>
              <a:tblGrid>
                <a:gridCol w="2103120">
                  <a:extLst>
                    <a:ext uri="{9D8B030D-6E8A-4147-A177-3AD203B41FA5}">
                      <a16:colId xmlns:a16="http://schemas.microsoft.com/office/drawing/2014/main" val="3581617588"/>
                    </a:ext>
                  </a:extLst>
                </a:gridCol>
                <a:gridCol w="2103120">
                  <a:extLst>
                    <a:ext uri="{9D8B030D-6E8A-4147-A177-3AD203B41FA5}">
                      <a16:colId xmlns:a16="http://schemas.microsoft.com/office/drawing/2014/main" val="3736460221"/>
                    </a:ext>
                  </a:extLst>
                </a:gridCol>
                <a:gridCol w="2103120">
                  <a:extLst>
                    <a:ext uri="{9D8B030D-6E8A-4147-A177-3AD203B41FA5}">
                      <a16:colId xmlns:a16="http://schemas.microsoft.com/office/drawing/2014/main" val="3173083987"/>
                    </a:ext>
                  </a:extLst>
                </a:gridCol>
                <a:gridCol w="2103120">
                  <a:extLst>
                    <a:ext uri="{9D8B030D-6E8A-4147-A177-3AD203B41FA5}">
                      <a16:colId xmlns:a16="http://schemas.microsoft.com/office/drawing/2014/main" val="1538783123"/>
                    </a:ext>
                  </a:extLst>
                </a:gridCol>
                <a:gridCol w="2103120">
                  <a:extLst>
                    <a:ext uri="{9D8B030D-6E8A-4147-A177-3AD203B41FA5}">
                      <a16:colId xmlns:a16="http://schemas.microsoft.com/office/drawing/2014/main" val="1384692733"/>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2111029006"/>
                  </a:ext>
                </a:extLst>
              </a:tr>
              <a:tr h="370840">
                <a:tc>
                  <a:txBody>
                    <a:bodyPr/>
                    <a:lstStyle/>
                    <a:p>
                      <a:pPr marL="342900" indent="-342900">
                        <a:buAutoNum type="arabicPeriod"/>
                      </a:pPr>
                      <a:r>
                        <a:rPr lang="en-US" dirty="0"/>
                        <a:t>DR </a:t>
                      </a:r>
                      <a:endParaRPr lang="en-IN" dirty="0"/>
                    </a:p>
                  </a:txBody>
                  <a:tcPr/>
                </a:tc>
                <a:tc>
                  <a:txBody>
                    <a:bodyPr/>
                    <a:lstStyle/>
                    <a:p>
                      <a:r>
                        <a:rPr lang="en-IN" dirty="0"/>
                        <a:t>5</a:t>
                      </a:r>
                    </a:p>
                  </a:txBody>
                  <a:tcPr/>
                </a:tc>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prstClr val="black"/>
                          </a:solidFill>
                          <a:effectLst/>
                          <a:uLnTx/>
                          <a:uFillTx/>
                        </a:rPr>
                        <a:t>0.3333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0.3333</a:t>
                      </a:r>
                    </a:p>
                  </a:txBody>
                  <a:tcPr/>
                </a:tc>
                <a:extLst>
                  <a:ext uri="{0D108BD9-81ED-4DB2-BD59-A6C34878D82A}">
                    <a16:rowId xmlns:a16="http://schemas.microsoft.com/office/drawing/2014/main" val="852048042"/>
                  </a:ext>
                </a:extLst>
              </a:tr>
              <a:tr h="370840">
                <a:tc>
                  <a:txBody>
                    <a:bodyPr/>
                    <a:lstStyle/>
                    <a:p>
                      <a:r>
                        <a:rPr lang="en-US" dirty="0"/>
                        <a:t>2.    DI</a:t>
                      </a:r>
                      <a:endParaRPr lang="en-IN" dirty="0"/>
                    </a:p>
                  </a:txBody>
                  <a:tcPr/>
                </a:tc>
                <a:tc>
                  <a:txBody>
                    <a:bodyPr/>
                    <a:lstStyle/>
                    <a:p>
                      <a:r>
                        <a:rPr lang="en-IN" dirty="0"/>
                        <a:t>2</a:t>
                      </a:r>
                    </a:p>
                  </a:txBody>
                  <a:tcPr/>
                </a:tc>
                <a:tc>
                  <a:txBody>
                    <a:bodyPr/>
                    <a:lstStyle/>
                    <a:p>
                      <a:r>
                        <a:rPr lang="en-IN"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prstClr val="black"/>
                          </a:solidFill>
                          <a:effectLst/>
                          <a:uLnTx/>
                          <a:uFillTx/>
                        </a:rPr>
                        <a:t>0.3333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1.3332</a:t>
                      </a:r>
                    </a:p>
                  </a:txBody>
                  <a:tcPr/>
                </a:tc>
                <a:extLst>
                  <a:ext uri="{0D108BD9-81ED-4DB2-BD59-A6C34878D82A}">
                    <a16:rowId xmlns:a16="http://schemas.microsoft.com/office/drawing/2014/main" val="2073132173"/>
                  </a:ext>
                </a:extLst>
              </a:tr>
              <a:tr h="370840">
                <a:tc>
                  <a:txBody>
                    <a:bodyPr/>
                    <a:lstStyle/>
                    <a:p>
                      <a:r>
                        <a:rPr lang="en-US" dirty="0"/>
                        <a:t>3.   DP</a:t>
                      </a:r>
                      <a:endParaRPr lang="en-IN" dirty="0"/>
                    </a:p>
                  </a:txBody>
                  <a:tcPr/>
                </a:tc>
                <a:tc>
                  <a:txBody>
                    <a:bodyPr/>
                    <a:lstStyle/>
                    <a:p>
                      <a:r>
                        <a:rPr lang="en-IN" dirty="0"/>
                        <a:t>3</a:t>
                      </a:r>
                    </a:p>
                  </a:txBody>
                  <a:tcPr/>
                </a:tc>
                <a:tc>
                  <a:txBody>
                    <a:bodyPr/>
                    <a:lstStyle/>
                    <a:p>
                      <a:r>
                        <a:rPr lang="en-IN"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prstClr val="black"/>
                          </a:solidFill>
                          <a:effectLst/>
                          <a:uLnTx/>
                          <a:uFillTx/>
                        </a:rPr>
                        <a:t>0.3333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0.9999</a:t>
                      </a:r>
                    </a:p>
                  </a:txBody>
                  <a:tcPr/>
                </a:tc>
                <a:extLst>
                  <a:ext uri="{0D108BD9-81ED-4DB2-BD59-A6C34878D82A}">
                    <a16:rowId xmlns:a16="http://schemas.microsoft.com/office/drawing/2014/main" val="2692015386"/>
                  </a:ext>
                </a:extLst>
              </a:tr>
              <a:tr h="370840">
                <a:tc>
                  <a:txBody>
                    <a:bodyPr/>
                    <a:lstStyle/>
                    <a:p>
                      <a:r>
                        <a:rPr lang="en-US" b="1" dirty="0"/>
                        <a:t>Total Weighted Score </a:t>
                      </a:r>
                      <a:endParaRPr lang="en-IN" b="1" dirty="0"/>
                    </a:p>
                  </a:txBody>
                  <a:tcPr/>
                </a:tc>
                <a:tc>
                  <a:txBody>
                    <a:bodyPr/>
                    <a:lstStyle/>
                    <a:p>
                      <a:endParaRPr lang="en-IN" b="1"/>
                    </a:p>
                  </a:txBody>
                  <a:tcPr/>
                </a:tc>
                <a:tc>
                  <a:txBody>
                    <a:bodyPr/>
                    <a:lstStyle/>
                    <a:p>
                      <a:endParaRPr lang="en-IN" b="1"/>
                    </a:p>
                  </a:txBody>
                  <a:tcPr/>
                </a:tc>
                <a:tc>
                  <a:txBody>
                    <a:bodyPr/>
                    <a:lstStyle/>
                    <a:p>
                      <a:endParaRPr lang="en-IN" b="1" dirty="0"/>
                    </a:p>
                  </a:txBody>
                  <a:tcPr/>
                </a:tc>
                <a:tc>
                  <a:txBody>
                    <a:bodyPr/>
                    <a:lstStyle/>
                    <a:p>
                      <a:r>
                        <a:rPr lang="en-IN" b="1" dirty="0"/>
                        <a:t>2.6664</a:t>
                      </a:r>
                    </a:p>
                  </a:txBody>
                  <a:tcPr/>
                </a:tc>
                <a:extLst>
                  <a:ext uri="{0D108BD9-81ED-4DB2-BD59-A6C34878D82A}">
                    <a16:rowId xmlns:a16="http://schemas.microsoft.com/office/drawing/2014/main" val="713248258"/>
                  </a:ext>
                </a:extLst>
              </a:tr>
            </a:tbl>
          </a:graphicData>
        </a:graphic>
      </p:graphicFrame>
    </p:spTree>
    <p:extLst>
      <p:ext uri="{BB962C8B-B14F-4D97-AF65-F5344CB8AC3E}">
        <p14:creationId xmlns:p14="http://schemas.microsoft.com/office/powerpoint/2010/main" val="192004228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2ADDF-7AA0-468C-B5B9-2F6BCAAAA5C9}"/>
              </a:ext>
            </a:extLst>
          </p:cNvPr>
          <p:cNvSpPr>
            <a:spLocks noGrp="1"/>
          </p:cNvSpPr>
          <p:nvPr>
            <p:ph type="title"/>
          </p:nvPr>
        </p:nvSpPr>
        <p:spPr/>
        <p:txBody>
          <a:bodyPr/>
          <a:lstStyle/>
          <a:p>
            <a:pPr algn="ctr"/>
            <a:r>
              <a:rPr lang="en-US" b="1" dirty="0"/>
              <a:t>Marico’s WCE score-</a:t>
            </a:r>
            <a:endParaRPr lang="en-IN" b="1" dirty="0"/>
          </a:p>
        </p:txBody>
      </p:sp>
      <p:graphicFrame>
        <p:nvGraphicFramePr>
          <p:cNvPr id="4" name="Table 4">
            <a:extLst>
              <a:ext uri="{FF2B5EF4-FFF2-40B4-BE49-F238E27FC236}">
                <a16:creationId xmlns:a16="http://schemas.microsoft.com/office/drawing/2014/main" id="{3F5C4ABA-959B-4264-B0F8-F07C7F7D6F59}"/>
              </a:ext>
            </a:extLst>
          </p:cNvPr>
          <p:cNvGraphicFramePr>
            <a:graphicFrameLocks noGrp="1"/>
          </p:cNvGraphicFramePr>
          <p:nvPr>
            <p:ph idx="1"/>
          </p:nvPr>
        </p:nvGraphicFramePr>
        <p:xfrm>
          <a:off x="838200" y="1825625"/>
          <a:ext cx="10515600" cy="2123440"/>
        </p:xfrm>
        <a:graphic>
          <a:graphicData uri="http://schemas.openxmlformats.org/drawingml/2006/table">
            <a:tbl>
              <a:tblPr firstRow="1" bandRow="1">
                <a:tableStyleId>{00A15C55-8517-42AA-B614-E9B94910E393}</a:tableStyleId>
              </a:tblPr>
              <a:tblGrid>
                <a:gridCol w="2103120">
                  <a:extLst>
                    <a:ext uri="{9D8B030D-6E8A-4147-A177-3AD203B41FA5}">
                      <a16:colId xmlns:a16="http://schemas.microsoft.com/office/drawing/2014/main" val="3581617588"/>
                    </a:ext>
                  </a:extLst>
                </a:gridCol>
                <a:gridCol w="2103120">
                  <a:extLst>
                    <a:ext uri="{9D8B030D-6E8A-4147-A177-3AD203B41FA5}">
                      <a16:colId xmlns:a16="http://schemas.microsoft.com/office/drawing/2014/main" val="3736460221"/>
                    </a:ext>
                  </a:extLst>
                </a:gridCol>
                <a:gridCol w="2103120">
                  <a:extLst>
                    <a:ext uri="{9D8B030D-6E8A-4147-A177-3AD203B41FA5}">
                      <a16:colId xmlns:a16="http://schemas.microsoft.com/office/drawing/2014/main" val="3173083987"/>
                    </a:ext>
                  </a:extLst>
                </a:gridCol>
                <a:gridCol w="2103120">
                  <a:extLst>
                    <a:ext uri="{9D8B030D-6E8A-4147-A177-3AD203B41FA5}">
                      <a16:colId xmlns:a16="http://schemas.microsoft.com/office/drawing/2014/main" val="1538783123"/>
                    </a:ext>
                  </a:extLst>
                </a:gridCol>
                <a:gridCol w="2103120">
                  <a:extLst>
                    <a:ext uri="{9D8B030D-6E8A-4147-A177-3AD203B41FA5}">
                      <a16:colId xmlns:a16="http://schemas.microsoft.com/office/drawing/2014/main" val="1384692733"/>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2111029006"/>
                  </a:ext>
                </a:extLst>
              </a:tr>
              <a:tr h="370840">
                <a:tc>
                  <a:txBody>
                    <a:bodyPr/>
                    <a:lstStyle/>
                    <a:p>
                      <a:pPr marL="342900" indent="-342900">
                        <a:buAutoNum type="arabicPeriod"/>
                      </a:pPr>
                      <a:r>
                        <a:rPr lang="en-US" dirty="0"/>
                        <a:t>DR </a:t>
                      </a:r>
                      <a:endParaRPr lang="en-IN" dirty="0"/>
                    </a:p>
                  </a:txBody>
                  <a:tcPr/>
                </a:tc>
                <a:tc>
                  <a:txBody>
                    <a:bodyPr/>
                    <a:lstStyle/>
                    <a:p>
                      <a:r>
                        <a:rPr lang="en-IN" dirty="0"/>
                        <a:t>4</a:t>
                      </a:r>
                    </a:p>
                  </a:txBody>
                  <a:tcPr/>
                </a:tc>
                <a:tc>
                  <a:txBody>
                    <a:bodyPr/>
                    <a:lstStyle/>
                    <a:p>
                      <a:r>
                        <a:rPr lang="en-IN"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prstClr val="black"/>
                          </a:solidFill>
                          <a:effectLst/>
                          <a:uLnTx/>
                          <a:uFillTx/>
                        </a:rPr>
                        <a:t>0.3333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0.6666</a:t>
                      </a:r>
                    </a:p>
                  </a:txBody>
                  <a:tcPr/>
                </a:tc>
                <a:extLst>
                  <a:ext uri="{0D108BD9-81ED-4DB2-BD59-A6C34878D82A}">
                    <a16:rowId xmlns:a16="http://schemas.microsoft.com/office/drawing/2014/main" val="852048042"/>
                  </a:ext>
                </a:extLst>
              </a:tr>
              <a:tr h="370840">
                <a:tc>
                  <a:txBody>
                    <a:bodyPr/>
                    <a:lstStyle/>
                    <a:p>
                      <a:r>
                        <a:rPr lang="en-US" dirty="0"/>
                        <a:t>2.    DI</a:t>
                      </a:r>
                      <a:endParaRPr lang="en-IN" dirty="0"/>
                    </a:p>
                  </a:txBody>
                  <a:tcPr/>
                </a:tc>
                <a:tc>
                  <a:txBody>
                    <a:bodyPr/>
                    <a:lstStyle/>
                    <a:p>
                      <a:r>
                        <a:rPr lang="en-IN" dirty="0"/>
                        <a:t>3</a:t>
                      </a:r>
                    </a:p>
                  </a:txBody>
                  <a:tcPr/>
                </a:tc>
                <a:tc>
                  <a:txBody>
                    <a:bodyPr/>
                    <a:lstStyle/>
                    <a:p>
                      <a:r>
                        <a:rPr lang="en-IN"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prstClr val="black"/>
                          </a:solidFill>
                          <a:effectLst/>
                          <a:uLnTx/>
                          <a:uFillTx/>
                        </a:rPr>
                        <a:t>0.3333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0.9999</a:t>
                      </a:r>
                    </a:p>
                  </a:txBody>
                  <a:tcPr/>
                </a:tc>
                <a:extLst>
                  <a:ext uri="{0D108BD9-81ED-4DB2-BD59-A6C34878D82A}">
                    <a16:rowId xmlns:a16="http://schemas.microsoft.com/office/drawing/2014/main" val="2073132173"/>
                  </a:ext>
                </a:extLst>
              </a:tr>
              <a:tr h="370840">
                <a:tc>
                  <a:txBody>
                    <a:bodyPr/>
                    <a:lstStyle/>
                    <a:p>
                      <a:r>
                        <a:rPr lang="en-US" dirty="0"/>
                        <a:t>3.   DP</a:t>
                      </a:r>
                      <a:endParaRPr lang="en-IN" dirty="0"/>
                    </a:p>
                  </a:txBody>
                  <a:tcPr/>
                </a:tc>
                <a:tc>
                  <a:txBody>
                    <a:bodyPr/>
                    <a:lstStyle/>
                    <a:p>
                      <a:r>
                        <a:rPr lang="en-IN" dirty="0"/>
                        <a:t>4</a:t>
                      </a:r>
                    </a:p>
                  </a:txBody>
                  <a:tcPr/>
                </a:tc>
                <a:tc>
                  <a:txBody>
                    <a:bodyPr/>
                    <a:lstStyle/>
                    <a:p>
                      <a:r>
                        <a:rPr lang="en-IN"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prstClr val="black"/>
                          </a:solidFill>
                          <a:effectLst/>
                          <a:uLnTx/>
                          <a:uFillTx/>
                        </a:rPr>
                        <a:t>0.3333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0.6666</a:t>
                      </a:r>
                    </a:p>
                  </a:txBody>
                  <a:tcPr/>
                </a:tc>
                <a:extLst>
                  <a:ext uri="{0D108BD9-81ED-4DB2-BD59-A6C34878D82A}">
                    <a16:rowId xmlns:a16="http://schemas.microsoft.com/office/drawing/2014/main" val="2692015386"/>
                  </a:ext>
                </a:extLst>
              </a:tr>
              <a:tr h="370840">
                <a:tc>
                  <a:txBody>
                    <a:bodyPr/>
                    <a:lstStyle/>
                    <a:p>
                      <a:r>
                        <a:rPr lang="en-US" b="1" dirty="0"/>
                        <a:t>Total Weighted Score </a:t>
                      </a:r>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a:p>
                  </a:txBody>
                  <a:tcPr/>
                </a:tc>
                <a:tc>
                  <a:txBody>
                    <a:bodyPr/>
                    <a:lstStyle/>
                    <a:p>
                      <a:r>
                        <a:rPr lang="en-IN" b="1" dirty="0"/>
                        <a:t>2.3331</a:t>
                      </a:r>
                    </a:p>
                  </a:txBody>
                  <a:tcPr/>
                </a:tc>
                <a:extLst>
                  <a:ext uri="{0D108BD9-81ED-4DB2-BD59-A6C34878D82A}">
                    <a16:rowId xmlns:a16="http://schemas.microsoft.com/office/drawing/2014/main" val="713248258"/>
                  </a:ext>
                </a:extLst>
              </a:tr>
            </a:tbl>
          </a:graphicData>
        </a:graphic>
      </p:graphicFrame>
    </p:spTree>
    <p:extLst>
      <p:ext uri="{BB962C8B-B14F-4D97-AF65-F5344CB8AC3E}">
        <p14:creationId xmlns:p14="http://schemas.microsoft.com/office/powerpoint/2010/main" val="17424929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2ADDF-7AA0-468C-B5B9-2F6BCAAAA5C9}"/>
              </a:ext>
            </a:extLst>
          </p:cNvPr>
          <p:cNvSpPr>
            <a:spLocks noGrp="1"/>
          </p:cNvSpPr>
          <p:nvPr>
            <p:ph type="title"/>
          </p:nvPr>
        </p:nvSpPr>
        <p:spPr/>
        <p:txBody>
          <a:bodyPr/>
          <a:lstStyle/>
          <a:p>
            <a:pPr algn="ctr"/>
            <a:r>
              <a:rPr lang="en-US" b="1" dirty="0"/>
              <a:t>Dabur’s WCE score-  </a:t>
            </a:r>
            <a:endParaRPr lang="en-IN" b="1" dirty="0"/>
          </a:p>
        </p:txBody>
      </p:sp>
      <p:graphicFrame>
        <p:nvGraphicFramePr>
          <p:cNvPr id="4" name="Table 4">
            <a:extLst>
              <a:ext uri="{FF2B5EF4-FFF2-40B4-BE49-F238E27FC236}">
                <a16:creationId xmlns:a16="http://schemas.microsoft.com/office/drawing/2014/main" id="{3F5C4ABA-959B-4264-B0F8-F07C7F7D6F59}"/>
              </a:ext>
            </a:extLst>
          </p:cNvPr>
          <p:cNvGraphicFramePr>
            <a:graphicFrameLocks noGrp="1"/>
          </p:cNvGraphicFramePr>
          <p:nvPr>
            <p:ph idx="1"/>
          </p:nvPr>
        </p:nvGraphicFramePr>
        <p:xfrm>
          <a:off x="838200" y="1825625"/>
          <a:ext cx="10515600" cy="2123440"/>
        </p:xfrm>
        <a:graphic>
          <a:graphicData uri="http://schemas.openxmlformats.org/drawingml/2006/table">
            <a:tbl>
              <a:tblPr firstRow="1" bandRow="1">
                <a:tableStyleId>{21E4AEA4-8DFA-4A89-87EB-49C32662AFE0}</a:tableStyleId>
              </a:tblPr>
              <a:tblGrid>
                <a:gridCol w="2103120">
                  <a:extLst>
                    <a:ext uri="{9D8B030D-6E8A-4147-A177-3AD203B41FA5}">
                      <a16:colId xmlns:a16="http://schemas.microsoft.com/office/drawing/2014/main" val="3581617588"/>
                    </a:ext>
                  </a:extLst>
                </a:gridCol>
                <a:gridCol w="2103120">
                  <a:extLst>
                    <a:ext uri="{9D8B030D-6E8A-4147-A177-3AD203B41FA5}">
                      <a16:colId xmlns:a16="http://schemas.microsoft.com/office/drawing/2014/main" val="3736460221"/>
                    </a:ext>
                  </a:extLst>
                </a:gridCol>
                <a:gridCol w="2103120">
                  <a:extLst>
                    <a:ext uri="{9D8B030D-6E8A-4147-A177-3AD203B41FA5}">
                      <a16:colId xmlns:a16="http://schemas.microsoft.com/office/drawing/2014/main" val="3173083987"/>
                    </a:ext>
                  </a:extLst>
                </a:gridCol>
                <a:gridCol w="2103120">
                  <a:extLst>
                    <a:ext uri="{9D8B030D-6E8A-4147-A177-3AD203B41FA5}">
                      <a16:colId xmlns:a16="http://schemas.microsoft.com/office/drawing/2014/main" val="1538783123"/>
                    </a:ext>
                  </a:extLst>
                </a:gridCol>
                <a:gridCol w="2103120">
                  <a:extLst>
                    <a:ext uri="{9D8B030D-6E8A-4147-A177-3AD203B41FA5}">
                      <a16:colId xmlns:a16="http://schemas.microsoft.com/office/drawing/2014/main" val="1384692733"/>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2111029006"/>
                  </a:ext>
                </a:extLst>
              </a:tr>
              <a:tr h="370840">
                <a:tc>
                  <a:txBody>
                    <a:bodyPr/>
                    <a:lstStyle/>
                    <a:p>
                      <a:pPr marL="342900" indent="-342900">
                        <a:buAutoNum type="arabicPeriod"/>
                      </a:pPr>
                      <a:r>
                        <a:rPr lang="en-US" dirty="0"/>
                        <a:t>DR </a:t>
                      </a:r>
                      <a:endParaRPr lang="en-IN" dirty="0"/>
                    </a:p>
                  </a:txBody>
                  <a:tcPr/>
                </a:tc>
                <a:tc>
                  <a:txBody>
                    <a:bodyPr/>
                    <a:lstStyle/>
                    <a:p>
                      <a:r>
                        <a:rPr lang="en-IN" dirty="0"/>
                        <a:t>3</a:t>
                      </a:r>
                    </a:p>
                  </a:txBody>
                  <a:tcPr/>
                </a:tc>
                <a:tc>
                  <a:txBody>
                    <a:bodyPr/>
                    <a:lstStyle/>
                    <a:p>
                      <a:r>
                        <a:rPr lang="en-IN"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prstClr val="black"/>
                          </a:solidFill>
                          <a:effectLst/>
                          <a:uLnTx/>
                          <a:uFillTx/>
                        </a:rPr>
                        <a:t>0.3333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0.9999</a:t>
                      </a:r>
                    </a:p>
                  </a:txBody>
                  <a:tcPr/>
                </a:tc>
                <a:extLst>
                  <a:ext uri="{0D108BD9-81ED-4DB2-BD59-A6C34878D82A}">
                    <a16:rowId xmlns:a16="http://schemas.microsoft.com/office/drawing/2014/main" val="852048042"/>
                  </a:ext>
                </a:extLst>
              </a:tr>
              <a:tr h="370840">
                <a:tc>
                  <a:txBody>
                    <a:bodyPr/>
                    <a:lstStyle/>
                    <a:p>
                      <a:r>
                        <a:rPr lang="en-US" dirty="0"/>
                        <a:t>2.    DI</a:t>
                      </a:r>
                      <a:endParaRPr lang="en-IN" dirty="0"/>
                    </a:p>
                  </a:txBody>
                  <a:tcPr/>
                </a:tc>
                <a:tc>
                  <a:txBody>
                    <a:bodyPr/>
                    <a:lstStyle/>
                    <a:p>
                      <a:r>
                        <a:rPr lang="en-IN" dirty="0"/>
                        <a:t>5</a:t>
                      </a:r>
                    </a:p>
                  </a:txBody>
                  <a:tcPr/>
                </a:tc>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prstClr val="black"/>
                          </a:solidFill>
                          <a:effectLst/>
                          <a:uLnTx/>
                          <a:uFillTx/>
                        </a:rPr>
                        <a:t>0.3333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0.3333</a:t>
                      </a:r>
                    </a:p>
                  </a:txBody>
                  <a:tcPr/>
                </a:tc>
                <a:extLst>
                  <a:ext uri="{0D108BD9-81ED-4DB2-BD59-A6C34878D82A}">
                    <a16:rowId xmlns:a16="http://schemas.microsoft.com/office/drawing/2014/main" val="2073132173"/>
                  </a:ext>
                </a:extLst>
              </a:tr>
              <a:tr h="370840">
                <a:tc>
                  <a:txBody>
                    <a:bodyPr/>
                    <a:lstStyle/>
                    <a:p>
                      <a:r>
                        <a:rPr lang="en-US" dirty="0"/>
                        <a:t>3.   DP</a:t>
                      </a:r>
                      <a:endParaRPr lang="en-IN" dirty="0"/>
                    </a:p>
                  </a:txBody>
                  <a:tcPr/>
                </a:tc>
                <a:tc>
                  <a:txBody>
                    <a:bodyPr/>
                    <a:lstStyle/>
                    <a:p>
                      <a:r>
                        <a:rPr lang="en-IN" dirty="0"/>
                        <a:t>1</a:t>
                      </a:r>
                    </a:p>
                  </a:txBody>
                  <a:tcPr/>
                </a:tc>
                <a:tc>
                  <a:txBody>
                    <a:bodyPr/>
                    <a:lstStyle/>
                    <a:p>
                      <a:r>
                        <a:rPr lang="en-IN"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prstClr val="black"/>
                          </a:solidFill>
                          <a:effectLst/>
                          <a:uLnTx/>
                          <a:uFillTx/>
                        </a:rPr>
                        <a:t>0.3333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1.6665</a:t>
                      </a:r>
                    </a:p>
                  </a:txBody>
                  <a:tcPr/>
                </a:tc>
                <a:extLst>
                  <a:ext uri="{0D108BD9-81ED-4DB2-BD59-A6C34878D82A}">
                    <a16:rowId xmlns:a16="http://schemas.microsoft.com/office/drawing/2014/main" val="2692015386"/>
                  </a:ext>
                </a:extLst>
              </a:tr>
              <a:tr h="370840">
                <a:tc>
                  <a:txBody>
                    <a:bodyPr/>
                    <a:lstStyle/>
                    <a:p>
                      <a:r>
                        <a:rPr lang="en-US" b="1" dirty="0"/>
                        <a:t>Total Weighted Score </a:t>
                      </a:r>
                      <a:endParaRPr lang="en-IN" b="1" dirty="0"/>
                    </a:p>
                  </a:txBody>
                  <a:tcPr/>
                </a:tc>
                <a:tc>
                  <a:txBody>
                    <a:bodyPr/>
                    <a:lstStyle/>
                    <a:p>
                      <a:endParaRPr lang="en-IN" b="1"/>
                    </a:p>
                  </a:txBody>
                  <a:tcPr/>
                </a:tc>
                <a:tc>
                  <a:txBody>
                    <a:bodyPr/>
                    <a:lstStyle/>
                    <a:p>
                      <a:endParaRPr lang="en-IN" b="1"/>
                    </a:p>
                  </a:txBody>
                  <a:tcPr/>
                </a:tc>
                <a:tc>
                  <a:txBody>
                    <a:bodyPr/>
                    <a:lstStyle/>
                    <a:p>
                      <a:endParaRPr lang="en-IN" b="1"/>
                    </a:p>
                  </a:txBody>
                  <a:tcPr/>
                </a:tc>
                <a:tc>
                  <a:txBody>
                    <a:bodyPr/>
                    <a:lstStyle/>
                    <a:p>
                      <a:r>
                        <a:rPr lang="en-IN" b="1" dirty="0"/>
                        <a:t>2.9997</a:t>
                      </a:r>
                    </a:p>
                  </a:txBody>
                  <a:tcPr/>
                </a:tc>
                <a:extLst>
                  <a:ext uri="{0D108BD9-81ED-4DB2-BD59-A6C34878D82A}">
                    <a16:rowId xmlns:a16="http://schemas.microsoft.com/office/drawing/2014/main" val="713248258"/>
                  </a:ext>
                </a:extLst>
              </a:tr>
            </a:tbl>
          </a:graphicData>
        </a:graphic>
      </p:graphicFrame>
    </p:spTree>
    <p:extLst>
      <p:ext uri="{BB962C8B-B14F-4D97-AF65-F5344CB8AC3E}">
        <p14:creationId xmlns:p14="http://schemas.microsoft.com/office/powerpoint/2010/main" val="303972380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2ADDF-7AA0-468C-B5B9-2F6BCAAAA5C9}"/>
              </a:ext>
            </a:extLst>
          </p:cNvPr>
          <p:cNvSpPr>
            <a:spLocks noGrp="1"/>
          </p:cNvSpPr>
          <p:nvPr>
            <p:ph type="title"/>
          </p:nvPr>
        </p:nvSpPr>
        <p:spPr/>
        <p:txBody>
          <a:bodyPr/>
          <a:lstStyle/>
          <a:p>
            <a:pPr algn="ctr"/>
            <a:r>
              <a:rPr lang="en-US" b="1" dirty="0"/>
              <a:t>Vishal’s WCE score- </a:t>
            </a:r>
            <a:endParaRPr lang="en-IN" b="1" dirty="0"/>
          </a:p>
        </p:txBody>
      </p:sp>
      <p:graphicFrame>
        <p:nvGraphicFramePr>
          <p:cNvPr id="4" name="Table 4">
            <a:extLst>
              <a:ext uri="{FF2B5EF4-FFF2-40B4-BE49-F238E27FC236}">
                <a16:creationId xmlns:a16="http://schemas.microsoft.com/office/drawing/2014/main" id="{3F5C4ABA-959B-4264-B0F8-F07C7F7D6F59}"/>
              </a:ext>
            </a:extLst>
          </p:cNvPr>
          <p:cNvGraphicFramePr>
            <a:graphicFrameLocks noGrp="1"/>
          </p:cNvGraphicFramePr>
          <p:nvPr>
            <p:ph idx="1"/>
          </p:nvPr>
        </p:nvGraphicFramePr>
        <p:xfrm>
          <a:off x="838200" y="1825625"/>
          <a:ext cx="10515600" cy="2123440"/>
        </p:xfrm>
        <a:graphic>
          <a:graphicData uri="http://schemas.openxmlformats.org/drawingml/2006/table">
            <a:tbl>
              <a:tblPr firstRow="1" bandRow="1">
                <a:tableStyleId>{F5AB1C69-6EDB-4FF4-983F-18BD219EF322}</a:tableStyleId>
              </a:tblPr>
              <a:tblGrid>
                <a:gridCol w="2103120">
                  <a:extLst>
                    <a:ext uri="{9D8B030D-6E8A-4147-A177-3AD203B41FA5}">
                      <a16:colId xmlns:a16="http://schemas.microsoft.com/office/drawing/2014/main" val="3581617588"/>
                    </a:ext>
                  </a:extLst>
                </a:gridCol>
                <a:gridCol w="2103120">
                  <a:extLst>
                    <a:ext uri="{9D8B030D-6E8A-4147-A177-3AD203B41FA5}">
                      <a16:colId xmlns:a16="http://schemas.microsoft.com/office/drawing/2014/main" val="3736460221"/>
                    </a:ext>
                  </a:extLst>
                </a:gridCol>
                <a:gridCol w="2103120">
                  <a:extLst>
                    <a:ext uri="{9D8B030D-6E8A-4147-A177-3AD203B41FA5}">
                      <a16:colId xmlns:a16="http://schemas.microsoft.com/office/drawing/2014/main" val="3173083987"/>
                    </a:ext>
                  </a:extLst>
                </a:gridCol>
                <a:gridCol w="2103120">
                  <a:extLst>
                    <a:ext uri="{9D8B030D-6E8A-4147-A177-3AD203B41FA5}">
                      <a16:colId xmlns:a16="http://schemas.microsoft.com/office/drawing/2014/main" val="1538783123"/>
                    </a:ext>
                  </a:extLst>
                </a:gridCol>
                <a:gridCol w="2103120">
                  <a:extLst>
                    <a:ext uri="{9D8B030D-6E8A-4147-A177-3AD203B41FA5}">
                      <a16:colId xmlns:a16="http://schemas.microsoft.com/office/drawing/2014/main" val="1384692733"/>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2111029006"/>
                  </a:ext>
                </a:extLst>
              </a:tr>
              <a:tr h="370840">
                <a:tc>
                  <a:txBody>
                    <a:bodyPr/>
                    <a:lstStyle/>
                    <a:p>
                      <a:pPr marL="342900" indent="-342900">
                        <a:buAutoNum type="arabicPeriod"/>
                      </a:pPr>
                      <a:r>
                        <a:rPr lang="en-US" dirty="0"/>
                        <a:t>DR </a:t>
                      </a:r>
                      <a:endParaRPr lang="en-IN" dirty="0"/>
                    </a:p>
                  </a:txBody>
                  <a:tcPr/>
                </a:tc>
                <a:tc>
                  <a:txBody>
                    <a:bodyPr/>
                    <a:lstStyle/>
                    <a:p>
                      <a:r>
                        <a:rPr lang="en-IN" dirty="0"/>
                        <a:t>1</a:t>
                      </a:r>
                    </a:p>
                  </a:txBody>
                  <a:tcPr/>
                </a:tc>
                <a:tc>
                  <a:txBody>
                    <a:bodyPr/>
                    <a:lstStyle/>
                    <a:p>
                      <a:r>
                        <a:rPr lang="en-IN"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prstClr val="black"/>
                          </a:solidFill>
                          <a:effectLst/>
                          <a:uLnTx/>
                          <a:uFillTx/>
                        </a:rPr>
                        <a:t>0.3333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1.6665</a:t>
                      </a:r>
                    </a:p>
                  </a:txBody>
                  <a:tcPr/>
                </a:tc>
                <a:extLst>
                  <a:ext uri="{0D108BD9-81ED-4DB2-BD59-A6C34878D82A}">
                    <a16:rowId xmlns:a16="http://schemas.microsoft.com/office/drawing/2014/main" val="852048042"/>
                  </a:ext>
                </a:extLst>
              </a:tr>
              <a:tr h="370840">
                <a:tc>
                  <a:txBody>
                    <a:bodyPr/>
                    <a:lstStyle/>
                    <a:p>
                      <a:r>
                        <a:rPr lang="en-US" dirty="0"/>
                        <a:t>2.    DI</a:t>
                      </a:r>
                      <a:endParaRPr lang="en-IN" dirty="0"/>
                    </a:p>
                  </a:txBody>
                  <a:tcPr/>
                </a:tc>
                <a:tc>
                  <a:txBody>
                    <a:bodyPr/>
                    <a:lstStyle/>
                    <a:p>
                      <a:r>
                        <a:rPr lang="en-IN" dirty="0"/>
                        <a:t>4</a:t>
                      </a:r>
                    </a:p>
                  </a:txBody>
                  <a:tcPr/>
                </a:tc>
                <a:tc>
                  <a:txBody>
                    <a:bodyPr/>
                    <a:lstStyle/>
                    <a:p>
                      <a:r>
                        <a:rPr lang="en-IN"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prstClr val="black"/>
                          </a:solidFill>
                          <a:effectLst/>
                          <a:uLnTx/>
                          <a:uFillTx/>
                        </a:rPr>
                        <a:t>0.3333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0.6666</a:t>
                      </a:r>
                    </a:p>
                  </a:txBody>
                  <a:tcPr/>
                </a:tc>
                <a:extLst>
                  <a:ext uri="{0D108BD9-81ED-4DB2-BD59-A6C34878D82A}">
                    <a16:rowId xmlns:a16="http://schemas.microsoft.com/office/drawing/2014/main" val="2073132173"/>
                  </a:ext>
                </a:extLst>
              </a:tr>
              <a:tr h="370840">
                <a:tc>
                  <a:txBody>
                    <a:bodyPr/>
                    <a:lstStyle/>
                    <a:p>
                      <a:r>
                        <a:rPr lang="en-US" dirty="0"/>
                        <a:t>3.   DP</a:t>
                      </a:r>
                      <a:endParaRPr lang="en-IN" dirty="0"/>
                    </a:p>
                  </a:txBody>
                  <a:tcPr/>
                </a:tc>
                <a:tc>
                  <a:txBody>
                    <a:bodyPr/>
                    <a:lstStyle/>
                    <a:p>
                      <a:r>
                        <a:rPr lang="en-IN" dirty="0"/>
                        <a:t>5</a:t>
                      </a:r>
                    </a:p>
                  </a:txBody>
                  <a:tcPr/>
                </a:tc>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prstClr val="black"/>
                          </a:solidFill>
                          <a:effectLst/>
                          <a:uLnTx/>
                          <a:uFillTx/>
                        </a:rPr>
                        <a:t>0.3333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0.3333</a:t>
                      </a:r>
                    </a:p>
                  </a:txBody>
                  <a:tcPr/>
                </a:tc>
                <a:extLst>
                  <a:ext uri="{0D108BD9-81ED-4DB2-BD59-A6C34878D82A}">
                    <a16:rowId xmlns:a16="http://schemas.microsoft.com/office/drawing/2014/main" val="2692015386"/>
                  </a:ext>
                </a:extLst>
              </a:tr>
              <a:tr h="370840">
                <a:tc>
                  <a:txBody>
                    <a:bodyPr/>
                    <a:lstStyle/>
                    <a:p>
                      <a:r>
                        <a:rPr lang="en-US" b="1" dirty="0"/>
                        <a:t>Total Weighted Score </a:t>
                      </a:r>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r>
                        <a:rPr lang="en-IN" b="1" dirty="0"/>
                        <a:t>2.6664</a:t>
                      </a:r>
                    </a:p>
                  </a:txBody>
                  <a:tcPr/>
                </a:tc>
                <a:extLst>
                  <a:ext uri="{0D108BD9-81ED-4DB2-BD59-A6C34878D82A}">
                    <a16:rowId xmlns:a16="http://schemas.microsoft.com/office/drawing/2014/main" val="713248258"/>
                  </a:ext>
                </a:extLst>
              </a:tr>
            </a:tbl>
          </a:graphicData>
        </a:graphic>
      </p:graphicFrame>
    </p:spTree>
    <p:extLst>
      <p:ext uri="{BB962C8B-B14F-4D97-AF65-F5344CB8AC3E}">
        <p14:creationId xmlns:p14="http://schemas.microsoft.com/office/powerpoint/2010/main" val="287040019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452B9-FFE2-4860-86CD-2AD14D149783}"/>
              </a:ext>
            </a:extLst>
          </p:cNvPr>
          <p:cNvSpPr>
            <a:spLocks noGrp="1"/>
          </p:cNvSpPr>
          <p:nvPr>
            <p:ph type="title"/>
          </p:nvPr>
        </p:nvSpPr>
        <p:spPr/>
        <p:txBody>
          <a:bodyPr/>
          <a:lstStyle/>
          <a:p>
            <a:pPr algn="ctr"/>
            <a:r>
              <a:rPr lang="en-US" b="1" dirty="0"/>
              <a:t>Overall Score &amp; Rank on WC Efficiency </a:t>
            </a:r>
            <a:endParaRPr lang="en-IN" b="1" dirty="0"/>
          </a:p>
        </p:txBody>
      </p:sp>
      <p:graphicFrame>
        <p:nvGraphicFramePr>
          <p:cNvPr id="4" name="Table 4">
            <a:extLst>
              <a:ext uri="{FF2B5EF4-FFF2-40B4-BE49-F238E27FC236}">
                <a16:creationId xmlns:a16="http://schemas.microsoft.com/office/drawing/2014/main" id="{6FCFC94A-D07F-4067-BD63-2BDEACC3A911}"/>
              </a:ext>
            </a:extLst>
          </p:cNvPr>
          <p:cNvGraphicFramePr>
            <a:graphicFrameLocks noGrp="1"/>
          </p:cNvGraphicFramePr>
          <p:nvPr>
            <p:ph idx="1"/>
          </p:nvPr>
        </p:nvGraphicFramePr>
        <p:xfrm>
          <a:off x="838200" y="1825625"/>
          <a:ext cx="10515597" cy="2585720"/>
        </p:xfrm>
        <a:graphic>
          <a:graphicData uri="http://schemas.openxmlformats.org/drawingml/2006/table">
            <a:tbl>
              <a:tblPr firstRow="1" bandRow="1">
                <a:tableStyleId>{073A0DAA-6AF3-43AB-8588-CEC1D06C72B9}</a:tableStyleId>
              </a:tblPr>
              <a:tblGrid>
                <a:gridCol w="3505199">
                  <a:extLst>
                    <a:ext uri="{9D8B030D-6E8A-4147-A177-3AD203B41FA5}">
                      <a16:colId xmlns:a16="http://schemas.microsoft.com/office/drawing/2014/main" val="597982494"/>
                    </a:ext>
                  </a:extLst>
                </a:gridCol>
                <a:gridCol w="3505199">
                  <a:extLst>
                    <a:ext uri="{9D8B030D-6E8A-4147-A177-3AD203B41FA5}">
                      <a16:colId xmlns:a16="http://schemas.microsoft.com/office/drawing/2014/main" val="4184826544"/>
                    </a:ext>
                  </a:extLst>
                </a:gridCol>
                <a:gridCol w="3505199">
                  <a:extLst>
                    <a:ext uri="{9D8B030D-6E8A-4147-A177-3AD203B41FA5}">
                      <a16:colId xmlns:a16="http://schemas.microsoft.com/office/drawing/2014/main" val="1217679234"/>
                    </a:ext>
                  </a:extLst>
                </a:gridCol>
              </a:tblGrid>
              <a:tr h="370840">
                <a:tc>
                  <a:txBody>
                    <a:bodyPr/>
                    <a:lstStyle/>
                    <a:p>
                      <a:r>
                        <a:rPr lang="en-US" b="1" dirty="0"/>
                        <a:t>Firm</a:t>
                      </a:r>
                      <a:endParaRPr lang="en-IN" b="1" dirty="0"/>
                    </a:p>
                  </a:txBody>
                  <a:tcPr/>
                </a:tc>
                <a:tc>
                  <a:txBody>
                    <a:bodyPr/>
                    <a:lstStyle/>
                    <a:p>
                      <a:r>
                        <a:rPr lang="en-US" b="1" dirty="0"/>
                        <a:t>Overall </a:t>
                      </a:r>
                      <a:r>
                        <a:rPr lang="en-US" b="1" dirty="0" err="1"/>
                        <a:t>W.Score</a:t>
                      </a:r>
                      <a:r>
                        <a:rPr lang="en-US" b="1" dirty="0"/>
                        <a:t> on WCE</a:t>
                      </a:r>
                      <a:endParaRPr lang="en-IN" b="1" dirty="0"/>
                    </a:p>
                  </a:txBody>
                  <a:tcPr/>
                </a:tc>
                <a:tc>
                  <a:txBody>
                    <a:bodyPr/>
                    <a:lstStyle/>
                    <a:p>
                      <a:r>
                        <a:rPr lang="en-US" b="1" dirty="0"/>
                        <a:t>Overall Rank </a:t>
                      </a:r>
                      <a:endParaRPr lang="en-IN" b="1" dirty="0"/>
                    </a:p>
                  </a:txBody>
                  <a:tcPr/>
                </a:tc>
                <a:extLst>
                  <a:ext uri="{0D108BD9-81ED-4DB2-BD59-A6C34878D82A}">
                    <a16:rowId xmlns:a16="http://schemas.microsoft.com/office/drawing/2014/main" val="2934735824"/>
                  </a:ext>
                </a:extLst>
              </a:tr>
              <a:tr h="324666">
                <a:tc>
                  <a:txBody>
                    <a:bodyPr/>
                    <a:lstStyle/>
                    <a:p>
                      <a:r>
                        <a:rPr lang="en-IN" b="1" dirty="0"/>
                        <a:t>HUL</a:t>
                      </a:r>
                    </a:p>
                  </a:txBody>
                  <a:tcPr/>
                </a:tc>
                <a:tc>
                  <a:txBody>
                    <a:bodyPr/>
                    <a:lstStyle/>
                    <a:p>
                      <a:r>
                        <a:rPr lang="en-IN" b="1" dirty="0"/>
                        <a:t>4.3329</a:t>
                      </a:r>
                    </a:p>
                  </a:txBody>
                  <a:tcPr/>
                </a:tc>
                <a:tc>
                  <a:txBody>
                    <a:bodyPr/>
                    <a:lstStyle/>
                    <a:p>
                      <a:r>
                        <a:rPr lang="en-IN" b="1" dirty="0"/>
                        <a:t>1</a:t>
                      </a:r>
                    </a:p>
                  </a:txBody>
                  <a:tcPr/>
                </a:tc>
                <a:extLst>
                  <a:ext uri="{0D108BD9-81ED-4DB2-BD59-A6C34878D82A}">
                    <a16:rowId xmlns:a16="http://schemas.microsoft.com/office/drawing/2014/main" val="4042535116"/>
                  </a:ext>
                </a:extLst>
              </a:tr>
              <a:tr h="3246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Godrej Consumer Products Ltd </a:t>
                      </a:r>
                    </a:p>
                  </a:txBody>
                  <a:tcPr/>
                </a:tc>
                <a:tc>
                  <a:txBody>
                    <a:bodyPr/>
                    <a:lstStyle/>
                    <a:p>
                      <a:r>
                        <a:rPr lang="en-IN" b="0" dirty="0"/>
                        <a:t>2.6664</a:t>
                      </a:r>
                    </a:p>
                  </a:txBody>
                  <a:tcPr/>
                </a:tc>
                <a:tc>
                  <a:txBody>
                    <a:bodyPr/>
                    <a:lstStyle/>
                    <a:p>
                      <a:r>
                        <a:rPr lang="en-IN" b="0" dirty="0"/>
                        <a:t>3</a:t>
                      </a:r>
                    </a:p>
                  </a:txBody>
                  <a:tcPr/>
                </a:tc>
                <a:extLst>
                  <a:ext uri="{0D108BD9-81ED-4DB2-BD59-A6C34878D82A}">
                    <a16:rowId xmlns:a16="http://schemas.microsoft.com/office/drawing/2014/main" val="3038320600"/>
                  </a:ext>
                </a:extLst>
              </a:tr>
              <a:tr h="370840">
                <a:tc>
                  <a:txBody>
                    <a:bodyPr/>
                    <a:lstStyle/>
                    <a:p>
                      <a:r>
                        <a:rPr lang="en-IN" b="0" dirty="0">
                          <a:highlight>
                            <a:srgbClr val="FFFF00"/>
                          </a:highlight>
                        </a:rPr>
                        <a:t>Marico Ltd</a:t>
                      </a:r>
                    </a:p>
                  </a:txBody>
                  <a:tcPr/>
                </a:tc>
                <a:tc>
                  <a:txBody>
                    <a:bodyPr/>
                    <a:lstStyle/>
                    <a:p>
                      <a:r>
                        <a:rPr lang="en-IN" b="0" dirty="0">
                          <a:highlight>
                            <a:srgbClr val="FFFF00"/>
                          </a:highlight>
                        </a:rPr>
                        <a:t>2.3331</a:t>
                      </a:r>
                    </a:p>
                  </a:txBody>
                  <a:tcPr/>
                </a:tc>
                <a:tc>
                  <a:txBody>
                    <a:bodyPr/>
                    <a:lstStyle/>
                    <a:p>
                      <a:r>
                        <a:rPr lang="en-IN" b="0" dirty="0">
                          <a:highlight>
                            <a:srgbClr val="FFFF00"/>
                          </a:highlight>
                        </a:rPr>
                        <a:t>5</a:t>
                      </a:r>
                    </a:p>
                  </a:txBody>
                  <a:tcPr/>
                </a:tc>
                <a:extLst>
                  <a:ext uri="{0D108BD9-81ED-4DB2-BD59-A6C34878D82A}">
                    <a16:rowId xmlns:a16="http://schemas.microsoft.com/office/drawing/2014/main" val="3368638780"/>
                  </a:ext>
                </a:extLst>
              </a:tr>
              <a:tr h="370840">
                <a:tc>
                  <a:txBody>
                    <a:bodyPr/>
                    <a:lstStyle/>
                    <a:p>
                      <a:r>
                        <a:rPr lang="en-IN" b="0" dirty="0"/>
                        <a:t>Dabur India</a:t>
                      </a:r>
                    </a:p>
                  </a:txBody>
                  <a:tcPr/>
                </a:tc>
                <a:tc>
                  <a:txBody>
                    <a:bodyPr/>
                    <a:lstStyle/>
                    <a:p>
                      <a:r>
                        <a:rPr lang="en-IN" b="0" dirty="0">
                          <a:solidFill>
                            <a:schemeClr val="bg2">
                              <a:lumMod val="10000"/>
                            </a:schemeClr>
                          </a:solidFill>
                        </a:rPr>
                        <a:t>2.9997</a:t>
                      </a:r>
                    </a:p>
                  </a:txBody>
                  <a:tcPr/>
                </a:tc>
                <a:tc>
                  <a:txBody>
                    <a:bodyPr/>
                    <a:lstStyle/>
                    <a:p>
                      <a:r>
                        <a:rPr lang="en-IN" b="0" dirty="0">
                          <a:solidFill>
                            <a:schemeClr val="bg2">
                              <a:lumMod val="10000"/>
                            </a:schemeClr>
                          </a:solidFill>
                        </a:rPr>
                        <a:t>2</a:t>
                      </a:r>
                    </a:p>
                  </a:txBody>
                  <a:tcPr/>
                </a:tc>
                <a:extLst>
                  <a:ext uri="{0D108BD9-81ED-4DB2-BD59-A6C34878D82A}">
                    <a16:rowId xmlns:a16="http://schemas.microsoft.com/office/drawing/2014/main" val="21072189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t>Vishal Mega Mart</a:t>
                      </a:r>
                    </a:p>
                  </a:txBody>
                  <a:tcPr/>
                </a:tc>
                <a:tc>
                  <a:txBody>
                    <a:bodyPr/>
                    <a:lstStyle/>
                    <a:p>
                      <a:r>
                        <a:rPr lang="en-IN" b="0" dirty="0"/>
                        <a:t>2.6664</a:t>
                      </a:r>
                    </a:p>
                  </a:txBody>
                  <a:tcPr/>
                </a:tc>
                <a:tc>
                  <a:txBody>
                    <a:bodyPr/>
                    <a:lstStyle/>
                    <a:p>
                      <a:r>
                        <a:rPr lang="en-IN" b="0" dirty="0"/>
                        <a:t>3</a:t>
                      </a:r>
                    </a:p>
                  </a:txBody>
                  <a:tcPr/>
                </a:tc>
                <a:extLst>
                  <a:ext uri="{0D108BD9-81ED-4DB2-BD59-A6C34878D82A}">
                    <a16:rowId xmlns:a16="http://schemas.microsoft.com/office/drawing/2014/main" val="32497861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627890948"/>
                  </a:ext>
                </a:extLst>
              </a:tr>
            </a:tbl>
          </a:graphicData>
        </a:graphic>
      </p:graphicFrame>
    </p:spTree>
    <p:extLst>
      <p:ext uri="{BB962C8B-B14F-4D97-AF65-F5344CB8AC3E}">
        <p14:creationId xmlns:p14="http://schemas.microsoft.com/office/powerpoint/2010/main" val="185346813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5C70-912F-4DB5-8F71-5F80C7460876}"/>
              </a:ext>
            </a:extLst>
          </p:cNvPr>
          <p:cNvSpPr>
            <a:spLocks noGrp="1"/>
          </p:cNvSpPr>
          <p:nvPr>
            <p:ph type="title"/>
          </p:nvPr>
        </p:nvSpPr>
        <p:spPr/>
        <p:txBody>
          <a:bodyPr/>
          <a:lstStyle/>
          <a:p>
            <a:pPr algn="ctr"/>
            <a:r>
              <a:rPr lang="en-US" b="1" dirty="0">
                <a:highlight>
                  <a:srgbClr val="FFFF00"/>
                </a:highlight>
              </a:rPr>
              <a:t>Liquidity</a:t>
            </a:r>
            <a:r>
              <a:rPr lang="en-US" b="1" dirty="0"/>
              <a:t>- Sub Parameters Considered </a:t>
            </a:r>
            <a:endParaRPr lang="en-IN" b="1" dirty="0"/>
          </a:p>
        </p:txBody>
      </p:sp>
      <p:sp>
        <p:nvSpPr>
          <p:cNvPr id="3" name="Content Placeholder 2">
            <a:extLst>
              <a:ext uri="{FF2B5EF4-FFF2-40B4-BE49-F238E27FC236}">
                <a16:creationId xmlns:a16="http://schemas.microsoft.com/office/drawing/2014/main" id="{1566AA30-5B3B-464B-B844-806DD2AA2CFF}"/>
              </a:ext>
            </a:extLst>
          </p:cNvPr>
          <p:cNvSpPr>
            <a:spLocks noGrp="1"/>
          </p:cNvSpPr>
          <p:nvPr>
            <p:ph idx="1"/>
          </p:nvPr>
        </p:nvSpPr>
        <p:spPr/>
        <p:txBody>
          <a:bodyPr/>
          <a:lstStyle/>
          <a:p>
            <a:r>
              <a:rPr lang="en-US" b="1" dirty="0"/>
              <a:t>Quick Ratio </a:t>
            </a:r>
            <a:r>
              <a:rPr lang="en-US" dirty="0"/>
              <a:t>( Higher the Better)</a:t>
            </a:r>
          </a:p>
          <a:p>
            <a:endParaRPr lang="en-US" dirty="0"/>
          </a:p>
          <a:p>
            <a:r>
              <a:rPr lang="en-US" b="1" dirty="0"/>
              <a:t>Defensive Interval </a:t>
            </a:r>
            <a:r>
              <a:rPr lang="en-US" dirty="0"/>
              <a:t>(Higher the Better)</a:t>
            </a:r>
            <a:endParaRPr lang="en-IN" dirty="0"/>
          </a:p>
        </p:txBody>
      </p:sp>
    </p:spTree>
    <p:extLst>
      <p:ext uri="{BB962C8B-B14F-4D97-AF65-F5344CB8AC3E}">
        <p14:creationId xmlns:p14="http://schemas.microsoft.com/office/powerpoint/2010/main" val="171699530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8639E-0AB5-4095-9BC1-A93EA9F1AAF4}"/>
              </a:ext>
            </a:extLst>
          </p:cNvPr>
          <p:cNvSpPr>
            <a:spLocks noGrp="1"/>
          </p:cNvSpPr>
          <p:nvPr>
            <p:ph type="title"/>
          </p:nvPr>
        </p:nvSpPr>
        <p:spPr/>
        <p:txBody>
          <a:bodyPr/>
          <a:lstStyle/>
          <a:p>
            <a:pPr algn="ctr"/>
            <a:r>
              <a:rPr lang="en-US" b="1" dirty="0"/>
              <a:t>Quick Ratio  – FY 2025</a:t>
            </a:r>
            <a:br>
              <a:rPr lang="en-US" b="1" dirty="0"/>
            </a:br>
            <a:r>
              <a:rPr lang="en-US" b="1" dirty="0"/>
              <a:t>(Higher the Better)</a:t>
            </a:r>
            <a:endParaRPr lang="en-IN" b="1" dirty="0"/>
          </a:p>
        </p:txBody>
      </p:sp>
      <p:graphicFrame>
        <p:nvGraphicFramePr>
          <p:cNvPr id="4" name="Table 4">
            <a:extLst>
              <a:ext uri="{FF2B5EF4-FFF2-40B4-BE49-F238E27FC236}">
                <a16:creationId xmlns:a16="http://schemas.microsoft.com/office/drawing/2014/main" id="{1DD1D885-1721-4522-B6D3-96413C4754B1}"/>
              </a:ext>
            </a:extLst>
          </p:cNvPr>
          <p:cNvGraphicFramePr>
            <a:graphicFrameLocks noGrp="1"/>
          </p:cNvGraphicFramePr>
          <p:nvPr>
            <p:ph idx="1"/>
          </p:nvPr>
        </p:nvGraphicFramePr>
        <p:xfrm>
          <a:off x="838200" y="1851024"/>
          <a:ext cx="8584769" cy="3108960"/>
        </p:xfrm>
        <a:graphic>
          <a:graphicData uri="http://schemas.openxmlformats.org/drawingml/2006/table">
            <a:tbl>
              <a:tblPr firstRow="1" bandRow="1">
                <a:tableStyleId>{7DF18680-E054-41AD-8BC1-D1AEF772440D}</a:tableStyleId>
              </a:tblPr>
              <a:tblGrid>
                <a:gridCol w="2189899">
                  <a:extLst>
                    <a:ext uri="{9D8B030D-6E8A-4147-A177-3AD203B41FA5}">
                      <a16:colId xmlns:a16="http://schemas.microsoft.com/office/drawing/2014/main" val="239351581"/>
                    </a:ext>
                  </a:extLst>
                </a:gridCol>
                <a:gridCol w="2189899">
                  <a:extLst>
                    <a:ext uri="{9D8B030D-6E8A-4147-A177-3AD203B41FA5}">
                      <a16:colId xmlns:a16="http://schemas.microsoft.com/office/drawing/2014/main" val="3651509243"/>
                    </a:ext>
                  </a:extLst>
                </a:gridCol>
                <a:gridCol w="2189899">
                  <a:extLst>
                    <a:ext uri="{9D8B030D-6E8A-4147-A177-3AD203B41FA5}">
                      <a16:colId xmlns:a16="http://schemas.microsoft.com/office/drawing/2014/main" val="343889307"/>
                    </a:ext>
                  </a:extLst>
                </a:gridCol>
                <a:gridCol w="1007536">
                  <a:extLst>
                    <a:ext uri="{9D8B030D-6E8A-4147-A177-3AD203B41FA5}">
                      <a16:colId xmlns:a16="http://schemas.microsoft.com/office/drawing/2014/main" val="3173881814"/>
                    </a:ext>
                  </a:extLst>
                </a:gridCol>
                <a:gridCol w="1007536">
                  <a:extLst>
                    <a:ext uri="{9D8B030D-6E8A-4147-A177-3AD203B41FA5}">
                      <a16:colId xmlns:a16="http://schemas.microsoft.com/office/drawing/2014/main" val="269274260"/>
                    </a:ext>
                  </a:extLst>
                </a:gridCol>
              </a:tblGrid>
              <a:tr h="329909">
                <a:tc>
                  <a:txBody>
                    <a:bodyPr/>
                    <a:lstStyle/>
                    <a:p>
                      <a:r>
                        <a:rPr lang="en-US" b="0" dirty="0"/>
                        <a:t>Company</a:t>
                      </a:r>
                      <a:endParaRPr lang="en-IN" b="0" dirty="0"/>
                    </a:p>
                  </a:txBody>
                  <a:tcPr/>
                </a:tc>
                <a:tc>
                  <a:txBody>
                    <a:bodyPr/>
                    <a:lstStyle/>
                    <a:p>
                      <a:r>
                        <a:rPr lang="en-US" b="0" dirty="0"/>
                        <a:t>Monetary Current Assets</a:t>
                      </a:r>
                      <a:endParaRPr lang="en-IN" b="0" dirty="0"/>
                    </a:p>
                  </a:txBody>
                  <a:tcPr/>
                </a:tc>
                <a:tc>
                  <a:txBody>
                    <a:bodyPr/>
                    <a:lstStyle/>
                    <a:p>
                      <a:r>
                        <a:rPr lang="en-US" b="0" dirty="0"/>
                        <a:t>Current Liabilities</a:t>
                      </a:r>
                      <a:endParaRPr lang="en-IN" b="0" dirty="0"/>
                    </a:p>
                  </a:txBody>
                  <a:tcPr/>
                </a:tc>
                <a:tc>
                  <a:txBody>
                    <a:bodyPr/>
                    <a:lstStyle/>
                    <a:p>
                      <a:r>
                        <a:rPr lang="en-US" b="0" dirty="0"/>
                        <a:t>QR</a:t>
                      </a:r>
                      <a:endParaRPr lang="en-IN" b="0" dirty="0"/>
                    </a:p>
                  </a:txBody>
                  <a:tcPr/>
                </a:tc>
                <a:tc>
                  <a:txBody>
                    <a:bodyPr/>
                    <a:lstStyle/>
                    <a:p>
                      <a:r>
                        <a:rPr lang="en-US" b="0" dirty="0"/>
                        <a:t> Rank</a:t>
                      </a:r>
                      <a:endParaRPr lang="en-IN" b="0" dirty="0"/>
                    </a:p>
                  </a:txBody>
                  <a:tcPr/>
                </a:tc>
                <a:extLst>
                  <a:ext uri="{0D108BD9-81ED-4DB2-BD59-A6C34878D82A}">
                    <a16:rowId xmlns:a16="http://schemas.microsoft.com/office/drawing/2014/main" val="1916009622"/>
                  </a:ext>
                </a:extLst>
              </a:tr>
              <a:tr h="329909">
                <a:tc>
                  <a:txBody>
                    <a:bodyPr/>
                    <a:lstStyle/>
                    <a:p>
                      <a:r>
                        <a:rPr lang="en-IN" b="0" dirty="0"/>
                        <a:t>HUL</a:t>
                      </a:r>
                    </a:p>
                  </a:txBody>
                  <a:tcPr/>
                </a:tc>
                <a:tc>
                  <a:txBody>
                    <a:bodyPr/>
                    <a:lstStyle/>
                    <a:p>
                      <a:r>
                        <a:rPr lang="en-IN" b="0" dirty="0"/>
                        <a:t>17636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16537</a:t>
                      </a:r>
                    </a:p>
                  </a:txBody>
                  <a:tcPr/>
                </a:tc>
                <a:tc>
                  <a:txBody>
                    <a:bodyPr/>
                    <a:lstStyle/>
                    <a:p>
                      <a:r>
                        <a:rPr lang="en-IN" b="0" dirty="0"/>
                        <a:t>1.07</a:t>
                      </a:r>
                    </a:p>
                  </a:txBody>
                  <a:tcPr/>
                </a:tc>
                <a:tc>
                  <a:txBody>
                    <a:bodyPr/>
                    <a:lstStyle/>
                    <a:p>
                      <a:r>
                        <a:rPr lang="en-IN" b="0" dirty="0"/>
                        <a:t>2</a:t>
                      </a:r>
                    </a:p>
                  </a:txBody>
                  <a:tcPr/>
                </a:tc>
                <a:extLst>
                  <a:ext uri="{0D108BD9-81ED-4DB2-BD59-A6C34878D82A}">
                    <a16:rowId xmlns:a16="http://schemas.microsoft.com/office/drawing/2014/main" val="36654119"/>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Godrej Consumer Products Ltd </a:t>
                      </a:r>
                    </a:p>
                  </a:txBody>
                  <a:tcPr/>
                </a:tc>
                <a:tc>
                  <a:txBody>
                    <a:bodyPr/>
                    <a:lstStyle/>
                    <a:p>
                      <a:r>
                        <a:rPr lang="en-IN" b="0" dirty="0"/>
                        <a:t>5919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6934</a:t>
                      </a:r>
                    </a:p>
                  </a:txBody>
                  <a:tcPr/>
                </a:tc>
                <a:tc>
                  <a:txBody>
                    <a:bodyPr/>
                    <a:lstStyle/>
                    <a:p>
                      <a:r>
                        <a:rPr lang="en-IN" b="0" dirty="0"/>
                        <a:t>0.85</a:t>
                      </a:r>
                    </a:p>
                  </a:txBody>
                  <a:tcPr/>
                </a:tc>
                <a:tc>
                  <a:txBody>
                    <a:bodyPr/>
                    <a:lstStyle/>
                    <a:p>
                      <a:r>
                        <a:rPr lang="en-IN" b="0" dirty="0"/>
                        <a:t>4</a:t>
                      </a:r>
                    </a:p>
                  </a:txBody>
                  <a:tcPr/>
                </a:tc>
                <a:extLst>
                  <a:ext uri="{0D108BD9-81ED-4DB2-BD59-A6C34878D82A}">
                    <a16:rowId xmlns:a16="http://schemas.microsoft.com/office/drawing/2014/main" val="996038180"/>
                  </a:ext>
                </a:extLst>
              </a:tr>
              <a:tr h="329909">
                <a:tc>
                  <a:txBody>
                    <a:bodyPr/>
                    <a:lstStyle/>
                    <a:p>
                      <a:r>
                        <a:rPr lang="en-IN" b="1" dirty="0"/>
                        <a:t>Marico Ltd</a:t>
                      </a:r>
                    </a:p>
                  </a:txBody>
                  <a:tcPr/>
                </a:tc>
                <a:tc>
                  <a:txBody>
                    <a:bodyPr/>
                    <a:lstStyle/>
                    <a:p>
                      <a:r>
                        <a:rPr lang="en-IN" b="0" dirty="0"/>
                        <a:t>3848</a:t>
                      </a:r>
                    </a:p>
                  </a:txBody>
                  <a:tcPr/>
                </a:tc>
                <a:tc>
                  <a:txBody>
                    <a:bodyPr/>
                    <a:lstStyle/>
                    <a:p>
                      <a:r>
                        <a:rPr lang="en-IN" b="0" dirty="0"/>
                        <a:t>2461</a:t>
                      </a:r>
                    </a:p>
                  </a:txBody>
                  <a:tcPr/>
                </a:tc>
                <a:tc>
                  <a:txBody>
                    <a:bodyPr/>
                    <a:lstStyle/>
                    <a:p>
                      <a:r>
                        <a:rPr lang="en-IN" b="1" dirty="0">
                          <a:solidFill>
                            <a:schemeClr val="bg2">
                              <a:lumMod val="10000"/>
                            </a:schemeClr>
                          </a:solidFill>
                        </a:rPr>
                        <a:t>1.56</a:t>
                      </a:r>
                    </a:p>
                  </a:txBody>
                  <a:tcPr/>
                </a:tc>
                <a:tc>
                  <a:txBody>
                    <a:bodyPr/>
                    <a:lstStyle/>
                    <a:p>
                      <a:r>
                        <a:rPr lang="en-IN" b="1" dirty="0">
                          <a:solidFill>
                            <a:schemeClr val="bg2">
                              <a:lumMod val="10000"/>
                            </a:schemeClr>
                          </a:solidFill>
                        </a:rPr>
                        <a:t>1</a:t>
                      </a:r>
                    </a:p>
                  </a:txBody>
                  <a:tcPr/>
                </a:tc>
                <a:extLst>
                  <a:ext uri="{0D108BD9-81ED-4DB2-BD59-A6C34878D82A}">
                    <a16:rowId xmlns:a16="http://schemas.microsoft.com/office/drawing/2014/main" val="2746652360"/>
                  </a:ext>
                </a:extLst>
              </a:tr>
              <a:tr h="329909">
                <a:tc>
                  <a:txBody>
                    <a:bodyPr/>
                    <a:lstStyle/>
                    <a:p>
                      <a:r>
                        <a:rPr lang="en-IN" b="0" dirty="0"/>
                        <a:t>Dabur India</a:t>
                      </a:r>
                    </a:p>
                  </a:txBody>
                  <a:tcPr/>
                </a:tc>
                <a:tc>
                  <a:txBody>
                    <a:bodyPr/>
                    <a:lstStyle/>
                    <a:p>
                      <a:r>
                        <a:rPr lang="en-IN" b="0" dirty="0"/>
                        <a:t>4232</a:t>
                      </a:r>
                    </a:p>
                  </a:txBody>
                  <a:tcPr/>
                </a:tc>
                <a:tc>
                  <a:txBody>
                    <a:bodyPr/>
                    <a:lstStyle/>
                    <a:p>
                      <a:r>
                        <a:rPr lang="en-IN" b="0" dirty="0"/>
                        <a:t>4318</a:t>
                      </a:r>
                    </a:p>
                  </a:txBody>
                  <a:tcPr/>
                </a:tc>
                <a:tc>
                  <a:txBody>
                    <a:bodyPr/>
                    <a:lstStyle/>
                    <a:p>
                      <a:r>
                        <a:rPr lang="en-IN" b="0" dirty="0"/>
                        <a:t>0.98</a:t>
                      </a:r>
                    </a:p>
                  </a:txBody>
                  <a:tcPr/>
                </a:tc>
                <a:tc>
                  <a:txBody>
                    <a:bodyPr/>
                    <a:lstStyle/>
                    <a:p>
                      <a:r>
                        <a:rPr lang="en-IN" b="0" dirty="0"/>
                        <a:t>3</a:t>
                      </a:r>
                    </a:p>
                  </a:txBody>
                  <a:tcPr/>
                </a:tc>
                <a:extLst>
                  <a:ext uri="{0D108BD9-81ED-4DB2-BD59-A6C34878D82A}">
                    <a16:rowId xmlns:a16="http://schemas.microsoft.com/office/drawing/2014/main" val="1127933414"/>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highlight>
                            <a:srgbClr val="FFFF00"/>
                          </a:highlight>
                        </a:rPr>
                        <a:t>Vishal Mega Mart</a:t>
                      </a:r>
                    </a:p>
                  </a:txBody>
                  <a:tcPr/>
                </a:tc>
                <a:tc>
                  <a:txBody>
                    <a:bodyPr/>
                    <a:lstStyle/>
                    <a:p>
                      <a:r>
                        <a:rPr lang="en-IN" b="0" dirty="0"/>
                        <a:t>1252</a:t>
                      </a:r>
                    </a:p>
                  </a:txBody>
                  <a:tcPr/>
                </a:tc>
                <a:tc>
                  <a:txBody>
                    <a:bodyPr/>
                    <a:lstStyle/>
                    <a:p>
                      <a:r>
                        <a:rPr lang="en-IN" b="0" dirty="0"/>
                        <a:t>2333</a:t>
                      </a:r>
                    </a:p>
                  </a:txBody>
                  <a:tcPr/>
                </a:tc>
                <a:tc>
                  <a:txBody>
                    <a:bodyPr/>
                    <a:lstStyle/>
                    <a:p>
                      <a:r>
                        <a:rPr lang="en-IN" b="0" dirty="0">
                          <a:highlight>
                            <a:srgbClr val="FFFF00"/>
                          </a:highlight>
                        </a:rPr>
                        <a:t>0.54</a:t>
                      </a:r>
                    </a:p>
                  </a:txBody>
                  <a:tcPr/>
                </a:tc>
                <a:tc>
                  <a:txBody>
                    <a:bodyPr/>
                    <a:lstStyle/>
                    <a:p>
                      <a:r>
                        <a:rPr lang="en-IN" b="0" dirty="0">
                          <a:highlight>
                            <a:srgbClr val="FFFF00"/>
                          </a:highlight>
                        </a:rPr>
                        <a:t>5</a:t>
                      </a:r>
                    </a:p>
                  </a:txBody>
                  <a:tcPr/>
                </a:tc>
                <a:extLst>
                  <a:ext uri="{0D108BD9-81ED-4DB2-BD59-A6C34878D82A}">
                    <a16:rowId xmlns:a16="http://schemas.microsoft.com/office/drawing/2014/main" val="4187621447"/>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180963087"/>
                  </a:ext>
                </a:extLst>
              </a:tr>
            </a:tbl>
          </a:graphicData>
        </a:graphic>
      </p:graphicFrame>
    </p:spTree>
    <p:extLst>
      <p:ext uri="{BB962C8B-B14F-4D97-AF65-F5344CB8AC3E}">
        <p14:creationId xmlns:p14="http://schemas.microsoft.com/office/powerpoint/2010/main" val="193578291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8639E-0AB5-4095-9BC1-A93EA9F1AAF4}"/>
              </a:ext>
            </a:extLst>
          </p:cNvPr>
          <p:cNvSpPr>
            <a:spLocks noGrp="1"/>
          </p:cNvSpPr>
          <p:nvPr>
            <p:ph type="title"/>
          </p:nvPr>
        </p:nvSpPr>
        <p:spPr/>
        <p:txBody>
          <a:bodyPr/>
          <a:lstStyle/>
          <a:p>
            <a:pPr algn="ctr"/>
            <a:r>
              <a:rPr lang="en-US" b="1" dirty="0"/>
              <a:t>Defensive Interval – FY 2025</a:t>
            </a:r>
            <a:br>
              <a:rPr lang="en-US" b="1" dirty="0"/>
            </a:br>
            <a:r>
              <a:rPr lang="en-US" b="1" dirty="0"/>
              <a:t>(Higher the Better)</a:t>
            </a:r>
            <a:endParaRPr lang="en-IN" b="1" dirty="0"/>
          </a:p>
        </p:txBody>
      </p:sp>
      <p:graphicFrame>
        <p:nvGraphicFramePr>
          <p:cNvPr id="4" name="Table 4">
            <a:extLst>
              <a:ext uri="{FF2B5EF4-FFF2-40B4-BE49-F238E27FC236}">
                <a16:creationId xmlns:a16="http://schemas.microsoft.com/office/drawing/2014/main" id="{1DD1D885-1721-4522-B6D3-96413C4754B1}"/>
              </a:ext>
            </a:extLst>
          </p:cNvPr>
          <p:cNvGraphicFramePr>
            <a:graphicFrameLocks noGrp="1"/>
          </p:cNvGraphicFramePr>
          <p:nvPr>
            <p:ph idx="1"/>
          </p:nvPr>
        </p:nvGraphicFramePr>
        <p:xfrm>
          <a:off x="838200" y="1851024"/>
          <a:ext cx="8584769" cy="3108960"/>
        </p:xfrm>
        <a:graphic>
          <a:graphicData uri="http://schemas.openxmlformats.org/drawingml/2006/table">
            <a:tbl>
              <a:tblPr firstRow="1" bandRow="1">
                <a:tableStyleId>{93296810-A885-4BE3-A3E7-6D5BEEA58F35}</a:tableStyleId>
              </a:tblPr>
              <a:tblGrid>
                <a:gridCol w="2189899">
                  <a:extLst>
                    <a:ext uri="{9D8B030D-6E8A-4147-A177-3AD203B41FA5}">
                      <a16:colId xmlns:a16="http://schemas.microsoft.com/office/drawing/2014/main" val="239351581"/>
                    </a:ext>
                  </a:extLst>
                </a:gridCol>
                <a:gridCol w="2189899">
                  <a:extLst>
                    <a:ext uri="{9D8B030D-6E8A-4147-A177-3AD203B41FA5}">
                      <a16:colId xmlns:a16="http://schemas.microsoft.com/office/drawing/2014/main" val="3651509243"/>
                    </a:ext>
                  </a:extLst>
                </a:gridCol>
                <a:gridCol w="2189899">
                  <a:extLst>
                    <a:ext uri="{9D8B030D-6E8A-4147-A177-3AD203B41FA5}">
                      <a16:colId xmlns:a16="http://schemas.microsoft.com/office/drawing/2014/main" val="343889307"/>
                    </a:ext>
                  </a:extLst>
                </a:gridCol>
                <a:gridCol w="1007536">
                  <a:extLst>
                    <a:ext uri="{9D8B030D-6E8A-4147-A177-3AD203B41FA5}">
                      <a16:colId xmlns:a16="http://schemas.microsoft.com/office/drawing/2014/main" val="3173881814"/>
                    </a:ext>
                  </a:extLst>
                </a:gridCol>
                <a:gridCol w="1007536">
                  <a:extLst>
                    <a:ext uri="{9D8B030D-6E8A-4147-A177-3AD203B41FA5}">
                      <a16:colId xmlns:a16="http://schemas.microsoft.com/office/drawing/2014/main" val="269274260"/>
                    </a:ext>
                  </a:extLst>
                </a:gridCol>
              </a:tblGrid>
              <a:tr h="329909">
                <a:tc>
                  <a:txBody>
                    <a:bodyPr/>
                    <a:lstStyle/>
                    <a:p>
                      <a:r>
                        <a:rPr lang="en-US" dirty="0"/>
                        <a:t>Company</a:t>
                      </a:r>
                      <a:endParaRPr lang="en-IN" dirty="0"/>
                    </a:p>
                  </a:txBody>
                  <a:tcPr/>
                </a:tc>
                <a:tc>
                  <a:txBody>
                    <a:bodyPr/>
                    <a:lstStyle/>
                    <a:p>
                      <a:r>
                        <a:rPr lang="en-US" dirty="0"/>
                        <a:t>Quick Assets </a:t>
                      </a:r>
                      <a:endParaRPr lang="en-IN" dirty="0"/>
                    </a:p>
                  </a:txBody>
                  <a:tcPr/>
                </a:tc>
                <a:tc>
                  <a:txBody>
                    <a:bodyPr/>
                    <a:lstStyle/>
                    <a:p>
                      <a:r>
                        <a:rPr lang="en-US" dirty="0"/>
                        <a:t>Total Cash Expenses</a:t>
                      </a:r>
                      <a:endParaRPr lang="en-IN" dirty="0"/>
                    </a:p>
                  </a:txBody>
                  <a:tcPr/>
                </a:tc>
                <a:tc>
                  <a:txBody>
                    <a:bodyPr/>
                    <a:lstStyle/>
                    <a:p>
                      <a:r>
                        <a:rPr lang="en-US" dirty="0"/>
                        <a:t>Cash Burn </a:t>
                      </a:r>
                      <a:endParaRPr lang="en-IN" dirty="0"/>
                    </a:p>
                  </a:txBody>
                  <a:tcPr/>
                </a:tc>
                <a:tc>
                  <a:txBody>
                    <a:bodyPr/>
                    <a:lstStyle/>
                    <a:p>
                      <a:r>
                        <a:rPr lang="en-US" dirty="0"/>
                        <a:t> Rank</a:t>
                      </a:r>
                      <a:endParaRPr lang="en-IN" dirty="0"/>
                    </a:p>
                  </a:txBody>
                  <a:tcPr/>
                </a:tc>
                <a:extLst>
                  <a:ext uri="{0D108BD9-81ED-4DB2-BD59-A6C34878D82A}">
                    <a16:rowId xmlns:a16="http://schemas.microsoft.com/office/drawing/2014/main" val="1916009622"/>
                  </a:ext>
                </a:extLst>
              </a:tr>
              <a:tr h="329909">
                <a:tc>
                  <a:txBody>
                    <a:bodyPr/>
                    <a:lstStyle/>
                    <a:p>
                      <a:r>
                        <a:rPr lang="en-IN" b="0" dirty="0"/>
                        <a:t>HUL</a:t>
                      </a:r>
                    </a:p>
                  </a:txBody>
                  <a:tcPr/>
                </a:tc>
                <a:tc>
                  <a:txBody>
                    <a:bodyPr/>
                    <a:lstStyle/>
                    <a:p>
                      <a:r>
                        <a:rPr lang="en-IN" b="0" dirty="0"/>
                        <a:t>17636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52285</a:t>
                      </a:r>
                    </a:p>
                  </a:txBody>
                  <a:tcPr/>
                </a:tc>
                <a:tc>
                  <a:txBody>
                    <a:bodyPr/>
                    <a:lstStyle/>
                    <a:p>
                      <a:r>
                        <a:rPr lang="en-IN" b="0" dirty="0"/>
                        <a:t>123</a:t>
                      </a:r>
                    </a:p>
                  </a:txBody>
                  <a:tcPr/>
                </a:tc>
                <a:tc>
                  <a:txBody>
                    <a:bodyPr/>
                    <a:lstStyle/>
                    <a:p>
                      <a:r>
                        <a:rPr lang="en-IN" b="0" dirty="0"/>
                        <a:t>4</a:t>
                      </a:r>
                    </a:p>
                  </a:txBody>
                  <a:tcPr/>
                </a:tc>
                <a:extLst>
                  <a:ext uri="{0D108BD9-81ED-4DB2-BD59-A6C34878D82A}">
                    <a16:rowId xmlns:a16="http://schemas.microsoft.com/office/drawing/2014/main" val="36654119"/>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mn-lt"/>
                          <a:ea typeface="+mn-ea"/>
                          <a:cs typeface="+mn-cs"/>
                        </a:rPr>
                        <a:t>Godrej Consumer Products Ltd </a:t>
                      </a:r>
                    </a:p>
                  </a:txBody>
                  <a:tcPr/>
                </a:tc>
                <a:tc>
                  <a:txBody>
                    <a:bodyPr/>
                    <a:lstStyle/>
                    <a:p>
                      <a:r>
                        <a:rPr lang="en-IN" b="0" dirty="0"/>
                        <a:t>5919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12158</a:t>
                      </a:r>
                    </a:p>
                  </a:txBody>
                  <a:tcPr/>
                </a:tc>
                <a:tc>
                  <a:txBody>
                    <a:bodyPr/>
                    <a:lstStyle/>
                    <a:p>
                      <a:r>
                        <a:rPr lang="en-IN" b="1" dirty="0"/>
                        <a:t>178</a:t>
                      </a:r>
                    </a:p>
                  </a:txBody>
                  <a:tcPr/>
                </a:tc>
                <a:tc>
                  <a:txBody>
                    <a:bodyPr/>
                    <a:lstStyle/>
                    <a:p>
                      <a:r>
                        <a:rPr lang="en-IN" b="1" dirty="0"/>
                        <a:t>1</a:t>
                      </a:r>
                    </a:p>
                  </a:txBody>
                  <a:tcPr/>
                </a:tc>
                <a:extLst>
                  <a:ext uri="{0D108BD9-81ED-4DB2-BD59-A6C34878D82A}">
                    <a16:rowId xmlns:a16="http://schemas.microsoft.com/office/drawing/2014/main" val="115953210"/>
                  </a:ext>
                </a:extLst>
              </a:tr>
              <a:tr h="329909">
                <a:tc>
                  <a:txBody>
                    <a:bodyPr/>
                    <a:lstStyle/>
                    <a:p>
                      <a:r>
                        <a:rPr lang="en-IN" b="0" dirty="0"/>
                        <a:t>Marico Ltd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3848</a:t>
                      </a:r>
                    </a:p>
                  </a:txBody>
                  <a:tcPr/>
                </a:tc>
                <a:tc>
                  <a:txBody>
                    <a:bodyPr/>
                    <a:lstStyle/>
                    <a:p>
                      <a:r>
                        <a:rPr lang="en-IN" b="0" dirty="0"/>
                        <a:t>9225</a:t>
                      </a:r>
                    </a:p>
                  </a:txBody>
                  <a:tcPr/>
                </a:tc>
                <a:tc>
                  <a:txBody>
                    <a:bodyPr/>
                    <a:lstStyle/>
                    <a:p>
                      <a:r>
                        <a:rPr lang="en-IN" b="0" dirty="0">
                          <a:solidFill>
                            <a:schemeClr val="bg2">
                              <a:lumMod val="10000"/>
                            </a:schemeClr>
                          </a:solidFill>
                        </a:rPr>
                        <a:t>152</a:t>
                      </a:r>
                    </a:p>
                  </a:txBody>
                  <a:tcPr/>
                </a:tc>
                <a:tc>
                  <a:txBody>
                    <a:bodyPr/>
                    <a:lstStyle/>
                    <a:p>
                      <a:r>
                        <a:rPr lang="en-IN" b="0" dirty="0">
                          <a:solidFill>
                            <a:schemeClr val="bg2">
                              <a:lumMod val="10000"/>
                            </a:schemeClr>
                          </a:solidFill>
                        </a:rPr>
                        <a:t>2</a:t>
                      </a:r>
                    </a:p>
                  </a:txBody>
                  <a:tcPr/>
                </a:tc>
                <a:extLst>
                  <a:ext uri="{0D108BD9-81ED-4DB2-BD59-A6C34878D82A}">
                    <a16:rowId xmlns:a16="http://schemas.microsoft.com/office/drawing/2014/main" val="2746652360"/>
                  </a:ext>
                </a:extLst>
              </a:tr>
              <a:tr h="329909">
                <a:tc>
                  <a:txBody>
                    <a:bodyPr/>
                    <a:lstStyle/>
                    <a:p>
                      <a:r>
                        <a:rPr lang="en-IN" b="0" dirty="0"/>
                        <a:t>Dabur India</a:t>
                      </a:r>
                    </a:p>
                  </a:txBody>
                  <a:tcPr/>
                </a:tc>
                <a:tc>
                  <a:txBody>
                    <a:bodyPr/>
                    <a:lstStyle/>
                    <a:p>
                      <a:r>
                        <a:rPr lang="en-IN" b="0" dirty="0"/>
                        <a:t>4232</a:t>
                      </a:r>
                    </a:p>
                  </a:txBody>
                  <a:tcPr/>
                </a:tc>
                <a:tc>
                  <a:txBody>
                    <a:bodyPr/>
                    <a:lstStyle/>
                    <a:p>
                      <a:r>
                        <a:rPr lang="en-IN" b="0" dirty="0"/>
                        <a:t>10909</a:t>
                      </a:r>
                    </a:p>
                  </a:txBody>
                  <a:tcPr/>
                </a:tc>
                <a:tc>
                  <a:txBody>
                    <a:bodyPr/>
                    <a:lstStyle/>
                    <a:p>
                      <a:r>
                        <a:rPr lang="en-IN" b="0" dirty="0"/>
                        <a:t>142</a:t>
                      </a:r>
                    </a:p>
                  </a:txBody>
                  <a:tcPr/>
                </a:tc>
                <a:tc>
                  <a:txBody>
                    <a:bodyPr/>
                    <a:lstStyle/>
                    <a:p>
                      <a:r>
                        <a:rPr lang="en-IN" b="0" dirty="0"/>
                        <a:t>3</a:t>
                      </a:r>
                    </a:p>
                  </a:txBody>
                  <a:tcPr/>
                </a:tc>
                <a:extLst>
                  <a:ext uri="{0D108BD9-81ED-4DB2-BD59-A6C34878D82A}">
                    <a16:rowId xmlns:a16="http://schemas.microsoft.com/office/drawing/2014/main" val="1127933414"/>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highlight>
                            <a:srgbClr val="FFFF00"/>
                          </a:highlight>
                        </a:rPr>
                        <a:t>Vishal Mega Mart</a:t>
                      </a:r>
                    </a:p>
                  </a:txBody>
                  <a:tcPr/>
                </a:tc>
                <a:tc>
                  <a:txBody>
                    <a:bodyPr/>
                    <a:lstStyle/>
                    <a:p>
                      <a:r>
                        <a:rPr lang="en-IN" b="0" dirty="0"/>
                        <a:t>1252</a:t>
                      </a:r>
                    </a:p>
                  </a:txBody>
                  <a:tcPr/>
                </a:tc>
                <a:tc>
                  <a:txBody>
                    <a:bodyPr/>
                    <a:lstStyle/>
                    <a:p>
                      <a:r>
                        <a:rPr lang="en-IN" b="0" dirty="0"/>
                        <a:t>9553</a:t>
                      </a:r>
                    </a:p>
                  </a:txBody>
                  <a:tcPr/>
                </a:tc>
                <a:tc>
                  <a:txBody>
                    <a:bodyPr/>
                    <a:lstStyle/>
                    <a:p>
                      <a:r>
                        <a:rPr lang="en-IN" b="0" dirty="0">
                          <a:highlight>
                            <a:srgbClr val="FFFF00"/>
                          </a:highlight>
                        </a:rPr>
                        <a:t>48</a:t>
                      </a:r>
                    </a:p>
                  </a:txBody>
                  <a:tcPr/>
                </a:tc>
                <a:tc>
                  <a:txBody>
                    <a:bodyPr/>
                    <a:lstStyle/>
                    <a:p>
                      <a:r>
                        <a:rPr lang="en-IN" b="0" dirty="0">
                          <a:highlight>
                            <a:srgbClr val="FFFF00"/>
                          </a:highlight>
                        </a:rPr>
                        <a:t>5</a:t>
                      </a:r>
                    </a:p>
                  </a:txBody>
                  <a:tcPr/>
                </a:tc>
                <a:extLst>
                  <a:ext uri="{0D108BD9-81ED-4DB2-BD59-A6C34878D82A}">
                    <a16:rowId xmlns:a16="http://schemas.microsoft.com/office/drawing/2014/main" val="4187621447"/>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0" dirty="0"/>
                    </a:p>
                  </a:txBody>
                  <a:tcPr/>
                </a:tc>
                <a:tc>
                  <a:txBody>
                    <a:bodyPr/>
                    <a:lstStyle/>
                    <a:p>
                      <a:endParaRPr lang="en-IN" b="0" dirty="0"/>
                    </a:p>
                  </a:txBody>
                  <a:tcPr/>
                </a:tc>
                <a:tc>
                  <a:txBody>
                    <a:bodyPr/>
                    <a:lstStyle/>
                    <a:p>
                      <a:endParaRPr lang="en-IN" b="0" dirty="0"/>
                    </a:p>
                  </a:txBody>
                  <a:tcPr/>
                </a:tc>
                <a:tc>
                  <a:txBody>
                    <a:bodyPr/>
                    <a:lstStyle/>
                    <a:p>
                      <a:endParaRPr lang="en-IN" b="0" dirty="0"/>
                    </a:p>
                  </a:txBody>
                  <a:tcPr/>
                </a:tc>
                <a:extLst>
                  <a:ext uri="{0D108BD9-81ED-4DB2-BD59-A6C34878D82A}">
                    <a16:rowId xmlns:a16="http://schemas.microsoft.com/office/drawing/2014/main" val="3180963087"/>
                  </a:ext>
                </a:extLst>
              </a:tr>
            </a:tbl>
          </a:graphicData>
        </a:graphic>
      </p:graphicFrame>
    </p:spTree>
    <p:extLst>
      <p:ext uri="{BB962C8B-B14F-4D97-AF65-F5344CB8AC3E}">
        <p14:creationId xmlns:p14="http://schemas.microsoft.com/office/powerpoint/2010/main" val="309124339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2ADDF-7AA0-468C-B5B9-2F6BCAAAA5C9}"/>
              </a:ext>
            </a:extLst>
          </p:cNvPr>
          <p:cNvSpPr>
            <a:spLocks noGrp="1"/>
          </p:cNvSpPr>
          <p:nvPr>
            <p:ph type="title"/>
          </p:nvPr>
        </p:nvSpPr>
        <p:spPr/>
        <p:txBody>
          <a:bodyPr/>
          <a:lstStyle/>
          <a:p>
            <a:pPr algn="ctr"/>
            <a:r>
              <a:rPr lang="en-US" b="1" dirty="0"/>
              <a:t>HUL’s Liquidity score-</a:t>
            </a:r>
            <a:endParaRPr lang="en-IN" b="1" dirty="0"/>
          </a:p>
        </p:txBody>
      </p:sp>
      <p:graphicFrame>
        <p:nvGraphicFramePr>
          <p:cNvPr id="4" name="Table 4">
            <a:extLst>
              <a:ext uri="{FF2B5EF4-FFF2-40B4-BE49-F238E27FC236}">
                <a16:creationId xmlns:a16="http://schemas.microsoft.com/office/drawing/2014/main" id="{3F5C4ABA-959B-4264-B0F8-F07C7F7D6F59}"/>
              </a:ext>
            </a:extLst>
          </p:cNvPr>
          <p:cNvGraphicFramePr>
            <a:graphicFrameLocks noGrp="1"/>
          </p:cNvGraphicFramePr>
          <p:nvPr>
            <p:ph idx="1"/>
          </p:nvPr>
        </p:nvGraphicFramePr>
        <p:xfrm>
          <a:off x="838200" y="1825625"/>
          <a:ext cx="10515600" cy="202184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581617588"/>
                    </a:ext>
                  </a:extLst>
                </a:gridCol>
                <a:gridCol w="2103120">
                  <a:extLst>
                    <a:ext uri="{9D8B030D-6E8A-4147-A177-3AD203B41FA5}">
                      <a16:colId xmlns:a16="http://schemas.microsoft.com/office/drawing/2014/main" val="3736460221"/>
                    </a:ext>
                  </a:extLst>
                </a:gridCol>
                <a:gridCol w="2103120">
                  <a:extLst>
                    <a:ext uri="{9D8B030D-6E8A-4147-A177-3AD203B41FA5}">
                      <a16:colId xmlns:a16="http://schemas.microsoft.com/office/drawing/2014/main" val="3173083987"/>
                    </a:ext>
                  </a:extLst>
                </a:gridCol>
                <a:gridCol w="2103120">
                  <a:extLst>
                    <a:ext uri="{9D8B030D-6E8A-4147-A177-3AD203B41FA5}">
                      <a16:colId xmlns:a16="http://schemas.microsoft.com/office/drawing/2014/main" val="1538783123"/>
                    </a:ext>
                  </a:extLst>
                </a:gridCol>
                <a:gridCol w="2103120">
                  <a:extLst>
                    <a:ext uri="{9D8B030D-6E8A-4147-A177-3AD203B41FA5}">
                      <a16:colId xmlns:a16="http://schemas.microsoft.com/office/drawing/2014/main" val="1384692733"/>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2111029006"/>
                  </a:ext>
                </a:extLst>
              </a:tr>
              <a:tr h="370840">
                <a:tc>
                  <a:txBody>
                    <a:bodyPr/>
                    <a:lstStyle/>
                    <a:p>
                      <a:pPr marL="342900" indent="-342900">
                        <a:buAutoNum type="arabicPeriod"/>
                      </a:pPr>
                      <a:r>
                        <a:rPr lang="en-US" dirty="0"/>
                        <a:t>Quick Ratio</a:t>
                      </a:r>
                      <a:endParaRPr lang="en-IN" dirty="0"/>
                    </a:p>
                  </a:txBody>
                  <a:tcPr/>
                </a:tc>
                <a:tc>
                  <a:txBody>
                    <a:bodyPr/>
                    <a:lstStyle/>
                    <a:p>
                      <a:r>
                        <a:rPr lang="en-IN" dirty="0"/>
                        <a:t>2</a:t>
                      </a:r>
                    </a:p>
                  </a:txBody>
                  <a:tcPr/>
                </a:tc>
                <a:tc>
                  <a:txBody>
                    <a:bodyPr/>
                    <a:lstStyle/>
                    <a:p>
                      <a:r>
                        <a:rPr lang="en-IN" dirty="0"/>
                        <a:t>4</a:t>
                      </a:r>
                    </a:p>
                  </a:txBody>
                  <a:tcPr/>
                </a:tc>
                <a:tc>
                  <a:txBody>
                    <a:bodyPr/>
                    <a:lstStyle/>
                    <a:p>
                      <a:r>
                        <a:rPr lang="en-US" dirty="0"/>
                        <a:t>0.50</a:t>
                      </a:r>
                      <a:endParaRPr lang="en-IN" dirty="0"/>
                    </a:p>
                  </a:txBody>
                  <a:tcPr/>
                </a:tc>
                <a:tc>
                  <a:txBody>
                    <a:bodyPr/>
                    <a:lstStyle/>
                    <a:p>
                      <a:r>
                        <a:rPr lang="en-IN" dirty="0"/>
                        <a:t>2.00</a:t>
                      </a:r>
                    </a:p>
                  </a:txBody>
                  <a:tcPr/>
                </a:tc>
                <a:extLst>
                  <a:ext uri="{0D108BD9-81ED-4DB2-BD59-A6C34878D82A}">
                    <a16:rowId xmlns:a16="http://schemas.microsoft.com/office/drawing/2014/main" val="852048042"/>
                  </a:ext>
                </a:extLst>
              </a:tr>
              <a:tr h="370840">
                <a:tc>
                  <a:txBody>
                    <a:bodyPr/>
                    <a:lstStyle/>
                    <a:p>
                      <a:r>
                        <a:rPr lang="en-US" dirty="0"/>
                        <a:t>2.    Defensive Interval</a:t>
                      </a:r>
                      <a:endParaRPr lang="en-IN" dirty="0"/>
                    </a:p>
                  </a:txBody>
                  <a:tcPr/>
                </a:tc>
                <a:tc>
                  <a:txBody>
                    <a:bodyPr/>
                    <a:lstStyle/>
                    <a:p>
                      <a:r>
                        <a:rPr lang="en-IN" dirty="0"/>
                        <a:t>4</a:t>
                      </a:r>
                    </a:p>
                  </a:txBody>
                  <a:tcPr/>
                </a:tc>
                <a:tc>
                  <a:txBody>
                    <a:bodyPr/>
                    <a:lstStyle/>
                    <a:p>
                      <a:r>
                        <a:rPr lang="en-IN"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0.50</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1.00</a:t>
                      </a:r>
                    </a:p>
                  </a:txBody>
                  <a:tcPr/>
                </a:tc>
                <a:extLst>
                  <a:ext uri="{0D108BD9-81ED-4DB2-BD59-A6C34878D82A}">
                    <a16:rowId xmlns:a16="http://schemas.microsoft.com/office/drawing/2014/main" val="2073132173"/>
                  </a:ext>
                </a:extLst>
              </a:tr>
              <a:tr h="370840">
                <a:tc>
                  <a:txBody>
                    <a:bodyPr/>
                    <a:lstStyle/>
                    <a:p>
                      <a:r>
                        <a:rPr lang="en-US" b="1" dirty="0"/>
                        <a:t>Total Weighted Score </a:t>
                      </a:r>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r>
                        <a:rPr lang="en-IN" b="1" dirty="0"/>
                        <a:t>3.00</a:t>
                      </a:r>
                    </a:p>
                  </a:txBody>
                  <a:tcPr/>
                </a:tc>
                <a:extLst>
                  <a:ext uri="{0D108BD9-81ED-4DB2-BD59-A6C34878D82A}">
                    <a16:rowId xmlns:a16="http://schemas.microsoft.com/office/drawing/2014/main" val="713248258"/>
                  </a:ext>
                </a:extLst>
              </a:tr>
            </a:tbl>
          </a:graphicData>
        </a:graphic>
      </p:graphicFrame>
    </p:spTree>
    <p:extLst>
      <p:ext uri="{BB962C8B-B14F-4D97-AF65-F5344CB8AC3E}">
        <p14:creationId xmlns:p14="http://schemas.microsoft.com/office/powerpoint/2010/main" val="286635191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2ADDF-7AA0-468C-B5B9-2F6BCAAAA5C9}"/>
              </a:ext>
            </a:extLst>
          </p:cNvPr>
          <p:cNvSpPr>
            <a:spLocks noGrp="1"/>
          </p:cNvSpPr>
          <p:nvPr>
            <p:ph type="title"/>
          </p:nvPr>
        </p:nvSpPr>
        <p:spPr/>
        <p:txBody>
          <a:bodyPr/>
          <a:lstStyle/>
          <a:p>
            <a:pPr algn="ctr"/>
            <a:r>
              <a:rPr lang="en-US" b="1" dirty="0"/>
              <a:t>Godrej’s Liquidity score </a:t>
            </a:r>
            <a:endParaRPr lang="en-IN" b="1" dirty="0"/>
          </a:p>
        </p:txBody>
      </p:sp>
      <p:graphicFrame>
        <p:nvGraphicFramePr>
          <p:cNvPr id="4" name="Table 4">
            <a:extLst>
              <a:ext uri="{FF2B5EF4-FFF2-40B4-BE49-F238E27FC236}">
                <a16:creationId xmlns:a16="http://schemas.microsoft.com/office/drawing/2014/main" id="{3F5C4ABA-959B-4264-B0F8-F07C7F7D6F59}"/>
              </a:ext>
            </a:extLst>
          </p:cNvPr>
          <p:cNvGraphicFramePr>
            <a:graphicFrameLocks noGrp="1"/>
          </p:cNvGraphicFramePr>
          <p:nvPr>
            <p:ph idx="1"/>
          </p:nvPr>
        </p:nvGraphicFramePr>
        <p:xfrm>
          <a:off x="838200" y="1825625"/>
          <a:ext cx="10515600" cy="2021840"/>
        </p:xfrm>
        <a:graphic>
          <a:graphicData uri="http://schemas.openxmlformats.org/drawingml/2006/table">
            <a:tbl>
              <a:tblPr firstRow="1" bandRow="1">
                <a:tableStyleId>{F5AB1C69-6EDB-4FF4-983F-18BD219EF322}</a:tableStyleId>
              </a:tblPr>
              <a:tblGrid>
                <a:gridCol w="2103120">
                  <a:extLst>
                    <a:ext uri="{9D8B030D-6E8A-4147-A177-3AD203B41FA5}">
                      <a16:colId xmlns:a16="http://schemas.microsoft.com/office/drawing/2014/main" val="3581617588"/>
                    </a:ext>
                  </a:extLst>
                </a:gridCol>
                <a:gridCol w="2103120">
                  <a:extLst>
                    <a:ext uri="{9D8B030D-6E8A-4147-A177-3AD203B41FA5}">
                      <a16:colId xmlns:a16="http://schemas.microsoft.com/office/drawing/2014/main" val="3736460221"/>
                    </a:ext>
                  </a:extLst>
                </a:gridCol>
                <a:gridCol w="2103120">
                  <a:extLst>
                    <a:ext uri="{9D8B030D-6E8A-4147-A177-3AD203B41FA5}">
                      <a16:colId xmlns:a16="http://schemas.microsoft.com/office/drawing/2014/main" val="3173083987"/>
                    </a:ext>
                  </a:extLst>
                </a:gridCol>
                <a:gridCol w="2103120">
                  <a:extLst>
                    <a:ext uri="{9D8B030D-6E8A-4147-A177-3AD203B41FA5}">
                      <a16:colId xmlns:a16="http://schemas.microsoft.com/office/drawing/2014/main" val="1538783123"/>
                    </a:ext>
                  </a:extLst>
                </a:gridCol>
                <a:gridCol w="2103120">
                  <a:extLst>
                    <a:ext uri="{9D8B030D-6E8A-4147-A177-3AD203B41FA5}">
                      <a16:colId xmlns:a16="http://schemas.microsoft.com/office/drawing/2014/main" val="1384692733"/>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2111029006"/>
                  </a:ext>
                </a:extLst>
              </a:tr>
              <a:tr h="370840">
                <a:tc>
                  <a:txBody>
                    <a:bodyPr/>
                    <a:lstStyle/>
                    <a:p>
                      <a:pPr marL="342900" indent="-342900">
                        <a:buAutoNum type="arabicPeriod"/>
                      </a:pPr>
                      <a:r>
                        <a:rPr lang="en-US" dirty="0"/>
                        <a:t>Quick Ratio</a:t>
                      </a:r>
                      <a:endParaRPr lang="en-IN" dirty="0"/>
                    </a:p>
                  </a:txBody>
                  <a:tcPr/>
                </a:tc>
                <a:tc>
                  <a:txBody>
                    <a:bodyPr/>
                    <a:lstStyle/>
                    <a:p>
                      <a:r>
                        <a:rPr lang="en-IN" dirty="0"/>
                        <a:t>4</a:t>
                      </a:r>
                    </a:p>
                  </a:txBody>
                  <a:tcPr/>
                </a:tc>
                <a:tc>
                  <a:txBody>
                    <a:bodyPr/>
                    <a:lstStyle/>
                    <a:p>
                      <a:r>
                        <a:rPr lang="en-IN"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0.50</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1.00</a:t>
                      </a:r>
                    </a:p>
                  </a:txBody>
                  <a:tcPr/>
                </a:tc>
                <a:extLst>
                  <a:ext uri="{0D108BD9-81ED-4DB2-BD59-A6C34878D82A}">
                    <a16:rowId xmlns:a16="http://schemas.microsoft.com/office/drawing/2014/main" val="852048042"/>
                  </a:ext>
                </a:extLst>
              </a:tr>
              <a:tr h="370840">
                <a:tc>
                  <a:txBody>
                    <a:bodyPr/>
                    <a:lstStyle/>
                    <a:p>
                      <a:r>
                        <a:rPr lang="en-US" dirty="0"/>
                        <a:t>2.    Defensive Interval</a:t>
                      </a:r>
                      <a:endParaRPr lang="en-IN" dirty="0"/>
                    </a:p>
                  </a:txBody>
                  <a:tcPr/>
                </a:tc>
                <a:tc>
                  <a:txBody>
                    <a:bodyPr/>
                    <a:lstStyle/>
                    <a:p>
                      <a:r>
                        <a:rPr lang="en-IN" dirty="0"/>
                        <a:t>1</a:t>
                      </a:r>
                    </a:p>
                  </a:txBody>
                  <a:tcPr/>
                </a:tc>
                <a:tc>
                  <a:txBody>
                    <a:bodyPr/>
                    <a:lstStyle/>
                    <a:p>
                      <a:r>
                        <a:rPr lang="en-IN"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0.50</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2.50</a:t>
                      </a:r>
                    </a:p>
                  </a:txBody>
                  <a:tcPr/>
                </a:tc>
                <a:extLst>
                  <a:ext uri="{0D108BD9-81ED-4DB2-BD59-A6C34878D82A}">
                    <a16:rowId xmlns:a16="http://schemas.microsoft.com/office/drawing/2014/main" val="2073132173"/>
                  </a:ext>
                </a:extLst>
              </a:tr>
              <a:tr h="370840">
                <a:tc>
                  <a:txBody>
                    <a:bodyPr/>
                    <a:lstStyle/>
                    <a:p>
                      <a:r>
                        <a:rPr lang="en-US" b="1" dirty="0"/>
                        <a:t>Total Weighted Score </a:t>
                      </a:r>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r>
                        <a:rPr lang="en-IN" b="1" dirty="0"/>
                        <a:t>3.50</a:t>
                      </a:r>
                    </a:p>
                  </a:txBody>
                  <a:tcPr/>
                </a:tc>
                <a:extLst>
                  <a:ext uri="{0D108BD9-81ED-4DB2-BD59-A6C34878D82A}">
                    <a16:rowId xmlns:a16="http://schemas.microsoft.com/office/drawing/2014/main" val="713248258"/>
                  </a:ext>
                </a:extLst>
              </a:tr>
            </a:tbl>
          </a:graphicData>
        </a:graphic>
      </p:graphicFrame>
    </p:spTree>
    <p:extLst>
      <p:ext uri="{BB962C8B-B14F-4D97-AF65-F5344CB8AC3E}">
        <p14:creationId xmlns:p14="http://schemas.microsoft.com/office/powerpoint/2010/main" val="34557864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2ADDF-7AA0-468C-B5B9-2F6BCAAAA5C9}"/>
              </a:ext>
            </a:extLst>
          </p:cNvPr>
          <p:cNvSpPr>
            <a:spLocks noGrp="1"/>
          </p:cNvSpPr>
          <p:nvPr>
            <p:ph type="title"/>
          </p:nvPr>
        </p:nvSpPr>
        <p:spPr/>
        <p:txBody>
          <a:bodyPr/>
          <a:lstStyle/>
          <a:p>
            <a:pPr algn="ctr"/>
            <a:r>
              <a:rPr lang="en-US" b="1" dirty="0"/>
              <a:t>Marico’s Liquidity score </a:t>
            </a:r>
            <a:endParaRPr lang="en-IN" b="1" dirty="0"/>
          </a:p>
        </p:txBody>
      </p:sp>
      <p:graphicFrame>
        <p:nvGraphicFramePr>
          <p:cNvPr id="4" name="Table 4">
            <a:extLst>
              <a:ext uri="{FF2B5EF4-FFF2-40B4-BE49-F238E27FC236}">
                <a16:creationId xmlns:a16="http://schemas.microsoft.com/office/drawing/2014/main" id="{3F5C4ABA-959B-4264-B0F8-F07C7F7D6F59}"/>
              </a:ext>
            </a:extLst>
          </p:cNvPr>
          <p:cNvGraphicFramePr>
            <a:graphicFrameLocks noGrp="1"/>
          </p:cNvGraphicFramePr>
          <p:nvPr>
            <p:ph idx="1"/>
          </p:nvPr>
        </p:nvGraphicFramePr>
        <p:xfrm>
          <a:off x="838200" y="1825625"/>
          <a:ext cx="10515600" cy="2021840"/>
        </p:xfrm>
        <a:graphic>
          <a:graphicData uri="http://schemas.openxmlformats.org/drawingml/2006/table">
            <a:tbl>
              <a:tblPr firstRow="1" bandRow="1">
                <a:tableStyleId>{00A15C55-8517-42AA-B614-E9B94910E393}</a:tableStyleId>
              </a:tblPr>
              <a:tblGrid>
                <a:gridCol w="2103120">
                  <a:extLst>
                    <a:ext uri="{9D8B030D-6E8A-4147-A177-3AD203B41FA5}">
                      <a16:colId xmlns:a16="http://schemas.microsoft.com/office/drawing/2014/main" val="3581617588"/>
                    </a:ext>
                  </a:extLst>
                </a:gridCol>
                <a:gridCol w="2103120">
                  <a:extLst>
                    <a:ext uri="{9D8B030D-6E8A-4147-A177-3AD203B41FA5}">
                      <a16:colId xmlns:a16="http://schemas.microsoft.com/office/drawing/2014/main" val="3736460221"/>
                    </a:ext>
                  </a:extLst>
                </a:gridCol>
                <a:gridCol w="2103120">
                  <a:extLst>
                    <a:ext uri="{9D8B030D-6E8A-4147-A177-3AD203B41FA5}">
                      <a16:colId xmlns:a16="http://schemas.microsoft.com/office/drawing/2014/main" val="3173083987"/>
                    </a:ext>
                  </a:extLst>
                </a:gridCol>
                <a:gridCol w="2103120">
                  <a:extLst>
                    <a:ext uri="{9D8B030D-6E8A-4147-A177-3AD203B41FA5}">
                      <a16:colId xmlns:a16="http://schemas.microsoft.com/office/drawing/2014/main" val="1538783123"/>
                    </a:ext>
                  </a:extLst>
                </a:gridCol>
                <a:gridCol w="2103120">
                  <a:extLst>
                    <a:ext uri="{9D8B030D-6E8A-4147-A177-3AD203B41FA5}">
                      <a16:colId xmlns:a16="http://schemas.microsoft.com/office/drawing/2014/main" val="1384692733"/>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2111029006"/>
                  </a:ext>
                </a:extLst>
              </a:tr>
              <a:tr h="370840">
                <a:tc>
                  <a:txBody>
                    <a:bodyPr/>
                    <a:lstStyle/>
                    <a:p>
                      <a:pPr marL="342900" indent="-342900">
                        <a:buAutoNum type="arabicPeriod"/>
                      </a:pPr>
                      <a:r>
                        <a:rPr lang="en-US" dirty="0"/>
                        <a:t>Quick Ratio</a:t>
                      </a:r>
                      <a:endParaRPr lang="en-IN" dirty="0"/>
                    </a:p>
                  </a:txBody>
                  <a:tcPr/>
                </a:tc>
                <a:tc>
                  <a:txBody>
                    <a:bodyPr/>
                    <a:lstStyle/>
                    <a:p>
                      <a:r>
                        <a:rPr lang="en-IN" dirty="0"/>
                        <a:t>1</a:t>
                      </a:r>
                    </a:p>
                  </a:txBody>
                  <a:tcPr/>
                </a:tc>
                <a:tc>
                  <a:txBody>
                    <a:bodyPr/>
                    <a:lstStyle/>
                    <a:p>
                      <a:r>
                        <a:rPr lang="en-IN"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0.50</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2.50</a:t>
                      </a:r>
                    </a:p>
                  </a:txBody>
                  <a:tcPr/>
                </a:tc>
                <a:extLst>
                  <a:ext uri="{0D108BD9-81ED-4DB2-BD59-A6C34878D82A}">
                    <a16:rowId xmlns:a16="http://schemas.microsoft.com/office/drawing/2014/main" val="852048042"/>
                  </a:ext>
                </a:extLst>
              </a:tr>
              <a:tr h="370840">
                <a:tc>
                  <a:txBody>
                    <a:bodyPr/>
                    <a:lstStyle/>
                    <a:p>
                      <a:r>
                        <a:rPr lang="en-US" dirty="0"/>
                        <a:t>2.    Defensive Interval</a:t>
                      </a:r>
                      <a:endParaRPr lang="en-IN" dirty="0"/>
                    </a:p>
                  </a:txBody>
                  <a:tcPr/>
                </a:tc>
                <a:tc>
                  <a:txBody>
                    <a:bodyPr/>
                    <a:lstStyle/>
                    <a:p>
                      <a:r>
                        <a:rPr lang="en-IN" dirty="0"/>
                        <a:t>2</a:t>
                      </a:r>
                    </a:p>
                  </a:txBody>
                  <a:tcPr/>
                </a:tc>
                <a:tc>
                  <a:txBody>
                    <a:bodyPr/>
                    <a:lstStyle/>
                    <a:p>
                      <a:r>
                        <a:rPr lang="en-IN"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0.50</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2.00</a:t>
                      </a:r>
                    </a:p>
                  </a:txBody>
                  <a:tcPr/>
                </a:tc>
                <a:extLst>
                  <a:ext uri="{0D108BD9-81ED-4DB2-BD59-A6C34878D82A}">
                    <a16:rowId xmlns:a16="http://schemas.microsoft.com/office/drawing/2014/main" val="2073132173"/>
                  </a:ext>
                </a:extLst>
              </a:tr>
              <a:tr h="370840">
                <a:tc>
                  <a:txBody>
                    <a:bodyPr/>
                    <a:lstStyle/>
                    <a:p>
                      <a:r>
                        <a:rPr lang="en-US" b="1" dirty="0"/>
                        <a:t>Total Weighted Score </a:t>
                      </a:r>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r>
                        <a:rPr lang="en-IN" b="1" dirty="0"/>
                        <a:t>4.50</a:t>
                      </a:r>
                    </a:p>
                  </a:txBody>
                  <a:tcPr/>
                </a:tc>
                <a:extLst>
                  <a:ext uri="{0D108BD9-81ED-4DB2-BD59-A6C34878D82A}">
                    <a16:rowId xmlns:a16="http://schemas.microsoft.com/office/drawing/2014/main" val="713248258"/>
                  </a:ext>
                </a:extLst>
              </a:tr>
            </a:tbl>
          </a:graphicData>
        </a:graphic>
      </p:graphicFrame>
    </p:spTree>
    <p:extLst>
      <p:ext uri="{BB962C8B-B14F-4D97-AF65-F5344CB8AC3E}">
        <p14:creationId xmlns:p14="http://schemas.microsoft.com/office/powerpoint/2010/main" val="170958363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2ADDF-7AA0-468C-B5B9-2F6BCAAAA5C9}"/>
              </a:ext>
            </a:extLst>
          </p:cNvPr>
          <p:cNvSpPr>
            <a:spLocks noGrp="1"/>
          </p:cNvSpPr>
          <p:nvPr>
            <p:ph type="title"/>
          </p:nvPr>
        </p:nvSpPr>
        <p:spPr/>
        <p:txBody>
          <a:bodyPr/>
          <a:lstStyle/>
          <a:p>
            <a:pPr algn="ctr"/>
            <a:r>
              <a:rPr lang="en-US" b="1" dirty="0"/>
              <a:t>Dabur’s Liquidity score </a:t>
            </a:r>
            <a:endParaRPr lang="en-IN" b="1" dirty="0"/>
          </a:p>
        </p:txBody>
      </p:sp>
      <p:graphicFrame>
        <p:nvGraphicFramePr>
          <p:cNvPr id="4" name="Table 4">
            <a:extLst>
              <a:ext uri="{FF2B5EF4-FFF2-40B4-BE49-F238E27FC236}">
                <a16:creationId xmlns:a16="http://schemas.microsoft.com/office/drawing/2014/main" id="{3F5C4ABA-959B-4264-B0F8-F07C7F7D6F59}"/>
              </a:ext>
            </a:extLst>
          </p:cNvPr>
          <p:cNvGraphicFramePr>
            <a:graphicFrameLocks noGrp="1"/>
          </p:cNvGraphicFramePr>
          <p:nvPr>
            <p:ph idx="1"/>
          </p:nvPr>
        </p:nvGraphicFramePr>
        <p:xfrm>
          <a:off x="838200" y="1825625"/>
          <a:ext cx="10515600" cy="2021840"/>
        </p:xfrm>
        <a:graphic>
          <a:graphicData uri="http://schemas.openxmlformats.org/drawingml/2006/table">
            <a:tbl>
              <a:tblPr firstRow="1" bandRow="1">
                <a:tableStyleId>{21E4AEA4-8DFA-4A89-87EB-49C32662AFE0}</a:tableStyleId>
              </a:tblPr>
              <a:tblGrid>
                <a:gridCol w="2103120">
                  <a:extLst>
                    <a:ext uri="{9D8B030D-6E8A-4147-A177-3AD203B41FA5}">
                      <a16:colId xmlns:a16="http://schemas.microsoft.com/office/drawing/2014/main" val="3581617588"/>
                    </a:ext>
                  </a:extLst>
                </a:gridCol>
                <a:gridCol w="2103120">
                  <a:extLst>
                    <a:ext uri="{9D8B030D-6E8A-4147-A177-3AD203B41FA5}">
                      <a16:colId xmlns:a16="http://schemas.microsoft.com/office/drawing/2014/main" val="3736460221"/>
                    </a:ext>
                  </a:extLst>
                </a:gridCol>
                <a:gridCol w="2103120">
                  <a:extLst>
                    <a:ext uri="{9D8B030D-6E8A-4147-A177-3AD203B41FA5}">
                      <a16:colId xmlns:a16="http://schemas.microsoft.com/office/drawing/2014/main" val="3173083987"/>
                    </a:ext>
                  </a:extLst>
                </a:gridCol>
                <a:gridCol w="2103120">
                  <a:extLst>
                    <a:ext uri="{9D8B030D-6E8A-4147-A177-3AD203B41FA5}">
                      <a16:colId xmlns:a16="http://schemas.microsoft.com/office/drawing/2014/main" val="1538783123"/>
                    </a:ext>
                  </a:extLst>
                </a:gridCol>
                <a:gridCol w="2103120">
                  <a:extLst>
                    <a:ext uri="{9D8B030D-6E8A-4147-A177-3AD203B41FA5}">
                      <a16:colId xmlns:a16="http://schemas.microsoft.com/office/drawing/2014/main" val="1384692733"/>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2111029006"/>
                  </a:ext>
                </a:extLst>
              </a:tr>
              <a:tr h="370840">
                <a:tc>
                  <a:txBody>
                    <a:bodyPr/>
                    <a:lstStyle/>
                    <a:p>
                      <a:pPr marL="342900" indent="-342900">
                        <a:buAutoNum type="arabicPeriod"/>
                      </a:pPr>
                      <a:r>
                        <a:rPr lang="en-US" dirty="0"/>
                        <a:t>Quick Ratio</a:t>
                      </a:r>
                      <a:endParaRPr lang="en-IN" dirty="0"/>
                    </a:p>
                  </a:txBody>
                  <a:tcPr/>
                </a:tc>
                <a:tc>
                  <a:txBody>
                    <a:bodyPr/>
                    <a:lstStyle/>
                    <a:p>
                      <a:r>
                        <a:rPr lang="en-IN" dirty="0"/>
                        <a:t>3</a:t>
                      </a:r>
                    </a:p>
                  </a:txBody>
                  <a:tcPr/>
                </a:tc>
                <a:tc>
                  <a:txBody>
                    <a:bodyPr/>
                    <a:lstStyle/>
                    <a:p>
                      <a:r>
                        <a:rPr lang="en-IN"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0.50</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1.50</a:t>
                      </a:r>
                    </a:p>
                  </a:txBody>
                  <a:tcPr/>
                </a:tc>
                <a:extLst>
                  <a:ext uri="{0D108BD9-81ED-4DB2-BD59-A6C34878D82A}">
                    <a16:rowId xmlns:a16="http://schemas.microsoft.com/office/drawing/2014/main" val="852048042"/>
                  </a:ext>
                </a:extLst>
              </a:tr>
              <a:tr h="370840">
                <a:tc>
                  <a:txBody>
                    <a:bodyPr/>
                    <a:lstStyle/>
                    <a:p>
                      <a:r>
                        <a:rPr lang="en-US" dirty="0"/>
                        <a:t>2.    Defensive Interval</a:t>
                      </a:r>
                      <a:endParaRPr lang="en-IN" dirty="0"/>
                    </a:p>
                  </a:txBody>
                  <a:tcPr/>
                </a:tc>
                <a:tc>
                  <a:txBody>
                    <a:bodyPr/>
                    <a:lstStyle/>
                    <a:p>
                      <a:r>
                        <a:rPr lang="en-IN" dirty="0"/>
                        <a:t>3</a:t>
                      </a:r>
                    </a:p>
                  </a:txBody>
                  <a:tcPr/>
                </a:tc>
                <a:tc>
                  <a:txBody>
                    <a:bodyPr/>
                    <a:lstStyle/>
                    <a:p>
                      <a:r>
                        <a:rPr lang="en-IN"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0.50</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1.50</a:t>
                      </a:r>
                    </a:p>
                  </a:txBody>
                  <a:tcPr/>
                </a:tc>
                <a:extLst>
                  <a:ext uri="{0D108BD9-81ED-4DB2-BD59-A6C34878D82A}">
                    <a16:rowId xmlns:a16="http://schemas.microsoft.com/office/drawing/2014/main" val="2073132173"/>
                  </a:ext>
                </a:extLst>
              </a:tr>
              <a:tr h="370840">
                <a:tc>
                  <a:txBody>
                    <a:bodyPr/>
                    <a:lstStyle/>
                    <a:p>
                      <a:r>
                        <a:rPr lang="en-US" b="1" dirty="0"/>
                        <a:t>Total Weighted Score </a:t>
                      </a:r>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r>
                        <a:rPr lang="en-IN" b="1" dirty="0"/>
                        <a:t>3.00</a:t>
                      </a:r>
                    </a:p>
                  </a:txBody>
                  <a:tcPr/>
                </a:tc>
                <a:extLst>
                  <a:ext uri="{0D108BD9-81ED-4DB2-BD59-A6C34878D82A}">
                    <a16:rowId xmlns:a16="http://schemas.microsoft.com/office/drawing/2014/main" val="713248258"/>
                  </a:ext>
                </a:extLst>
              </a:tr>
            </a:tbl>
          </a:graphicData>
        </a:graphic>
      </p:graphicFrame>
    </p:spTree>
    <p:extLst>
      <p:ext uri="{BB962C8B-B14F-4D97-AF65-F5344CB8AC3E}">
        <p14:creationId xmlns:p14="http://schemas.microsoft.com/office/powerpoint/2010/main" val="199673084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2ADDF-7AA0-468C-B5B9-2F6BCAAAA5C9}"/>
              </a:ext>
            </a:extLst>
          </p:cNvPr>
          <p:cNvSpPr>
            <a:spLocks noGrp="1"/>
          </p:cNvSpPr>
          <p:nvPr>
            <p:ph type="title"/>
          </p:nvPr>
        </p:nvSpPr>
        <p:spPr/>
        <p:txBody>
          <a:bodyPr/>
          <a:lstStyle/>
          <a:p>
            <a:pPr algn="ctr"/>
            <a:r>
              <a:rPr lang="en-US" b="1" dirty="0"/>
              <a:t>Vishal’s Liquidity score-</a:t>
            </a:r>
            <a:endParaRPr lang="en-IN" b="1" dirty="0"/>
          </a:p>
        </p:txBody>
      </p:sp>
      <p:graphicFrame>
        <p:nvGraphicFramePr>
          <p:cNvPr id="4" name="Table 4">
            <a:extLst>
              <a:ext uri="{FF2B5EF4-FFF2-40B4-BE49-F238E27FC236}">
                <a16:creationId xmlns:a16="http://schemas.microsoft.com/office/drawing/2014/main" id="{3F5C4ABA-959B-4264-B0F8-F07C7F7D6F59}"/>
              </a:ext>
            </a:extLst>
          </p:cNvPr>
          <p:cNvGraphicFramePr>
            <a:graphicFrameLocks noGrp="1"/>
          </p:cNvGraphicFramePr>
          <p:nvPr>
            <p:ph idx="1"/>
          </p:nvPr>
        </p:nvGraphicFramePr>
        <p:xfrm>
          <a:off x="838200" y="1825625"/>
          <a:ext cx="10515600" cy="202184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581617588"/>
                    </a:ext>
                  </a:extLst>
                </a:gridCol>
                <a:gridCol w="2103120">
                  <a:extLst>
                    <a:ext uri="{9D8B030D-6E8A-4147-A177-3AD203B41FA5}">
                      <a16:colId xmlns:a16="http://schemas.microsoft.com/office/drawing/2014/main" val="3736460221"/>
                    </a:ext>
                  </a:extLst>
                </a:gridCol>
                <a:gridCol w="2103120">
                  <a:extLst>
                    <a:ext uri="{9D8B030D-6E8A-4147-A177-3AD203B41FA5}">
                      <a16:colId xmlns:a16="http://schemas.microsoft.com/office/drawing/2014/main" val="3173083987"/>
                    </a:ext>
                  </a:extLst>
                </a:gridCol>
                <a:gridCol w="2103120">
                  <a:extLst>
                    <a:ext uri="{9D8B030D-6E8A-4147-A177-3AD203B41FA5}">
                      <a16:colId xmlns:a16="http://schemas.microsoft.com/office/drawing/2014/main" val="1538783123"/>
                    </a:ext>
                  </a:extLst>
                </a:gridCol>
                <a:gridCol w="2103120">
                  <a:extLst>
                    <a:ext uri="{9D8B030D-6E8A-4147-A177-3AD203B41FA5}">
                      <a16:colId xmlns:a16="http://schemas.microsoft.com/office/drawing/2014/main" val="1384692733"/>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2111029006"/>
                  </a:ext>
                </a:extLst>
              </a:tr>
              <a:tr h="370840">
                <a:tc>
                  <a:txBody>
                    <a:bodyPr/>
                    <a:lstStyle/>
                    <a:p>
                      <a:pPr marL="342900" indent="-342900">
                        <a:buAutoNum type="arabicPeriod"/>
                      </a:pPr>
                      <a:r>
                        <a:rPr lang="en-US" dirty="0"/>
                        <a:t>Quick Ratio</a:t>
                      </a:r>
                      <a:endParaRPr lang="en-IN" dirty="0"/>
                    </a:p>
                  </a:txBody>
                  <a:tcPr/>
                </a:tc>
                <a:tc>
                  <a:txBody>
                    <a:bodyPr/>
                    <a:lstStyle/>
                    <a:p>
                      <a:r>
                        <a:rPr lang="en-IN" dirty="0"/>
                        <a:t>5</a:t>
                      </a:r>
                    </a:p>
                  </a:txBody>
                  <a:tcPr/>
                </a:tc>
                <a:tc>
                  <a:txBody>
                    <a:bodyPr/>
                    <a:lstStyle/>
                    <a:p>
                      <a:r>
                        <a:rPr lang="en-IN" dirty="0"/>
                        <a:t>1</a:t>
                      </a:r>
                    </a:p>
                  </a:txBody>
                  <a:tcPr/>
                </a:tc>
                <a:tc>
                  <a:txBody>
                    <a:bodyPr/>
                    <a:lstStyle/>
                    <a:p>
                      <a:r>
                        <a:rPr lang="en-US" dirty="0"/>
                        <a:t>0.50</a:t>
                      </a:r>
                      <a:endParaRPr lang="en-IN" dirty="0"/>
                    </a:p>
                  </a:txBody>
                  <a:tcPr/>
                </a:tc>
                <a:tc>
                  <a:txBody>
                    <a:bodyPr/>
                    <a:lstStyle/>
                    <a:p>
                      <a:r>
                        <a:rPr lang="en-IN" dirty="0"/>
                        <a:t>0.50</a:t>
                      </a:r>
                    </a:p>
                  </a:txBody>
                  <a:tcPr/>
                </a:tc>
                <a:extLst>
                  <a:ext uri="{0D108BD9-81ED-4DB2-BD59-A6C34878D82A}">
                    <a16:rowId xmlns:a16="http://schemas.microsoft.com/office/drawing/2014/main" val="852048042"/>
                  </a:ext>
                </a:extLst>
              </a:tr>
              <a:tr h="370840">
                <a:tc>
                  <a:txBody>
                    <a:bodyPr/>
                    <a:lstStyle/>
                    <a:p>
                      <a:r>
                        <a:rPr lang="en-US" dirty="0"/>
                        <a:t>2.    Defensive Interval</a:t>
                      </a:r>
                      <a:endParaRPr lang="en-IN" dirty="0"/>
                    </a:p>
                  </a:txBody>
                  <a:tcPr/>
                </a:tc>
                <a:tc>
                  <a:txBody>
                    <a:bodyPr/>
                    <a:lstStyle/>
                    <a:p>
                      <a:r>
                        <a:rPr lang="en-IN" dirty="0"/>
                        <a:t>5</a:t>
                      </a:r>
                    </a:p>
                  </a:txBody>
                  <a:tcPr/>
                </a:tc>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0.50</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0.50</a:t>
                      </a:r>
                    </a:p>
                  </a:txBody>
                  <a:tcPr/>
                </a:tc>
                <a:extLst>
                  <a:ext uri="{0D108BD9-81ED-4DB2-BD59-A6C34878D82A}">
                    <a16:rowId xmlns:a16="http://schemas.microsoft.com/office/drawing/2014/main" val="2073132173"/>
                  </a:ext>
                </a:extLst>
              </a:tr>
              <a:tr h="370840">
                <a:tc>
                  <a:txBody>
                    <a:bodyPr/>
                    <a:lstStyle/>
                    <a:p>
                      <a:r>
                        <a:rPr lang="en-US" b="1" dirty="0"/>
                        <a:t>Total Weighted Score </a:t>
                      </a:r>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r>
                        <a:rPr lang="en-IN" b="1" dirty="0"/>
                        <a:t>1.00</a:t>
                      </a:r>
                    </a:p>
                  </a:txBody>
                  <a:tcPr/>
                </a:tc>
                <a:extLst>
                  <a:ext uri="{0D108BD9-81ED-4DB2-BD59-A6C34878D82A}">
                    <a16:rowId xmlns:a16="http://schemas.microsoft.com/office/drawing/2014/main" val="713248258"/>
                  </a:ext>
                </a:extLst>
              </a:tr>
            </a:tbl>
          </a:graphicData>
        </a:graphic>
      </p:graphicFrame>
    </p:spTree>
    <p:extLst>
      <p:ext uri="{BB962C8B-B14F-4D97-AF65-F5344CB8AC3E}">
        <p14:creationId xmlns:p14="http://schemas.microsoft.com/office/powerpoint/2010/main" val="10884977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452B9-FFE2-4860-86CD-2AD14D149783}"/>
              </a:ext>
            </a:extLst>
          </p:cNvPr>
          <p:cNvSpPr>
            <a:spLocks noGrp="1"/>
          </p:cNvSpPr>
          <p:nvPr>
            <p:ph type="title"/>
          </p:nvPr>
        </p:nvSpPr>
        <p:spPr/>
        <p:txBody>
          <a:bodyPr/>
          <a:lstStyle/>
          <a:p>
            <a:pPr algn="ctr"/>
            <a:r>
              <a:rPr lang="en-US" b="1" dirty="0"/>
              <a:t>Overall Score &amp; Rank on Liquidity </a:t>
            </a:r>
            <a:endParaRPr lang="en-IN" b="1" dirty="0"/>
          </a:p>
        </p:txBody>
      </p:sp>
      <p:graphicFrame>
        <p:nvGraphicFramePr>
          <p:cNvPr id="4" name="Table 4">
            <a:extLst>
              <a:ext uri="{FF2B5EF4-FFF2-40B4-BE49-F238E27FC236}">
                <a16:creationId xmlns:a16="http://schemas.microsoft.com/office/drawing/2014/main" id="{6FCFC94A-D07F-4067-BD63-2BDEACC3A911}"/>
              </a:ext>
            </a:extLst>
          </p:cNvPr>
          <p:cNvGraphicFramePr>
            <a:graphicFrameLocks noGrp="1"/>
          </p:cNvGraphicFramePr>
          <p:nvPr>
            <p:ph idx="1"/>
          </p:nvPr>
        </p:nvGraphicFramePr>
        <p:xfrm>
          <a:off x="838200" y="1825625"/>
          <a:ext cx="10515597" cy="2595880"/>
        </p:xfrm>
        <a:graphic>
          <a:graphicData uri="http://schemas.openxmlformats.org/drawingml/2006/table">
            <a:tbl>
              <a:tblPr firstRow="1" bandRow="1">
                <a:tableStyleId>{073A0DAA-6AF3-43AB-8588-CEC1D06C72B9}</a:tableStyleId>
              </a:tblPr>
              <a:tblGrid>
                <a:gridCol w="3505199">
                  <a:extLst>
                    <a:ext uri="{9D8B030D-6E8A-4147-A177-3AD203B41FA5}">
                      <a16:colId xmlns:a16="http://schemas.microsoft.com/office/drawing/2014/main" val="597982494"/>
                    </a:ext>
                  </a:extLst>
                </a:gridCol>
                <a:gridCol w="3505199">
                  <a:extLst>
                    <a:ext uri="{9D8B030D-6E8A-4147-A177-3AD203B41FA5}">
                      <a16:colId xmlns:a16="http://schemas.microsoft.com/office/drawing/2014/main" val="4184826544"/>
                    </a:ext>
                  </a:extLst>
                </a:gridCol>
                <a:gridCol w="3505199">
                  <a:extLst>
                    <a:ext uri="{9D8B030D-6E8A-4147-A177-3AD203B41FA5}">
                      <a16:colId xmlns:a16="http://schemas.microsoft.com/office/drawing/2014/main" val="1217679234"/>
                    </a:ext>
                  </a:extLst>
                </a:gridCol>
              </a:tblGrid>
              <a:tr h="370840">
                <a:tc>
                  <a:txBody>
                    <a:bodyPr/>
                    <a:lstStyle/>
                    <a:p>
                      <a:r>
                        <a:rPr lang="en-US" dirty="0"/>
                        <a:t>Firm</a:t>
                      </a:r>
                      <a:endParaRPr lang="en-IN" dirty="0"/>
                    </a:p>
                  </a:txBody>
                  <a:tcPr/>
                </a:tc>
                <a:tc>
                  <a:txBody>
                    <a:bodyPr/>
                    <a:lstStyle/>
                    <a:p>
                      <a:r>
                        <a:rPr lang="en-US" dirty="0"/>
                        <a:t>Overall </a:t>
                      </a:r>
                      <a:r>
                        <a:rPr lang="en-US" dirty="0" err="1"/>
                        <a:t>W.Score</a:t>
                      </a:r>
                      <a:r>
                        <a:rPr lang="en-US" dirty="0"/>
                        <a:t> on Liquidity</a:t>
                      </a:r>
                      <a:endParaRPr lang="en-IN" dirty="0"/>
                    </a:p>
                  </a:txBody>
                  <a:tcPr/>
                </a:tc>
                <a:tc>
                  <a:txBody>
                    <a:bodyPr/>
                    <a:lstStyle/>
                    <a:p>
                      <a:r>
                        <a:rPr lang="en-US" dirty="0"/>
                        <a:t>Overall Rank </a:t>
                      </a:r>
                      <a:endParaRPr lang="en-IN" dirty="0"/>
                    </a:p>
                  </a:txBody>
                  <a:tcPr/>
                </a:tc>
                <a:extLst>
                  <a:ext uri="{0D108BD9-81ED-4DB2-BD59-A6C34878D82A}">
                    <a16:rowId xmlns:a16="http://schemas.microsoft.com/office/drawing/2014/main" val="2934735824"/>
                  </a:ext>
                </a:extLst>
              </a:tr>
              <a:tr h="370840">
                <a:tc>
                  <a:txBody>
                    <a:bodyPr/>
                    <a:lstStyle/>
                    <a:p>
                      <a:r>
                        <a:rPr lang="en-IN" b="0" dirty="0"/>
                        <a:t>HUL</a:t>
                      </a:r>
                    </a:p>
                  </a:txBody>
                  <a:tcPr/>
                </a:tc>
                <a:tc>
                  <a:txBody>
                    <a:bodyPr/>
                    <a:lstStyle/>
                    <a:p>
                      <a:r>
                        <a:rPr lang="en-IN" b="0" dirty="0"/>
                        <a:t>3.00</a:t>
                      </a:r>
                    </a:p>
                  </a:txBody>
                  <a:tcPr/>
                </a:tc>
                <a:tc>
                  <a:txBody>
                    <a:bodyPr/>
                    <a:lstStyle/>
                    <a:p>
                      <a:r>
                        <a:rPr lang="en-IN" b="0" dirty="0"/>
                        <a:t>3</a:t>
                      </a:r>
                    </a:p>
                  </a:txBody>
                  <a:tcPr/>
                </a:tc>
                <a:extLst>
                  <a:ext uri="{0D108BD9-81ED-4DB2-BD59-A6C34878D82A}">
                    <a16:rowId xmlns:a16="http://schemas.microsoft.com/office/drawing/2014/main" val="404253511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Godrej Consumer Products Ltd </a:t>
                      </a:r>
                    </a:p>
                  </a:txBody>
                  <a:tcPr/>
                </a:tc>
                <a:tc>
                  <a:txBody>
                    <a:bodyPr/>
                    <a:lstStyle/>
                    <a:p>
                      <a:r>
                        <a:rPr lang="en-IN" b="0" dirty="0"/>
                        <a:t>3.50</a:t>
                      </a:r>
                    </a:p>
                  </a:txBody>
                  <a:tcPr/>
                </a:tc>
                <a:tc>
                  <a:txBody>
                    <a:bodyPr/>
                    <a:lstStyle/>
                    <a:p>
                      <a:r>
                        <a:rPr lang="en-IN" b="0" dirty="0"/>
                        <a:t>2</a:t>
                      </a:r>
                    </a:p>
                  </a:txBody>
                  <a:tcPr/>
                </a:tc>
                <a:extLst>
                  <a:ext uri="{0D108BD9-81ED-4DB2-BD59-A6C34878D82A}">
                    <a16:rowId xmlns:a16="http://schemas.microsoft.com/office/drawing/2014/main" val="3951130071"/>
                  </a:ext>
                </a:extLst>
              </a:tr>
              <a:tr h="370840">
                <a:tc>
                  <a:txBody>
                    <a:bodyPr/>
                    <a:lstStyle/>
                    <a:p>
                      <a:r>
                        <a:rPr lang="en-IN" b="1" dirty="0"/>
                        <a:t>Marico Ltd</a:t>
                      </a:r>
                    </a:p>
                  </a:txBody>
                  <a:tcPr/>
                </a:tc>
                <a:tc>
                  <a:txBody>
                    <a:bodyPr/>
                    <a:lstStyle/>
                    <a:p>
                      <a:r>
                        <a:rPr lang="en-IN" b="1" dirty="0">
                          <a:solidFill>
                            <a:srgbClr val="616161"/>
                          </a:solidFill>
                        </a:rPr>
                        <a:t>4.50</a:t>
                      </a:r>
                    </a:p>
                  </a:txBody>
                  <a:tcPr/>
                </a:tc>
                <a:tc>
                  <a:txBody>
                    <a:bodyPr/>
                    <a:lstStyle/>
                    <a:p>
                      <a:r>
                        <a:rPr lang="en-IN" b="1" dirty="0">
                          <a:solidFill>
                            <a:srgbClr val="616161"/>
                          </a:solidFill>
                        </a:rPr>
                        <a:t>1</a:t>
                      </a:r>
                    </a:p>
                  </a:txBody>
                  <a:tcPr/>
                </a:tc>
                <a:extLst>
                  <a:ext uri="{0D108BD9-81ED-4DB2-BD59-A6C34878D82A}">
                    <a16:rowId xmlns:a16="http://schemas.microsoft.com/office/drawing/2014/main" val="3368638780"/>
                  </a:ext>
                </a:extLst>
              </a:tr>
              <a:tr h="370840">
                <a:tc>
                  <a:txBody>
                    <a:bodyPr/>
                    <a:lstStyle/>
                    <a:p>
                      <a:r>
                        <a:rPr lang="en-IN" b="0" dirty="0"/>
                        <a:t>Dabur India</a:t>
                      </a:r>
                    </a:p>
                  </a:txBody>
                  <a:tcPr/>
                </a:tc>
                <a:tc>
                  <a:txBody>
                    <a:bodyPr/>
                    <a:lstStyle/>
                    <a:p>
                      <a:r>
                        <a:rPr lang="en-IN" b="0" dirty="0"/>
                        <a:t>3.00</a:t>
                      </a:r>
                    </a:p>
                  </a:txBody>
                  <a:tcPr/>
                </a:tc>
                <a:tc>
                  <a:txBody>
                    <a:bodyPr/>
                    <a:lstStyle/>
                    <a:p>
                      <a:r>
                        <a:rPr lang="en-IN" b="0" dirty="0"/>
                        <a:t>3</a:t>
                      </a:r>
                    </a:p>
                  </a:txBody>
                  <a:tcPr/>
                </a:tc>
                <a:extLst>
                  <a:ext uri="{0D108BD9-81ED-4DB2-BD59-A6C34878D82A}">
                    <a16:rowId xmlns:a16="http://schemas.microsoft.com/office/drawing/2014/main" val="21072189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highlight>
                            <a:srgbClr val="FFFF00"/>
                          </a:highlight>
                        </a:rPr>
                        <a:t>Vishal Mega Mart</a:t>
                      </a:r>
                    </a:p>
                  </a:txBody>
                  <a:tcPr/>
                </a:tc>
                <a:tc>
                  <a:txBody>
                    <a:bodyPr/>
                    <a:lstStyle/>
                    <a:p>
                      <a:r>
                        <a:rPr lang="en-IN" b="0" dirty="0">
                          <a:highlight>
                            <a:srgbClr val="FFFF00"/>
                          </a:highlight>
                        </a:rPr>
                        <a:t>1.00</a:t>
                      </a:r>
                    </a:p>
                  </a:txBody>
                  <a:tcPr/>
                </a:tc>
                <a:tc>
                  <a:txBody>
                    <a:bodyPr/>
                    <a:lstStyle/>
                    <a:p>
                      <a:r>
                        <a:rPr lang="en-IN" b="0" dirty="0">
                          <a:highlight>
                            <a:srgbClr val="FFFF00"/>
                          </a:highlight>
                        </a:rPr>
                        <a:t>5</a:t>
                      </a:r>
                    </a:p>
                  </a:txBody>
                  <a:tcPr/>
                </a:tc>
                <a:extLst>
                  <a:ext uri="{0D108BD9-81ED-4DB2-BD59-A6C34878D82A}">
                    <a16:rowId xmlns:a16="http://schemas.microsoft.com/office/drawing/2014/main" val="32497861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627890948"/>
                  </a:ext>
                </a:extLst>
              </a:tr>
            </a:tbl>
          </a:graphicData>
        </a:graphic>
      </p:graphicFrame>
    </p:spTree>
    <p:extLst>
      <p:ext uri="{BB962C8B-B14F-4D97-AF65-F5344CB8AC3E}">
        <p14:creationId xmlns:p14="http://schemas.microsoft.com/office/powerpoint/2010/main" val="296988292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5C70-912F-4DB5-8F71-5F80C7460876}"/>
              </a:ext>
            </a:extLst>
          </p:cNvPr>
          <p:cNvSpPr>
            <a:spLocks noGrp="1"/>
          </p:cNvSpPr>
          <p:nvPr>
            <p:ph type="title"/>
          </p:nvPr>
        </p:nvSpPr>
        <p:spPr/>
        <p:txBody>
          <a:bodyPr/>
          <a:lstStyle/>
          <a:p>
            <a:pPr algn="ctr"/>
            <a:r>
              <a:rPr lang="en-US" b="1" dirty="0">
                <a:highlight>
                  <a:srgbClr val="FFFF00"/>
                </a:highlight>
              </a:rPr>
              <a:t>Solvency</a:t>
            </a:r>
            <a:r>
              <a:rPr lang="en-US" b="1" dirty="0"/>
              <a:t>- Sub Parameters Considered </a:t>
            </a:r>
            <a:endParaRPr lang="en-IN" b="1" dirty="0"/>
          </a:p>
        </p:txBody>
      </p:sp>
      <p:sp>
        <p:nvSpPr>
          <p:cNvPr id="3" name="Content Placeholder 2">
            <a:extLst>
              <a:ext uri="{FF2B5EF4-FFF2-40B4-BE49-F238E27FC236}">
                <a16:creationId xmlns:a16="http://schemas.microsoft.com/office/drawing/2014/main" id="{1566AA30-5B3B-464B-B844-806DD2AA2CFF}"/>
              </a:ext>
            </a:extLst>
          </p:cNvPr>
          <p:cNvSpPr>
            <a:spLocks noGrp="1"/>
          </p:cNvSpPr>
          <p:nvPr>
            <p:ph idx="1"/>
          </p:nvPr>
        </p:nvSpPr>
        <p:spPr/>
        <p:txBody>
          <a:bodyPr>
            <a:normAutofit/>
          </a:bodyPr>
          <a:lstStyle/>
          <a:p>
            <a:r>
              <a:rPr lang="en-US" b="1" dirty="0"/>
              <a:t>D/E Ratio </a:t>
            </a:r>
            <a:r>
              <a:rPr lang="en-US" dirty="0"/>
              <a:t>( Total Debt to Equity) – Lower the Better </a:t>
            </a:r>
          </a:p>
          <a:p>
            <a:r>
              <a:rPr lang="en-US" b="1" dirty="0"/>
              <a:t>Interest Cover </a:t>
            </a:r>
            <a:r>
              <a:rPr lang="en-US" dirty="0"/>
              <a:t>(Higher the Better)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b="1" dirty="0"/>
              <a:t>WC/TA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(Higher the Better)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b="1" dirty="0"/>
              <a:t>RE/TA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(Higher the Better)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b="1" dirty="0"/>
              <a:t>EBIT/TA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(Higher the Better)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b="1" dirty="0"/>
              <a:t>MV of Equity/ BV of Debt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(Higher the Better)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b="1" dirty="0"/>
              <a:t>Sales / TA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(Higher the Better)</a:t>
            </a:r>
          </a:p>
          <a:p>
            <a:pPr marL="0" indent="0">
              <a:buNone/>
            </a:pPr>
            <a:endParaRPr lang="en-US" dirty="0"/>
          </a:p>
          <a:p>
            <a:endParaRPr lang="en-IN" dirty="0"/>
          </a:p>
        </p:txBody>
      </p:sp>
    </p:spTree>
    <p:extLst>
      <p:ext uri="{BB962C8B-B14F-4D97-AF65-F5344CB8AC3E}">
        <p14:creationId xmlns:p14="http://schemas.microsoft.com/office/powerpoint/2010/main" val="201290324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8639E-0AB5-4095-9BC1-A93EA9F1AAF4}"/>
              </a:ext>
            </a:extLst>
          </p:cNvPr>
          <p:cNvSpPr>
            <a:spLocks noGrp="1"/>
          </p:cNvSpPr>
          <p:nvPr>
            <p:ph type="title"/>
          </p:nvPr>
        </p:nvSpPr>
        <p:spPr/>
        <p:txBody>
          <a:bodyPr/>
          <a:lstStyle/>
          <a:p>
            <a:pPr algn="ctr"/>
            <a:r>
              <a:rPr lang="en-US" b="1" dirty="0"/>
              <a:t>Total Debt to Equity (DE)</a:t>
            </a:r>
            <a:r>
              <a:rPr lang="en-US" dirty="0"/>
              <a:t> – FY 2025</a:t>
            </a:r>
            <a:br>
              <a:rPr lang="en-US" dirty="0"/>
            </a:br>
            <a:r>
              <a:rPr lang="en-US" dirty="0"/>
              <a:t>(Lower the Better) </a:t>
            </a:r>
            <a:endParaRPr lang="en-IN" dirty="0"/>
          </a:p>
        </p:txBody>
      </p:sp>
      <p:graphicFrame>
        <p:nvGraphicFramePr>
          <p:cNvPr id="4" name="Table 4">
            <a:extLst>
              <a:ext uri="{FF2B5EF4-FFF2-40B4-BE49-F238E27FC236}">
                <a16:creationId xmlns:a16="http://schemas.microsoft.com/office/drawing/2014/main" id="{1DD1D885-1721-4522-B6D3-96413C4754B1}"/>
              </a:ext>
            </a:extLst>
          </p:cNvPr>
          <p:cNvGraphicFramePr>
            <a:graphicFrameLocks noGrp="1"/>
          </p:cNvGraphicFramePr>
          <p:nvPr>
            <p:ph idx="1"/>
          </p:nvPr>
        </p:nvGraphicFramePr>
        <p:xfrm>
          <a:off x="838200" y="1851024"/>
          <a:ext cx="8584769" cy="2834640"/>
        </p:xfrm>
        <a:graphic>
          <a:graphicData uri="http://schemas.openxmlformats.org/drawingml/2006/table">
            <a:tbl>
              <a:tblPr firstRow="1" bandRow="1">
                <a:tableStyleId>{7DF18680-E054-41AD-8BC1-D1AEF772440D}</a:tableStyleId>
              </a:tblPr>
              <a:tblGrid>
                <a:gridCol w="2189899">
                  <a:extLst>
                    <a:ext uri="{9D8B030D-6E8A-4147-A177-3AD203B41FA5}">
                      <a16:colId xmlns:a16="http://schemas.microsoft.com/office/drawing/2014/main" val="239351581"/>
                    </a:ext>
                  </a:extLst>
                </a:gridCol>
                <a:gridCol w="2189899">
                  <a:extLst>
                    <a:ext uri="{9D8B030D-6E8A-4147-A177-3AD203B41FA5}">
                      <a16:colId xmlns:a16="http://schemas.microsoft.com/office/drawing/2014/main" val="3651509243"/>
                    </a:ext>
                  </a:extLst>
                </a:gridCol>
                <a:gridCol w="2189899">
                  <a:extLst>
                    <a:ext uri="{9D8B030D-6E8A-4147-A177-3AD203B41FA5}">
                      <a16:colId xmlns:a16="http://schemas.microsoft.com/office/drawing/2014/main" val="343889307"/>
                    </a:ext>
                  </a:extLst>
                </a:gridCol>
                <a:gridCol w="1007536">
                  <a:extLst>
                    <a:ext uri="{9D8B030D-6E8A-4147-A177-3AD203B41FA5}">
                      <a16:colId xmlns:a16="http://schemas.microsoft.com/office/drawing/2014/main" val="3173881814"/>
                    </a:ext>
                  </a:extLst>
                </a:gridCol>
                <a:gridCol w="1007536">
                  <a:extLst>
                    <a:ext uri="{9D8B030D-6E8A-4147-A177-3AD203B41FA5}">
                      <a16:colId xmlns:a16="http://schemas.microsoft.com/office/drawing/2014/main" val="269274260"/>
                    </a:ext>
                  </a:extLst>
                </a:gridCol>
              </a:tblGrid>
              <a:tr h="329909">
                <a:tc>
                  <a:txBody>
                    <a:bodyPr/>
                    <a:lstStyle/>
                    <a:p>
                      <a:r>
                        <a:rPr lang="en-US" dirty="0"/>
                        <a:t>Company</a:t>
                      </a:r>
                      <a:endParaRPr lang="en-IN" dirty="0"/>
                    </a:p>
                  </a:txBody>
                  <a:tcPr/>
                </a:tc>
                <a:tc>
                  <a:txBody>
                    <a:bodyPr/>
                    <a:lstStyle/>
                    <a:p>
                      <a:r>
                        <a:rPr lang="en-US" dirty="0"/>
                        <a:t>Total Debt</a:t>
                      </a:r>
                      <a:endParaRPr lang="en-IN" dirty="0"/>
                    </a:p>
                  </a:txBody>
                  <a:tcPr/>
                </a:tc>
                <a:tc>
                  <a:txBody>
                    <a:bodyPr/>
                    <a:lstStyle/>
                    <a:p>
                      <a:r>
                        <a:rPr lang="en-US" dirty="0"/>
                        <a:t>Equity</a:t>
                      </a:r>
                      <a:endParaRPr lang="en-IN" dirty="0"/>
                    </a:p>
                  </a:txBody>
                  <a:tcPr/>
                </a:tc>
                <a:tc>
                  <a:txBody>
                    <a:bodyPr/>
                    <a:lstStyle/>
                    <a:p>
                      <a:r>
                        <a:rPr lang="en-US" dirty="0"/>
                        <a:t>DE</a:t>
                      </a:r>
                      <a:endParaRPr lang="en-IN" dirty="0"/>
                    </a:p>
                  </a:txBody>
                  <a:tcPr/>
                </a:tc>
                <a:tc>
                  <a:txBody>
                    <a:bodyPr/>
                    <a:lstStyle/>
                    <a:p>
                      <a:r>
                        <a:rPr lang="en-US" dirty="0"/>
                        <a:t> Rank</a:t>
                      </a:r>
                      <a:endParaRPr lang="en-IN" dirty="0"/>
                    </a:p>
                  </a:txBody>
                  <a:tcPr/>
                </a:tc>
                <a:extLst>
                  <a:ext uri="{0D108BD9-81ED-4DB2-BD59-A6C34878D82A}">
                    <a16:rowId xmlns:a16="http://schemas.microsoft.com/office/drawing/2014/main" val="1916009622"/>
                  </a:ext>
                </a:extLst>
              </a:tr>
              <a:tr h="329909">
                <a:tc>
                  <a:txBody>
                    <a:bodyPr/>
                    <a:lstStyle/>
                    <a:p>
                      <a:r>
                        <a:rPr lang="en-IN" b="0" dirty="0"/>
                        <a:t>HUL</a:t>
                      </a:r>
                    </a:p>
                  </a:txBody>
                  <a:tcPr/>
                </a:tc>
                <a:tc>
                  <a:txBody>
                    <a:bodyPr/>
                    <a:lstStyle/>
                    <a:p>
                      <a:r>
                        <a:rPr lang="en-IN" b="0"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49609</a:t>
                      </a:r>
                    </a:p>
                  </a:txBody>
                  <a:tcPr/>
                </a:tc>
                <a:tc>
                  <a:txBody>
                    <a:bodyPr/>
                    <a:lstStyle/>
                    <a:p>
                      <a:r>
                        <a:rPr lang="en-IN" b="0" dirty="0"/>
                        <a:t>0.00002</a:t>
                      </a:r>
                    </a:p>
                  </a:txBody>
                  <a:tcPr/>
                </a:tc>
                <a:tc>
                  <a:txBody>
                    <a:bodyPr/>
                    <a:lstStyle/>
                    <a:p>
                      <a:r>
                        <a:rPr lang="en-IN" b="0" dirty="0"/>
                        <a:t>2</a:t>
                      </a:r>
                    </a:p>
                  </a:txBody>
                  <a:tcPr/>
                </a:tc>
                <a:extLst>
                  <a:ext uri="{0D108BD9-81ED-4DB2-BD59-A6C34878D82A}">
                    <a16:rowId xmlns:a16="http://schemas.microsoft.com/office/drawing/2014/main" val="36654119"/>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highlight>
                            <a:srgbClr val="FFFF00"/>
                          </a:highlight>
                          <a:uLnTx/>
                          <a:uFillTx/>
                          <a:latin typeface="+mn-lt"/>
                          <a:ea typeface="+mn-ea"/>
                          <a:cs typeface="+mn-cs"/>
                        </a:rPr>
                        <a:t>Godrej Consumer Products Ltd </a:t>
                      </a:r>
                    </a:p>
                  </a:txBody>
                  <a:tcPr/>
                </a:tc>
                <a:tc>
                  <a:txBody>
                    <a:bodyPr/>
                    <a:lstStyle/>
                    <a:p>
                      <a:r>
                        <a:rPr lang="en-IN" b="0" dirty="0"/>
                        <a:t>3883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12004</a:t>
                      </a:r>
                    </a:p>
                  </a:txBody>
                  <a:tcPr/>
                </a:tc>
                <a:tc>
                  <a:txBody>
                    <a:bodyPr/>
                    <a:lstStyle/>
                    <a:p>
                      <a:r>
                        <a:rPr lang="en-IN" b="0" dirty="0">
                          <a:highlight>
                            <a:srgbClr val="FFFF00"/>
                          </a:highlight>
                        </a:rPr>
                        <a:t>0.32</a:t>
                      </a:r>
                    </a:p>
                  </a:txBody>
                  <a:tcPr/>
                </a:tc>
                <a:tc>
                  <a:txBody>
                    <a:bodyPr/>
                    <a:lstStyle/>
                    <a:p>
                      <a:r>
                        <a:rPr lang="en-IN" b="0" dirty="0">
                          <a:highlight>
                            <a:srgbClr val="FFFF00"/>
                          </a:highlight>
                        </a:rPr>
                        <a:t>5</a:t>
                      </a:r>
                    </a:p>
                  </a:txBody>
                  <a:tcPr/>
                </a:tc>
                <a:extLst>
                  <a:ext uri="{0D108BD9-81ED-4DB2-BD59-A6C34878D82A}">
                    <a16:rowId xmlns:a16="http://schemas.microsoft.com/office/drawing/2014/main" val="4023236805"/>
                  </a:ext>
                </a:extLst>
              </a:tr>
              <a:tr h="329909">
                <a:tc>
                  <a:txBody>
                    <a:bodyPr/>
                    <a:lstStyle/>
                    <a:p>
                      <a:r>
                        <a:rPr lang="en-IN" b="0" dirty="0"/>
                        <a:t>Marico Ltd</a:t>
                      </a:r>
                    </a:p>
                  </a:txBody>
                  <a:tcPr/>
                </a:tc>
                <a:tc>
                  <a:txBody>
                    <a:bodyPr/>
                    <a:lstStyle/>
                    <a:p>
                      <a:r>
                        <a:rPr lang="en-IN" b="0" dirty="0"/>
                        <a:t>379</a:t>
                      </a:r>
                    </a:p>
                  </a:txBody>
                  <a:tcPr/>
                </a:tc>
                <a:tc>
                  <a:txBody>
                    <a:bodyPr/>
                    <a:lstStyle/>
                    <a:p>
                      <a:r>
                        <a:rPr lang="en-IN" b="0" dirty="0"/>
                        <a:t>4265</a:t>
                      </a:r>
                    </a:p>
                  </a:txBody>
                  <a:tcPr/>
                </a:tc>
                <a:tc>
                  <a:txBody>
                    <a:bodyPr/>
                    <a:lstStyle/>
                    <a:p>
                      <a:r>
                        <a:rPr lang="en-IN" b="0" dirty="0"/>
                        <a:t>0.09</a:t>
                      </a:r>
                    </a:p>
                  </a:txBody>
                  <a:tcPr/>
                </a:tc>
                <a:tc>
                  <a:txBody>
                    <a:bodyPr/>
                    <a:lstStyle/>
                    <a:p>
                      <a:r>
                        <a:rPr lang="en-IN" b="0" dirty="0"/>
                        <a:t>4</a:t>
                      </a:r>
                    </a:p>
                  </a:txBody>
                  <a:tcPr/>
                </a:tc>
                <a:extLst>
                  <a:ext uri="{0D108BD9-81ED-4DB2-BD59-A6C34878D82A}">
                    <a16:rowId xmlns:a16="http://schemas.microsoft.com/office/drawing/2014/main" val="2746652360"/>
                  </a:ext>
                </a:extLst>
              </a:tr>
              <a:tr h="329909">
                <a:tc>
                  <a:txBody>
                    <a:bodyPr/>
                    <a:lstStyle/>
                    <a:p>
                      <a:r>
                        <a:rPr lang="en-IN" b="0" dirty="0"/>
                        <a:t>Dabur India</a:t>
                      </a:r>
                    </a:p>
                  </a:txBody>
                  <a:tcPr/>
                </a:tc>
                <a:tc>
                  <a:txBody>
                    <a:bodyPr/>
                    <a:lstStyle/>
                    <a:p>
                      <a:r>
                        <a:rPr lang="en-IN" b="0" dirty="0"/>
                        <a:t>730</a:t>
                      </a:r>
                    </a:p>
                  </a:txBody>
                  <a:tcPr/>
                </a:tc>
                <a:tc>
                  <a:txBody>
                    <a:bodyPr/>
                    <a:lstStyle/>
                    <a:p>
                      <a:r>
                        <a:rPr lang="en-IN" b="0" dirty="0"/>
                        <a:t>11210</a:t>
                      </a:r>
                    </a:p>
                  </a:txBody>
                  <a:tcPr/>
                </a:tc>
                <a:tc>
                  <a:txBody>
                    <a:bodyPr/>
                    <a:lstStyle/>
                    <a:p>
                      <a:r>
                        <a:rPr lang="en-IN" b="0" dirty="0">
                          <a:solidFill>
                            <a:schemeClr val="bg2">
                              <a:lumMod val="10000"/>
                            </a:schemeClr>
                          </a:solidFill>
                        </a:rPr>
                        <a:t>0.07</a:t>
                      </a:r>
                    </a:p>
                  </a:txBody>
                  <a:tcPr/>
                </a:tc>
                <a:tc>
                  <a:txBody>
                    <a:bodyPr/>
                    <a:lstStyle/>
                    <a:p>
                      <a:r>
                        <a:rPr lang="en-IN" b="0" dirty="0">
                          <a:solidFill>
                            <a:schemeClr val="bg2">
                              <a:lumMod val="10000"/>
                            </a:schemeClr>
                          </a:solidFill>
                        </a:rPr>
                        <a:t>3</a:t>
                      </a:r>
                    </a:p>
                  </a:txBody>
                  <a:tcPr/>
                </a:tc>
                <a:extLst>
                  <a:ext uri="{0D108BD9-81ED-4DB2-BD59-A6C34878D82A}">
                    <a16:rowId xmlns:a16="http://schemas.microsoft.com/office/drawing/2014/main" val="1127933414"/>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Vishal Mega Mart</a:t>
                      </a:r>
                    </a:p>
                  </a:txBody>
                  <a:tcPr/>
                </a:tc>
                <a:tc>
                  <a:txBody>
                    <a:bodyPr/>
                    <a:lstStyle/>
                    <a:p>
                      <a:r>
                        <a:rPr lang="en-IN" b="0" dirty="0"/>
                        <a:t>0</a:t>
                      </a:r>
                    </a:p>
                  </a:txBody>
                  <a:tcPr/>
                </a:tc>
                <a:tc>
                  <a:txBody>
                    <a:bodyPr/>
                    <a:lstStyle/>
                    <a:p>
                      <a:r>
                        <a:rPr lang="en-IN" b="0" dirty="0"/>
                        <a:t>6401</a:t>
                      </a:r>
                    </a:p>
                  </a:txBody>
                  <a:tcPr/>
                </a:tc>
                <a:tc>
                  <a:txBody>
                    <a:bodyPr/>
                    <a:lstStyle/>
                    <a:p>
                      <a:r>
                        <a:rPr lang="en-IN" b="1" dirty="0"/>
                        <a:t>0</a:t>
                      </a:r>
                    </a:p>
                  </a:txBody>
                  <a:tcPr/>
                </a:tc>
                <a:tc>
                  <a:txBody>
                    <a:bodyPr/>
                    <a:lstStyle/>
                    <a:p>
                      <a:r>
                        <a:rPr lang="en-IN" b="1" dirty="0"/>
                        <a:t>1</a:t>
                      </a:r>
                    </a:p>
                  </a:txBody>
                  <a:tcPr/>
                </a:tc>
                <a:extLst>
                  <a:ext uri="{0D108BD9-81ED-4DB2-BD59-A6C34878D82A}">
                    <a16:rowId xmlns:a16="http://schemas.microsoft.com/office/drawing/2014/main" val="4187621447"/>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0" dirty="0"/>
                    </a:p>
                  </a:txBody>
                  <a:tcPr/>
                </a:tc>
                <a:tc>
                  <a:txBody>
                    <a:bodyPr/>
                    <a:lstStyle/>
                    <a:p>
                      <a:endParaRPr lang="en-IN" b="0" dirty="0"/>
                    </a:p>
                  </a:txBody>
                  <a:tcPr/>
                </a:tc>
                <a:tc>
                  <a:txBody>
                    <a:bodyPr/>
                    <a:lstStyle/>
                    <a:p>
                      <a:endParaRPr lang="en-IN" b="0" dirty="0"/>
                    </a:p>
                  </a:txBody>
                  <a:tcPr/>
                </a:tc>
                <a:tc>
                  <a:txBody>
                    <a:bodyPr/>
                    <a:lstStyle/>
                    <a:p>
                      <a:endParaRPr lang="en-IN" b="1" dirty="0"/>
                    </a:p>
                  </a:txBody>
                  <a:tcPr/>
                </a:tc>
                <a:extLst>
                  <a:ext uri="{0D108BD9-81ED-4DB2-BD59-A6C34878D82A}">
                    <a16:rowId xmlns:a16="http://schemas.microsoft.com/office/drawing/2014/main" val="3180963087"/>
                  </a:ext>
                </a:extLst>
              </a:tr>
            </a:tbl>
          </a:graphicData>
        </a:graphic>
      </p:graphicFrame>
    </p:spTree>
    <p:extLst>
      <p:ext uri="{BB962C8B-B14F-4D97-AF65-F5344CB8AC3E}">
        <p14:creationId xmlns:p14="http://schemas.microsoft.com/office/powerpoint/2010/main" val="340062430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8639E-0AB5-4095-9BC1-A93EA9F1AAF4}"/>
              </a:ext>
            </a:extLst>
          </p:cNvPr>
          <p:cNvSpPr>
            <a:spLocks noGrp="1"/>
          </p:cNvSpPr>
          <p:nvPr>
            <p:ph type="title"/>
          </p:nvPr>
        </p:nvSpPr>
        <p:spPr/>
        <p:txBody>
          <a:bodyPr/>
          <a:lstStyle/>
          <a:p>
            <a:pPr algn="ctr"/>
            <a:r>
              <a:rPr lang="en-US" b="1" dirty="0"/>
              <a:t>Interest Coverage Ratio (ICR)</a:t>
            </a:r>
            <a:r>
              <a:rPr lang="en-US" dirty="0"/>
              <a:t> – FY 2025</a:t>
            </a:r>
            <a:br>
              <a:rPr lang="en-US" dirty="0"/>
            </a:br>
            <a:r>
              <a:rPr lang="en-US" dirty="0"/>
              <a:t>(Higher the Better) </a:t>
            </a:r>
            <a:endParaRPr lang="en-IN" dirty="0"/>
          </a:p>
        </p:txBody>
      </p:sp>
      <p:graphicFrame>
        <p:nvGraphicFramePr>
          <p:cNvPr id="4" name="Table 4">
            <a:extLst>
              <a:ext uri="{FF2B5EF4-FFF2-40B4-BE49-F238E27FC236}">
                <a16:creationId xmlns:a16="http://schemas.microsoft.com/office/drawing/2014/main" id="{1DD1D885-1721-4522-B6D3-96413C4754B1}"/>
              </a:ext>
            </a:extLst>
          </p:cNvPr>
          <p:cNvGraphicFramePr>
            <a:graphicFrameLocks noGrp="1"/>
          </p:cNvGraphicFramePr>
          <p:nvPr>
            <p:ph idx="1"/>
          </p:nvPr>
        </p:nvGraphicFramePr>
        <p:xfrm>
          <a:off x="838200" y="1851024"/>
          <a:ext cx="8584769" cy="2834640"/>
        </p:xfrm>
        <a:graphic>
          <a:graphicData uri="http://schemas.openxmlformats.org/drawingml/2006/table">
            <a:tbl>
              <a:tblPr firstRow="1" bandRow="1">
                <a:tableStyleId>{93296810-A885-4BE3-A3E7-6D5BEEA58F35}</a:tableStyleId>
              </a:tblPr>
              <a:tblGrid>
                <a:gridCol w="2189899">
                  <a:extLst>
                    <a:ext uri="{9D8B030D-6E8A-4147-A177-3AD203B41FA5}">
                      <a16:colId xmlns:a16="http://schemas.microsoft.com/office/drawing/2014/main" val="239351581"/>
                    </a:ext>
                  </a:extLst>
                </a:gridCol>
                <a:gridCol w="2189899">
                  <a:extLst>
                    <a:ext uri="{9D8B030D-6E8A-4147-A177-3AD203B41FA5}">
                      <a16:colId xmlns:a16="http://schemas.microsoft.com/office/drawing/2014/main" val="3651509243"/>
                    </a:ext>
                  </a:extLst>
                </a:gridCol>
                <a:gridCol w="2189899">
                  <a:extLst>
                    <a:ext uri="{9D8B030D-6E8A-4147-A177-3AD203B41FA5}">
                      <a16:colId xmlns:a16="http://schemas.microsoft.com/office/drawing/2014/main" val="343889307"/>
                    </a:ext>
                  </a:extLst>
                </a:gridCol>
                <a:gridCol w="1007536">
                  <a:extLst>
                    <a:ext uri="{9D8B030D-6E8A-4147-A177-3AD203B41FA5}">
                      <a16:colId xmlns:a16="http://schemas.microsoft.com/office/drawing/2014/main" val="3173881814"/>
                    </a:ext>
                  </a:extLst>
                </a:gridCol>
                <a:gridCol w="1007536">
                  <a:extLst>
                    <a:ext uri="{9D8B030D-6E8A-4147-A177-3AD203B41FA5}">
                      <a16:colId xmlns:a16="http://schemas.microsoft.com/office/drawing/2014/main" val="269274260"/>
                    </a:ext>
                  </a:extLst>
                </a:gridCol>
              </a:tblGrid>
              <a:tr h="329909">
                <a:tc>
                  <a:txBody>
                    <a:bodyPr/>
                    <a:lstStyle/>
                    <a:p>
                      <a:r>
                        <a:rPr lang="en-US" dirty="0"/>
                        <a:t>Company</a:t>
                      </a:r>
                      <a:endParaRPr lang="en-IN" dirty="0"/>
                    </a:p>
                  </a:txBody>
                  <a:tcPr/>
                </a:tc>
                <a:tc>
                  <a:txBody>
                    <a:bodyPr/>
                    <a:lstStyle/>
                    <a:p>
                      <a:r>
                        <a:rPr lang="en-US" dirty="0"/>
                        <a:t>EBIT</a:t>
                      </a:r>
                      <a:endParaRPr lang="en-IN" dirty="0"/>
                    </a:p>
                  </a:txBody>
                  <a:tcPr/>
                </a:tc>
                <a:tc>
                  <a:txBody>
                    <a:bodyPr/>
                    <a:lstStyle/>
                    <a:p>
                      <a:r>
                        <a:rPr lang="en-US" dirty="0"/>
                        <a:t>Interest</a:t>
                      </a:r>
                      <a:endParaRPr lang="en-IN" dirty="0"/>
                    </a:p>
                  </a:txBody>
                  <a:tcPr/>
                </a:tc>
                <a:tc>
                  <a:txBody>
                    <a:bodyPr/>
                    <a:lstStyle/>
                    <a:p>
                      <a:r>
                        <a:rPr lang="en-US" dirty="0"/>
                        <a:t>ICR</a:t>
                      </a:r>
                      <a:endParaRPr lang="en-IN" dirty="0"/>
                    </a:p>
                  </a:txBody>
                  <a:tcPr/>
                </a:tc>
                <a:tc>
                  <a:txBody>
                    <a:bodyPr/>
                    <a:lstStyle/>
                    <a:p>
                      <a:r>
                        <a:rPr lang="en-US" dirty="0"/>
                        <a:t> Rank</a:t>
                      </a:r>
                      <a:endParaRPr lang="en-IN" dirty="0"/>
                    </a:p>
                  </a:txBody>
                  <a:tcPr/>
                </a:tc>
                <a:extLst>
                  <a:ext uri="{0D108BD9-81ED-4DB2-BD59-A6C34878D82A}">
                    <a16:rowId xmlns:a16="http://schemas.microsoft.com/office/drawing/2014/main" val="1916009622"/>
                  </a:ext>
                </a:extLst>
              </a:tr>
              <a:tr h="329909">
                <a:tc>
                  <a:txBody>
                    <a:bodyPr/>
                    <a:lstStyle/>
                    <a:p>
                      <a:r>
                        <a:rPr lang="en-IN" b="0" dirty="0"/>
                        <a:t>HUL</a:t>
                      </a:r>
                    </a:p>
                  </a:txBody>
                  <a:tcPr/>
                </a:tc>
                <a:tc>
                  <a:txBody>
                    <a:bodyPr/>
                    <a:lstStyle/>
                    <a:p>
                      <a:r>
                        <a:rPr lang="en-IN" b="0" dirty="0"/>
                        <a:t>12663</a:t>
                      </a:r>
                    </a:p>
                  </a:txBody>
                  <a:tcPr/>
                </a:tc>
                <a:tc>
                  <a:txBody>
                    <a:bodyPr/>
                    <a:lstStyle/>
                    <a:p>
                      <a:r>
                        <a:rPr lang="en-IN" b="0" dirty="0"/>
                        <a:t>395</a:t>
                      </a:r>
                    </a:p>
                  </a:txBody>
                  <a:tcPr/>
                </a:tc>
                <a:tc>
                  <a:txBody>
                    <a:bodyPr/>
                    <a:lstStyle/>
                    <a:p>
                      <a:r>
                        <a:rPr lang="en-IN" b="0" dirty="0"/>
                        <a:t>32.06</a:t>
                      </a:r>
                    </a:p>
                  </a:txBody>
                  <a:tcPr/>
                </a:tc>
                <a:tc>
                  <a:txBody>
                    <a:bodyPr/>
                    <a:lstStyle/>
                    <a:p>
                      <a:r>
                        <a:rPr lang="en-IN" b="0" dirty="0"/>
                        <a:t>2</a:t>
                      </a:r>
                    </a:p>
                  </a:txBody>
                  <a:tcPr/>
                </a:tc>
                <a:extLst>
                  <a:ext uri="{0D108BD9-81ED-4DB2-BD59-A6C34878D82A}">
                    <a16:rowId xmlns:a16="http://schemas.microsoft.com/office/drawing/2014/main" val="36654119"/>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Godrej Consumer Products Ltd </a:t>
                      </a:r>
                    </a:p>
                  </a:txBody>
                  <a:tcPr/>
                </a:tc>
                <a:tc>
                  <a:txBody>
                    <a:bodyPr/>
                    <a:lstStyle/>
                    <a:p>
                      <a:r>
                        <a:rPr lang="en-IN" b="0" dirty="0"/>
                        <a:t>2690</a:t>
                      </a:r>
                    </a:p>
                  </a:txBody>
                  <a:tcPr/>
                </a:tc>
                <a:tc>
                  <a:txBody>
                    <a:bodyPr/>
                    <a:lstStyle/>
                    <a:p>
                      <a:r>
                        <a:rPr lang="en-IN" b="0" dirty="0"/>
                        <a:t>350</a:t>
                      </a:r>
                    </a:p>
                  </a:txBody>
                  <a:tcPr/>
                </a:tc>
                <a:tc>
                  <a:txBody>
                    <a:bodyPr/>
                    <a:lstStyle/>
                    <a:p>
                      <a:r>
                        <a:rPr lang="en-IN" b="0" dirty="0">
                          <a:solidFill>
                            <a:schemeClr val="bg2">
                              <a:lumMod val="10000"/>
                            </a:schemeClr>
                          </a:solidFill>
                        </a:rPr>
                        <a:t>7.69</a:t>
                      </a:r>
                    </a:p>
                  </a:txBody>
                  <a:tcPr/>
                </a:tc>
                <a:tc>
                  <a:txBody>
                    <a:bodyPr/>
                    <a:lstStyle/>
                    <a:p>
                      <a:r>
                        <a:rPr lang="en-IN" b="0" dirty="0">
                          <a:solidFill>
                            <a:schemeClr val="bg2">
                              <a:lumMod val="10000"/>
                            </a:schemeClr>
                          </a:solidFill>
                        </a:rPr>
                        <a:t>4</a:t>
                      </a:r>
                    </a:p>
                  </a:txBody>
                  <a:tcPr/>
                </a:tc>
                <a:extLst>
                  <a:ext uri="{0D108BD9-81ED-4DB2-BD59-A6C34878D82A}">
                    <a16:rowId xmlns:a16="http://schemas.microsoft.com/office/drawing/2014/main" val="1653255905"/>
                  </a:ext>
                </a:extLst>
              </a:tr>
              <a:tr h="329909">
                <a:tc>
                  <a:txBody>
                    <a:bodyPr/>
                    <a:lstStyle/>
                    <a:p>
                      <a:r>
                        <a:rPr lang="en-IN" b="1" dirty="0"/>
                        <a:t>Marico Ltd</a:t>
                      </a:r>
                    </a:p>
                  </a:txBody>
                  <a:tcPr/>
                </a:tc>
                <a:tc>
                  <a:txBody>
                    <a:bodyPr/>
                    <a:lstStyle/>
                    <a:p>
                      <a:r>
                        <a:rPr lang="en-IN" b="0" dirty="0"/>
                        <a:t>1863</a:t>
                      </a:r>
                    </a:p>
                  </a:txBody>
                  <a:tcPr/>
                </a:tc>
                <a:tc>
                  <a:txBody>
                    <a:bodyPr/>
                    <a:lstStyle/>
                    <a:p>
                      <a:r>
                        <a:rPr lang="en-IN" b="0" dirty="0"/>
                        <a:t>53</a:t>
                      </a:r>
                    </a:p>
                  </a:txBody>
                  <a:tcPr/>
                </a:tc>
                <a:tc>
                  <a:txBody>
                    <a:bodyPr/>
                    <a:lstStyle/>
                    <a:p>
                      <a:r>
                        <a:rPr lang="en-IN" b="1" dirty="0"/>
                        <a:t>35.15</a:t>
                      </a:r>
                    </a:p>
                  </a:txBody>
                  <a:tcPr/>
                </a:tc>
                <a:tc>
                  <a:txBody>
                    <a:bodyPr/>
                    <a:lstStyle/>
                    <a:p>
                      <a:r>
                        <a:rPr lang="en-IN" b="1" dirty="0"/>
                        <a:t>1</a:t>
                      </a:r>
                    </a:p>
                  </a:txBody>
                  <a:tcPr/>
                </a:tc>
                <a:extLst>
                  <a:ext uri="{0D108BD9-81ED-4DB2-BD59-A6C34878D82A}">
                    <a16:rowId xmlns:a16="http://schemas.microsoft.com/office/drawing/2014/main" val="2746652360"/>
                  </a:ext>
                </a:extLst>
              </a:tr>
              <a:tr h="329909">
                <a:tc>
                  <a:txBody>
                    <a:bodyPr/>
                    <a:lstStyle/>
                    <a:p>
                      <a:r>
                        <a:rPr lang="en-IN" b="0" dirty="0"/>
                        <a:t>Dabur India</a:t>
                      </a:r>
                    </a:p>
                  </a:txBody>
                  <a:tcPr/>
                </a:tc>
                <a:tc>
                  <a:txBody>
                    <a:bodyPr/>
                    <a:lstStyle/>
                    <a:p>
                      <a:r>
                        <a:rPr lang="en-IN" b="0" dirty="0"/>
                        <a:t>1708</a:t>
                      </a:r>
                    </a:p>
                  </a:txBody>
                  <a:tcPr/>
                </a:tc>
                <a:tc>
                  <a:txBody>
                    <a:bodyPr/>
                    <a:lstStyle/>
                    <a:p>
                      <a:r>
                        <a:rPr lang="en-IN" b="0" dirty="0"/>
                        <a:t>164</a:t>
                      </a:r>
                    </a:p>
                  </a:txBody>
                  <a:tcPr/>
                </a:tc>
                <a:tc>
                  <a:txBody>
                    <a:bodyPr/>
                    <a:lstStyle/>
                    <a:p>
                      <a:r>
                        <a:rPr lang="en-IN" b="0" dirty="0"/>
                        <a:t>10.41</a:t>
                      </a:r>
                    </a:p>
                  </a:txBody>
                  <a:tcPr/>
                </a:tc>
                <a:tc>
                  <a:txBody>
                    <a:bodyPr/>
                    <a:lstStyle/>
                    <a:p>
                      <a:r>
                        <a:rPr lang="en-IN" b="0" dirty="0"/>
                        <a:t>3</a:t>
                      </a:r>
                    </a:p>
                  </a:txBody>
                  <a:tcPr/>
                </a:tc>
                <a:extLst>
                  <a:ext uri="{0D108BD9-81ED-4DB2-BD59-A6C34878D82A}">
                    <a16:rowId xmlns:a16="http://schemas.microsoft.com/office/drawing/2014/main" val="1127933414"/>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highlight>
                            <a:srgbClr val="FFFF00"/>
                          </a:highlight>
                        </a:rPr>
                        <a:t>Vishal Mega Mart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939</a:t>
                      </a:r>
                    </a:p>
                  </a:txBody>
                  <a:tcPr/>
                </a:tc>
                <a:tc>
                  <a:txBody>
                    <a:bodyPr/>
                    <a:lstStyle/>
                    <a:p>
                      <a:r>
                        <a:rPr lang="en-IN" b="0" dirty="0"/>
                        <a:t>149</a:t>
                      </a:r>
                    </a:p>
                  </a:txBody>
                  <a:tcPr/>
                </a:tc>
                <a:tc>
                  <a:txBody>
                    <a:bodyPr/>
                    <a:lstStyle/>
                    <a:p>
                      <a:r>
                        <a:rPr lang="en-IN" b="0" dirty="0">
                          <a:highlight>
                            <a:srgbClr val="FFFF00"/>
                          </a:highlight>
                        </a:rPr>
                        <a:t>6.30</a:t>
                      </a:r>
                    </a:p>
                  </a:txBody>
                  <a:tcPr/>
                </a:tc>
                <a:tc>
                  <a:txBody>
                    <a:bodyPr/>
                    <a:lstStyle/>
                    <a:p>
                      <a:r>
                        <a:rPr lang="en-IN" b="0" dirty="0">
                          <a:highlight>
                            <a:srgbClr val="FFFF00"/>
                          </a:highlight>
                        </a:rPr>
                        <a:t>5</a:t>
                      </a:r>
                    </a:p>
                  </a:txBody>
                  <a:tcPr/>
                </a:tc>
                <a:extLst>
                  <a:ext uri="{0D108BD9-81ED-4DB2-BD59-A6C34878D82A}">
                    <a16:rowId xmlns:a16="http://schemas.microsoft.com/office/drawing/2014/main" val="4187621447"/>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180963087"/>
                  </a:ext>
                </a:extLst>
              </a:tr>
            </a:tbl>
          </a:graphicData>
        </a:graphic>
      </p:graphicFrame>
    </p:spTree>
    <p:extLst>
      <p:ext uri="{BB962C8B-B14F-4D97-AF65-F5344CB8AC3E}">
        <p14:creationId xmlns:p14="http://schemas.microsoft.com/office/powerpoint/2010/main" val="16177035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8639E-0AB5-4095-9BC1-A93EA9F1AAF4}"/>
              </a:ext>
            </a:extLst>
          </p:cNvPr>
          <p:cNvSpPr>
            <a:spLocks noGrp="1"/>
          </p:cNvSpPr>
          <p:nvPr>
            <p:ph type="title"/>
          </p:nvPr>
        </p:nvSpPr>
        <p:spPr/>
        <p:txBody>
          <a:bodyPr/>
          <a:lstStyle/>
          <a:p>
            <a:pPr algn="ctr"/>
            <a:r>
              <a:rPr lang="en-US" b="1" dirty="0"/>
              <a:t>WC/TA </a:t>
            </a:r>
            <a:r>
              <a:rPr lang="en-US" dirty="0"/>
              <a:t>– FY 2025 </a:t>
            </a:r>
            <a:endParaRPr lang="en-IN" dirty="0"/>
          </a:p>
        </p:txBody>
      </p:sp>
      <p:graphicFrame>
        <p:nvGraphicFramePr>
          <p:cNvPr id="4" name="Table 4">
            <a:extLst>
              <a:ext uri="{FF2B5EF4-FFF2-40B4-BE49-F238E27FC236}">
                <a16:creationId xmlns:a16="http://schemas.microsoft.com/office/drawing/2014/main" id="{1DD1D885-1721-4522-B6D3-96413C4754B1}"/>
              </a:ext>
            </a:extLst>
          </p:cNvPr>
          <p:cNvGraphicFramePr>
            <a:graphicFrameLocks noGrp="1"/>
          </p:cNvGraphicFramePr>
          <p:nvPr>
            <p:ph idx="1"/>
          </p:nvPr>
        </p:nvGraphicFramePr>
        <p:xfrm>
          <a:off x="838200" y="1851024"/>
          <a:ext cx="8584769" cy="2834640"/>
        </p:xfrm>
        <a:graphic>
          <a:graphicData uri="http://schemas.openxmlformats.org/drawingml/2006/table">
            <a:tbl>
              <a:tblPr firstRow="1" bandRow="1">
                <a:tableStyleId>{073A0DAA-6AF3-43AB-8588-CEC1D06C72B9}</a:tableStyleId>
              </a:tblPr>
              <a:tblGrid>
                <a:gridCol w="2189899">
                  <a:extLst>
                    <a:ext uri="{9D8B030D-6E8A-4147-A177-3AD203B41FA5}">
                      <a16:colId xmlns:a16="http://schemas.microsoft.com/office/drawing/2014/main" val="239351581"/>
                    </a:ext>
                  </a:extLst>
                </a:gridCol>
                <a:gridCol w="2189899">
                  <a:extLst>
                    <a:ext uri="{9D8B030D-6E8A-4147-A177-3AD203B41FA5}">
                      <a16:colId xmlns:a16="http://schemas.microsoft.com/office/drawing/2014/main" val="3651509243"/>
                    </a:ext>
                  </a:extLst>
                </a:gridCol>
                <a:gridCol w="2189899">
                  <a:extLst>
                    <a:ext uri="{9D8B030D-6E8A-4147-A177-3AD203B41FA5}">
                      <a16:colId xmlns:a16="http://schemas.microsoft.com/office/drawing/2014/main" val="343889307"/>
                    </a:ext>
                  </a:extLst>
                </a:gridCol>
                <a:gridCol w="1007536">
                  <a:extLst>
                    <a:ext uri="{9D8B030D-6E8A-4147-A177-3AD203B41FA5}">
                      <a16:colId xmlns:a16="http://schemas.microsoft.com/office/drawing/2014/main" val="3173881814"/>
                    </a:ext>
                  </a:extLst>
                </a:gridCol>
                <a:gridCol w="1007536">
                  <a:extLst>
                    <a:ext uri="{9D8B030D-6E8A-4147-A177-3AD203B41FA5}">
                      <a16:colId xmlns:a16="http://schemas.microsoft.com/office/drawing/2014/main" val="269274260"/>
                    </a:ext>
                  </a:extLst>
                </a:gridCol>
              </a:tblGrid>
              <a:tr h="329909">
                <a:tc>
                  <a:txBody>
                    <a:bodyPr/>
                    <a:lstStyle/>
                    <a:p>
                      <a:r>
                        <a:rPr lang="en-US" dirty="0"/>
                        <a:t>Company</a:t>
                      </a:r>
                      <a:endParaRPr lang="en-IN" dirty="0"/>
                    </a:p>
                  </a:txBody>
                  <a:tcPr/>
                </a:tc>
                <a:tc>
                  <a:txBody>
                    <a:bodyPr/>
                    <a:lstStyle/>
                    <a:p>
                      <a:r>
                        <a:rPr lang="en-US" dirty="0"/>
                        <a:t>WC</a:t>
                      </a:r>
                      <a:endParaRPr lang="en-IN" dirty="0"/>
                    </a:p>
                  </a:txBody>
                  <a:tcPr/>
                </a:tc>
                <a:tc>
                  <a:txBody>
                    <a:bodyPr/>
                    <a:lstStyle/>
                    <a:p>
                      <a:r>
                        <a:rPr lang="en-US" dirty="0"/>
                        <a:t>TA</a:t>
                      </a:r>
                      <a:endParaRPr lang="en-IN" dirty="0"/>
                    </a:p>
                  </a:txBody>
                  <a:tcPr/>
                </a:tc>
                <a:tc>
                  <a:txBody>
                    <a:bodyPr/>
                    <a:lstStyle/>
                    <a:p>
                      <a:r>
                        <a:rPr lang="en-US" dirty="0"/>
                        <a:t>WC/TA</a:t>
                      </a:r>
                      <a:endParaRPr lang="en-IN" dirty="0"/>
                    </a:p>
                  </a:txBody>
                  <a:tcPr/>
                </a:tc>
                <a:tc>
                  <a:txBody>
                    <a:bodyPr/>
                    <a:lstStyle/>
                    <a:p>
                      <a:r>
                        <a:rPr lang="en-US" dirty="0"/>
                        <a:t> Rank</a:t>
                      </a:r>
                      <a:endParaRPr lang="en-IN" dirty="0"/>
                    </a:p>
                  </a:txBody>
                  <a:tcPr/>
                </a:tc>
                <a:extLst>
                  <a:ext uri="{0D108BD9-81ED-4DB2-BD59-A6C34878D82A}">
                    <a16:rowId xmlns:a16="http://schemas.microsoft.com/office/drawing/2014/main" val="1916009622"/>
                  </a:ext>
                </a:extLst>
              </a:tr>
              <a:tr h="329909">
                <a:tc>
                  <a:txBody>
                    <a:bodyPr/>
                    <a:lstStyle/>
                    <a:p>
                      <a:r>
                        <a:rPr lang="en-IN" b="0" dirty="0"/>
                        <a:t>HUL</a:t>
                      </a:r>
                    </a:p>
                  </a:txBody>
                  <a:tcPr/>
                </a:tc>
                <a:tc>
                  <a:txBody>
                    <a:bodyPr/>
                    <a:lstStyle/>
                    <a:p>
                      <a:r>
                        <a:rPr lang="en-IN" b="0" dirty="0"/>
                        <a:t>5514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79880</a:t>
                      </a:r>
                    </a:p>
                  </a:txBody>
                  <a:tcPr/>
                </a:tc>
                <a:tc>
                  <a:txBody>
                    <a:bodyPr/>
                    <a:lstStyle/>
                    <a:p>
                      <a:r>
                        <a:rPr lang="en-IN" b="0" dirty="0"/>
                        <a:t>0.07</a:t>
                      </a:r>
                    </a:p>
                  </a:txBody>
                  <a:tcPr/>
                </a:tc>
                <a:tc>
                  <a:txBody>
                    <a:bodyPr/>
                    <a:lstStyle/>
                    <a:p>
                      <a:r>
                        <a:rPr lang="en-IN" b="0" dirty="0"/>
                        <a:t>4</a:t>
                      </a:r>
                    </a:p>
                  </a:txBody>
                  <a:tcPr/>
                </a:tc>
                <a:extLst>
                  <a:ext uri="{0D108BD9-81ED-4DB2-BD59-A6C34878D82A}">
                    <a16:rowId xmlns:a16="http://schemas.microsoft.com/office/drawing/2014/main" val="36654119"/>
                  </a:ext>
                </a:extLst>
              </a:tr>
              <a:tr h="4905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highlight>
                            <a:srgbClr val="FFFF00"/>
                          </a:highlight>
                          <a:uLnTx/>
                          <a:uFillTx/>
                          <a:latin typeface="+mn-lt"/>
                          <a:ea typeface="+mn-ea"/>
                          <a:cs typeface="+mn-cs"/>
                        </a:rPr>
                        <a:t>Godrej Consumer Products Ltd </a:t>
                      </a:r>
                    </a:p>
                  </a:txBody>
                  <a:tcPr/>
                </a:tc>
                <a:tc>
                  <a:txBody>
                    <a:bodyPr/>
                    <a:lstStyle/>
                    <a:p>
                      <a:r>
                        <a:rPr lang="en-IN" b="0" dirty="0"/>
                        <a:t>404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19672</a:t>
                      </a:r>
                    </a:p>
                  </a:txBody>
                  <a:tcPr/>
                </a:tc>
                <a:tc>
                  <a:txBody>
                    <a:bodyPr/>
                    <a:lstStyle/>
                    <a:p>
                      <a:r>
                        <a:rPr lang="en-IN" b="0" dirty="0">
                          <a:highlight>
                            <a:srgbClr val="FFFF00"/>
                          </a:highlight>
                        </a:rPr>
                        <a:t>0.02</a:t>
                      </a:r>
                    </a:p>
                  </a:txBody>
                  <a:tcPr/>
                </a:tc>
                <a:tc>
                  <a:txBody>
                    <a:bodyPr/>
                    <a:lstStyle/>
                    <a:p>
                      <a:r>
                        <a:rPr lang="en-IN" b="0" dirty="0">
                          <a:highlight>
                            <a:srgbClr val="FFFF00"/>
                          </a:highlight>
                        </a:rPr>
                        <a:t>5</a:t>
                      </a:r>
                    </a:p>
                  </a:txBody>
                  <a:tcPr/>
                </a:tc>
                <a:extLst>
                  <a:ext uri="{0D108BD9-81ED-4DB2-BD59-A6C34878D82A}">
                    <a16:rowId xmlns:a16="http://schemas.microsoft.com/office/drawing/2014/main" val="2290829498"/>
                  </a:ext>
                </a:extLst>
              </a:tr>
              <a:tr h="329909">
                <a:tc>
                  <a:txBody>
                    <a:bodyPr/>
                    <a:lstStyle/>
                    <a:p>
                      <a:r>
                        <a:rPr lang="en-IN" b="1" dirty="0"/>
                        <a:t>Marico Ltd</a:t>
                      </a:r>
                    </a:p>
                  </a:txBody>
                  <a:tcPr/>
                </a:tc>
                <a:tc>
                  <a:txBody>
                    <a:bodyPr/>
                    <a:lstStyle/>
                    <a:p>
                      <a:r>
                        <a:rPr lang="en-IN" b="0" dirty="0"/>
                        <a:t>2622</a:t>
                      </a:r>
                    </a:p>
                  </a:txBody>
                  <a:tcPr/>
                </a:tc>
                <a:tc>
                  <a:txBody>
                    <a:bodyPr/>
                    <a:lstStyle/>
                    <a:p>
                      <a:r>
                        <a:rPr lang="en-IN" b="0" dirty="0"/>
                        <a:t>8338</a:t>
                      </a:r>
                    </a:p>
                  </a:txBody>
                  <a:tcPr/>
                </a:tc>
                <a:tc>
                  <a:txBody>
                    <a:bodyPr/>
                    <a:lstStyle/>
                    <a:p>
                      <a:r>
                        <a:rPr lang="en-IN" b="1" dirty="0">
                          <a:solidFill>
                            <a:schemeClr val="bg2">
                              <a:lumMod val="10000"/>
                            </a:schemeClr>
                          </a:solidFill>
                        </a:rPr>
                        <a:t>0.31</a:t>
                      </a:r>
                    </a:p>
                  </a:txBody>
                  <a:tcPr/>
                </a:tc>
                <a:tc>
                  <a:txBody>
                    <a:bodyPr/>
                    <a:lstStyle/>
                    <a:p>
                      <a:r>
                        <a:rPr lang="en-IN" b="1" dirty="0">
                          <a:solidFill>
                            <a:schemeClr val="bg2">
                              <a:lumMod val="10000"/>
                            </a:schemeClr>
                          </a:solidFill>
                        </a:rPr>
                        <a:t>1</a:t>
                      </a:r>
                    </a:p>
                  </a:txBody>
                  <a:tcPr/>
                </a:tc>
                <a:extLst>
                  <a:ext uri="{0D108BD9-81ED-4DB2-BD59-A6C34878D82A}">
                    <a16:rowId xmlns:a16="http://schemas.microsoft.com/office/drawing/2014/main" val="2746652360"/>
                  </a:ext>
                </a:extLst>
              </a:tr>
              <a:tr h="329909">
                <a:tc>
                  <a:txBody>
                    <a:bodyPr/>
                    <a:lstStyle/>
                    <a:p>
                      <a:r>
                        <a:rPr lang="en-IN" b="0" dirty="0"/>
                        <a:t>Dabur India</a:t>
                      </a:r>
                    </a:p>
                  </a:txBody>
                  <a:tcPr/>
                </a:tc>
                <a:tc>
                  <a:txBody>
                    <a:bodyPr/>
                    <a:lstStyle/>
                    <a:p>
                      <a:r>
                        <a:rPr lang="en-IN" b="0" dirty="0"/>
                        <a:t>2214</a:t>
                      </a:r>
                    </a:p>
                  </a:txBody>
                  <a:tcPr/>
                </a:tc>
                <a:tc>
                  <a:txBody>
                    <a:bodyPr/>
                    <a:lstStyle/>
                    <a:p>
                      <a:r>
                        <a:rPr lang="en-IN" b="0" dirty="0"/>
                        <a:t>16232</a:t>
                      </a:r>
                    </a:p>
                  </a:txBody>
                  <a:tcPr/>
                </a:tc>
                <a:tc>
                  <a:txBody>
                    <a:bodyPr/>
                    <a:lstStyle/>
                    <a:p>
                      <a:r>
                        <a:rPr lang="en-IN" b="0" dirty="0"/>
                        <a:t>0.14</a:t>
                      </a:r>
                    </a:p>
                  </a:txBody>
                  <a:tcPr/>
                </a:tc>
                <a:tc>
                  <a:txBody>
                    <a:bodyPr/>
                    <a:lstStyle/>
                    <a:p>
                      <a:r>
                        <a:rPr lang="en-IN" b="0" dirty="0"/>
                        <a:t>2</a:t>
                      </a:r>
                    </a:p>
                  </a:txBody>
                  <a:tcPr/>
                </a:tc>
                <a:extLst>
                  <a:ext uri="{0D108BD9-81ED-4DB2-BD59-A6C34878D82A}">
                    <a16:rowId xmlns:a16="http://schemas.microsoft.com/office/drawing/2014/main" val="1127933414"/>
                  </a:ext>
                </a:extLst>
              </a:tr>
              <a:tr h="2611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t>Vishal Mega Mart</a:t>
                      </a:r>
                    </a:p>
                  </a:txBody>
                  <a:tcPr/>
                </a:tc>
                <a:tc>
                  <a:txBody>
                    <a:bodyPr/>
                    <a:lstStyle/>
                    <a:p>
                      <a:r>
                        <a:rPr lang="en-IN" b="0" dirty="0"/>
                        <a:t>769</a:t>
                      </a:r>
                    </a:p>
                  </a:txBody>
                  <a:tcPr/>
                </a:tc>
                <a:tc>
                  <a:txBody>
                    <a:bodyPr/>
                    <a:lstStyle/>
                    <a:p>
                      <a:r>
                        <a:rPr lang="en-IN" b="0" dirty="0"/>
                        <a:t>9993</a:t>
                      </a:r>
                    </a:p>
                  </a:txBody>
                  <a:tcPr/>
                </a:tc>
                <a:tc>
                  <a:txBody>
                    <a:bodyPr/>
                    <a:lstStyle/>
                    <a:p>
                      <a:r>
                        <a:rPr lang="en-IN" b="0" dirty="0"/>
                        <a:t>0.08</a:t>
                      </a:r>
                    </a:p>
                  </a:txBody>
                  <a:tcPr/>
                </a:tc>
                <a:tc>
                  <a:txBody>
                    <a:bodyPr/>
                    <a:lstStyle/>
                    <a:p>
                      <a:r>
                        <a:rPr lang="en-IN" b="0" dirty="0"/>
                        <a:t>3</a:t>
                      </a:r>
                    </a:p>
                  </a:txBody>
                  <a:tcPr/>
                </a:tc>
                <a:extLst>
                  <a:ext uri="{0D108BD9-81ED-4DB2-BD59-A6C34878D82A}">
                    <a16:rowId xmlns:a16="http://schemas.microsoft.com/office/drawing/2014/main" val="4187621447"/>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180963087"/>
                  </a:ext>
                </a:extLst>
              </a:tr>
            </a:tbl>
          </a:graphicData>
        </a:graphic>
      </p:graphicFrame>
    </p:spTree>
    <p:extLst>
      <p:ext uri="{BB962C8B-B14F-4D97-AF65-F5344CB8AC3E}">
        <p14:creationId xmlns:p14="http://schemas.microsoft.com/office/powerpoint/2010/main" val="280396588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8639E-0AB5-4095-9BC1-A93EA9F1AAF4}"/>
              </a:ext>
            </a:extLst>
          </p:cNvPr>
          <p:cNvSpPr>
            <a:spLocks noGrp="1"/>
          </p:cNvSpPr>
          <p:nvPr>
            <p:ph type="title"/>
          </p:nvPr>
        </p:nvSpPr>
        <p:spPr/>
        <p:txBody>
          <a:bodyPr/>
          <a:lstStyle/>
          <a:p>
            <a:pPr algn="ctr"/>
            <a:r>
              <a:rPr lang="en-US" b="1" dirty="0"/>
              <a:t>RE/TA </a:t>
            </a:r>
            <a:r>
              <a:rPr lang="en-US" dirty="0"/>
              <a:t>– FY 2025 </a:t>
            </a:r>
            <a:endParaRPr lang="en-IN" dirty="0"/>
          </a:p>
        </p:txBody>
      </p:sp>
      <p:graphicFrame>
        <p:nvGraphicFramePr>
          <p:cNvPr id="4" name="Table 4">
            <a:extLst>
              <a:ext uri="{FF2B5EF4-FFF2-40B4-BE49-F238E27FC236}">
                <a16:creationId xmlns:a16="http://schemas.microsoft.com/office/drawing/2014/main" id="{1DD1D885-1721-4522-B6D3-96413C4754B1}"/>
              </a:ext>
            </a:extLst>
          </p:cNvPr>
          <p:cNvGraphicFramePr>
            <a:graphicFrameLocks noGrp="1"/>
          </p:cNvGraphicFramePr>
          <p:nvPr>
            <p:ph idx="1"/>
          </p:nvPr>
        </p:nvGraphicFramePr>
        <p:xfrm>
          <a:off x="838200" y="1851024"/>
          <a:ext cx="8584769" cy="2834640"/>
        </p:xfrm>
        <a:graphic>
          <a:graphicData uri="http://schemas.openxmlformats.org/drawingml/2006/table">
            <a:tbl>
              <a:tblPr firstRow="1" bandRow="1">
                <a:tableStyleId>{5C22544A-7EE6-4342-B048-85BDC9FD1C3A}</a:tableStyleId>
              </a:tblPr>
              <a:tblGrid>
                <a:gridCol w="2189899">
                  <a:extLst>
                    <a:ext uri="{9D8B030D-6E8A-4147-A177-3AD203B41FA5}">
                      <a16:colId xmlns:a16="http://schemas.microsoft.com/office/drawing/2014/main" val="239351581"/>
                    </a:ext>
                  </a:extLst>
                </a:gridCol>
                <a:gridCol w="2189899">
                  <a:extLst>
                    <a:ext uri="{9D8B030D-6E8A-4147-A177-3AD203B41FA5}">
                      <a16:colId xmlns:a16="http://schemas.microsoft.com/office/drawing/2014/main" val="3651509243"/>
                    </a:ext>
                  </a:extLst>
                </a:gridCol>
                <a:gridCol w="2189899">
                  <a:extLst>
                    <a:ext uri="{9D8B030D-6E8A-4147-A177-3AD203B41FA5}">
                      <a16:colId xmlns:a16="http://schemas.microsoft.com/office/drawing/2014/main" val="343889307"/>
                    </a:ext>
                  </a:extLst>
                </a:gridCol>
                <a:gridCol w="1007536">
                  <a:extLst>
                    <a:ext uri="{9D8B030D-6E8A-4147-A177-3AD203B41FA5}">
                      <a16:colId xmlns:a16="http://schemas.microsoft.com/office/drawing/2014/main" val="3173881814"/>
                    </a:ext>
                  </a:extLst>
                </a:gridCol>
                <a:gridCol w="1007536">
                  <a:extLst>
                    <a:ext uri="{9D8B030D-6E8A-4147-A177-3AD203B41FA5}">
                      <a16:colId xmlns:a16="http://schemas.microsoft.com/office/drawing/2014/main" val="269274260"/>
                    </a:ext>
                  </a:extLst>
                </a:gridCol>
              </a:tblGrid>
              <a:tr h="329909">
                <a:tc>
                  <a:txBody>
                    <a:bodyPr/>
                    <a:lstStyle/>
                    <a:p>
                      <a:r>
                        <a:rPr lang="en-US" dirty="0"/>
                        <a:t>Company</a:t>
                      </a:r>
                      <a:endParaRPr lang="en-IN" dirty="0"/>
                    </a:p>
                  </a:txBody>
                  <a:tcPr/>
                </a:tc>
                <a:tc>
                  <a:txBody>
                    <a:bodyPr/>
                    <a:lstStyle/>
                    <a:p>
                      <a:r>
                        <a:rPr lang="en-US" dirty="0"/>
                        <a:t>RE</a:t>
                      </a:r>
                      <a:endParaRPr lang="en-IN" dirty="0"/>
                    </a:p>
                  </a:txBody>
                  <a:tcPr/>
                </a:tc>
                <a:tc>
                  <a:txBody>
                    <a:bodyPr/>
                    <a:lstStyle/>
                    <a:p>
                      <a:r>
                        <a:rPr lang="en-US" dirty="0"/>
                        <a:t>TA</a:t>
                      </a:r>
                      <a:endParaRPr lang="en-IN" dirty="0"/>
                    </a:p>
                  </a:txBody>
                  <a:tcPr/>
                </a:tc>
                <a:tc>
                  <a:txBody>
                    <a:bodyPr/>
                    <a:lstStyle/>
                    <a:p>
                      <a:r>
                        <a:rPr lang="en-US" dirty="0"/>
                        <a:t>RE/TA</a:t>
                      </a:r>
                      <a:endParaRPr lang="en-IN" dirty="0"/>
                    </a:p>
                  </a:txBody>
                  <a:tcPr/>
                </a:tc>
                <a:tc>
                  <a:txBody>
                    <a:bodyPr/>
                    <a:lstStyle/>
                    <a:p>
                      <a:r>
                        <a:rPr lang="en-US" dirty="0"/>
                        <a:t> Rank</a:t>
                      </a:r>
                      <a:endParaRPr lang="en-IN" dirty="0"/>
                    </a:p>
                  </a:txBody>
                  <a:tcPr/>
                </a:tc>
                <a:extLst>
                  <a:ext uri="{0D108BD9-81ED-4DB2-BD59-A6C34878D82A}">
                    <a16:rowId xmlns:a16="http://schemas.microsoft.com/office/drawing/2014/main" val="1916009622"/>
                  </a:ext>
                </a:extLst>
              </a:tr>
              <a:tr h="329909">
                <a:tc>
                  <a:txBody>
                    <a:bodyPr/>
                    <a:lstStyle/>
                    <a:p>
                      <a:r>
                        <a:rPr lang="en-IN" b="0" dirty="0"/>
                        <a:t>HUL</a:t>
                      </a:r>
                    </a:p>
                  </a:txBody>
                  <a:tcPr/>
                </a:tc>
                <a:tc>
                  <a:txBody>
                    <a:bodyPr/>
                    <a:lstStyle/>
                    <a:p>
                      <a:r>
                        <a:rPr lang="en-IN" b="0" dirty="0"/>
                        <a:t>49167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79880</a:t>
                      </a:r>
                    </a:p>
                  </a:txBody>
                  <a:tcPr/>
                </a:tc>
                <a:tc>
                  <a:txBody>
                    <a:bodyPr/>
                    <a:lstStyle/>
                    <a:p>
                      <a:r>
                        <a:rPr lang="en-IN" b="0" dirty="0"/>
                        <a:t>0.62</a:t>
                      </a:r>
                    </a:p>
                  </a:txBody>
                  <a:tcPr/>
                </a:tc>
                <a:tc>
                  <a:txBody>
                    <a:bodyPr/>
                    <a:lstStyle/>
                    <a:p>
                      <a:r>
                        <a:rPr lang="en-IN" b="0" dirty="0"/>
                        <a:t>2</a:t>
                      </a:r>
                    </a:p>
                  </a:txBody>
                  <a:tcPr/>
                </a:tc>
                <a:extLst>
                  <a:ext uri="{0D108BD9-81ED-4DB2-BD59-A6C34878D82A}">
                    <a16:rowId xmlns:a16="http://schemas.microsoft.com/office/drawing/2014/main" val="36654119"/>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Godrej Consumer Products Ltd </a:t>
                      </a:r>
                    </a:p>
                  </a:txBody>
                  <a:tcPr/>
                </a:tc>
                <a:tc>
                  <a:txBody>
                    <a:bodyPr/>
                    <a:lstStyle/>
                    <a:p>
                      <a:r>
                        <a:rPr lang="en-IN" b="0" dirty="0"/>
                        <a:t>11902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19672</a:t>
                      </a:r>
                    </a:p>
                  </a:txBody>
                  <a:tcPr/>
                </a:tc>
                <a:tc>
                  <a:txBody>
                    <a:bodyPr/>
                    <a:lstStyle/>
                    <a:p>
                      <a:r>
                        <a:rPr lang="en-IN" b="0" dirty="0"/>
                        <a:t>0.61</a:t>
                      </a:r>
                    </a:p>
                  </a:txBody>
                  <a:tcPr/>
                </a:tc>
                <a:tc>
                  <a:txBody>
                    <a:bodyPr/>
                    <a:lstStyle/>
                    <a:p>
                      <a:r>
                        <a:rPr lang="en-IN" b="0" dirty="0"/>
                        <a:t>3</a:t>
                      </a:r>
                    </a:p>
                  </a:txBody>
                  <a:tcPr/>
                </a:tc>
                <a:extLst>
                  <a:ext uri="{0D108BD9-81ED-4DB2-BD59-A6C34878D82A}">
                    <a16:rowId xmlns:a16="http://schemas.microsoft.com/office/drawing/2014/main" val="4252356074"/>
                  </a:ext>
                </a:extLst>
              </a:tr>
              <a:tr h="329909">
                <a:tc>
                  <a:txBody>
                    <a:bodyPr/>
                    <a:lstStyle/>
                    <a:p>
                      <a:r>
                        <a:rPr lang="en-IN" b="0" dirty="0"/>
                        <a:t>Marico Ltd</a:t>
                      </a:r>
                    </a:p>
                  </a:txBody>
                  <a:tcPr/>
                </a:tc>
                <a:tc>
                  <a:txBody>
                    <a:bodyPr/>
                    <a:lstStyle/>
                    <a:p>
                      <a:r>
                        <a:rPr lang="en-IN" b="0" dirty="0"/>
                        <a:t>3845</a:t>
                      </a:r>
                    </a:p>
                  </a:txBody>
                  <a:tcPr/>
                </a:tc>
                <a:tc>
                  <a:txBody>
                    <a:bodyPr/>
                    <a:lstStyle/>
                    <a:p>
                      <a:r>
                        <a:rPr lang="en-IN" b="0" dirty="0"/>
                        <a:t>8338</a:t>
                      </a:r>
                    </a:p>
                  </a:txBody>
                  <a:tcPr/>
                </a:tc>
                <a:tc>
                  <a:txBody>
                    <a:bodyPr/>
                    <a:lstStyle/>
                    <a:p>
                      <a:r>
                        <a:rPr lang="en-IN" b="0" dirty="0"/>
                        <a:t>0.46</a:t>
                      </a:r>
                    </a:p>
                  </a:txBody>
                  <a:tcPr/>
                </a:tc>
                <a:tc>
                  <a:txBody>
                    <a:bodyPr/>
                    <a:lstStyle/>
                    <a:p>
                      <a:r>
                        <a:rPr lang="en-IN" b="0" dirty="0"/>
                        <a:t>4</a:t>
                      </a:r>
                    </a:p>
                  </a:txBody>
                  <a:tcPr/>
                </a:tc>
                <a:extLst>
                  <a:ext uri="{0D108BD9-81ED-4DB2-BD59-A6C34878D82A}">
                    <a16:rowId xmlns:a16="http://schemas.microsoft.com/office/drawing/2014/main" val="2746652360"/>
                  </a:ext>
                </a:extLst>
              </a:tr>
              <a:tr h="329909">
                <a:tc>
                  <a:txBody>
                    <a:bodyPr/>
                    <a:lstStyle/>
                    <a:p>
                      <a:r>
                        <a:rPr lang="en-IN" b="1" dirty="0"/>
                        <a:t>Dabur India</a:t>
                      </a:r>
                    </a:p>
                  </a:txBody>
                  <a:tcPr/>
                </a:tc>
                <a:tc>
                  <a:txBody>
                    <a:bodyPr/>
                    <a:lstStyle/>
                    <a:p>
                      <a:r>
                        <a:rPr lang="en-IN" b="0" dirty="0"/>
                        <a:t>10623</a:t>
                      </a:r>
                    </a:p>
                  </a:txBody>
                  <a:tcPr/>
                </a:tc>
                <a:tc>
                  <a:txBody>
                    <a:bodyPr/>
                    <a:lstStyle/>
                    <a:p>
                      <a:r>
                        <a:rPr lang="en-IN" b="0" dirty="0"/>
                        <a:t>16232</a:t>
                      </a:r>
                    </a:p>
                  </a:txBody>
                  <a:tcPr/>
                </a:tc>
                <a:tc>
                  <a:txBody>
                    <a:bodyPr/>
                    <a:lstStyle/>
                    <a:p>
                      <a:r>
                        <a:rPr lang="en-IN" b="1" dirty="0">
                          <a:solidFill>
                            <a:schemeClr val="bg2">
                              <a:lumMod val="10000"/>
                            </a:schemeClr>
                          </a:solidFill>
                        </a:rPr>
                        <a:t>0.65</a:t>
                      </a:r>
                    </a:p>
                  </a:txBody>
                  <a:tcPr/>
                </a:tc>
                <a:tc>
                  <a:txBody>
                    <a:bodyPr/>
                    <a:lstStyle/>
                    <a:p>
                      <a:r>
                        <a:rPr lang="en-IN" b="1" dirty="0">
                          <a:solidFill>
                            <a:schemeClr val="bg2">
                              <a:lumMod val="10000"/>
                            </a:schemeClr>
                          </a:solidFill>
                        </a:rPr>
                        <a:t>1</a:t>
                      </a:r>
                    </a:p>
                  </a:txBody>
                  <a:tcPr/>
                </a:tc>
                <a:extLst>
                  <a:ext uri="{0D108BD9-81ED-4DB2-BD59-A6C34878D82A}">
                    <a16:rowId xmlns:a16="http://schemas.microsoft.com/office/drawing/2014/main" val="1127933414"/>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highlight>
                            <a:srgbClr val="FFFF00"/>
                          </a:highlight>
                        </a:rPr>
                        <a:t>Vishal Mega Mart</a:t>
                      </a:r>
                    </a:p>
                  </a:txBody>
                  <a:tcPr/>
                </a:tc>
                <a:tc>
                  <a:txBody>
                    <a:bodyPr/>
                    <a:lstStyle/>
                    <a:p>
                      <a:r>
                        <a:rPr lang="en-IN" b="0" dirty="0"/>
                        <a:t>1804</a:t>
                      </a:r>
                    </a:p>
                  </a:txBody>
                  <a:tcPr/>
                </a:tc>
                <a:tc>
                  <a:txBody>
                    <a:bodyPr/>
                    <a:lstStyle/>
                    <a:p>
                      <a:r>
                        <a:rPr lang="en-IN" b="0" dirty="0"/>
                        <a:t>9993</a:t>
                      </a:r>
                    </a:p>
                  </a:txBody>
                  <a:tcPr/>
                </a:tc>
                <a:tc>
                  <a:txBody>
                    <a:bodyPr/>
                    <a:lstStyle/>
                    <a:p>
                      <a:r>
                        <a:rPr lang="en-IN" b="0" dirty="0">
                          <a:highlight>
                            <a:srgbClr val="FFFF00"/>
                          </a:highlight>
                        </a:rPr>
                        <a:t>0.18</a:t>
                      </a:r>
                    </a:p>
                  </a:txBody>
                  <a:tcPr/>
                </a:tc>
                <a:tc>
                  <a:txBody>
                    <a:bodyPr/>
                    <a:lstStyle/>
                    <a:p>
                      <a:r>
                        <a:rPr lang="en-IN" b="0" dirty="0">
                          <a:highlight>
                            <a:srgbClr val="FFFF00"/>
                          </a:highlight>
                        </a:rPr>
                        <a:t>5</a:t>
                      </a:r>
                    </a:p>
                  </a:txBody>
                  <a:tcPr/>
                </a:tc>
                <a:extLst>
                  <a:ext uri="{0D108BD9-81ED-4DB2-BD59-A6C34878D82A}">
                    <a16:rowId xmlns:a16="http://schemas.microsoft.com/office/drawing/2014/main" val="4187621447"/>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0" dirty="0"/>
                    </a:p>
                  </a:txBody>
                  <a:tcPr/>
                </a:tc>
                <a:tc>
                  <a:txBody>
                    <a:bodyPr/>
                    <a:lstStyle/>
                    <a:p>
                      <a:endParaRPr lang="en-IN" b="0" dirty="0"/>
                    </a:p>
                  </a:txBody>
                  <a:tcPr/>
                </a:tc>
                <a:tc>
                  <a:txBody>
                    <a:bodyPr/>
                    <a:lstStyle/>
                    <a:p>
                      <a:endParaRPr lang="en-IN" b="0" dirty="0"/>
                    </a:p>
                  </a:txBody>
                  <a:tcPr/>
                </a:tc>
                <a:tc>
                  <a:txBody>
                    <a:bodyPr/>
                    <a:lstStyle/>
                    <a:p>
                      <a:endParaRPr lang="en-IN" b="1" dirty="0"/>
                    </a:p>
                  </a:txBody>
                  <a:tcPr/>
                </a:tc>
                <a:extLst>
                  <a:ext uri="{0D108BD9-81ED-4DB2-BD59-A6C34878D82A}">
                    <a16:rowId xmlns:a16="http://schemas.microsoft.com/office/drawing/2014/main" val="3180963087"/>
                  </a:ext>
                </a:extLst>
              </a:tr>
            </a:tbl>
          </a:graphicData>
        </a:graphic>
      </p:graphicFrame>
    </p:spTree>
    <p:extLst>
      <p:ext uri="{BB962C8B-B14F-4D97-AF65-F5344CB8AC3E}">
        <p14:creationId xmlns:p14="http://schemas.microsoft.com/office/powerpoint/2010/main" val="72992109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8639E-0AB5-4095-9BC1-A93EA9F1AAF4}"/>
              </a:ext>
            </a:extLst>
          </p:cNvPr>
          <p:cNvSpPr>
            <a:spLocks noGrp="1"/>
          </p:cNvSpPr>
          <p:nvPr>
            <p:ph type="title"/>
          </p:nvPr>
        </p:nvSpPr>
        <p:spPr/>
        <p:txBody>
          <a:bodyPr/>
          <a:lstStyle/>
          <a:p>
            <a:pPr algn="ctr"/>
            <a:r>
              <a:rPr lang="en-US" b="1" dirty="0"/>
              <a:t>EBIT/TA </a:t>
            </a:r>
            <a:r>
              <a:rPr lang="en-US" dirty="0"/>
              <a:t>– FY 2025 </a:t>
            </a:r>
            <a:endParaRPr lang="en-IN" dirty="0"/>
          </a:p>
        </p:txBody>
      </p:sp>
      <p:graphicFrame>
        <p:nvGraphicFramePr>
          <p:cNvPr id="4" name="Table 4">
            <a:extLst>
              <a:ext uri="{FF2B5EF4-FFF2-40B4-BE49-F238E27FC236}">
                <a16:creationId xmlns:a16="http://schemas.microsoft.com/office/drawing/2014/main" id="{1DD1D885-1721-4522-B6D3-96413C4754B1}"/>
              </a:ext>
            </a:extLst>
          </p:cNvPr>
          <p:cNvGraphicFramePr>
            <a:graphicFrameLocks noGrp="1"/>
          </p:cNvGraphicFramePr>
          <p:nvPr>
            <p:ph idx="1"/>
          </p:nvPr>
        </p:nvGraphicFramePr>
        <p:xfrm>
          <a:off x="838200" y="1851024"/>
          <a:ext cx="8584769" cy="2834640"/>
        </p:xfrm>
        <a:graphic>
          <a:graphicData uri="http://schemas.openxmlformats.org/drawingml/2006/table">
            <a:tbl>
              <a:tblPr firstRow="1" bandRow="1">
                <a:tableStyleId>{21E4AEA4-8DFA-4A89-87EB-49C32662AFE0}</a:tableStyleId>
              </a:tblPr>
              <a:tblGrid>
                <a:gridCol w="2189899">
                  <a:extLst>
                    <a:ext uri="{9D8B030D-6E8A-4147-A177-3AD203B41FA5}">
                      <a16:colId xmlns:a16="http://schemas.microsoft.com/office/drawing/2014/main" val="239351581"/>
                    </a:ext>
                  </a:extLst>
                </a:gridCol>
                <a:gridCol w="2189899">
                  <a:extLst>
                    <a:ext uri="{9D8B030D-6E8A-4147-A177-3AD203B41FA5}">
                      <a16:colId xmlns:a16="http://schemas.microsoft.com/office/drawing/2014/main" val="3651509243"/>
                    </a:ext>
                  </a:extLst>
                </a:gridCol>
                <a:gridCol w="2189899">
                  <a:extLst>
                    <a:ext uri="{9D8B030D-6E8A-4147-A177-3AD203B41FA5}">
                      <a16:colId xmlns:a16="http://schemas.microsoft.com/office/drawing/2014/main" val="343889307"/>
                    </a:ext>
                  </a:extLst>
                </a:gridCol>
                <a:gridCol w="1007536">
                  <a:extLst>
                    <a:ext uri="{9D8B030D-6E8A-4147-A177-3AD203B41FA5}">
                      <a16:colId xmlns:a16="http://schemas.microsoft.com/office/drawing/2014/main" val="3173881814"/>
                    </a:ext>
                  </a:extLst>
                </a:gridCol>
                <a:gridCol w="1007536">
                  <a:extLst>
                    <a:ext uri="{9D8B030D-6E8A-4147-A177-3AD203B41FA5}">
                      <a16:colId xmlns:a16="http://schemas.microsoft.com/office/drawing/2014/main" val="269274260"/>
                    </a:ext>
                  </a:extLst>
                </a:gridCol>
              </a:tblGrid>
              <a:tr h="329909">
                <a:tc>
                  <a:txBody>
                    <a:bodyPr/>
                    <a:lstStyle/>
                    <a:p>
                      <a:r>
                        <a:rPr lang="en-US" dirty="0"/>
                        <a:t>Company</a:t>
                      </a:r>
                      <a:endParaRPr lang="en-IN" dirty="0"/>
                    </a:p>
                  </a:txBody>
                  <a:tcPr/>
                </a:tc>
                <a:tc>
                  <a:txBody>
                    <a:bodyPr/>
                    <a:lstStyle/>
                    <a:p>
                      <a:r>
                        <a:rPr lang="en-US" dirty="0"/>
                        <a:t>EBIT</a:t>
                      </a:r>
                      <a:endParaRPr lang="en-IN" dirty="0"/>
                    </a:p>
                  </a:txBody>
                  <a:tcPr/>
                </a:tc>
                <a:tc>
                  <a:txBody>
                    <a:bodyPr/>
                    <a:lstStyle/>
                    <a:p>
                      <a:r>
                        <a:rPr lang="en-US" dirty="0"/>
                        <a:t>TA</a:t>
                      </a:r>
                      <a:endParaRPr lang="en-IN" dirty="0"/>
                    </a:p>
                  </a:txBody>
                  <a:tcPr/>
                </a:tc>
                <a:tc>
                  <a:txBody>
                    <a:bodyPr/>
                    <a:lstStyle/>
                    <a:p>
                      <a:r>
                        <a:rPr lang="en-US" dirty="0"/>
                        <a:t>EBIT/TA</a:t>
                      </a:r>
                      <a:endParaRPr lang="en-IN" dirty="0"/>
                    </a:p>
                  </a:txBody>
                  <a:tcPr/>
                </a:tc>
                <a:tc>
                  <a:txBody>
                    <a:bodyPr/>
                    <a:lstStyle/>
                    <a:p>
                      <a:r>
                        <a:rPr lang="en-US" dirty="0"/>
                        <a:t> Rank</a:t>
                      </a:r>
                      <a:endParaRPr lang="en-IN" dirty="0"/>
                    </a:p>
                  </a:txBody>
                  <a:tcPr/>
                </a:tc>
                <a:extLst>
                  <a:ext uri="{0D108BD9-81ED-4DB2-BD59-A6C34878D82A}">
                    <a16:rowId xmlns:a16="http://schemas.microsoft.com/office/drawing/2014/main" val="1916009622"/>
                  </a:ext>
                </a:extLst>
              </a:tr>
              <a:tr h="329909">
                <a:tc>
                  <a:txBody>
                    <a:bodyPr/>
                    <a:lstStyle/>
                    <a:p>
                      <a:r>
                        <a:rPr lang="en-IN" b="0" dirty="0"/>
                        <a:t>HUL</a:t>
                      </a:r>
                    </a:p>
                  </a:txBody>
                  <a:tcPr/>
                </a:tc>
                <a:tc>
                  <a:txBody>
                    <a:bodyPr/>
                    <a:lstStyle/>
                    <a:p>
                      <a:r>
                        <a:rPr lang="en-IN" b="0" dirty="0"/>
                        <a:t>12663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79880</a:t>
                      </a:r>
                    </a:p>
                  </a:txBody>
                  <a:tcPr/>
                </a:tc>
                <a:tc>
                  <a:txBody>
                    <a:bodyPr/>
                    <a:lstStyle/>
                    <a:p>
                      <a:r>
                        <a:rPr lang="en-IN" b="0" dirty="0"/>
                        <a:t>0.159</a:t>
                      </a:r>
                    </a:p>
                  </a:txBody>
                  <a:tcPr/>
                </a:tc>
                <a:tc>
                  <a:txBody>
                    <a:bodyPr/>
                    <a:lstStyle/>
                    <a:p>
                      <a:r>
                        <a:rPr lang="en-IN" b="0" dirty="0"/>
                        <a:t>2</a:t>
                      </a:r>
                    </a:p>
                  </a:txBody>
                  <a:tcPr/>
                </a:tc>
                <a:extLst>
                  <a:ext uri="{0D108BD9-81ED-4DB2-BD59-A6C34878D82A}">
                    <a16:rowId xmlns:a16="http://schemas.microsoft.com/office/drawing/2014/main" val="36654119"/>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Godrej Consumer Products Ltd </a:t>
                      </a:r>
                    </a:p>
                  </a:txBody>
                  <a:tcPr/>
                </a:tc>
                <a:tc>
                  <a:txBody>
                    <a:bodyPr/>
                    <a:lstStyle/>
                    <a:p>
                      <a:r>
                        <a:rPr lang="en-IN" b="0" dirty="0"/>
                        <a:t>2690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19672</a:t>
                      </a:r>
                    </a:p>
                  </a:txBody>
                  <a:tcPr/>
                </a:tc>
                <a:tc>
                  <a:txBody>
                    <a:bodyPr/>
                    <a:lstStyle/>
                    <a:p>
                      <a:r>
                        <a:rPr lang="en-IN" b="0" dirty="0">
                          <a:solidFill>
                            <a:schemeClr val="bg2">
                              <a:lumMod val="10000"/>
                            </a:schemeClr>
                          </a:solidFill>
                        </a:rPr>
                        <a:t>0.137</a:t>
                      </a:r>
                    </a:p>
                  </a:txBody>
                  <a:tcPr/>
                </a:tc>
                <a:tc>
                  <a:txBody>
                    <a:bodyPr/>
                    <a:lstStyle/>
                    <a:p>
                      <a:r>
                        <a:rPr lang="en-IN" b="0" dirty="0">
                          <a:solidFill>
                            <a:schemeClr val="bg2">
                              <a:lumMod val="10000"/>
                            </a:schemeClr>
                          </a:solidFill>
                        </a:rPr>
                        <a:t>3</a:t>
                      </a:r>
                    </a:p>
                  </a:txBody>
                  <a:tcPr/>
                </a:tc>
                <a:extLst>
                  <a:ext uri="{0D108BD9-81ED-4DB2-BD59-A6C34878D82A}">
                    <a16:rowId xmlns:a16="http://schemas.microsoft.com/office/drawing/2014/main" val="4294632311"/>
                  </a:ext>
                </a:extLst>
              </a:tr>
              <a:tr h="329909">
                <a:tc>
                  <a:txBody>
                    <a:bodyPr/>
                    <a:lstStyle/>
                    <a:p>
                      <a:r>
                        <a:rPr lang="en-IN" b="1" dirty="0"/>
                        <a:t>Marico Ltd</a:t>
                      </a:r>
                    </a:p>
                  </a:txBody>
                  <a:tcPr/>
                </a:tc>
                <a:tc>
                  <a:txBody>
                    <a:bodyPr/>
                    <a:lstStyle/>
                    <a:p>
                      <a:r>
                        <a:rPr lang="en-IN" b="0" dirty="0"/>
                        <a:t>1863</a:t>
                      </a:r>
                    </a:p>
                  </a:txBody>
                  <a:tcPr/>
                </a:tc>
                <a:tc>
                  <a:txBody>
                    <a:bodyPr/>
                    <a:lstStyle/>
                    <a:p>
                      <a:r>
                        <a:rPr lang="en-IN" b="0" dirty="0"/>
                        <a:t>8338</a:t>
                      </a:r>
                    </a:p>
                  </a:txBody>
                  <a:tcPr/>
                </a:tc>
                <a:tc>
                  <a:txBody>
                    <a:bodyPr/>
                    <a:lstStyle/>
                    <a:p>
                      <a:r>
                        <a:rPr lang="en-IN" b="1" dirty="0"/>
                        <a:t>0.223</a:t>
                      </a:r>
                    </a:p>
                  </a:txBody>
                  <a:tcPr/>
                </a:tc>
                <a:tc>
                  <a:txBody>
                    <a:bodyPr/>
                    <a:lstStyle/>
                    <a:p>
                      <a:r>
                        <a:rPr lang="en-IN" b="1" dirty="0"/>
                        <a:t>1</a:t>
                      </a:r>
                    </a:p>
                  </a:txBody>
                  <a:tcPr/>
                </a:tc>
                <a:extLst>
                  <a:ext uri="{0D108BD9-81ED-4DB2-BD59-A6C34878D82A}">
                    <a16:rowId xmlns:a16="http://schemas.microsoft.com/office/drawing/2014/main" val="2746652360"/>
                  </a:ext>
                </a:extLst>
              </a:tr>
              <a:tr h="329909">
                <a:tc>
                  <a:txBody>
                    <a:bodyPr/>
                    <a:lstStyle/>
                    <a:p>
                      <a:r>
                        <a:rPr lang="en-IN" b="0" dirty="0"/>
                        <a:t>Dabur India</a:t>
                      </a:r>
                    </a:p>
                  </a:txBody>
                  <a:tcPr/>
                </a:tc>
                <a:tc>
                  <a:txBody>
                    <a:bodyPr/>
                    <a:lstStyle/>
                    <a:p>
                      <a:r>
                        <a:rPr lang="en-IN" b="0" dirty="0"/>
                        <a:t>1708</a:t>
                      </a:r>
                    </a:p>
                  </a:txBody>
                  <a:tcPr/>
                </a:tc>
                <a:tc>
                  <a:txBody>
                    <a:bodyPr/>
                    <a:lstStyle/>
                    <a:p>
                      <a:r>
                        <a:rPr lang="en-IN" b="0" dirty="0"/>
                        <a:t>16232</a:t>
                      </a:r>
                    </a:p>
                  </a:txBody>
                  <a:tcPr/>
                </a:tc>
                <a:tc>
                  <a:txBody>
                    <a:bodyPr/>
                    <a:lstStyle/>
                    <a:p>
                      <a:r>
                        <a:rPr lang="en-IN" b="0" dirty="0"/>
                        <a:t>0.105</a:t>
                      </a:r>
                    </a:p>
                  </a:txBody>
                  <a:tcPr/>
                </a:tc>
                <a:tc>
                  <a:txBody>
                    <a:bodyPr/>
                    <a:lstStyle/>
                    <a:p>
                      <a:r>
                        <a:rPr lang="en-IN" b="0" dirty="0"/>
                        <a:t>4</a:t>
                      </a:r>
                    </a:p>
                  </a:txBody>
                  <a:tcPr/>
                </a:tc>
                <a:extLst>
                  <a:ext uri="{0D108BD9-81ED-4DB2-BD59-A6C34878D82A}">
                    <a16:rowId xmlns:a16="http://schemas.microsoft.com/office/drawing/2014/main" val="1127933414"/>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highlight>
                            <a:srgbClr val="FFFF00"/>
                          </a:highlight>
                        </a:rPr>
                        <a:t>Vishal Mega Mart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939</a:t>
                      </a:r>
                    </a:p>
                  </a:txBody>
                  <a:tcPr/>
                </a:tc>
                <a:tc>
                  <a:txBody>
                    <a:bodyPr/>
                    <a:lstStyle/>
                    <a:p>
                      <a:r>
                        <a:rPr lang="en-IN" b="0" dirty="0"/>
                        <a:t>9993</a:t>
                      </a:r>
                    </a:p>
                  </a:txBody>
                  <a:tcPr/>
                </a:tc>
                <a:tc>
                  <a:txBody>
                    <a:bodyPr/>
                    <a:lstStyle/>
                    <a:p>
                      <a:r>
                        <a:rPr lang="en-IN" b="0" dirty="0">
                          <a:highlight>
                            <a:srgbClr val="FFFF00"/>
                          </a:highlight>
                        </a:rPr>
                        <a:t>0.094</a:t>
                      </a:r>
                    </a:p>
                  </a:txBody>
                  <a:tcPr/>
                </a:tc>
                <a:tc>
                  <a:txBody>
                    <a:bodyPr/>
                    <a:lstStyle/>
                    <a:p>
                      <a:r>
                        <a:rPr lang="en-IN" b="0" dirty="0">
                          <a:highlight>
                            <a:srgbClr val="FFFF00"/>
                          </a:highlight>
                        </a:rPr>
                        <a:t>5</a:t>
                      </a:r>
                    </a:p>
                  </a:txBody>
                  <a:tcPr/>
                </a:tc>
                <a:extLst>
                  <a:ext uri="{0D108BD9-81ED-4DB2-BD59-A6C34878D82A}">
                    <a16:rowId xmlns:a16="http://schemas.microsoft.com/office/drawing/2014/main" val="4187621447"/>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0"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180963087"/>
                  </a:ext>
                </a:extLst>
              </a:tr>
            </a:tbl>
          </a:graphicData>
        </a:graphic>
      </p:graphicFrame>
    </p:spTree>
    <p:extLst>
      <p:ext uri="{BB962C8B-B14F-4D97-AF65-F5344CB8AC3E}">
        <p14:creationId xmlns:p14="http://schemas.microsoft.com/office/powerpoint/2010/main" val="215159437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F69B4-58B6-13EC-1BEA-9E214A8D8AA2}"/>
              </a:ext>
            </a:extLst>
          </p:cNvPr>
          <p:cNvSpPr>
            <a:spLocks noGrp="1"/>
          </p:cNvSpPr>
          <p:nvPr>
            <p:ph type="title"/>
          </p:nvPr>
        </p:nvSpPr>
        <p:spPr/>
        <p:txBody>
          <a:bodyPr>
            <a:normAutofit/>
          </a:bodyPr>
          <a:lstStyle/>
          <a:p>
            <a:r>
              <a:rPr kumimoji="0" lang="en-US" sz="3600" b="1" i="0" u="none" strike="noStrike" kern="1200" cap="none" spc="0" normalizeH="0" baseline="0" noProof="0" dirty="0">
                <a:ln>
                  <a:noFill/>
                </a:ln>
                <a:solidFill>
                  <a:prstClr val="black"/>
                </a:solidFill>
                <a:effectLst/>
                <a:uLnTx/>
                <a:uFillTx/>
                <a:latin typeface="Calibri Light" panose="020F0302020204030204"/>
                <a:ea typeface="+mj-ea"/>
                <a:cs typeface="+mj-cs"/>
              </a:rPr>
              <a:t>Z score –MV of Equity / BV of Debt </a:t>
            </a:r>
            <a:r>
              <a:rPr kumimoji="0" lang="en-US" sz="3600" b="0" i="0" u="none" strike="noStrike" kern="1200" cap="none" spc="0" normalizeH="0" baseline="0" noProof="0" dirty="0">
                <a:ln>
                  <a:noFill/>
                </a:ln>
                <a:solidFill>
                  <a:prstClr val="black"/>
                </a:solidFill>
                <a:effectLst/>
                <a:uLnTx/>
                <a:uFillTx/>
                <a:latin typeface="Calibri Light" panose="020F0302020204030204"/>
                <a:ea typeface="+mj-ea"/>
                <a:cs typeface="+mj-cs"/>
              </a:rPr>
              <a:t>–  PE ratio Last 5 </a:t>
            </a:r>
            <a:r>
              <a:rPr kumimoji="0" lang="en-US" sz="3600" b="0" i="0" u="none" strike="noStrike" kern="1200" cap="none" spc="0" normalizeH="0" baseline="0" noProof="0" dirty="0" err="1">
                <a:ln>
                  <a:noFill/>
                </a:ln>
                <a:solidFill>
                  <a:prstClr val="black"/>
                </a:solidFill>
                <a:effectLst/>
                <a:uLnTx/>
                <a:uFillTx/>
                <a:latin typeface="Calibri Light" panose="020F0302020204030204"/>
                <a:ea typeface="+mj-ea"/>
                <a:cs typeface="+mj-cs"/>
              </a:rPr>
              <a:t>Fys</a:t>
            </a:r>
            <a:endParaRPr lang="en-US" sz="4000" dirty="0"/>
          </a:p>
        </p:txBody>
      </p:sp>
      <p:graphicFrame>
        <p:nvGraphicFramePr>
          <p:cNvPr id="4" name="Content Placeholder 3">
            <a:extLst>
              <a:ext uri="{FF2B5EF4-FFF2-40B4-BE49-F238E27FC236}">
                <a16:creationId xmlns:a16="http://schemas.microsoft.com/office/drawing/2014/main" id="{483C7148-B949-07A8-39B6-195863FB4369}"/>
              </a:ext>
            </a:extLst>
          </p:cNvPr>
          <p:cNvGraphicFramePr>
            <a:graphicFrameLocks noGrp="1"/>
          </p:cNvGraphicFramePr>
          <p:nvPr>
            <p:ph idx="1"/>
          </p:nvPr>
        </p:nvGraphicFramePr>
        <p:xfrm>
          <a:off x="838200" y="1825625"/>
          <a:ext cx="10515600" cy="259588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1014381354"/>
                    </a:ext>
                  </a:extLst>
                </a:gridCol>
                <a:gridCol w="1752600">
                  <a:extLst>
                    <a:ext uri="{9D8B030D-6E8A-4147-A177-3AD203B41FA5}">
                      <a16:colId xmlns:a16="http://schemas.microsoft.com/office/drawing/2014/main" val="1351360328"/>
                    </a:ext>
                  </a:extLst>
                </a:gridCol>
                <a:gridCol w="1752600">
                  <a:extLst>
                    <a:ext uri="{9D8B030D-6E8A-4147-A177-3AD203B41FA5}">
                      <a16:colId xmlns:a16="http://schemas.microsoft.com/office/drawing/2014/main" val="882169065"/>
                    </a:ext>
                  </a:extLst>
                </a:gridCol>
                <a:gridCol w="1752600">
                  <a:extLst>
                    <a:ext uri="{9D8B030D-6E8A-4147-A177-3AD203B41FA5}">
                      <a16:colId xmlns:a16="http://schemas.microsoft.com/office/drawing/2014/main" val="2989128083"/>
                    </a:ext>
                  </a:extLst>
                </a:gridCol>
                <a:gridCol w="1752600">
                  <a:extLst>
                    <a:ext uri="{9D8B030D-6E8A-4147-A177-3AD203B41FA5}">
                      <a16:colId xmlns:a16="http://schemas.microsoft.com/office/drawing/2014/main" val="370801306"/>
                    </a:ext>
                  </a:extLst>
                </a:gridCol>
                <a:gridCol w="1752600">
                  <a:extLst>
                    <a:ext uri="{9D8B030D-6E8A-4147-A177-3AD203B41FA5}">
                      <a16:colId xmlns:a16="http://schemas.microsoft.com/office/drawing/2014/main" val="639282030"/>
                    </a:ext>
                  </a:extLst>
                </a:gridCol>
              </a:tblGrid>
              <a:tr h="370840">
                <a:tc>
                  <a:txBody>
                    <a:bodyPr/>
                    <a:lstStyle/>
                    <a:p>
                      <a:r>
                        <a:rPr lang="en-US" dirty="0"/>
                        <a:t>Date </a:t>
                      </a:r>
                    </a:p>
                  </a:txBody>
                  <a:tcPr/>
                </a:tc>
                <a:tc>
                  <a:txBody>
                    <a:bodyPr/>
                    <a:lstStyle/>
                    <a:p>
                      <a:r>
                        <a:rPr lang="en-US" dirty="0"/>
                        <a:t>HUL</a:t>
                      </a:r>
                    </a:p>
                  </a:txBody>
                  <a:tcPr/>
                </a:tc>
                <a:tc>
                  <a:txBody>
                    <a:bodyPr/>
                    <a:lstStyle/>
                    <a:p>
                      <a:r>
                        <a:rPr lang="en-US" dirty="0"/>
                        <a:t>Godrej </a:t>
                      </a:r>
                    </a:p>
                  </a:txBody>
                  <a:tcPr/>
                </a:tc>
                <a:tc>
                  <a:txBody>
                    <a:bodyPr/>
                    <a:lstStyle/>
                    <a:p>
                      <a:r>
                        <a:rPr lang="en-US" dirty="0"/>
                        <a:t>Marico</a:t>
                      </a:r>
                    </a:p>
                  </a:txBody>
                  <a:tcPr/>
                </a:tc>
                <a:tc>
                  <a:txBody>
                    <a:bodyPr/>
                    <a:lstStyle/>
                    <a:p>
                      <a:r>
                        <a:rPr lang="en-US" dirty="0"/>
                        <a:t>Dabur</a:t>
                      </a:r>
                    </a:p>
                  </a:txBody>
                  <a:tcPr/>
                </a:tc>
                <a:tc>
                  <a:txBody>
                    <a:bodyPr/>
                    <a:lstStyle/>
                    <a:p>
                      <a:r>
                        <a:rPr lang="en-US" dirty="0"/>
                        <a:t>Vishal</a:t>
                      </a:r>
                    </a:p>
                  </a:txBody>
                  <a:tcPr/>
                </a:tc>
                <a:extLst>
                  <a:ext uri="{0D108BD9-81ED-4DB2-BD59-A6C34878D82A}">
                    <a16:rowId xmlns:a16="http://schemas.microsoft.com/office/drawing/2014/main" val="444312577"/>
                  </a:ext>
                </a:extLst>
              </a:tr>
              <a:tr h="370840">
                <a:tc>
                  <a:txBody>
                    <a:bodyPr/>
                    <a:lstStyle/>
                    <a:p>
                      <a:r>
                        <a:rPr lang="en-US" dirty="0"/>
                        <a:t>31-03-2025</a:t>
                      </a:r>
                    </a:p>
                  </a:txBody>
                  <a:tcPr/>
                </a:tc>
                <a:tc>
                  <a:txBody>
                    <a:bodyPr/>
                    <a:lstStyle/>
                    <a:p>
                      <a:r>
                        <a:rPr lang="en-US" dirty="0"/>
                        <a:t>49.84</a:t>
                      </a:r>
                    </a:p>
                  </a:txBody>
                  <a:tcPr/>
                </a:tc>
                <a:tc>
                  <a:txBody>
                    <a:bodyPr/>
                    <a:lstStyle/>
                    <a:p>
                      <a:r>
                        <a:rPr lang="en-US" dirty="0"/>
                        <a:t>64.01</a:t>
                      </a:r>
                    </a:p>
                  </a:txBody>
                  <a:tcPr/>
                </a:tc>
                <a:tc>
                  <a:txBody>
                    <a:bodyPr/>
                    <a:lstStyle/>
                    <a:p>
                      <a:r>
                        <a:rPr lang="en-US" dirty="0"/>
                        <a:t>51.76</a:t>
                      </a:r>
                    </a:p>
                  </a:txBody>
                  <a:tcPr/>
                </a:tc>
                <a:tc>
                  <a:txBody>
                    <a:bodyPr/>
                    <a:lstStyle/>
                    <a:p>
                      <a:r>
                        <a:rPr lang="en-US" dirty="0"/>
                        <a:t>50.80</a:t>
                      </a:r>
                    </a:p>
                  </a:txBody>
                  <a:tcPr/>
                </a:tc>
                <a:tc>
                  <a:txBody>
                    <a:bodyPr/>
                    <a:lstStyle/>
                    <a:p>
                      <a:r>
                        <a:rPr lang="en-US" dirty="0"/>
                        <a:t>74.46</a:t>
                      </a:r>
                    </a:p>
                  </a:txBody>
                  <a:tcPr/>
                </a:tc>
                <a:extLst>
                  <a:ext uri="{0D108BD9-81ED-4DB2-BD59-A6C34878D82A}">
                    <a16:rowId xmlns:a16="http://schemas.microsoft.com/office/drawing/2014/main" val="927539272"/>
                  </a:ext>
                </a:extLst>
              </a:tr>
              <a:tr h="370840">
                <a:tc>
                  <a:txBody>
                    <a:bodyPr/>
                    <a:lstStyle/>
                    <a:p>
                      <a:r>
                        <a:rPr lang="en-US" dirty="0"/>
                        <a:t>31-03-2024</a:t>
                      </a:r>
                    </a:p>
                  </a:txBody>
                  <a:tcPr/>
                </a:tc>
                <a:tc>
                  <a:txBody>
                    <a:bodyPr/>
                    <a:lstStyle/>
                    <a:p>
                      <a:r>
                        <a:rPr lang="en-US" dirty="0"/>
                        <a:t>51.77</a:t>
                      </a:r>
                    </a:p>
                  </a:txBody>
                  <a:tcPr/>
                </a:tc>
                <a:tc>
                  <a:txBody>
                    <a:bodyPr/>
                    <a:lstStyle/>
                    <a:p>
                      <a:r>
                        <a:rPr lang="en-US" dirty="0"/>
                        <a:t>-228.43</a:t>
                      </a:r>
                    </a:p>
                  </a:txBody>
                  <a:tcPr/>
                </a:tc>
                <a:tc>
                  <a:txBody>
                    <a:bodyPr/>
                    <a:lstStyle/>
                    <a:p>
                      <a:r>
                        <a:rPr lang="en-US" dirty="0"/>
                        <a:t>43.39</a:t>
                      </a:r>
                    </a:p>
                  </a:txBody>
                  <a:tcPr/>
                </a:tc>
                <a:tc>
                  <a:txBody>
                    <a:bodyPr/>
                    <a:lstStyle/>
                    <a:p>
                      <a:r>
                        <a:rPr lang="en-US" dirty="0"/>
                        <a:t>50.30</a:t>
                      </a:r>
                    </a:p>
                  </a:txBody>
                  <a:tcPr/>
                </a:tc>
                <a:tc>
                  <a:txBody>
                    <a:bodyPr/>
                    <a:lstStyle/>
                    <a:p>
                      <a:r>
                        <a:rPr lang="en-US" dirty="0"/>
                        <a:t>0</a:t>
                      </a:r>
                    </a:p>
                  </a:txBody>
                  <a:tcPr/>
                </a:tc>
                <a:extLst>
                  <a:ext uri="{0D108BD9-81ED-4DB2-BD59-A6C34878D82A}">
                    <a16:rowId xmlns:a16="http://schemas.microsoft.com/office/drawing/2014/main" val="1829937060"/>
                  </a:ext>
                </a:extLst>
              </a:tr>
              <a:tr h="370840">
                <a:tc>
                  <a:txBody>
                    <a:bodyPr/>
                    <a:lstStyle/>
                    <a:p>
                      <a:r>
                        <a:rPr lang="en-US" dirty="0"/>
                        <a:t>31-03-2023</a:t>
                      </a:r>
                    </a:p>
                  </a:txBody>
                  <a:tcPr/>
                </a:tc>
                <a:tc>
                  <a:txBody>
                    <a:bodyPr/>
                    <a:lstStyle/>
                    <a:p>
                      <a:r>
                        <a:rPr lang="en-US" dirty="0"/>
                        <a:t>59.45</a:t>
                      </a:r>
                    </a:p>
                  </a:txBody>
                  <a:tcPr/>
                </a:tc>
                <a:tc>
                  <a:txBody>
                    <a:bodyPr/>
                    <a:lstStyle/>
                    <a:p>
                      <a:r>
                        <a:rPr lang="en-US" dirty="0"/>
                        <a:t>58.15</a:t>
                      </a:r>
                    </a:p>
                  </a:txBody>
                  <a:tcPr/>
                </a:tc>
                <a:tc>
                  <a:txBody>
                    <a:bodyPr/>
                    <a:lstStyle/>
                    <a:p>
                      <a:r>
                        <a:rPr lang="en-US" dirty="0"/>
                        <a:t>47.60</a:t>
                      </a:r>
                    </a:p>
                  </a:txBody>
                  <a:tcPr/>
                </a:tc>
                <a:tc>
                  <a:txBody>
                    <a:bodyPr/>
                    <a:lstStyle/>
                    <a:p>
                      <a:r>
                        <a:rPr lang="en-US"/>
                        <a:t>56.52</a:t>
                      </a:r>
                      <a:endParaRPr lang="en-US" dirty="0"/>
                    </a:p>
                  </a:txBody>
                  <a:tcPr/>
                </a:tc>
                <a:tc>
                  <a:txBody>
                    <a:bodyPr/>
                    <a:lstStyle/>
                    <a:p>
                      <a:r>
                        <a:rPr lang="en-US" dirty="0"/>
                        <a:t>0</a:t>
                      </a:r>
                    </a:p>
                  </a:txBody>
                  <a:tcPr/>
                </a:tc>
                <a:extLst>
                  <a:ext uri="{0D108BD9-81ED-4DB2-BD59-A6C34878D82A}">
                    <a16:rowId xmlns:a16="http://schemas.microsoft.com/office/drawing/2014/main" val="3876976717"/>
                  </a:ext>
                </a:extLst>
              </a:tr>
              <a:tr h="370840">
                <a:tc>
                  <a:txBody>
                    <a:bodyPr/>
                    <a:lstStyle/>
                    <a:p>
                      <a:r>
                        <a:rPr lang="en-US" dirty="0"/>
                        <a:t>31-03-2022</a:t>
                      </a:r>
                    </a:p>
                  </a:txBody>
                  <a:tcPr/>
                </a:tc>
                <a:tc>
                  <a:txBody>
                    <a:bodyPr/>
                    <a:lstStyle/>
                    <a:p>
                      <a:r>
                        <a:rPr lang="en-US" dirty="0"/>
                        <a:t>54.21</a:t>
                      </a:r>
                    </a:p>
                  </a:txBody>
                  <a:tcPr/>
                </a:tc>
                <a:tc>
                  <a:txBody>
                    <a:bodyPr/>
                    <a:lstStyle/>
                    <a:p>
                      <a:r>
                        <a:rPr lang="en-US" dirty="0"/>
                        <a:t>42.85</a:t>
                      </a:r>
                    </a:p>
                  </a:txBody>
                  <a:tcPr/>
                </a:tc>
                <a:tc>
                  <a:txBody>
                    <a:bodyPr/>
                    <a:lstStyle/>
                    <a:p>
                      <a:r>
                        <a:rPr lang="en-US" dirty="0"/>
                        <a:t>53.02</a:t>
                      </a:r>
                    </a:p>
                  </a:txBody>
                  <a:tcPr/>
                </a:tc>
                <a:tc>
                  <a:txBody>
                    <a:bodyPr/>
                    <a:lstStyle/>
                    <a:p>
                      <a:r>
                        <a:rPr lang="en-US"/>
                        <a:t>54.49</a:t>
                      </a:r>
                      <a:endParaRPr lang="en-US" dirty="0"/>
                    </a:p>
                  </a:txBody>
                  <a:tcPr/>
                </a:tc>
                <a:tc>
                  <a:txBody>
                    <a:bodyPr/>
                    <a:lstStyle/>
                    <a:p>
                      <a:r>
                        <a:rPr lang="en-US" dirty="0"/>
                        <a:t>0</a:t>
                      </a:r>
                    </a:p>
                  </a:txBody>
                  <a:tcPr/>
                </a:tc>
                <a:extLst>
                  <a:ext uri="{0D108BD9-81ED-4DB2-BD59-A6C34878D82A}">
                    <a16:rowId xmlns:a16="http://schemas.microsoft.com/office/drawing/2014/main" val="1055290945"/>
                  </a:ext>
                </a:extLst>
              </a:tr>
              <a:tr h="370840">
                <a:tc>
                  <a:txBody>
                    <a:bodyPr/>
                    <a:lstStyle/>
                    <a:p>
                      <a:r>
                        <a:rPr lang="en-US" dirty="0"/>
                        <a:t>31-03-2021</a:t>
                      </a:r>
                    </a:p>
                  </a:txBody>
                  <a:tcPr/>
                </a:tc>
                <a:tc>
                  <a:txBody>
                    <a:bodyPr/>
                    <a:lstStyle/>
                    <a:p>
                      <a:r>
                        <a:rPr lang="en-US" dirty="0"/>
                        <a:t>71.45</a:t>
                      </a:r>
                    </a:p>
                  </a:txBody>
                  <a:tcPr/>
                </a:tc>
                <a:tc>
                  <a:txBody>
                    <a:bodyPr/>
                    <a:lstStyle/>
                    <a:p>
                      <a:r>
                        <a:rPr lang="en-US" dirty="0"/>
                        <a:t>43.35</a:t>
                      </a:r>
                    </a:p>
                  </a:txBody>
                  <a:tcPr/>
                </a:tc>
                <a:tc>
                  <a:txBody>
                    <a:bodyPr/>
                    <a:lstStyle/>
                    <a:p>
                      <a:r>
                        <a:rPr lang="en-US" dirty="0"/>
                        <a:t>45.30</a:t>
                      </a:r>
                    </a:p>
                  </a:txBody>
                  <a:tcPr/>
                </a:tc>
                <a:tc>
                  <a:txBody>
                    <a:bodyPr/>
                    <a:lstStyle/>
                    <a:p>
                      <a:r>
                        <a:rPr lang="en-US" dirty="0"/>
                        <a:t>56.42</a:t>
                      </a:r>
                    </a:p>
                  </a:txBody>
                  <a:tcPr/>
                </a:tc>
                <a:tc>
                  <a:txBody>
                    <a:bodyPr/>
                    <a:lstStyle/>
                    <a:p>
                      <a:r>
                        <a:rPr lang="en-US" dirty="0"/>
                        <a:t>0</a:t>
                      </a:r>
                    </a:p>
                  </a:txBody>
                  <a:tcPr/>
                </a:tc>
                <a:extLst>
                  <a:ext uri="{0D108BD9-81ED-4DB2-BD59-A6C34878D82A}">
                    <a16:rowId xmlns:a16="http://schemas.microsoft.com/office/drawing/2014/main" val="1020371402"/>
                  </a:ext>
                </a:extLst>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137825857"/>
                  </a:ext>
                </a:extLst>
              </a:tr>
            </a:tbl>
          </a:graphicData>
        </a:graphic>
      </p:graphicFrame>
    </p:spTree>
    <p:extLst>
      <p:ext uri="{BB962C8B-B14F-4D97-AF65-F5344CB8AC3E}">
        <p14:creationId xmlns:p14="http://schemas.microsoft.com/office/powerpoint/2010/main" val="321973017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8639E-0AB5-4095-9BC1-A93EA9F1AAF4}"/>
              </a:ext>
            </a:extLst>
          </p:cNvPr>
          <p:cNvSpPr>
            <a:spLocks noGrp="1"/>
          </p:cNvSpPr>
          <p:nvPr>
            <p:ph type="title"/>
          </p:nvPr>
        </p:nvSpPr>
        <p:spPr/>
        <p:txBody>
          <a:bodyPr/>
          <a:lstStyle/>
          <a:p>
            <a:pPr algn="ctr"/>
            <a:r>
              <a:rPr lang="en-US" b="1" dirty="0"/>
              <a:t>MV of Eq/BV of Total Debt</a:t>
            </a:r>
            <a:r>
              <a:rPr lang="en-US" dirty="0"/>
              <a:t> – FY 2025 </a:t>
            </a:r>
            <a:endParaRPr lang="en-IN" dirty="0"/>
          </a:p>
        </p:txBody>
      </p:sp>
      <p:graphicFrame>
        <p:nvGraphicFramePr>
          <p:cNvPr id="4" name="Table 4">
            <a:extLst>
              <a:ext uri="{FF2B5EF4-FFF2-40B4-BE49-F238E27FC236}">
                <a16:creationId xmlns:a16="http://schemas.microsoft.com/office/drawing/2014/main" id="{1DD1D885-1721-4522-B6D3-96413C4754B1}"/>
              </a:ext>
            </a:extLst>
          </p:cNvPr>
          <p:cNvGraphicFramePr>
            <a:graphicFrameLocks noGrp="1"/>
          </p:cNvGraphicFramePr>
          <p:nvPr>
            <p:ph idx="1"/>
          </p:nvPr>
        </p:nvGraphicFramePr>
        <p:xfrm>
          <a:off x="838200" y="1851024"/>
          <a:ext cx="8584769" cy="3108960"/>
        </p:xfrm>
        <a:graphic>
          <a:graphicData uri="http://schemas.openxmlformats.org/drawingml/2006/table">
            <a:tbl>
              <a:tblPr firstRow="1" bandRow="1">
                <a:tableStyleId>{F5AB1C69-6EDB-4FF4-983F-18BD219EF322}</a:tableStyleId>
              </a:tblPr>
              <a:tblGrid>
                <a:gridCol w="2189899">
                  <a:extLst>
                    <a:ext uri="{9D8B030D-6E8A-4147-A177-3AD203B41FA5}">
                      <a16:colId xmlns:a16="http://schemas.microsoft.com/office/drawing/2014/main" val="239351581"/>
                    </a:ext>
                  </a:extLst>
                </a:gridCol>
                <a:gridCol w="2189899">
                  <a:extLst>
                    <a:ext uri="{9D8B030D-6E8A-4147-A177-3AD203B41FA5}">
                      <a16:colId xmlns:a16="http://schemas.microsoft.com/office/drawing/2014/main" val="3651509243"/>
                    </a:ext>
                  </a:extLst>
                </a:gridCol>
                <a:gridCol w="1973216">
                  <a:extLst>
                    <a:ext uri="{9D8B030D-6E8A-4147-A177-3AD203B41FA5}">
                      <a16:colId xmlns:a16="http://schemas.microsoft.com/office/drawing/2014/main" val="343889307"/>
                    </a:ext>
                  </a:extLst>
                </a:gridCol>
                <a:gridCol w="1224219">
                  <a:extLst>
                    <a:ext uri="{9D8B030D-6E8A-4147-A177-3AD203B41FA5}">
                      <a16:colId xmlns:a16="http://schemas.microsoft.com/office/drawing/2014/main" val="3173881814"/>
                    </a:ext>
                  </a:extLst>
                </a:gridCol>
                <a:gridCol w="1007536">
                  <a:extLst>
                    <a:ext uri="{9D8B030D-6E8A-4147-A177-3AD203B41FA5}">
                      <a16:colId xmlns:a16="http://schemas.microsoft.com/office/drawing/2014/main" val="269274260"/>
                    </a:ext>
                  </a:extLst>
                </a:gridCol>
              </a:tblGrid>
              <a:tr h="329909">
                <a:tc>
                  <a:txBody>
                    <a:bodyPr/>
                    <a:lstStyle/>
                    <a:p>
                      <a:r>
                        <a:rPr lang="en-US" dirty="0"/>
                        <a:t>Company</a:t>
                      </a:r>
                      <a:endParaRPr lang="en-IN" dirty="0"/>
                    </a:p>
                  </a:txBody>
                  <a:tcPr/>
                </a:tc>
                <a:tc>
                  <a:txBody>
                    <a:bodyPr/>
                    <a:lstStyle/>
                    <a:p>
                      <a:r>
                        <a:rPr lang="en-US" dirty="0"/>
                        <a:t>MV Eq</a:t>
                      </a:r>
                      <a:endParaRPr lang="en-IN" dirty="0"/>
                    </a:p>
                  </a:txBody>
                  <a:tcPr/>
                </a:tc>
                <a:tc>
                  <a:txBody>
                    <a:bodyPr/>
                    <a:lstStyle/>
                    <a:p>
                      <a:r>
                        <a:rPr lang="en-US" dirty="0"/>
                        <a:t>BV of Total Debt</a:t>
                      </a:r>
                      <a:endParaRPr lang="en-IN" dirty="0"/>
                    </a:p>
                  </a:txBody>
                  <a:tcPr/>
                </a:tc>
                <a:tc>
                  <a:txBody>
                    <a:bodyPr/>
                    <a:lstStyle/>
                    <a:p>
                      <a:r>
                        <a:rPr lang="en-US" dirty="0"/>
                        <a:t>MV E/</a:t>
                      </a:r>
                    </a:p>
                    <a:p>
                      <a:r>
                        <a:rPr lang="en-US" dirty="0"/>
                        <a:t>BV D</a:t>
                      </a:r>
                      <a:endParaRPr lang="en-IN" dirty="0"/>
                    </a:p>
                  </a:txBody>
                  <a:tcPr/>
                </a:tc>
                <a:tc>
                  <a:txBody>
                    <a:bodyPr/>
                    <a:lstStyle/>
                    <a:p>
                      <a:r>
                        <a:rPr lang="en-US" dirty="0"/>
                        <a:t> Rank</a:t>
                      </a:r>
                      <a:endParaRPr lang="en-IN" dirty="0"/>
                    </a:p>
                  </a:txBody>
                  <a:tcPr/>
                </a:tc>
                <a:extLst>
                  <a:ext uri="{0D108BD9-81ED-4DB2-BD59-A6C34878D82A}">
                    <a16:rowId xmlns:a16="http://schemas.microsoft.com/office/drawing/2014/main" val="1916009622"/>
                  </a:ext>
                </a:extLst>
              </a:tr>
              <a:tr h="329909">
                <a:tc>
                  <a:txBody>
                    <a:bodyPr/>
                    <a:lstStyle/>
                    <a:p>
                      <a:r>
                        <a:rPr lang="en-IN" b="0" dirty="0"/>
                        <a:t>HUL</a:t>
                      </a:r>
                    </a:p>
                  </a:txBody>
                  <a:tcPr/>
                </a:tc>
                <a:tc>
                  <a:txBody>
                    <a:bodyPr/>
                    <a:lstStyle/>
                    <a:p>
                      <a:r>
                        <a:rPr lang="en-IN" b="0" dirty="0"/>
                        <a:t>5,32,241</a:t>
                      </a:r>
                    </a:p>
                  </a:txBody>
                  <a:tcPr/>
                </a:tc>
                <a:tc>
                  <a:txBody>
                    <a:bodyPr/>
                    <a:lstStyle/>
                    <a:p>
                      <a:r>
                        <a:rPr lang="en-IN" b="0" dirty="0"/>
                        <a:t>1</a:t>
                      </a:r>
                    </a:p>
                  </a:txBody>
                  <a:tcPr/>
                </a:tc>
                <a:tc>
                  <a:txBody>
                    <a:bodyPr/>
                    <a:lstStyle/>
                    <a:p>
                      <a:r>
                        <a:rPr lang="en-IN" b="0" dirty="0"/>
                        <a:t>532241</a:t>
                      </a:r>
                    </a:p>
                  </a:txBody>
                  <a:tcPr/>
                </a:tc>
                <a:tc>
                  <a:txBody>
                    <a:bodyPr/>
                    <a:lstStyle/>
                    <a:p>
                      <a:r>
                        <a:rPr lang="en-IN" b="0" dirty="0"/>
                        <a:t>2</a:t>
                      </a:r>
                    </a:p>
                  </a:txBody>
                  <a:tcPr/>
                </a:tc>
                <a:extLst>
                  <a:ext uri="{0D108BD9-81ED-4DB2-BD59-A6C34878D82A}">
                    <a16:rowId xmlns:a16="http://schemas.microsoft.com/office/drawing/2014/main" val="36654119"/>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highlight>
                            <a:srgbClr val="FFFF00"/>
                          </a:highlight>
                          <a:uLnTx/>
                          <a:uFillTx/>
                          <a:latin typeface="+mn-lt"/>
                          <a:ea typeface="+mn-ea"/>
                          <a:cs typeface="+mn-cs"/>
                        </a:rPr>
                        <a:t>Godrej Consumer Products Ltd </a:t>
                      </a:r>
                    </a:p>
                  </a:txBody>
                  <a:tcPr/>
                </a:tc>
                <a:tc>
                  <a:txBody>
                    <a:bodyPr/>
                    <a:lstStyle/>
                    <a:p>
                      <a:r>
                        <a:rPr lang="en-IN" b="0" dirty="0"/>
                        <a:t>1,18,547</a:t>
                      </a:r>
                    </a:p>
                  </a:txBody>
                  <a:tcPr/>
                </a:tc>
                <a:tc>
                  <a:txBody>
                    <a:bodyPr/>
                    <a:lstStyle/>
                    <a:p>
                      <a:r>
                        <a:rPr lang="en-IN" b="0" dirty="0"/>
                        <a:t>3883</a:t>
                      </a:r>
                    </a:p>
                  </a:txBody>
                  <a:tcPr/>
                </a:tc>
                <a:tc>
                  <a:txBody>
                    <a:bodyPr/>
                    <a:lstStyle/>
                    <a:p>
                      <a:r>
                        <a:rPr lang="en-IN" b="0" dirty="0">
                          <a:highlight>
                            <a:srgbClr val="FFFF00"/>
                          </a:highlight>
                        </a:rPr>
                        <a:t>30.53</a:t>
                      </a:r>
                    </a:p>
                  </a:txBody>
                  <a:tcPr/>
                </a:tc>
                <a:tc>
                  <a:txBody>
                    <a:bodyPr/>
                    <a:lstStyle/>
                    <a:p>
                      <a:r>
                        <a:rPr lang="en-IN" b="0" dirty="0">
                          <a:highlight>
                            <a:srgbClr val="FFFF00"/>
                          </a:highlight>
                        </a:rPr>
                        <a:t>5</a:t>
                      </a:r>
                    </a:p>
                  </a:txBody>
                  <a:tcPr/>
                </a:tc>
                <a:extLst>
                  <a:ext uri="{0D108BD9-81ED-4DB2-BD59-A6C34878D82A}">
                    <a16:rowId xmlns:a16="http://schemas.microsoft.com/office/drawing/2014/main" val="1214058774"/>
                  </a:ext>
                </a:extLst>
              </a:tr>
              <a:tr h="329909">
                <a:tc>
                  <a:txBody>
                    <a:bodyPr/>
                    <a:lstStyle/>
                    <a:p>
                      <a:r>
                        <a:rPr lang="en-IN" b="0" dirty="0"/>
                        <a:t>Marico Ltd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85818</a:t>
                      </a:r>
                    </a:p>
                  </a:txBody>
                  <a:tcPr/>
                </a:tc>
                <a:tc>
                  <a:txBody>
                    <a:bodyPr/>
                    <a:lstStyle/>
                    <a:p>
                      <a:r>
                        <a:rPr lang="en-IN" b="0" dirty="0"/>
                        <a:t>379</a:t>
                      </a:r>
                    </a:p>
                  </a:txBody>
                  <a:tcPr/>
                </a:tc>
                <a:tc>
                  <a:txBody>
                    <a:bodyPr/>
                    <a:lstStyle/>
                    <a:p>
                      <a:r>
                        <a:rPr lang="en-IN" b="0" dirty="0">
                          <a:solidFill>
                            <a:schemeClr val="bg2">
                              <a:lumMod val="10000"/>
                            </a:schemeClr>
                          </a:solidFill>
                        </a:rPr>
                        <a:t>226.43</a:t>
                      </a:r>
                    </a:p>
                  </a:txBody>
                  <a:tcPr/>
                </a:tc>
                <a:tc>
                  <a:txBody>
                    <a:bodyPr/>
                    <a:lstStyle/>
                    <a:p>
                      <a:r>
                        <a:rPr lang="en-IN" b="0" dirty="0">
                          <a:solidFill>
                            <a:schemeClr val="bg2">
                              <a:lumMod val="10000"/>
                            </a:schemeClr>
                          </a:solidFill>
                        </a:rPr>
                        <a:t>3</a:t>
                      </a:r>
                    </a:p>
                  </a:txBody>
                  <a:tcPr/>
                </a:tc>
                <a:extLst>
                  <a:ext uri="{0D108BD9-81ED-4DB2-BD59-A6C34878D82A}">
                    <a16:rowId xmlns:a16="http://schemas.microsoft.com/office/drawing/2014/main" val="2746652360"/>
                  </a:ext>
                </a:extLst>
              </a:tr>
              <a:tr h="329909">
                <a:tc>
                  <a:txBody>
                    <a:bodyPr/>
                    <a:lstStyle/>
                    <a:p>
                      <a:r>
                        <a:rPr lang="en-IN" b="0" dirty="0"/>
                        <a:t>Dabur India</a:t>
                      </a:r>
                    </a:p>
                  </a:txBody>
                  <a:tcPr/>
                </a:tc>
                <a:tc>
                  <a:txBody>
                    <a:bodyPr/>
                    <a:lstStyle/>
                    <a:p>
                      <a:r>
                        <a:rPr lang="en-IN" b="0" dirty="0"/>
                        <a:t>88392</a:t>
                      </a:r>
                    </a:p>
                  </a:txBody>
                  <a:tcPr/>
                </a:tc>
                <a:tc>
                  <a:txBody>
                    <a:bodyPr/>
                    <a:lstStyle/>
                    <a:p>
                      <a:r>
                        <a:rPr lang="en-IN" b="0" dirty="0"/>
                        <a:t>730</a:t>
                      </a:r>
                    </a:p>
                  </a:txBody>
                  <a:tcPr/>
                </a:tc>
                <a:tc>
                  <a:txBody>
                    <a:bodyPr/>
                    <a:lstStyle/>
                    <a:p>
                      <a:r>
                        <a:rPr lang="en-IN" b="0" dirty="0"/>
                        <a:t>121.08</a:t>
                      </a:r>
                    </a:p>
                  </a:txBody>
                  <a:tcPr/>
                </a:tc>
                <a:tc>
                  <a:txBody>
                    <a:bodyPr/>
                    <a:lstStyle/>
                    <a:p>
                      <a:r>
                        <a:rPr lang="en-IN" b="0" dirty="0"/>
                        <a:t>4</a:t>
                      </a:r>
                    </a:p>
                  </a:txBody>
                  <a:tcPr/>
                </a:tc>
                <a:extLst>
                  <a:ext uri="{0D108BD9-81ED-4DB2-BD59-A6C34878D82A}">
                    <a16:rowId xmlns:a16="http://schemas.microsoft.com/office/drawing/2014/main" val="1127933414"/>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Vishal Mega Mart</a:t>
                      </a:r>
                    </a:p>
                  </a:txBody>
                  <a:tcPr/>
                </a:tc>
                <a:tc>
                  <a:txBody>
                    <a:bodyPr/>
                    <a:lstStyle/>
                    <a:p>
                      <a:r>
                        <a:rPr lang="en-IN" b="0" dirty="0"/>
                        <a:t>47059</a:t>
                      </a:r>
                    </a:p>
                  </a:txBody>
                  <a:tcPr/>
                </a:tc>
                <a:tc>
                  <a:txBody>
                    <a:bodyPr/>
                    <a:lstStyle/>
                    <a:p>
                      <a:r>
                        <a:rPr lang="en-IN" b="0" dirty="0"/>
                        <a:t>0</a:t>
                      </a:r>
                    </a:p>
                  </a:txBody>
                  <a:tcPr/>
                </a:tc>
                <a:tc>
                  <a:txBody>
                    <a:bodyPr/>
                    <a:lstStyle/>
                    <a:p>
                      <a:r>
                        <a:rPr lang="en-IN" b="1" dirty="0"/>
                        <a:t>NM</a:t>
                      </a:r>
                    </a:p>
                  </a:txBody>
                  <a:tcPr/>
                </a:tc>
                <a:tc>
                  <a:txBody>
                    <a:bodyPr/>
                    <a:lstStyle/>
                    <a:p>
                      <a:r>
                        <a:rPr lang="en-IN" b="1" dirty="0"/>
                        <a:t>1</a:t>
                      </a:r>
                    </a:p>
                  </a:txBody>
                  <a:tcPr/>
                </a:tc>
                <a:extLst>
                  <a:ext uri="{0D108BD9-81ED-4DB2-BD59-A6C34878D82A}">
                    <a16:rowId xmlns:a16="http://schemas.microsoft.com/office/drawing/2014/main" val="4187621447"/>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180963087"/>
                  </a:ext>
                </a:extLst>
              </a:tr>
            </a:tbl>
          </a:graphicData>
        </a:graphic>
      </p:graphicFrame>
    </p:spTree>
    <p:extLst>
      <p:ext uri="{BB962C8B-B14F-4D97-AF65-F5344CB8AC3E}">
        <p14:creationId xmlns:p14="http://schemas.microsoft.com/office/powerpoint/2010/main" val="358978723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8639E-0AB5-4095-9BC1-A93EA9F1AAF4}"/>
              </a:ext>
            </a:extLst>
          </p:cNvPr>
          <p:cNvSpPr>
            <a:spLocks noGrp="1"/>
          </p:cNvSpPr>
          <p:nvPr>
            <p:ph type="title"/>
          </p:nvPr>
        </p:nvSpPr>
        <p:spPr/>
        <p:txBody>
          <a:bodyPr/>
          <a:lstStyle/>
          <a:p>
            <a:pPr algn="ctr"/>
            <a:r>
              <a:rPr lang="en-US" b="1" dirty="0"/>
              <a:t>Sales/TA </a:t>
            </a:r>
            <a:r>
              <a:rPr lang="en-US" dirty="0"/>
              <a:t>– FY 2025 </a:t>
            </a:r>
            <a:endParaRPr lang="en-IN" dirty="0"/>
          </a:p>
        </p:txBody>
      </p:sp>
      <p:graphicFrame>
        <p:nvGraphicFramePr>
          <p:cNvPr id="4" name="Table 4">
            <a:extLst>
              <a:ext uri="{FF2B5EF4-FFF2-40B4-BE49-F238E27FC236}">
                <a16:creationId xmlns:a16="http://schemas.microsoft.com/office/drawing/2014/main" id="{1DD1D885-1721-4522-B6D3-96413C4754B1}"/>
              </a:ext>
            </a:extLst>
          </p:cNvPr>
          <p:cNvGraphicFramePr>
            <a:graphicFrameLocks noGrp="1"/>
          </p:cNvGraphicFramePr>
          <p:nvPr>
            <p:ph idx="1"/>
          </p:nvPr>
        </p:nvGraphicFramePr>
        <p:xfrm>
          <a:off x="838200" y="1851024"/>
          <a:ext cx="8584769" cy="2834640"/>
        </p:xfrm>
        <a:graphic>
          <a:graphicData uri="http://schemas.openxmlformats.org/drawingml/2006/table">
            <a:tbl>
              <a:tblPr firstRow="1" bandRow="1">
                <a:tableStyleId>{073A0DAA-6AF3-43AB-8588-CEC1D06C72B9}</a:tableStyleId>
              </a:tblPr>
              <a:tblGrid>
                <a:gridCol w="2189899">
                  <a:extLst>
                    <a:ext uri="{9D8B030D-6E8A-4147-A177-3AD203B41FA5}">
                      <a16:colId xmlns:a16="http://schemas.microsoft.com/office/drawing/2014/main" val="239351581"/>
                    </a:ext>
                  </a:extLst>
                </a:gridCol>
                <a:gridCol w="2189899">
                  <a:extLst>
                    <a:ext uri="{9D8B030D-6E8A-4147-A177-3AD203B41FA5}">
                      <a16:colId xmlns:a16="http://schemas.microsoft.com/office/drawing/2014/main" val="3651509243"/>
                    </a:ext>
                  </a:extLst>
                </a:gridCol>
                <a:gridCol w="1849229">
                  <a:extLst>
                    <a:ext uri="{9D8B030D-6E8A-4147-A177-3AD203B41FA5}">
                      <a16:colId xmlns:a16="http://schemas.microsoft.com/office/drawing/2014/main" val="343889307"/>
                    </a:ext>
                  </a:extLst>
                </a:gridCol>
                <a:gridCol w="1348206">
                  <a:extLst>
                    <a:ext uri="{9D8B030D-6E8A-4147-A177-3AD203B41FA5}">
                      <a16:colId xmlns:a16="http://schemas.microsoft.com/office/drawing/2014/main" val="3173881814"/>
                    </a:ext>
                  </a:extLst>
                </a:gridCol>
                <a:gridCol w="1007536">
                  <a:extLst>
                    <a:ext uri="{9D8B030D-6E8A-4147-A177-3AD203B41FA5}">
                      <a16:colId xmlns:a16="http://schemas.microsoft.com/office/drawing/2014/main" val="269274260"/>
                    </a:ext>
                  </a:extLst>
                </a:gridCol>
              </a:tblGrid>
              <a:tr h="329909">
                <a:tc>
                  <a:txBody>
                    <a:bodyPr/>
                    <a:lstStyle/>
                    <a:p>
                      <a:r>
                        <a:rPr lang="en-US" dirty="0"/>
                        <a:t>Company</a:t>
                      </a:r>
                      <a:endParaRPr lang="en-IN" dirty="0"/>
                    </a:p>
                  </a:txBody>
                  <a:tcPr/>
                </a:tc>
                <a:tc>
                  <a:txBody>
                    <a:bodyPr/>
                    <a:lstStyle/>
                    <a:p>
                      <a:r>
                        <a:rPr lang="en-US" dirty="0"/>
                        <a:t>Net </a:t>
                      </a:r>
                      <a:r>
                        <a:rPr lang="en-US" dirty="0" err="1"/>
                        <a:t>Op.Revenue</a:t>
                      </a:r>
                      <a:endParaRPr lang="en-IN" dirty="0"/>
                    </a:p>
                  </a:txBody>
                  <a:tcPr/>
                </a:tc>
                <a:tc>
                  <a:txBody>
                    <a:bodyPr/>
                    <a:lstStyle/>
                    <a:p>
                      <a:r>
                        <a:rPr lang="en-US" dirty="0"/>
                        <a:t>TA</a:t>
                      </a:r>
                      <a:endParaRPr lang="en-IN" dirty="0"/>
                    </a:p>
                  </a:txBody>
                  <a:tcPr/>
                </a:tc>
                <a:tc>
                  <a:txBody>
                    <a:bodyPr/>
                    <a:lstStyle/>
                    <a:p>
                      <a:r>
                        <a:rPr lang="en-US" dirty="0" err="1"/>
                        <a:t>Op.Rev</a:t>
                      </a:r>
                      <a:r>
                        <a:rPr lang="en-US" dirty="0"/>
                        <a:t>/ TA</a:t>
                      </a:r>
                      <a:endParaRPr lang="en-IN" dirty="0"/>
                    </a:p>
                  </a:txBody>
                  <a:tcPr/>
                </a:tc>
                <a:tc>
                  <a:txBody>
                    <a:bodyPr/>
                    <a:lstStyle/>
                    <a:p>
                      <a:r>
                        <a:rPr lang="en-US" dirty="0"/>
                        <a:t> Rank</a:t>
                      </a:r>
                      <a:endParaRPr lang="en-IN" dirty="0"/>
                    </a:p>
                  </a:txBody>
                  <a:tcPr/>
                </a:tc>
                <a:extLst>
                  <a:ext uri="{0D108BD9-81ED-4DB2-BD59-A6C34878D82A}">
                    <a16:rowId xmlns:a16="http://schemas.microsoft.com/office/drawing/2014/main" val="1916009622"/>
                  </a:ext>
                </a:extLst>
              </a:tr>
              <a:tr h="329909">
                <a:tc>
                  <a:txBody>
                    <a:bodyPr/>
                    <a:lstStyle/>
                    <a:p>
                      <a:r>
                        <a:rPr lang="en-IN" b="0" dirty="0"/>
                        <a:t>HUL</a:t>
                      </a:r>
                    </a:p>
                  </a:txBody>
                  <a:tcPr/>
                </a:tc>
                <a:tc>
                  <a:txBody>
                    <a:bodyPr/>
                    <a:lstStyle/>
                    <a:p>
                      <a:r>
                        <a:rPr lang="en-IN" b="0" dirty="0"/>
                        <a:t>62288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79880</a:t>
                      </a:r>
                    </a:p>
                  </a:txBody>
                  <a:tcPr/>
                </a:tc>
                <a:tc>
                  <a:txBody>
                    <a:bodyPr/>
                    <a:lstStyle/>
                    <a:p>
                      <a:r>
                        <a:rPr lang="en-IN" b="0" dirty="0"/>
                        <a:t>0.78</a:t>
                      </a:r>
                    </a:p>
                  </a:txBody>
                  <a:tcPr/>
                </a:tc>
                <a:tc>
                  <a:txBody>
                    <a:bodyPr/>
                    <a:lstStyle/>
                    <a:p>
                      <a:r>
                        <a:rPr lang="en-IN" b="0" dirty="0"/>
                        <a:t>3</a:t>
                      </a:r>
                    </a:p>
                  </a:txBody>
                  <a:tcPr/>
                </a:tc>
                <a:extLst>
                  <a:ext uri="{0D108BD9-81ED-4DB2-BD59-A6C34878D82A}">
                    <a16:rowId xmlns:a16="http://schemas.microsoft.com/office/drawing/2014/main" val="36654119"/>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highlight>
                            <a:srgbClr val="FFFF00"/>
                          </a:highlight>
                          <a:uLnTx/>
                          <a:uFillTx/>
                          <a:latin typeface="+mn-lt"/>
                          <a:ea typeface="+mn-ea"/>
                          <a:cs typeface="+mn-cs"/>
                        </a:rPr>
                        <a:t>Godrej Consumer Products Ltd </a:t>
                      </a:r>
                    </a:p>
                  </a:txBody>
                  <a:tcPr/>
                </a:tc>
                <a:tc>
                  <a:txBody>
                    <a:bodyPr/>
                    <a:lstStyle/>
                    <a:p>
                      <a:r>
                        <a:rPr lang="en-IN" b="0" dirty="0"/>
                        <a:t>14285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19672</a:t>
                      </a:r>
                    </a:p>
                  </a:txBody>
                  <a:tcPr/>
                </a:tc>
                <a:tc>
                  <a:txBody>
                    <a:bodyPr/>
                    <a:lstStyle/>
                    <a:p>
                      <a:r>
                        <a:rPr lang="en-IN" b="0" dirty="0">
                          <a:solidFill>
                            <a:schemeClr val="bg2">
                              <a:lumMod val="10000"/>
                            </a:schemeClr>
                          </a:solidFill>
                          <a:highlight>
                            <a:srgbClr val="FFFF00"/>
                          </a:highlight>
                        </a:rPr>
                        <a:t>0.73</a:t>
                      </a:r>
                    </a:p>
                  </a:txBody>
                  <a:tcPr/>
                </a:tc>
                <a:tc>
                  <a:txBody>
                    <a:bodyPr/>
                    <a:lstStyle/>
                    <a:p>
                      <a:r>
                        <a:rPr lang="en-IN" b="0" dirty="0">
                          <a:solidFill>
                            <a:schemeClr val="bg2">
                              <a:lumMod val="10000"/>
                            </a:schemeClr>
                          </a:solidFill>
                          <a:highlight>
                            <a:srgbClr val="FFFF00"/>
                          </a:highlight>
                        </a:rPr>
                        <a:t>5</a:t>
                      </a:r>
                    </a:p>
                  </a:txBody>
                  <a:tcPr/>
                </a:tc>
                <a:extLst>
                  <a:ext uri="{0D108BD9-81ED-4DB2-BD59-A6C34878D82A}">
                    <a16:rowId xmlns:a16="http://schemas.microsoft.com/office/drawing/2014/main" val="1938738905"/>
                  </a:ext>
                </a:extLst>
              </a:tr>
              <a:tr h="329909">
                <a:tc>
                  <a:txBody>
                    <a:bodyPr/>
                    <a:lstStyle/>
                    <a:p>
                      <a:r>
                        <a:rPr lang="en-IN" b="1" dirty="0"/>
                        <a:t>Marico Ltd</a:t>
                      </a:r>
                    </a:p>
                  </a:txBody>
                  <a:tcPr/>
                </a:tc>
                <a:tc>
                  <a:txBody>
                    <a:bodyPr/>
                    <a:lstStyle/>
                    <a:p>
                      <a:r>
                        <a:rPr lang="en-IN" b="0" dirty="0"/>
                        <a:t>10733</a:t>
                      </a:r>
                    </a:p>
                  </a:txBody>
                  <a:tcPr/>
                </a:tc>
                <a:tc>
                  <a:txBody>
                    <a:bodyPr/>
                    <a:lstStyle/>
                    <a:p>
                      <a:r>
                        <a:rPr lang="en-IN" b="0" dirty="0"/>
                        <a:t>8338</a:t>
                      </a:r>
                    </a:p>
                  </a:txBody>
                  <a:tcPr/>
                </a:tc>
                <a:tc>
                  <a:txBody>
                    <a:bodyPr/>
                    <a:lstStyle/>
                    <a:p>
                      <a:r>
                        <a:rPr lang="en-IN" b="1" dirty="0"/>
                        <a:t>1.29</a:t>
                      </a:r>
                    </a:p>
                  </a:txBody>
                  <a:tcPr/>
                </a:tc>
                <a:tc>
                  <a:txBody>
                    <a:bodyPr/>
                    <a:lstStyle/>
                    <a:p>
                      <a:r>
                        <a:rPr lang="en-IN" b="1" dirty="0"/>
                        <a:t>1</a:t>
                      </a:r>
                    </a:p>
                  </a:txBody>
                  <a:tcPr/>
                </a:tc>
                <a:extLst>
                  <a:ext uri="{0D108BD9-81ED-4DB2-BD59-A6C34878D82A}">
                    <a16:rowId xmlns:a16="http://schemas.microsoft.com/office/drawing/2014/main" val="2746652360"/>
                  </a:ext>
                </a:extLst>
              </a:tr>
              <a:tr h="329909">
                <a:tc>
                  <a:txBody>
                    <a:bodyPr/>
                    <a:lstStyle/>
                    <a:p>
                      <a:r>
                        <a:rPr lang="en-IN" b="0" dirty="0"/>
                        <a:t>Dabur India</a:t>
                      </a:r>
                    </a:p>
                  </a:txBody>
                  <a:tcPr/>
                </a:tc>
                <a:tc>
                  <a:txBody>
                    <a:bodyPr/>
                    <a:lstStyle/>
                    <a:p>
                      <a:r>
                        <a:rPr lang="en-IN" b="0" dirty="0"/>
                        <a:t>12400</a:t>
                      </a:r>
                    </a:p>
                  </a:txBody>
                  <a:tcPr/>
                </a:tc>
                <a:tc>
                  <a:txBody>
                    <a:bodyPr/>
                    <a:lstStyle/>
                    <a:p>
                      <a:r>
                        <a:rPr lang="en-IN" b="0" dirty="0"/>
                        <a:t>16232</a:t>
                      </a:r>
                    </a:p>
                  </a:txBody>
                  <a:tcPr/>
                </a:tc>
                <a:tc>
                  <a:txBody>
                    <a:bodyPr/>
                    <a:lstStyle/>
                    <a:p>
                      <a:r>
                        <a:rPr lang="en-IN" b="0" dirty="0"/>
                        <a:t>0.76</a:t>
                      </a:r>
                    </a:p>
                  </a:txBody>
                  <a:tcPr/>
                </a:tc>
                <a:tc>
                  <a:txBody>
                    <a:bodyPr/>
                    <a:lstStyle/>
                    <a:p>
                      <a:r>
                        <a:rPr lang="en-IN" b="0" dirty="0"/>
                        <a:t>4</a:t>
                      </a:r>
                    </a:p>
                  </a:txBody>
                  <a:tcPr/>
                </a:tc>
                <a:extLst>
                  <a:ext uri="{0D108BD9-81ED-4DB2-BD59-A6C34878D82A}">
                    <a16:rowId xmlns:a16="http://schemas.microsoft.com/office/drawing/2014/main" val="1127933414"/>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t>Vishal Mega Mart</a:t>
                      </a:r>
                    </a:p>
                  </a:txBody>
                  <a:tcPr/>
                </a:tc>
                <a:tc>
                  <a:txBody>
                    <a:bodyPr/>
                    <a:lstStyle/>
                    <a:p>
                      <a:r>
                        <a:rPr lang="en-IN" b="0" dirty="0"/>
                        <a:t>10716</a:t>
                      </a:r>
                    </a:p>
                  </a:txBody>
                  <a:tcPr/>
                </a:tc>
                <a:tc>
                  <a:txBody>
                    <a:bodyPr/>
                    <a:lstStyle/>
                    <a:p>
                      <a:r>
                        <a:rPr lang="en-IN" b="0" dirty="0"/>
                        <a:t>9993</a:t>
                      </a:r>
                    </a:p>
                  </a:txBody>
                  <a:tcPr/>
                </a:tc>
                <a:tc>
                  <a:txBody>
                    <a:bodyPr/>
                    <a:lstStyle/>
                    <a:p>
                      <a:r>
                        <a:rPr lang="en-IN" b="0" dirty="0"/>
                        <a:t>1.07</a:t>
                      </a:r>
                    </a:p>
                  </a:txBody>
                  <a:tcPr/>
                </a:tc>
                <a:tc>
                  <a:txBody>
                    <a:bodyPr/>
                    <a:lstStyle/>
                    <a:p>
                      <a:r>
                        <a:rPr lang="en-IN" b="0" dirty="0"/>
                        <a:t>2</a:t>
                      </a:r>
                    </a:p>
                  </a:txBody>
                  <a:tcPr/>
                </a:tc>
                <a:extLst>
                  <a:ext uri="{0D108BD9-81ED-4DB2-BD59-A6C34878D82A}">
                    <a16:rowId xmlns:a16="http://schemas.microsoft.com/office/drawing/2014/main" val="4187621447"/>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180963087"/>
                  </a:ext>
                </a:extLst>
              </a:tr>
            </a:tbl>
          </a:graphicData>
        </a:graphic>
      </p:graphicFrame>
    </p:spTree>
    <p:extLst>
      <p:ext uri="{BB962C8B-B14F-4D97-AF65-F5344CB8AC3E}">
        <p14:creationId xmlns:p14="http://schemas.microsoft.com/office/powerpoint/2010/main" val="41383429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2ADDF-7AA0-468C-B5B9-2F6BCAAAA5C9}"/>
              </a:ext>
            </a:extLst>
          </p:cNvPr>
          <p:cNvSpPr>
            <a:spLocks noGrp="1"/>
          </p:cNvSpPr>
          <p:nvPr>
            <p:ph type="title"/>
          </p:nvPr>
        </p:nvSpPr>
        <p:spPr/>
        <p:txBody>
          <a:bodyPr/>
          <a:lstStyle/>
          <a:p>
            <a:pPr algn="ctr"/>
            <a:r>
              <a:rPr lang="en-US" b="1" dirty="0"/>
              <a:t>HUL’s Solvency score </a:t>
            </a:r>
            <a:endParaRPr lang="en-IN" b="1" dirty="0"/>
          </a:p>
        </p:txBody>
      </p:sp>
      <p:graphicFrame>
        <p:nvGraphicFramePr>
          <p:cNvPr id="4" name="Table 4">
            <a:extLst>
              <a:ext uri="{FF2B5EF4-FFF2-40B4-BE49-F238E27FC236}">
                <a16:creationId xmlns:a16="http://schemas.microsoft.com/office/drawing/2014/main" id="{3F5C4ABA-959B-4264-B0F8-F07C7F7D6F59}"/>
              </a:ext>
            </a:extLst>
          </p:cNvPr>
          <p:cNvGraphicFramePr>
            <a:graphicFrameLocks noGrp="1"/>
          </p:cNvGraphicFramePr>
          <p:nvPr>
            <p:ph idx="1"/>
          </p:nvPr>
        </p:nvGraphicFramePr>
        <p:xfrm>
          <a:off x="838200" y="1825625"/>
          <a:ext cx="10515600" cy="387604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581617588"/>
                    </a:ext>
                  </a:extLst>
                </a:gridCol>
                <a:gridCol w="2103120">
                  <a:extLst>
                    <a:ext uri="{9D8B030D-6E8A-4147-A177-3AD203B41FA5}">
                      <a16:colId xmlns:a16="http://schemas.microsoft.com/office/drawing/2014/main" val="3736460221"/>
                    </a:ext>
                  </a:extLst>
                </a:gridCol>
                <a:gridCol w="2103120">
                  <a:extLst>
                    <a:ext uri="{9D8B030D-6E8A-4147-A177-3AD203B41FA5}">
                      <a16:colId xmlns:a16="http://schemas.microsoft.com/office/drawing/2014/main" val="3173083987"/>
                    </a:ext>
                  </a:extLst>
                </a:gridCol>
                <a:gridCol w="2554379">
                  <a:extLst>
                    <a:ext uri="{9D8B030D-6E8A-4147-A177-3AD203B41FA5}">
                      <a16:colId xmlns:a16="http://schemas.microsoft.com/office/drawing/2014/main" val="1538783123"/>
                    </a:ext>
                  </a:extLst>
                </a:gridCol>
                <a:gridCol w="1651861">
                  <a:extLst>
                    <a:ext uri="{9D8B030D-6E8A-4147-A177-3AD203B41FA5}">
                      <a16:colId xmlns:a16="http://schemas.microsoft.com/office/drawing/2014/main" val="1384692733"/>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2111029006"/>
                  </a:ext>
                </a:extLst>
              </a:tr>
              <a:tr h="370840">
                <a:tc>
                  <a:txBody>
                    <a:bodyPr/>
                    <a:lstStyle/>
                    <a:p>
                      <a:pPr marL="342900" indent="-342900">
                        <a:buAutoNum type="arabicPeriod"/>
                      </a:pPr>
                      <a:r>
                        <a:rPr lang="en-US" dirty="0"/>
                        <a:t>D/E</a:t>
                      </a:r>
                      <a:endParaRPr lang="en-IN" dirty="0"/>
                    </a:p>
                  </a:txBody>
                  <a:tcPr/>
                </a:tc>
                <a:tc>
                  <a:txBody>
                    <a:bodyPr/>
                    <a:lstStyle/>
                    <a:p>
                      <a:r>
                        <a:rPr lang="en-IN" dirty="0"/>
                        <a:t>2</a:t>
                      </a:r>
                    </a:p>
                  </a:txBody>
                  <a:tcPr/>
                </a:tc>
                <a:tc>
                  <a:txBody>
                    <a:bodyPr/>
                    <a:lstStyle/>
                    <a:p>
                      <a:r>
                        <a:rPr lang="en-IN" dirty="0"/>
                        <a:t>4</a:t>
                      </a:r>
                    </a:p>
                  </a:txBody>
                  <a:tcPr/>
                </a:tc>
                <a:tc>
                  <a:txBody>
                    <a:bodyPr/>
                    <a:lstStyle/>
                    <a:p>
                      <a:r>
                        <a:rPr lang="en-US" dirty="0"/>
                        <a:t>0.1428</a:t>
                      </a:r>
                      <a:endParaRPr lang="en-IN" dirty="0"/>
                    </a:p>
                  </a:txBody>
                  <a:tcPr/>
                </a:tc>
                <a:tc>
                  <a:txBody>
                    <a:bodyPr/>
                    <a:lstStyle/>
                    <a:p>
                      <a:r>
                        <a:rPr lang="en-IN" dirty="0"/>
                        <a:t>0.5712</a:t>
                      </a:r>
                    </a:p>
                  </a:txBody>
                  <a:tcPr/>
                </a:tc>
                <a:extLst>
                  <a:ext uri="{0D108BD9-81ED-4DB2-BD59-A6C34878D82A}">
                    <a16:rowId xmlns:a16="http://schemas.microsoft.com/office/drawing/2014/main" val="852048042"/>
                  </a:ext>
                </a:extLst>
              </a:tr>
              <a:tr h="370840">
                <a:tc>
                  <a:txBody>
                    <a:bodyPr/>
                    <a:lstStyle/>
                    <a:p>
                      <a:r>
                        <a:rPr lang="en-US" dirty="0"/>
                        <a:t>2.    Interest Cover </a:t>
                      </a:r>
                      <a:endParaRPr lang="en-IN" dirty="0"/>
                    </a:p>
                  </a:txBody>
                  <a:tcPr/>
                </a:tc>
                <a:tc>
                  <a:txBody>
                    <a:bodyPr/>
                    <a:lstStyle/>
                    <a:p>
                      <a:r>
                        <a:rPr lang="en-IN" dirty="0"/>
                        <a:t>2</a:t>
                      </a:r>
                    </a:p>
                  </a:txBody>
                  <a:tcPr/>
                </a:tc>
                <a:tc>
                  <a:txBody>
                    <a:bodyPr/>
                    <a:lstStyle/>
                    <a:p>
                      <a:r>
                        <a:rPr lang="en-IN"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0.5712</a:t>
                      </a:r>
                    </a:p>
                  </a:txBody>
                  <a:tcPr/>
                </a:tc>
                <a:extLst>
                  <a:ext uri="{0D108BD9-81ED-4DB2-BD59-A6C34878D82A}">
                    <a16:rowId xmlns:a16="http://schemas.microsoft.com/office/drawing/2014/main" val="2073132173"/>
                  </a:ext>
                </a:extLst>
              </a:tr>
              <a:tr h="370840">
                <a:tc>
                  <a:txBody>
                    <a:bodyPr/>
                    <a:lstStyle/>
                    <a:p>
                      <a:r>
                        <a:rPr lang="en-US" dirty="0"/>
                        <a:t>3.  WC/TA</a:t>
                      </a:r>
                      <a:endParaRPr lang="en-IN" dirty="0"/>
                    </a:p>
                  </a:txBody>
                  <a:tcPr/>
                </a:tc>
                <a:tc>
                  <a:txBody>
                    <a:bodyPr/>
                    <a:lstStyle/>
                    <a:p>
                      <a:r>
                        <a:rPr lang="en-IN" dirty="0"/>
                        <a:t>4</a:t>
                      </a:r>
                    </a:p>
                  </a:txBody>
                  <a:tcPr/>
                </a:tc>
                <a:tc>
                  <a:txBody>
                    <a:bodyPr/>
                    <a:lstStyle/>
                    <a:p>
                      <a:r>
                        <a:rPr lang="en-IN"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0.2856</a:t>
                      </a:r>
                    </a:p>
                  </a:txBody>
                  <a:tcPr/>
                </a:tc>
                <a:extLst>
                  <a:ext uri="{0D108BD9-81ED-4DB2-BD59-A6C34878D82A}">
                    <a16:rowId xmlns:a16="http://schemas.microsoft.com/office/drawing/2014/main" val="1520444242"/>
                  </a:ext>
                </a:extLst>
              </a:tr>
              <a:tr h="370840">
                <a:tc>
                  <a:txBody>
                    <a:bodyPr/>
                    <a:lstStyle/>
                    <a:p>
                      <a:r>
                        <a:rPr lang="en-US" dirty="0"/>
                        <a:t>4.  RE/TA</a:t>
                      </a:r>
                      <a:endParaRPr lang="en-IN" dirty="0"/>
                    </a:p>
                  </a:txBody>
                  <a:tcPr/>
                </a:tc>
                <a:tc>
                  <a:txBody>
                    <a:bodyPr/>
                    <a:lstStyle/>
                    <a:p>
                      <a:r>
                        <a:rPr lang="en-IN" dirty="0"/>
                        <a:t>2</a:t>
                      </a:r>
                    </a:p>
                  </a:txBody>
                  <a:tcPr/>
                </a:tc>
                <a:tc>
                  <a:txBody>
                    <a:bodyPr/>
                    <a:lstStyle/>
                    <a:p>
                      <a:r>
                        <a:rPr lang="en-IN"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0.5712</a:t>
                      </a:r>
                    </a:p>
                  </a:txBody>
                  <a:tcPr/>
                </a:tc>
                <a:extLst>
                  <a:ext uri="{0D108BD9-81ED-4DB2-BD59-A6C34878D82A}">
                    <a16:rowId xmlns:a16="http://schemas.microsoft.com/office/drawing/2014/main" val="1337902439"/>
                  </a:ext>
                </a:extLst>
              </a:tr>
              <a:tr h="370840">
                <a:tc>
                  <a:txBody>
                    <a:bodyPr/>
                    <a:lstStyle/>
                    <a:p>
                      <a:r>
                        <a:rPr lang="en-US" dirty="0"/>
                        <a:t>5.  EBIT/TA</a:t>
                      </a:r>
                      <a:endParaRPr lang="en-IN" dirty="0"/>
                    </a:p>
                  </a:txBody>
                  <a:tcPr/>
                </a:tc>
                <a:tc>
                  <a:txBody>
                    <a:bodyPr/>
                    <a:lstStyle/>
                    <a:p>
                      <a:r>
                        <a:rPr lang="en-IN" dirty="0"/>
                        <a:t>2</a:t>
                      </a:r>
                    </a:p>
                  </a:txBody>
                  <a:tcPr/>
                </a:tc>
                <a:tc>
                  <a:txBody>
                    <a:bodyPr/>
                    <a:lstStyle/>
                    <a:p>
                      <a:r>
                        <a:rPr lang="en-IN"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0.5712</a:t>
                      </a:r>
                    </a:p>
                  </a:txBody>
                  <a:tcPr/>
                </a:tc>
                <a:extLst>
                  <a:ext uri="{0D108BD9-81ED-4DB2-BD59-A6C34878D82A}">
                    <a16:rowId xmlns:a16="http://schemas.microsoft.com/office/drawing/2014/main" val="1345314110"/>
                  </a:ext>
                </a:extLst>
              </a:tr>
              <a:tr h="370840">
                <a:tc>
                  <a:txBody>
                    <a:bodyPr/>
                    <a:lstStyle/>
                    <a:p>
                      <a:r>
                        <a:rPr lang="en-US" dirty="0"/>
                        <a:t>6. MV Eq/ BV of D</a:t>
                      </a:r>
                      <a:endParaRPr lang="en-IN" dirty="0"/>
                    </a:p>
                  </a:txBody>
                  <a:tcPr/>
                </a:tc>
                <a:tc>
                  <a:txBody>
                    <a:bodyPr/>
                    <a:lstStyle/>
                    <a:p>
                      <a:r>
                        <a:rPr lang="en-IN" dirty="0"/>
                        <a:t>2</a:t>
                      </a:r>
                    </a:p>
                  </a:txBody>
                  <a:tcPr/>
                </a:tc>
                <a:tc>
                  <a:txBody>
                    <a:bodyPr/>
                    <a:lstStyle/>
                    <a:p>
                      <a:r>
                        <a:rPr lang="en-IN"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0.5712</a:t>
                      </a:r>
                    </a:p>
                  </a:txBody>
                  <a:tcPr/>
                </a:tc>
                <a:extLst>
                  <a:ext uri="{0D108BD9-81ED-4DB2-BD59-A6C34878D82A}">
                    <a16:rowId xmlns:a16="http://schemas.microsoft.com/office/drawing/2014/main" val="903677710"/>
                  </a:ext>
                </a:extLst>
              </a:tr>
              <a:tr h="370840">
                <a:tc>
                  <a:txBody>
                    <a:bodyPr/>
                    <a:lstStyle/>
                    <a:p>
                      <a:r>
                        <a:rPr lang="en-US" dirty="0"/>
                        <a:t>7. Sales/ TA</a:t>
                      </a:r>
                      <a:endParaRPr lang="en-IN" dirty="0"/>
                    </a:p>
                  </a:txBody>
                  <a:tcPr/>
                </a:tc>
                <a:tc>
                  <a:txBody>
                    <a:bodyPr/>
                    <a:lstStyle/>
                    <a:p>
                      <a:r>
                        <a:rPr lang="en-IN" dirty="0"/>
                        <a:t>3</a:t>
                      </a:r>
                    </a:p>
                  </a:txBody>
                  <a:tcPr/>
                </a:tc>
                <a:tc>
                  <a:txBody>
                    <a:bodyPr/>
                    <a:lstStyle/>
                    <a:p>
                      <a:r>
                        <a:rPr lang="en-IN"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0.4284</a:t>
                      </a:r>
                    </a:p>
                  </a:txBody>
                  <a:tcPr/>
                </a:tc>
                <a:extLst>
                  <a:ext uri="{0D108BD9-81ED-4DB2-BD59-A6C34878D82A}">
                    <a16:rowId xmlns:a16="http://schemas.microsoft.com/office/drawing/2014/main" val="939341374"/>
                  </a:ext>
                </a:extLst>
              </a:tr>
              <a:tr h="370840">
                <a:tc>
                  <a:txBody>
                    <a:bodyPr/>
                    <a:lstStyle/>
                    <a:p>
                      <a:r>
                        <a:rPr lang="en-US" b="1" dirty="0"/>
                        <a:t>Total Weighted Score </a:t>
                      </a:r>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r>
                        <a:rPr lang="en-IN" b="1" dirty="0"/>
                        <a:t>3.5700</a:t>
                      </a:r>
                    </a:p>
                  </a:txBody>
                  <a:tcPr/>
                </a:tc>
                <a:extLst>
                  <a:ext uri="{0D108BD9-81ED-4DB2-BD59-A6C34878D82A}">
                    <a16:rowId xmlns:a16="http://schemas.microsoft.com/office/drawing/2014/main" val="713248258"/>
                  </a:ext>
                </a:extLst>
              </a:tr>
            </a:tbl>
          </a:graphicData>
        </a:graphic>
      </p:graphicFrame>
    </p:spTree>
    <p:extLst>
      <p:ext uri="{BB962C8B-B14F-4D97-AF65-F5344CB8AC3E}">
        <p14:creationId xmlns:p14="http://schemas.microsoft.com/office/powerpoint/2010/main" val="335622074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2ADDF-7AA0-468C-B5B9-2F6BCAAAA5C9}"/>
              </a:ext>
            </a:extLst>
          </p:cNvPr>
          <p:cNvSpPr>
            <a:spLocks noGrp="1"/>
          </p:cNvSpPr>
          <p:nvPr>
            <p:ph type="title"/>
          </p:nvPr>
        </p:nvSpPr>
        <p:spPr/>
        <p:txBody>
          <a:bodyPr/>
          <a:lstStyle/>
          <a:p>
            <a:pPr algn="ctr"/>
            <a:r>
              <a:rPr lang="en-US" b="1" dirty="0"/>
              <a:t>Godrej’s Solvency score-  </a:t>
            </a:r>
            <a:endParaRPr lang="en-IN" b="1" dirty="0"/>
          </a:p>
        </p:txBody>
      </p:sp>
      <p:graphicFrame>
        <p:nvGraphicFramePr>
          <p:cNvPr id="4" name="Table 4">
            <a:extLst>
              <a:ext uri="{FF2B5EF4-FFF2-40B4-BE49-F238E27FC236}">
                <a16:creationId xmlns:a16="http://schemas.microsoft.com/office/drawing/2014/main" id="{3F5C4ABA-959B-4264-B0F8-F07C7F7D6F59}"/>
              </a:ext>
            </a:extLst>
          </p:cNvPr>
          <p:cNvGraphicFramePr>
            <a:graphicFrameLocks noGrp="1"/>
          </p:cNvGraphicFramePr>
          <p:nvPr>
            <p:ph idx="1"/>
          </p:nvPr>
        </p:nvGraphicFramePr>
        <p:xfrm>
          <a:off x="838200" y="1825625"/>
          <a:ext cx="10515600" cy="3876040"/>
        </p:xfrm>
        <a:graphic>
          <a:graphicData uri="http://schemas.openxmlformats.org/drawingml/2006/table">
            <a:tbl>
              <a:tblPr firstRow="1" bandRow="1">
                <a:tableStyleId>{F5AB1C69-6EDB-4FF4-983F-18BD219EF322}</a:tableStyleId>
              </a:tblPr>
              <a:tblGrid>
                <a:gridCol w="2103120">
                  <a:extLst>
                    <a:ext uri="{9D8B030D-6E8A-4147-A177-3AD203B41FA5}">
                      <a16:colId xmlns:a16="http://schemas.microsoft.com/office/drawing/2014/main" val="3581617588"/>
                    </a:ext>
                  </a:extLst>
                </a:gridCol>
                <a:gridCol w="2103120">
                  <a:extLst>
                    <a:ext uri="{9D8B030D-6E8A-4147-A177-3AD203B41FA5}">
                      <a16:colId xmlns:a16="http://schemas.microsoft.com/office/drawing/2014/main" val="3736460221"/>
                    </a:ext>
                  </a:extLst>
                </a:gridCol>
                <a:gridCol w="2103120">
                  <a:extLst>
                    <a:ext uri="{9D8B030D-6E8A-4147-A177-3AD203B41FA5}">
                      <a16:colId xmlns:a16="http://schemas.microsoft.com/office/drawing/2014/main" val="3173083987"/>
                    </a:ext>
                  </a:extLst>
                </a:gridCol>
                <a:gridCol w="2554379">
                  <a:extLst>
                    <a:ext uri="{9D8B030D-6E8A-4147-A177-3AD203B41FA5}">
                      <a16:colId xmlns:a16="http://schemas.microsoft.com/office/drawing/2014/main" val="1538783123"/>
                    </a:ext>
                  </a:extLst>
                </a:gridCol>
                <a:gridCol w="1651861">
                  <a:extLst>
                    <a:ext uri="{9D8B030D-6E8A-4147-A177-3AD203B41FA5}">
                      <a16:colId xmlns:a16="http://schemas.microsoft.com/office/drawing/2014/main" val="1384692733"/>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2111029006"/>
                  </a:ext>
                </a:extLst>
              </a:tr>
              <a:tr h="370840">
                <a:tc>
                  <a:txBody>
                    <a:bodyPr/>
                    <a:lstStyle/>
                    <a:p>
                      <a:pPr marL="342900" indent="-342900">
                        <a:buAutoNum type="arabicPeriod"/>
                      </a:pPr>
                      <a:r>
                        <a:rPr lang="en-US" dirty="0"/>
                        <a:t>D/E</a:t>
                      </a:r>
                      <a:endParaRPr lang="en-IN" dirty="0"/>
                    </a:p>
                  </a:txBody>
                  <a:tcPr/>
                </a:tc>
                <a:tc>
                  <a:txBody>
                    <a:bodyPr/>
                    <a:lstStyle/>
                    <a:p>
                      <a:r>
                        <a:rPr lang="en-IN" dirty="0"/>
                        <a:t>5</a:t>
                      </a:r>
                    </a:p>
                  </a:txBody>
                  <a:tcPr/>
                </a:tc>
                <a:tc>
                  <a:txBody>
                    <a:bodyPr/>
                    <a:lstStyle/>
                    <a:p>
                      <a:r>
                        <a:rPr lang="en-IN" dirty="0"/>
                        <a:t>1</a:t>
                      </a:r>
                    </a:p>
                  </a:txBody>
                  <a:tcPr/>
                </a:tc>
                <a:tc>
                  <a:txBody>
                    <a:bodyPr/>
                    <a:lstStyle/>
                    <a:p>
                      <a:r>
                        <a:rPr lang="en-US" dirty="0"/>
                        <a:t>0.1428</a:t>
                      </a:r>
                      <a:endParaRPr lang="en-IN" dirty="0"/>
                    </a:p>
                  </a:txBody>
                  <a:tcPr/>
                </a:tc>
                <a:tc>
                  <a:txBody>
                    <a:bodyPr/>
                    <a:lstStyle/>
                    <a:p>
                      <a:r>
                        <a:rPr lang="en-IN" dirty="0"/>
                        <a:t>0.1428</a:t>
                      </a:r>
                    </a:p>
                  </a:txBody>
                  <a:tcPr/>
                </a:tc>
                <a:extLst>
                  <a:ext uri="{0D108BD9-81ED-4DB2-BD59-A6C34878D82A}">
                    <a16:rowId xmlns:a16="http://schemas.microsoft.com/office/drawing/2014/main" val="852048042"/>
                  </a:ext>
                </a:extLst>
              </a:tr>
              <a:tr h="370840">
                <a:tc>
                  <a:txBody>
                    <a:bodyPr/>
                    <a:lstStyle/>
                    <a:p>
                      <a:r>
                        <a:rPr lang="en-US" dirty="0"/>
                        <a:t>2.    Interest Cover </a:t>
                      </a:r>
                      <a:endParaRPr lang="en-IN" dirty="0"/>
                    </a:p>
                  </a:txBody>
                  <a:tcPr/>
                </a:tc>
                <a:tc>
                  <a:txBody>
                    <a:bodyPr/>
                    <a:lstStyle/>
                    <a:p>
                      <a:r>
                        <a:rPr lang="en-IN" dirty="0"/>
                        <a:t>4</a:t>
                      </a:r>
                    </a:p>
                  </a:txBody>
                  <a:tcPr/>
                </a:tc>
                <a:tc>
                  <a:txBody>
                    <a:bodyPr/>
                    <a:lstStyle/>
                    <a:p>
                      <a:r>
                        <a:rPr lang="en-IN"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0.2856</a:t>
                      </a:r>
                    </a:p>
                  </a:txBody>
                  <a:tcPr/>
                </a:tc>
                <a:extLst>
                  <a:ext uri="{0D108BD9-81ED-4DB2-BD59-A6C34878D82A}">
                    <a16:rowId xmlns:a16="http://schemas.microsoft.com/office/drawing/2014/main" val="2073132173"/>
                  </a:ext>
                </a:extLst>
              </a:tr>
              <a:tr h="370840">
                <a:tc>
                  <a:txBody>
                    <a:bodyPr/>
                    <a:lstStyle/>
                    <a:p>
                      <a:r>
                        <a:rPr lang="en-US" dirty="0"/>
                        <a:t>3.  WC/TA</a:t>
                      </a:r>
                      <a:endParaRPr lang="en-IN" dirty="0"/>
                    </a:p>
                  </a:txBody>
                  <a:tcPr/>
                </a:tc>
                <a:tc>
                  <a:txBody>
                    <a:bodyPr/>
                    <a:lstStyle/>
                    <a:p>
                      <a:r>
                        <a:rPr lang="en-IN" dirty="0"/>
                        <a:t>5</a:t>
                      </a:r>
                    </a:p>
                  </a:txBody>
                  <a:tcPr/>
                </a:tc>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0.1428</a:t>
                      </a:r>
                    </a:p>
                  </a:txBody>
                  <a:tcPr/>
                </a:tc>
                <a:extLst>
                  <a:ext uri="{0D108BD9-81ED-4DB2-BD59-A6C34878D82A}">
                    <a16:rowId xmlns:a16="http://schemas.microsoft.com/office/drawing/2014/main" val="1520444242"/>
                  </a:ext>
                </a:extLst>
              </a:tr>
              <a:tr h="370840">
                <a:tc>
                  <a:txBody>
                    <a:bodyPr/>
                    <a:lstStyle/>
                    <a:p>
                      <a:r>
                        <a:rPr lang="en-US" dirty="0"/>
                        <a:t>4.  RE/TA</a:t>
                      </a:r>
                      <a:endParaRPr lang="en-IN" dirty="0"/>
                    </a:p>
                  </a:txBody>
                  <a:tcPr/>
                </a:tc>
                <a:tc>
                  <a:txBody>
                    <a:bodyPr/>
                    <a:lstStyle/>
                    <a:p>
                      <a:r>
                        <a:rPr lang="en-IN" dirty="0"/>
                        <a:t>3</a:t>
                      </a:r>
                    </a:p>
                  </a:txBody>
                  <a:tcPr/>
                </a:tc>
                <a:tc>
                  <a:txBody>
                    <a:bodyPr/>
                    <a:lstStyle/>
                    <a:p>
                      <a:r>
                        <a:rPr lang="en-IN"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0.4284</a:t>
                      </a:r>
                    </a:p>
                  </a:txBody>
                  <a:tcPr/>
                </a:tc>
                <a:extLst>
                  <a:ext uri="{0D108BD9-81ED-4DB2-BD59-A6C34878D82A}">
                    <a16:rowId xmlns:a16="http://schemas.microsoft.com/office/drawing/2014/main" val="1337902439"/>
                  </a:ext>
                </a:extLst>
              </a:tr>
              <a:tr h="370840">
                <a:tc>
                  <a:txBody>
                    <a:bodyPr/>
                    <a:lstStyle/>
                    <a:p>
                      <a:r>
                        <a:rPr lang="en-US" dirty="0"/>
                        <a:t>5.  EBIT/TA</a:t>
                      </a:r>
                      <a:endParaRPr lang="en-IN" dirty="0"/>
                    </a:p>
                  </a:txBody>
                  <a:tcPr/>
                </a:tc>
                <a:tc>
                  <a:txBody>
                    <a:bodyPr/>
                    <a:lstStyle/>
                    <a:p>
                      <a:r>
                        <a:rPr lang="en-IN" dirty="0"/>
                        <a:t>3</a:t>
                      </a:r>
                    </a:p>
                  </a:txBody>
                  <a:tcPr/>
                </a:tc>
                <a:tc>
                  <a:txBody>
                    <a:bodyPr/>
                    <a:lstStyle/>
                    <a:p>
                      <a:r>
                        <a:rPr lang="en-IN"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0.4284</a:t>
                      </a:r>
                    </a:p>
                  </a:txBody>
                  <a:tcPr/>
                </a:tc>
                <a:extLst>
                  <a:ext uri="{0D108BD9-81ED-4DB2-BD59-A6C34878D82A}">
                    <a16:rowId xmlns:a16="http://schemas.microsoft.com/office/drawing/2014/main" val="1345314110"/>
                  </a:ext>
                </a:extLst>
              </a:tr>
              <a:tr h="370840">
                <a:tc>
                  <a:txBody>
                    <a:bodyPr/>
                    <a:lstStyle/>
                    <a:p>
                      <a:r>
                        <a:rPr lang="en-US" dirty="0"/>
                        <a:t>6. MV Eq/ BV of D</a:t>
                      </a:r>
                      <a:endParaRPr lang="en-IN" dirty="0"/>
                    </a:p>
                  </a:txBody>
                  <a:tcPr/>
                </a:tc>
                <a:tc>
                  <a:txBody>
                    <a:bodyPr/>
                    <a:lstStyle/>
                    <a:p>
                      <a:r>
                        <a:rPr lang="en-IN" dirty="0"/>
                        <a:t>5</a:t>
                      </a:r>
                    </a:p>
                  </a:txBody>
                  <a:tcPr/>
                </a:tc>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0.1428</a:t>
                      </a:r>
                    </a:p>
                  </a:txBody>
                  <a:tcPr/>
                </a:tc>
                <a:extLst>
                  <a:ext uri="{0D108BD9-81ED-4DB2-BD59-A6C34878D82A}">
                    <a16:rowId xmlns:a16="http://schemas.microsoft.com/office/drawing/2014/main" val="903677710"/>
                  </a:ext>
                </a:extLst>
              </a:tr>
              <a:tr h="370840">
                <a:tc>
                  <a:txBody>
                    <a:bodyPr/>
                    <a:lstStyle/>
                    <a:p>
                      <a:r>
                        <a:rPr lang="en-US" dirty="0"/>
                        <a:t>7. Sales/ TA</a:t>
                      </a:r>
                      <a:endParaRPr lang="en-IN" dirty="0"/>
                    </a:p>
                  </a:txBody>
                  <a:tcPr/>
                </a:tc>
                <a:tc>
                  <a:txBody>
                    <a:bodyPr/>
                    <a:lstStyle/>
                    <a:p>
                      <a:r>
                        <a:rPr lang="en-IN" dirty="0"/>
                        <a:t>5</a:t>
                      </a:r>
                    </a:p>
                  </a:txBody>
                  <a:tcPr/>
                </a:tc>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0.1428</a:t>
                      </a:r>
                    </a:p>
                  </a:txBody>
                  <a:tcPr/>
                </a:tc>
                <a:extLst>
                  <a:ext uri="{0D108BD9-81ED-4DB2-BD59-A6C34878D82A}">
                    <a16:rowId xmlns:a16="http://schemas.microsoft.com/office/drawing/2014/main" val="939341374"/>
                  </a:ext>
                </a:extLst>
              </a:tr>
              <a:tr h="370840">
                <a:tc>
                  <a:txBody>
                    <a:bodyPr/>
                    <a:lstStyle/>
                    <a:p>
                      <a:r>
                        <a:rPr lang="en-US" b="1" dirty="0"/>
                        <a:t>Total Weighted Score </a:t>
                      </a:r>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r>
                        <a:rPr lang="en-IN" b="1" dirty="0"/>
                        <a:t>1.7136</a:t>
                      </a:r>
                    </a:p>
                  </a:txBody>
                  <a:tcPr/>
                </a:tc>
                <a:extLst>
                  <a:ext uri="{0D108BD9-81ED-4DB2-BD59-A6C34878D82A}">
                    <a16:rowId xmlns:a16="http://schemas.microsoft.com/office/drawing/2014/main" val="713248258"/>
                  </a:ext>
                </a:extLst>
              </a:tr>
            </a:tbl>
          </a:graphicData>
        </a:graphic>
      </p:graphicFrame>
    </p:spTree>
    <p:extLst>
      <p:ext uri="{BB962C8B-B14F-4D97-AF65-F5344CB8AC3E}">
        <p14:creationId xmlns:p14="http://schemas.microsoft.com/office/powerpoint/2010/main" val="191507018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2ADDF-7AA0-468C-B5B9-2F6BCAAAA5C9}"/>
              </a:ext>
            </a:extLst>
          </p:cNvPr>
          <p:cNvSpPr>
            <a:spLocks noGrp="1"/>
          </p:cNvSpPr>
          <p:nvPr>
            <p:ph type="title"/>
          </p:nvPr>
        </p:nvSpPr>
        <p:spPr/>
        <p:txBody>
          <a:bodyPr/>
          <a:lstStyle/>
          <a:p>
            <a:pPr algn="ctr"/>
            <a:r>
              <a:rPr lang="en-US" b="1" dirty="0"/>
              <a:t>Marico’s Solvency score- </a:t>
            </a:r>
            <a:endParaRPr lang="en-IN" b="1" dirty="0"/>
          </a:p>
        </p:txBody>
      </p:sp>
      <p:graphicFrame>
        <p:nvGraphicFramePr>
          <p:cNvPr id="4" name="Table 4">
            <a:extLst>
              <a:ext uri="{FF2B5EF4-FFF2-40B4-BE49-F238E27FC236}">
                <a16:creationId xmlns:a16="http://schemas.microsoft.com/office/drawing/2014/main" id="{3F5C4ABA-959B-4264-B0F8-F07C7F7D6F59}"/>
              </a:ext>
            </a:extLst>
          </p:cNvPr>
          <p:cNvGraphicFramePr>
            <a:graphicFrameLocks noGrp="1"/>
          </p:cNvGraphicFramePr>
          <p:nvPr>
            <p:ph idx="1"/>
          </p:nvPr>
        </p:nvGraphicFramePr>
        <p:xfrm>
          <a:off x="838200" y="1825625"/>
          <a:ext cx="10515600" cy="3870960"/>
        </p:xfrm>
        <a:graphic>
          <a:graphicData uri="http://schemas.openxmlformats.org/drawingml/2006/table">
            <a:tbl>
              <a:tblPr firstRow="1" bandRow="1">
                <a:tableStyleId>{00A15C55-8517-42AA-B614-E9B94910E393}</a:tableStyleId>
              </a:tblPr>
              <a:tblGrid>
                <a:gridCol w="2103120">
                  <a:extLst>
                    <a:ext uri="{9D8B030D-6E8A-4147-A177-3AD203B41FA5}">
                      <a16:colId xmlns:a16="http://schemas.microsoft.com/office/drawing/2014/main" val="3581617588"/>
                    </a:ext>
                  </a:extLst>
                </a:gridCol>
                <a:gridCol w="2103120">
                  <a:extLst>
                    <a:ext uri="{9D8B030D-6E8A-4147-A177-3AD203B41FA5}">
                      <a16:colId xmlns:a16="http://schemas.microsoft.com/office/drawing/2014/main" val="3736460221"/>
                    </a:ext>
                  </a:extLst>
                </a:gridCol>
                <a:gridCol w="2103120">
                  <a:extLst>
                    <a:ext uri="{9D8B030D-6E8A-4147-A177-3AD203B41FA5}">
                      <a16:colId xmlns:a16="http://schemas.microsoft.com/office/drawing/2014/main" val="3173083987"/>
                    </a:ext>
                  </a:extLst>
                </a:gridCol>
                <a:gridCol w="2554379">
                  <a:extLst>
                    <a:ext uri="{9D8B030D-6E8A-4147-A177-3AD203B41FA5}">
                      <a16:colId xmlns:a16="http://schemas.microsoft.com/office/drawing/2014/main" val="1538783123"/>
                    </a:ext>
                  </a:extLst>
                </a:gridCol>
                <a:gridCol w="1651861">
                  <a:extLst>
                    <a:ext uri="{9D8B030D-6E8A-4147-A177-3AD203B41FA5}">
                      <a16:colId xmlns:a16="http://schemas.microsoft.com/office/drawing/2014/main" val="1384692733"/>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2111029006"/>
                  </a:ext>
                </a:extLst>
              </a:tr>
              <a:tr h="370840">
                <a:tc>
                  <a:txBody>
                    <a:bodyPr/>
                    <a:lstStyle/>
                    <a:p>
                      <a:pPr marL="342900" indent="-342900">
                        <a:buAutoNum type="arabicPeriod"/>
                      </a:pPr>
                      <a:r>
                        <a:rPr lang="en-US" dirty="0"/>
                        <a:t>D/E</a:t>
                      </a:r>
                      <a:endParaRPr lang="en-IN" dirty="0"/>
                    </a:p>
                  </a:txBody>
                  <a:tcPr/>
                </a:tc>
                <a:tc>
                  <a:txBody>
                    <a:bodyPr/>
                    <a:lstStyle/>
                    <a:p>
                      <a:r>
                        <a:rPr lang="en-IN" dirty="0"/>
                        <a:t>4</a:t>
                      </a:r>
                    </a:p>
                  </a:txBody>
                  <a:tcPr/>
                </a:tc>
                <a:tc>
                  <a:txBody>
                    <a:bodyPr/>
                    <a:lstStyle/>
                    <a:p>
                      <a:r>
                        <a:rPr lang="en-IN" dirty="0"/>
                        <a:t>2</a:t>
                      </a:r>
                    </a:p>
                  </a:txBody>
                  <a:tcPr/>
                </a:tc>
                <a:tc>
                  <a:txBody>
                    <a:bodyPr/>
                    <a:lstStyle/>
                    <a:p>
                      <a:r>
                        <a:rPr lang="en-US" dirty="0"/>
                        <a:t>0.1428</a:t>
                      </a:r>
                      <a:endParaRPr lang="en-IN" dirty="0"/>
                    </a:p>
                  </a:txBody>
                  <a:tcPr/>
                </a:tc>
                <a:tc>
                  <a:txBody>
                    <a:bodyPr/>
                    <a:lstStyle/>
                    <a:p>
                      <a:r>
                        <a:rPr lang="en-IN" dirty="0"/>
                        <a:t>0.2856</a:t>
                      </a:r>
                    </a:p>
                  </a:txBody>
                  <a:tcPr/>
                </a:tc>
                <a:extLst>
                  <a:ext uri="{0D108BD9-81ED-4DB2-BD59-A6C34878D82A}">
                    <a16:rowId xmlns:a16="http://schemas.microsoft.com/office/drawing/2014/main" val="852048042"/>
                  </a:ext>
                </a:extLst>
              </a:tr>
              <a:tr h="370840">
                <a:tc>
                  <a:txBody>
                    <a:bodyPr/>
                    <a:lstStyle/>
                    <a:p>
                      <a:r>
                        <a:rPr lang="en-US" dirty="0"/>
                        <a:t>2.    Interest Cover </a:t>
                      </a:r>
                      <a:endParaRPr lang="en-IN" dirty="0"/>
                    </a:p>
                  </a:txBody>
                  <a:tcPr/>
                </a:tc>
                <a:tc>
                  <a:txBody>
                    <a:bodyPr/>
                    <a:lstStyle/>
                    <a:p>
                      <a:r>
                        <a:rPr lang="en-IN" dirty="0"/>
                        <a:t>1</a:t>
                      </a:r>
                    </a:p>
                  </a:txBody>
                  <a:tcPr/>
                </a:tc>
                <a:tc>
                  <a:txBody>
                    <a:bodyPr/>
                    <a:lstStyle/>
                    <a:p>
                      <a:r>
                        <a:rPr lang="en-IN"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0.7140</a:t>
                      </a:r>
                    </a:p>
                  </a:txBody>
                  <a:tcPr/>
                </a:tc>
                <a:extLst>
                  <a:ext uri="{0D108BD9-81ED-4DB2-BD59-A6C34878D82A}">
                    <a16:rowId xmlns:a16="http://schemas.microsoft.com/office/drawing/2014/main" val="2073132173"/>
                  </a:ext>
                </a:extLst>
              </a:tr>
              <a:tr h="0">
                <a:tc>
                  <a:txBody>
                    <a:bodyPr/>
                    <a:lstStyle/>
                    <a:p>
                      <a:r>
                        <a:rPr lang="en-US" dirty="0"/>
                        <a:t>3.  WC/TA</a:t>
                      </a:r>
                      <a:endParaRPr lang="en-IN" dirty="0"/>
                    </a:p>
                  </a:txBody>
                  <a:tcPr/>
                </a:tc>
                <a:tc>
                  <a:txBody>
                    <a:bodyPr/>
                    <a:lstStyle/>
                    <a:p>
                      <a:r>
                        <a:rPr lang="en-IN" dirty="0"/>
                        <a:t>1</a:t>
                      </a:r>
                    </a:p>
                  </a:txBody>
                  <a:tcPr/>
                </a:tc>
                <a:tc>
                  <a:txBody>
                    <a:bodyPr/>
                    <a:lstStyle/>
                    <a:p>
                      <a:r>
                        <a:rPr lang="en-IN"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0.7140</a:t>
                      </a:r>
                    </a:p>
                  </a:txBody>
                  <a:tcPr/>
                </a:tc>
                <a:extLst>
                  <a:ext uri="{0D108BD9-81ED-4DB2-BD59-A6C34878D82A}">
                    <a16:rowId xmlns:a16="http://schemas.microsoft.com/office/drawing/2014/main" val="1520444242"/>
                  </a:ext>
                </a:extLst>
              </a:tr>
              <a:tr h="370840">
                <a:tc>
                  <a:txBody>
                    <a:bodyPr/>
                    <a:lstStyle/>
                    <a:p>
                      <a:r>
                        <a:rPr lang="en-US" dirty="0"/>
                        <a:t>4.  RE/TA</a:t>
                      </a:r>
                      <a:endParaRPr lang="en-IN" dirty="0"/>
                    </a:p>
                  </a:txBody>
                  <a:tcPr/>
                </a:tc>
                <a:tc>
                  <a:txBody>
                    <a:bodyPr/>
                    <a:lstStyle/>
                    <a:p>
                      <a:r>
                        <a:rPr lang="en-IN" dirty="0"/>
                        <a:t>4</a:t>
                      </a:r>
                    </a:p>
                  </a:txBody>
                  <a:tcPr/>
                </a:tc>
                <a:tc>
                  <a:txBody>
                    <a:bodyPr/>
                    <a:lstStyle/>
                    <a:p>
                      <a:r>
                        <a:rPr lang="en-IN"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0.2856</a:t>
                      </a:r>
                    </a:p>
                  </a:txBody>
                  <a:tcPr/>
                </a:tc>
                <a:extLst>
                  <a:ext uri="{0D108BD9-81ED-4DB2-BD59-A6C34878D82A}">
                    <a16:rowId xmlns:a16="http://schemas.microsoft.com/office/drawing/2014/main" val="1337902439"/>
                  </a:ext>
                </a:extLst>
              </a:tr>
              <a:tr h="370840">
                <a:tc>
                  <a:txBody>
                    <a:bodyPr/>
                    <a:lstStyle/>
                    <a:p>
                      <a:r>
                        <a:rPr lang="en-US" dirty="0"/>
                        <a:t>5.  EBIT/TA</a:t>
                      </a:r>
                      <a:endParaRPr lang="en-IN" dirty="0"/>
                    </a:p>
                  </a:txBody>
                  <a:tcPr/>
                </a:tc>
                <a:tc>
                  <a:txBody>
                    <a:bodyPr/>
                    <a:lstStyle/>
                    <a:p>
                      <a:r>
                        <a:rPr lang="en-IN" dirty="0"/>
                        <a:t>1</a:t>
                      </a:r>
                    </a:p>
                  </a:txBody>
                  <a:tcPr/>
                </a:tc>
                <a:tc>
                  <a:txBody>
                    <a:bodyPr/>
                    <a:lstStyle/>
                    <a:p>
                      <a:r>
                        <a:rPr lang="en-IN"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0.7140</a:t>
                      </a:r>
                    </a:p>
                  </a:txBody>
                  <a:tcPr/>
                </a:tc>
                <a:extLst>
                  <a:ext uri="{0D108BD9-81ED-4DB2-BD59-A6C34878D82A}">
                    <a16:rowId xmlns:a16="http://schemas.microsoft.com/office/drawing/2014/main" val="1345314110"/>
                  </a:ext>
                </a:extLst>
              </a:tr>
              <a:tr h="370840">
                <a:tc>
                  <a:txBody>
                    <a:bodyPr/>
                    <a:lstStyle/>
                    <a:p>
                      <a:r>
                        <a:rPr lang="en-US" dirty="0"/>
                        <a:t>6. MV Eq/ BV of D</a:t>
                      </a:r>
                      <a:endParaRPr lang="en-IN" dirty="0"/>
                    </a:p>
                  </a:txBody>
                  <a:tcPr/>
                </a:tc>
                <a:tc>
                  <a:txBody>
                    <a:bodyPr/>
                    <a:lstStyle/>
                    <a:p>
                      <a:r>
                        <a:rPr lang="en-IN" dirty="0"/>
                        <a:t>3</a:t>
                      </a:r>
                    </a:p>
                  </a:txBody>
                  <a:tcPr/>
                </a:tc>
                <a:tc>
                  <a:txBody>
                    <a:bodyPr/>
                    <a:lstStyle/>
                    <a:p>
                      <a:r>
                        <a:rPr lang="en-IN"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0.4284</a:t>
                      </a:r>
                    </a:p>
                  </a:txBody>
                  <a:tcPr/>
                </a:tc>
                <a:extLst>
                  <a:ext uri="{0D108BD9-81ED-4DB2-BD59-A6C34878D82A}">
                    <a16:rowId xmlns:a16="http://schemas.microsoft.com/office/drawing/2014/main" val="903677710"/>
                  </a:ext>
                </a:extLst>
              </a:tr>
              <a:tr h="370840">
                <a:tc>
                  <a:txBody>
                    <a:bodyPr/>
                    <a:lstStyle/>
                    <a:p>
                      <a:r>
                        <a:rPr lang="en-US" dirty="0"/>
                        <a:t>7. Sales/ TA</a:t>
                      </a:r>
                      <a:endParaRPr lang="en-IN" dirty="0"/>
                    </a:p>
                  </a:txBody>
                  <a:tcPr/>
                </a:tc>
                <a:tc>
                  <a:txBody>
                    <a:bodyPr/>
                    <a:lstStyle/>
                    <a:p>
                      <a:r>
                        <a:rPr lang="en-IN" dirty="0"/>
                        <a:t>1</a:t>
                      </a:r>
                    </a:p>
                  </a:txBody>
                  <a:tcPr/>
                </a:tc>
                <a:tc>
                  <a:txBody>
                    <a:bodyPr/>
                    <a:lstStyle/>
                    <a:p>
                      <a:r>
                        <a:rPr lang="en-IN"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0.7140</a:t>
                      </a:r>
                    </a:p>
                  </a:txBody>
                  <a:tcPr/>
                </a:tc>
                <a:extLst>
                  <a:ext uri="{0D108BD9-81ED-4DB2-BD59-A6C34878D82A}">
                    <a16:rowId xmlns:a16="http://schemas.microsoft.com/office/drawing/2014/main" val="939341374"/>
                  </a:ext>
                </a:extLst>
              </a:tr>
              <a:tr h="370840">
                <a:tc>
                  <a:txBody>
                    <a:bodyPr/>
                    <a:lstStyle/>
                    <a:p>
                      <a:r>
                        <a:rPr lang="en-US" b="1" dirty="0"/>
                        <a:t>Total Weighted Score </a:t>
                      </a:r>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r>
                        <a:rPr lang="en-IN" b="1" dirty="0"/>
                        <a:t>3.8556</a:t>
                      </a:r>
                    </a:p>
                  </a:txBody>
                  <a:tcPr/>
                </a:tc>
                <a:extLst>
                  <a:ext uri="{0D108BD9-81ED-4DB2-BD59-A6C34878D82A}">
                    <a16:rowId xmlns:a16="http://schemas.microsoft.com/office/drawing/2014/main" val="713248258"/>
                  </a:ext>
                </a:extLst>
              </a:tr>
            </a:tbl>
          </a:graphicData>
        </a:graphic>
      </p:graphicFrame>
    </p:spTree>
    <p:extLst>
      <p:ext uri="{BB962C8B-B14F-4D97-AF65-F5344CB8AC3E}">
        <p14:creationId xmlns:p14="http://schemas.microsoft.com/office/powerpoint/2010/main" val="189705578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2ADDF-7AA0-468C-B5B9-2F6BCAAAA5C9}"/>
              </a:ext>
            </a:extLst>
          </p:cNvPr>
          <p:cNvSpPr>
            <a:spLocks noGrp="1"/>
          </p:cNvSpPr>
          <p:nvPr>
            <p:ph type="title"/>
          </p:nvPr>
        </p:nvSpPr>
        <p:spPr/>
        <p:txBody>
          <a:bodyPr/>
          <a:lstStyle/>
          <a:p>
            <a:pPr algn="ctr"/>
            <a:r>
              <a:rPr lang="en-US" b="1" dirty="0"/>
              <a:t>Dabur’s Solvency score </a:t>
            </a:r>
            <a:endParaRPr lang="en-IN" b="1" dirty="0"/>
          </a:p>
        </p:txBody>
      </p:sp>
      <p:graphicFrame>
        <p:nvGraphicFramePr>
          <p:cNvPr id="4" name="Table 4">
            <a:extLst>
              <a:ext uri="{FF2B5EF4-FFF2-40B4-BE49-F238E27FC236}">
                <a16:creationId xmlns:a16="http://schemas.microsoft.com/office/drawing/2014/main" id="{3F5C4ABA-959B-4264-B0F8-F07C7F7D6F59}"/>
              </a:ext>
            </a:extLst>
          </p:cNvPr>
          <p:cNvGraphicFramePr>
            <a:graphicFrameLocks noGrp="1"/>
          </p:cNvGraphicFramePr>
          <p:nvPr>
            <p:ph idx="1"/>
          </p:nvPr>
        </p:nvGraphicFramePr>
        <p:xfrm>
          <a:off x="838200" y="1825625"/>
          <a:ext cx="10515600" cy="3876040"/>
        </p:xfrm>
        <a:graphic>
          <a:graphicData uri="http://schemas.openxmlformats.org/drawingml/2006/table">
            <a:tbl>
              <a:tblPr firstRow="1" bandRow="1">
                <a:tableStyleId>{21E4AEA4-8DFA-4A89-87EB-49C32662AFE0}</a:tableStyleId>
              </a:tblPr>
              <a:tblGrid>
                <a:gridCol w="2103120">
                  <a:extLst>
                    <a:ext uri="{9D8B030D-6E8A-4147-A177-3AD203B41FA5}">
                      <a16:colId xmlns:a16="http://schemas.microsoft.com/office/drawing/2014/main" val="3581617588"/>
                    </a:ext>
                  </a:extLst>
                </a:gridCol>
                <a:gridCol w="2103120">
                  <a:extLst>
                    <a:ext uri="{9D8B030D-6E8A-4147-A177-3AD203B41FA5}">
                      <a16:colId xmlns:a16="http://schemas.microsoft.com/office/drawing/2014/main" val="3736460221"/>
                    </a:ext>
                  </a:extLst>
                </a:gridCol>
                <a:gridCol w="2103120">
                  <a:extLst>
                    <a:ext uri="{9D8B030D-6E8A-4147-A177-3AD203B41FA5}">
                      <a16:colId xmlns:a16="http://schemas.microsoft.com/office/drawing/2014/main" val="3173083987"/>
                    </a:ext>
                  </a:extLst>
                </a:gridCol>
                <a:gridCol w="2554379">
                  <a:extLst>
                    <a:ext uri="{9D8B030D-6E8A-4147-A177-3AD203B41FA5}">
                      <a16:colId xmlns:a16="http://schemas.microsoft.com/office/drawing/2014/main" val="1538783123"/>
                    </a:ext>
                  </a:extLst>
                </a:gridCol>
                <a:gridCol w="1651861">
                  <a:extLst>
                    <a:ext uri="{9D8B030D-6E8A-4147-A177-3AD203B41FA5}">
                      <a16:colId xmlns:a16="http://schemas.microsoft.com/office/drawing/2014/main" val="1384692733"/>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2111029006"/>
                  </a:ext>
                </a:extLst>
              </a:tr>
              <a:tr h="370840">
                <a:tc>
                  <a:txBody>
                    <a:bodyPr/>
                    <a:lstStyle/>
                    <a:p>
                      <a:pPr marL="342900" indent="-342900">
                        <a:buAutoNum type="arabicPeriod"/>
                      </a:pPr>
                      <a:r>
                        <a:rPr lang="en-US" dirty="0"/>
                        <a:t>D/E</a:t>
                      </a:r>
                      <a:endParaRPr lang="en-IN" dirty="0"/>
                    </a:p>
                  </a:txBody>
                  <a:tcPr/>
                </a:tc>
                <a:tc>
                  <a:txBody>
                    <a:bodyPr/>
                    <a:lstStyle/>
                    <a:p>
                      <a:r>
                        <a:rPr lang="en-IN" dirty="0"/>
                        <a:t>3</a:t>
                      </a:r>
                    </a:p>
                  </a:txBody>
                  <a:tcPr/>
                </a:tc>
                <a:tc>
                  <a:txBody>
                    <a:bodyPr/>
                    <a:lstStyle/>
                    <a:p>
                      <a:r>
                        <a:rPr lang="en-IN" dirty="0"/>
                        <a:t>3</a:t>
                      </a:r>
                    </a:p>
                  </a:txBody>
                  <a:tcPr/>
                </a:tc>
                <a:tc>
                  <a:txBody>
                    <a:bodyPr/>
                    <a:lstStyle/>
                    <a:p>
                      <a:r>
                        <a:rPr lang="en-US" dirty="0"/>
                        <a:t>0.1428</a:t>
                      </a:r>
                      <a:endParaRPr lang="en-IN" dirty="0"/>
                    </a:p>
                  </a:txBody>
                  <a:tcPr/>
                </a:tc>
                <a:tc>
                  <a:txBody>
                    <a:bodyPr/>
                    <a:lstStyle/>
                    <a:p>
                      <a:r>
                        <a:rPr lang="en-IN" dirty="0"/>
                        <a:t>0.4284</a:t>
                      </a:r>
                    </a:p>
                  </a:txBody>
                  <a:tcPr/>
                </a:tc>
                <a:extLst>
                  <a:ext uri="{0D108BD9-81ED-4DB2-BD59-A6C34878D82A}">
                    <a16:rowId xmlns:a16="http://schemas.microsoft.com/office/drawing/2014/main" val="852048042"/>
                  </a:ext>
                </a:extLst>
              </a:tr>
              <a:tr h="370840">
                <a:tc>
                  <a:txBody>
                    <a:bodyPr/>
                    <a:lstStyle/>
                    <a:p>
                      <a:r>
                        <a:rPr lang="en-US" dirty="0"/>
                        <a:t>2.    Interest Cover </a:t>
                      </a:r>
                      <a:endParaRPr lang="en-IN" dirty="0"/>
                    </a:p>
                  </a:txBody>
                  <a:tcPr/>
                </a:tc>
                <a:tc>
                  <a:txBody>
                    <a:bodyPr/>
                    <a:lstStyle/>
                    <a:p>
                      <a:r>
                        <a:rPr lang="en-IN" dirty="0"/>
                        <a:t>3</a:t>
                      </a:r>
                    </a:p>
                  </a:txBody>
                  <a:tcPr/>
                </a:tc>
                <a:tc>
                  <a:txBody>
                    <a:bodyPr/>
                    <a:lstStyle/>
                    <a:p>
                      <a:r>
                        <a:rPr lang="en-IN"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0.4284</a:t>
                      </a:r>
                    </a:p>
                  </a:txBody>
                  <a:tcPr/>
                </a:tc>
                <a:extLst>
                  <a:ext uri="{0D108BD9-81ED-4DB2-BD59-A6C34878D82A}">
                    <a16:rowId xmlns:a16="http://schemas.microsoft.com/office/drawing/2014/main" val="2073132173"/>
                  </a:ext>
                </a:extLst>
              </a:tr>
              <a:tr h="370840">
                <a:tc>
                  <a:txBody>
                    <a:bodyPr/>
                    <a:lstStyle/>
                    <a:p>
                      <a:r>
                        <a:rPr lang="en-US" dirty="0"/>
                        <a:t>3.  WC/TA</a:t>
                      </a:r>
                      <a:endParaRPr lang="en-IN" dirty="0"/>
                    </a:p>
                  </a:txBody>
                  <a:tcPr/>
                </a:tc>
                <a:tc>
                  <a:txBody>
                    <a:bodyPr/>
                    <a:lstStyle/>
                    <a:p>
                      <a:r>
                        <a:rPr lang="en-IN" dirty="0"/>
                        <a:t>2</a:t>
                      </a:r>
                    </a:p>
                  </a:txBody>
                  <a:tcPr/>
                </a:tc>
                <a:tc>
                  <a:txBody>
                    <a:bodyPr/>
                    <a:lstStyle/>
                    <a:p>
                      <a:r>
                        <a:rPr lang="en-IN"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0.5712</a:t>
                      </a:r>
                    </a:p>
                  </a:txBody>
                  <a:tcPr/>
                </a:tc>
                <a:extLst>
                  <a:ext uri="{0D108BD9-81ED-4DB2-BD59-A6C34878D82A}">
                    <a16:rowId xmlns:a16="http://schemas.microsoft.com/office/drawing/2014/main" val="1520444242"/>
                  </a:ext>
                </a:extLst>
              </a:tr>
              <a:tr h="370840">
                <a:tc>
                  <a:txBody>
                    <a:bodyPr/>
                    <a:lstStyle/>
                    <a:p>
                      <a:r>
                        <a:rPr lang="en-US" dirty="0"/>
                        <a:t>4.  RE/TA</a:t>
                      </a:r>
                      <a:endParaRPr lang="en-IN" dirty="0"/>
                    </a:p>
                  </a:txBody>
                  <a:tcPr/>
                </a:tc>
                <a:tc>
                  <a:txBody>
                    <a:bodyPr/>
                    <a:lstStyle/>
                    <a:p>
                      <a:r>
                        <a:rPr lang="en-IN" dirty="0"/>
                        <a:t>1</a:t>
                      </a:r>
                    </a:p>
                  </a:txBody>
                  <a:tcPr/>
                </a:tc>
                <a:tc>
                  <a:txBody>
                    <a:bodyPr/>
                    <a:lstStyle/>
                    <a:p>
                      <a:r>
                        <a:rPr lang="en-IN"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0.7140</a:t>
                      </a:r>
                    </a:p>
                  </a:txBody>
                  <a:tcPr/>
                </a:tc>
                <a:extLst>
                  <a:ext uri="{0D108BD9-81ED-4DB2-BD59-A6C34878D82A}">
                    <a16:rowId xmlns:a16="http://schemas.microsoft.com/office/drawing/2014/main" val="1337902439"/>
                  </a:ext>
                </a:extLst>
              </a:tr>
              <a:tr h="370840">
                <a:tc>
                  <a:txBody>
                    <a:bodyPr/>
                    <a:lstStyle/>
                    <a:p>
                      <a:r>
                        <a:rPr lang="en-US" dirty="0"/>
                        <a:t>5.  EBIT/TA</a:t>
                      </a:r>
                      <a:endParaRPr lang="en-IN" dirty="0"/>
                    </a:p>
                  </a:txBody>
                  <a:tcPr/>
                </a:tc>
                <a:tc>
                  <a:txBody>
                    <a:bodyPr/>
                    <a:lstStyle/>
                    <a:p>
                      <a:r>
                        <a:rPr lang="en-IN" dirty="0"/>
                        <a:t>4</a:t>
                      </a:r>
                    </a:p>
                  </a:txBody>
                  <a:tcPr/>
                </a:tc>
                <a:tc>
                  <a:txBody>
                    <a:bodyPr/>
                    <a:lstStyle/>
                    <a:p>
                      <a:r>
                        <a:rPr lang="en-IN"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0.2856</a:t>
                      </a:r>
                    </a:p>
                  </a:txBody>
                  <a:tcPr/>
                </a:tc>
                <a:extLst>
                  <a:ext uri="{0D108BD9-81ED-4DB2-BD59-A6C34878D82A}">
                    <a16:rowId xmlns:a16="http://schemas.microsoft.com/office/drawing/2014/main" val="1345314110"/>
                  </a:ext>
                </a:extLst>
              </a:tr>
              <a:tr h="370840">
                <a:tc>
                  <a:txBody>
                    <a:bodyPr/>
                    <a:lstStyle/>
                    <a:p>
                      <a:r>
                        <a:rPr lang="en-US" dirty="0"/>
                        <a:t>6. MV Eq/ BV of D</a:t>
                      </a:r>
                      <a:endParaRPr lang="en-IN" dirty="0"/>
                    </a:p>
                  </a:txBody>
                  <a:tcPr/>
                </a:tc>
                <a:tc>
                  <a:txBody>
                    <a:bodyPr/>
                    <a:lstStyle/>
                    <a:p>
                      <a:r>
                        <a:rPr lang="en-IN" dirty="0"/>
                        <a:t>4</a:t>
                      </a:r>
                    </a:p>
                  </a:txBody>
                  <a:tcPr/>
                </a:tc>
                <a:tc>
                  <a:txBody>
                    <a:bodyPr/>
                    <a:lstStyle/>
                    <a:p>
                      <a:r>
                        <a:rPr lang="en-IN"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0.2856</a:t>
                      </a:r>
                    </a:p>
                  </a:txBody>
                  <a:tcPr/>
                </a:tc>
                <a:extLst>
                  <a:ext uri="{0D108BD9-81ED-4DB2-BD59-A6C34878D82A}">
                    <a16:rowId xmlns:a16="http://schemas.microsoft.com/office/drawing/2014/main" val="903677710"/>
                  </a:ext>
                </a:extLst>
              </a:tr>
              <a:tr h="370840">
                <a:tc>
                  <a:txBody>
                    <a:bodyPr/>
                    <a:lstStyle/>
                    <a:p>
                      <a:r>
                        <a:rPr lang="en-US" dirty="0"/>
                        <a:t>7. Sales/ TA</a:t>
                      </a:r>
                      <a:endParaRPr lang="en-IN" dirty="0"/>
                    </a:p>
                  </a:txBody>
                  <a:tcPr/>
                </a:tc>
                <a:tc>
                  <a:txBody>
                    <a:bodyPr/>
                    <a:lstStyle/>
                    <a:p>
                      <a:r>
                        <a:rPr lang="en-IN" dirty="0"/>
                        <a:t>4</a:t>
                      </a:r>
                    </a:p>
                  </a:txBody>
                  <a:tcPr/>
                </a:tc>
                <a:tc>
                  <a:txBody>
                    <a:bodyPr/>
                    <a:lstStyle/>
                    <a:p>
                      <a:r>
                        <a:rPr lang="en-IN"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0.2856</a:t>
                      </a:r>
                    </a:p>
                  </a:txBody>
                  <a:tcPr/>
                </a:tc>
                <a:extLst>
                  <a:ext uri="{0D108BD9-81ED-4DB2-BD59-A6C34878D82A}">
                    <a16:rowId xmlns:a16="http://schemas.microsoft.com/office/drawing/2014/main" val="939341374"/>
                  </a:ext>
                </a:extLst>
              </a:tr>
              <a:tr h="370840">
                <a:tc>
                  <a:txBody>
                    <a:bodyPr/>
                    <a:lstStyle/>
                    <a:p>
                      <a:r>
                        <a:rPr lang="en-US" b="1" dirty="0"/>
                        <a:t>Total Weighted Score </a:t>
                      </a:r>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r>
                        <a:rPr lang="en-IN" b="1" dirty="0"/>
                        <a:t>2.9988</a:t>
                      </a:r>
                    </a:p>
                  </a:txBody>
                  <a:tcPr/>
                </a:tc>
                <a:extLst>
                  <a:ext uri="{0D108BD9-81ED-4DB2-BD59-A6C34878D82A}">
                    <a16:rowId xmlns:a16="http://schemas.microsoft.com/office/drawing/2014/main" val="713248258"/>
                  </a:ext>
                </a:extLst>
              </a:tr>
            </a:tbl>
          </a:graphicData>
        </a:graphic>
      </p:graphicFrame>
    </p:spTree>
    <p:extLst>
      <p:ext uri="{BB962C8B-B14F-4D97-AF65-F5344CB8AC3E}">
        <p14:creationId xmlns:p14="http://schemas.microsoft.com/office/powerpoint/2010/main" val="341451894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2ADDF-7AA0-468C-B5B9-2F6BCAAAA5C9}"/>
              </a:ext>
            </a:extLst>
          </p:cNvPr>
          <p:cNvSpPr>
            <a:spLocks noGrp="1"/>
          </p:cNvSpPr>
          <p:nvPr>
            <p:ph type="title"/>
          </p:nvPr>
        </p:nvSpPr>
        <p:spPr/>
        <p:txBody>
          <a:bodyPr/>
          <a:lstStyle/>
          <a:p>
            <a:pPr algn="ctr"/>
            <a:r>
              <a:rPr lang="en-US" b="1" dirty="0"/>
              <a:t>Vishal’s Solvency score </a:t>
            </a:r>
            <a:endParaRPr lang="en-IN" b="1" dirty="0"/>
          </a:p>
        </p:txBody>
      </p:sp>
      <p:graphicFrame>
        <p:nvGraphicFramePr>
          <p:cNvPr id="4" name="Table 4">
            <a:extLst>
              <a:ext uri="{FF2B5EF4-FFF2-40B4-BE49-F238E27FC236}">
                <a16:creationId xmlns:a16="http://schemas.microsoft.com/office/drawing/2014/main" id="{3F5C4ABA-959B-4264-B0F8-F07C7F7D6F59}"/>
              </a:ext>
            </a:extLst>
          </p:cNvPr>
          <p:cNvGraphicFramePr>
            <a:graphicFrameLocks noGrp="1"/>
          </p:cNvGraphicFramePr>
          <p:nvPr>
            <p:ph idx="1"/>
          </p:nvPr>
        </p:nvGraphicFramePr>
        <p:xfrm>
          <a:off x="838200" y="1825625"/>
          <a:ext cx="10515600" cy="387604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581617588"/>
                    </a:ext>
                  </a:extLst>
                </a:gridCol>
                <a:gridCol w="2103120">
                  <a:extLst>
                    <a:ext uri="{9D8B030D-6E8A-4147-A177-3AD203B41FA5}">
                      <a16:colId xmlns:a16="http://schemas.microsoft.com/office/drawing/2014/main" val="3736460221"/>
                    </a:ext>
                  </a:extLst>
                </a:gridCol>
                <a:gridCol w="2103120">
                  <a:extLst>
                    <a:ext uri="{9D8B030D-6E8A-4147-A177-3AD203B41FA5}">
                      <a16:colId xmlns:a16="http://schemas.microsoft.com/office/drawing/2014/main" val="3173083987"/>
                    </a:ext>
                  </a:extLst>
                </a:gridCol>
                <a:gridCol w="2554379">
                  <a:extLst>
                    <a:ext uri="{9D8B030D-6E8A-4147-A177-3AD203B41FA5}">
                      <a16:colId xmlns:a16="http://schemas.microsoft.com/office/drawing/2014/main" val="1538783123"/>
                    </a:ext>
                  </a:extLst>
                </a:gridCol>
                <a:gridCol w="1651861">
                  <a:extLst>
                    <a:ext uri="{9D8B030D-6E8A-4147-A177-3AD203B41FA5}">
                      <a16:colId xmlns:a16="http://schemas.microsoft.com/office/drawing/2014/main" val="1384692733"/>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2111029006"/>
                  </a:ext>
                </a:extLst>
              </a:tr>
              <a:tr h="370840">
                <a:tc>
                  <a:txBody>
                    <a:bodyPr/>
                    <a:lstStyle/>
                    <a:p>
                      <a:pPr marL="342900" indent="-342900">
                        <a:buAutoNum type="arabicPeriod"/>
                      </a:pPr>
                      <a:r>
                        <a:rPr lang="en-US" dirty="0"/>
                        <a:t>D/E</a:t>
                      </a:r>
                      <a:endParaRPr lang="en-IN" dirty="0"/>
                    </a:p>
                  </a:txBody>
                  <a:tcPr/>
                </a:tc>
                <a:tc>
                  <a:txBody>
                    <a:bodyPr/>
                    <a:lstStyle/>
                    <a:p>
                      <a:r>
                        <a:rPr lang="en-IN" dirty="0"/>
                        <a:t>1</a:t>
                      </a:r>
                    </a:p>
                  </a:txBody>
                  <a:tcPr/>
                </a:tc>
                <a:tc>
                  <a:txBody>
                    <a:bodyPr/>
                    <a:lstStyle/>
                    <a:p>
                      <a:r>
                        <a:rPr lang="en-IN" dirty="0"/>
                        <a:t>5</a:t>
                      </a:r>
                    </a:p>
                  </a:txBody>
                  <a:tcPr/>
                </a:tc>
                <a:tc>
                  <a:txBody>
                    <a:bodyPr/>
                    <a:lstStyle/>
                    <a:p>
                      <a:r>
                        <a:rPr lang="en-US" dirty="0"/>
                        <a:t>0.1428</a:t>
                      </a:r>
                      <a:endParaRPr lang="en-IN" dirty="0"/>
                    </a:p>
                  </a:txBody>
                  <a:tcPr/>
                </a:tc>
                <a:tc>
                  <a:txBody>
                    <a:bodyPr/>
                    <a:lstStyle/>
                    <a:p>
                      <a:r>
                        <a:rPr lang="en-IN" dirty="0"/>
                        <a:t>0.7140</a:t>
                      </a:r>
                    </a:p>
                  </a:txBody>
                  <a:tcPr/>
                </a:tc>
                <a:extLst>
                  <a:ext uri="{0D108BD9-81ED-4DB2-BD59-A6C34878D82A}">
                    <a16:rowId xmlns:a16="http://schemas.microsoft.com/office/drawing/2014/main" val="852048042"/>
                  </a:ext>
                </a:extLst>
              </a:tr>
              <a:tr h="370840">
                <a:tc>
                  <a:txBody>
                    <a:bodyPr/>
                    <a:lstStyle/>
                    <a:p>
                      <a:r>
                        <a:rPr lang="en-US" dirty="0"/>
                        <a:t>2.    Interest Cover </a:t>
                      </a:r>
                      <a:endParaRPr lang="en-IN" dirty="0"/>
                    </a:p>
                  </a:txBody>
                  <a:tcPr/>
                </a:tc>
                <a:tc>
                  <a:txBody>
                    <a:bodyPr/>
                    <a:lstStyle/>
                    <a:p>
                      <a:r>
                        <a:rPr lang="en-IN" dirty="0"/>
                        <a:t>5</a:t>
                      </a:r>
                    </a:p>
                  </a:txBody>
                  <a:tcPr/>
                </a:tc>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p>
                  </a:txBody>
                  <a:tcPr/>
                </a:tc>
                <a:extLst>
                  <a:ext uri="{0D108BD9-81ED-4DB2-BD59-A6C34878D82A}">
                    <a16:rowId xmlns:a16="http://schemas.microsoft.com/office/drawing/2014/main" val="2073132173"/>
                  </a:ext>
                </a:extLst>
              </a:tr>
              <a:tr h="370840">
                <a:tc>
                  <a:txBody>
                    <a:bodyPr/>
                    <a:lstStyle/>
                    <a:p>
                      <a:r>
                        <a:rPr lang="en-US" dirty="0"/>
                        <a:t>3.  WC/TA</a:t>
                      </a:r>
                      <a:endParaRPr lang="en-IN" dirty="0"/>
                    </a:p>
                  </a:txBody>
                  <a:tcPr/>
                </a:tc>
                <a:tc>
                  <a:txBody>
                    <a:bodyPr/>
                    <a:lstStyle/>
                    <a:p>
                      <a:r>
                        <a:rPr lang="en-IN" dirty="0"/>
                        <a:t>3</a:t>
                      </a:r>
                    </a:p>
                  </a:txBody>
                  <a:tcPr/>
                </a:tc>
                <a:tc>
                  <a:txBody>
                    <a:bodyPr/>
                    <a:lstStyle/>
                    <a:p>
                      <a:r>
                        <a:rPr lang="en-IN"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0.4284</a:t>
                      </a:r>
                    </a:p>
                  </a:txBody>
                  <a:tcPr/>
                </a:tc>
                <a:extLst>
                  <a:ext uri="{0D108BD9-81ED-4DB2-BD59-A6C34878D82A}">
                    <a16:rowId xmlns:a16="http://schemas.microsoft.com/office/drawing/2014/main" val="1520444242"/>
                  </a:ext>
                </a:extLst>
              </a:tr>
              <a:tr h="370840">
                <a:tc>
                  <a:txBody>
                    <a:bodyPr/>
                    <a:lstStyle/>
                    <a:p>
                      <a:r>
                        <a:rPr lang="en-US" dirty="0"/>
                        <a:t>4.  RE/TA</a:t>
                      </a:r>
                      <a:endParaRPr lang="en-IN" dirty="0"/>
                    </a:p>
                  </a:txBody>
                  <a:tcPr/>
                </a:tc>
                <a:tc>
                  <a:txBody>
                    <a:bodyPr/>
                    <a:lstStyle/>
                    <a:p>
                      <a:r>
                        <a:rPr lang="en-IN" dirty="0"/>
                        <a:t>5</a:t>
                      </a:r>
                    </a:p>
                  </a:txBody>
                  <a:tcPr/>
                </a:tc>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p>
                  </a:txBody>
                  <a:tcPr/>
                </a:tc>
                <a:extLst>
                  <a:ext uri="{0D108BD9-81ED-4DB2-BD59-A6C34878D82A}">
                    <a16:rowId xmlns:a16="http://schemas.microsoft.com/office/drawing/2014/main" val="1337902439"/>
                  </a:ext>
                </a:extLst>
              </a:tr>
              <a:tr h="370840">
                <a:tc>
                  <a:txBody>
                    <a:bodyPr/>
                    <a:lstStyle/>
                    <a:p>
                      <a:r>
                        <a:rPr lang="en-US" dirty="0"/>
                        <a:t>5.  EBIT/TA</a:t>
                      </a:r>
                      <a:endParaRPr lang="en-IN" dirty="0"/>
                    </a:p>
                  </a:txBody>
                  <a:tcPr/>
                </a:tc>
                <a:tc>
                  <a:txBody>
                    <a:bodyPr/>
                    <a:lstStyle/>
                    <a:p>
                      <a:r>
                        <a:rPr lang="en-IN" dirty="0"/>
                        <a:t>5</a:t>
                      </a:r>
                    </a:p>
                  </a:txBody>
                  <a:tcPr/>
                </a:tc>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0.1428</a:t>
                      </a:r>
                    </a:p>
                  </a:txBody>
                  <a:tcPr/>
                </a:tc>
                <a:extLst>
                  <a:ext uri="{0D108BD9-81ED-4DB2-BD59-A6C34878D82A}">
                    <a16:rowId xmlns:a16="http://schemas.microsoft.com/office/drawing/2014/main" val="1345314110"/>
                  </a:ext>
                </a:extLst>
              </a:tr>
              <a:tr h="370840">
                <a:tc>
                  <a:txBody>
                    <a:bodyPr/>
                    <a:lstStyle/>
                    <a:p>
                      <a:r>
                        <a:rPr lang="en-US" dirty="0"/>
                        <a:t>6. MV Eq/ BV of D</a:t>
                      </a:r>
                      <a:endParaRPr lang="en-IN" dirty="0"/>
                    </a:p>
                  </a:txBody>
                  <a:tcPr/>
                </a:tc>
                <a:tc>
                  <a:txBody>
                    <a:bodyPr/>
                    <a:lstStyle/>
                    <a:p>
                      <a:r>
                        <a:rPr lang="en-IN" dirty="0"/>
                        <a:t>1</a:t>
                      </a:r>
                    </a:p>
                  </a:txBody>
                  <a:tcPr/>
                </a:tc>
                <a:tc>
                  <a:txBody>
                    <a:bodyPr/>
                    <a:lstStyle/>
                    <a:p>
                      <a:r>
                        <a:rPr lang="en-IN"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0.7140</a:t>
                      </a:r>
                    </a:p>
                  </a:txBody>
                  <a:tcPr/>
                </a:tc>
                <a:extLst>
                  <a:ext uri="{0D108BD9-81ED-4DB2-BD59-A6C34878D82A}">
                    <a16:rowId xmlns:a16="http://schemas.microsoft.com/office/drawing/2014/main" val="903677710"/>
                  </a:ext>
                </a:extLst>
              </a:tr>
              <a:tr h="370840">
                <a:tc>
                  <a:txBody>
                    <a:bodyPr/>
                    <a:lstStyle/>
                    <a:p>
                      <a:r>
                        <a:rPr lang="en-US" dirty="0"/>
                        <a:t>7. Sales/ TA</a:t>
                      </a:r>
                      <a:endParaRPr lang="en-IN" dirty="0"/>
                    </a:p>
                  </a:txBody>
                  <a:tcPr/>
                </a:tc>
                <a:tc>
                  <a:txBody>
                    <a:bodyPr/>
                    <a:lstStyle/>
                    <a:p>
                      <a:r>
                        <a:rPr lang="en-IN" dirty="0"/>
                        <a:t>2</a:t>
                      </a:r>
                    </a:p>
                  </a:txBody>
                  <a:tcPr/>
                </a:tc>
                <a:tc>
                  <a:txBody>
                    <a:bodyPr/>
                    <a:lstStyle/>
                    <a:p>
                      <a:r>
                        <a:rPr lang="en-IN"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0.1428</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0.5712</a:t>
                      </a:r>
                    </a:p>
                  </a:txBody>
                  <a:tcPr/>
                </a:tc>
                <a:extLst>
                  <a:ext uri="{0D108BD9-81ED-4DB2-BD59-A6C34878D82A}">
                    <a16:rowId xmlns:a16="http://schemas.microsoft.com/office/drawing/2014/main" val="939341374"/>
                  </a:ext>
                </a:extLst>
              </a:tr>
              <a:tr h="370840">
                <a:tc>
                  <a:txBody>
                    <a:bodyPr/>
                    <a:lstStyle/>
                    <a:p>
                      <a:r>
                        <a:rPr lang="en-US" b="1" dirty="0"/>
                        <a:t>Total Weighted Score </a:t>
                      </a:r>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r>
                        <a:rPr lang="en-IN" b="1" dirty="0"/>
                        <a:t>2.8560</a:t>
                      </a:r>
                    </a:p>
                  </a:txBody>
                  <a:tcPr/>
                </a:tc>
                <a:extLst>
                  <a:ext uri="{0D108BD9-81ED-4DB2-BD59-A6C34878D82A}">
                    <a16:rowId xmlns:a16="http://schemas.microsoft.com/office/drawing/2014/main" val="713248258"/>
                  </a:ext>
                </a:extLst>
              </a:tr>
            </a:tbl>
          </a:graphicData>
        </a:graphic>
      </p:graphicFrame>
    </p:spTree>
    <p:extLst>
      <p:ext uri="{BB962C8B-B14F-4D97-AF65-F5344CB8AC3E}">
        <p14:creationId xmlns:p14="http://schemas.microsoft.com/office/powerpoint/2010/main" val="289329488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452B9-FFE2-4860-86CD-2AD14D149783}"/>
              </a:ext>
            </a:extLst>
          </p:cNvPr>
          <p:cNvSpPr>
            <a:spLocks noGrp="1"/>
          </p:cNvSpPr>
          <p:nvPr>
            <p:ph type="title"/>
          </p:nvPr>
        </p:nvSpPr>
        <p:spPr/>
        <p:txBody>
          <a:bodyPr/>
          <a:lstStyle/>
          <a:p>
            <a:pPr algn="ctr"/>
            <a:r>
              <a:rPr lang="en-US" b="1" dirty="0"/>
              <a:t>Overall Score &amp; Rank on Solvency </a:t>
            </a:r>
            <a:endParaRPr lang="en-IN" b="1" dirty="0"/>
          </a:p>
        </p:txBody>
      </p:sp>
      <p:graphicFrame>
        <p:nvGraphicFramePr>
          <p:cNvPr id="4" name="Table 4">
            <a:extLst>
              <a:ext uri="{FF2B5EF4-FFF2-40B4-BE49-F238E27FC236}">
                <a16:creationId xmlns:a16="http://schemas.microsoft.com/office/drawing/2014/main" id="{6FCFC94A-D07F-4067-BD63-2BDEACC3A911}"/>
              </a:ext>
            </a:extLst>
          </p:cNvPr>
          <p:cNvGraphicFramePr>
            <a:graphicFrameLocks noGrp="1"/>
          </p:cNvGraphicFramePr>
          <p:nvPr>
            <p:ph idx="1"/>
          </p:nvPr>
        </p:nvGraphicFramePr>
        <p:xfrm>
          <a:off x="838200" y="1825625"/>
          <a:ext cx="10515597" cy="2595880"/>
        </p:xfrm>
        <a:graphic>
          <a:graphicData uri="http://schemas.openxmlformats.org/drawingml/2006/table">
            <a:tbl>
              <a:tblPr firstRow="1" bandRow="1">
                <a:tableStyleId>{073A0DAA-6AF3-43AB-8588-CEC1D06C72B9}</a:tableStyleId>
              </a:tblPr>
              <a:tblGrid>
                <a:gridCol w="3505199">
                  <a:extLst>
                    <a:ext uri="{9D8B030D-6E8A-4147-A177-3AD203B41FA5}">
                      <a16:colId xmlns:a16="http://schemas.microsoft.com/office/drawing/2014/main" val="597982494"/>
                    </a:ext>
                  </a:extLst>
                </a:gridCol>
                <a:gridCol w="3505199">
                  <a:extLst>
                    <a:ext uri="{9D8B030D-6E8A-4147-A177-3AD203B41FA5}">
                      <a16:colId xmlns:a16="http://schemas.microsoft.com/office/drawing/2014/main" val="4184826544"/>
                    </a:ext>
                  </a:extLst>
                </a:gridCol>
                <a:gridCol w="3505199">
                  <a:extLst>
                    <a:ext uri="{9D8B030D-6E8A-4147-A177-3AD203B41FA5}">
                      <a16:colId xmlns:a16="http://schemas.microsoft.com/office/drawing/2014/main" val="1217679234"/>
                    </a:ext>
                  </a:extLst>
                </a:gridCol>
              </a:tblGrid>
              <a:tr h="370840">
                <a:tc>
                  <a:txBody>
                    <a:bodyPr/>
                    <a:lstStyle/>
                    <a:p>
                      <a:r>
                        <a:rPr lang="en-US" dirty="0"/>
                        <a:t>Firm</a:t>
                      </a:r>
                      <a:endParaRPr lang="en-IN" dirty="0"/>
                    </a:p>
                  </a:txBody>
                  <a:tcPr/>
                </a:tc>
                <a:tc>
                  <a:txBody>
                    <a:bodyPr/>
                    <a:lstStyle/>
                    <a:p>
                      <a:r>
                        <a:rPr lang="en-US" dirty="0"/>
                        <a:t>Overall </a:t>
                      </a:r>
                      <a:r>
                        <a:rPr lang="en-US" dirty="0" err="1"/>
                        <a:t>W.Score</a:t>
                      </a:r>
                      <a:r>
                        <a:rPr lang="en-US" dirty="0"/>
                        <a:t> on Solvency</a:t>
                      </a:r>
                      <a:endParaRPr lang="en-IN" dirty="0"/>
                    </a:p>
                  </a:txBody>
                  <a:tcPr/>
                </a:tc>
                <a:tc>
                  <a:txBody>
                    <a:bodyPr/>
                    <a:lstStyle/>
                    <a:p>
                      <a:r>
                        <a:rPr lang="en-US" dirty="0"/>
                        <a:t>Overall Rank </a:t>
                      </a:r>
                      <a:endParaRPr lang="en-IN" dirty="0"/>
                    </a:p>
                  </a:txBody>
                  <a:tcPr/>
                </a:tc>
                <a:extLst>
                  <a:ext uri="{0D108BD9-81ED-4DB2-BD59-A6C34878D82A}">
                    <a16:rowId xmlns:a16="http://schemas.microsoft.com/office/drawing/2014/main" val="2934735824"/>
                  </a:ext>
                </a:extLst>
              </a:tr>
              <a:tr h="370840">
                <a:tc>
                  <a:txBody>
                    <a:bodyPr/>
                    <a:lstStyle/>
                    <a:p>
                      <a:r>
                        <a:rPr lang="en-IN" b="0" dirty="0"/>
                        <a:t>HUL</a:t>
                      </a:r>
                    </a:p>
                  </a:txBody>
                  <a:tcPr/>
                </a:tc>
                <a:tc>
                  <a:txBody>
                    <a:bodyPr/>
                    <a:lstStyle/>
                    <a:p>
                      <a:r>
                        <a:rPr lang="en-IN" b="0" dirty="0"/>
                        <a:t>3.5700</a:t>
                      </a:r>
                    </a:p>
                  </a:txBody>
                  <a:tcPr/>
                </a:tc>
                <a:tc>
                  <a:txBody>
                    <a:bodyPr/>
                    <a:lstStyle/>
                    <a:p>
                      <a:r>
                        <a:rPr lang="en-IN" b="0" dirty="0"/>
                        <a:t>2</a:t>
                      </a:r>
                    </a:p>
                  </a:txBody>
                  <a:tcPr/>
                </a:tc>
                <a:extLst>
                  <a:ext uri="{0D108BD9-81ED-4DB2-BD59-A6C34878D82A}">
                    <a16:rowId xmlns:a16="http://schemas.microsoft.com/office/drawing/2014/main" val="404253511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highlight>
                            <a:srgbClr val="FFFF00"/>
                          </a:highlight>
                          <a:uLnTx/>
                          <a:uFillTx/>
                          <a:latin typeface="+mn-lt"/>
                          <a:ea typeface="+mn-ea"/>
                          <a:cs typeface="+mn-cs"/>
                        </a:rPr>
                        <a:t>Godrej Consumer Products Ltd </a:t>
                      </a:r>
                    </a:p>
                  </a:txBody>
                  <a:tcPr/>
                </a:tc>
                <a:tc>
                  <a:txBody>
                    <a:bodyPr/>
                    <a:lstStyle/>
                    <a:p>
                      <a:r>
                        <a:rPr lang="en-IN" b="0" dirty="0">
                          <a:highlight>
                            <a:srgbClr val="FFFF00"/>
                          </a:highlight>
                        </a:rPr>
                        <a:t>1.7136</a:t>
                      </a:r>
                    </a:p>
                  </a:txBody>
                  <a:tcPr/>
                </a:tc>
                <a:tc>
                  <a:txBody>
                    <a:bodyPr/>
                    <a:lstStyle/>
                    <a:p>
                      <a:r>
                        <a:rPr lang="en-IN" b="0" dirty="0">
                          <a:highlight>
                            <a:srgbClr val="FFFF00"/>
                          </a:highlight>
                        </a:rPr>
                        <a:t>5</a:t>
                      </a:r>
                    </a:p>
                  </a:txBody>
                  <a:tcPr/>
                </a:tc>
                <a:extLst>
                  <a:ext uri="{0D108BD9-81ED-4DB2-BD59-A6C34878D82A}">
                    <a16:rowId xmlns:a16="http://schemas.microsoft.com/office/drawing/2014/main" val="2729039592"/>
                  </a:ext>
                </a:extLst>
              </a:tr>
              <a:tr h="370840">
                <a:tc>
                  <a:txBody>
                    <a:bodyPr/>
                    <a:lstStyle/>
                    <a:p>
                      <a:r>
                        <a:rPr lang="en-IN" b="1" dirty="0"/>
                        <a:t>Marico Ltd</a:t>
                      </a:r>
                    </a:p>
                  </a:txBody>
                  <a:tcPr/>
                </a:tc>
                <a:tc>
                  <a:txBody>
                    <a:bodyPr/>
                    <a:lstStyle/>
                    <a:p>
                      <a:r>
                        <a:rPr lang="en-IN" b="1" dirty="0"/>
                        <a:t>3.8556</a:t>
                      </a:r>
                    </a:p>
                  </a:txBody>
                  <a:tcPr/>
                </a:tc>
                <a:tc>
                  <a:txBody>
                    <a:bodyPr/>
                    <a:lstStyle/>
                    <a:p>
                      <a:r>
                        <a:rPr lang="en-IN" b="1" dirty="0">
                          <a:solidFill>
                            <a:schemeClr val="bg2">
                              <a:lumMod val="10000"/>
                            </a:schemeClr>
                          </a:solidFill>
                        </a:rPr>
                        <a:t>1</a:t>
                      </a:r>
                    </a:p>
                  </a:txBody>
                  <a:tcPr/>
                </a:tc>
                <a:extLst>
                  <a:ext uri="{0D108BD9-81ED-4DB2-BD59-A6C34878D82A}">
                    <a16:rowId xmlns:a16="http://schemas.microsoft.com/office/drawing/2014/main" val="3368638780"/>
                  </a:ext>
                </a:extLst>
              </a:tr>
              <a:tr h="370840">
                <a:tc>
                  <a:txBody>
                    <a:bodyPr/>
                    <a:lstStyle/>
                    <a:p>
                      <a:r>
                        <a:rPr lang="en-IN" b="0" dirty="0"/>
                        <a:t>Dabur India</a:t>
                      </a:r>
                    </a:p>
                  </a:txBody>
                  <a:tcPr/>
                </a:tc>
                <a:tc>
                  <a:txBody>
                    <a:bodyPr/>
                    <a:lstStyle/>
                    <a:p>
                      <a:r>
                        <a:rPr lang="en-IN" b="0" dirty="0"/>
                        <a:t>2.9988</a:t>
                      </a:r>
                    </a:p>
                  </a:txBody>
                  <a:tcPr/>
                </a:tc>
                <a:tc>
                  <a:txBody>
                    <a:bodyPr/>
                    <a:lstStyle/>
                    <a:p>
                      <a:r>
                        <a:rPr lang="en-IN" b="0" dirty="0"/>
                        <a:t>3</a:t>
                      </a:r>
                    </a:p>
                  </a:txBody>
                  <a:tcPr/>
                </a:tc>
                <a:extLst>
                  <a:ext uri="{0D108BD9-81ED-4DB2-BD59-A6C34878D82A}">
                    <a16:rowId xmlns:a16="http://schemas.microsoft.com/office/drawing/2014/main" val="21072189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t>Vishal Mega Mart</a:t>
                      </a:r>
                    </a:p>
                  </a:txBody>
                  <a:tcPr/>
                </a:tc>
                <a:tc>
                  <a:txBody>
                    <a:bodyPr/>
                    <a:lstStyle/>
                    <a:p>
                      <a:r>
                        <a:rPr lang="en-IN" b="0" dirty="0"/>
                        <a:t>2.8560</a:t>
                      </a:r>
                    </a:p>
                  </a:txBody>
                  <a:tcPr/>
                </a:tc>
                <a:tc>
                  <a:txBody>
                    <a:bodyPr/>
                    <a:lstStyle/>
                    <a:p>
                      <a:r>
                        <a:rPr lang="en-IN" b="0" dirty="0"/>
                        <a:t>4</a:t>
                      </a:r>
                    </a:p>
                  </a:txBody>
                  <a:tcPr/>
                </a:tc>
                <a:extLst>
                  <a:ext uri="{0D108BD9-81ED-4DB2-BD59-A6C34878D82A}">
                    <a16:rowId xmlns:a16="http://schemas.microsoft.com/office/drawing/2014/main" val="32497861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0" dirty="0"/>
                    </a:p>
                  </a:txBody>
                  <a:tcPr/>
                </a:tc>
                <a:tc>
                  <a:txBody>
                    <a:bodyPr/>
                    <a:lstStyle/>
                    <a:p>
                      <a:endParaRPr lang="en-IN" b="0" dirty="0"/>
                    </a:p>
                  </a:txBody>
                  <a:tcPr/>
                </a:tc>
                <a:extLst>
                  <a:ext uri="{0D108BD9-81ED-4DB2-BD59-A6C34878D82A}">
                    <a16:rowId xmlns:a16="http://schemas.microsoft.com/office/drawing/2014/main" val="627890948"/>
                  </a:ext>
                </a:extLst>
              </a:tr>
            </a:tbl>
          </a:graphicData>
        </a:graphic>
      </p:graphicFrame>
    </p:spTree>
    <p:extLst>
      <p:ext uri="{BB962C8B-B14F-4D97-AF65-F5344CB8AC3E}">
        <p14:creationId xmlns:p14="http://schemas.microsoft.com/office/powerpoint/2010/main" val="285964971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20425-59F6-4667-AF8E-807A2BD47AA3}"/>
              </a:ext>
            </a:extLst>
          </p:cNvPr>
          <p:cNvSpPr>
            <a:spLocks noGrp="1"/>
          </p:cNvSpPr>
          <p:nvPr>
            <p:ph type="title"/>
          </p:nvPr>
        </p:nvSpPr>
        <p:spPr/>
        <p:txBody>
          <a:bodyPr/>
          <a:lstStyle/>
          <a:p>
            <a:r>
              <a:rPr lang="en-US" b="1" dirty="0">
                <a:highlight>
                  <a:srgbClr val="FFFF00"/>
                </a:highlight>
              </a:rPr>
              <a:t>Cash Flow </a:t>
            </a:r>
            <a:r>
              <a:rPr lang="en-US" b="1" dirty="0" err="1">
                <a:highlight>
                  <a:srgbClr val="FFFF00"/>
                </a:highlight>
              </a:rPr>
              <a:t>Mgmt</a:t>
            </a:r>
            <a:r>
              <a:rPr lang="en-US" b="1" dirty="0">
                <a:highlight>
                  <a:srgbClr val="FFFF00"/>
                </a:highlight>
              </a:rPr>
              <a:t>- </a:t>
            </a:r>
            <a:r>
              <a:rPr lang="en-US" b="1" dirty="0"/>
              <a:t>Sub Parameters Considered </a:t>
            </a:r>
            <a:endParaRPr lang="en-IN" b="1" dirty="0"/>
          </a:p>
        </p:txBody>
      </p:sp>
      <p:sp>
        <p:nvSpPr>
          <p:cNvPr id="3" name="Content Placeholder 2">
            <a:extLst>
              <a:ext uri="{FF2B5EF4-FFF2-40B4-BE49-F238E27FC236}">
                <a16:creationId xmlns:a16="http://schemas.microsoft.com/office/drawing/2014/main" id="{68F7344D-8341-409D-AFD4-3DC8F5061258}"/>
              </a:ext>
            </a:extLst>
          </p:cNvPr>
          <p:cNvSpPr>
            <a:spLocks noGrp="1"/>
          </p:cNvSpPr>
          <p:nvPr>
            <p:ph idx="1"/>
          </p:nvPr>
        </p:nvSpPr>
        <p:spPr/>
        <p:txBody>
          <a:bodyPr>
            <a:normAutofit/>
          </a:bodyPr>
          <a:lstStyle/>
          <a:p>
            <a:r>
              <a:rPr lang="en-US" sz="4400" dirty="0"/>
              <a:t>CFO to Capex</a:t>
            </a:r>
          </a:p>
          <a:p>
            <a:r>
              <a:rPr lang="en-US" sz="4400" dirty="0"/>
              <a:t>CFO to Current Liabilities</a:t>
            </a:r>
          </a:p>
          <a:p>
            <a:r>
              <a:rPr lang="en-US" sz="4400" dirty="0"/>
              <a:t>CFO to Total Debt</a:t>
            </a:r>
          </a:p>
          <a:p>
            <a:r>
              <a:rPr lang="en-US" sz="4400" dirty="0"/>
              <a:t>CFO to Net Income ( or Cash Realization) </a:t>
            </a:r>
            <a:endParaRPr lang="en-IN" sz="4400" dirty="0"/>
          </a:p>
        </p:txBody>
      </p:sp>
    </p:spTree>
    <p:extLst>
      <p:ext uri="{BB962C8B-B14F-4D97-AF65-F5344CB8AC3E}">
        <p14:creationId xmlns:p14="http://schemas.microsoft.com/office/powerpoint/2010/main" val="132906510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8639E-0AB5-4095-9BC1-A93EA9F1AAF4}"/>
              </a:ext>
            </a:extLst>
          </p:cNvPr>
          <p:cNvSpPr>
            <a:spLocks noGrp="1"/>
          </p:cNvSpPr>
          <p:nvPr>
            <p:ph type="title"/>
          </p:nvPr>
        </p:nvSpPr>
        <p:spPr/>
        <p:txBody>
          <a:bodyPr/>
          <a:lstStyle/>
          <a:p>
            <a:pPr algn="ctr"/>
            <a:r>
              <a:rPr lang="en-US" b="1" dirty="0"/>
              <a:t>CFO to Capex – FY 2025 </a:t>
            </a:r>
            <a:endParaRPr lang="en-IN" b="1" dirty="0"/>
          </a:p>
        </p:txBody>
      </p:sp>
      <p:graphicFrame>
        <p:nvGraphicFramePr>
          <p:cNvPr id="4" name="Table 4">
            <a:extLst>
              <a:ext uri="{FF2B5EF4-FFF2-40B4-BE49-F238E27FC236}">
                <a16:creationId xmlns:a16="http://schemas.microsoft.com/office/drawing/2014/main" id="{1DD1D885-1721-4522-B6D3-96413C4754B1}"/>
              </a:ext>
            </a:extLst>
          </p:cNvPr>
          <p:cNvGraphicFramePr>
            <a:graphicFrameLocks noGrp="1"/>
          </p:cNvGraphicFramePr>
          <p:nvPr>
            <p:ph idx="1"/>
          </p:nvPr>
        </p:nvGraphicFramePr>
        <p:xfrm>
          <a:off x="838200" y="1851024"/>
          <a:ext cx="8584769" cy="2834640"/>
        </p:xfrm>
        <a:graphic>
          <a:graphicData uri="http://schemas.openxmlformats.org/drawingml/2006/table">
            <a:tbl>
              <a:tblPr firstRow="1" bandRow="1">
                <a:tableStyleId>{7DF18680-E054-41AD-8BC1-D1AEF772440D}</a:tableStyleId>
              </a:tblPr>
              <a:tblGrid>
                <a:gridCol w="2189899">
                  <a:extLst>
                    <a:ext uri="{9D8B030D-6E8A-4147-A177-3AD203B41FA5}">
                      <a16:colId xmlns:a16="http://schemas.microsoft.com/office/drawing/2014/main" val="239351581"/>
                    </a:ext>
                  </a:extLst>
                </a:gridCol>
                <a:gridCol w="2189899">
                  <a:extLst>
                    <a:ext uri="{9D8B030D-6E8A-4147-A177-3AD203B41FA5}">
                      <a16:colId xmlns:a16="http://schemas.microsoft.com/office/drawing/2014/main" val="3651509243"/>
                    </a:ext>
                  </a:extLst>
                </a:gridCol>
                <a:gridCol w="1849229">
                  <a:extLst>
                    <a:ext uri="{9D8B030D-6E8A-4147-A177-3AD203B41FA5}">
                      <a16:colId xmlns:a16="http://schemas.microsoft.com/office/drawing/2014/main" val="343889307"/>
                    </a:ext>
                  </a:extLst>
                </a:gridCol>
                <a:gridCol w="1348206">
                  <a:extLst>
                    <a:ext uri="{9D8B030D-6E8A-4147-A177-3AD203B41FA5}">
                      <a16:colId xmlns:a16="http://schemas.microsoft.com/office/drawing/2014/main" val="3173881814"/>
                    </a:ext>
                  </a:extLst>
                </a:gridCol>
                <a:gridCol w="1007536">
                  <a:extLst>
                    <a:ext uri="{9D8B030D-6E8A-4147-A177-3AD203B41FA5}">
                      <a16:colId xmlns:a16="http://schemas.microsoft.com/office/drawing/2014/main" val="269274260"/>
                    </a:ext>
                  </a:extLst>
                </a:gridCol>
              </a:tblGrid>
              <a:tr h="329909">
                <a:tc>
                  <a:txBody>
                    <a:bodyPr/>
                    <a:lstStyle/>
                    <a:p>
                      <a:r>
                        <a:rPr lang="en-US" dirty="0"/>
                        <a:t>Company</a:t>
                      </a:r>
                      <a:endParaRPr lang="en-IN" dirty="0"/>
                    </a:p>
                  </a:txBody>
                  <a:tcPr/>
                </a:tc>
                <a:tc>
                  <a:txBody>
                    <a:bodyPr/>
                    <a:lstStyle/>
                    <a:p>
                      <a:r>
                        <a:rPr lang="en-US" dirty="0"/>
                        <a:t>CFO</a:t>
                      </a:r>
                      <a:endParaRPr lang="en-IN" dirty="0"/>
                    </a:p>
                  </a:txBody>
                  <a:tcPr/>
                </a:tc>
                <a:tc>
                  <a:txBody>
                    <a:bodyPr/>
                    <a:lstStyle/>
                    <a:p>
                      <a:r>
                        <a:rPr lang="en-US" dirty="0"/>
                        <a:t>Capex</a:t>
                      </a:r>
                      <a:endParaRPr lang="en-IN" dirty="0"/>
                    </a:p>
                  </a:txBody>
                  <a:tcPr/>
                </a:tc>
                <a:tc>
                  <a:txBody>
                    <a:bodyPr/>
                    <a:lstStyle/>
                    <a:p>
                      <a:r>
                        <a:rPr lang="en-US" dirty="0"/>
                        <a:t>CFO/Capex</a:t>
                      </a:r>
                      <a:endParaRPr lang="en-IN" dirty="0"/>
                    </a:p>
                  </a:txBody>
                  <a:tcPr/>
                </a:tc>
                <a:tc>
                  <a:txBody>
                    <a:bodyPr/>
                    <a:lstStyle/>
                    <a:p>
                      <a:r>
                        <a:rPr lang="en-US" dirty="0"/>
                        <a:t> Rank</a:t>
                      </a:r>
                      <a:endParaRPr lang="en-IN" dirty="0"/>
                    </a:p>
                  </a:txBody>
                  <a:tcPr/>
                </a:tc>
                <a:extLst>
                  <a:ext uri="{0D108BD9-81ED-4DB2-BD59-A6C34878D82A}">
                    <a16:rowId xmlns:a16="http://schemas.microsoft.com/office/drawing/2014/main" val="1916009622"/>
                  </a:ext>
                </a:extLst>
              </a:tr>
              <a:tr h="329909">
                <a:tc>
                  <a:txBody>
                    <a:bodyPr/>
                    <a:lstStyle/>
                    <a:p>
                      <a:r>
                        <a:rPr lang="en-IN" b="0" dirty="0"/>
                        <a:t>HUL</a:t>
                      </a:r>
                    </a:p>
                  </a:txBody>
                  <a:tcPr/>
                </a:tc>
                <a:tc>
                  <a:txBody>
                    <a:bodyPr/>
                    <a:lstStyle/>
                    <a:p>
                      <a:r>
                        <a:rPr lang="en-IN" b="0" dirty="0"/>
                        <a:t>11886</a:t>
                      </a:r>
                    </a:p>
                  </a:txBody>
                  <a:tcPr/>
                </a:tc>
                <a:tc>
                  <a:txBody>
                    <a:bodyPr/>
                    <a:lstStyle/>
                    <a:p>
                      <a:r>
                        <a:rPr lang="en-IN" b="0" dirty="0"/>
                        <a:t>1930</a:t>
                      </a:r>
                    </a:p>
                  </a:txBody>
                  <a:tcPr/>
                </a:tc>
                <a:tc>
                  <a:txBody>
                    <a:bodyPr/>
                    <a:lstStyle/>
                    <a:p>
                      <a:r>
                        <a:rPr lang="en-IN" b="0" dirty="0"/>
                        <a:t>6.16</a:t>
                      </a:r>
                    </a:p>
                  </a:txBody>
                  <a:tcPr/>
                </a:tc>
                <a:tc>
                  <a:txBody>
                    <a:bodyPr/>
                    <a:lstStyle/>
                    <a:p>
                      <a:r>
                        <a:rPr lang="en-IN" b="0" dirty="0"/>
                        <a:t>2</a:t>
                      </a:r>
                    </a:p>
                  </a:txBody>
                  <a:tcPr/>
                </a:tc>
                <a:extLst>
                  <a:ext uri="{0D108BD9-81ED-4DB2-BD59-A6C34878D82A}">
                    <a16:rowId xmlns:a16="http://schemas.microsoft.com/office/drawing/2014/main" val="36654119"/>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Godrej Consumer Products Ltd </a:t>
                      </a:r>
                    </a:p>
                  </a:txBody>
                  <a:tcPr/>
                </a:tc>
                <a:tc>
                  <a:txBody>
                    <a:bodyPr/>
                    <a:lstStyle/>
                    <a:p>
                      <a:r>
                        <a:rPr lang="en-IN" b="0" dirty="0"/>
                        <a:t>2577</a:t>
                      </a:r>
                    </a:p>
                  </a:txBody>
                  <a:tcPr/>
                </a:tc>
                <a:tc>
                  <a:txBody>
                    <a:bodyPr/>
                    <a:lstStyle/>
                    <a:p>
                      <a:r>
                        <a:rPr lang="en-IN" b="0" dirty="0"/>
                        <a:t>732</a:t>
                      </a:r>
                    </a:p>
                  </a:txBody>
                  <a:tcPr/>
                </a:tc>
                <a:tc>
                  <a:txBody>
                    <a:bodyPr/>
                    <a:lstStyle/>
                    <a:p>
                      <a:r>
                        <a:rPr lang="en-IN" b="0" dirty="0"/>
                        <a:t>3.52</a:t>
                      </a:r>
                    </a:p>
                  </a:txBody>
                  <a:tcPr/>
                </a:tc>
                <a:tc>
                  <a:txBody>
                    <a:bodyPr/>
                    <a:lstStyle/>
                    <a:p>
                      <a:r>
                        <a:rPr lang="en-IN" b="0" dirty="0"/>
                        <a:t>3</a:t>
                      </a:r>
                    </a:p>
                  </a:txBody>
                  <a:tcPr/>
                </a:tc>
                <a:extLst>
                  <a:ext uri="{0D108BD9-81ED-4DB2-BD59-A6C34878D82A}">
                    <a16:rowId xmlns:a16="http://schemas.microsoft.com/office/drawing/2014/main" val="3994795225"/>
                  </a:ext>
                </a:extLst>
              </a:tr>
              <a:tr h="329909">
                <a:tc>
                  <a:txBody>
                    <a:bodyPr/>
                    <a:lstStyle/>
                    <a:p>
                      <a:r>
                        <a:rPr lang="en-IN" b="1" dirty="0"/>
                        <a:t>Marico Ltd</a:t>
                      </a:r>
                    </a:p>
                  </a:txBody>
                  <a:tcPr/>
                </a:tc>
                <a:tc>
                  <a:txBody>
                    <a:bodyPr/>
                    <a:lstStyle/>
                    <a:p>
                      <a:r>
                        <a:rPr lang="en-IN" b="0" dirty="0"/>
                        <a:t>1442</a:t>
                      </a:r>
                    </a:p>
                  </a:txBody>
                  <a:tcPr/>
                </a:tc>
                <a:tc>
                  <a:txBody>
                    <a:bodyPr/>
                    <a:lstStyle/>
                    <a:p>
                      <a:r>
                        <a:rPr lang="en-IN" b="0" dirty="0"/>
                        <a:t>36</a:t>
                      </a:r>
                    </a:p>
                  </a:txBody>
                  <a:tcPr/>
                </a:tc>
                <a:tc>
                  <a:txBody>
                    <a:bodyPr/>
                    <a:lstStyle/>
                    <a:p>
                      <a:r>
                        <a:rPr lang="en-IN" b="1" dirty="0">
                          <a:solidFill>
                            <a:schemeClr val="bg2">
                              <a:lumMod val="10000"/>
                            </a:schemeClr>
                          </a:solidFill>
                        </a:rPr>
                        <a:t>40.06</a:t>
                      </a:r>
                    </a:p>
                  </a:txBody>
                  <a:tcPr/>
                </a:tc>
                <a:tc>
                  <a:txBody>
                    <a:bodyPr/>
                    <a:lstStyle/>
                    <a:p>
                      <a:r>
                        <a:rPr lang="en-IN" b="1" dirty="0">
                          <a:solidFill>
                            <a:schemeClr val="bg2">
                              <a:lumMod val="10000"/>
                            </a:schemeClr>
                          </a:solidFill>
                        </a:rPr>
                        <a:t>1</a:t>
                      </a:r>
                    </a:p>
                  </a:txBody>
                  <a:tcPr/>
                </a:tc>
                <a:extLst>
                  <a:ext uri="{0D108BD9-81ED-4DB2-BD59-A6C34878D82A}">
                    <a16:rowId xmlns:a16="http://schemas.microsoft.com/office/drawing/2014/main" val="2746652360"/>
                  </a:ext>
                </a:extLst>
              </a:tr>
              <a:tr h="329909">
                <a:tc>
                  <a:txBody>
                    <a:bodyPr/>
                    <a:lstStyle/>
                    <a:p>
                      <a:r>
                        <a:rPr lang="en-IN" b="0" dirty="0"/>
                        <a:t>Dabur India</a:t>
                      </a:r>
                    </a:p>
                  </a:txBody>
                  <a:tcPr/>
                </a:tc>
                <a:tc>
                  <a:txBody>
                    <a:bodyPr/>
                    <a:lstStyle/>
                    <a:p>
                      <a:r>
                        <a:rPr lang="en-IN" b="0" dirty="0"/>
                        <a:t>1987</a:t>
                      </a:r>
                    </a:p>
                  </a:txBody>
                  <a:tcPr/>
                </a:tc>
                <a:tc>
                  <a:txBody>
                    <a:bodyPr/>
                    <a:lstStyle/>
                    <a:p>
                      <a:r>
                        <a:rPr lang="en-IN" b="0" dirty="0"/>
                        <a:t>578</a:t>
                      </a:r>
                    </a:p>
                  </a:txBody>
                  <a:tcPr/>
                </a:tc>
                <a:tc>
                  <a:txBody>
                    <a:bodyPr/>
                    <a:lstStyle/>
                    <a:p>
                      <a:r>
                        <a:rPr lang="en-IN" b="0" dirty="0"/>
                        <a:t>3.44</a:t>
                      </a:r>
                    </a:p>
                  </a:txBody>
                  <a:tcPr/>
                </a:tc>
                <a:tc>
                  <a:txBody>
                    <a:bodyPr/>
                    <a:lstStyle/>
                    <a:p>
                      <a:r>
                        <a:rPr lang="en-IN" b="0" dirty="0"/>
                        <a:t>4</a:t>
                      </a:r>
                    </a:p>
                  </a:txBody>
                  <a:tcPr/>
                </a:tc>
                <a:extLst>
                  <a:ext uri="{0D108BD9-81ED-4DB2-BD59-A6C34878D82A}">
                    <a16:rowId xmlns:a16="http://schemas.microsoft.com/office/drawing/2014/main" val="1127933414"/>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highlight>
                            <a:srgbClr val="FFFF00"/>
                          </a:highlight>
                        </a:rPr>
                        <a:t>Vishal Mega Mart</a:t>
                      </a:r>
                    </a:p>
                  </a:txBody>
                  <a:tcPr/>
                </a:tc>
                <a:tc>
                  <a:txBody>
                    <a:bodyPr/>
                    <a:lstStyle/>
                    <a:p>
                      <a:r>
                        <a:rPr lang="en-IN" b="0" dirty="0"/>
                        <a:t>1399</a:t>
                      </a:r>
                    </a:p>
                  </a:txBody>
                  <a:tcPr/>
                </a:tc>
                <a:tc>
                  <a:txBody>
                    <a:bodyPr/>
                    <a:lstStyle/>
                    <a:p>
                      <a:r>
                        <a:rPr lang="en-IN" b="0" dirty="0"/>
                        <a:t>918</a:t>
                      </a:r>
                    </a:p>
                  </a:txBody>
                  <a:tcPr/>
                </a:tc>
                <a:tc>
                  <a:txBody>
                    <a:bodyPr/>
                    <a:lstStyle/>
                    <a:p>
                      <a:r>
                        <a:rPr lang="en-IN" b="0" dirty="0">
                          <a:highlight>
                            <a:srgbClr val="FFFF00"/>
                          </a:highlight>
                        </a:rPr>
                        <a:t>1.52</a:t>
                      </a:r>
                    </a:p>
                  </a:txBody>
                  <a:tcPr/>
                </a:tc>
                <a:tc>
                  <a:txBody>
                    <a:bodyPr/>
                    <a:lstStyle/>
                    <a:p>
                      <a:r>
                        <a:rPr lang="en-IN" b="0" dirty="0">
                          <a:highlight>
                            <a:srgbClr val="FFFF00"/>
                          </a:highlight>
                        </a:rPr>
                        <a:t>5</a:t>
                      </a:r>
                    </a:p>
                  </a:txBody>
                  <a:tcPr/>
                </a:tc>
                <a:extLst>
                  <a:ext uri="{0D108BD9-81ED-4DB2-BD59-A6C34878D82A}">
                    <a16:rowId xmlns:a16="http://schemas.microsoft.com/office/drawing/2014/main" val="4187621447"/>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180963087"/>
                  </a:ext>
                </a:extLst>
              </a:tr>
            </a:tbl>
          </a:graphicData>
        </a:graphic>
      </p:graphicFrame>
    </p:spTree>
    <p:extLst>
      <p:ext uri="{BB962C8B-B14F-4D97-AF65-F5344CB8AC3E}">
        <p14:creationId xmlns:p14="http://schemas.microsoft.com/office/powerpoint/2010/main" val="246253907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8639E-0AB5-4095-9BC1-A93EA9F1AAF4}"/>
              </a:ext>
            </a:extLst>
          </p:cNvPr>
          <p:cNvSpPr>
            <a:spLocks noGrp="1"/>
          </p:cNvSpPr>
          <p:nvPr>
            <p:ph type="title"/>
          </p:nvPr>
        </p:nvSpPr>
        <p:spPr/>
        <p:txBody>
          <a:bodyPr/>
          <a:lstStyle/>
          <a:p>
            <a:pPr algn="ctr"/>
            <a:r>
              <a:rPr lang="en-US" b="1" dirty="0"/>
              <a:t>CFO/CL – FY 2025 </a:t>
            </a:r>
            <a:endParaRPr lang="en-IN" b="1" dirty="0"/>
          </a:p>
        </p:txBody>
      </p:sp>
      <p:graphicFrame>
        <p:nvGraphicFramePr>
          <p:cNvPr id="4" name="Table 4">
            <a:extLst>
              <a:ext uri="{FF2B5EF4-FFF2-40B4-BE49-F238E27FC236}">
                <a16:creationId xmlns:a16="http://schemas.microsoft.com/office/drawing/2014/main" id="{1DD1D885-1721-4522-B6D3-96413C4754B1}"/>
              </a:ext>
            </a:extLst>
          </p:cNvPr>
          <p:cNvGraphicFramePr>
            <a:graphicFrameLocks noGrp="1"/>
          </p:cNvGraphicFramePr>
          <p:nvPr>
            <p:ph idx="1"/>
          </p:nvPr>
        </p:nvGraphicFramePr>
        <p:xfrm>
          <a:off x="838200" y="1851024"/>
          <a:ext cx="8584769" cy="2834640"/>
        </p:xfrm>
        <a:graphic>
          <a:graphicData uri="http://schemas.openxmlformats.org/drawingml/2006/table">
            <a:tbl>
              <a:tblPr firstRow="1" bandRow="1">
                <a:tableStyleId>{073A0DAA-6AF3-43AB-8588-CEC1D06C72B9}</a:tableStyleId>
              </a:tblPr>
              <a:tblGrid>
                <a:gridCol w="2189899">
                  <a:extLst>
                    <a:ext uri="{9D8B030D-6E8A-4147-A177-3AD203B41FA5}">
                      <a16:colId xmlns:a16="http://schemas.microsoft.com/office/drawing/2014/main" val="239351581"/>
                    </a:ext>
                  </a:extLst>
                </a:gridCol>
                <a:gridCol w="2189899">
                  <a:extLst>
                    <a:ext uri="{9D8B030D-6E8A-4147-A177-3AD203B41FA5}">
                      <a16:colId xmlns:a16="http://schemas.microsoft.com/office/drawing/2014/main" val="3651509243"/>
                    </a:ext>
                  </a:extLst>
                </a:gridCol>
                <a:gridCol w="2189899">
                  <a:extLst>
                    <a:ext uri="{9D8B030D-6E8A-4147-A177-3AD203B41FA5}">
                      <a16:colId xmlns:a16="http://schemas.microsoft.com/office/drawing/2014/main" val="343889307"/>
                    </a:ext>
                  </a:extLst>
                </a:gridCol>
                <a:gridCol w="1007536">
                  <a:extLst>
                    <a:ext uri="{9D8B030D-6E8A-4147-A177-3AD203B41FA5}">
                      <a16:colId xmlns:a16="http://schemas.microsoft.com/office/drawing/2014/main" val="3173881814"/>
                    </a:ext>
                  </a:extLst>
                </a:gridCol>
                <a:gridCol w="1007536">
                  <a:extLst>
                    <a:ext uri="{9D8B030D-6E8A-4147-A177-3AD203B41FA5}">
                      <a16:colId xmlns:a16="http://schemas.microsoft.com/office/drawing/2014/main" val="269274260"/>
                    </a:ext>
                  </a:extLst>
                </a:gridCol>
              </a:tblGrid>
              <a:tr h="329909">
                <a:tc>
                  <a:txBody>
                    <a:bodyPr/>
                    <a:lstStyle/>
                    <a:p>
                      <a:r>
                        <a:rPr lang="en-US" dirty="0"/>
                        <a:t>Company</a:t>
                      </a:r>
                      <a:endParaRPr lang="en-IN" dirty="0"/>
                    </a:p>
                  </a:txBody>
                  <a:tcPr/>
                </a:tc>
                <a:tc>
                  <a:txBody>
                    <a:bodyPr/>
                    <a:lstStyle/>
                    <a:p>
                      <a:r>
                        <a:rPr lang="en-US" dirty="0"/>
                        <a:t>CFO</a:t>
                      </a:r>
                      <a:endParaRPr lang="en-IN" dirty="0"/>
                    </a:p>
                  </a:txBody>
                  <a:tcPr/>
                </a:tc>
                <a:tc>
                  <a:txBody>
                    <a:bodyPr/>
                    <a:lstStyle/>
                    <a:p>
                      <a:r>
                        <a:rPr lang="en-US" dirty="0"/>
                        <a:t>CL</a:t>
                      </a:r>
                      <a:endParaRPr lang="en-IN" dirty="0"/>
                    </a:p>
                  </a:txBody>
                  <a:tcPr/>
                </a:tc>
                <a:tc>
                  <a:txBody>
                    <a:bodyPr/>
                    <a:lstStyle/>
                    <a:p>
                      <a:r>
                        <a:rPr lang="en-US" dirty="0"/>
                        <a:t>CFO/CL</a:t>
                      </a:r>
                      <a:endParaRPr lang="en-IN" dirty="0"/>
                    </a:p>
                  </a:txBody>
                  <a:tcPr/>
                </a:tc>
                <a:tc>
                  <a:txBody>
                    <a:bodyPr/>
                    <a:lstStyle/>
                    <a:p>
                      <a:r>
                        <a:rPr lang="en-US" dirty="0"/>
                        <a:t> Rank</a:t>
                      </a:r>
                      <a:endParaRPr lang="en-IN" dirty="0"/>
                    </a:p>
                  </a:txBody>
                  <a:tcPr/>
                </a:tc>
                <a:extLst>
                  <a:ext uri="{0D108BD9-81ED-4DB2-BD59-A6C34878D82A}">
                    <a16:rowId xmlns:a16="http://schemas.microsoft.com/office/drawing/2014/main" val="1916009622"/>
                  </a:ext>
                </a:extLst>
              </a:tr>
              <a:tr h="329909">
                <a:tc>
                  <a:txBody>
                    <a:bodyPr/>
                    <a:lstStyle/>
                    <a:p>
                      <a:r>
                        <a:rPr lang="en-IN" b="1" dirty="0"/>
                        <a:t>HUL</a:t>
                      </a:r>
                    </a:p>
                  </a:txBody>
                  <a:tcPr/>
                </a:tc>
                <a:tc>
                  <a:txBody>
                    <a:bodyPr/>
                    <a:lstStyle/>
                    <a:p>
                      <a:r>
                        <a:rPr lang="en-IN" b="0" dirty="0"/>
                        <a:t>11886</a:t>
                      </a:r>
                    </a:p>
                  </a:txBody>
                  <a:tcPr/>
                </a:tc>
                <a:tc>
                  <a:txBody>
                    <a:bodyPr/>
                    <a:lstStyle/>
                    <a:p>
                      <a:r>
                        <a:rPr lang="en-IN" b="0" dirty="0"/>
                        <a:t>16537</a:t>
                      </a:r>
                    </a:p>
                  </a:txBody>
                  <a:tcPr/>
                </a:tc>
                <a:tc>
                  <a:txBody>
                    <a:bodyPr/>
                    <a:lstStyle/>
                    <a:p>
                      <a:r>
                        <a:rPr lang="en-IN" b="1" dirty="0"/>
                        <a:t>0.72</a:t>
                      </a:r>
                    </a:p>
                  </a:txBody>
                  <a:tcPr/>
                </a:tc>
                <a:tc>
                  <a:txBody>
                    <a:bodyPr/>
                    <a:lstStyle/>
                    <a:p>
                      <a:r>
                        <a:rPr lang="en-IN" b="1" dirty="0"/>
                        <a:t>1</a:t>
                      </a:r>
                    </a:p>
                  </a:txBody>
                  <a:tcPr/>
                </a:tc>
                <a:extLst>
                  <a:ext uri="{0D108BD9-81ED-4DB2-BD59-A6C34878D82A}">
                    <a16:rowId xmlns:a16="http://schemas.microsoft.com/office/drawing/2014/main" val="36654119"/>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highlight>
                            <a:srgbClr val="FFFF00"/>
                          </a:highlight>
                          <a:uLnTx/>
                          <a:uFillTx/>
                          <a:latin typeface="+mn-lt"/>
                          <a:ea typeface="+mn-ea"/>
                          <a:cs typeface="+mn-cs"/>
                        </a:rPr>
                        <a:t>Godrej Consumer Products Ltd </a:t>
                      </a:r>
                    </a:p>
                  </a:txBody>
                  <a:tcPr/>
                </a:tc>
                <a:tc>
                  <a:txBody>
                    <a:bodyPr/>
                    <a:lstStyle/>
                    <a:p>
                      <a:r>
                        <a:rPr lang="en-IN" b="0" dirty="0"/>
                        <a:t>2577</a:t>
                      </a:r>
                    </a:p>
                  </a:txBody>
                  <a:tcPr/>
                </a:tc>
                <a:tc>
                  <a:txBody>
                    <a:bodyPr/>
                    <a:lstStyle/>
                    <a:p>
                      <a:r>
                        <a:rPr lang="en-IN" b="0" dirty="0"/>
                        <a:t>6934</a:t>
                      </a:r>
                    </a:p>
                  </a:txBody>
                  <a:tcPr/>
                </a:tc>
                <a:tc>
                  <a:txBody>
                    <a:bodyPr/>
                    <a:lstStyle/>
                    <a:p>
                      <a:r>
                        <a:rPr lang="en-IN" b="0" dirty="0">
                          <a:highlight>
                            <a:srgbClr val="FFFF00"/>
                          </a:highlight>
                        </a:rPr>
                        <a:t>0.37</a:t>
                      </a:r>
                    </a:p>
                  </a:txBody>
                  <a:tcPr/>
                </a:tc>
                <a:tc>
                  <a:txBody>
                    <a:bodyPr/>
                    <a:lstStyle/>
                    <a:p>
                      <a:r>
                        <a:rPr lang="en-IN" b="0" dirty="0">
                          <a:highlight>
                            <a:srgbClr val="FFFF00"/>
                          </a:highlight>
                        </a:rPr>
                        <a:t>5</a:t>
                      </a:r>
                    </a:p>
                  </a:txBody>
                  <a:tcPr/>
                </a:tc>
                <a:extLst>
                  <a:ext uri="{0D108BD9-81ED-4DB2-BD59-A6C34878D82A}">
                    <a16:rowId xmlns:a16="http://schemas.microsoft.com/office/drawing/2014/main" val="3145710077"/>
                  </a:ext>
                </a:extLst>
              </a:tr>
              <a:tr h="329909">
                <a:tc>
                  <a:txBody>
                    <a:bodyPr/>
                    <a:lstStyle/>
                    <a:p>
                      <a:r>
                        <a:rPr lang="en-IN" b="0" dirty="0"/>
                        <a:t>Marico Ltd</a:t>
                      </a:r>
                    </a:p>
                  </a:txBody>
                  <a:tcPr/>
                </a:tc>
                <a:tc>
                  <a:txBody>
                    <a:bodyPr/>
                    <a:lstStyle/>
                    <a:p>
                      <a:r>
                        <a:rPr lang="en-IN" b="0" dirty="0"/>
                        <a:t>1442</a:t>
                      </a:r>
                    </a:p>
                  </a:txBody>
                  <a:tcPr/>
                </a:tc>
                <a:tc>
                  <a:txBody>
                    <a:bodyPr/>
                    <a:lstStyle/>
                    <a:p>
                      <a:r>
                        <a:rPr lang="en-IN" b="0" dirty="0"/>
                        <a:t>2461</a:t>
                      </a:r>
                    </a:p>
                  </a:txBody>
                  <a:tcPr/>
                </a:tc>
                <a:tc>
                  <a:txBody>
                    <a:bodyPr/>
                    <a:lstStyle/>
                    <a:p>
                      <a:r>
                        <a:rPr lang="en-IN" b="0" dirty="0">
                          <a:solidFill>
                            <a:schemeClr val="bg2">
                              <a:lumMod val="10000"/>
                            </a:schemeClr>
                          </a:solidFill>
                        </a:rPr>
                        <a:t>0.59</a:t>
                      </a:r>
                    </a:p>
                  </a:txBody>
                  <a:tcPr/>
                </a:tc>
                <a:tc>
                  <a:txBody>
                    <a:bodyPr/>
                    <a:lstStyle/>
                    <a:p>
                      <a:r>
                        <a:rPr lang="en-IN" b="0" dirty="0">
                          <a:solidFill>
                            <a:schemeClr val="bg2">
                              <a:lumMod val="10000"/>
                            </a:schemeClr>
                          </a:solidFill>
                        </a:rPr>
                        <a:t>3</a:t>
                      </a:r>
                    </a:p>
                  </a:txBody>
                  <a:tcPr/>
                </a:tc>
                <a:extLst>
                  <a:ext uri="{0D108BD9-81ED-4DB2-BD59-A6C34878D82A}">
                    <a16:rowId xmlns:a16="http://schemas.microsoft.com/office/drawing/2014/main" val="2746652360"/>
                  </a:ext>
                </a:extLst>
              </a:tr>
              <a:tr h="329909">
                <a:tc>
                  <a:txBody>
                    <a:bodyPr/>
                    <a:lstStyle/>
                    <a:p>
                      <a:r>
                        <a:rPr lang="en-IN" b="0" dirty="0"/>
                        <a:t>Dabur India</a:t>
                      </a:r>
                    </a:p>
                  </a:txBody>
                  <a:tcPr/>
                </a:tc>
                <a:tc>
                  <a:txBody>
                    <a:bodyPr/>
                    <a:lstStyle/>
                    <a:p>
                      <a:r>
                        <a:rPr lang="en-IN" b="0" dirty="0"/>
                        <a:t>1987</a:t>
                      </a:r>
                    </a:p>
                  </a:txBody>
                  <a:tcPr/>
                </a:tc>
                <a:tc>
                  <a:txBody>
                    <a:bodyPr/>
                    <a:lstStyle/>
                    <a:p>
                      <a:r>
                        <a:rPr lang="en-IN" b="0" dirty="0"/>
                        <a:t>4318</a:t>
                      </a:r>
                    </a:p>
                  </a:txBody>
                  <a:tcPr/>
                </a:tc>
                <a:tc>
                  <a:txBody>
                    <a:bodyPr/>
                    <a:lstStyle/>
                    <a:p>
                      <a:r>
                        <a:rPr lang="en-IN" b="0" dirty="0"/>
                        <a:t>0.46</a:t>
                      </a:r>
                    </a:p>
                  </a:txBody>
                  <a:tcPr/>
                </a:tc>
                <a:tc>
                  <a:txBody>
                    <a:bodyPr/>
                    <a:lstStyle/>
                    <a:p>
                      <a:r>
                        <a:rPr lang="en-IN" b="0" dirty="0"/>
                        <a:t>4</a:t>
                      </a:r>
                    </a:p>
                  </a:txBody>
                  <a:tcPr/>
                </a:tc>
                <a:extLst>
                  <a:ext uri="{0D108BD9-81ED-4DB2-BD59-A6C34878D82A}">
                    <a16:rowId xmlns:a16="http://schemas.microsoft.com/office/drawing/2014/main" val="1127933414"/>
                  </a:ext>
                </a:extLst>
              </a:tr>
              <a:tr h="3076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t>Vishal Mega Mart</a:t>
                      </a:r>
                    </a:p>
                  </a:txBody>
                  <a:tcPr/>
                </a:tc>
                <a:tc>
                  <a:txBody>
                    <a:bodyPr/>
                    <a:lstStyle/>
                    <a:p>
                      <a:r>
                        <a:rPr lang="en-IN" b="0" dirty="0"/>
                        <a:t>1399</a:t>
                      </a:r>
                    </a:p>
                  </a:txBody>
                  <a:tcPr/>
                </a:tc>
                <a:tc>
                  <a:txBody>
                    <a:bodyPr/>
                    <a:lstStyle/>
                    <a:p>
                      <a:r>
                        <a:rPr lang="en-IN" b="0" dirty="0"/>
                        <a:t>2333</a:t>
                      </a:r>
                    </a:p>
                  </a:txBody>
                  <a:tcPr/>
                </a:tc>
                <a:tc>
                  <a:txBody>
                    <a:bodyPr/>
                    <a:lstStyle/>
                    <a:p>
                      <a:r>
                        <a:rPr lang="en-IN" b="0" dirty="0"/>
                        <a:t>0.60</a:t>
                      </a:r>
                    </a:p>
                  </a:txBody>
                  <a:tcPr/>
                </a:tc>
                <a:tc>
                  <a:txBody>
                    <a:bodyPr/>
                    <a:lstStyle/>
                    <a:p>
                      <a:r>
                        <a:rPr lang="en-IN" b="0" dirty="0"/>
                        <a:t>2</a:t>
                      </a:r>
                    </a:p>
                  </a:txBody>
                  <a:tcPr/>
                </a:tc>
                <a:extLst>
                  <a:ext uri="{0D108BD9-81ED-4DB2-BD59-A6C34878D82A}">
                    <a16:rowId xmlns:a16="http://schemas.microsoft.com/office/drawing/2014/main" val="4187621447"/>
                  </a:ext>
                </a:extLst>
              </a:tr>
              <a:tr h="2162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180963087"/>
                  </a:ext>
                </a:extLst>
              </a:tr>
            </a:tbl>
          </a:graphicData>
        </a:graphic>
      </p:graphicFrame>
    </p:spTree>
    <p:extLst>
      <p:ext uri="{BB962C8B-B14F-4D97-AF65-F5344CB8AC3E}">
        <p14:creationId xmlns:p14="http://schemas.microsoft.com/office/powerpoint/2010/main" val="351308940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8639E-0AB5-4095-9BC1-A93EA9F1AAF4}"/>
              </a:ext>
            </a:extLst>
          </p:cNvPr>
          <p:cNvSpPr>
            <a:spLocks noGrp="1"/>
          </p:cNvSpPr>
          <p:nvPr>
            <p:ph type="title"/>
          </p:nvPr>
        </p:nvSpPr>
        <p:spPr/>
        <p:txBody>
          <a:bodyPr/>
          <a:lstStyle/>
          <a:p>
            <a:pPr algn="ctr"/>
            <a:r>
              <a:rPr lang="en-US" b="1" dirty="0"/>
              <a:t>CFO/Total Debt </a:t>
            </a:r>
            <a:r>
              <a:rPr lang="en-US" dirty="0"/>
              <a:t>– FY 2025 </a:t>
            </a:r>
            <a:endParaRPr lang="en-IN" dirty="0"/>
          </a:p>
        </p:txBody>
      </p:sp>
      <p:graphicFrame>
        <p:nvGraphicFramePr>
          <p:cNvPr id="4" name="Table 4">
            <a:extLst>
              <a:ext uri="{FF2B5EF4-FFF2-40B4-BE49-F238E27FC236}">
                <a16:creationId xmlns:a16="http://schemas.microsoft.com/office/drawing/2014/main" id="{1DD1D885-1721-4522-B6D3-96413C4754B1}"/>
              </a:ext>
            </a:extLst>
          </p:cNvPr>
          <p:cNvGraphicFramePr>
            <a:graphicFrameLocks noGrp="1"/>
          </p:cNvGraphicFramePr>
          <p:nvPr>
            <p:ph idx="1"/>
          </p:nvPr>
        </p:nvGraphicFramePr>
        <p:xfrm>
          <a:off x="838200" y="1851024"/>
          <a:ext cx="8584769" cy="2834640"/>
        </p:xfrm>
        <a:graphic>
          <a:graphicData uri="http://schemas.openxmlformats.org/drawingml/2006/table">
            <a:tbl>
              <a:tblPr firstRow="1" bandRow="1">
                <a:tableStyleId>{21E4AEA4-8DFA-4A89-87EB-49C32662AFE0}</a:tableStyleId>
              </a:tblPr>
              <a:tblGrid>
                <a:gridCol w="2189899">
                  <a:extLst>
                    <a:ext uri="{9D8B030D-6E8A-4147-A177-3AD203B41FA5}">
                      <a16:colId xmlns:a16="http://schemas.microsoft.com/office/drawing/2014/main" val="239351581"/>
                    </a:ext>
                  </a:extLst>
                </a:gridCol>
                <a:gridCol w="2189899">
                  <a:extLst>
                    <a:ext uri="{9D8B030D-6E8A-4147-A177-3AD203B41FA5}">
                      <a16:colId xmlns:a16="http://schemas.microsoft.com/office/drawing/2014/main" val="3651509243"/>
                    </a:ext>
                  </a:extLst>
                </a:gridCol>
                <a:gridCol w="2189899">
                  <a:extLst>
                    <a:ext uri="{9D8B030D-6E8A-4147-A177-3AD203B41FA5}">
                      <a16:colId xmlns:a16="http://schemas.microsoft.com/office/drawing/2014/main" val="343889307"/>
                    </a:ext>
                  </a:extLst>
                </a:gridCol>
                <a:gridCol w="1007536">
                  <a:extLst>
                    <a:ext uri="{9D8B030D-6E8A-4147-A177-3AD203B41FA5}">
                      <a16:colId xmlns:a16="http://schemas.microsoft.com/office/drawing/2014/main" val="3173881814"/>
                    </a:ext>
                  </a:extLst>
                </a:gridCol>
                <a:gridCol w="1007536">
                  <a:extLst>
                    <a:ext uri="{9D8B030D-6E8A-4147-A177-3AD203B41FA5}">
                      <a16:colId xmlns:a16="http://schemas.microsoft.com/office/drawing/2014/main" val="269274260"/>
                    </a:ext>
                  </a:extLst>
                </a:gridCol>
              </a:tblGrid>
              <a:tr h="329909">
                <a:tc>
                  <a:txBody>
                    <a:bodyPr/>
                    <a:lstStyle/>
                    <a:p>
                      <a:r>
                        <a:rPr lang="en-US" dirty="0"/>
                        <a:t>Company</a:t>
                      </a:r>
                      <a:endParaRPr lang="en-IN" dirty="0"/>
                    </a:p>
                  </a:txBody>
                  <a:tcPr/>
                </a:tc>
                <a:tc>
                  <a:txBody>
                    <a:bodyPr/>
                    <a:lstStyle/>
                    <a:p>
                      <a:r>
                        <a:rPr lang="en-US" dirty="0"/>
                        <a:t>CFO</a:t>
                      </a:r>
                      <a:endParaRPr lang="en-IN" dirty="0"/>
                    </a:p>
                  </a:txBody>
                  <a:tcPr/>
                </a:tc>
                <a:tc>
                  <a:txBody>
                    <a:bodyPr/>
                    <a:lstStyle/>
                    <a:p>
                      <a:r>
                        <a:rPr lang="en-US" dirty="0"/>
                        <a:t>Total Debt</a:t>
                      </a:r>
                      <a:endParaRPr lang="en-IN" dirty="0"/>
                    </a:p>
                  </a:txBody>
                  <a:tcPr/>
                </a:tc>
                <a:tc>
                  <a:txBody>
                    <a:bodyPr/>
                    <a:lstStyle/>
                    <a:p>
                      <a:r>
                        <a:rPr lang="en-US" dirty="0"/>
                        <a:t>CFO/TD</a:t>
                      </a:r>
                      <a:endParaRPr lang="en-IN" dirty="0"/>
                    </a:p>
                  </a:txBody>
                  <a:tcPr/>
                </a:tc>
                <a:tc>
                  <a:txBody>
                    <a:bodyPr/>
                    <a:lstStyle/>
                    <a:p>
                      <a:r>
                        <a:rPr lang="en-US" dirty="0"/>
                        <a:t> Rank</a:t>
                      </a:r>
                      <a:endParaRPr lang="en-IN" dirty="0"/>
                    </a:p>
                  </a:txBody>
                  <a:tcPr/>
                </a:tc>
                <a:extLst>
                  <a:ext uri="{0D108BD9-81ED-4DB2-BD59-A6C34878D82A}">
                    <a16:rowId xmlns:a16="http://schemas.microsoft.com/office/drawing/2014/main" val="1916009622"/>
                  </a:ext>
                </a:extLst>
              </a:tr>
              <a:tr h="329909">
                <a:tc>
                  <a:txBody>
                    <a:bodyPr/>
                    <a:lstStyle/>
                    <a:p>
                      <a:r>
                        <a:rPr lang="en-IN" b="0" dirty="0"/>
                        <a:t>HUL</a:t>
                      </a:r>
                    </a:p>
                  </a:txBody>
                  <a:tcPr/>
                </a:tc>
                <a:tc>
                  <a:txBody>
                    <a:bodyPr/>
                    <a:lstStyle/>
                    <a:p>
                      <a:r>
                        <a:rPr lang="en-IN" b="0" dirty="0"/>
                        <a:t>11886</a:t>
                      </a:r>
                    </a:p>
                  </a:txBody>
                  <a:tcPr/>
                </a:tc>
                <a:tc>
                  <a:txBody>
                    <a:bodyPr/>
                    <a:lstStyle/>
                    <a:p>
                      <a:r>
                        <a:rPr lang="en-IN" b="0" dirty="0"/>
                        <a:t>1</a:t>
                      </a:r>
                    </a:p>
                  </a:txBody>
                  <a:tcPr/>
                </a:tc>
                <a:tc>
                  <a:txBody>
                    <a:bodyPr/>
                    <a:lstStyle/>
                    <a:p>
                      <a:r>
                        <a:rPr lang="en-IN" b="0" dirty="0"/>
                        <a:t>11886</a:t>
                      </a:r>
                    </a:p>
                  </a:txBody>
                  <a:tcPr/>
                </a:tc>
                <a:tc>
                  <a:txBody>
                    <a:bodyPr/>
                    <a:lstStyle/>
                    <a:p>
                      <a:r>
                        <a:rPr lang="en-IN" b="0" dirty="0"/>
                        <a:t>2</a:t>
                      </a:r>
                    </a:p>
                  </a:txBody>
                  <a:tcPr/>
                </a:tc>
                <a:extLst>
                  <a:ext uri="{0D108BD9-81ED-4DB2-BD59-A6C34878D82A}">
                    <a16:rowId xmlns:a16="http://schemas.microsoft.com/office/drawing/2014/main" val="36654119"/>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highlight>
                            <a:srgbClr val="FFFF00"/>
                          </a:highlight>
                          <a:uLnTx/>
                          <a:uFillTx/>
                          <a:latin typeface="+mn-lt"/>
                          <a:ea typeface="+mn-ea"/>
                          <a:cs typeface="+mn-cs"/>
                        </a:rPr>
                        <a:t>Godrej Consumer Products Ltd </a:t>
                      </a:r>
                    </a:p>
                  </a:txBody>
                  <a:tcPr/>
                </a:tc>
                <a:tc>
                  <a:txBody>
                    <a:bodyPr/>
                    <a:lstStyle/>
                    <a:p>
                      <a:r>
                        <a:rPr lang="en-IN" b="0" dirty="0"/>
                        <a:t>2577</a:t>
                      </a:r>
                    </a:p>
                  </a:txBody>
                  <a:tcPr/>
                </a:tc>
                <a:tc>
                  <a:txBody>
                    <a:bodyPr/>
                    <a:lstStyle/>
                    <a:p>
                      <a:r>
                        <a:rPr lang="en-IN" b="0" dirty="0"/>
                        <a:t>3883</a:t>
                      </a:r>
                    </a:p>
                  </a:txBody>
                  <a:tcPr/>
                </a:tc>
                <a:tc>
                  <a:txBody>
                    <a:bodyPr/>
                    <a:lstStyle/>
                    <a:p>
                      <a:r>
                        <a:rPr lang="en-IN" b="0" dirty="0">
                          <a:highlight>
                            <a:srgbClr val="FFFF00"/>
                          </a:highlight>
                        </a:rPr>
                        <a:t>0.66</a:t>
                      </a:r>
                    </a:p>
                  </a:txBody>
                  <a:tcPr/>
                </a:tc>
                <a:tc>
                  <a:txBody>
                    <a:bodyPr/>
                    <a:lstStyle/>
                    <a:p>
                      <a:r>
                        <a:rPr lang="en-IN" b="0" dirty="0">
                          <a:highlight>
                            <a:srgbClr val="FFFF00"/>
                          </a:highlight>
                        </a:rPr>
                        <a:t>5</a:t>
                      </a:r>
                    </a:p>
                  </a:txBody>
                  <a:tcPr/>
                </a:tc>
                <a:extLst>
                  <a:ext uri="{0D108BD9-81ED-4DB2-BD59-A6C34878D82A}">
                    <a16:rowId xmlns:a16="http://schemas.microsoft.com/office/drawing/2014/main" val="2222597720"/>
                  </a:ext>
                </a:extLst>
              </a:tr>
              <a:tr h="329909">
                <a:tc>
                  <a:txBody>
                    <a:bodyPr/>
                    <a:lstStyle/>
                    <a:p>
                      <a:r>
                        <a:rPr lang="en-IN" b="0" dirty="0"/>
                        <a:t>Marico Ltd</a:t>
                      </a:r>
                    </a:p>
                  </a:txBody>
                  <a:tcPr/>
                </a:tc>
                <a:tc>
                  <a:txBody>
                    <a:bodyPr/>
                    <a:lstStyle/>
                    <a:p>
                      <a:r>
                        <a:rPr lang="en-IN" b="0" dirty="0"/>
                        <a:t>1442</a:t>
                      </a:r>
                    </a:p>
                  </a:txBody>
                  <a:tcPr/>
                </a:tc>
                <a:tc>
                  <a:txBody>
                    <a:bodyPr/>
                    <a:lstStyle/>
                    <a:p>
                      <a:r>
                        <a:rPr lang="en-IN" b="0" dirty="0"/>
                        <a:t>379</a:t>
                      </a:r>
                    </a:p>
                  </a:txBody>
                  <a:tcPr/>
                </a:tc>
                <a:tc>
                  <a:txBody>
                    <a:bodyPr/>
                    <a:lstStyle/>
                    <a:p>
                      <a:r>
                        <a:rPr lang="en-IN" b="0" dirty="0">
                          <a:solidFill>
                            <a:schemeClr val="bg2">
                              <a:lumMod val="10000"/>
                            </a:schemeClr>
                          </a:solidFill>
                        </a:rPr>
                        <a:t>3.80</a:t>
                      </a:r>
                    </a:p>
                  </a:txBody>
                  <a:tcPr/>
                </a:tc>
                <a:tc>
                  <a:txBody>
                    <a:bodyPr/>
                    <a:lstStyle/>
                    <a:p>
                      <a:r>
                        <a:rPr lang="en-IN" b="0" dirty="0">
                          <a:solidFill>
                            <a:schemeClr val="bg2">
                              <a:lumMod val="10000"/>
                            </a:schemeClr>
                          </a:solidFill>
                        </a:rPr>
                        <a:t>3</a:t>
                      </a:r>
                    </a:p>
                  </a:txBody>
                  <a:tcPr/>
                </a:tc>
                <a:extLst>
                  <a:ext uri="{0D108BD9-81ED-4DB2-BD59-A6C34878D82A}">
                    <a16:rowId xmlns:a16="http://schemas.microsoft.com/office/drawing/2014/main" val="2746652360"/>
                  </a:ext>
                </a:extLst>
              </a:tr>
              <a:tr h="329909">
                <a:tc>
                  <a:txBody>
                    <a:bodyPr/>
                    <a:lstStyle/>
                    <a:p>
                      <a:r>
                        <a:rPr lang="en-IN" b="0" dirty="0"/>
                        <a:t>Dabur India</a:t>
                      </a:r>
                    </a:p>
                  </a:txBody>
                  <a:tcPr/>
                </a:tc>
                <a:tc>
                  <a:txBody>
                    <a:bodyPr/>
                    <a:lstStyle/>
                    <a:p>
                      <a:r>
                        <a:rPr lang="en-IN" b="0" dirty="0"/>
                        <a:t>1987</a:t>
                      </a:r>
                    </a:p>
                  </a:txBody>
                  <a:tcPr/>
                </a:tc>
                <a:tc>
                  <a:txBody>
                    <a:bodyPr/>
                    <a:lstStyle/>
                    <a:p>
                      <a:r>
                        <a:rPr lang="en-IN" b="0" dirty="0"/>
                        <a:t>730</a:t>
                      </a:r>
                    </a:p>
                  </a:txBody>
                  <a:tcPr/>
                </a:tc>
                <a:tc>
                  <a:txBody>
                    <a:bodyPr/>
                    <a:lstStyle/>
                    <a:p>
                      <a:r>
                        <a:rPr lang="en-IN" b="0" dirty="0"/>
                        <a:t>2.72</a:t>
                      </a:r>
                    </a:p>
                  </a:txBody>
                  <a:tcPr/>
                </a:tc>
                <a:tc>
                  <a:txBody>
                    <a:bodyPr/>
                    <a:lstStyle/>
                    <a:p>
                      <a:r>
                        <a:rPr lang="en-IN" b="0" dirty="0"/>
                        <a:t>4</a:t>
                      </a:r>
                    </a:p>
                  </a:txBody>
                  <a:tcPr/>
                </a:tc>
                <a:extLst>
                  <a:ext uri="{0D108BD9-81ED-4DB2-BD59-A6C34878D82A}">
                    <a16:rowId xmlns:a16="http://schemas.microsoft.com/office/drawing/2014/main" val="1127933414"/>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Vishal Mega Mart</a:t>
                      </a:r>
                    </a:p>
                  </a:txBody>
                  <a:tcPr/>
                </a:tc>
                <a:tc>
                  <a:txBody>
                    <a:bodyPr/>
                    <a:lstStyle/>
                    <a:p>
                      <a:r>
                        <a:rPr lang="en-IN" b="0" dirty="0"/>
                        <a:t>1399</a:t>
                      </a:r>
                    </a:p>
                  </a:txBody>
                  <a:tcPr/>
                </a:tc>
                <a:tc>
                  <a:txBody>
                    <a:bodyPr/>
                    <a:lstStyle/>
                    <a:p>
                      <a:r>
                        <a:rPr lang="en-IN" b="0" dirty="0"/>
                        <a:t>0</a:t>
                      </a:r>
                    </a:p>
                  </a:txBody>
                  <a:tcPr/>
                </a:tc>
                <a:tc>
                  <a:txBody>
                    <a:bodyPr/>
                    <a:lstStyle/>
                    <a:p>
                      <a:r>
                        <a:rPr lang="en-IN" b="1" dirty="0"/>
                        <a:t>NM</a:t>
                      </a:r>
                    </a:p>
                  </a:txBody>
                  <a:tcPr/>
                </a:tc>
                <a:tc>
                  <a:txBody>
                    <a:bodyPr/>
                    <a:lstStyle/>
                    <a:p>
                      <a:r>
                        <a:rPr lang="en-IN" b="1" dirty="0"/>
                        <a:t>1</a:t>
                      </a:r>
                    </a:p>
                  </a:txBody>
                  <a:tcPr/>
                </a:tc>
                <a:extLst>
                  <a:ext uri="{0D108BD9-81ED-4DB2-BD59-A6C34878D82A}">
                    <a16:rowId xmlns:a16="http://schemas.microsoft.com/office/drawing/2014/main" val="4187621447"/>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180963087"/>
                  </a:ext>
                </a:extLst>
              </a:tr>
            </a:tbl>
          </a:graphicData>
        </a:graphic>
      </p:graphicFrame>
    </p:spTree>
    <p:extLst>
      <p:ext uri="{BB962C8B-B14F-4D97-AF65-F5344CB8AC3E}">
        <p14:creationId xmlns:p14="http://schemas.microsoft.com/office/powerpoint/2010/main" val="44820476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8639E-0AB5-4095-9BC1-A93EA9F1AAF4}"/>
              </a:ext>
            </a:extLst>
          </p:cNvPr>
          <p:cNvSpPr>
            <a:spLocks noGrp="1"/>
          </p:cNvSpPr>
          <p:nvPr>
            <p:ph type="title"/>
          </p:nvPr>
        </p:nvSpPr>
        <p:spPr/>
        <p:txBody>
          <a:bodyPr/>
          <a:lstStyle/>
          <a:p>
            <a:pPr algn="ctr"/>
            <a:r>
              <a:rPr lang="en-US" b="1" dirty="0"/>
              <a:t>CFO/PAT </a:t>
            </a:r>
            <a:r>
              <a:rPr lang="en-US" dirty="0"/>
              <a:t>– FY 2025 </a:t>
            </a:r>
            <a:endParaRPr lang="en-IN" dirty="0"/>
          </a:p>
        </p:txBody>
      </p:sp>
      <p:graphicFrame>
        <p:nvGraphicFramePr>
          <p:cNvPr id="4" name="Table 4">
            <a:extLst>
              <a:ext uri="{FF2B5EF4-FFF2-40B4-BE49-F238E27FC236}">
                <a16:creationId xmlns:a16="http://schemas.microsoft.com/office/drawing/2014/main" id="{1DD1D885-1721-4522-B6D3-96413C4754B1}"/>
              </a:ext>
            </a:extLst>
          </p:cNvPr>
          <p:cNvGraphicFramePr>
            <a:graphicFrameLocks noGrp="1"/>
          </p:cNvGraphicFramePr>
          <p:nvPr>
            <p:ph idx="1"/>
          </p:nvPr>
        </p:nvGraphicFramePr>
        <p:xfrm>
          <a:off x="838200" y="1851024"/>
          <a:ext cx="8584769" cy="2834640"/>
        </p:xfrm>
        <a:graphic>
          <a:graphicData uri="http://schemas.openxmlformats.org/drawingml/2006/table">
            <a:tbl>
              <a:tblPr firstRow="1" bandRow="1">
                <a:tableStyleId>{F5AB1C69-6EDB-4FF4-983F-18BD219EF322}</a:tableStyleId>
              </a:tblPr>
              <a:tblGrid>
                <a:gridCol w="2189899">
                  <a:extLst>
                    <a:ext uri="{9D8B030D-6E8A-4147-A177-3AD203B41FA5}">
                      <a16:colId xmlns:a16="http://schemas.microsoft.com/office/drawing/2014/main" val="239351581"/>
                    </a:ext>
                  </a:extLst>
                </a:gridCol>
                <a:gridCol w="2189899">
                  <a:extLst>
                    <a:ext uri="{9D8B030D-6E8A-4147-A177-3AD203B41FA5}">
                      <a16:colId xmlns:a16="http://schemas.microsoft.com/office/drawing/2014/main" val="3651509243"/>
                    </a:ext>
                  </a:extLst>
                </a:gridCol>
                <a:gridCol w="2189899">
                  <a:extLst>
                    <a:ext uri="{9D8B030D-6E8A-4147-A177-3AD203B41FA5}">
                      <a16:colId xmlns:a16="http://schemas.microsoft.com/office/drawing/2014/main" val="343889307"/>
                    </a:ext>
                  </a:extLst>
                </a:gridCol>
                <a:gridCol w="1007536">
                  <a:extLst>
                    <a:ext uri="{9D8B030D-6E8A-4147-A177-3AD203B41FA5}">
                      <a16:colId xmlns:a16="http://schemas.microsoft.com/office/drawing/2014/main" val="3173881814"/>
                    </a:ext>
                  </a:extLst>
                </a:gridCol>
                <a:gridCol w="1007536">
                  <a:extLst>
                    <a:ext uri="{9D8B030D-6E8A-4147-A177-3AD203B41FA5}">
                      <a16:colId xmlns:a16="http://schemas.microsoft.com/office/drawing/2014/main" val="269274260"/>
                    </a:ext>
                  </a:extLst>
                </a:gridCol>
              </a:tblGrid>
              <a:tr h="329909">
                <a:tc>
                  <a:txBody>
                    <a:bodyPr/>
                    <a:lstStyle/>
                    <a:p>
                      <a:r>
                        <a:rPr lang="en-US" dirty="0"/>
                        <a:t>Company</a:t>
                      </a:r>
                      <a:endParaRPr lang="en-IN" dirty="0"/>
                    </a:p>
                  </a:txBody>
                  <a:tcPr/>
                </a:tc>
                <a:tc>
                  <a:txBody>
                    <a:bodyPr/>
                    <a:lstStyle/>
                    <a:p>
                      <a:r>
                        <a:rPr lang="en-US" dirty="0"/>
                        <a:t>CFO</a:t>
                      </a:r>
                      <a:endParaRPr lang="en-IN" dirty="0"/>
                    </a:p>
                  </a:txBody>
                  <a:tcPr/>
                </a:tc>
                <a:tc>
                  <a:txBody>
                    <a:bodyPr/>
                    <a:lstStyle/>
                    <a:p>
                      <a:r>
                        <a:rPr lang="en-US" dirty="0"/>
                        <a:t>PAT (Adjusted)</a:t>
                      </a:r>
                      <a:endParaRPr lang="en-IN" dirty="0"/>
                    </a:p>
                  </a:txBody>
                  <a:tcPr/>
                </a:tc>
                <a:tc>
                  <a:txBody>
                    <a:bodyPr/>
                    <a:lstStyle/>
                    <a:p>
                      <a:r>
                        <a:rPr lang="en-US" dirty="0"/>
                        <a:t>CFO/PAT</a:t>
                      </a:r>
                      <a:endParaRPr lang="en-IN" dirty="0"/>
                    </a:p>
                  </a:txBody>
                  <a:tcPr/>
                </a:tc>
                <a:tc>
                  <a:txBody>
                    <a:bodyPr/>
                    <a:lstStyle/>
                    <a:p>
                      <a:r>
                        <a:rPr lang="en-US" dirty="0"/>
                        <a:t> Rank</a:t>
                      </a:r>
                      <a:endParaRPr lang="en-IN" dirty="0"/>
                    </a:p>
                  </a:txBody>
                  <a:tcPr/>
                </a:tc>
                <a:extLst>
                  <a:ext uri="{0D108BD9-81ED-4DB2-BD59-A6C34878D82A}">
                    <a16:rowId xmlns:a16="http://schemas.microsoft.com/office/drawing/2014/main" val="1916009622"/>
                  </a:ext>
                </a:extLst>
              </a:tr>
              <a:tr h="329909">
                <a:tc>
                  <a:txBody>
                    <a:bodyPr/>
                    <a:lstStyle/>
                    <a:p>
                      <a:r>
                        <a:rPr lang="en-IN" b="0" dirty="0"/>
                        <a:t>HUL</a:t>
                      </a:r>
                    </a:p>
                  </a:txBody>
                  <a:tcPr/>
                </a:tc>
                <a:tc>
                  <a:txBody>
                    <a:bodyPr/>
                    <a:lstStyle/>
                    <a:p>
                      <a:r>
                        <a:rPr lang="en-IN" b="0" dirty="0"/>
                        <a:t>11886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10679</a:t>
                      </a:r>
                    </a:p>
                  </a:txBody>
                  <a:tcPr/>
                </a:tc>
                <a:tc>
                  <a:txBody>
                    <a:bodyPr/>
                    <a:lstStyle/>
                    <a:p>
                      <a:r>
                        <a:rPr lang="en-IN" b="0" dirty="0">
                          <a:solidFill>
                            <a:schemeClr val="bg2">
                              <a:lumMod val="10000"/>
                            </a:schemeClr>
                          </a:solidFill>
                        </a:rPr>
                        <a:t>1.11</a:t>
                      </a:r>
                    </a:p>
                  </a:txBody>
                  <a:tcPr/>
                </a:tc>
                <a:tc>
                  <a:txBody>
                    <a:bodyPr/>
                    <a:lstStyle/>
                    <a:p>
                      <a:r>
                        <a:rPr lang="en-IN" b="0" dirty="0">
                          <a:solidFill>
                            <a:schemeClr val="bg2">
                              <a:lumMod val="10000"/>
                            </a:schemeClr>
                          </a:solidFill>
                        </a:rPr>
                        <a:t>4</a:t>
                      </a:r>
                    </a:p>
                  </a:txBody>
                  <a:tcPr/>
                </a:tc>
                <a:extLst>
                  <a:ext uri="{0D108BD9-81ED-4DB2-BD59-A6C34878D82A}">
                    <a16:rowId xmlns:a16="http://schemas.microsoft.com/office/drawing/2014/main" val="36654119"/>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Godrej Consumer Products Ltd </a:t>
                      </a:r>
                    </a:p>
                  </a:txBody>
                  <a:tcPr/>
                </a:tc>
                <a:tc>
                  <a:txBody>
                    <a:bodyPr/>
                    <a:lstStyle/>
                    <a:p>
                      <a:r>
                        <a:rPr lang="en-IN" b="0" dirty="0"/>
                        <a:t>2577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1615</a:t>
                      </a:r>
                    </a:p>
                  </a:txBody>
                  <a:tcPr/>
                </a:tc>
                <a:tc>
                  <a:txBody>
                    <a:bodyPr/>
                    <a:lstStyle/>
                    <a:p>
                      <a:r>
                        <a:rPr lang="en-IN" b="0" dirty="0"/>
                        <a:t>1.60</a:t>
                      </a:r>
                    </a:p>
                  </a:txBody>
                  <a:tcPr/>
                </a:tc>
                <a:tc>
                  <a:txBody>
                    <a:bodyPr/>
                    <a:lstStyle/>
                    <a:p>
                      <a:r>
                        <a:rPr lang="en-IN" b="0" dirty="0"/>
                        <a:t>3</a:t>
                      </a:r>
                    </a:p>
                  </a:txBody>
                  <a:tcPr/>
                </a:tc>
                <a:extLst>
                  <a:ext uri="{0D108BD9-81ED-4DB2-BD59-A6C34878D82A}">
                    <a16:rowId xmlns:a16="http://schemas.microsoft.com/office/drawing/2014/main" val="1835484612"/>
                  </a:ext>
                </a:extLst>
              </a:tr>
              <a:tr h="329909">
                <a:tc>
                  <a:txBody>
                    <a:bodyPr/>
                    <a:lstStyle/>
                    <a:p>
                      <a:r>
                        <a:rPr lang="en-IN" b="0" dirty="0">
                          <a:highlight>
                            <a:srgbClr val="FFFF00"/>
                          </a:highlight>
                        </a:rPr>
                        <a:t>Marico Ltd</a:t>
                      </a:r>
                    </a:p>
                  </a:txBody>
                  <a:tcPr/>
                </a:tc>
                <a:tc>
                  <a:txBody>
                    <a:bodyPr/>
                    <a:lstStyle/>
                    <a:p>
                      <a:r>
                        <a:rPr lang="en-IN" b="0" dirty="0"/>
                        <a:t>1442</a:t>
                      </a:r>
                    </a:p>
                  </a:txBody>
                  <a:tcPr/>
                </a:tc>
                <a:tc>
                  <a:txBody>
                    <a:bodyPr/>
                    <a:lstStyle/>
                    <a:p>
                      <a:r>
                        <a:rPr lang="en-IN" b="0" dirty="0"/>
                        <a:t>1412</a:t>
                      </a:r>
                    </a:p>
                  </a:txBody>
                  <a:tcPr/>
                </a:tc>
                <a:tc>
                  <a:txBody>
                    <a:bodyPr/>
                    <a:lstStyle/>
                    <a:p>
                      <a:r>
                        <a:rPr lang="en-IN" b="0" dirty="0">
                          <a:highlight>
                            <a:srgbClr val="FFFF00"/>
                          </a:highlight>
                        </a:rPr>
                        <a:t>1.02</a:t>
                      </a:r>
                    </a:p>
                  </a:txBody>
                  <a:tcPr/>
                </a:tc>
                <a:tc>
                  <a:txBody>
                    <a:bodyPr/>
                    <a:lstStyle/>
                    <a:p>
                      <a:r>
                        <a:rPr lang="en-IN" b="0" dirty="0">
                          <a:highlight>
                            <a:srgbClr val="FFFF00"/>
                          </a:highlight>
                        </a:rPr>
                        <a:t>5</a:t>
                      </a:r>
                    </a:p>
                  </a:txBody>
                  <a:tcPr/>
                </a:tc>
                <a:extLst>
                  <a:ext uri="{0D108BD9-81ED-4DB2-BD59-A6C34878D82A}">
                    <a16:rowId xmlns:a16="http://schemas.microsoft.com/office/drawing/2014/main" val="2746652360"/>
                  </a:ext>
                </a:extLst>
              </a:tr>
              <a:tr h="329909">
                <a:tc>
                  <a:txBody>
                    <a:bodyPr/>
                    <a:lstStyle/>
                    <a:p>
                      <a:r>
                        <a:rPr lang="en-IN" b="0" dirty="0"/>
                        <a:t>Dabur India</a:t>
                      </a:r>
                    </a:p>
                  </a:txBody>
                  <a:tcPr/>
                </a:tc>
                <a:tc>
                  <a:txBody>
                    <a:bodyPr/>
                    <a:lstStyle/>
                    <a:p>
                      <a:r>
                        <a:rPr lang="en-IN" b="0" dirty="0"/>
                        <a:t>1987</a:t>
                      </a:r>
                    </a:p>
                  </a:txBody>
                  <a:tcPr/>
                </a:tc>
                <a:tc>
                  <a:txBody>
                    <a:bodyPr/>
                    <a:lstStyle/>
                    <a:p>
                      <a:r>
                        <a:rPr lang="en-IN" b="0" dirty="0"/>
                        <a:t>1190</a:t>
                      </a:r>
                    </a:p>
                  </a:txBody>
                  <a:tcPr/>
                </a:tc>
                <a:tc>
                  <a:txBody>
                    <a:bodyPr/>
                    <a:lstStyle/>
                    <a:p>
                      <a:r>
                        <a:rPr lang="en-IN" b="0" dirty="0"/>
                        <a:t>1.67</a:t>
                      </a:r>
                    </a:p>
                  </a:txBody>
                  <a:tcPr/>
                </a:tc>
                <a:tc>
                  <a:txBody>
                    <a:bodyPr/>
                    <a:lstStyle/>
                    <a:p>
                      <a:r>
                        <a:rPr lang="en-IN" b="0" dirty="0"/>
                        <a:t>2</a:t>
                      </a:r>
                    </a:p>
                  </a:txBody>
                  <a:tcPr/>
                </a:tc>
                <a:extLst>
                  <a:ext uri="{0D108BD9-81ED-4DB2-BD59-A6C34878D82A}">
                    <a16:rowId xmlns:a16="http://schemas.microsoft.com/office/drawing/2014/main" val="1127933414"/>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Vishal Mega Mart</a:t>
                      </a:r>
                    </a:p>
                  </a:txBody>
                  <a:tcPr/>
                </a:tc>
                <a:tc>
                  <a:txBody>
                    <a:bodyPr/>
                    <a:lstStyle/>
                    <a:p>
                      <a:r>
                        <a:rPr lang="en-IN" b="0" dirty="0"/>
                        <a:t>1399</a:t>
                      </a:r>
                    </a:p>
                  </a:txBody>
                  <a:tcPr/>
                </a:tc>
                <a:tc>
                  <a:txBody>
                    <a:bodyPr/>
                    <a:lstStyle/>
                    <a:p>
                      <a:r>
                        <a:rPr lang="en-IN" b="0" dirty="0"/>
                        <a:t>588</a:t>
                      </a:r>
                    </a:p>
                  </a:txBody>
                  <a:tcPr/>
                </a:tc>
                <a:tc>
                  <a:txBody>
                    <a:bodyPr/>
                    <a:lstStyle/>
                    <a:p>
                      <a:r>
                        <a:rPr lang="en-IN" b="1" dirty="0"/>
                        <a:t>2.38</a:t>
                      </a:r>
                    </a:p>
                  </a:txBody>
                  <a:tcPr/>
                </a:tc>
                <a:tc>
                  <a:txBody>
                    <a:bodyPr/>
                    <a:lstStyle/>
                    <a:p>
                      <a:r>
                        <a:rPr lang="en-IN" b="1" dirty="0"/>
                        <a:t>1</a:t>
                      </a:r>
                    </a:p>
                  </a:txBody>
                  <a:tcPr/>
                </a:tc>
                <a:extLst>
                  <a:ext uri="{0D108BD9-81ED-4DB2-BD59-A6C34878D82A}">
                    <a16:rowId xmlns:a16="http://schemas.microsoft.com/office/drawing/2014/main" val="4187621447"/>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0" dirty="0"/>
                    </a:p>
                  </a:txBody>
                  <a:tcPr/>
                </a:tc>
                <a:tc>
                  <a:txBody>
                    <a:bodyPr/>
                    <a:lstStyle/>
                    <a:p>
                      <a:endParaRPr lang="en-IN" b="0" dirty="0"/>
                    </a:p>
                  </a:txBody>
                  <a:tcPr/>
                </a:tc>
                <a:tc>
                  <a:txBody>
                    <a:bodyPr/>
                    <a:lstStyle/>
                    <a:p>
                      <a:endParaRPr lang="en-IN" b="0" dirty="0"/>
                    </a:p>
                  </a:txBody>
                  <a:tcPr/>
                </a:tc>
                <a:tc>
                  <a:txBody>
                    <a:bodyPr/>
                    <a:lstStyle/>
                    <a:p>
                      <a:endParaRPr lang="en-IN" b="0" dirty="0"/>
                    </a:p>
                  </a:txBody>
                  <a:tcPr/>
                </a:tc>
                <a:extLst>
                  <a:ext uri="{0D108BD9-81ED-4DB2-BD59-A6C34878D82A}">
                    <a16:rowId xmlns:a16="http://schemas.microsoft.com/office/drawing/2014/main" val="3180963087"/>
                  </a:ext>
                </a:extLst>
              </a:tr>
            </a:tbl>
          </a:graphicData>
        </a:graphic>
      </p:graphicFrame>
    </p:spTree>
    <p:extLst>
      <p:ext uri="{BB962C8B-B14F-4D97-AF65-F5344CB8AC3E}">
        <p14:creationId xmlns:p14="http://schemas.microsoft.com/office/powerpoint/2010/main" val="222067255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2ADDF-7AA0-468C-B5B9-2F6BCAAAA5C9}"/>
              </a:ext>
            </a:extLst>
          </p:cNvPr>
          <p:cNvSpPr>
            <a:spLocks noGrp="1"/>
          </p:cNvSpPr>
          <p:nvPr>
            <p:ph type="title"/>
          </p:nvPr>
        </p:nvSpPr>
        <p:spPr/>
        <p:txBody>
          <a:bodyPr/>
          <a:lstStyle/>
          <a:p>
            <a:pPr algn="ctr"/>
            <a:r>
              <a:rPr lang="en-US" b="1" dirty="0"/>
              <a:t>HUL’s CF </a:t>
            </a:r>
            <a:r>
              <a:rPr lang="en-US" b="1" dirty="0" err="1"/>
              <a:t>Mgmt</a:t>
            </a:r>
            <a:r>
              <a:rPr lang="en-US" b="1" dirty="0"/>
              <a:t> score </a:t>
            </a:r>
            <a:endParaRPr lang="en-IN" b="1" dirty="0"/>
          </a:p>
        </p:txBody>
      </p:sp>
      <p:graphicFrame>
        <p:nvGraphicFramePr>
          <p:cNvPr id="4" name="Table 4">
            <a:extLst>
              <a:ext uri="{FF2B5EF4-FFF2-40B4-BE49-F238E27FC236}">
                <a16:creationId xmlns:a16="http://schemas.microsoft.com/office/drawing/2014/main" id="{3F5C4ABA-959B-4264-B0F8-F07C7F7D6F59}"/>
              </a:ext>
            </a:extLst>
          </p:cNvPr>
          <p:cNvGraphicFramePr>
            <a:graphicFrameLocks noGrp="1"/>
          </p:cNvGraphicFramePr>
          <p:nvPr>
            <p:ph idx="1"/>
          </p:nvPr>
        </p:nvGraphicFramePr>
        <p:xfrm>
          <a:off x="838200" y="1825625"/>
          <a:ext cx="10515600" cy="303276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581617588"/>
                    </a:ext>
                  </a:extLst>
                </a:gridCol>
                <a:gridCol w="2103120">
                  <a:extLst>
                    <a:ext uri="{9D8B030D-6E8A-4147-A177-3AD203B41FA5}">
                      <a16:colId xmlns:a16="http://schemas.microsoft.com/office/drawing/2014/main" val="3736460221"/>
                    </a:ext>
                  </a:extLst>
                </a:gridCol>
                <a:gridCol w="2103120">
                  <a:extLst>
                    <a:ext uri="{9D8B030D-6E8A-4147-A177-3AD203B41FA5}">
                      <a16:colId xmlns:a16="http://schemas.microsoft.com/office/drawing/2014/main" val="3173083987"/>
                    </a:ext>
                  </a:extLst>
                </a:gridCol>
                <a:gridCol w="2554379">
                  <a:extLst>
                    <a:ext uri="{9D8B030D-6E8A-4147-A177-3AD203B41FA5}">
                      <a16:colId xmlns:a16="http://schemas.microsoft.com/office/drawing/2014/main" val="1538783123"/>
                    </a:ext>
                  </a:extLst>
                </a:gridCol>
                <a:gridCol w="1651861">
                  <a:extLst>
                    <a:ext uri="{9D8B030D-6E8A-4147-A177-3AD203B41FA5}">
                      <a16:colId xmlns:a16="http://schemas.microsoft.com/office/drawing/2014/main" val="1384692733"/>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2111029006"/>
                  </a:ext>
                </a:extLst>
              </a:tr>
              <a:tr h="370840">
                <a:tc>
                  <a:txBody>
                    <a:bodyPr/>
                    <a:lstStyle/>
                    <a:p>
                      <a:r>
                        <a:rPr lang="en-US" dirty="0"/>
                        <a:t>1. CFO to Capex</a:t>
                      </a:r>
                      <a:endParaRPr lang="en-IN" dirty="0"/>
                    </a:p>
                  </a:txBody>
                  <a:tcPr/>
                </a:tc>
                <a:tc>
                  <a:txBody>
                    <a:bodyPr/>
                    <a:lstStyle/>
                    <a:p>
                      <a:r>
                        <a:rPr lang="en-IN" dirty="0"/>
                        <a:t>2</a:t>
                      </a:r>
                    </a:p>
                  </a:txBody>
                  <a:tcPr/>
                </a:tc>
                <a:tc>
                  <a:txBody>
                    <a:bodyPr/>
                    <a:lstStyle/>
                    <a:p>
                      <a:r>
                        <a:rPr lang="en-IN"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0.25</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1.00</a:t>
                      </a:r>
                    </a:p>
                  </a:txBody>
                  <a:tcPr/>
                </a:tc>
                <a:extLst>
                  <a:ext uri="{0D108BD9-81ED-4DB2-BD59-A6C34878D82A}">
                    <a16:rowId xmlns:a16="http://schemas.microsoft.com/office/drawing/2014/main" val="1337902439"/>
                  </a:ext>
                </a:extLst>
              </a:tr>
              <a:tr h="370840">
                <a:tc>
                  <a:txBody>
                    <a:bodyPr/>
                    <a:lstStyle/>
                    <a:p>
                      <a:r>
                        <a:rPr lang="en-US" dirty="0"/>
                        <a:t>2. CFO to CL</a:t>
                      </a:r>
                      <a:endParaRPr lang="en-IN" dirty="0"/>
                    </a:p>
                  </a:txBody>
                  <a:tcPr/>
                </a:tc>
                <a:tc>
                  <a:txBody>
                    <a:bodyPr/>
                    <a:lstStyle/>
                    <a:p>
                      <a:r>
                        <a:rPr lang="en-IN" dirty="0"/>
                        <a:t>1</a:t>
                      </a:r>
                    </a:p>
                  </a:txBody>
                  <a:tcPr/>
                </a:tc>
                <a:tc>
                  <a:txBody>
                    <a:bodyPr/>
                    <a:lstStyle/>
                    <a:p>
                      <a:r>
                        <a:rPr lang="en-IN"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0.25</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1.25</a:t>
                      </a:r>
                    </a:p>
                  </a:txBody>
                  <a:tcPr/>
                </a:tc>
                <a:extLst>
                  <a:ext uri="{0D108BD9-81ED-4DB2-BD59-A6C34878D82A}">
                    <a16:rowId xmlns:a16="http://schemas.microsoft.com/office/drawing/2014/main" val="1345314110"/>
                  </a:ext>
                </a:extLst>
              </a:tr>
              <a:tr h="370840">
                <a:tc>
                  <a:txBody>
                    <a:bodyPr/>
                    <a:lstStyle/>
                    <a:p>
                      <a:r>
                        <a:rPr lang="en-US" dirty="0"/>
                        <a:t>3. CFO to Total Debt</a:t>
                      </a:r>
                      <a:endParaRPr lang="en-IN" dirty="0"/>
                    </a:p>
                  </a:txBody>
                  <a:tcPr/>
                </a:tc>
                <a:tc>
                  <a:txBody>
                    <a:bodyPr/>
                    <a:lstStyle/>
                    <a:p>
                      <a:r>
                        <a:rPr lang="en-IN" dirty="0"/>
                        <a:t>2</a:t>
                      </a:r>
                    </a:p>
                  </a:txBody>
                  <a:tcPr/>
                </a:tc>
                <a:tc>
                  <a:txBody>
                    <a:bodyPr/>
                    <a:lstStyle/>
                    <a:p>
                      <a:r>
                        <a:rPr lang="en-IN"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0.25</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1.00</a:t>
                      </a:r>
                    </a:p>
                  </a:txBody>
                  <a:tcPr/>
                </a:tc>
                <a:extLst>
                  <a:ext uri="{0D108BD9-81ED-4DB2-BD59-A6C34878D82A}">
                    <a16:rowId xmlns:a16="http://schemas.microsoft.com/office/drawing/2014/main" val="903677710"/>
                  </a:ext>
                </a:extLst>
              </a:tr>
              <a:tr h="370840">
                <a:tc>
                  <a:txBody>
                    <a:bodyPr/>
                    <a:lstStyle/>
                    <a:p>
                      <a:r>
                        <a:rPr lang="en-US" dirty="0"/>
                        <a:t>4. CFO to Net Income</a:t>
                      </a:r>
                      <a:endParaRPr lang="en-IN" dirty="0"/>
                    </a:p>
                  </a:txBody>
                  <a:tcPr/>
                </a:tc>
                <a:tc>
                  <a:txBody>
                    <a:bodyPr/>
                    <a:lstStyle/>
                    <a:p>
                      <a:r>
                        <a:rPr lang="en-IN" dirty="0"/>
                        <a:t>4</a:t>
                      </a:r>
                    </a:p>
                  </a:txBody>
                  <a:tcPr/>
                </a:tc>
                <a:tc>
                  <a:txBody>
                    <a:bodyPr/>
                    <a:lstStyle/>
                    <a:p>
                      <a:r>
                        <a:rPr lang="en-IN"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0.25</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0.50</a:t>
                      </a:r>
                    </a:p>
                  </a:txBody>
                  <a:tcPr/>
                </a:tc>
                <a:extLst>
                  <a:ext uri="{0D108BD9-81ED-4DB2-BD59-A6C34878D82A}">
                    <a16:rowId xmlns:a16="http://schemas.microsoft.com/office/drawing/2014/main" val="939341374"/>
                  </a:ext>
                </a:extLst>
              </a:tr>
              <a:tr h="370840">
                <a:tc>
                  <a:txBody>
                    <a:bodyPr/>
                    <a:lstStyle/>
                    <a:p>
                      <a:r>
                        <a:rPr lang="en-US" b="1" dirty="0"/>
                        <a:t>Total Weighted Score </a:t>
                      </a:r>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r>
                        <a:rPr lang="en-IN" b="1" dirty="0"/>
                        <a:t>3.75</a:t>
                      </a:r>
                    </a:p>
                  </a:txBody>
                  <a:tcPr/>
                </a:tc>
                <a:extLst>
                  <a:ext uri="{0D108BD9-81ED-4DB2-BD59-A6C34878D82A}">
                    <a16:rowId xmlns:a16="http://schemas.microsoft.com/office/drawing/2014/main" val="713248258"/>
                  </a:ext>
                </a:extLst>
              </a:tr>
            </a:tbl>
          </a:graphicData>
        </a:graphic>
      </p:graphicFrame>
    </p:spTree>
    <p:extLst>
      <p:ext uri="{BB962C8B-B14F-4D97-AF65-F5344CB8AC3E}">
        <p14:creationId xmlns:p14="http://schemas.microsoft.com/office/powerpoint/2010/main" val="101726257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2ADDF-7AA0-468C-B5B9-2F6BCAAAA5C9}"/>
              </a:ext>
            </a:extLst>
          </p:cNvPr>
          <p:cNvSpPr>
            <a:spLocks noGrp="1"/>
          </p:cNvSpPr>
          <p:nvPr>
            <p:ph type="title"/>
          </p:nvPr>
        </p:nvSpPr>
        <p:spPr/>
        <p:txBody>
          <a:bodyPr/>
          <a:lstStyle/>
          <a:p>
            <a:pPr algn="ctr"/>
            <a:r>
              <a:rPr lang="en-US" b="1" dirty="0"/>
              <a:t>Godrej’s CF </a:t>
            </a:r>
            <a:r>
              <a:rPr lang="en-US" b="1" dirty="0" err="1"/>
              <a:t>Mgmt</a:t>
            </a:r>
            <a:r>
              <a:rPr lang="en-US" b="1" dirty="0"/>
              <a:t> score</a:t>
            </a:r>
            <a:endParaRPr lang="en-IN" b="1" dirty="0"/>
          </a:p>
        </p:txBody>
      </p:sp>
      <p:graphicFrame>
        <p:nvGraphicFramePr>
          <p:cNvPr id="4" name="Table 4">
            <a:extLst>
              <a:ext uri="{FF2B5EF4-FFF2-40B4-BE49-F238E27FC236}">
                <a16:creationId xmlns:a16="http://schemas.microsoft.com/office/drawing/2014/main" id="{3F5C4ABA-959B-4264-B0F8-F07C7F7D6F59}"/>
              </a:ext>
            </a:extLst>
          </p:cNvPr>
          <p:cNvGraphicFramePr>
            <a:graphicFrameLocks noGrp="1"/>
          </p:cNvGraphicFramePr>
          <p:nvPr>
            <p:ph idx="1"/>
          </p:nvPr>
        </p:nvGraphicFramePr>
        <p:xfrm>
          <a:off x="838200" y="1825625"/>
          <a:ext cx="10515600" cy="3032760"/>
        </p:xfrm>
        <a:graphic>
          <a:graphicData uri="http://schemas.openxmlformats.org/drawingml/2006/table">
            <a:tbl>
              <a:tblPr firstRow="1" bandRow="1">
                <a:tableStyleId>{F5AB1C69-6EDB-4FF4-983F-18BD219EF322}</a:tableStyleId>
              </a:tblPr>
              <a:tblGrid>
                <a:gridCol w="2103120">
                  <a:extLst>
                    <a:ext uri="{9D8B030D-6E8A-4147-A177-3AD203B41FA5}">
                      <a16:colId xmlns:a16="http://schemas.microsoft.com/office/drawing/2014/main" val="3581617588"/>
                    </a:ext>
                  </a:extLst>
                </a:gridCol>
                <a:gridCol w="2103120">
                  <a:extLst>
                    <a:ext uri="{9D8B030D-6E8A-4147-A177-3AD203B41FA5}">
                      <a16:colId xmlns:a16="http://schemas.microsoft.com/office/drawing/2014/main" val="3736460221"/>
                    </a:ext>
                  </a:extLst>
                </a:gridCol>
                <a:gridCol w="2103120">
                  <a:extLst>
                    <a:ext uri="{9D8B030D-6E8A-4147-A177-3AD203B41FA5}">
                      <a16:colId xmlns:a16="http://schemas.microsoft.com/office/drawing/2014/main" val="3173083987"/>
                    </a:ext>
                  </a:extLst>
                </a:gridCol>
                <a:gridCol w="2554379">
                  <a:extLst>
                    <a:ext uri="{9D8B030D-6E8A-4147-A177-3AD203B41FA5}">
                      <a16:colId xmlns:a16="http://schemas.microsoft.com/office/drawing/2014/main" val="1538783123"/>
                    </a:ext>
                  </a:extLst>
                </a:gridCol>
                <a:gridCol w="1651861">
                  <a:extLst>
                    <a:ext uri="{9D8B030D-6E8A-4147-A177-3AD203B41FA5}">
                      <a16:colId xmlns:a16="http://schemas.microsoft.com/office/drawing/2014/main" val="1384692733"/>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2111029006"/>
                  </a:ext>
                </a:extLst>
              </a:tr>
              <a:tr h="370840">
                <a:tc>
                  <a:txBody>
                    <a:bodyPr/>
                    <a:lstStyle/>
                    <a:p>
                      <a:r>
                        <a:rPr lang="en-US" dirty="0"/>
                        <a:t>1. CFO to Capex</a:t>
                      </a:r>
                      <a:endParaRPr lang="en-IN" dirty="0"/>
                    </a:p>
                  </a:txBody>
                  <a:tcPr/>
                </a:tc>
                <a:tc>
                  <a:txBody>
                    <a:bodyPr/>
                    <a:lstStyle/>
                    <a:p>
                      <a:r>
                        <a:rPr lang="en-IN" dirty="0"/>
                        <a:t>3</a:t>
                      </a:r>
                    </a:p>
                  </a:txBody>
                  <a:tcPr/>
                </a:tc>
                <a:tc>
                  <a:txBody>
                    <a:bodyPr/>
                    <a:lstStyle/>
                    <a:p>
                      <a:r>
                        <a:rPr lang="en-IN"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prstClr val="black"/>
                          </a:solidFill>
                          <a:effectLst/>
                          <a:uLnTx/>
                          <a:uFillTx/>
                        </a:rPr>
                        <a:t>0.25</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0.75</a:t>
                      </a:r>
                    </a:p>
                  </a:txBody>
                  <a:tcPr/>
                </a:tc>
                <a:extLst>
                  <a:ext uri="{0D108BD9-81ED-4DB2-BD59-A6C34878D82A}">
                    <a16:rowId xmlns:a16="http://schemas.microsoft.com/office/drawing/2014/main" val="1337902439"/>
                  </a:ext>
                </a:extLst>
              </a:tr>
              <a:tr h="370840">
                <a:tc>
                  <a:txBody>
                    <a:bodyPr/>
                    <a:lstStyle/>
                    <a:p>
                      <a:r>
                        <a:rPr lang="en-US" dirty="0"/>
                        <a:t>2. CFO to CL</a:t>
                      </a:r>
                      <a:endParaRPr lang="en-IN" dirty="0"/>
                    </a:p>
                  </a:txBody>
                  <a:tcPr/>
                </a:tc>
                <a:tc>
                  <a:txBody>
                    <a:bodyPr/>
                    <a:lstStyle/>
                    <a:p>
                      <a:r>
                        <a:rPr lang="en-IN" dirty="0"/>
                        <a:t>5</a:t>
                      </a:r>
                    </a:p>
                  </a:txBody>
                  <a:tcPr/>
                </a:tc>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prstClr val="black"/>
                          </a:solidFill>
                          <a:effectLst/>
                          <a:uLnTx/>
                          <a:uFillTx/>
                        </a:rPr>
                        <a:t>0.25</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0.25</a:t>
                      </a:r>
                    </a:p>
                  </a:txBody>
                  <a:tcPr/>
                </a:tc>
                <a:extLst>
                  <a:ext uri="{0D108BD9-81ED-4DB2-BD59-A6C34878D82A}">
                    <a16:rowId xmlns:a16="http://schemas.microsoft.com/office/drawing/2014/main" val="1345314110"/>
                  </a:ext>
                </a:extLst>
              </a:tr>
              <a:tr h="370840">
                <a:tc>
                  <a:txBody>
                    <a:bodyPr/>
                    <a:lstStyle/>
                    <a:p>
                      <a:r>
                        <a:rPr lang="en-US" dirty="0"/>
                        <a:t>3. CFO to Total Debt</a:t>
                      </a:r>
                      <a:endParaRPr lang="en-IN" dirty="0"/>
                    </a:p>
                  </a:txBody>
                  <a:tcPr/>
                </a:tc>
                <a:tc>
                  <a:txBody>
                    <a:bodyPr/>
                    <a:lstStyle/>
                    <a:p>
                      <a:r>
                        <a:rPr lang="en-IN" dirty="0"/>
                        <a:t>5</a:t>
                      </a:r>
                    </a:p>
                  </a:txBody>
                  <a:tcPr/>
                </a:tc>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prstClr val="black"/>
                          </a:solidFill>
                          <a:effectLst/>
                          <a:uLnTx/>
                          <a:uFillTx/>
                        </a:rPr>
                        <a:t>0.25</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0.25</a:t>
                      </a:r>
                    </a:p>
                  </a:txBody>
                  <a:tcPr/>
                </a:tc>
                <a:extLst>
                  <a:ext uri="{0D108BD9-81ED-4DB2-BD59-A6C34878D82A}">
                    <a16:rowId xmlns:a16="http://schemas.microsoft.com/office/drawing/2014/main" val="903677710"/>
                  </a:ext>
                </a:extLst>
              </a:tr>
              <a:tr h="370840">
                <a:tc>
                  <a:txBody>
                    <a:bodyPr/>
                    <a:lstStyle/>
                    <a:p>
                      <a:r>
                        <a:rPr lang="en-US" dirty="0"/>
                        <a:t>4. CFO to Net Income</a:t>
                      </a:r>
                      <a:endParaRPr lang="en-IN" dirty="0"/>
                    </a:p>
                  </a:txBody>
                  <a:tcPr/>
                </a:tc>
                <a:tc>
                  <a:txBody>
                    <a:bodyPr/>
                    <a:lstStyle/>
                    <a:p>
                      <a:r>
                        <a:rPr lang="en-IN" dirty="0"/>
                        <a:t>3</a:t>
                      </a:r>
                    </a:p>
                  </a:txBody>
                  <a:tcPr/>
                </a:tc>
                <a:tc>
                  <a:txBody>
                    <a:bodyPr/>
                    <a:lstStyle/>
                    <a:p>
                      <a:r>
                        <a:rPr lang="en-IN"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prstClr val="black"/>
                          </a:solidFill>
                          <a:effectLst/>
                          <a:uLnTx/>
                          <a:uFillTx/>
                        </a:rPr>
                        <a:t>0.25</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0.75</a:t>
                      </a:r>
                    </a:p>
                  </a:txBody>
                  <a:tcPr/>
                </a:tc>
                <a:extLst>
                  <a:ext uri="{0D108BD9-81ED-4DB2-BD59-A6C34878D82A}">
                    <a16:rowId xmlns:a16="http://schemas.microsoft.com/office/drawing/2014/main" val="939341374"/>
                  </a:ext>
                </a:extLst>
              </a:tr>
              <a:tr h="370840">
                <a:tc>
                  <a:txBody>
                    <a:bodyPr/>
                    <a:lstStyle/>
                    <a:p>
                      <a:r>
                        <a:rPr lang="en-US" b="1" dirty="0"/>
                        <a:t>Total Weighted Score </a:t>
                      </a:r>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r>
                        <a:rPr lang="en-IN" b="1" dirty="0"/>
                        <a:t>2.00</a:t>
                      </a:r>
                    </a:p>
                  </a:txBody>
                  <a:tcPr/>
                </a:tc>
                <a:extLst>
                  <a:ext uri="{0D108BD9-81ED-4DB2-BD59-A6C34878D82A}">
                    <a16:rowId xmlns:a16="http://schemas.microsoft.com/office/drawing/2014/main" val="713248258"/>
                  </a:ext>
                </a:extLst>
              </a:tr>
            </a:tbl>
          </a:graphicData>
        </a:graphic>
      </p:graphicFrame>
    </p:spTree>
    <p:extLst>
      <p:ext uri="{BB962C8B-B14F-4D97-AF65-F5344CB8AC3E}">
        <p14:creationId xmlns:p14="http://schemas.microsoft.com/office/powerpoint/2010/main" val="295160297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2ADDF-7AA0-468C-B5B9-2F6BCAAAA5C9}"/>
              </a:ext>
            </a:extLst>
          </p:cNvPr>
          <p:cNvSpPr>
            <a:spLocks noGrp="1"/>
          </p:cNvSpPr>
          <p:nvPr>
            <p:ph type="title"/>
          </p:nvPr>
        </p:nvSpPr>
        <p:spPr/>
        <p:txBody>
          <a:bodyPr/>
          <a:lstStyle/>
          <a:p>
            <a:pPr algn="ctr"/>
            <a:r>
              <a:rPr lang="en-US" b="1" dirty="0"/>
              <a:t>Marico ’s CF </a:t>
            </a:r>
            <a:r>
              <a:rPr lang="en-US" b="1" dirty="0" err="1"/>
              <a:t>Mgmt</a:t>
            </a:r>
            <a:r>
              <a:rPr lang="en-US" b="1" dirty="0"/>
              <a:t> score</a:t>
            </a:r>
            <a:endParaRPr lang="en-IN" b="1" dirty="0"/>
          </a:p>
        </p:txBody>
      </p:sp>
      <p:graphicFrame>
        <p:nvGraphicFramePr>
          <p:cNvPr id="4" name="Table 4">
            <a:extLst>
              <a:ext uri="{FF2B5EF4-FFF2-40B4-BE49-F238E27FC236}">
                <a16:creationId xmlns:a16="http://schemas.microsoft.com/office/drawing/2014/main" id="{3F5C4ABA-959B-4264-B0F8-F07C7F7D6F59}"/>
              </a:ext>
            </a:extLst>
          </p:cNvPr>
          <p:cNvGraphicFramePr>
            <a:graphicFrameLocks noGrp="1"/>
          </p:cNvGraphicFramePr>
          <p:nvPr>
            <p:ph idx="1"/>
          </p:nvPr>
        </p:nvGraphicFramePr>
        <p:xfrm>
          <a:off x="838200" y="1825625"/>
          <a:ext cx="10515600" cy="3032760"/>
        </p:xfrm>
        <a:graphic>
          <a:graphicData uri="http://schemas.openxmlformats.org/drawingml/2006/table">
            <a:tbl>
              <a:tblPr firstRow="1" bandRow="1">
                <a:tableStyleId>{00A15C55-8517-42AA-B614-E9B94910E393}</a:tableStyleId>
              </a:tblPr>
              <a:tblGrid>
                <a:gridCol w="2103120">
                  <a:extLst>
                    <a:ext uri="{9D8B030D-6E8A-4147-A177-3AD203B41FA5}">
                      <a16:colId xmlns:a16="http://schemas.microsoft.com/office/drawing/2014/main" val="3581617588"/>
                    </a:ext>
                  </a:extLst>
                </a:gridCol>
                <a:gridCol w="2103120">
                  <a:extLst>
                    <a:ext uri="{9D8B030D-6E8A-4147-A177-3AD203B41FA5}">
                      <a16:colId xmlns:a16="http://schemas.microsoft.com/office/drawing/2014/main" val="3736460221"/>
                    </a:ext>
                  </a:extLst>
                </a:gridCol>
                <a:gridCol w="2103120">
                  <a:extLst>
                    <a:ext uri="{9D8B030D-6E8A-4147-A177-3AD203B41FA5}">
                      <a16:colId xmlns:a16="http://schemas.microsoft.com/office/drawing/2014/main" val="3173083987"/>
                    </a:ext>
                  </a:extLst>
                </a:gridCol>
                <a:gridCol w="2554379">
                  <a:extLst>
                    <a:ext uri="{9D8B030D-6E8A-4147-A177-3AD203B41FA5}">
                      <a16:colId xmlns:a16="http://schemas.microsoft.com/office/drawing/2014/main" val="1538783123"/>
                    </a:ext>
                  </a:extLst>
                </a:gridCol>
                <a:gridCol w="1651861">
                  <a:extLst>
                    <a:ext uri="{9D8B030D-6E8A-4147-A177-3AD203B41FA5}">
                      <a16:colId xmlns:a16="http://schemas.microsoft.com/office/drawing/2014/main" val="1384692733"/>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2111029006"/>
                  </a:ext>
                </a:extLst>
              </a:tr>
              <a:tr h="370840">
                <a:tc>
                  <a:txBody>
                    <a:bodyPr/>
                    <a:lstStyle/>
                    <a:p>
                      <a:r>
                        <a:rPr lang="en-US" dirty="0"/>
                        <a:t>1. CFO to Capex</a:t>
                      </a:r>
                      <a:endParaRPr lang="en-IN" dirty="0"/>
                    </a:p>
                  </a:txBody>
                  <a:tcPr/>
                </a:tc>
                <a:tc>
                  <a:txBody>
                    <a:bodyPr/>
                    <a:lstStyle/>
                    <a:p>
                      <a:r>
                        <a:rPr lang="en-IN" dirty="0"/>
                        <a:t>1</a:t>
                      </a:r>
                    </a:p>
                  </a:txBody>
                  <a:tcPr/>
                </a:tc>
                <a:tc>
                  <a:txBody>
                    <a:bodyPr/>
                    <a:lstStyle/>
                    <a:p>
                      <a:r>
                        <a:rPr lang="en-IN"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prstClr val="black"/>
                          </a:solidFill>
                          <a:effectLst/>
                          <a:uLnTx/>
                          <a:uFillTx/>
                        </a:rPr>
                        <a:t>0.25</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1.25</a:t>
                      </a:r>
                    </a:p>
                  </a:txBody>
                  <a:tcPr/>
                </a:tc>
                <a:extLst>
                  <a:ext uri="{0D108BD9-81ED-4DB2-BD59-A6C34878D82A}">
                    <a16:rowId xmlns:a16="http://schemas.microsoft.com/office/drawing/2014/main" val="1337902439"/>
                  </a:ext>
                </a:extLst>
              </a:tr>
              <a:tr h="370840">
                <a:tc>
                  <a:txBody>
                    <a:bodyPr/>
                    <a:lstStyle/>
                    <a:p>
                      <a:r>
                        <a:rPr lang="en-US" dirty="0"/>
                        <a:t>2. CFO to CL</a:t>
                      </a:r>
                      <a:endParaRPr lang="en-IN" dirty="0"/>
                    </a:p>
                  </a:txBody>
                  <a:tcPr/>
                </a:tc>
                <a:tc>
                  <a:txBody>
                    <a:bodyPr/>
                    <a:lstStyle/>
                    <a:p>
                      <a:r>
                        <a:rPr lang="en-IN" dirty="0"/>
                        <a:t>3</a:t>
                      </a:r>
                    </a:p>
                  </a:txBody>
                  <a:tcPr/>
                </a:tc>
                <a:tc>
                  <a:txBody>
                    <a:bodyPr/>
                    <a:lstStyle/>
                    <a:p>
                      <a:r>
                        <a:rPr lang="en-IN"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prstClr val="black"/>
                          </a:solidFill>
                          <a:effectLst/>
                          <a:uLnTx/>
                          <a:uFillTx/>
                        </a:rPr>
                        <a:t>0.25</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0.75</a:t>
                      </a:r>
                    </a:p>
                  </a:txBody>
                  <a:tcPr/>
                </a:tc>
                <a:extLst>
                  <a:ext uri="{0D108BD9-81ED-4DB2-BD59-A6C34878D82A}">
                    <a16:rowId xmlns:a16="http://schemas.microsoft.com/office/drawing/2014/main" val="1345314110"/>
                  </a:ext>
                </a:extLst>
              </a:tr>
              <a:tr h="370840">
                <a:tc>
                  <a:txBody>
                    <a:bodyPr/>
                    <a:lstStyle/>
                    <a:p>
                      <a:r>
                        <a:rPr lang="en-US" dirty="0"/>
                        <a:t>3. CFO to Total Debt</a:t>
                      </a:r>
                      <a:endParaRPr lang="en-IN" dirty="0"/>
                    </a:p>
                  </a:txBody>
                  <a:tcPr/>
                </a:tc>
                <a:tc>
                  <a:txBody>
                    <a:bodyPr/>
                    <a:lstStyle/>
                    <a:p>
                      <a:r>
                        <a:rPr lang="en-IN" dirty="0"/>
                        <a:t>3</a:t>
                      </a:r>
                    </a:p>
                  </a:txBody>
                  <a:tcPr/>
                </a:tc>
                <a:tc>
                  <a:txBody>
                    <a:bodyPr/>
                    <a:lstStyle/>
                    <a:p>
                      <a:r>
                        <a:rPr lang="en-IN"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prstClr val="black"/>
                          </a:solidFill>
                          <a:effectLst/>
                          <a:uLnTx/>
                          <a:uFillTx/>
                        </a:rPr>
                        <a:t>0.25</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0.75</a:t>
                      </a:r>
                    </a:p>
                  </a:txBody>
                  <a:tcPr/>
                </a:tc>
                <a:extLst>
                  <a:ext uri="{0D108BD9-81ED-4DB2-BD59-A6C34878D82A}">
                    <a16:rowId xmlns:a16="http://schemas.microsoft.com/office/drawing/2014/main" val="903677710"/>
                  </a:ext>
                </a:extLst>
              </a:tr>
              <a:tr h="370840">
                <a:tc>
                  <a:txBody>
                    <a:bodyPr/>
                    <a:lstStyle/>
                    <a:p>
                      <a:r>
                        <a:rPr lang="en-US" dirty="0"/>
                        <a:t>4. CFO to Net Income</a:t>
                      </a:r>
                      <a:endParaRPr lang="en-IN" dirty="0"/>
                    </a:p>
                  </a:txBody>
                  <a:tcPr/>
                </a:tc>
                <a:tc>
                  <a:txBody>
                    <a:bodyPr/>
                    <a:lstStyle/>
                    <a:p>
                      <a:r>
                        <a:rPr lang="en-IN" dirty="0"/>
                        <a:t>5</a:t>
                      </a:r>
                    </a:p>
                  </a:txBody>
                  <a:tcPr/>
                </a:tc>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prstClr val="black"/>
                          </a:solidFill>
                          <a:effectLst/>
                          <a:uLnTx/>
                          <a:uFillTx/>
                        </a:rPr>
                        <a:t>0.25</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0.25</a:t>
                      </a:r>
                    </a:p>
                  </a:txBody>
                  <a:tcPr/>
                </a:tc>
                <a:extLst>
                  <a:ext uri="{0D108BD9-81ED-4DB2-BD59-A6C34878D82A}">
                    <a16:rowId xmlns:a16="http://schemas.microsoft.com/office/drawing/2014/main" val="939341374"/>
                  </a:ext>
                </a:extLst>
              </a:tr>
              <a:tr h="370840">
                <a:tc>
                  <a:txBody>
                    <a:bodyPr/>
                    <a:lstStyle/>
                    <a:p>
                      <a:r>
                        <a:rPr lang="en-US" b="1" dirty="0"/>
                        <a:t>Total Weighted Score </a:t>
                      </a:r>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r>
                        <a:rPr lang="en-IN" b="1" dirty="0"/>
                        <a:t>3.00</a:t>
                      </a:r>
                    </a:p>
                  </a:txBody>
                  <a:tcPr/>
                </a:tc>
                <a:extLst>
                  <a:ext uri="{0D108BD9-81ED-4DB2-BD59-A6C34878D82A}">
                    <a16:rowId xmlns:a16="http://schemas.microsoft.com/office/drawing/2014/main" val="713248258"/>
                  </a:ext>
                </a:extLst>
              </a:tr>
            </a:tbl>
          </a:graphicData>
        </a:graphic>
      </p:graphicFrame>
    </p:spTree>
    <p:extLst>
      <p:ext uri="{BB962C8B-B14F-4D97-AF65-F5344CB8AC3E}">
        <p14:creationId xmlns:p14="http://schemas.microsoft.com/office/powerpoint/2010/main" val="329418625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2ADDF-7AA0-468C-B5B9-2F6BCAAAA5C9}"/>
              </a:ext>
            </a:extLst>
          </p:cNvPr>
          <p:cNvSpPr>
            <a:spLocks noGrp="1"/>
          </p:cNvSpPr>
          <p:nvPr>
            <p:ph type="title"/>
          </p:nvPr>
        </p:nvSpPr>
        <p:spPr/>
        <p:txBody>
          <a:bodyPr/>
          <a:lstStyle/>
          <a:p>
            <a:pPr algn="ctr"/>
            <a:r>
              <a:rPr lang="en-US" b="1" dirty="0"/>
              <a:t>Dabur’s CF </a:t>
            </a:r>
            <a:r>
              <a:rPr lang="en-US" b="1" dirty="0" err="1"/>
              <a:t>Mgmt</a:t>
            </a:r>
            <a:r>
              <a:rPr lang="en-US" b="1" dirty="0"/>
              <a:t> score </a:t>
            </a:r>
            <a:endParaRPr lang="en-IN" b="1" dirty="0"/>
          </a:p>
        </p:txBody>
      </p:sp>
      <p:graphicFrame>
        <p:nvGraphicFramePr>
          <p:cNvPr id="4" name="Table 4">
            <a:extLst>
              <a:ext uri="{FF2B5EF4-FFF2-40B4-BE49-F238E27FC236}">
                <a16:creationId xmlns:a16="http://schemas.microsoft.com/office/drawing/2014/main" id="{3F5C4ABA-959B-4264-B0F8-F07C7F7D6F59}"/>
              </a:ext>
            </a:extLst>
          </p:cNvPr>
          <p:cNvGraphicFramePr>
            <a:graphicFrameLocks noGrp="1"/>
          </p:cNvGraphicFramePr>
          <p:nvPr>
            <p:ph idx="1"/>
          </p:nvPr>
        </p:nvGraphicFramePr>
        <p:xfrm>
          <a:off x="838200" y="1825625"/>
          <a:ext cx="10515600" cy="3032760"/>
        </p:xfrm>
        <a:graphic>
          <a:graphicData uri="http://schemas.openxmlformats.org/drawingml/2006/table">
            <a:tbl>
              <a:tblPr firstRow="1" bandRow="1">
                <a:tableStyleId>{21E4AEA4-8DFA-4A89-87EB-49C32662AFE0}</a:tableStyleId>
              </a:tblPr>
              <a:tblGrid>
                <a:gridCol w="2103120">
                  <a:extLst>
                    <a:ext uri="{9D8B030D-6E8A-4147-A177-3AD203B41FA5}">
                      <a16:colId xmlns:a16="http://schemas.microsoft.com/office/drawing/2014/main" val="3581617588"/>
                    </a:ext>
                  </a:extLst>
                </a:gridCol>
                <a:gridCol w="2103120">
                  <a:extLst>
                    <a:ext uri="{9D8B030D-6E8A-4147-A177-3AD203B41FA5}">
                      <a16:colId xmlns:a16="http://schemas.microsoft.com/office/drawing/2014/main" val="3736460221"/>
                    </a:ext>
                  </a:extLst>
                </a:gridCol>
                <a:gridCol w="2103120">
                  <a:extLst>
                    <a:ext uri="{9D8B030D-6E8A-4147-A177-3AD203B41FA5}">
                      <a16:colId xmlns:a16="http://schemas.microsoft.com/office/drawing/2014/main" val="3173083987"/>
                    </a:ext>
                  </a:extLst>
                </a:gridCol>
                <a:gridCol w="2554379">
                  <a:extLst>
                    <a:ext uri="{9D8B030D-6E8A-4147-A177-3AD203B41FA5}">
                      <a16:colId xmlns:a16="http://schemas.microsoft.com/office/drawing/2014/main" val="1538783123"/>
                    </a:ext>
                  </a:extLst>
                </a:gridCol>
                <a:gridCol w="1651861">
                  <a:extLst>
                    <a:ext uri="{9D8B030D-6E8A-4147-A177-3AD203B41FA5}">
                      <a16:colId xmlns:a16="http://schemas.microsoft.com/office/drawing/2014/main" val="1384692733"/>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2111029006"/>
                  </a:ext>
                </a:extLst>
              </a:tr>
              <a:tr h="370840">
                <a:tc>
                  <a:txBody>
                    <a:bodyPr/>
                    <a:lstStyle/>
                    <a:p>
                      <a:r>
                        <a:rPr lang="en-US" dirty="0"/>
                        <a:t>1. CFO to Capex</a:t>
                      </a:r>
                      <a:endParaRPr lang="en-IN" dirty="0"/>
                    </a:p>
                  </a:txBody>
                  <a:tcPr/>
                </a:tc>
                <a:tc>
                  <a:txBody>
                    <a:bodyPr/>
                    <a:lstStyle/>
                    <a:p>
                      <a:r>
                        <a:rPr lang="en-IN" dirty="0"/>
                        <a:t>4</a:t>
                      </a:r>
                    </a:p>
                  </a:txBody>
                  <a:tcPr/>
                </a:tc>
                <a:tc>
                  <a:txBody>
                    <a:bodyPr/>
                    <a:lstStyle/>
                    <a:p>
                      <a:r>
                        <a:rPr lang="en-IN"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prstClr val="black"/>
                          </a:solidFill>
                          <a:effectLst/>
                          <a:uLnTx/>
                          <a:uFillTx/>
                        </a:rPr>
                        <a:t>0.25</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0.50</a:t>
                      </a:r>
                    </a:p>
                  </a:txBody>
                  <a:tcPr/>
                </a:tc>
                <a:extLst>
                  <a:ext uri="{0D108BD9-81ED-4DB2-BD59-A6C34878D82A}">
                    <a16:rowId xmlns:a16="http://schemas.microsoft.com/office/drawing/2014/main" val="1337902439"/>
                  </a:ext>
                </a:extLst>
              </a:tr>
              <a:tr h="370840">
                <a:tc>
                  <a:txBody>
                    <a:bodyPr/>
                    <a:lstStyle/>
                    <a:p>
                      <a:r>
                        <a:rPr lang="en-US" dirty="0"/>
                        <a:t>2. CFO to CL</a:t>
                      </a:r>
                      <a:endParaRPr lang="en-IN" dirty="0"/>
                    </a:p>
                  </a:txBody>
                  <a:tcPr/>
                </a:tc>
                <a:tc>
                  <a:txBody>
                    <a:bodyPr/>
                    <a:lstStyle/>
                    <a:p>
                      <a:r>
                        <a:rPr lang="en-IN" dirty="0"/>
                        <a:t>4</a:t>
                      </a:r>
                    </a:p>
                  </a:txBody>
                  <a:tcPr/>
                </a:tc>
                <a:tc>
                  <a:txBody>
                    <a:bodyPr/>
                    <a:lstStyle/>
                    <a:p>
                      <a:r>
                        <a:rPr lang="en-IN"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prstClr val="black"/>
                          </a:solidFill>
                          <a:effectLst/>
                          <a:uLnTx/>
                          <a:uFillTx/>
                        </a:rPr>
                        <a:t>0.25</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0.50</a:t>
                      </a:r>
                    </a:p>
                  </a:txBody>
                  <a:tcPr/>
                </a:tc>
                <a:extLst>
                  <a:ext uri="{0D108BD9-81ED-4DB2-BD59-A6C34878D82A}">
                    <a16:rowId xmlns:a16="http://schemas.microsoft.com/office/drawing/2014/main" val="1345314110"/>
                  </a:ext>
                </a:extLst>
              </a:tr>
              <a:tr h="370840">
                <a:tc>
                  <a:txBody>
                    <a:bodyPr/>
                    <a:lstStyle/>
                    <a:p>
                      <a:r>
                        <a:rPr lang="en-US" dirty="0"/>
                        <a:t>3. CFO to Total Debt</a:t>
                      </a:r>
                      <a:endParaRPr lang="en-IN" dirty="0"/>
                    </a:p>
                  </a:txBody>
                  <a:tcPr/>
                </a:tc>
                <a:tc>
                  <a:txBody>
                    <a:bodyPr/>
                    <a:lstStyle/>
                    <a:p>
                      <a:r>
                        <a:rPr lang="en-IN" dirty="0"/>
                        <a:t>4</a:t>
                      </a:r>
                    </a:p>
                  </a:txBody>
                  <a:tcPr/>
                </a:tc>
                <a:tc>
                  <a:txBody>
                    <a:bodyPr/>
                    <a:lstStyle/>
                    <a:p>
                      <a:r>
                        <a:rPr lang="en-IN"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prstClr val="black"/>
                          </a:solidFill>
                          <a:effectLst/>
                          <a:uLnTx/>
                          <a:uFillTx/>
                        </a:rPr>
                        <a:t>0.25</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0.50</a:t>
                      </a:r>
                    </a:p>
                  </a:txBody>
                  <a:tcPr/>
                </a:tc>
                <a:extLst>
                  <a:ext uri="{0D108BD9-81ED-4DB2-BD59-A6C34878D82A}">
                    <a16:rowId xmlns:a16="http://schemas.microsoft.com/office/drawing/2014/main" val="903677710"/>
                  </a:ext>
                </a:extLst>
              </a:tr>
              <a:tr h="370840">
                <a:tc>
                  <a:txBody>
                    <a:bodyPr/>
                    <a:lstStyle/>
                    <a:p>
                      <a:r>
                        <a:rPr lang="en-US" dirty="0"/>
                        <a:t>4. CFO to Net Income</a:t>
                      </a:r>
                      <a:endParaRPr lang="en-IN" dirty="0"/>
                    </a:p>
                  </a:txBody>
                  <a:tcPr/>
                </a:tc>
                <a:tc>
                  <a:txBody>
                    <a:bodyPr/>
                    <a:lstStyle/>
                    <a:p>
                      <a:r>
                        <a:rPr lang="en-IN" dirty="0"/>
                        <a:t>2</a:t>
                      </a:r>
                    </a:p>
                  </a:txBody>
                  <a:tcPr/>
                </a:tc>
                <a:tc>
                  <a:txBody>
                    <a:bodyPr/>
                    <a:lstStyle/>
                    <a:p>
                      <a:r>
                        <a:rPr lang="en-IN"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u="none" strike="noStrike" kern="1200" cap="none" spc="0" normalizeH="0" baseline="0" noProof="0" dirty="0">
                          <a:ln>
                            <a:noFill/>
                          </a:ln>
                          <a:solidFill>
                            <a:prstClr val="black"/>
                          </a:solidFill>
                          <a:effectLst/>
                          <a:uLnTx/>
                          <a:uFillTx/>
                        </a:rPr>
                        <a:t>0.25</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1.00</a:t>
                      </a:r>
                    </a:p>
                  </a:txBody>
                  <a:tcPr/>
                </a:tc>
                <a:extLst>
                  <a:ext uri="{0D108BD9-81ED-4DB2-BD59-A6C34878D82A}">
                    <a16:rowId xmlns:a16="http://schemas.microsoft.com/office/drawing/2014/main" val="939341374"/>
                  </a:ext>
                </a:extLst>
              </a:tr>
              <a:tr h="370840">
                <a:tc>
                  <a:txBody>
                    <a:bodyPr/>
                    <a:lstStyle/>
                    <a:p>
                      <a:r>
                        <a:rPr lang="en-US" b="1" dirty="0"/>
                        <a:t>Total Weighted Score </a:t>
                      </a:r>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r>
                        <a:rPr lang="en-IN" b="1" dirty="0"/>
                        <a:t>2.50</a:t>
                      </a:r>
                    </a:p>
                  </a:txBody>
                  <a:tcPr/>
                </a:tc>
                <a:extLst>
                  <a:ext uri="{0D108BD9-81ED-4DB2-BD59-A6C34878D82A}">
                    <a16:rowId xmlns:a16="http://schemas.microsoft.com/office/drawing/2014/main" val="713248258"/>
                  </a:ext>
                </a:extLst>
              </a:tr>
            </a:tbl>
          </a:graphicData>
        </a:graphic>
      </p:graphicFrame>
    </p:spTree>
    <p:extLst>
      <p:ext uri="{BB962C8B-B14F-4D97-AF65-F5344CB8AC3E}">
        <p14:creationId xmlns:p14="http://schemas.microsoft.com/office/powerpoint/2010/main" val="397228205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2ADDF-7AA0-468C-B5B9-2F6BCAAAA5C9}"/>
              </a:ext>
            </a:extLst>
          </p:cNvPr>
          <p:cNvSpPr>
            <a:spLocks noGrp="1"/>
          </p:cNvSpPr>
          <p:nvPr>
            <p:ph type="title"/>
          </p:nvPr>
        </p:nvSpPr>
        <p:spPr/>
        <p:txBody>
          <a:bodyPr/>
          <a:lstStyle/>
          <a:p>
            <a:pPr algn="ctr"/>
            <a:r>
              <a:rPr lang="en-US" b="1" dirty="0"/>
              <a:t>Vishal’s CF </a:t>
            </a:r>
            <a:r>
              <a:rPr lang="en-US" b="1" dirty="0" err="1"/>
              <a:t>Mgmt</a:t>
            </a:r>
            <a:r>
              <a:rPr lang="en-US" b="1" dirty="0"/>
              <a:t> score </a:t>
            </a:r>
            <a:endParaRPr lang="en-IN" b="1" dirty="0"/>
          </a:p>
        </p:txBody>
      </p:sp>
      <p:graphicFrame>
        <p:nvGraphicFramePr>
          <p:cNvPr id="4" name="Table 4">
            <a:extLst>
              <a:ext uri="{FF2B5EF4-FFF2-40B4-BE49-F238E27FC236}">
                <a16:creationId xmlns:a16="http://schemas.microsoft.com/office/drawing/2014/main" id="{3F5C4ABA-959B-4264-B0F8-F07C7F7D6F59}"/>
              </a:ext>
            </a:extLst>
          </p:cNvPr>
          <p:cNvGraphicFramePr>
            <a:graphicFrameLocks noGrp="1"/>
          </p:cNvGraphicFramePr>
          <p:nvPr>
            <p:ph idx="1"/>
          </p:nvPr>
        </p:nvGraphicFramePr>
        <p:xfrm>
          <a:off x="838200" y="1825625"/>
          <a:ext cx="10515600" cy="303276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581617588"/>
                    </a:ext>
                  </a:extLst>
                </a:gridCol>
                <a:gridCol w="2103120">
                  <a:extLst>
                    <a:ext uri="{9D8B030D-6E8A-4147-A177-3AD203B41FA5}">
                      <a16:colId xmlns:a16="http://schemas.microsoft.com/office/drawing/2014/main" val="3736460221"/>
                    </a:ext>
                  </a:extLst>
                </a:gridCol>
                <a:gridCol w="2103120">
                  <a:extLst>
                    <a:ext uri="{9D8B030D-6E8A-4147-A177-3AD203B41FA5}">
                      <a16:colId xmlns:a16="http://schemas.microsoft.com/office/drawing/2014/main" val="3173083987"/>
                    </a:ext>
                  </a:extLst>
                </a:gridCol>
                <a:gridCol w="2554379">
                  <a:extLst>
                    <a:ext uri="{9D8B030D-6E8A-4147-A177-3AD203B41FA5}">
                      <a16:colId xmlns:a16="http://schemas.microsoft.com/office/drawing/2014/main" val="1538783123"/>
                    </a:ext>
                  </a:extLst>
                </a:gridCol>
                <a:gridCol w="1651861">
                  <a:extLst>
                    <a:ext uri="{9D8B030D-6E8A-4147-A177-3AD203B41FA5}">
                      <a16:colId xmlns:a16="http://schemas.microsoft.com/office/drawing/2014/main" val="1384692733"/>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2111029006"/>
                  </a:ext>
                </a:extLst>
              </a:tr>
              <a:tr h="370840">
                <a:tc>
                  <a:txBody>
                    <a:bodyPr/>
                    <a:lstStyle/>
                    <a:p>
                      <a:r>
                        <a:rPr lang="en-US" dirty="0"/>
                        <a:t>1. CFO to Capex</a:t>
                      </a:r>
                      <a:endParaRPr lang="en-IN" dirty="0"/>
                    </a:p>
                  </a:txBody>
                  <a:tcPr/>
                </a:tc>
                <a:tc>
                  <a:txBody>
                    <a:bodyPr/>
                    <a:lstStyle/>
                    <a:p>
                      <a:r>
                        <a:rPr lang="en-IN" dirty="0"/>
                        <a:t>5</a:t>
                      </a:r>
                    </a:p>
                  </a:txBody>
                  <a:tcPr/>
                </a:tc>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0.25</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0.25</a:t>
                      </a:r>
                    </a:p>
                  </a:txBody>
                  <a:tcPr/>
                </a:tc>
                <a:extLst>
                  <a:ext uri="{0D108BD9-81ED-4DB2-BD59-A6C34878D82A}">
                    <a16:rowId xmlns:a16="http://schemas.microsoft.com/office/drawing/2014/main" val="1337902439"/>
                  </a:ext>
                </a:extLst>
              </a:tr>
              <a:tr h="370840">
                <a:tc>
                  <a:txBody>
                    <a:bodyPr/>
                    <a:lstStyle/>
                    <a:p>
                      <a:r>
                        <a:rPr lang="en-US" dirty="0"/>
                        <a:t>2. CFO to CL</a:t>
                      </a:r>
                      <a:endParaRPr lang="en-IN" dirty="0"/>
                    </a:p>
                  </a:txBody>
                  <a:tcPr/>
                </a:tc>
                <a:tc>
                  <a:txBody>
                    <a:bodyPr/>
                    <a:lstStyle/>
                    <a:p>
                      <a:r>
                        <a:rPr lang="en-IN" dirty="0"/>
                        <a:t>2</a:t>
                      </a:r>
                    </a:p>
                  </a:txBody>
                  <a:tcPr/>
                </a:tc>
                <a:tc>
                  <a:txBody>
                    <a:bodyPr/>
                    <a:lstStyle/>
                    <a:p>
                      <a:r>
                        <a:rPr lang="en-IN"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0.25</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1.00</a:t>
                      </a:r>
                    </a:p>
                  </a:txBody>
                  <a:tcPr/>
                </a:tc>
                <a:extLst>
                  <a:ext uri="{0D108BD9-81ED-4DB2-BD59-A6C34878D82A}">
                    <a16:rowId xmlns:a16="http://schemas.microsoft.com/office/drawing/2014/main" val="1345314110"/>
                  </a:ext>
                </a:extLst>
              </a:tr>
              <a:tr h="370840">
                <a:tc>
                  <a:txBody>
                    <a:bodyPr/>
                    <a:lstStyle/>
                    <a:p>
                      <a:r>
                        <a:rPr lang="en-US" dirty="0"/>
                        <a:t>3. CFO to Total Debt</a:t>
                      </a:r>
                      <a:endParaRPr lang="en-IN" dirty="0"/>
                    </a:p>
                  </a:txBody>
                  <a:tcPr/>
                </a:tc>
                <a:tc>
                  <a:txBody>
                    <a:bodyPr/>
                    <a:lstStyle/>
                    <a:p>
                      <a:r>
                        <a:rPr lang="en-IN" dirty="0"/>
                        <a:t>1</a:t>
                      </a:r>
                    </a:p>
                  </a:txBody>
                  <a:tcPr/>
                </a:tc>
                <a:tc>
                  <a:txBody>
                    <a:bodyPr/>
                    <a:lstStyle/>
                    <a:p>
                      <a:r>
                        <a:rPr lang="en-IN"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0.25</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1.25</a:t>
                      </a:r>
                    </a:p>
                  </a:txBody>
                  <a:tcPr/>
                </a:tc>
                <a:extLst>
                  <a:ext uri="{0D108BD9-81ED-4DB2-BD59-A6C34878D82A}">
                    <a16:rowId xmlns:a16="http://schemas.microsoft.com/office/drawing/2014/main" val="903677710"/>
                  </a:ext>
                </a:extLst>
              </a:tr>
              <a:tr h="370840">
                <a:tc>
                  <a:txBody>
                    <a:bodyPr/>
                    <a:lstStyle/>
                    <a:p>
                      <a:r>
                        <a:rPr lang="en-US" dirty="0"/>
                        <a:t>4. CFO to Net Income</a:t>
                      </a:r>
                      <a:endParaRPr lang="en-IN" dirty="0"/>
                    </a:p>
                  </a:txBody>
                  <a:tcPr/>
                </a:tc>
                <a:tc>
                  <a:txBody>
                    <a:bodyPr/>
                    <a:lstStyle/>
                    <a:p>
                      <a:r>
                        <a:rPr lang="en-IN" dirty="0"/>
                        <a:t>1</a:t>
                      </a:r>
                    </a:p>
                  </a:txBody>
                  <a:tcPr/>
                </a:tc>
                <a:tc>
                  <a:txBody>
                    <a:bodyPr/>
                    <a:lstStyle/>
                    <a:p>
                      <a:r>
                        <a:rPr lang="en-IN"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0.25</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1.25</a:t>
                      </a:r>
                    </a:p>
                  </a:txBody>
                  <a:tcPr/>
                </a:tc>
                <a:extLst>
                  <a:ext uri="{0D108BD9-81ED-4DB2-BD59-A6C34878D82A}">
                    <a16:rowId xmlns:a16="http://schemas.microsoft.com/office/drawing/2014/main" val="939341374"/>
                  </a:ext>
                </a:extLst>
              </a:tr>
              <a:tr h="370840">
                <a:tc>
                  <a:txBody>
                    <a:bodyPr/>
                    <a:lstStyle/>
                    <a:p>
                      <a:r>
                        <a:rPr lang="en-US" b="1" dirty="0"/>
                        <a:t>Total Weighted Score </a:t>
                      </a:r>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r>
                        <a:rPr lang="en-IN" b="1" dirty="0"/>
                        <a:t>3.75</a:t>
                      </a:r>
                    </a:p>
                  </a:txBody>
                  <a:tcPr/>
                </a:tc>
                <a:extLst>
                  <a:ext uri="{0D108BD9-81ED-4DB2-BD59-A6C34878D82A}">
                    <a16:rowId xmlns:a16="http://schemas.microsoft.com/office/drawing/2014/main" val="713248258"/>
                  </a:ext>
                </a:extLst>
              </a:tr>
            </a:tbl>
          </a:graphicData>
        </a:graphic>
      </p:graphicFrame>
    </p:spTree>
    <p:extLst>
      <p:ext uri="{BB962C8B-B14F-4D97-AF65-F5344CB8AC3E}">
        <p14:creationId xmlns:p14="http://schemas.microsoft.com/office/powerpoint/2010/main" val="89498262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452B9-FFE2-4860-86CD-2AD14D149783}"/>
              </a:ext>
            </a:extLst>
          </p:cNvPr>
          <p:cNvSpPr>
            <a:spLocks noGrp="1"/>
          </p:cNvSpPr>
          <p:nvPr>
            <p:ph type="title"/>
          </p:nvPr>
        </p:nvSpPr>
        <p:spPr/>
        <p:txBody>
          <a:bodyPr/>
          <a:lstStyle/>
          <a:p>
            <a:pPr algn="ctr"/>
            <a:r>
              <a:rPr lang="en-US" b="1" dirty="0"/>
              <a:t>Overall Score &amp; Rank on CF </a:t>
            </a:r>
            <a:r>
              <a:rPr lang="en-US" b="1" dirty="0" err="1"/>
              <a:t>Mgmt</a:t>
            </a:r>
            <a:r>
              <a:rPr lang="en-US" b="1" dirty="0"/>
              <a:t> </a:t>
            </a:r>
            <a:endParaRPr lang="en-IN" b="1" dirty="0"/>
          </a:p>
        </p:txBody>
      </p:sp>
      <p:graphicFrame>
        <p:nvGraphicFramePr>
          <p:cNvPr id="4" name="Table 4">
            <a:extLst>
              <a:ext uri="{FF2B5EF4-FFF2-40B4-BE49-F238E27FC236}">
                <a16:creationId xmlns:a16="http://schemas.microsoft.com/office/drawing/2014/main" id="{6FCFC94A-D07F-4067-BD63-2BDEACC3A911}"/>
              </a:ext>
            </a:extLst>
          </p:cNvPr>
          <p:cNvGraphicFramePr>
            <a:graphicFrameLocks noGrp="1"/>
          </p:cNvGraphicFramePr>
          <p:nvPr>
            <p:ph idx="1"/>
          </p:nvPr>
        </p:nvGraphicFramePr>
        <p:xfrm>
          <a:off x="838200" y="1825625"/>
          <a:ext cx="10515597" cy="2595880"/>
        </p:xfrm>
        <a:graphic>
          <a:graphicData uri="http://schemas.openxmlformats.org/drawingml/2006/table">
            <a:tbl>
              <a:tblPr firstRow="1" bandRow="1">
                <a:tableStyleId>{073A0DAA-6AF3-43AB-8588-CEC1D06C72B9}</a:tableStyleId>
              </a:tblPr>
              <a:tblGrid>
                <a:gridCol w="3505199">
                  <a:extLst>
                    <a:ext uri="{9D8B030D-6E8A-4147-A177-3AD203B41FA5}">
                      <a16:colId xmlns:a16="http://schemas.microsoft.com/office/drawing/2014/main" val="597982494"/>
                    </a:ext>
                  </a:extLst>
                </a:gridCol>
                <a:gridCol w="3505199">
                  <a:extLst>
                    <a:ext uri="{9D8B030D-6E8A-4147-A177-3AD203B41FA5}">
                      <a16:colId xmlns:a16="http://schemas.microsoft.com/office/drawing/2014/main" val="4184826544"/>
                    </a:ext>
                  </a:extLst>
                </a:gridCol>
                <a:gridCol w="3505199">
                  <a:extLst>
                    <a:ext uri="{9D8B030D-6E8A-4147-A177-3AD203B41FA5}">
                      <a16:colId xmlns:a16="http://schemas.microsoft.com/office/drawing/2014/main" val="1217679234"/>
                    </a:ext>
                  </a:extLst>
                </a:gridCol>
              </a:tblGrid>
              <a:tr h="370840">
                <a:tc>
                  <a:txBody>
                    <a:bodyPr/>
                    <a:lstStyle/>
                    <a:p>
                      <a:r>
                        <a:rPr lang="en-US" b="1" dirty="0"/>
                        <a:t>Firm</a:t>
                      </a:r>
                      <a:endParaRPr lang="en-IN" b="1" dirty="0"/>
                    </a:p>
                  </a:txBody>
                  <a:tcPr/>
                </a:tc>
                <a:tc>
                  <a:txBody>
                    <a:bodyPr/>
                    <a:lstStyle/>
                    <a:p>
                      <a:r>
                        <a:rPr lang="en-US" b="1" dirty="0"/>
                        <a:t>Overall </a:t>
                      </a:r>
                      <a:r>
                        <a:rPr lang="en-US" b="1" dirty="0" err="1"/>
                        <a:t>W.Score</a:t>
                      </a:r>
                      <a:r>
                        <a:rPr lang="en-US" b="1" dirty="0"/>
                        <a:t> on CF </a:t>
                      </a:r>
                      <a:r>
                        <a:rPr lang="en-US" b="1" dirty="0" err="1"/>
                        <a:t>mgmt</a:t>
                      </a:r>
                      <a:endParaRPr lang="en-IN" b="1" dirty="0"/>
                    </a:p>
                  </a:txBody>
                  <a:tcPr/>
                </a:tc>
                <a:tc>
                  <a:txBody>
                    <a:bodyPr/>
                    <a:lstStyle/>
                    <a:p>
                      <a:r>
                        <a:rPr lang="en-US" b="1" dirty="0"/>
                        <a:t>Overall Rank </a:t>
                      </a:r>
                      <a:endParaRPr lang="en-IN" b="1" dirty="0"/>
                    </a:p>
                  </a:txBody>
                  <a:tcPr/>
                </a:tc>
                <a:extLst>
                  <a:ext uri="{0D108BD9-81ED-4DB2-BD59-A6C34878D82A}">
                    <a16:rowId xmlns:a16="http://schemas.microsoft.com/office/drawing/2014/main" val="2934735824"/>
                  </a:ext>
                </a:extLst>
              </a:tr>
              <a:tr h="370840">
                <a:tc>
                  <a:txBody>
                    <a:bodyPr/>
                    <a:lstStyle/>
                    <a:p>
                      <a:r>
                        <a:rPr lang="en-IN" b="0" dirty="0"/>
                        <a:t>HUL</a:t>
                      </a:r>
                    </a:p>
                  </a:txBody>
                  <a:tcPr/>
                </a:tc>
                <a:tc>
                  <a:txBody>
                    <a:bodyPr/>
                    <a:lstStyle/>
                    <a:p>
                      <a:r>
                        <a:rPr lang="en-IN" b="1" dirty="0"/>
                        <a:t>3.75</a:t>
                      </a:r>
                    </a:p>
                  </a:txBody>
                  <a:tcPr/>
                </a:tc>
                <a:tc>
                  <a:txBody>
                    <a:bodyPr/>
                    <a:lstStyle/>
                    <a:p>
                      <a:r>
                        <a:rPr lang="en-IN" b="1" dirty="0"/>
                        <a:t>1</a:t>
                      </a:r>
                    </a:p>
                  </a:txBody>
                  <a:tcPr/>
                </a:tc>
                <a:extLst>
                  <a:ext uri="{0D108BD9-81ED-4DB2-BD59-A6C34878D82A}">
                    <a16:rowId xmlns:a16="http://schemas.microsoft.com/office/drawing/2014/main" val="404253511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highlight>
                            <a:srgbClr val="FFFF00"/>
                          </a:highlight>
                          <a:uLnTx/>
                          <a:uFillTx/>
                          <a:latin typeface="+mn-lt"/>
                          <a:ea typeface="+mn-ea"/>
                          <a:cs typeface="+mn-cs"/>
                        </a:rPr>
                        <a:t>Godrej Consumer Products Ltd </a:t>
                      </a:r>
                    </a:p>
                  </a:txBody>
                  <a:tcPr/>
                </a:tc>
                <a:tc>
                  <a:txBody>
                    <a:bodyPr/>
                    <a:lstStyle/>
                    <a:p>
                      <a:r>
                        <a:rPr lang="en-IN" b="0" dirty="0">
                          <a:highlight>
                            <a:srgbClr val="FFFF00"/>
                          </a:highlight>
                        </a:rPr>
                        <a:t>2.00</a:t>
                      </a:r>
                    </a:p>
                  </a:txBody>
                  <a:tcPr/>
                </a:tc>
                <a:tc>
                  <a:txBody>
                    <a:bodyPr/>
                    <a:lstStyle/>
                    <a:p>
                      <a:r>
                        <a:rPr lang="en-IN" b="0" dirty="0">
                          <a:highlight>
                            <a:srgbClr val="FFFF00"/>
                          </a:highlight>
                        </a:rPr>
                        <a:t>5</a:t>
                      </a:r>
                    </a:p>
                  </a:txBody>
                  <a:tcPr/>
                </a:tc>
                <a:extLst>
                  <a:ext uri="{0D108BD9-81ED-4DB2-BD59-A6C34878D82A}">
                    <a16:rowId xmlns:a16="http://schemas.microsoft.com/office/drawing/2014/main" val="1124146179"/>
                  </a:ext>
                </a:extLst>
              </a:tr>
              <a:tr h="370840">
                <a:tc>
                  <a:txBody>
                    <a:bodyPr/>
                    <a:lstStyle/>
                    <a:p>
                      <a:r>
                        <a:rPr lang="en-IN" b="0" dirty="0"/>
                        <a:t>Marico Ltd</a:t>
                      </a:r>
                    </a:p>
                  </a:txBody>
                  <a:tcPr/>
                </a:tc>
                <a:tc>
                  <a:txBody>
                    <a:bodyPr/>
                    <a:lstStyle/>
                    <a:p>
                      <a:r>
                        <a:rPr lang="en-IN" b="0" dirty="0">
                          <a:solidFill>
                            <a:schemeClr val="bg2">
                              <a:lumMod val="10000"/>
                            </a:schemeClr>
                          </a:solidFill>
                        </a:rPr>
                        <a:t>3.00</a:t>
                      </a:r>
                    </a:p>
                  </a:txBody>
                  <a:tcPr/>
                </a:tc>
                <a:tc>
                  <a:txBody>
                    <a:bodyPr/>
                    <a:lstStyle/>
                    <a:p>
                      <a:r>
                        <a:rPr lang="en-IN" b="0" dirty="0">
                          <a:solidFill>
                            <a:schemeClr val="bg2">
                              <a:lumMod val="10000"/>
                            </a:schemeClr>
                          </a:solidFill>
                        </a:rPr>
                        <a:t>3</a:t>
                      </a:r>
                    </a:p>
                  </a:txBody>
                  <a:tcPr/>
                </a:tc>
                <a:extLst>
                  <a:ext uri="{0D108BD9-81ED-4DB2-BD59-A6C34878D82A}">
                    <a16:rowId xmlns:a16="http://schemas.microsoft.com/office/drawing/2014/main" val="3368638780"/>
                  </a:ext>
                </a:extLst>
              </a:tr>
              <a:tr h="370840">
                <a:tc>
                  <a:txBody>
                    <a:bodyPr/>
                    <a:lstStyle/>
                    <a:p>
                      <a:r>
                        <a:rPr lang="en-IN" b="0" dirty="0"/>
                        <a:t>Dabur India</a:t>
                      </a:r>
                    </a:p>
                  </a:txBody>
                  <a:tcPr/>
                </a:tc>
                <a:tc>
                  <a:txBody>
                    <a:bodyPr/>
                    <a:lstStyle/>
                    <a:p>
                      <a:r>
                        <a:rPr lang="en-IN" b="0" dirty="0"/>
                        <a:t>2.50</a:t>
                      </a:r>
                    </a:p>
                  </a:txBody>
                  <a:tcPr/>
                </a:tc>
                <a:tc>
                  <a:txBody>
                    <a:bodyPr/>
                    <a:lstStyle/>
                    <a:p>
                      <a:r>
                        <a:rPr lang="en-IN" b="0" dirty="0"/>
                        <a:t>4</a:t>
                      </a:r>
                    </a:p>
                  </a:txBody>
                  <a:tcPr/>
                </a:tc>
                <a:extLst>
                  <a:ext uri="{0D108BD9-81ED-4DB2-BD59-A6C34878D82A}">
                    <a16:rowId xmlns:a16="http://schemas.microsoft.com/office/drawing/2014/main" val="21072189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Vishal Mega Mart</a:t>
                      </a:r>
                    </a:p>
                  </a:txBody>
                  <a:tcPr/>
                </a:tc>
                <a:tc>
                  <a:txBody>
                    <a:bodyPr/>
                    <a:lstStyle/>
                    <a:p>
                      <a:r>
                        <a:rPr lang="en-IN" b="1" dirty="0"/>
                        <a:t>3.75</a:t>
                      </a:r>
                    </a:p>
                  </a:txBody>
                  <a:tcPr/>
                </a:tc>
                <a:tc>
                  <a:txBody>
                    <a:bodyPr/>
                    <a:lstStyle/>
                    <a:p>
                      <a:r>
                        <a:rPr lang="en-IN" b="1" dirty="0"/>
                        <a:t>1</a:t>
                      </a:r>
                    </a:p>
                  </a:txBody>
                  <a:tcPr/>
                </a:tc>
                <a:extLst>
                  <a:ext uri="{0D108BD9-81ED-4DB2-BD59-A6C34878D82A}">
                    <a16:rowId xmlns:a16="http://schemas.microsoft.com/office/drawing/2014/main" val="32497861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0" dirty="0"/>
                    </a:p>
                  </a:txBody>
                  <a:tcPr/>
                </a:tc>
                <a:tc>
                  <a:txBody>
                    <a:bodyPr/>
                    <a:lstStyle/>
                    <a:p>
                      <a:endParaRPr lang="en-IN" b="1" dirty="0"/>
                    </a:p>
                  </a:txBody>
                  <a:tcPr/>
                </a:tc>
                <a:extLst>
                  <a:ext uri="{0D108BD9-81ED-4DB2-BD59-A6C34878D82A}">
                    <a16:rowId xmlns:a16="http://schemas.microsoft.com/office/drawing/2014/main" val="627890948"/>
                  </a:ext>
                </a:extLst>
              </a:tr>
            </a:tbl>
          </a:graphicData>
        </a:graphic>
      </p:graphicFrame>
    </p:spTree>
    <p:extLst>
      <p:ext uri="{BB962C8B-B14F-4D97-AF65-F5344CB8AC3E}">
        <p14:creationId xmlns:p14="http://schemas.microsoft.com/office/powerpoint/2010/main" val="326063122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12509-35B2-4071-AEED-B05A4FDD97F8}"/>
              </a:ext>
            </a:extLst>
          </p:cNvPr>
          <p:cNvSpPr>
            <a:spLocks noGrp="1"/>
          </p:cNvSpPr>
          <p:nvPr>
            <p:ph type="title"/>
          </p:nvPr>
        </p:nvSpPr>
        <p:spPr/>
        <p:txBody>
          <a:bodyPr/>
          <a:lstStyle/>
          <a:p>
            <a:pPr algn="ctr"/>
            <a:r>
              <a:rPr lang="en-US" b="1" dirty="0">
                <a:highlight>
                  <a:srgbClr val="FFFF00"/>
                </a:highlight>
              </a:rPr>
              <a:t>Leverage</a:t>
            </a:r>
            <a:r>
              <a:rPr lang="en-US" b="1" dirty="0"/>
              <a:t> – Sub Parameters Considered </a:t>
            </a:r>
            <a:endParaRPr lang="en-IN" b="1" dirty="0"/>
          </a:p>
        </p:txBody>
      </p:sp>
      <p:sp>
        <p:nvSpPr>
          <p:cNvPr id="3" name="Content Placeholder 2">
            <a:extLst>
              <a:ext uri="{FF2B5EF4-FFF2-40B4-BE49-F238E27FC236}">
                <a16:creationId xmlns:a16="http://schemas.microsoft.com/office/drawing/2014/main" id="{DBFB2EE3-DCFB-4DBC-82DA-4FAFAA28AFBA}"/>
              </a:ext>
            </a:extLst>
          </p:cNvPr>
          <p:cNvSpPr>
            <a:spLocks noGrp="1"/>
          </p:cNvSpPr>
          <p:nvPr>
            <p:ph idx="1"/>
          </p:nvPr>
        </p:nvSpPr>
        <p:spPr/>
        <p:txBody>
          <a:bodyPr/>
          <a:lstStyle/>
          <a:p>
            <a:r>
              <a:rPr lang="en-US" dirty="0"/>
              <a:t>Degree of Operating Leverage</a:t>
            </a:r>
          </a:p>
          <a:p>
            <a:endParaRPr lang="en-US" dirty="0"/>
          </a:p>
          <a:p>
            <a:r>
              <a:rPr lang="en-US" dirty="0"/>
              <a:t>Degree of Financial Leverage</a:t>
            </a:r>
            <a:endParaRPr lang="en-IN" dirty="0"/>
          </a:p>
        </p:txBody>
      </p:sp>
    </p:spTree>
    <p:extLst>
      <p:ext uri="{BB962C8B-B14F-4D97-AF65-F5344CB8AC3E}">
        <p14:creationId xmlns:p14="http://schemas.microsoft.com/office/powerpoint/2010/main" val="215412670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8639E-0AB5-4095-9BC1-A93EA9F1AAF4}"/>
              </a:ext>
            </a:extLst>
          </p:cNvPr>
          <p:cNvSpPr>
            <a:spLocks noGrp="1"/>
          </p:cNvSpPr>
          <p:nvPr>
            <p:ph type="title"/>
          </p:nvPr>
        </p:nvSpPr>
        <p:spPr/>
        <p:txBody>
          <a:bodyPr/>
          <a:lstStyle/>
          <a:p>
            <a:pPr algn="ctr"/>
            <a:r>
              <a:rPr lang="en-US" b="1" dirty="0"/>
              <a:t>DOL</a:t>
            </a:r>
            <a:r>
              <a:rPr lang="en-US" dirty="0"/>
              <a:t> – FY 2025 </a:t>
            </a:r>
            <a:endParaRPr lang="en-IN" dirty="0"/>
          </a:p>
        </p:txBody>
      </p:sp>
      <p:graphicFrame>
        <p:nvGraphicFramePr>
          <p:cNvPr id="4" name="Table 4">
            <a:extLst>
              <a:ext uri="{FF2B5EF4-FFF2-40B4-BE49-F238E27FC236}">
                <a16:creationId xmlns:a16="http://schemas.microsoft.com/office/drawing/2014/main" id="{1DD1D885-1721-4522-B6D3-96413C4754B1}"/>
              </a:ext>
            </a:extLst>
          </p:cNvPr>
          <p:cNvGraphicFramePr>
            <a:graphicFrameLocks noGrp="1"/>
          </p:cNvGraphicFramePr>
          <p:nvPr>
            <p:ph idx="1"/>
          </p:nvPr>
        </p:nvGraphicFramePr>
        <p:xfrm>
          <a:off x="838200" y="1851024"/>
          <a:ext cx="8584769" cy="3657600"/>
        </p:xfrm>
        <a:graphic>
          <a:graphicData uri="http://schemas.openxmlformats.org/drawingml/2006/table">
            <a:tbl>
              <a:tblPr firstRow="1" bandRow="1">
                <a:tableStyleId>{5C22544A-7EE6-4342-B048-85BDC9FD1C3A}</a:tableStyleId>
              </a:tblPr>
              <a:tblGrid>
                <a:gridCol w="2066365">
                  <a:extLst>
                    <a:ext uri="{9D8B030D-6E8A-4147-A177-3AD203B41FA5}">
                      <a16:colId xmlns:a16="http://schemas.microsoft.com/office/drawing/2014/main" val="239351581"/>
                    </a:ext>
                  </a:extLst>
                </a:gridCol>
                <a:gridCol w="2178423">
                  <a:extLst>
                    <a:ext uri="{9D8B030D-6E8A-4147-A177-3AD203B41FA5}">
                      <a16:colId xmlns:a16="http://schemas.microsoft.com/office/drawing/2014/main" val="3651509243"/>
                    </a:ext>
                  </a:extLst>
                </a:gridCol>
                <a:gridCol w="2324909">
                  <a:extLst>
                    <a:ext uri="{9D8B030D-6E8A-4147-A177-3AD203B41FA5}">
                      <a16:colId xmlns:a16="http://schemas.microsoft.com/office/drawing/2014/main" val="343889307"/>
                    </a:ext>
                  </a:extLst>
                </a:gridCol>
                <a:gridCol w="1007536">
                  <a:extLst>
                    <a:ext uri="{9D8B030D-6E8A-4147-A177-3AD203B41FA5}">
                      <a16:colId xmlns:a16="http://schemas.microsoft.com/office/drawing/2014/main" val="3173881814"/>
                    </a:ext>
                  </a:extLst>
                </a:gridCol>
                <a:gridCol w="1007536">
                  <a:extLst>
                    <a:ext uri="{9D8B030D-6E8A-4147-A177-3AD203B41FA5}">
                      <a16:colId xmlns:a16="http://schemas.microsoft.com/office/drawing/2014/main" val="269274260"/>
                    </a:ext>
                  </a:extLst>
                </a:gridCol>
              </a:tblGrid>
              <a:tr h="329909">
                <a:tc>
                  <a:txBody>
                    <a:bodyPr/>
                    <a:lstStyle/>
                    <a:p>
                      <a:r>
                        <a:rPr lang="en-US" dirty="0"/>
                        <a:t>Company</a:t>
                      </a:r>
                      <a:endParaRPr lang="en-IN" dirty="0"/>
                    </a:p>
                  </a:txBody>
                  <a:tcPr/>
                </a:tc>
                <a:tc>
                  <a:txBody>
                    <a:bodyPr/>
                    <a:lstStyle/>
                    <a:p>
                      <a:r>
                        <a:rPr lang="en-US" dirty="0"/>
                        <a:t>% Ch in EBIT</a:t>
                      </a:r>
                      <a:endParaRPr lang="en-IN" dirty="0"/>
                    </a:p>
                  </a:txBody>
                  <a:tcPr/>
                </a:tc>
                <a:tc>
                  <a:txBody>
                    <a:bodyPr/>
                    <a:lstStyle/>
                    <a:p>
                      <a:r>
                        <a:rPr lang="en-US" dirty="0"/>
                        <a:t>% Ch in </a:t>
                      </a:r>
                      <a:r>
                        <a:rPr lang="en-US" dirty="0" err="1"/>
                        <a:t>Op.Rev</a:t>
                      </a:r>
                      <a:endParaRPr lang="en-IN" dirty="0"/>
                    </a:p>
                  </a:txBody>
                  <a:tcPr/>
                </a:tc>
                <a:tc>
                  <a:txBody>
                    <a:bodyPr/>
                    <a:lstStyle/>
                    <a:p>
                      <a:r>
                        <a:rPr lang="en-US" dirty="0"/>
                        <a:t>DOL</a:t>
                      </a:r>
                      <a:endParaRPr lang="en-IN" dirty="0"/>
                    </a:p>
                  </a:txBody>
                  <a:tcPr/>
                </a:tc>
                <a:tc>
                  <a:txBody>
                    <a:bodyPr/>
                    <a:lstStyle/>
                    <a:p>
                      <a:r>
                        <a:rPr lang="en-US" dirty="0"/>
                        <a:t> Rank</a:t>
                      </a:r>
                      <a:endParaRPr lang="en-IN" dirty="0"/>
                    </a:p>
                  </a:txBody>
                  <a:tcPr/>
                </a:tc>
                <a:extLst>
                  <a:ext uri="{0D108BD9-81ED-4DB2-BD59-A6C34878D82A}">
                    <a16:rowId xmlns:a16="http://schemas.microsoft.com/office/drawing/2014/main" val="1916009622"/>
                  </a:ext>
                </a:extLst>
              </a:tr>
              <a:tr h="329909">
                <a:tc>
                  <a:txBody>
                    <a:bodyPr/>
                    <a:lstStyle/>
                    <a:p>
                      <a:r>
                        <a:rPr lang="en-IN" b="0" dirty="0"/>
                        <a:t>HUL</a:t>
                      </a:r>
                    </a:p>
                  </a:txBody>
                  <a:tcPr/>
                </a:tc>
                <a:tc>
                  <a:txBody>
                    <a:bodyPr/>
                    <a:lstStyle/>
                    <a:p>
                      <a:r>
                        <a:rPr lang="en-IN" b="0" dirty="0"/>
                        <a:t>1.17</a:t>
                      </a:r>
                    </a:p>
                  </a:txBody>
                  <a:tcPr/>
                </a:tc>
                <a:tc>
                  <a:txBody>
                    <a:bodyPr/>
                    <a:lstStyle/>
                    <a:p>
                      <a:r>
                        <a:rPr lang="en-IN" b="0" dirty="0"/>
                        <a:t>2.17</a:t>
                      </a:r>
                    </a:p>
                  </a:txBody>
                  <a:tcPr/>
                </a:tc>
                <a:tc>
                  <a:txBody>
                    <a:bodyPr/>
                    <a:lstStyle/>
                    <a:p>
                      <a:r>
                        <a:rPr lang="en-IN" b="0" dirty="0"/>
                        <a:t>0.54</a:t>
                      </a:r>
                    </a:p>
                  </a:txBody>
                  <a:tcPr/>
                </a:tc>
                <a:tc>
                  <a:txBody>
                    <a:bodyPr/>
                    <a:lstStyle/>
                    <a:p>
                      <a:r>
                        <a:rPr lang="en-IN" b="0" dirty="0"/>
                        <a:t>3</a:t>
                      </a:r>
                    </a:p>
                  </a:txBody>
                  <a:tcPr/>
                </a:tc>
                <a:extLst>
                  <a:ext uri="{0D108BD9-81ED-4DB2-BD59-A6C34878D82A}">
                    <a16:rowId xmlns:a16="http://schemas.microsoft.com/office/drawing/2014/main" val="36654119"/>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mn-lt"/>
                          <a:ea typeface="+mn-ea"/>
                          <a:cs typeface="+mn-cs"/>
                        </a:rPr>
                        <a:t>Godrej Consumer Products Ltd </a:t>
                      </a:r>
                    </a:p>
                  </a:txBody>
                  <a:tcPr/>
                </a:tc>
                <a:tc>
                  <a:txBody>
                    <a:bodyPr/>
                    <a:lstStyle/>
                    <a:p>
                      <a:r>
                        <a:rPr lang="en-IN" b="0" dirty="0"/>
                        <a:t>(CY 2690 : PY2580)  4.26 </a:t>
                      </a:r>
                    </a:p>
                  </a:txBody>
                  <a:tcPr/>
                </a:tc>
                <a:tc>
                  <a:txBody>
                    <a:bodyPr/>
                    <a:lstStyle/>
                    <a:p>
                      <a:r>
                        <a:rPr lang="en-IN" b="0" dirty="0"/>
                        <a:t>(CY 14285; PY 13974)</a:t>
                      </a:r>
                    </a:p>
                    <a:p>
                      <a:r>
                        <a:rPr lang="en-IN" b="0" dirty="0"/>
                        <a:t>2.23</a:t>
                      </a:r>
                    </a:p>
                  </a:txBody>
                  <a:tcPr/>
                </a:tc>
                <a:tc>
                  <a:txBody>
                    <a:bodyPr/>
                    <a:lstStyle/>
                    <a:p>
                      <a:r>
                        <a:rPr lang="en-IN" b="1" dirty="0"/>
                        <a:t>1.91</a:t>
                      </a:r>
                    </a:p>
                  </a:txBody>
                  <a:tcPr/>
                </a:tc>
                <a:tc>
                  <a:txBody>
                    <a:bodyPr/>
                    <a:lstStyle/>
                    <a:p>
                      <a:r>
                        <a:rPr lang="en-IN" b="1" dirty="0"/>
                        <a:t>1</a:t>
                      </a:r>
                    </a:p>
                  </a:txBody>
                  <a:tcPr/>
                </a:tc>
                <a:extLst>
                  <a:ext uri="{0D108BD9-81ED-4DB2-BD59-A6C34878D82A}">
                    <a16:rowId xmlns:a16="http://schemas.microsoft.com/office/drawing/2014/main" val="2746652360"/>
                  </a:ext>
                </a:extLst>
              </a:tr>
              <a:tr h="329909">
                <a:tc>
                  <a:txBody>
                    <a:bodyPr/>
                    <a:lstStyle/>
                    <a:p>
                      <a:r>
                        <a:rPr lang="en-IN" b="0" dirty="0"/>
                        <a:t>Marico Ltd</a:t>
                      </a:r>
                    </a:p>
                  </a:txBody>
                  <a:tcPr/>
                </a:tc>
                <a:tc>
                  <a:txBody>
                    <a:bodyPr/>
                    <a:lstStyle/>
                    <a:p>
                      <a:r>
                        <a:rPr lang="en-IN" b="0" dirty="0"/>
                        <a:t>( CY 1863 : PY 1788  )</a:t>
                      </a:r>
                    </a:p>
                    <a:p>
                      <a:r>
                        <a:rPr lang="en-IN" b="0" dirty="0"/>
                        <a:t>4.19</a:t>
                      </a:r>
                    </a:p>
                  </a:txBody>
                  <a:tcPr/>
                </a:tc>
                <a:tc>
                  <a:txBody>
                    <a:bodyPr/>
                    <a:lstStyle/>
                    <a:p>
                      <a:r>
                        <a:rPr lang="en-IN" b="0" dirty="0"/>
                        <a:t>(CY 10733 ; PY 9573 )</a:t>
                      </a:r>
                    </a:p>
                    <a:p>
                      <a:r>
                        <a:rPr lang="en-IN" b="0" dirty="0"/>
                        <a:t>      12.12</a:t>
                      </a:r>
                    </a:p>
                  </a:txBody>
                  <a:tcPr/>
                </a:tc>
                <a:tc>
                  <a:txBody>
                    <a:bodyPr/>
                    <a:lstStyle/>
                    <a:p>
                      <a:r>
                        <a:rPr lang="en-IN" b="0" dirty="0">
                          <a:solidFill>
                            <a:schemeClr val="bg2">
                              <a:lumMod val="10000"/>
                            </a:schemeClr>
                          </a:solidFill>
                        </a:rPr>
                        <a:t>0.35</a:t>
                      </a:r>
                    </a:p>
                  </a:txBody>
                  <a:tcPr/>
                </a:tc>
                <a:tc>
                  <a:txBody>
                    <a:bodyPr/>
                    <a:lstStyle/>
                    <a:p>
                      <a:r>
                        <a:rPr lang="en-IN" b="0" dirty="0">
                          <a:solidFill>
                            <a:schemeClr val="bg2">
                              <a:lumMod val="10000"/>
                            </a:schemeClr>
                          </a:solidFill>
                        </a:rPr>
                        <a:t>4</a:t>
                      </a:r>
                    </a:p>
                  </a:txBody>
                  <a:tcPr/>
                </a:tc>
                <a:extLst>
                  <a:ext uri="{0D108BD9-81ED-4DB2-BD59-A6C34878D82A}">
                    <a16:rowId xmlns:a16="http://schemas.microsoft.com/office/drawing/2014/main" val="1127933414"/>
                  </a:ext>
                </a:extLst>
              </a:tr>
              <a:tr h="329909">
                <a:tc>
                  <a:txBody>
                    <a:bodyPr/>
                    <a:lstStyle/>
                    <a:p>
                      <a:r>
                        <a:rPr lang="en-IN" b="0" dirty="0">
                          <a:highlight>
                            <a:srgbClr val="FFFF00"/>
                          </a:highlight>
                        </a:rPr>
                        <a:t>Dabur India</a:t>
                      </a:r>
                    </a:p>
                  </a:txBody>
                  <a:tcPr/>
                </a:tc>
                <a:tc>
                  <a:txBody>
                    <a:bodyPr/>
                    <a:lstStyle/>
                    <a:p>
                      <a:r>
                        <a:rPr lang="en-IN" b="0" dirty="0">
                          <a:solidFill>
                            <a:schemeClr val="bg2">
                              <a:lumMod val="10000"/>
                            </a:schemeClr>
                          </a:solidFill>
                        </a:rPr>
                        <a:t>( CY 1708; PY 2001)</a:t>
                      </a:r>
                    </a:p>
                    <a:p>
                      <a:r>
                        <a:rPr lang="en-IN" b="0" dirty="0">
                          <a:solidFill>
                            <a:schemeClr val="bg2">
                              <a:lumMod val="10000"/>
                            </a:schemeClr>
                          </a:solidFill>
                        </a:rPr>
                        <a:t>-14.64</a:t>
                      </a:r>
                    </a:p>
                  </a:txBody>
                  <a:tcPr/>
                </a:tc>
                <a:tc>
                  <a:txBody>
                    <a:bodyPr/>
                    <a:lstStyle/>
                    <a:p>
                      <a:r>
                        <a:rPr lang="en-IN" b="0" dirty="0"/>
                        <a:t>( CY 12400; PY 12262)</a:t>
                      </a:r>
                    </a:p>
                    <a:p>
                      <a:r>
                        <a:rPr lang="en-IN" b="0" dirty="0"/>
                        <a:t>1.13</a:t>
                      </a:r>
                    </a:p>
                  </a:txBody>
                  <a:tcPr/>
                </a:tc>
                <a:tc>
                  <a:txBody>
                    <a:bodyPr/>
                    <a:lstStyle/>
                    <a:p>
                      <a:r>
                        <a:rPr lang="en-IN" b="0" dirty="0">
                          <a:highlight>
                            <a:srgbClr val="FFFF00"/>
                          </a:highlight>
                        </a:rPr>
                        <a:t>-12.96</a:t>
                      </a:r>
                    </a:p>
                  </a:txBody>
                  <a:tcPr/>
                </a:tc>
                <a:tc>
                  <a:txBody>
                    <a:bodyPr/>
                    <a:lstStyle/>
                    <a:p>
                      <a:r>
                        <a:rPr lang="en-IN" b="0" dirty="0">
                          <a:highlight>
                            <a:srgbClr val="FFFF00"/>
                          </a:highlight>
                        </a:rPr>
                        <a:t>5</a:t>
                      </a:r>
                    </a:p>
                  </a:txBody>
                  <a:tcPr/>
                </a:tc>
                <a:extLst>
                  <a:ext uri="{0D108BD9-81ED-4DB2-BD59-A6C34878D82A}">
                    <a16:rowId xmlns:a16="http://schemas.microsoft.com/office/drawing/2014/main" val="4187621447"/>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t>Vishal Mega Mart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 CY 939; PY 732)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28.28</a:t>
                      </a:r>
                    </a:p>
                  </a:txBody>
                  <a:tcPr/>
                </a:tc>
                <a:tc>
                  <a:txBody>
                    <a:bodyPr/>
                    <a:lstStyle/>
                    <a:p>
                      <a:r>
                        <a:rPr lang="en-IN" b="0" dirty="0"/>
                        <a:t>(CY 10716; PY 8912)</a:t>
                      </a:r>
                    </a:p>
                    <a:p>
                      <a:r>
                        <a:rPr lang="en-IN" b="0" dirty="0"/>
                        <a:t>20.24</a:t>
                      </a:r>
                    </a:p>
                  </a:txBody>
                  <a:tcPr/>
                </a:tc>
                <a:tc>
                  <a:txBody>
                    <a:bodyPr/>
                    <a:lstStyle/>
                    <a:p>
                      <a:r>
                        <a:rPr lang="en-IN" b="0" dirty="0"/>
                        <a:t>1.40</a:t>
                      </a:r>
                    </a:p>
                  </a:txBody>
                  <a:tcPr/>
                </a:tc>
                <a:tc>
                  <a:txBody>
                    <a:bodyPr/>
                    <a:lstStyle/>
                    <a:p>
                      <a:r>
                        <a:rPr lang="en-IN" b="0" dirty="0"/>
                        <a:t>2</a:t>
                      </a:r>
                    </a:p>
                  </a:txBody>
                  <a:tcPr/>
                </a:tc>
                <a:extLst>
                  <a:ext uri="{0D108BD9-81ED-4DB2-BD59-A6C34878D82A}">
                    <a16:rowId xmlns:a16="http://schemas.microsoft.com/office/drawing/2014/main" val="3180963087"/>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0"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540526022"/>
                  </a:ext>
                </a:extLst>
              </a:tr>
            </a:tbl>
          </a:graphicData>
        </a:graphic>
      </p:graphicFrame>
    </p:spTree>
    <p:extLst>
      <p:ext uri="{BB962C8B-B14F-4D97-AF65-F5344CB8AC3E}">
        <p14:creationId xmlns:p14="http://schemas.microsoft.com/office/powerpoint/2010/main" val="337769076"/>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8639E-0AB5-4095-9BC1-A93EA9F1AAF4}"/>
              </a:ext>
            </a:extLst>
          </p:cNvPr>
          <p:cNvSpPr>
            <a:spLocks noGrp="1"/>
          </p:cNvSpPr>
          <p:nvPr>
            <p:ph type="title"/>
          </p:nvPr>
        </p:nvSpPr>
        <p:spPr/>
        <p:txBody>
          <a:bodyPr/>
          <a:lstStyle/>
          <a:p>
            <a:pPr algn="ctr"/>
            <a:r>
              <a:rPr lang="en-US" b="1" dirty="0"/>
              <a:t>DFL</a:t>
            </a:r>
            <a:r>
              <a:rPr lang="en-US" dirty="0"/>
              <a:t> – FY 2025 </a:t>
            </a:r>
            <a:endParaRPr lang="en-IN" dirty="0"/>
          </a:p>
        </p:txBody>
      </p:sp>
      <p:graphicFrame>
        <p:nvGraphicFramePr>
          <p:cNvPr id="4" name="Table 4">
            <a:extLst>
              <a:ext uri="{FF2B5EF4-FFF2-40B4-BE49-F238E27FC236}">
                <a16:creationId xmlns:a16="http://schemas.microsoft.com/office/drawing/2014/main" id="{1DD1D885-1721-4522-B6D3-96413C4754B1}"/>
              </a:ext>
            </a:extLst>
          </p:cNvPr>
          <p:cNvGraphicFramePr>
            <a:graphicFrameLocks noGrp="1"/>
          </p:cNvGraphicFramePr>
          <p:nvPr>
            <p:ph idx="1"/>
          </p:nvPr>
        </p:nvGraphicFramePr>
        <p:xfrm>
          <a:off x="838200" y="1851024"/>
          <a:ext cx="8584769" cy="3657600"/>
        </p:xfrm>
        <a:graphic>
          <a:graphicData uri="http://schemas.openxmlformats.org/drawingml/2006/table">
            <a:tbl>
              <a:tblPr firstRow="1" bandRow="1">
                <a:tableStyleId>{21E4AEA4-8DFA-4A89-87EB-49C32662AFE0}</a:tableStyleId>
              </a:tblPr>
              <a:tblGrid>
                <a:gridCol w="2189899">
                  <a:extLst>
                    <a:ext uri="{9D8B030D-6E8A-4147-A177-3AD203B41FA5}">
                      <a16:colId xmlns:a16="http://schemas.microsoft.com/office/drawing/2014/main" val="239351581"/>
                    </a:ext>
                  </a:extLst>
                </a:gridCol>
                <a:gridCol w="2189899">
                  <a:extLst>
                    <a:ext uri="{9D8B030D-6E8A-4147-A177-3AD203B41FA5}">
                      <a16:colId xmlns:a16="http://schemas.microsoft.com/office/drawing/2014/main" val="3651509243"/>
                    </a:ext>
                  </a:extLst>
                </a:gridCol>
                <a:gridCol w="2189899">
                  <a:extLst>
                    <a:ext uri="{9D8B030D-6E8A-4147-A177-3AD203B41FA5}">
                      <a16:colId xmlns:a16="http://schemas.microsoft.com/office/drawing/2014/main" val="343889307"/>
                    </a:ext>
                  </a:extLst>
                </a:gridCol>
                <a:gridCol w="1007536">
                  <a:extLst>
                    <a:ext uri="{9D8B030D-6E8A-4147-A177-3AD203B41FA5}">
                      <a16:colId xmlns:a16="http://schemas.microsoft.com/office/drawing/2014/main" val="3173881814"/>
                    </a:ext>
                  </a:extLst>
                </a:gridCol>
                <a:gridCol w="1007536">
                  <a:extLst>
                    <a:ext uri="{9D8B030D-6E8A-4147-A177-3AD203B41FA5}">
                      <a16:colId xmlns:a16="http://schemas.microsoft.com/office/drawing/2014/main" val="269274260"/>
                    </a:ext>
                  </a:extLst>
                </a:gridCol>
              </a:tblGrid>
              <a:tr h="329909">
                <a:tc>
                  <a:txBody>
                    <a:bodyPr/>
                    <a:lstStyle/>
                    <a:p>
                      <a:r>
                        <a:rPr lang="en-US" dirty="0"/>
                        <a:t>Company</a:t>
                      </a:r>
                      <a:endParaRPr lang="en-IN" dirty="0"/>
                    </a:p>
                  </a:txBody>
                  <a:tcPr/>
                </a:tc>
                <a:tc>
                  <a:txBody>
                    <a:bodyPr/>
                    <a:lstStyle/>
                    <a:p>
                      <a:r>
                        <a:rPr lang="en-US" dirty="0"/>
                        <a:t>% Ch in PBT</a:t>
                      </a:r>
                      <a:endParaRPr lang="en-IN" dirty="0"/>
                    </a:p>
                  </a:txBody>
                  <a:tcPr/>
                </a:tc>
                <a:tc>
                  <a:txBody>
                    <a:bodyPr/>
                    <a:lstStyle/>
                    <a:p>
                      <a:r>
                        <a:rPr lang="en-US" dirty="0"/>
                        <a:t>% Ch in EBIT</a:t>
                      </a:r>
                      <a:endParaRPr lang="en-IN" dirty="0"/>
                    </a:p>
                  </a:txBody>
                  <a:tcPr/>
                </a:tc>
                <a:tc>
                  <a:txBody>
                    <a:bodyPr/>
                    <a:lstStyle/>
                    <a:p>
                      <a:r>
                        <a:rPr lang="en-US" dirty="0"/>
                        <a:t>DFL</a:t>
                      </a:r>
                      <a:endParaRPr lang="en-IN" dirty="0"/>
                    </a:p>
                  </a:txBody>
                  <a:tcPr/>
                </a:tc>
                <a:tc>
                  <a:txBody>
                    <a:bodyPr/>
                    <a:lstStyle/>
                    <a:p>
                      <a:r>
                        <a:rPr lang="en-US" dirty="0"/>
                        <a:t> Rank</a:t>
                      </a:r>
                      <a:endParaRPr lang="en-IN" dirty="0"/>
                    </a:p>
                  </a:txBody>
                  <a:tcPr/>
                </a:tc>
                <a:extLst>
                  <a:ext uri="{0D108BD9-81ED-4DB2-BD59-A6C34878D82A}">
                    <a16:rowId xmlns:a16="http://schemas.microsoft.com/office/drawing/2014/main" val="1916009622"/>
                  </a:ext>
                </a:extLst>
              </a:tr>
              <a:tr h="329909">
                <a:tc>
                  <a:txBody>
                    <a:bodyPr/>
                    <a:lstStyle/>
                    <a:p>
                      <a:r>
                        <a:rPr lang="en-IN" b="0" dirty="0"/>
                        <a:t>HUL</a:t>
                      </a:r>
                    </a:p>
                  </a:txBody>
                  <a:tcPr/>
                </a:tc>
                <a:tc>
                  <a:txBody>
                    <a:bodyPr/>
                    <a:lstStyle/>
                    <a:p>
                      <a:r>
                        <a:rPr lang="en-IN" b="0" dirty="0"/>
                        <a:t>0.70</a:t>
                      </a:r>
                    </a:p>
                  </a:txBody>
                  <a:tcPr/>
                </a:tc>
                <a:tc>
                  <a:txBody>
                    <a:bodyPr/>
                    <a:lstStyle/>
                    <a:p>
                      <a:r>
                        <a:rPr lang="en-IN" b="0" dirty="0"/>
                        <a:t>1.17</a:t>
                      </a:r>
                    </a:p>
                  </a:txBody>
                  <a:tcPr/>
                </a:tc>
                <a:tc>
                  <a:txBody>
                    <a:bodyPr/>
                    <a:lstStyle/>
                    <a:p>
                      <a:r>
                        <a:rPr lang="en-IN" b="0"/>
                        <a:t>0.60</a:t>
                      </a:r>
                      <a:endParaRPr lang="en-IN" b="0" dirty="0"/>
                    </a:p>
                  </a:txBody>
                  <a:tcPr/>
                </a:tc>
                <a:tc>
                  <a:txBody>
                    <a:bodyPr/>
                    <a:lstStyle/>
                    <a:p>
                      <a:r>
                        <a:rPr lang="en-IN" b="0" dirty="0"/>
                        <a:t>4</a:t>
                      </a:r>
                    </a:p>
                  </a:txBody>
                  <a:tcPr/>
                </a:tc>
                <a:extLst>
                  <a:ext uri="{0D108BD9-81ED-4DB2-BD59-A6C34878D82A}">
                    <a16:rowId xmlns:a16="http://schemas.microsoft.com/office/drawing/2014/main" val="36654119"/>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highlight>
                            <a:srgbClr val="FFFF00"/>
                          </a:highlight>
                          <a:uLnTx/>
                          <a:uFillTx/>
                          <a:latin typeface="+mn-lt"/>
                          <a:ea typeface="+mn-ea"/>
                          <a:cs typeface="+mn-cs"/>
                        </a:rPr>
                        <a:t>Godrej Consumer Products Ltd </a:t>
                      </a:r>
                    </a:p>
                  </a:txBody>
                  <a:tcPr/>
                </a:tc>
                <a:tc>
                  <a:txBody>
                    <a:bodyPr/>
                    <a:lstStyle/>
                    <a:p>
                      <a:r>
                        <a:rPr lang="en-IN" b="0" dirty="0"/>
                        <a:t>(CY  2340 : PY 2284)</a:t>
                      </a:r>
                    </a:p>
                    <a:p>
                      <a:r>
                        <a:rPr lang="en-IN" b="0" dirty="0"/>
                        <a:t>2.45</a:t>
                      </a:r>
                    </a:p>
                  </a:txBody>
                  <a:tcPr/>
                </a:tc>
                <a:tc>
                  <a:txBody>
                    <a:bodyPr/>
                    <a:lstStyle/>
                    <a:p>
                      <a:r>
                        <a:rPr lang="en-IN" b="0" dirty="0"/>
                        <a:t>4.26</a:t>
                      </a:r>
                    </a:p>
                  </a:txBody>
                  <a:tcPr/>
                </a:tc>
                <a:tc>
                  <a:txBody>
                    <a:bodyPr/>
                    <a:lstStyle/>
                    <a:p>
                      <a:r>
                        <a:rPr lang="en-IN" b="0" dirty="0">
                          <a:highlight>
                            <a:srgbClr val="FFFF00"/>
                          </a:highlight>
                        </a:rPr>
                        <a:t>0.58</a:t>
                      </a:r>
                    </a:p>
                  </a:txBody>
                  <a:tcPr/>
                </a:tc>
                <a:tc>
                  <a:txBody>
                    <a:bodyPr/>
                    <a:lstStyle/>
                    <a:p>
                      <a:r>
                        <a:rPr lang="en-IN" b="0" dirty="0">
                          <a:highlight>
                            <a:srgbClr val="FFFF00"/>
                          </a:highlight>
                        </a:rPr>
                        <a:t>5</a:t>
                      </a:r>
                    </a:p>
                  </a:txBody>
                  <a:tcPr/>
                </a:tc>
                <a:extLst>
                  <a:ext uri="{0D108BD9-81ED-4DB2-BD59-A6C34878D82A}">
                    <a16:rowId xmlns:a16="http://schemas.microsoft.com/office/drawing/2014/main" val="2746652360"/>
                  </a:ext>
                </a:extLst>
              </a:tr>
              <a:tr h="329909">
                <a:tc>
                  <a:txBody>
                    <a:bodyPr/>
                    <a:lstStyle/>
                    <a:p>
                      <a:r>
                        <a:rPr lang="en-IN" b="1" dirty="0"/>
                        <a:t>Marico Ltd</a:t>
                      </a:r>
                    </a:p>
                  </a:txBody>
                  <a:tcPr/>
                </a:tc>
                <a:tc>
                  <a:txBody>
                    <a:bodyPr/>
                    <a:lstStyle/>
                    <a:p>
                      <a:r>
                        <a:rPr lang="en-IN" b="0" dirty="0"/>
                        <a:t> (CY1810; PY 1715)</a:t>
                      </a:r>
                    </a:p>
                    <a:p>
                      <a:r>
                        <a:rPr lang="en-IN" b="0" dirty="0"/>
                        <a:t>5.54</a:t>
                      </a:r>
                    </a:p>
                  </a:txBody>
                  <a:tcPr/>
                </a:tc>
                <a:tc>
                  <a:txBody>
                    <a:bodyPr/>
                    <a:lstStyle/>
                    <a:p>
                      <a:r>
                        <a:rPr lang="en-IN" b="0" dirty="0"/>
                        <a:t>4.19</a:t>
                      </a:r>
                    </a:p>
                  </a:txBody>
                  <a:tcPr/>
                </a:tc>
                <a:tc>
                  <a:txBody>
                    <a:bodyPr/>
                    <a:lstStyle/>
                    <a:p>
                      <a:r>
                        <a:rPr lang="en-IN" b="1" dirty="0"/>
                        <a:t>1.32</a:t>
                      </a:r>
                    </a:p>
                  </a:txBody>
                  <a:tcPr/>
                </a:tc>
                <a:tc>
                  <a:txBody>
                    <a:bodyPr/>
                    <a:lstStyle/>
                    <a:p>
                      <a:r>
                        <a:rPr lang="en-IN" b="1" dirty="0"/>
                        <a:t>1</a:t>
                      </a:r>
                    </a:p>
                  </a:txBody>
                  <a:tcPr/>
                </a:tc>
                <a:extLst>
                  <a:ext uri="{0D108BD9-81ED-4DB2-BD59-A6C34878D82A}">
                    <a16:rowId xmlns:a16="http://schemas.microsoft.com/office/drawing/2014/main" val="1127933414"/>
                  </a:ext>
                </a:extLst>
              </a:tr>
              <a:tr h="329909">
                <a:tc>
                  <a:txBody>
                    <a:bodyPr/>
                    <a:lstStyle/>
                    <a:p>
                      <a:r>
                        <a:rPr lang="en-IN" b="0" dirty="0"/>
                        <a:t>Dabur India</a:t>
                      </a:r>
                    </a:p>
                  </a:txBody>
                  <a:tcPr/>
                </a:tc>
                <a:tc>
                  <a:txBody>
                    <a:bodyPr/>
                    <a:lstStyle/>
                    <a:p>
                      <a:r>
                        <a:rPr lang="en-IN" b="0" dirty="0">
                          <a:solidFill>
                            <a:srgbClr val="616161"/>
                          </a:solidFill>
                        </a:rPr>
                        <a:t>(CY  1544; PY  18770</a:t>
                      </a:r>
                    </a:p>
                    <a:p>
                      <a:r>
                        <a:rPr lang="en-IN" b="0" dirty="0">
                          <a:solidFill>
                            <a:srgbClr val="616161"/>
                          </a:solidFill>
                        </a:rPr>
                        <a:t>-17.74</a:t>
                      </a:r>
                    </a:p>
                  </a:txBody>
                  <a:tcPr/>
                </a:tc>
                <a:tc>
                  <a:txBody>
                    <a:bodyPr/>
                    <a:lstStyle/>
                    <a:p>
                      <a:r>
                        <a:rPr lang="en-IN" b="0" dirty="0">
                          <a:solidFill>
                            <a:srgbClr val="616161"/>
                          </a:solidFill>
                        </a:rPr>
                        <a:t>-14.64</a:t>
                      </a:r>
                    </a:p>
                  </a:txBody>
                  <a:tcPr/>
                </a:tc>
                <a:tc>
                  <a:txBody>
                    <a:bodyPr/>
                    <a:lstStyle/>
                    <a:p>
                      <a:r>
                        <a:rPr lang="en-IN" b="0" dirty="0">
                          <a:solidFill>
                            <a:srgbClr val="616161"/>
                          </a:solidFill>
                        </a:rPr>
                        <a:t>1.212</a:t>
                      </a:r>
                    </a:p>
                  </a:txBody>
                  <a:tcPr/>
                </a:tc>
                <a:tc>
                  <a:txBody>
                    <a:bodyPr/>
                    <a:lstStyle/>
                    <a:p>
                      <a:r>
                        <a:rPr lang="en-IN" b="0" dirty="0">
                          <a:solidFill>
                            <a:srgbClr val="616161"/>
                          </a:solidFill>
                        </a:rPr>
                        <a:t>3</a:t>
                      </a:r>
                    </a:p>
                  </a:txBody>
                  <a:tcPr/>
                </a:tc>
                <a:extLst>
                  <a:ext uri="{0D108BD9-81ED-4DB2-BD59-A6C34878D82A}">
                    <a16:rowId xmlns:a16="http://schemas.microsoft.com/office/drawing/2014/main" val="4187621447"/>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t>Vishal Mega Mart</a:t>
                      </a:r>
                    </a:p>
                  </a:txBody>
                  <a:tcPr/>
                </a:tc>
                <a:tc>
                  <a:txBody>
                    <a:bodyPr/>
                    <a:lstStyle/>
                    <a:p>
                      <a:r>
                        <a:rPr lang="en-IN" b="0" dirty="0"/>
                        <a:t>( CY  790; PY 588)</a:t>
                      </a:r>
                    </a:p>
                    <a:p>
                      <a:r>
                        <a:rPr lang="en-IN" b="0" dirty="0"/>
                        <a:t>34.35</a:t>
                      </a:r>
                    </a:p>
                  </a:txBody>
                  <a:tcPr/>
                </a:tc>
                <a:tc>
                  <a:txBody>
                    <a:bodyPr/>
                    <a:lstStyle/>
                    <a:p>
                      <a:r>
                        <a:rPr lang="en-IN" b="0" dirty="0"/>
                        <a:t>28.28</a:t>
                      </a:r>
                    </a:p>
                  </a:txBody>
                  <a:tcPr/>
                </a:tc>
                <a:tc>
                  <a:txBody>
                    <a:bodyPr/>
                    <a:lstStyle/>
                    <a:p>
                      <a:r>
                        <a:rPr lang="en-IN" b="0" dirty="0"/>
                        <a:t>1.215</a:t>
                      </a:r>
                    </a:p>
                  </a:txBody>
                  <a:tcPr/>
                </a:tc>
                <a:tc>
                  <a:txBody>
                    <a:bodyPr/>
                    <a:lstStyle/>
                    <a:p>
                      <a:r>
                        <a:rPr lang="en-IN" b="0" dirty="0"/>
                        <a:t>2</a:t>
                      </a:r>
                    </a:p>
                  </a:txBody>
                  <a:tcPr/>
                </a:tc>
                <a:extLst>
                  <a:ext uri="{0D108BD9-81ED-4DB2-BD59-A6C34878D82A}">
                    <a16:rowId xmlns:a16="http://schemas.microsoft.com/office/drawing/2014/main" val="3180963087"/>
                  </a:ext>
                </a:extLst>
              </a:tr>
              <a:tr h="32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dirty="0"/>
                    </a:p>
                  </a:txBody>
                  <a:tcPr/>
                </a:tc>
                <a:tc>
                  <a:txBody>
                    <a:bodyPr/>
                    <a:lstStyle/>
                    <a:p>
                      <a:endParaRPr lang="en-IN"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624907004"/>
                  </a:ext>
                </a:extLst>
              </a:tr>
            </a:tbl>
          </a:graphicData>
        </a:graphic>
      </p:graphicFrame>
    </p:spTree>
    <p:extLst>
      <p:ext uri="{BB962C8B-B14F-4D97-AF65-F5344CB8AC3E}">
        <p14:creationId xmlns:p14="http://schemas.microsoft.com/office/powerpoint/2010/main" val="423500558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2ADDF-7AA0-468C-B5B9-2F6BCAAAA5C9}"/>
              </a:ext>
            </a:extLst>
          </p:cNvPr>
          <p:cNvSpPr>
            <a:spLocks noGrp="1"/>
          </p:cNvSpPr>
          <p:nvPr>
            <p:ph type="title"/>
          </p:nvPr>
        </p:nvSpPr>
        <p:spPr/>
        <p:txBody>
          <a:bodyPr/>
          <a:lstStyle/>
          <a:p>
            <a:pPr algn="ctr"/>
            <a:r>
              <a:rPr lang="en-US" b="1" dirty="0"/>
              <a:t>HUL’s Leverage score </a:t>
            </a:r>
            <a:endParaRPr lang="en-IN" b="1" dirty="0"/>
          </a:p>
        </p:txBody>
      </p:sp>
      <p:graphicFrame>
        <p:nvGraphicFramePr>
          <p:cNvPr id="4" name="Table 4">
            <a:extLst>
              <a:ext uri="{FF2B5EF4-FFF2-40B4-BE49-F238E27FC236}">
                <a16:creationId xmlns:a16="http://schemas.microsoft.com/office/drawing/2014/main" id="{3F5C4ABA-959B-4264-B0F8-F07C7F7D6F59}"/>
              </a:ext>
            </a:extLst>
          </p:cNvPr>
          <p:cNvGraphicFramePr>
            <a:graphicFrameLocks noGrp="1"/>
          </p:cNvGraphicFramePr>
          <p:nvPr>
            <p:ph idx="1"/>
          </p:nvPr>
        </p:nvGraphicFramePr>
        <p:xfrm>
          <a:off x="838200" y="1841123"/>
          <a:ext cx="10515600" cy="202184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3581617588"/>
                    </a:ext>
                  </a:extLst>
                </a:gridCol>
                <a:gridCol w="2103120">
                  <a:extLst>
                    <a:ext uri="{9D8B030D-6E8A-4147-A177-3AD203B41FA5}">
                      <a16:colId xmlns:a16="http://schemas.microsoft.com/office/drawing/2014/main" val="3736460221"/>
                    </a:ext>
                  </a:extLst>
                </a:gridCol>
                <a:gridCol w="2103120">
                  <a:extLst>
                    <a:ext uri="{9D8B030D-6E8A-4147-A177-3AD203B41FA5}">
                      <a16:colId xmlns:a16="http://schemas.microsoft.com/office/drawing/2014/main" val="3173083987"/>
                    </a:ext>
                  </a:extLst>
                </a:gridCol>
                <a:gridCol w="2554379">
                  <a:extLst>
                    <a:ext uri="{9D8B030D-6E8A-4147-A177-3AD203B41FA5}">
                      <a16:colId xmlns:a16="http://schemas.microsoft.com/office/drawing/2014/main" val="1538783123"/>
                    </a:ext>
                  </a:extLst>
                </a:gridCol>
                <a:gridCol w="1651861">
                  <a:extLst>
                    <a:ext uri="{9D8B030D-6E8A-4147-A177-3AD203B41FA5}">
                      <a16:colId xmlns:a16="http://schemas.microsoft.com/office/drawing/2014/main" val="1384692733"/>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2111029006"/>
                  </a:ext>
                </a:extLst>
              </a:tr>
              <a:tr h="370840">
                <a:tc>
                  <a:txBody>
                    <a:bodyPr/>
                    <a:lstStyle/>
                    <a:p>
                      <a:r>
                        <a:rPr lang="en-US" dirty="0"/>
                        <a:t>DOL</a:t>
                      </a:r>
                      <a:endParaRPr lang="en-IN" dirty="0"/>
                    </a:p>
                  </a:txBody>
                  <a:tcPr/>
                </a:tc>
                <a:tc>
                  <a:txBody>
                    <a:bodyPr/>
                    <a:lstStyle/>
                    <a:p>
                      <a:r>
                        <a:rPr lang="en-IN" dirty="0"/>
                        <a:t>3</a:t>
                      </a:r>
                    </a:p>
                  </a:txBody>
                  <a:tcPr/>
                </a:tc>
                <a:tc>
                  <a:txBody>
                    <a:bodyPr/>
                    <a:lstStyle/>
                    <a:p>
                      <a:r>
                        <a:rPr lang="en-IN"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0.50</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1.50</a:t>
                      </a:r>
                    </a:p>
                  </a:txBody>
                  <a:tcPr/>
                </a:tc>
                <a:extLst>
                  <a:ext uri="{0D108BD9-81ED-4DB2-BD59-A6C34878D82A}">
                    <a16:rowId xmlns:a16="http://schemas.microsoft.com/office/drawing/2014/main" val="1337902439"/>
                  </a:ext>
                </a:extLst>
              </a:tr>
              <a:tr h="370840">
                <a:tc>
                  <a:txBody>
                    <a:bodyPr/>
                    <a:lstStyle/>
                    <a:p>
                      <a:r>
                        <a:rPr lang="en-US" dirty="0"/>
                        <a:t>2.DFL</a:t>
                      </a:r>
                      <a:endParaRPr lang="en-IN" dirty="0"/>
                    </a:p>
                  </a:txBody>
                  <a:tcPr/>
                </a:tc>
                <a:tc>
                  <a:txBody>
                    <a:bodyPr/>
                    <a:lstStyle/>
                    <a:p>
                      <a:r>
                        <a:rPr lang="en-IN" dirty="0"/>
                        <a:t>4</a:t>
                      </a:r>
                    </a:p>
                  </a:txBody>
                  <a:tcPr/>
                </a:tc>
                <a:tc>
                  <a:txBody>
                    <a:bodyPr/>
                    <a:lstStyle/>
                    <a:p>
                      <a:r>
                        <a:rPr lang="en-IN"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0.50</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1.00</a:t>
                      </a:r>
                    </a:p>
                  </a:txBody>
                  <a:tcPr/>
                </a:tc>
                <a:extLst>
                  <a:ext uri="{0D108BD9-81ED-4DB2-BD59-A6C34878D82A}">
                    <a16:rowId xmlns:a16="http://schemas.microsoft.com/office/drawing/2014/main" val="1345314110"/>
                  </a:ext>
                </a:extLst>
              </a:tr>
              <a:tr h="370840">
                <a:tc>
                  <a:txBody>
                    <a:bodyPr/>
                    <a:lstStyle/>
                    <a:p>
                      <a:r>
                        <a:rPr lang="en-US" b="1" dirty="0"/>
                        <a:t>Total Weighted Score </a:t>
                      </a:r>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r>
                        <a:rPr lang="en-IN" b="1" dirty="0"/>
                        <a:t>2.50</a:t>
                      </a:r>
                    </a:p>
                  </a:txBody>
                  <a:tcPr/>
                </a:tc>
                <a:extLst>
                  <a:ext uri="{0D108BD9-81ED-4DB2-BD59-A6C34878D82A}">
                    <a16:rowId xmlns:a16="http://schemas.microsoft.com/office/drawing/2014/main" val="713248258"/>
                  </a:ext>
                </a:extLst>
              </a:tr>
            </a:tbl>
          </a:graphicData>
        </a:graphic>
      </p:graphicFrame>
    </p:spTree>
    <p:extLst>
      <p:ext uri="{BB962C8B-B14F-4D97-AF65-F5344CB8AC3E}">
        <p14:creationId xmlns:p14="http://schemas.microsoft.com/office/powerpoint/2010/main" val="338711921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2ADDF-7AA0-468C-B5B9-2F6BCAAAA5C9}"/>
              </a:ext>
            </a:extLst>
          </p:cNvPr>
          <p:cNvSpPr>
            <a:spLocks noGrp="1"/>
          </p:cNvSpPr>
          <p:nvPr>
            <p:ph type="title"/>
          </p:nvPr>
        </p:nvSpPr>
        <p:spPr/>
        <p:txBody>
          <a:bodyPr/>
          <a:lstStyle/>
          <a:p>
            <a:pPr algn="ctr"/>
            <a:r>
              <a:rPr lang="en-US" b="1" dirty="0"/>
              <a:t>Godrej’s Leverage score </a:t>
            </a:r>
            <a:endParaRPr lang="en-IN" b="1" dirty="0"/>
          </a:p>
        </p:txBody>
      </p:sp>
      <p:graphicFrame>
        <p:nvGraphicFramePr>
          <p:cNvPr id="4" name="Table 4">
            <a:extLst>
              <a:ext uri="{FF2B5EF4-FFF2-40B4-BE49-F238E27FC236}">
                <a16:creationId xmlns:a16="http://schemas.microsoft.com/office/drawing/2014/main" id="{3F5C4ABA-959B-4264-B0F8-F07C7F7D6F59}"/>
              </a:ext>
            </a:extLst>
          </p:cNvPr>
          <p:cNvGraphicFramePr>
            <a:graphicFrameLocks noGrp="1"/>
          </p:cNvGraphicFramePr>
          <p:nvPr>
            <p:ph idx="1"/>
          </p:nvPr>
        </p:nvGraphicFramePr>
        <p:xfrm>
          <a:off x="838200" y="1825625"/>
          <a:ext cx="10515600" cy="2021840"/>
        </p:xfrm>
        <a:graphic>
          <a:graphicData uri="http://schemas.openxmlformats.org/drawingml/2006/table">
            <a:tbl>
              <a:tblPr firstRow="1" bandRow="1">
                <a:tableStyleId>{F5AB1C69-6EDB-4FF4-983F-18BD219EF322}</a:tableStyleId>
              </a:tblPr>
              <a:tblGrid>
                <a:gridCol w="2103120">
                  <a:extLst>
                    <a:ext uri="{9D8B030D-6E8A-4147-A177-3AD203B41FA5}">
                      <a16:colId xmlns:a16="http://schemas.microsoft.com/office/drawing/2014/main" val="3581617588"/>
                    </a:ext>
                  </a:extLst>
                </a:gridCol>
                <a:gridCol w="2103120">
                  <a:extLst>
                    <a:ext uri="{9D8B030D-6E8A-4147-A177-3AD203B41FA5}">
                      <a16:colId xmlns:a16="http://schemas.microsoft.com/office/drawing/2014/main" val="3736460221"/>
                    </a:ext>
                  </a:extLst>
                </a:gridCol>
                <a:gridCol w="2103120">
                  <a:extLst>
                    <a:ext uri="{9D8B030D-6E8A-4147-A177-3AD203B41FA5}">
                      <a16:colId xmlns:a16="http://schemas.microsoft.com/office/drawing/2014/main" val="3173083987"/>
                    </a:ext>
                  </a:extLst>
                </a:gridCol>
                <a:gridCol w="2554379">
                  <a:extLst>
                    <a:ext uri="{9D8B030D-6E8A-4147-A177-3AD203B41FA5}">
                      <a16:colId xmlns:a16="http://schemas.microsoft.com/office/drawing/2014/main" val="1538783123"/>
                    </a:ext>
                  </a:extLst>
                </a:gridCol>
                <a:gridCol w="1651861">
                  <a:extLst>
                    <a:ext uri="{9D8B030D-6E8A-4147-A177-3AD203B41FA5}">
                      <a16:colId xmlns:a16="http://schemas.microsoft.com/office/drawing/2014/main" val="1384692733"/>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2111029006"/>
                  </a:ext>
                </a:extLst>
              </a:tr>
              <a:tr h="370840">
                <a:tc>
                  <a:txBody>
                    <a:bodyPr/>
                    <a:lstStyle/>
                    <a:p>
                      <a:r>
                        <a:rPr lang="en-US" dirty="0"/>
                        <a:t>1. DOL</a:t>
                      </a:r>
                      <a:endParaRPr lang="en-IN" dirty="0"/>
                    </a:p>
                  </a:txBody>
                  <a:tcPr/>
                </a:tc>
                <a:tc>
                  <a:txBody>
                    <a:bodyPr/>
                    <a:lstStyle/>
                    <a:p>
                      <a:r>
                        <a:rPr lang="en-IN" dirty="0"/>
                        <a:t>1</a:t>
                      </a:r>
                    </a:p>
                  </a:txBody>
                  <a:tcPr/>
                </a:tc>
                <a:tc>
                  <a:txBody>
                    <a:bodyPr/>
                    <a:lstStyle/>
                    <a:p>
                      <a:r>
                        <a:rPr lang="en-IN"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0.50</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2.50</a:t>
                      </a:r>
                    </a:p>
                  </a:txBody>
                  <a:tcPr/>
                </a:tc>
                <a:extLst>
                  <a:ext uri="{0D108BD9-81ED-4DB2-BD59-A6C34878D82A}">
                    <a16:rowId xmlns:a16="http://schemas.microsoft.com/office/drawing/2014/main" val="1337902439"/>
                  </a:ext>
                </a:extLst>
              </a:tr>
              <a:tr h="370840">
                <a:tc>
                  <a:txBody>
                    <a:bodyPr/>
                    <a:lstStyle/>
                    <a:p>
                      <a:r>
                        <a:rPr lang="en-US" dirty="0"/>
                        <a:t>2.DFL</a:t>
                      </a:r>
                      <a:endParaRPr lang="en-IN" dirty="0"/>
                    </a:p>
                  </a:txBody>
                  <a:tcPr/>
                </a:tc>
                <a:tc>
                  <a:txBody>
                    <a:bodyPr/>
                    <a:lstStyle/>
                    <a:p>
                      <a:r>
                        <a:rPr lang="en-IN" dirty="0"/>
                        <a:t>5</a:t>
                      </a:r>
                    </a:p>
                  </a:txBody>
                  <a:tcPr/>
                </a:tc>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0.50</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0.50</a:t>
                      </a:r>
                    </a:p>
                  </a:txBody>
                  <a:tcPr/>
                </a:tc>
                <a:extLst>
                  <a:ext uri="{0D108BD9-81ED-4DB2-BD59-A6C34878D82A}">
                    <a16:rowId xmlns:a16="http://schemas.microsoft.com/office/drawing/2014/main" val="1345314110"/>
                  </a:ext>
                </a:extLst>
              </a:tr>
              <a:tr h="370840">
                <a:tc>
                  <a:txBody>
                    <a:bodyPr/>
                    <a:lstStyle/>
                    <a:p>
                      <a:r>
                        <a:rPr lang="en-US" b="1" dirty="0"/>
                        <a:t>Total Weighted Score </a:t>
                      </a:r>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r>
                        <a:rPr lang="en-IN" b="1" dirty="0"/>
                        <a:t>3.00</a:t>
                      </a:r>
                    </a:p>
                  </a:txBody>
                  <a:tcPr/>
                </a:tc>
                <a:extLst>
                  <a:ext uri="{0D108BD9-81ED-4DB2-BD59-A6C34878D82A}">
                    <a16:rowId xmlns:a16="http://schemas.microsoft.com/office/drawing/2014/main" val="713248258"/>
                  </a:ext>
                </a:extLst>
              </a:tr>
            </a:tbl>
          </a:graphicData>
        </a:graphic>
      </p:graphicFrame>
    </p:spTree>
    <p:extLst>
      <p:ext uri="{BB962C8B-B14F-4D97-AF65-F5344CB8AC3E}">
        <p14:creationId xmlns:p14="http://schemas.microsoft.com/office/powerpoint/2010/main" val="194276421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2ADDF-7AA0-468C-B5B9-2F6BCAAAA5C9}"/>
              </a:ext>
            </a:extLst>
          </p:cNvPr>
          <p:cNvSpPr>
            <a:spLocks noGrp="1"/>
          </p:cNvSpPr>
          <p:nvPr>
            <p:ph type="title"/>
          </p:nvPr>
        </p:nvSpPr>
        <p:spPr/>
        <p:txBody>
          <a:bodyPr/>
          <a:lstStyle/>
          <a:p>
            <a:pPr algn="ctr"/>
            <a:r>
              <a:rPr lang="en-US" b="1" dirty="0"/>
              <a:t>Marico’s Leverage score </a:t>
            </a:r>
            <a:endParaRPr lang="en-IN" b="1" dirty="0"/>
          </a:p>
        </p:txBody>
      </p:sp>
      <p:graphicFrame>
        <p:nvGraphicFramePr>
          <p:cNvPr id="4" name="Table 4">
            <a:extLst>
              <a:ext uri="{FF2B5EF4-FFF2-40B4-BE49-F238E27FC236}">
                <a16:creationId xmlns:a16="http://schemas.microsoft.com/office/drawing/2014/main" id="{3F5C4ABA-959B-4264-B0F8-F07C7F7D6F59}"/>
              </a:ext>
            </a:extLst>
          </p:cNvPr>
          <p:cNvGraphicFramePr>
            <a:graphicFrameLocks noGrp="1"/>
          </p:cNvGraphicFramePr>
          <p:nvPr>
            <p:ph idx="1"/>
          </p:nvPr>
        </p:nvGraphicFramePr>
        <p:xfrm>
          <a:off x="838200" y="1825625"/>
          <a:ext cx="10515600" cy="2021840"/>
        </p:xfrm>
        <a:graphic>
          <a:graphicData uri="http://schemas.openxmlformats.org/drawingml/2006/table">
            <a:tbl>
              <a:tblPr firstRow="1" bandRow="1">
                <a:tableStyleId>{00A15C55-8517-42AA-B614-E9B94910E393}</a:tableStyleId>
              </a:tblPr>
              <a:tblGrid>
                <a:gridCol w="2103120">
                  <a:extLst>
                    <a:ext uri="{9D8B030D-6E8A-4147-A177-3AD203B41FA5}">
                      <a16:colId xmlns:a16="http://schemas.microsoft.com/office/drawing/2014/main" val="3581617588"/>
                    </a:ext>
                  </a:extLst>
                </a:gridCol>
                <a:gridCol w="2103120">
                  <a:extLst>
                    <a:ext uri="{9D8B030D-6E8A-4147-A177-3AD203B41FA5}">
                      <a16:colId xmlns:a16="http://schemas.microsoft.com/office/drawing/2014/main" val="3736460221"/>
                    </a:ext>
                  </a:extLst>
                </a:gridCol>
                <a:gridCol w="2103120">
                  <a:extLst>
                    <a:ext uri="{9D8B030D-6E8A-4147-A177-3AD203B41FA5}">
                      <a16:colId xmlns:a16="http://schemas.microsoft.com/office/drawing/2014/main" val="3173083987"/>
                    </a:ext>
                  </a:extLst>
                </a:gridCol>
                <a:gridCol w="2554379">
                  <a:extLst>
                    <a:ext uri="{9D8B030D-6E8A-4147-A177-3AD203B41FA5}">
                      <a16:colId xmlns:a16="http://schemas.microsoft.com/office/drawing/2014/main" val="1538783123"/>
                    </a:ext>
                  </a:extLst>
                </a:gridCol>
                <a:gridCol w="1651861">
                  <a:extLst>
                    <a:ext uri="{9D8B030D-6E8A-4147-A177-3AD203B41FA5}">
                      <a16:colId xmlns:a16="http://schemas.microsoft.com/office/drawing/2014/main" val="1384692733"/>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2111029006"/>
                  </a:ext>
                </a:extLst>
              </a:tr>
              <a:tr h="370840">
                <a:tc>
                  <a:txBody>
                    <a:bodyPr/>
                    <a:lstStyle/>
                    <a:p>
                      <a:r>
                        <a:rPr lang="en-US" dirty="0"/>
                        <a:t>1. DOL</a:t>
                      </a:r>
                      <a:endParaRPr lang="en-IN" dirty="0"/>
                    </a:p>
                  </a:txBody>
                  <a:tcPr/>
                </a:tc>
                <a:tc>
                  <a:txBody>
                    <a:bodyPr/>
                    <a:lstStyle/>
                    <a:p>
                      <a:r>
                        <a:rPr lang="en-IN" dirty="0"/>
                        <a:t>4</a:t>
                      </a:r>
                    </a:p>
                  </a:txBody>
                  <a:tcPr/>
                </a:tc>
                <a:tc>
                  <a:txBody>
                    <a:bodyPr/>
                    <a:lstStyle/>
                    <a:p>
                      <a:r>
                        <a:rPr lang="en-IN"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0.50</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1.00</a:t>
                      </a:r>
                    </a:p>
                  </a:txBody>
                  <a:tcPr/>
                </a:tc>
                <a:extLst>
                  <a:ext uri="{0D108BD9-81ED-4DB2-BD59-A6C34878D82A}">
                    <a16:rowId xmlns:a16="http://schemas.microsoft.com/office/drawing/2014/main" val="1337902439"/>
                  </a:ext>
                </a:extLst>
              </a:tr>
              <a:tr h="370840">
                <a:tc>
                  <a:txBody>
                    <a:bodyPr/>
                    <a:lstStyle/>
                    <a:p>
                      <a:r>
                        <a:rPr lang="en-US" dirty="0"/>
                        <a:t>2.DFL</a:t>
                      </a:r>
                      <a:endParaRPr lang="en-IN" dirty="0"/>
                    </a:p>
                  </a:txBody>
                  <a:tcPr/>
                </a:tc>
                <a:tc>
                  <a:txBody>
                    <a:bodyPr/>
                    <a:lstStyle/>
                    <a:p>
                      <a:r>
                        <a:rPr lang="en-IN" dirty="0"/>
                        <a:t>1</a:t>
                      </a:r>
                    </a:p>
                  </a:txBody>
                  <a:tcPr/>
                </a:tc>
                <a:tc>
                  <a:txBody>
                    <a:bodyPr/>
                    <a:lstStyle/>
                    <a:p>
                      <a:r>
                        <a:rPr lang="en-IN"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0.50</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2.50</a:t>
                      </a:r>
                    </a:p>
                  </a:txBody>
                  <a:tcPr/>
                </a:tc>
                <a:extLst>
                  <a:ext uri="{0D108BD9-81ED-4DB2-BD59-A6C34878D82A}">
                    <a16:rowId xmlns:a16="http://schemas.microsoft.com/office/drawing/2014/main" val="1345314110"/>
                  </a:ext>
                </a:extLst>
              </a:tr>
              <a:tr h="370840">
                <a:tc>
                  <a:txBody>
                    <a:bodyPr/>
                    <a:lstStyle/>
                    <a:p>
                      <a:r>
                        <a:rPr lang="en-US" b="1" dirty="0"/>
                        <a:t>Total Weighted Score </a:t>
                      </a:r>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r>
                        <a:rPr lang="en-IN" b="1" dirty="0"/>
                        <a:t>3.50</a:t>
                      </a:r>
                    </a:p>
                  </a:txBody>
                  <a:tcPr/>
                </a:tc>
                <a:extLst>
                  <a:ext uri="{0D108BD9-81ED-4DB2-BD59-A6C34878D82A}">
                    <a16:rowId xmlns:a16="http://schemas.microsoft.com/office/drawing/2014/main" val="713248258"/>
                  </a:ext>
                </a:extLst>
              </a:tr>
            </a:tbl>
          </a:graphicData>
        </a:graphic>
      </p:graphicFrame>
    </p:spTree>
    <p:extLst>
      <p:ext uri="{BB962C8B-B14F-4D97-AF65-F5344CB8AC3E}">
        <p14:creationId xmlns:p14="http://schemas.microsoft.com/office/powerpoint/2010/main" val="156834190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2ADDF-7AA0-468C-B5B9-2F6BCAAAA5C9}"/>
              </a:ext>
            </a:extLst>
          </p:cNvPr>
          <p:cNvSpPr>
            <a:spLocks noGrp="1"/>
          </p:cNvSpPr>
          <p:nvPr>
            <p:ph type="title"/>
          </p:nvPr>
        </p:nvSpPr>
        <p:spPr/>
        <p:txBody>
          <a:bodyPr/>
          <a:lstStyle/>
          <a:p>
            <a:pPr algn="ctr"/>
            <a:r>
              <a:rPr lang="en-US" b="1" dirty="0"/>
              <a:t>Dabur’s Leverage score </a:t>
            </a:r>
            <a:endParaRPr lang="en-IN" b="1" dirty="0"/>
          </a:p>
        </p:txBody>
      </p:sp>
      <p:graphicFrame>
        <p:nvGraphicFramePr>
          <p:cNvPr id="4" name="Table 4">
            <a:extLst>
              <a:ext uri="{FF2B5EF4-FFF2-40B4-BE49-F238E27FC236}">
                <a16:creationId xmlns:a16="http://schemas.microsoft.com/office/drawing/2014/main" id="{3F5C4ABA-959B-4264-B0F8-F07C7F7D6F59}"/>
              </a:ext>
            </a:extLst>
          </p:cNvPr>
          <p:cNvGraphicFramePr>
            <a:graphicFrameLocks noGrp="1"/>
          </p:cNvGraphicFramePr>
          <p:nvPr>
            <p:ph idx="1"/>
          </p:nvPr>
        </p:nvGraphicFramePr>
        <p:xfrm>
          <a:off x="838200" y="1825625"/>
          <a:ext cx="10515600" cy="2021840"/>
        </p:xfrm>
        <a:graphic>
          <a:graphicData uri="http://schemas.openxmlformats.org/drawingml/2006/table">
            <a:tbl>
              <a:tblPr firstRow="1" bandRow="1">
                <a:tableStyleId>{21E4AEA4-8DFA-4A89-87EB-49C32662AFE0}</a:tableStyleId>
              </a:tblPr>
              <a:tblGrid>
                <a:gridCol w="2103120">
                  <a:extLst>
                    <a:ext uri="{9D8B030D-6E8A-4147-A177-3AD203B41FA5}">
                      <a16:colId xmlns:a16="http://schemas.microsoft.com/office/drawing/2014/main" val="3581617588"/>
                    </a:ext>
                  </a:extLst>
                </a:gridCol>
                <a:gridCol w="2103120">
                  <a:extLst>
                    <a:ext uri="{9D8B030D-6E8A-4147-A177-3AD203B41FA5}">
                      <a16:colId xmlns:a16="http://schemas.microsoft.com/office/drawing/2014/main" val="3736460221"/>
                    </a:ext>
                  </a:extLst>
                </a:gridCol>
                <a:gridCol w="2103120">
                  <a:extLst>
                    <a:ext uri="{9D8B030D-6E8A-4147-A177-3AD203B41FA5}">
                      <a16:colId xmlns:a16="http://schemas.microsoft.com/office/drawing/2014/main" val="3173083987"/>
                    </a:ext>
                  </a:extLst>
                </a:gridCol>
                <a:gridCol w="2554379">
                  <a:extLst>
                    <a:ext uri="{9D8B030D-6E8A-4147-A177-3AD203B41FA5}">
                      <a16:colId xmlns:a16="http://schemas.microsoft.com/office/drawing/2014/main" val="1538783123"/>
                    </a:ext>
                  </a:extLst>
                </a:gridCol>
                <a:gridCol w="1651861">
                  <a:extLst>
                    <a:ext uri="{9D8B030D-6E8A-4147-A177-3AD203B41FA5}">
                      <a16:colId xmlns:a16="http://schemas.microsoft.com/office/drawing/2014/main" val="1384692733"/>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2111029006"/>
                  </a:ext>
                </a:extLst>
              </a:tr>
              <a:tr h="370840">
                <a:tc>
                  <a:txBody>
                    <a:bodyPr/>
                    <a:lstStyle/>
                    <a:p>
                      <a:r>
                        <a:rPr lang="en-US" dirty="0"/>
                        <a:t>1. DOL</a:t>
                      </a:r>
                      <a:endParaRPr lang="en-IN" dirty="0"/>
                    </a:p>
                  </a:txBody>
                  <a:tcPr/>
                </a:tc>
                <a:tc>
                  <a:txBody>
                    <a:bodyPr/>
                    <a:lstStyle/>
                    <a:p>
                      <a:r>
                        <a:rPr lang="en-IN" dirty="0"/>
                        <a:t>5</a:t>
                      </a:r>
                    </a:p>
                  </a:txBody>
                  <a:tcPr/>
                </a:tc>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0.50</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0.50</a:t>
                      </a:r>
                    </a:p>
                  </a:txBody>
                  <a:tcPr/>
                </a:tc>
                <a:extLst>
                  <a:ext uri="{0D108BD9-81ED-4DB2-BD59-A6C34878D82A}">
                    <a16:rowId xmlns:a16="http://schemas.microsoft.com/office/drawing/2014/main" val="1337902439"/>
                  </a:ext>
                </a:extLst>
              </a:tr>
              <a:tr h="370840">
                <a:tc>
                  <a:txBody>
                    <a:bodyPr/>
                    <a:lstStyle/>
                    <a:p>
                      <a:r>
                        <a:rPr lang="en-US" dirty="0"/>
                        <a:t>2.DFL</a:t>
                      </a:r>
                      <a:endParaRPr lang="en-IN" dirty="0"/>
                    </a:p>
                  </a:txBody>
                  <a:tcPr/>
                </a:tc>
                <a:tc>
                  <a:txBody>
                    <a:bodyPr/>
                    <a:lstStyle/>
                    <a:p>
                      <a:r>
                        <a:rPr lang="en-IN" dirty="0"/>
                        <a:t>3</a:t>
                      </a:r>
                    </a:p>
                  </a:txBody>
                  <a:tcPr/>
                </a:tc>
                <a:tc>
                  <a:txBody>
                    <a:bodyPr/>
                    <a:lstStyle/>
                    <a:p>
                      <a:r>
                        <a:rPr lang="en-IN"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0.50</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1.50</a:t>
                      </a:r>
                    </a:p>
                  </a:txBody>
                  <a:tcPr/>
                </a:tc>
                <a:extLst>
                  <a:ext uri="{0D108BD9-81ED-4DB2-BD59-A6C34878D82A}">
                    <a16:rowId xmlns:a16="http://schemas.microsoft.com/office/drawing/2014/main" val="1345314110"/>
                  </a:ext>
                </a:extLst>
              </a:tr>
              <a:tr h="370840">
                <a:tc>
                  <a:txBody>
                    <a:bodyPr/>
                    <a:lstStyle/>
                    <a:p>
                      <a:r>
                        <a:rPr lang="en-US" b="1" dirty="0"/>
                        <a:t>Total Weighted Score </a:t>
                      </a:r>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r>
                        <a:rPr lang="en-IN" b="1" dirty="0"/>
                        <a:t>2.00</a:t>
                      </a:r>
                    </a:p>
                  </a:txBody>
                  <a:tcPr/>
                </a:tc>
                <a:extLst>
                  <a:ext uri="{0D108BD9-81ED-4DB2-BD59-A6C34878D82A}">
                    <a16:rowId xmlns:a16="http://schemas.microsoft.com/office/drawing/2014/main" val="713248258"/>
                  </a:ext>
                </a:extLst>
              </a:tr>
            </a:tbl>
          </a:graphicData>
        </a:graphic>
      </p:graphicFrame>
    </p:spTree>
    <p:extLst>
      <p:ext uri="{BB962C8B-B14F-4D97-AF65-F5344CB8AC3E}">
        <p14:creationId xmlns:p14="http://schemas.microsoft.com/office/powerpoint/2010/main" val="181577935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2ADDF-7AA0-468C-B5B9-2F6BCAAAA5C9}"/>
              </a:ext>
            </a:extLst>
          </p:cNvPr>
          <p:cNvSpPr>
            <a:spLocks noGrp="1"/>
          </p:cNvSpPr>
          <p:nvPr>
            <p:ph type="title"/>
          </p:nvPr>
        </p:nvSpPr>
        <p:spPr/>
        <p:txBody>
          <a:bodyPr/>
          <a:lstStyle/>
          <a:p>
            <a:pPr algn="ctr"/>
            <a:r>
              <a:rPr lang="en-US" b="1" dirty="0"/>
              <a:t>Vishal’s Leverage score-  </a:t>
            </a:r>
            <a:endParaRPr lang="en-IN" b="1" dirty="0"/>
          </a:p>
        </p:txBody>
      </p:sp>
      <p:graphicFrame>
        <p:nvGraphicFramePr>
          <p:cNvPr id="4" name="Table 4">
            <a:extLst>
              <a:ext uri="{FF2B5EF4-FFF2-40B4-BE49-F238E27FC236}">
                <a16:creationId xmlns:a16="http://schemas.microsoft.com/office/drawing/2014/main" id="{3F5C4ABA-959B-4264-B0F8-F07C7F7D6F59}"/>
              </a:ext>
            </a:extLst>
          </p:cNvPr>
          <p:cNvGraphicFramePr>
            <a:graphicFrameLocks noGrp="1"/>
          </p:cNvGraphicFramePr>
          <p:nvPr>
            <p:ph idx="1"/>
          </p:nvPr>
        </p:nvGraphicFramePr>
        <p:xfrm>
          <a:off x="838200" y="1825625"/>
          <a:ext cx="10515600" cy="2021840"/>
        </p:xfrm>
        <a:graphic>
          <a:graphicData uri="http://schemas.openxmlformats.org/drawingml/2006/table">
            <a:tbl>
              <a:tblPr firstRow="1" bandRow="1">
                <a:tableStyleId>{93296810-A885-4BE3-A3E7-6D5BEEA58F35}</a:tableStyleId>
              </a:tblPr>
              <a:tblGrid>
                <a:gridCol w="2103120">
                  <a:extLst>
                    <a:ext uri="{9D8B030D-6E8A-4147-A177-3AD203B41FA5}">
                      <a16:colId xmlns:a16="http://schemas.microsoft.com/office/drawing/2014/main" val="3581617588"/>
                    </a:ext>
                  </a:extLst>
                </a:gridCol>
                <a:gridCol w="2103120">
                  <a:extLst>
                    <a:ext uri="{9D8B030D-6E8A-4147-A177-3AD203B41FA5}">
                      <a16:colId xmlns:a16="http://schemas.microsoft.com/office/drawing/2014/main" val="3736460221"/>
                    </a:ext>
                  </a:extLst>
                </a:gridCol>
                <a:gridCol w="2103120">
                  <a:extLst>
                    <a:ext uri="{9D8B030D-6E8A-4147-A177-3AD203B41FA5}">
                      <a16:colId xmlns:a16="http://schemas.microsoft.com/office/drawing/2014/main" val="3173083987"/>
                    </a:ext>
                  </a:extLst>
                </a:gridCol>
                <a:gridCol w="2554379">
                  <a:extLst>
                    <a:ext uri="{9D8B030D-6E8A-4147-A177-3AD203B41FA5}">
                      <a16:colId xmlns:a16="http://schemas.microsoft.com/office/drawing/2014/main" val="1538783123"/>
                    </a:ext>
                  </a:extLst>
                </a:gridCol>
                <a:gridCol w="1651861">
                  <a:extLst>
                    <a:ext uri="{9D8B030D-6E8A-4147-A177-3AD203B41FA5}">
                      <a16:colId xmlns:a16="http://schemas.microsoft.com/office/drawing/2014/main" val="1384692733"/>
                    </a:ext>
                  </a:extLst>
                </a:gridCol>
              </a:tblGrid>
              <a:tr h="370840">
                <a:tc>
                  <a:txBody>
                    <a:bodyPr/>
                    <a:lstStyle/>
                    <a:p>
                      <a:r>
                        <a:rPr lang="en-US" dirty="0"/>
                        <a:t>Sub-Parameter</a:t>
                      </a:r>
                      <a:endParaRPr lang="en-IN" dirty="0"/>
                    </a:p>
                  </a:txBody>
                  <a:tcPr/>
                </a:tc>
                <a:tc>
                  <a:txBody>
                    <a:bodyPr/>
                    <a:lstStyle/>
                    <a:p>
                      <a:r>
                        <a:rPr lang="en-US" dirty="0"/>
                        <a:t>Rank of the firm </a:t>
                      </a:r>
                      <a:endParaRPr lang="en-IN" dirty="0"/>
                    </a:p>
                  </a:txBody>
                  <a:tcPr/>
                </a:tc>
                <a:tc>
                  <a:txBody>
                    <a:bodyPr/>
                    <a:lstStyle/>
                    <a:p>
                      <a:r>
                        <a:rPr lang="en-US" dirty="0"/>
                        <a:t>Score</a:t>
                      </a:r>
                      <a:endParaRPr lang="en-IN" dirty="0"/>
                    </a:p>
                  </a:txBody>
                  <a:tcPr/>
                </a:tc>
                <a:tc>
                  <a:txBody>
                    <a:bodyPr/>
                    <a:lstStyle/>
                    <a:p>
                      <a:r>
                        <a:rPr lang="en-US" dirty="0"/>
                        <a:t>Weight  for SP</a:t>
                      </a:r>
                      <a:endParaRPr lang="en-IN" dirty="0"/>
                    </a:p>
                  </a:txBody>
                  <a:tcPr/>
                </a:tc>
                <a:tc>
                  <a:txBody>
                    <a:bodyPr/>
                    <a:lstStyle/>
                    <a:p>
                      <a:r>
                        <a:rPr lang="en-US" dirty="0"/>
                        <a:t>Weighted Score</a:t>
                      </a:r>
                      <a:endParaRPr lang="en-IN" dirty="0"/>
                    </a:p>
                  </a:txBody>
                  <a:tcPr/>
                </a:tc>
                <a:extLst>
                  <a:ext uri="{0D108BD9-81ED-4DB2-BD59-A6C34878D82A}">
                    <a16:rowId xmlns:a16="http://schemas.microsoft.com/office/drawing/2014/main" val="2111029006"/>
                  </a:ext>
                </a:extLst>
              </a:tr>
              <a:tr h="370840">
                <a:tc>
                  <a:txBody>
                    <a:bodyPr/>
                    <a:lstStyle/>
                    <a:p>
                      <a:r>
                        <a:rPr lang="en-US" dirty="0"/>
                        <a:t>1. DOL</a:t>
                      </a:r>
                      <a:endParaRPr lang="en-IN" dirty="0"/>
                    </a:p>
                  </a:txBody>
                  <a:tcPr/>
                </a:tc>
                <a:tc>
                  <a:txBody>
                    <a:bodyPr/>
                    <a:lstStyle/>
                    <a:p>
                      <a:r>
                        <a:rPr lang="en-IN" dirty="0"/>
                        <a:t>2</a:t>
                      </a:r>
                    </a:p>
                  </a:txBody>
                  <a:tcPr/>
                </a:tc>
                <a:tc>
                  <a:txBody>
                    <a:bodyPr/>
                    <a:lstStyle/>
                    <a:p>
                      <a:r>
                        <a:rPr lang="en-IN"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0.50</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2.00</a:t>
                      </a:r>
                    </a:p>
                  </a:txBody>
                  <a:tcPr/>
                </a:tc>
                <a:extLst>
                  <a:ext uri="{0D108BD9-81ED-4DB2-BD59-A6C34878D82A}">
                    <a16:rowId xmlns:a16="http://schemas.microsoft.com/office/drawing/2014/main" val="1337902439"/>
                  </a:ext>
                </a:extLst>
              </a:tr>
              <a:tr h="370840">
                <a:tc>
                  <a:txBody>
                    <a:bodyPr/>
                    <a:lstStyle/>
                    <a:p>
                      <a:r>
                        <a:rPr lang="en-US" dirty="0"/>
                        <a:t>2.DFL</a:t>
                      </a:r>
                      <a:endParaRPr lang="en-IN" dirty="0"/>
                    </a:p>
                  </a:txBody>
                  <a:tcPr/>
                </a:tc>
                <a:tc>
                  <a:txBody>
                    <a:bodyPr/>
                    <a:lstStyle/>
                    <a:p>
                      <a:r>
                        <a:rPr lang="en-IN" dirty="0"/>
                        <a:t>2</a:t>
                      </a:r>
                    </a:p>
                  </a:txBody>
                  <a:tcPr/>
                </a:tc>
                <a:tc>
                  <a:txBody>
                    <a:bodyPr/>
                    <a:lstStyle/>
                    <a:p>
                      <a:r>
                        <a:rPr lang="en-IN"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0.50</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a:tc>
                <a:tc>
                  <a:txBody>
                    <a:bodyPr/>
                    <a:lstStyle/>
                    <a:p>
                      <a:r>
                        <a:rPr lang="en-IN" dirty="0"/>
                        <a:t>2.00</a:t>
                      </a:r>
                    </a:p>
                  </a:txBody>
                  <a:tcPr/>
                </a:tc>
                <a:extLst>
                  <a:ext uri="{0D108BD9-81ED-4DB2-BD59-A6C34878D82A}">
                    <a16:rowId xmlns:a16="http://schemas.microsoft.com/office/drawing/2014/main" val="1345314110"/>
                  </a:ext>
                </a:extLst>
              </a:tr>
              <a:tr h="370840">
                <a:tc>
                  <a:txBody>
                    <a:bodyPr/>
                    <a:lstStyle/>
                    <a:p>
                      <a:r>
                        <a:rPr lang="en-US" b="1" dirty="0"/>
                        <a:t>Total Weighted Score </a:t>
                      </a:r>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r>
                        <a:rPr lang="en-IN" b="1" dirty="0"/>
                        <a:t>4.00</a:t>
                      </a:r>
                    </a:p>
                  </a:txBody>
                  <a:tcPr/>
                </a:tc>
                <a:extLst>
                  <a:ext uri="{0D108BD9-81ED-4DB2-BD59-A6C34878D82A}">
                    <a16:rowId xmlns:a16="http://schemas.microsoft.com/office/drawing/2014/main" val="713248258"/>
                  </a:ext>
                </a:extLst>
              </a:tr>
            </a:tbl>
          </a:graphicData>
        </a:graphic>
      </p:graphicFrame>
    </p:spTree>
    <p:extLst>
      <p:ext uri="{BB962C8B-B14F-4D97-AF65-F5344CB8AC3E}">
        <p14:creationId xmlns:p14="http://schemas.microsoft.com/office/powerpoint/2010/main" val="215912754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452B9-FFE2-4860-86CD-2AD14D149783}"/>
              </a:ext>
            </a:extLst>
          </p:cNvPr>
          <p:cNvSpPr>
            <a:spLocks noGrp="1"/>
          </p:cNvSpPr>
          <p:nvPr>
            <p:ph type="title"/>
          </p:nvPr>
        </p:nvSpPr>
        <p:spPr/>
        <p:txBody>
          <a:bodyPr/>
          <a:lstStyle/>
          <a:p>
            <a:pPr algn="ctr"/>
            <a:r>
              <a:rPr lang="en-US" b="1" dirty="0"/>
              <a:t>Overall Score &amp; Rank on Leverage </a:t>
            </a:r>
            <a:endParaRPr lang="en-IN" b="1" dirty="0"/>
          </a:p>
        </p:txBody>
      </p:sp>
      <p:graphicFrame>
        <p:nvGraphicFramePr>
          <p:cNvPr id="4" name="Table 4">
            <a:extLst>
              <a:ext uri="{FF2B5EF4-FFF2-40B4-BE49-F238E27FC236}">
                <a16:creationId xmlns:a16="http://schemas.microsoft.com/office/drawing/2014/main" id="{6FCFC94A-D07F-4067-BD63-2BDEACC3A911}"/>
              </a:ext>
            </a:extLst>
          </p:cNvPr>
          <p:cNvGraphicFramePr>
            <a:graphicFrameLocks noGrp="1"/>
          </p:cNvGraphicFramePr>
          <p:nvPr>
            <p:ph idx="1"/>
          </p:nvPr>
        </p:nvGraphicFramePr>
        <p:xfrm>
          <a:off x="838200" y="1825625"/>
          <a:ext cx="10515597" cy="2595880"/>
        </p:xfrm>
        <a:graphic>
          <a:graphicData uri="http://schemas.openxmlformats.org/drawingml/2006/table">
            <a:tbl>
              <a:tblPr firstRow="1" bandRow="1">
                <a:tableStyleId>{073A0DAA-6AF3-43AB-8588-CEC1D06C72B9}</a:tableStyleId>
              </a:tblPr>
              <a:tblGrid>
                <a:gridCol w="3505199">
                  <a:extLst>
                    <a:ext uri="{9D8B030D-6E8A-4147-A177-3AD203B41FA5}">
                      <a16:colId xmlns:a16="http://schemas.microsoft.com/office/drawing/2014/main" val="597982494"/>
                    </a:ext>
                  </a:extLst>
                </a:gridCol>
                <a:gridCol w="3505199">
                  <a:extLst>
                    <a:ext uri="{9D8B030D-6E8A-4147-A177-3AD203B41FA5}">
                      <a16:colId xmlns:a16="http://schemas.microsoft.com/office/drawing/2014/main" val="4184826544"/>
                    </a:ext>
                  </a:extLst>
                </a:gridCol>
                <a:gridCol w="3505199">
                  <a:extLst>
                    <a:ext uri="{9D8B030D-6E8A-4147-A177-3AD203B41FA5}">
                      <a16:colId xmlns:a16="http://schemas.microsoft.com/office/drawing/2014/main" val="1217679234"/>
                    </a:ext>
                  </a:extLst>
                </a:gridCol>
              </a:tblGrid>
              <a:tr h="370840">
                <a:tc>
                  <a:txBody>
                    <a:bodyPr/>
                    <a:lstStyle/>
                    <a:p>
                      <a:r>
                        <a:rPr lang="en-US" dirty="0"/>
                        <a:t>Firm</a:t>
                      </a:r>
                      <a:endParaRPr lang="en-IN" dirty="0"/>
                    </a:p>
                  </a:txBody>
                  <a:tcPr/>
                </a:tc>
                <a:tc>
                  <a:txBody>
                    <a:bodyPr/>
                    <a:lstStyle/>
                    <a:p>
                      <a:r>
                        <a:rPr lang="en-US" dirty="0"/>
                        <a:t>Overall </a:t>
                      </a:r>
                      <a:r>
                        <a:rPr lang="en-US" dirty="0" err="1"/>
                        <a:t>W.Score</a:t>
                      </a:r>
                      <a:r>
                        <a:rPr lang="en-US" dirty="0"/>
                        <a:t> on Leverage</a:t>
                      </a:r>
                      <a:endParaRPr lang="en-IN" dirty="0"/>
                    </a:p>
                  </a:txBody>
                  <a:tcPr/>
                </a:tc>
                <a:tc>
                  <a:txBody>
                    <a:bodyPr/>
                    <a:lstStyle/>
                    <a:p>
                      <a:r>
                        <a:rPr lang="en-US" dirty="0"/>
                        <a:t>Overall Rank </a:t>
                      </a:r>
                      <a:endParaRPr lang="en-IN" dirty="0"/>
                    </a:p>
                  </a:txBody>
                  <a:tcPr/>
                </a:tc>
                <a:extLst>
                  <a:ext uri="{0D108BD9-81ED-4DB2-BD59-A6C34878D82A}">
                    <a16:rowId xmlns:a16="http://schemas.microsoft.com/office/drawing/2014/main" val="2934735824"/>
                  </a:ext>
                </a:extLst>
              </a:tr>
              <a:tr h="370840">
                <a:tc>
                  <a:txBody>
                    <a:bodyPr/>
                    <a:lstStyle/>
                    <a:p>
                      <a:r>
                        <a:rPr lang="en-IN" b="0" dirty="0"/>
                        <a:t>HUL</a:t>
                      </a:r>
                    </a:p>
                  </a:txBody>
                  <a:tcPr/>
                </a:tc>
                <a:tc>
                  <a:txBody>
                    <a:bodyPr/>
                    <a:lstStyle/>
                    <a:p>
                      <a:r>
                        <a:rPr lang="en-IN" b="0" dirty="0"/>
                        <a:t>2.50</a:t>
                      </a:r>
                    </a:p>
                  </a:txBody>
                  <a:tcPr/>
                </a:tc>
                <a:tc>
                  <a:txBody>
                    <a:bodyPr/>
                    <a:lstStyle/>
                    <a:p>
                      <a:r>
                        <a:rPr lang="en-IN" b="0" dirty="0"/>
                        <a:t>4</a:t>
                      </a:r>
                    </a:p>
                  </a:txBody>
                  <a:tcPr/>
                </a:tc>
                <a:extLst>
                  <a:ext uri="{0D108BD9-81ED-4DB2-BD59-A6C34878D82A}">
                    <a16:rowId xmlns:a16="http://schemas.microsoft.com/office/drawing/2014/main" val="404253511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Godrej Consumer Products Ltd </a:t>
                      </a:r>
                    </a:p>
                  </a:txBody>
                  <a:tcPr/>
                </a:tc>
                <a:tc>
                  <a:txBody>
                    <a:bodyPr/>
                    <a:lstStyle/>
                    <a:p>
                      <a:r>
                        <a:rPr lang="en-IN" b="0" dirty="0"/>
                        <a:t>3.00</a:t>
                      </a:r>
                    </a:p>
                  </a:txBody>
                  <a:tcPr/>
                </a:tc>
                <a:tc>
                  <a:txBody>
                    <a:bodyPr/>
                    <a:lstStyle/>
                    <a:p>
                      <a:r>
                        <a:rPr lang="en-IN" b="0" dirty="0"/>
                        <a:t>3</a:t>
                      </a:r>
                    </a:p>
                  </a:txBody>
                  <a:tcPr/>
                </a:tc>
                <a:extLst>
                  <a:ext uri="{0D108BD9-81ED-4DB2-BD59-A6C34878D82A}">
                    <a16:rowId xmlns:a16="http://schemas.microsoft.com/office/drawing/2014/main" val="3552956685"/>
                  </a:ext>
                </a:extLst>
              </a:tr>
              <a:tr h="370840">
                <a:tc>
                  <a:txBody>
                    <a:bodyPr/>
                    <a:lstStyle/>
                    <a:p>
                      <a:r>
                        <a:rPr lang="en-IN" b="0" dirty="0"/>
                        <a:t>Marico Ltd</a:t>
                      </a:r>
                    </a:p>
                  </a:txBody>
                  <a:tcPr/>
                </a:tc>
                <a:tc>
                  <a:txBody>
                    <a:bodyPr/>
                    <a:lstStyle/>
                    <a:p>
                      <a:r>
                        <a:rPr lang="en-IN" b="0" dirty="0"/>
                        <a:t>3.50</a:t>
                      </a:r>
                    </a:p>
                  </a:txBody>
                  <a:tcPr/>
                </a:tc>
                <a:tc>
                  <a:txBody>
                    <a:bodyPr/>
                    <a:lstStyle/>
                    <a:p>
                      <a:r>
                        <a:rPr lang="en-IN" b="0" dirty="0"/>
                        <a:t>2</a:t>
                      </a:r>
                    </a:p>
                  </a:txBody>
                  <a:tcPr/>
                </a:tc>
                <a:extLst>
                  <a:ext uri="{0D108BD9-81ED-4DB2-BD59-A6C34878D82A}">
                    <a16:rowId xmlns:a16="http://schemas.microsoft.com/office/drawing/2014/main" val="3368638780"/>
                  </a:ext>
                </a:extLst>
              </a:tr>
              <a:tr h="370840">
                <a:tc>
                  <a:txBody>
                    <a:bodyPr/>
                    <a:lstStyle/>
                    <a:p>
                      <a:r>
                        <a:rPr lang="en-IN" b="0" dirty="0">
                          <a:highlight>
                            <a:srgbClr val="FFFF00"/>
                          </a:highlight>
                        </a:rPr>
                        <a:t>Dabur India</a:t>
                      </a:r>
                    </a:p>
                  </a:txBody>
                  <a:tcPr/>
                </a:tc>
                <a:tc>
                  <a:txBody>
                    <a:bodyPr/>
                    <a:lstStyle/>
                    <a:p>
                      <a:r>
                        <a:rPr lang="en-IN" b="0" dirty="0">
                          <a:highlight>
                            <a:srgbClr val="FFFF00"/>
                          </a:highlight>
                        </a:rPr>
                        <a:t>2.00</a:t>
                      </a:r>
                    </a:p>
                  </a:txBody>
                  <a:tcPr/>
                </a:tc>
                <a:tc>
                  <a:txBody>
                    <a:bodyPr/>
                    <a:lstStyle/>
                    <a:p>
                      <a:r>
                        <a:rPr lang="en-IN" b="0" dirty="0">
                          <a:highlight>
                            <a:srgbClr val="FFFF00"/>
                          </a:highlight>
                        </a:rPr>
                        <a:t>5</a:t>
                      </a:r>
                    </a:p>
                  </a:txBody>
                  <a:tcPr/>
                </a:tc>
                <a:extLst>
                  <a:ext uri="{0D108BD9-81ED-4DB2-BD59-A6C34878D82A}">
                    <a16:rowId xmlns:a16="http://schemas.microsoft.com/office/drawing/2014/main" val="21072189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Vishal Mega Mart</a:t>
                      </a:r>
                    </a:p>
                  </a:txBody>
                  <a:tcPr/>
                </a:tc>
                <a:tc>
                  <a:txBody>
                    <a:bodyPr/>
                    <a:lstStyle/>
                    <a:p>
                      <a:r>
                        <a:rPr lang="en-IN" b="1" dirty="0">
                          <a:solidFill>
                            <a:srgbClr val="616161"/>
                          </a:solidFill>
                        </a:rPr>
                        <a:t>4.00</a:t>
                      </a:r>
                    </a:p>
                  </a:txBody>
                  <a:tcPr/>
                </a:tc>
                <a:tc>
                  <a:txBody>
                    <a:bodyPr/>
                    <a:lstStyle/>
                    <a:p>
                      <a:r>
                        <a:rPr lang="en-IN" b="1" dirty="0">
                          <a:solidFill>
                            <a:srgbClr val="616161"/>
                          </a:solidFill>
                        </a:rPr>
                        <a:t>1</a:t>
                      </a:r>
                    </a:p>
                  </a:txBody>
                  <a:tcPr/>
                </a:tc>
                <a:extLst>
                  <a:ext uri="{0D108BD9-81ED-4DB2-BD59-A6C34878D82A}">
                    <a16:rowId xmlns:a16="http://schemas.microsoft.com/office/drawing/2014/main" val="32497861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0" dirty="0"/>
                    </a:p>
                  </a:txBody>
                  <a:tcPr/>
                </a:tc>
                <a:tc>
                  <a:txBody>
                    <a:bodyPr/>
                    <a:lstStyle/>
                    <a:p>
                      <a:endParaRPr lang="en-IN" b="0" dirty="0"/>
                    </a:p>
                  </a:txBody>
                  <a:tcPr/>
                </a:tc>
                <a:extLst>
                  <a:ext uri="{0D108BD9-81ED-4DB2-BD59-A6C34878D82A}">
                    <a16:rowId xmlns:a16="http://schemas.microsoft.com/office/drawing/2014/main" val="627890948"/>
                  </a:ext>
                </a:extLst>
              </a:tr>
            </a:tbl>
          </a:graphicData>
        </a:graphic>
      </p:graphicFrame>
    </p:spTree>
    <p:extLst>
      <p:ext uri="{BB962C8B-B14F-4D97-AF65-F5344CB8AC3E}">
        <p14:creationId xmlns:p14="http://schemas.microsoft.com/office/powerpoint/2010/main" val="18074593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6CA0F-A8F0-F18E-6E96-AB1B966177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24390E-634A-09BF-5BA0-FFDE4EA60DDD}"/>
              </a:ext>
            </a:extLst>
          </p:cNvPr>
          <p:cNvSpPr>
            <a:spLocks noGrp="1"/>
          </p:cNvSpPr>
          <p:nvPr>
            <p:ph type="title"/>
          </p:nvPr>
        </p:nvSpPr>
        <p:spPr/>
        <p:txBody>
          <a:bodyPr/>
          <a:lstStyle/>
          <a:p>
            <a:pPr algn="ctr"/>
            <a:r>
              <a:rPr lang="en-US" b="1" dirty="0"/>
              <a:t>Overall Score &amp; Rank on Profitability </a:t>
            </a:r>
            <a:endParaRPr lang="en-IN" b="1" dirty="0"/>
          </a:p>
        </p:txBody>
      </p:sp>
      <p:graphicFrame>
        <p:nvGraphicFramePr>
          <p:cNvPr id="4" name="Table 4">
            <a:extLst>
              <a:ext uri="{FF2B5EF4-FFF2-40B4-BE49-F238E27FC236}">
                <a16:creationId xmlns:a16="http://schemas.microsoft.com/office/drawing/2014/main" id="{DCA3CCF1-4501-6272-0FA6-2AB5C64A192D}"/>
              </a:ext>
            </a:extLst>
          </p:cNvPr>
          <p:cNvGraphicFramePr>
            <a:graphicFrameLocks noGrp="1"/>
          </p:cNvGraphicFramePr>
          <p:nvPr>
            <p:ph idx="1"/>
          </p:nvPr>
        </p:nvGraphicFramePr>
        <p:xfrm>
          <a:off x="838200" y="1825625"/>
          <a:ext cx="10515597" cy="259588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597982494"/>
                    </a:ext>
                  </a:extLst>
                </a:gridCol>
                <a:gridCol w="3505199">
                  <a:extLst>
                    <a:ext uri="{9D8B030D-6E8A-4147-A177-3AD203B41FA5}">
                      <a16:colId xmlns:a16="http://schemas.microsoft.com/office/drawing/2014/main" val="4184826544"/>
                    </a:ext>
                  </a:extLst>
                </a:gridCol>
                <a:gridCol w="3505199">
                  <a:extLst>
                    <a:ext uri="{9D8B030D-6E8A-4147-A177-3AD203B41FA5}">
                      <a16:colId xmlns:a16="http://schemas.microsoft.com/office/drawing/2014/main" val="1217679234"/>
                    </a:ext>
                  </a:extLst>
                </a:gridCol>
              </a:tblGrid>
              <a:tr h="370840">
                <a:tc>
                  <a:txBody>
                    <a:bodyPr/>
                    <a:lstStyle/>
                    <a:p>
                      <a:r>
                        <a:rPr lang="en-US" dirty="0"/>
                        <a:t>Firm</a:t>
                      </a:r>
                      <a:endParaRPr lang="en-IN" dirty="0"/>
                    </a:p>
                  </a:txBody>
                  <a:tcPr/>
                </a:tc>
                <a:tc>
                  <a:txBody>
                    <a:bodyPr/>
                    <a:lstStyle/>
                    <a:p>
                      <a:r>
                        <a:rPr lang="en-US" dirty="0"/>
                        <a:t>Overall </a:t>
                      </a:r>
                      <a:r>
                        <a:rPr lang="en-US" dirty="0" err="1"/>
                        <a:t>W.Score</a:t>
                      </a:r>
                      <a:r>
                        <a:rPr lang="en-US" dirty="0"/>
                        <a:t> on Profitability</a:t>
                      </a:r>
                      <a:endParaRPr lang="en-IN" dirty="0"/>
                    </a:p>
                  </a:txBody>
                  <a:tcPr/>
                </a:tc>
                <a:tc>
                  <a:txBody>
                    <a:bodyPr/>
                    <a:lstStyle/>
                    <a:p>
                      <a:r>
                        <a:rPr lang="en-US" dirty="0"/>
                        <a:t>Overall Rank </a:t>
                      </a:r>
                      <a:endParaRPr lang="en-IN" dirty="0"/>
                    </a:p>
                  </a:txBody>
                  <a:tcPr/>
                </a:tc>
                <a:extLst>
                  <a:ext uri="{0D108BD9-81ED-4DB2-BD59-A6C34878D82A}">
                    <a16:rowId xmlns:a16="http://schemas.microsoft.com/office/drawing/2014/main" val="2934735824"/>
                  </a:ext>
                </a:extLst>
              </a:tr>
              <a:tr h="370840">
                <a:tc>
                  <a:txBody>
                    <a:bodyPr/>
                    <a:lstStyle/>
                    <a:p>
                      <a:r>
                        <a:rPr lang="en-IN" b="0" dirty="0"/>
                        <a:t>HUL</a:t>
                      </a:r>
                    </a:p>
                  </a:txBody>
                  <a:tcPr/>
                </a:tc>
                <a:tc>
                  <a:txBody>
                    <a:bodyPr/>
                    <a:lstStyle/>
                    <a:p>
                      <a:r>
                        <a:rPr lang="en-IN" b="0" dirty="0"/>
                        <a:t>2.9988</a:t>
                      </a:r>
                    </a:p>
                  </a:txBody>
                  <a:tcPr/>
                </a:tc>
                <a:tc>
                  <a:txBody>
                    <a:bodyPr/>
                    <a:lstStyle/>
                    <a:p>
                      <a:r>
                        <a:rPr lang="en-IN" b="0" dirty="0"/>
                        <a:t>2</a:t>
                      </a:r>
                    </a:p>
                  </a:txBody>
                  <a:tcPr/>
                </a:tc>
                <a:extLst>
                  <a:ext uri="{0D108BD9-81ED-4DB2-BD59-A6C34878D82A}">
                    <a16:rowId xmlns:a16="http://schemas.microsoft.com/office/drawing/2014/main" val="404253511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u="none" strike="noStrike" kern="1200" cap="none" spc="0" normalizeH="0" baseline="0" noProof="0" dirty="0">
                          <a:ln>
                            <a:noFill/>
                          </a:ln>
                          <a:solidFill>
                            <a:prstClr val="black"/>
                          </a:solidFill>
                          <a:effectLst/>
                          <a:uLnTx/>
                          <a:uFillTx/>
                        </a:rPr>
                        <a:t>Godrej Consumer Products Ltd </a:t>
                      </a:r>
                      <a:endParaRPr kumimoji="0" lang="en-IN" sz="1800" b="0"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r>
                        <a:rPr lang="en-IN" b="0" dirty="0"/>
                        <a:t>2.7132</a:t>
                      </a:r>
                    </a:p>
                  </a:txBody>
                  <a:tcPr/>
                </a:tc>
                <a:tc>
                  <a:txBody>
                    <a:bodyPr/>
                    <a:lstStyle/>
                    <a:p>
                      <a:r>
                        <a:rPr lang="en-IN" b="0" dirty="0"/>
                        <a:t>3</a:t>
                      </a:r>
                    </a:p>
                  </a:txBody>
                  <a:tcPr/>
                </a:tc>
                <a:extLst>
                  <a:ext uri="{0D108BD9-81ED-4DB2-BD59-A6C34878D82A}">
                    <a16:rowId xmlns:a16="http://schemas.microsoft.com/office/drawing/2014/main" val="423036881"/>
                  </a:ext>
                </a:extLst>
              </a:tr>
              <a:tr h="370840">
                <a:tc>
                  <a:txBody>
                    <a:bodyPr/>
                    <a:lstStyle/>
                    <a:p>
                      <a:r>
                        <a:rPr lang="en-IN" b="1" dirty="0"/>
                        <a:t>Marico Ltd</a:t>
                      </a:r>
                    </a:p>
                  </a:txBody>
                  <a:tcPr/>
                </a:tc>
                <a:tc>
                  <a:txBody>
                    <a:bodyPr/>
                    <a:lstStyle/>
                    <a:p>
                      <a:r>
                        <a:rPr lang="en-IN" b="1" dirty="0"/>
                        <a:t>4.1412</a:t>
                      </a:r>
                    </a:p>
                  </a:txBody>
                  <a:tcPr/>
                </a:tc>
                <a:tc>
                  <a:txBody>
                    <a:bodyPr/>
                    <a:lstStyle/>
                    <a:p>
                      <a:r>
                        <a:rPr lang="en-IN" b="1" dirty="0"/>
                        <a:t>1</a:t>
                      </a:r>
                    </a:p>
                  </a:txBody>
                  <a:tcPr/>
                </a:tc>
                <a:extLst>
                  <a:ext uri="{0D108BD9-81ED-4DB2-BD59-A6C34878D82A}">
                    <a16:rowId xmlns:a16="http://schemas.microsoft.com/office/drawing/2014/main" val="3368638780"/>
                  </a:ext>
                </a:extLst>
              </a:tr>
              <a:tr h="370840">
                <a:tc>
                  <a:txBody>
                    <a:bodyPr/>
                    <a:lstStyle/>
                    <a:p>
                      <a:r>
                        <a:rPr lang="en-IN" b="0" dirty="0">
                          <a:highlight>
                            <a:srgbClr val="FFFF00"/>
                          </a:highlight>
                        </a:rPr>
                        <a:t>Dabur India</a:t>
                      </a:r>
                    </a:p>
                  </a:txBody>
                  <a:tcPr/>
                </a:tc>
                <a:tc>
                  <a:txBody>
                    <a:bodyPr/>
                    <a:lstStyle/>
                    <a:p>
                      <a:r>
                        <a:rPr lang="en-IN" b="0" dirty="0">
                          <a:highlight>
                            <a:srgbClr val="FFFF00"/>
                          </a:highlight>
                        </a:rPr>
                        <a:t>2.5704</a:t>
                      </a:r>
                    </a:p>
                  </a:txBody>
                  <a:tcPr/>
                </a:tc>
                <a:tc>
                  <a:txBody>
                    <a:bodyPr/>
                    <a:lstStyle/>
                    <a:p>
                      <a:r>
                        <a:rPr lang="en-IN" b="0" dirty="0">
                          <a:highlight>
                            <a:srgbClr val="FFFF00"/>
                          </a:highlight>
                        </a:rPr>
                        <a:t>4</a:t>
                      </a:r>
                    </a:p>
                  </a:txBody>
                  <a:tcPr/>
                </a:tc>
                <a:extLst>
                  <a:ext uri="{0D108BD9-81ED-4DB2-BD59-A6C34878D82A}">
                    <a16:rowId xmlns:a16="http://schemas.microsoft.com/office/drawing/2014/main" val="21072189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highlight>
                            <a:srgbClr val="FFFF00"/>
                          </a:highlight>
                        </a:rPr>
                        <a:t>Vishal Mega Mart</a:t>
                      </a:r>
                    </a:p>
                  </a:txBody>
                  <a:tcPr/>
                </a:tc>
                <a:tc>
                  <a:txBody>
                    <a:bodyPr/>
                    <a:lstStyle/>
                    <a:p>
                      <a:r>
                        <a:rPr lang="en-IN" b="0" dirty="0">
                          <a:highlight>
                            <a:srgbClr val="FFFF00"/>
                          </a:highlight>
                        </a:rPr>
                        <a:t>2.5704</a:t>
                      </a:r>
                    </a:p>
                  </a:txBody>
                  <a:tcPr/>
                </a:tc>
                <a:tc>
                  <a:txBody>
                    <a:bodyPr/>
                    <a:lstStyle/>
                    <a:p>
                      <a:r>
                        <a:rPr lang="en-IN" b="0" dirty="0">
                          <a:highlight>
                            <a:srgbClr val="FFFF00"/>
                          </a:highlight>
                        </a:rPr>
                        <a:t>4</a:t>
                      </a:r>
                    </a:p>
                  </a:txBody>
                  <a:tcPr/>
                </a:tc>
                <a:extLst>
                  <a:ext uri="{0D108BD9-81ED-4DB2-BD59-A6C34878D82A}">
                    <a16:rowId xmlns:a16="http://schemas.microsoft.com/office/drawing/2014/main" val="32497861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627890948"/>
                  </a:ext>
                </a:extLst>
              </a:tr>
            </a:tbl>
          </a:graphicData>
        </a:graphic>
      </p:graphicFrame>
    </p:spTree>
    <p:extLst>
      <p:ext uri="{BB962C8B-B14F-4D97-AF65-F5344CB8AC3E}">
        <p14:creationId xmlns:p14="http://schemas.microsoft.com/office/powerpoint/2010/main" val="121490885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64DC8-68FC-E4C0-711D-2BBAC6EF15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9B3019-98CB-5EB3-7A1A-84A5D1AF1D97}"/>
              </a:ext>
            </a:extLst>
          </p:cNvPr>
          <p:cNvSpPr>
            <a:spLocks noGrp="1"/>
          </p:cNvSpPr>
          <p:nvPr>
            <p:ph type="title"/>
          </p:nvPr>
        </p:nvSpPr>
        <p:spPr/>
        <p:txBody>
          <a:bodyPr/>
          <a:lstStyle/>
          <a:p>
            <a:pPr algn="ctr"/>
            <a:r>
              <a:rPr lang="en-US" b="1" dirty="0"/>
              <a:t>Overall Score &amp; Rank on WC Efficiency </a:t>
            </a:r>
            <a:endParaRPr lang="en-IN" b="1" dirty="0"/>
          </a:p>
        </p:txBody>
      </p:sp>
      <p:graphicFrame>
        <p:nvGraphicFramePr>
          <p:cNvPr id="4" name="Table 4">
            <a:extLst>
              <a:ext uri="{FF2B5EF4-FFF2-40B4-BE49-F238E27FC236}">
                <a16:creationId xmlns:a16="http://schemas.microsoft.com/office/drawing/2014/main" id="{CB007E3F-68FE-6561-EBA0-2DC6B5CABAF3}"/>
              </a:ext>
            </a:extLst>
          </p:cNvPr>
          <p:cNvGraphicFramePr>
            <a:graphicFrameLocks noGrp="1"/>
          </p:cNvGraphicFramePr>
          <p:nvPr>
            <p:ph idx="1"/>
          </p:nvPr>
        </p:nvGraphicFramePr>
        <p:xfrm>
          <a:off x="838200" y="1825625"/>
          <a:ext cx="10515597" cy="2585720"/>
        </p:xfrm>
        <a:graphic>
          <a:graphicData uri="http://schemas.openxmlformats.org/drawingml/2006/table">
            <a:tbl>
              <a:tblPr firstRow="1" bandRow="1">
                <a:tableStyleId>{21E4AEA4-8DFA-4A89-87EB-49C32662AFE0}</a:tableStyleId>
              </a:tblPr>
              <a:tblGrid>
                <a:gridCol w="3505199">
                  <a:extLst>
                    <a:ext uri="{9D8B030D-6E8A-4147-A177-3AD203B41FA5}">
                      <a16:colId xmlns:a16="http://schemas.microsoft.com/office/drawing/2014/main" val="597982494"/>
                    </a:ext>
                  </a:extLst>
                </a:gridCol>
                <a:gridCol w="3505199">
                  <a:extLst>
                    <a:ext uri="{9D8B030D-6E8A-4147-A177-3AD203B41FA5}">
                      <a16:colId xmlns:a16="http://schemas.microsoft.com/office/drawing/2014/main" val="4184826544"/>
                    </a:ext>
                  </a:extLst>
                </a:gridCol>
                <a:gridCol w="3505199">
                  <a:extLst>
                    <a:ext uri="{9D8B030D-6E8A-4147-A177-3AD203B41FA5}">
                      <a16:colId xmlns:a16="http://schemas.microsoft.com/office/drawing/2014/main" val="1217679234"/>
                    </a:ext>
                  </a:extLst>
                </a:gridCol>
              </a:tblGrid>
              <a:tr h="370840">
                <a:tc>
                  <a:txBody>
                    <a:bodyPr/>
                    <a:lstStyle/>
                    <a:p>
                      <a:r>
                        <a:rPr lang="en-US" b="1" dirty="0"/>
                        <a:t>Firm</a:t>
                      </a:r>
                      <a:endParaRPr lang="en-IN" b="1" dirty="0"/>
                    </a:p>
                  </a:txBody>
                  <a:tcPr/>
                </a:tc>
                <a:tc>
                  <a:txBody>
                    <a:bodyPr/>
                    <a:lstStyle/>
                    <a:p>
                      <a:r>
                        <a:rPr lang="en-US" b="1" dirty="0"/>
                        <a:t>Overall </a:t>
                      </a:r>
                      <a:r>
                        <a:rPr lang="en-US" b="1" dirty="0" err="1"/>
                        <a:t>W.Score</a:t>
                      </a:r>
                      <a:r>
                        <a:rPr lang="en-US" b="1" dirty="0"/>
                        <a:t> on WCE</a:t>
                      </a:r>
                      <a:endParaRPr lang="en-IN" b="1" dirty="0"/>
                    </a:p>
                  </a:txBody>
                  <a:tcPr/>
                </a:tc>
                <a:tc>
                  <a:txBody>
                    <a:bodyPr/>
                    <a:lstStyle/>
                    <a:p>
                      <a:r>
                        <a:rPr lang="en-US" b="1" dirty="0"/>
                        <a:t>Overall Rank </a:t>
                      </a:r>
                      <a:endParaRPr lang="en-IN" b="1" dirty="0"/>
                    </a:p>
                  </a:txBody>
                  <a:tcPr/>
                </a:tc>
                <a:extLst>
                  <a:ext uri="{0D108BD9-81ED-4DB2-BD59-A6C34878D82A}">
                    <a16:rowId xmlns:a16="http://schemas.microsoft.com/office/drawing/2014/main" val="2934735824"/>
                  </a:ext>
                </a:extLst>
              </a:tr>
              <a:tr h="324666">
                <a:tc>
                  <a:txBody>
                    <a:bodyPr/>
                    <a:lstStyle/>
                    <a:p>
                      <a:r>
                        <a:rPr lang="en-IN" b="1" dirty="0"/>
                        <a:t>HUL</a:t>
                      </a:r>
                    </a:p>
                  </a:txBody>
                  <a:tcPr/>
                </a:tc>
                <a:tc>
                  <a:txBody>
                    <a:bodyPr/>
                    <a:lstStyle/>
                    <a:p>
                      <a:r>
                        <a:rPr lang="en-IN" b="1" dirty="0"/>
                        <a:t>4.3329</a:t>
                      </a:r>
                    </a:p>
                  </a:txBody>
                  <a:tcPr/>
                </a:tc>
                <a:tc>
                  <a:txBody>
                    <a:bodyPr/>
                    <a:lstStyle/>
                    <a:p>
                      <a:r>
                        <a:rPr lang="en-IN" b="1" dirty="0"/>
                        <a:t>1</a:t>
                      </a:r>
                    </a:p>
                  </a:txBody>
                  <a:tcPr/>
                </a:tc>
                <a:extLst>
                  <a:ext uri="{0D108BD9-81ED-4DB2-BD59-A6C34878D82A}">
                    <a16:rowId xmlns:a16="http://schemas.microsoft.com/office/drawing/2014/main" val="4042535116"/>
                  </a:ext>
                </a:extLst>
              </a:tr>
              <a:tr h="3246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u="none" strike="noStrike" kern="1200" cap="none" spc="0" normalizeH="0" baseline="0" noProof="0" dirty="0">
                          <a:ln>
                            <a:noFill/>
                          </a:ln>
                          <a:solidFill>
                            <a:prstClr val="black"/>
                          </a:solidFill>
                          <a:effectLst/>
                          <a:uLnTx/>
                          <a:uFillTx/>
                        </a:rPr>
                        <a:t>Godrej Consumer Products Ltd </a:t>
                      </a:r>
                      <a:endParaRPr kumimoji="0" lang="en-IN" sz="1800" b="0"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r>
                        <a:rPr lang="en-IN" b="0" dirty="0"/>
                        <a:t>2.6664</a:t>
                      </a:r>
                    </a:p>
                  </a:txBody>
                  <a:tcPr/>
                </a:tc>
                <a:tc>
                  <a:txBody>
                    <a:bodyPr/>
                    <a:lstStyle/>
                    <a:p>
                      <a:r>
                        <a:rPr lang="en-IN" b="0" dirty="0"/>
                        <a:t>3</a:t>
                      </a:r>
                    </a:p>
                  </a:txBody>
                  <a:tcPr/>
                </a:tc>
                <a:extLst>
                  <a:ext uri="{0D108BD9-81ED-4DB2-BD59-A6C34878D82A}">
                    <a16:rowId xmlns:a16="http://schemas.microsoft.com/office/drawing/2014/main" val="3038320600"/>
                  </a:ext>
                </a:extLst>
              </a:tr>
              <a:tr h="370840">
                <a:tc>
                  <a:txBody>
                    <a:bodyPr/>
                    <a:lstStyle/>
                    <a:p>
                      <a:r>
                        <a:rPr lang="en-IN" b="0" dirty="0">
                          <a:highlight>
                            <a:srgbClr val="FFFF00"/>
                          </a:highlight>
                        </a:rPr>
                        <a:t>Marico Ltd</a:t>
                      </a:r>
                    </a:p>
                  </a:txBody>
                  <a:tcPr/>
                </a:tc>
                <a:tc>
                  <a:txBody>
                    <a:bodyPr/>
                    <a:lstStyle/>
                    <a:p>
                      <a:r>
                        <a:rPr lang="en-IN" b="0" dirty="0">
                          <a:highlight>
                            <a:srgbClr val="FFFF00"/>
                          </a:highlight>
                        </a:rPr>
                        <a:t>2.3331</a:t>
                      </a:r>
                    </a:p>
                  </a:txBody>
                  <a:tcPr/>
                </a:tc>
                <a:tc>
                  <a:txBody>
                    <a:bodyPr/>
                    <a:lstStyle/>
                    <a:p>
                      <a:r>
                        <a:rPr lang="en-IN" b="0" dirty="0">
                          <a:highlight>
                            <a:srgbClr val="FFFF00"/>
                          </a:highlight>
                        </a:rPr>
                        <a:t>5</a:t>
                      </a:r>
                    </a:p>
                  </a:txBody>
                  <a:tcPr/>
                </a:tc>
                <a:extLst>
                  <a:ext uri="{0D108BD9-81ED-4DB2-BD59-A6C34878D82A}">
                    <a16:rowId xmlns:a16="http://schemas.microsoft.com/office/drawing/2014/main" val="3368638780"/>
                  </a:ext>
                </a:extLst>
              </a:tr>
              <a:tr h="370840">
                <a:tc>
                  <a:txBody>
                    <a:bodyPr/>
                    <a:lstStyle/>
                    <a:p>
                      <a:r>
                        <a:rPr lang="en-IN" b="0" dirty="0"/>
                        <a:t>Dabur India</a:t>
                      </a:r>
                    </a:p>
                  </a:txBody>
                  <a:tcPr/>
                </a:tc>
                <a:tc>
                  <a:txBody>
                    <a:bodyPr/>
                    <a:lstStyle/>
                    <a:p>
                      <a:r>
                        <a:rPr lang="en-IN" b="0" dirty="0">
                          <a:solidFill>
                            <a:schemeClr val="bg2">
                              <a:lumMod val="10000"/>
                            </a:schemeClr>
                          </a:solidFill>
                        </a:rPr>
                        <a:t>2.9997</a:t>
                      </a:r>
                    </a:p>
                  </a:txBody>
                  <a:tcPr/>
                </a:tc>
                <a:tc>
                  <a:txBody>
                    <a:bodyPr/>
                    <a:lstStyle/>
                    <a:p>
                      <a:r>
                        <a:rPr lang="en-IN" b="0" dirty="0">
                          <a:solidFill>
                            <a:schemeClr val="bg2">
                              <a:lumMod val="10000"/>
                            </a:schemeClr>
                          </a:solidFill>
                        </a:rPr>
                        <a:t>2</a:t>
                      </a:r>
                    </a:p>
                  </a:txBody>
                  <a:tcPr/>
                </a:tc>
                <a:extLst>
                  <a:ext uri="{0D108BD9-81ED-4DB2-BD59-A6C34878D82A}">
                    <a16:rowId xmlns:a16="http://schemas.microsoft.com/office/drawing/2014/main" val="21072189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t>Vishal Mega Mart</a:t>
                      </a:r>
                    </a:p>
                  </a:txBody>
                  <a:tcPr/>
                </a:tc>
                <a:tc>
                  <a:txBody>
                    <a:bodyPr/>
                    <a:lstStyle/>
                    <a:p>
                      <a:r>
                        <a:rPr lang="en-IN" b="0" dirty="0"/>
                        <a:t>2.6664</a:t>
                      </a:r>
                    </a:p>
                  </a:txBody>
                  <a:tcPr/>
                </a:tc>
                <a:tc>
                  <a:txBody>
                    <a:bodyPr/>
                    <a:lstStyle/>
                    <a:p>
                      <a:r>
                        <a:rPr lang="en-IN" b="0" dirty="0"/>
                        <a:t>3</a:t>
                      </a:r>
                    </a:p>
                  </a:txBody>
                  <a:tcPr/>
                </a:tc>
                <a:extLst>
                  <a:ext uri="{0D108BD9-81ED-4DB2-BD59-A6C34878D82A}">
                    <a16:rowId xmlns:a16="http://schemas.microsoft.com/office/drawing/2014/main" val="32497861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627890948"/>
                  </a:ext>
                </a:extLst>
              </a:tr>
            </a:tbl>
          </a:graphicData>
        </a:graphic>
      </p:graphicFrame>
    </p:spTree>
    <p:extLst>
      <p:ext uri="{BB962C8B-B14F-4D97-AF65-F5344CB8AC3E}">
        <p14:creationId xmlns:p14="http://schemas.microsoft.com/office/powerpoint/2010/main" val="165557189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DDD48-250F-11F7-DBAF-8087422698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9D7170-04A1-7AAB-2814-285A38F1F30A}"/>
              </a:ext>
            </a:extLst>
          </p:cNvPr>
          <p:cNvSpPr>
            <a:spLocks noGrp="1"/>
          </p:cNvSpPr>
          <p:nvPr>
            <p:ph type="title"/>
          </p:nvPr>
        </p:nvSpPr>
        <p:spPr/>
        <p:txBody>
          <a:bodyPr/>
          <a:lstStyle/>
          <a:p>
            <a:pPr algn="ctr"/>
            <a:r>
              <a:rPr lang="en-US" b="1" dirty="0"/>
              <a:t>Overall Score &amp; Rank on Liquidity </a:t>
            </a:r>
            <a:endParaRPr lang="en-IN" b="1" dirty="0"/>
          </a:p>
        </p:txBody>
      </p:sp>
      <p:graphicFrame>
        <p:nvGraphicFramePr>
          <p:cNvPr id="4" name="Table 4">
            <a:extLst>
              <a:ext uri="{FF2B5EF4-FFF2-40B4-BE49-F238E27FC236}">
                <a16:creationId xmlns:a16="http://schemas.microsoft.com/office/drawing/2014/main" id="{5874C51F-5F44-8495-1768-338D9EE295FD}"/>
              </a:ext>
            </a:extLst>
          </p:cNvPr>
          <p:cNvGraphicFramePr>
            <a:graphicFrameLocks noGrp="1"/>
          </p:cNvGraphicFramePr>
          <p:nvPr>
            <p:ph idx="1"/>
          </p:nvPr>
        </p:nvGraphicFramePr>
        <p:xfrm>
          <a:off x="838200" y="1825625"/>
          <a:ext cx="10515597" cy="2595880"/>
        </p:xfrm>
        <a:graphic>
          <a:graphicData uri="http://schemas.openxmlformats.org/drawingml/2006/table">
            <a:tbl>
              <a:tblPr firstRow="1" bandRow="1">
                <a:tableStyleId>{F5AB1C69-6EDB-4FF4-983F-18BD219EF322}</a:tableStyleId>
              </a:tblPr>
              <a:tblGrid>
                <a:gridCol w="3505199">
                  <a:extLst>
                    <a:ext uri="{9D8B030D-6E8A-4147-A177-3AD203B41FA5}">
                      <a16:colId xmlns:a16="http://schemas.microsoft.com/office/drawing/2014/main" val="597982494"/>
                    </a:ext>
                  </a:extLst>
                </a:gridCol>
                <a:gridCol w="3505199">
                  <a:extLst>
                    <a:ext uri="{9D8B030D-6E8A-4147-A177-3AD203B41FA5}">
                      <a16:colId xmlns:a16="http://schemas.microsoft.com/office/drawing/2014/main" val="4184826544"/>
                    </a:ext>
                  </a:extLst>
                </a:gridCol>
                <a:gridCol w="3505199">
                  <a:extLst>
                    <a:ext uri="{9D8B030D-6E8A-4147-A177-3AD203B41FA5}">
                      <a16:colId xmlns:a16="http://schemas.microsoft.com/office/drawing/2014/main" val="1217679234"/>
                    </a:ext>
                  </a:extLst>
                </a:gridCol>
              </a:tblGrid>
              <a:tr h="370840">
                <a:tc>
                  <a:txBody>
                    <a:bodyPr/>
                    <a:lstStyle/>
                    <a:p>
                      <a:r>
                        <a:rPr lang="en-US" dirty="0"/>
                        <a:t>Firm</a:t>
                      </a:r>
                      <a:endParaRPr lang="en-IN" dirty="0"/>
                    </a:p>
                  </a:txBody>
                  <a:tcPr/>
                </a:tc>
                <a:tc>
                  <a:txBody>
                    <a:bodyPr/>
                    <a:lstStyle/>
                    <a:p>
                      <a:r>
                        <a:rPr lang="en-US" dirty="0"/>
                        <a:t>Overall </a:t>
                      </a:r>
                      <a:r>
                        <a:rPr lang="en-US" dirty="0" err="1"/>
                        <a:t>W.Score</a:t>
                      </a:r>
                      <a:r>
                        <a:rPr lang="en-US" dirty="0"/>
                        <a:t> on Liquidity</a:t>
                      </a:r>
                      <a:endParaRPr lang="en-IN" dirty="0"/>
                    </a:p>
                  </a:txBody>
                  <a:tcPr/>
                </a:tc>
                <a:tc>
                  <a:txBody>
                    <a:bodyPr/>
                    <a:lstStyle/>
                    <a:p>
                      <a:r>
                        <a:rPr lang="en-US" dirty="0"/>
                        <a:t>Overall Rank </a:t>
                      </a:r>
                      <a:endParaRPr lang="en-IN" dirty="0"/>
                    </a:p>
                  </a:txBody>
                  <a:tcPr/>
                </a:tc>
                <a:extLst>
                  <a:ext uri="{0D108BD9-81ED-4DB2-BD59-A6C34878D82A}">
                    <a16:rowId xmlns:a16="http://schemas.microsoft.com/office/drawing/2014/main" val="2934735824"/>
                  </a:ext>
                </a:extLst>
              </a:tr>
              <a:tr h="370840">
                <a:tc>
                  <a:txBody>
                    <a:bodyPr/>
                    <a:lstStyle/>
                    <a:p>
                      <a:r>
                        <a:rPr lang="en-IN" b="0" dirty="0"/>
                        <a:t>HUL</a:t>
                      </a:r>
                    </a:p>
                  </a:txBody>
                  <a:tcPr/>
                </a:tc>
                <a:tc>
                  <a:txBody>
                    <a:bodyPr/>
                    <a:lstStyle/>
                    <a:p>
                      <a:r>
                        <a:rPr lang="en-IN" b="0" dirty="0"/>
                        <a:t>3.00</a:t>
                      </a:r>
                    </a:p>
                  </a:txBody>
                  <a:tcPr/>
                </a:tc>
                <a:tc>
                  <a:txBody>
                    <a:bodyPr/>
                    <a:lstStyle/>
                    <a:p>
                      <a:r>
                        <a:rPr lang="en-IN" b="0" dirty="0"/>
                        <a:t>3</a:t>
                      </a:r>
                    </a:p>
                  </a:txBody>
                  <a:tcPr/>
                </a:tc>
                <a:extLst>
                  <a:ext uri="{0D108BD9-81ED-4DB2-BD59-A6C34878D82A}">
                    <a16:rowId xmlns:a16="http://schemas.microsoft.com/office/drawing/2014/main" val="404253511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u="none" strike="noStrike" kern="1200" cap="none" spc="0" normalizeH="0" baseline="0" noProof="0" dirty="0">
                          <a:ln>
                            <a:noFill/>
                          </a:ln>
                          <a:solidFill>
                            <a:prstClr val="black"/>
                          </a:solidFill>
                          <a:effectLst/>
                          <a:uLnTx/>
                          <a:uFillTx/>
                        </a:rPr>
                        <a:t>Godrej Consumer Products Ltd </a:t>
                      </a:r>
                      <a:endParaRPr kumimoji="0" lang="en-IN" sz="1800" b="0"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r>
                        <a:rPr lang="en-IN" b="0" dirty="0"/>
                        <a:t>3.50</a:t>
                      </a:r>
                    </a:p>
                  </a:txBody>
                  <a:tcPr/>
                </a:tc>
                <a:tc>
                  <a:txBody>
                    <a:bodyPr/>
                    <a:lstStyle/>
                    <a:p>
                      <a:r>
                        <a:rPr lang="en-IN" b="0" dirty="0"/>
                        <a:t>2</a:t>
                      </a:r>
                    </a:p>
                  </a:txBody>
                  <a:tcPr/>
                </a:tc>
                <a:extLst>
                  <a:ext uri="{0D108BD9-81ED-4DB2-BD59-A6C34878D82A}">
                    <a16:rowId xmlns:a16="http://schemas.microsoft.com/office/drawing/2014/main" val="3951130071"/>
                  </a:ext>
                </a:extLst>
              </a:tr>
              <a:tr h="370840">
                <a:tc>
                  <a:txBody>
                    <a:bodyPr/>
                    <a:lstStyle/>
                    <a:p>
                      <a:r>
                        <a:rPr lang="en-IN" b="1" dirty="0"/>
                        <a:t>Marico Ltd</a:t>
                      </a:r>
                    </a:p>
                  </a:txBody>
                  <a:tcPr/>
                </a:tc>
                <a:tc>
                  <a:txBody>
                    <a:bodyPr/>
                    <a:lstStyle/>
                    <a:p>
                      <a:r>
                        <a:rPr lang="en-IN" b="1" dirty="0">
                          <a:solidFill>
                            <a:srgbClr val="616161"/>
                          </a:solidFill>
                        </a:rPr>
                        <a:t>4.50</a:t>
                      </a:r>
                    </a:p>
                  </a:txBody>
                  <a:tcPr/>
                </a:tc>
                <a:tc>
                  <a:txBody>
                    <a:bodyPr/>
                    <a:lstStyle/>
                    <a:p>
                      <a:r>
                        <a:rPr lang="en-IN" b="1" dirty="0">
                          <a:solidFill>
                            <a:srgbClr val="616161"/>
                          </a:solidFill>
                        </a:rPr>
                        <a:t>1</a:t>
                      </a:r>
                    </a:p>
                  </a:txBody>
                  <a:tcPr/>
                </a:tc>
                <a:extLst>
                  <a:ext uri="{0D108BD9-81ED-4DB2-BD59-A6C34878D82A}">
                    <a16:rowId xmlns:a16="http://schemas.microsoft.com/office/drawing/2014/main" val="3368638780"/>
                  </a:ext>
                </a:extLst>
              </a:tr>
              <a:tr h="370840">
                <a:tc>
                  <a:txBody>
                    <a:bodyPr/>
                    <a:lstStyle/>
                    <a:p>
                      <a:r>
                        <a:rPr lang="en-IN" b="0" dirty="0"/>
                        <a:t>Dabur India</a:t>
                      </a:r>
                    </a:p>
                  </a:txBody>
                  <a:tcPr/>
                </a:tc>
                <a:tc>
                  <a:txBody>
                    <a:bodyPr/>
                    <a:lstStyle/>
                    <a:p>
                      <a:r>
                        <a:rPr lang="en-IN" b="0" dirty="0"/>
                        <a:t>3.00</a:t>
                      </a:r>
                    </a:p>
                  </a:txBody>
                  <a:tcPr/>
                </a:tc>
                <a:tc>
                  <a:txBody>
                    <a:bodyPr/>
                    <a:lstStyle/>
                    <a:p>
                      <a:r>
                        <a:rPr lang="en-IN" b="0" dirty="0"/>
                        <a:t>3</a:t>
                      </a:r>
                    </a:p>
                  </a:txBody>
                  <a:tcPr/>
                </a:tc>
                <a:extLst>
                  <a:ext uri="{0D108BD9-81ED-4DB2-BD59-A6C34878D82A}">
                    <a16:rowId xmlns:a16="http://schemas.microsoft.com/office/drawing/2014/main" val="21072189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highlight>
                            <a:srgbClr val="FFFF00"/>
                          </a:highlight>
                        </a:rPr>
                        <a:t>Vishal Mega Mart</a:t>
                      </a:r>
                    </a:p>
                  </a:txBody>
                  <a:tcPr/>
                </a:tc>
                <a:tc>
                  <a:txBody>
                    <a:bodyPr/>
                    <a:lstStyle/>
                    <a:p>
                      <a:r>
                        <a:rPr lang="en-IN" b="0" dirty="0">
                          <a:highlight>
                            <a:srgbClr val="FFFF00"/>
                          </a:highlight>
                        </a:rPr>
                        <a:t>1.00</a:t>
                      </a:r>
                    </a:p>
                  </a:txBody>
                  <a:tcPr/>
                </a:tc>
                <a:tc>
                  <a:txBody>
                    <a:bodyPr/>
                    <a:lstStyle/>
                    <a:p>
                      <a:r>
                        <a:rPr lang="en-IN" b="0" dirty="0">
                          <a:highlight>
                            <a:srgbClr val="FFFF00"/>
                          </a:highlight>
                        </a:rPr>
                        <a:t>5</a:t>
                      </a:r>
                    </a:p>
                  </a:txBody>
                  <a:tcPr/>
                </a:tc>
                <a:extLst>
                  <a:ext uri="{0D108BD9-81ED-4DB2-BD59-A6C34878D82A}">
                    <a16:rowId xmlns:a16="http://schemas.microsoft.com/office/drawing/2014/main" val="32497861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627890948"/>
                  </a:ext>
                </a:extLst>
              </a:tr>
            </a:tbl>
          </a:graphicData>
        </a:graphic>
      </p:graphicFrame>
    </p:spTree>
    <p:extLst>
      <p:ext uri="{BB962C8B-B14F-4D97-AF65-F5344CB8AC3E}">
        <p14:creationId xmlns:p14="http://schemas.microsoft.com/office/powerpoint/2010/main" val="54880260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A859F-74D0-5232-27DC-F3C0FF8B08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5CBEC3-C7A4-8AF1-5B86-1CA138836A0C}"/>
              </a:ext>
            </a:extLst>
          </p:cNvPr>
          <p:cNvSpPr>
            <a:spLocks noGrp="1"/>
          </p:cNvSpPr>
          <p:nvPr>
            <p:ph type="title"/>
          </p:nvPr>
        </p:nvSpPr>
        <p:spPr/>
        <p:txBody>
          <a:bodyPr/>
          <a:lstStyle/>
          <a:p>
            <a:pPr algn="ctr"/>
            <a:r>
              <a:rPr lang="en-US" b="1" dirty="0"/>
              <a:t>Overall Score &amp; Rank on Solvency </a:t>
            </a:r>
            <a:endParaRPr lang="en-IN" b="1" dirty="0"/>
          </a:p>
        </p:txBody>
      </p:sp>
      <p:graphicFrame>
        <p:nvGraphicFramePr>
          <p:cNvPr id="4" name="Table 4">
            <a:extLst>
              <a:ext uri="{FF2B5EF4-FFF2-40B4-BE49-F238E27FC236}">
                <a16:creationId xmlns:a16="http://schemas.microsoft.com/office/drawing/2014/main" id="{5612E2B3-3825-96D0-D73B-7434D720E06E}"/>
              </a:ext>
            </a:extLst>
          </p:cNvPr>
          <p:cNvGraphicFramePr>
            <a:graphicFrameLocks noGrp="1"/>
          </p:cNvGraphicFramePr>
          <p:nvPr>
            <p:ph idx="1"/>
          </p:nvPr>
        </p:nvGraphicFramePr>
        <p:xfrm>
          <a:off x="838200" y="1825625"/>
          <a:ext cx="10515597" cy="2595880"/>
        </p:xfrm>
        <a:graphic>
          <a:graphicData uri="http://schemas.openxmlformats.org/drawingml/2006/table">
            <a:tbl>
              <a:tblPr firstRow="1" bandRow="1">
                <a:tableStyleId>{00A15C55-8517-42AA-B614-E9B94910E393}</a:tableStyleId>
              </a:tblPr>
              <a:tblGrid>
                <a:gridCol w="3505199">
                  <a:extLst>
                    <a:ext uri="{9D8B030D-6E8A-4147-A177-3AD203B41FA5}">
                      <a16:colId xmlns:a16="http://schemas.microsoft.com/office/drawing/2014/main" val="597982494"/>
                    </a:ext>
                  </a:extLst>
                </a:gridCol>
                <a:gridCol w="3505199">
                  <a:extLst>
                    <a:ext uri="{9D8B030D-6E8A-4147-A177-3AD203B41FA5}">
                      <a16:colId xmlns:a16="http://schemas.microsoft.com/office/drawing/2014/main" val="4184826544"/>
                    </a:ext>
                  </a:extLst>
                </a:gridCol>
                <a:gridCol w="3505199">
                  <a:extLst>
                    <a:ext uri="{9D8B030D-6E8A-4147-A177-3AD203B41FA5}">
                      <a16:colId xmlns:a16="http://schemas.microsoft.com/office/drawing/2014/main" val="1217679234"/>
                    </a:ext>
                  </a:extLst>
                </a:gridCol>
              </a:tblGrid>
              <a:tr h="370840">
                <a:tc>
                  <a:txBody>
                    <a:bodyPr/>
                    <a:lstStyle/>
                    <a:p>
                      <a:r>
                        <a:rPr lang="en-US" dirty="0"/>
                        <a:t>Firm</a:t>
                      </a:r>
                      <a:endParaRPr lang="en-IN" dirty="0"/>
                    </a:p>
                  </a:txBody>
                  <a:tcPr/>
                </a:tc>
                <a:tc>
                  <a:txBody>
                    <a:bodyPr/>
                    <a:lstStyle/>
                    <a:p>
                      <a:r>
                        <a:rPr lang="en-US" dirty="0"/>
                        <a:t>Overall </a:t>
                      </a:r>
                      <a:r>
                        <a:rPr lang="en-US" dirty="0" err="1"/>
                        <a:t>W.Score</a:t>
                      </a:r>
                      <a:r>
                        <a:rPr lang="en-US" dirty="0"/>
                        <a:t> on Solvency</a:t>
                      </a:r>
                      <a:endParaRPr lang="en-IN" dirty="0"/>
                    </a:p>
                  </a:txBody>
                  <a:tcPr/>
                </a:tc>
                <a:tc>
                  <a:txBody>
                    <a:bodyPr/>
                    <a:lstStyle/>
                    <a:p>
                      <a:r>
                        <a:rPr lang="en-US" dirty="0"/>
                        <a:t>Overall Rank </a:t>
                      </a:r>
                      <a:endParaRPr lang="en-IN" dirty="0"/>
                    </a:p>
                  </a:txBody>
                  <a:tcPr/>
                </a:tc>
                <a:extLst>
                  <a:ext uri="{0D108BD9-81ED-4DB2-BD59-A6C34878D82A}">
                    <a16:rowId xmlns:a16="http://schemas.microsoft.com/office/drawing/2014/main" val="2934735824"/>
                  </a:ext>
                </a:extLst>
              </a:tr>
              <a:tr h="370840">
                <a:tc>
                  <a:txBody>
                    <a:bodyPr/>
                    <a:lstStyle/>
                    <a:p>
                      <a:r>
                        <a:rPr lang="en-IN" b="0" dirty="0"/>
                        <a:t>HUL</a:t>
                      </a:r>
                    </a:p>
                  </a:txBody>
                  <a:tcPr/>
                </a:tc>
                <a:tc>
                  <a:txBody>
                    <a:bodyPr/>
                    <a:lstStyle/>
                    <a:p>
                      <a:r>
                        <a:rPr lang="en-IN" b="0" dirty="0"/>
                        <a:t>3.5700</a:t>
                      </a:r>
                    </a:p>
                  </a:txBody>
                  <a:tcPr/>
                </a:tc>
                <a:tc>
                  <a:txBody>
                    <a:bodyPr/>
                    <a:lstStyle/>
                    <a:p>
                      <a:r>
                        <a:rPr lang="en-IN" b="0" dirty="0"/>
                        <a:t>2</a:t>
                      </a:r>
                    </a:p>
                  </a:txBody>
                  <a:tcPr/>
                </a:tc>
                <a:extLst>
                  <a:ext uri="{0D108BD9-81ED-4DB2-BD59-A6C34878D82A}">
                    <a16:rowId xmlns:a16="http://schemas.microsoft.com/office/drawing/2014/main" val="404253511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u="none" strike="noStrike" kern="1200" cap="none" spc="0" normalizeH="0" baseline="0" noProof="0" dirty="0">
                          <a:ln>
                            <a:noFill/>
                          </a:ln>
                          <a:solidFill>
                            <a:prstClr val="black"/>
                          </a:solidFill>
                          <a:effectLst/>
                          <a:highlight>
                            <a:srgbClr val="FFFF00"/>
                          </a:highlight>
                          <a:uLnTx/>
                          <a:uFillTx/>
                        </a:rPr>
                        <a:t>Godrej Consumer Products Ltd </a:t>
                      </a:r>
                      <a:endParaRPr kumimoji="0" lang="en-IN" sz="1800" b="0" i="0" u="none" strike="noStrike" kern="1200" cap="none" spc="0" normalizeH="0" baseline="0" noProof="0" dirty="0">
                        <a:ln>
                          <a:noFill/>
                        </a:ln>
                        <a:solidFill>
                          <a:prstClr val="black"/>
                        </a:solidFill>
                        <a:effectLst/>
                        <a:highlight>
                          <a:srgbClr val="FFFF00"/>
                        </a:highlight>
                        <a:uLnTx/>
                        <a:uFillTx/>
                        <a:latin typeface="+mn-lt"/>
                        <a:ea typeface="+mn-ea"/>
                        <a:cs typeface="+mn-cs"/>
                      </a:endParaRPr>
                    </a:p>
                  </a:txBody>
                  <a:tcPr/>
                </a:tc>
                <a:tc>
                  <a:txBody>
                    <a:bodyPr/>
                    <a:lstStyle/>
                    <a:p>
                      <a:r>
                        <a:rPr lang="en-IN" b="0" dirty="0">
                          <a:highlight>
                            <a:srgbClr val="FFFF00"/>
                          </a:highlight>
                        </a:rPr>
                        <a:t>1.7136</a:t>
                      </a:r>
                    </a:p>
                  </a:txBody>
                  <a:tcPr/>
                </a:tc>
                <a:tc>
                  <a:txBody>
                    <a:bodyPr/>
                    <a:lstStyle/>
                    <a:p>
                      <a:r>
                        <a:rPr lang="en-IN" b="0" dirty="0">
                          <a:highlight>
                            <a:srgbClr val="FFFF00"/>
                          </a:highlight>
                        </a:rPr>
                        <a:t>5</a:t>
                      </a:r>
                    </a:p>
                  </a:txBody>
                  <a:tcPr/>
                </a:tc>
                <a:extLst>
                  <a:ext uri="{0D108BD9-81ED-4DB2-BD59-A6C34878D82A}">
                    <a16:rowId xmlns:a16="http://schemas.microsoft.com/office/drawing/2014/main" val="2729039592"/>
                  </a:ext>
                </a:extLst>
              </a:tr>
              <a:tr h="370840">
                <a:tc>
                  <a:txBody>
                    <a:bodyPr/>
                    <a:lstStyle/>
                    <a:p>
                      <a:r>
                        <a:rPr lang="en-IN" b="1" dirty="0"/>
                        <a:t>Marico Ltd</a:t>
                      </a:r>
                    </a:p>
                  </a:txBody>
                  <a:tcPr/>
                </a:tc>
                <a:tc>
                  <a:txBody>
                    <a:bodyPr/>
                    <a:lstStyle/>
                    <a:p>
                      <a:r>
                        <a:rPr lang="en-IN" b="1" dirty="0"/>
                        <a:t>3.8556</a:t>
                      </a:r>
                    </a:p>
                  </a:txBody>
                  <a:tcPr/>
                </a:tc>
                <a:tc>
                  <a:txBody>
                    <a:bodyPr/>
                    <a:lstStyle/>
                    <a:p>
                      <a:r>
                        <a:rPr lang="en-IN" b="1" dirty="0">
                          <a:solidFill>
                            <a:schemeClr val="bg2">
                              <a:lumMod val="10000"/>
                            </a:schemeClr>
                          </a:solidFill>
                        </a:rPr>
                        <a:t>1</a:t>
                      </a:r>
                    </a:p>
                  </a:txBody>
                  <a:tcPr/>
                </a:tc>
                <a:extLst>
                  <a:ext uri="{0D108BD9-81ED-4DB2-BD59-A6C34878D82A}">
                    <a16:rowId xmlns:a16="http://schemas.microsoft.com/office/drawing/2014/main" val="3368638780"/>
                  </a:ext>
                </a:extLst>
              </a:tr>
              <a:tr h="370840">
                <a:tc>
                  <a:txBody>
                    <a:bodyPr/>
                    <a:lstStyle/>
                    <a:p>
                      <a:r>
                        <a:rPr lang="en-IN" b="0" dirty="0"/>
                        <a:t>Dabur India</a:t>
                      </a:r>
                    </a:p>
                  </a:txBody>
                  <a:tcPr/>
                </a:tc>
                <a:tc>
                  <a:txBody>
                    <a:bodyPr/>
                    <a:lstStyle/>
                    <a:p>
                      <a:r>
                        <a:rPr lang="en-IN" b="0" dirty="0"/>
                        <a:t>2.9988</a:t>
                      </a:r>
                    </a:p>
                  </a:txBody>
                  <a:tcPr/>
                </a:tc>
                <a:tc>
                  <a:txBody>
                    <a:bodyPr/>
                    <a:lstStyle/>
                    <a:p>
                      <a:r>
                        <a:rPr lang="en-IN" b="0" dirty="0"/>
                        <a:t>3</a:t>
                      </a:r>
                    </a:p>
                  </a:txBody>
                  <a:tcPr/>
                </a:tc>
                <a:extLst>
                  <a:ext uri="{0D108BD9-81ED-4DB2-BD59-A6C34878D82A}">
                    <a16:rowId xmlns:a16="http://schemas.microsoft.com/office/drawing/2014/main" val="21072189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t>Vishal Mega Mart</a:t>
                      </a:r>
                    </a:p>
                  </a:txBody>
                  <a:tcPr/>
                </a:tc>
                <a:tc>
                  <a:txBody>
                    <a:bodyPr/>
                    <a:lstStyle/>
                    <a:p>
                      <a:r>
                        <a:rPr lang="en-IN" b="0" dirty="0"/>
                        <a:t>2.8560</a:t>
                      </a:r>
                    </a:p>
                  </a:txBody>
                  <a:tcPr/>
                </a:tc>
                <a:tc>
                  <a:txBody>
                    <a:bodyPr/>
                    <a:lstStyle/>
                    <a:p>
                      <a:r>
                        <a:rPr lang="en-IN" b="0" dirty="0"/>
                        <a:t>4</a:t>
                      </a:r>
                    </a:p>
                  </a:txBody>
                  <a:tcPr/>
                </a:tc>
                <a:extLst>
                  <a:ext uri="{0D108BD9-81ED-4DB2-BD59-A6C34878D82A}">
                    <a16:rowId xmlns:a16="http://schemas.microsoft.com/office/drawing/2014/main" val="32497861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0" dirty="0"/>
                    </a:p>
                  </a:txBody>
                  <a:tcPr/>
                </a:tc>
                <a:tc>
                  <a:txBody>
                    <a:bodyPr/>
                    <a:lstStyle/>
                    <a:p>
                      <a:endParaRPr lang="en-IN" b="0" dirty="0"/>
                    </a:p>
                  </a:txBody>
                  <a:tcPr/>
                </a:tc>
                <a:extLst>
                  <a:ext uri="{0D108BD9-81ED-4DB2-BD59-A6C34878D82A}">
                    <a16:rowId xmlns:a16="http://schemas.microsoft.com/office/drawing/2014/main" val="627890948"/>
                  </a:ext>
                </a:extLst>
              </a:tr>
            </a:tbl>
          </a:graphicData>
        </a:graphic>
      </p:graphicFrame>
    </p:spTree>
    <p:extLst>
      <p:ext uri="{BB962C8B-B14F-4D97-AF65-F5344CB8AC3E}">
        <p14:creationId xmlns:p14="http://schemas.microsoft.com/office/powerpoint/2010/main" val="17228421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AAA9A-758C-7916-AF75-A0E6BDDCAD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F7F5D6-0ACA-F87E-1FAF-F70D2CDA5BE8}"/>
              </a:ext>
            </a:extLst>
          </p:cNvPr>
          <p:cNvSpPr>
            <a:spLocks noGrp="1"/>
          </p:cNvSpPr>
          <p:nvPr>
            <p:ph type="title"/>
          </p:nvPr>
        </p:nvSpPr>
        <p:spPr/>
        <p:txBody>
          <a:bodyPr/>
          <a:lstStyle/>
          <a:p>
            <a:pPr algn="ctr"/>
            <a:r>
              <a:rPr lang="en-US" b="1" dirty="0"/>
              <a:t>Overall Score &amp; Rank on CF </a:t>
            </a:r>
            <a:r>
              <a:rPr lang="en-US" b="1" dirty="0" err="1"/>
              <a:t>Mgmt</a:t>
            </a:r>
            <a:r>
              <a:rPr lang="en-US" b="1" dirty="0"/>
              <a:t> </a:t>
            </a:r>
            <a:endParaRPr lang="en-IN" b="1" dirty="0"/>
          </a:p>
        </p:txBody>
      </p:sp>
      <p:graphicFrame>
        <p:nvGraphicFramePr>
          <p:cNvPr id="4" name="Table 4">
            <a:extLst>
              <a:ext uri="{FF2B5EF4-FFF2-40B4-BE49-F238E27FC236}">
                <a16:creationId xmlns:a16="http://schemas.microsoft.com/office/drawing/2014/main" id="{32184D37-443B-AB97-88AD-D8E3EAE790FC}"/>
              </a:ext>
            </a:extLst>
          </p:cNvPr>
          <p:cNvGraphicFramePr>
            <a:graphicFrameLocks noGrp="1"/>
          </p:cNvGraphicFramePr>
          <p:nvPr>
            <p:ph idx="1"/>
          </p:nvPr>
        </p:nvGraphicFramePr>
        <p:xfrm>
          <a:off x="838200" y="1825625"/>
          <a:ext cx="10515597" cy="2595880"/>
        </p:xfrm>
        <a:graphic>
          <a:graphicData uri="http://schemas.openxmlformats.org/drawingml/2006/table">
            <a:tbl>
              <a:tblPr firstRow="1" bandRow="1">
                <a:tableStyleId>{7DF18680-E054-41AD-8BC1-D1AEF772440D}</a:tableStyleId>
              </a:tblPr>
              <a:tblGrid>
                <a:gridCol w="3505199">
                  <a:extLst>
                    <a:ext uri="{9D8B030D-6E8A-4147-A177-3AD203B41FA5}">
                      <a16:colId xmlns:a16="http://schemas.microsoft.com/office/drawing/2014/main" val="597982494"/>
                    </a:ext>
                  </a:extLst>
                </a:gridCol>
                <a:gridCol w="3505199">
                  <a:extLst>
                    <a:ext uri="{9D8B030D-6E8A-4147-A177-3AD203B41FA5}">
                      <a16:colId xmlns:a16="http://schemas.microsoft.com/office/drawing/2014/main" val="4184826544"/>
                    </a:ext>
                  </a:extLst>
                </a:gridCol>
                <a:gridCol w="3505199">
                  <a:extLst>
                    <a:ext uri="{9D8B030D-6E8A-4147-A177-3AD203B41FA5}">
                      <a16:colId xmlns:a16="http://schemas.microsoft.com/office/drawing/2014/main" val="1217679234"/>
                    </a:ext>
                  </a:extLst>
                </a:gridCol>
              </a:tblGrid>
              <a:tr h="370840">
                <a:tc>
                  <a:txBody>
                    <a:bodyPr/>
                    <a:lstStyle/>
                    <a:p>
                      <a:r>
                        <a:rPr lang="en-US" b="1" dirty="0"/>
                        <a:t>Firm</a:t>
                      </a:r>
                      <a:endParaRPr lang="en-IN" b="1" dirty="0"/>
                    </a:p>
                  </a:txBody>
                  <a:tcPr/>
                </a:tc>
                <a:tc>
                  <a:txBody>
                    <a:bodyPr/>
                    <a:lstStyle/>
                    <a:p>
                      <a:r>
                        <a:rPr lang="en-US" b="1" dirty="0"/>
                        <a:t>Overall </a:t>
                      </a:r>
                      <a:r>
                        <a:rPr lang="en-US" b="1" dirty="0" err="1"/>
                        <a:t>W.Score</a:t>
                      </a:r>
                      <a:r>
                        <a:rPr lang="en-US" b="1" dirty="0"/>
                        <a:t> on CF </a:t>
                      </a:r>
                      <a:r>
                        <a:rPr lang="en-US" b="1" dirty="0" err="1"/>
                        <a:t>mgmt</a:t>
                      </a:r>
                      <a:endParaRPr lang="en-IN" b="1" dirty="0"/>
                    </a:p>
                  </a:txBody>
                  <a:tcPr/>
                </a:tc>
                <a:tc>
                  <a:txBody>
                    <a:bodyPr/>
                    <a:lstStyle/>
                    <a:p>
                      <a:r>
                        <a:rPr lang="en-US" b="1" dirty="0"/>
                        <a:t>Overall Rank </a:t>
                      </a:r>
                      <a:endParaRPr lang="en-IN" b="1" dirty="0"/>
                    </a:p>
                  </a:txBody>
                  <a:tcPr/>
                </a:tc>
                <a:extLst>
                  <a:ext uri="{0D108BD9-81ED-4DB2-BD59-A6C34878D82A}">
                    <a16:rowId xmlns:a16="http://schemas.microsoft.com/office/drawing/2014/main" val="2934735824"/>
                  </a:ext>
                </a:extLst>
              </a:tr>
              <a:tr h="370840">
                <a:tc>
                  <a:txBody>
                    <a:bodyPr/>
                    <a:lstStyle/>
                    <a:p>
                      <a:r>
                        <a:rPr lang="en-IN" b="0" dirty="0"/>
                        <a:t>HUL</a:t>
                      </a:r>
                    </a:p>
                  </a:txBody>
                  <a:tcPr/>
                </a:tc>
                <a:tc>
                  <a:txBody>
                    <a:bodyPr/>
                    <a:lstStyle/>
                    <a:p>
                      <a:r>
                        <a:rPr lang="en-IN" b="1" dirty="0"/>
                        <a:t>3.75</a:t>
                      </a:r>
                    </a:p>
                  </a:txBody>
                  <a:tcPr/>
                </a:tc>
                <a:tc>
                  <a:txBody>
                    <a:bodyPr/>
                    <a:lstStyle/>
                    <a:p>
                      <a:r>
                        <a:rPr lang="en-IN" b="0" dirty="0"/>
                        <a:t>1</a:t>
                      </a:r>
                    </a:p>
                  </a:txBody>
                  <a:tcPr/>
                </a:tc>
                <a:extLst>
                  <a:ext uri="{0D108BD9-81ED-4DB2-BD59-A6C34878D82A}">
                    <a16:rowId xmlns:a16="http://schemas.microsoft.com/office/drawing/2014/main" val="404253511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u="none" strike="noStrike" kern="1200" cap="none" spc="0" normalizeH="0" baseline="0" noProof="0" dirty="0">
                          <a:ln>
                            <a:noFill/>
                          </a:ln>
                          <a:solidFill>
                            <a:prstClr val="black"/>
                          </a:solidFill>
                          <a:effectLst/>
                          <a:highlight>
                            <a:srgbClr val="FFFF00"/>
                          </a:highlight>
                          <a:uLnTx/>
                          <a:uFillTx/>
                        </a:rPr>
                        <a:t>Godrej Consumer Products Ltd </a:t>
                      </a:r>
                      <a:endParaRPr kumimoji="0" lang="en-IN" sz="1800" b="0" i="0" u="none" strike="noStrike" kern="1200" cap="none" spc="0" normalizeH="0" baseline="0" noProof="0" dirty="0">
                        <a:ln>
                          <a:noFill/>
                        </a:ln>
                        <a:solidFill>
                          <a:prstClr val="black"/>
                        </a:solidFill>
                        <a:effectLst/>
                        <a:highlight>
                          <a:srgbClr val="FFFF00"/>
                        </a:highlight>
                        <a:uLnTx/>
                        <a:uFillTx/>
                        <a:latin typeface="+mn-lt"/>
                        <a:ea typeface="+mn-ea"/>
                        <a:cs typeface="+mn-cs"/>
                      </a:endParaRPr>
                    </a:p>
                  </a:txBody>
                  <a:tcPr/>
                </a:tc>
                <a:tc>
                  <a:txBody>
                    <a:bodyPr/>
                    <a:lstStyle/>
                    <a:p>
                      <a:r>
                        <a:rPr lang="en-IN" b="0" dirty="0">
                          <a:highlight>
                            <a:srgbClr val="FFFF00"/>
                          </a:highlight>
                        </a:rPr>
                        <a:t>2.00</a:t>
                      </a:r>
                    </a:p>
                  </a:txBody>
                  <a:tcPr/>
                </a:tc>
                <a:tc>
                  <a:txBody>
                    <a:bodyPr/>
                    <a:lstStyle/>
                    <a:p>
                      <a:r>
                        <a:rPr lang="en-IN" b="0" dirty="0">
                          <a:highlight>
                            <a:srgbClr val="FFFF00"/>
                          </a:highlight>
                        </a:rPr>
                        <a:t>5</a:t>
                      </a:r>
                    </a:p>
                  </a:txBody>
                  <a:tcPr/>
                </a:tc>
                <a:extLst>
                  <a:ext uri="{0D108BD9-81ED-4DB2-BD59-A6C34878D82A}">
                    <a16:rowId xmlns:a16="http://schemas.microsoft.com/office/drawing/2014/main" val="1124146179"/>
                  </a:ext>
                </a:extLst>
              </a:tr>
              <a:tr h="370840">
                <a:tc>
                  <a:txBody>
                    <a:bodyPr/>
                    <a:lstStyle/>
                    <a:p>
                      <a:r>
                        <a:rPr lang="en-IN" b="0" dirty="0"/>
                        <a:t>Marico Ltd</a:t>
                      </a:r>
                    </a:p>
                  </a:txBody>
                  <a:tcPr/>
                </a:tc>
                <a:tc>
                  <a:txBody>
                    <a:bodyPr/>
                    <a:lstStyle/>
                    <a:p>
                      <a:r>
                        <a:rPr lang="en-IN" b="0" dirty="0">
                          <a:solidFill>
                            <a:schemeClr val="bg2">
                              <a:lumMod val="10000"/>
                            </a:schemeClr>
                          </a:solidFill>
                        </a:rPr>
                        <a:t>3.00</a:t>
                      </a:r>
                    </a:p>
                  </a:txBody>
                  <a:tcPr/>
                </a:tc>
                <a:tc>
                  <a:txBody>
                    <a:bodyPr/>
                    <a:lstStyle/>
                    <a:p>
                      <a:r>
                        <a:rPr lang="en-IN" b="0" dirty="0">
                          <a:solidFill>
                            <a:schemeClr val="bg2">
                              <a:lumMod val="10000"/>
                            </a:schemeClr>
                          </a:solidFill>
                        </a:rPr>
                        <a:t>3</a:t>
                      </a:r>
                    </a:p>
                  </a:txBody>
                  <a:tcPr/>
                </a:tc>
                <a:extLst>
                  <a:ext uri="{0D108BD9-81ED-4DB2-BD59-A6C34878D82A}">
                    <a16:rowId xmlns:a16="http://schemas.microsoft.com/office/drawing/2014/main" val="3368638780"/>
                  </a:ext>
                </a:extLst>
              </a:tr>
              <a:tr h="370840">
                <a:tc>
                  <a:txBody>
                    <a:bodyPr/>
                    <a:lstStyle/>
                    <a:p>
                      <a:r>
                        <a:rPr lang="en-IN" b="0" dirty="0"/>
                        <a:t>Dabur India</a:t>
                      </a:r>
                    </a:p>
                  </a:txBody>
                  <a:tcPr/>
                </a:tc>
                <a:tc>
                  <a:txBody>
                    <a:bodyPr/>
                    <a:lstStyle/>
                    <a:p>
                      <a:r>
                        <a:rPr lang="en-IN" b="0" dirty="0"/>
                        <a:t>2.50</a:t>
                      </a:r>
                    </a:p>
                  </a:txBody>
                  <a:tcPr/>
                </a:tc>
                <a:tc>
                  <a:txBody>
                    <a:bodyPr/>
                    <a:lstStyle/>
                    <a:p>
                      <a:r>
                        <a:rPr lang="en-IN" b="0" dirty="0"/>
                        <a:t>4</a:t>
                      </a:r>
                    </a:p>
                  </a:txBody>
                  <a:tcPr/>
                </a:tc>
                <a:extLst>
                  <a:ext uri="{0D108BD9-81ED-4DB2-BD59-A6C34878D82A}">
                    <a16:rowId xmlns:a16="http://schemas.microsoft.com/office/drawing/2014/main" val="21072189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Vishal Mega Mart</a:t>
                      </a:r>
                    </a:p>
                  </a:txBody>
                  <a:tcPr/>
                </a:tc>
                <a:tc>
                  <a:txBody>
                    <a:bodyPr/>
                    <a:lstStyle/>
                    <a:p>
                      <a:r>
                        <a:rPr lang="en-IN" b="1" dirty="0"/>
                        <a:t>3.75</a:t>
                      </a:r>
                    </a:p>
                  </a:txBody>
                  <a:tcPr/>
                </a:tc>
                <a:tc>
                  <a:txBody>
                    <a:bodyPr/>
                    <a:lstStyle/>
                    <a:p>
                      <a:r>
                        <a:rPr lang="en-IN" b="1" dirty="0"/>
                        <a:t>1</a:t>
                      </a:r>
                    </a:p>
                  </a:txBody>
                  <a:tcPr/>
                </a:tc>
                <a:extLst>
                  <a:ext uri="{0D108BD9-81ED-4DB2-BD59-A6C34878D82A}">
                    <a16:rowId xmlns:a16="http://schemas.microsoft.com/office/drawing/2014/main" val="32497861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0" dirty="0"/>
                    </a:p>
                  </a:txBody>
                  <a:tcPr/>
                </a:tc>
                <a:tc>
                  <a:txBody>
                    <a:bodyPr/>
                    <a:lstStyle/>
                    <a:p>
                      <a:endParaRPr lang="en-IN" b="1" dirty="0"/>
                    </a:p>
                  </a:txBody>
                  <a:tcPr/>
                </a:tc>
                <a:extLst>
                  <a:ext uri="{0D108BD9-81ED-4DB2-BD59-A6C34878D82A}">
                    <a16:rowId xmlns:a16="http://schemas.microsoft.com/office/drawing/2014/main" val="627890948"/>
                  </a:ext>
                </a:extLst>
              </a:tr>
            </a:tbl>
          </a:graphicData>
        </a:graphic>
      </p:graphicFrame>
    </p:spTree>
    <p:extLst>
      <p:ext uri="{BB962C8B-B14F-4D97-AF65-F5344CB8AC3E}">
        <p14:creationId xmlns:p14="http://schemas.microsoft.com/office/powerpoint/2010/main" val="175593986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049E1-44F7-88A6-D6C9-4B0CC0A53A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D700C4-EA78-0FBD-E693-155D8A9205B9}"/>
              </a:ext>
            </a:extLst>
          </p:cNvPr>
          <p:cNvSpPr>
            <a:spLocks noGrp="1"/>
          </p:cNvSpPr>
          <p:nvPr>
            <p:ph type="title"/>
          </p:nvPr>
        </p:nvSpPr>
        <p:spPr/>
        <p:txBody>
          <a:bodyPr/>
          <a:lstStyle/>
          <a:p>
            <a:pPr algn="ctr"/>
            <a:r>
              <a:rPr lang="en-US" b="1" dirty="0"/>
              <a:t>Overall Score &amp; Rank on Leverage </a:t>
            </a:r>
            <a:endParaRPr lang="en-IN" b="1" dirty="0"/>
          </a:p>
        </p:txBody>
      </p:sp>
      <p:graphicFrame>
        <p:nvGraphicFramePr>
          <p:cNvPr id="4" name="Table 4">
            <a:extLst>
              <a:ext uri="{FF2B5EF4-FFF2-40B4-BE49-F238E27FC236}">
                <a16:creationId xmlns:a16="http://schemas.microsoft.com/office/drawing/2014/main" id="{24E2BDAF-5533-37A8-634F-5E9D128F2CF2}"/>
              </a:ext>
            </a:extLst>
          </p:cNvPr>
          <p:cNvGraphicFramePr>
            <a:graphicFrameLocks noGrp="1"/>
          </p:cNvGraphicFramePr>
          <p:nvPr>
            <p:ph idx="1"/>
          </p:nvPr>
        </p:nvGraphicFramePr>
        <p:xfrm>
          <a:off x="838200" y="1825625"/>
          <a:ext cx="10515597" cy="2595880"/>
        </p:xfrm>
        <a:graphic>
          <a:graphicData uri="http://schemas.openxmlformats.org/drawingml/2006/table">
            <a:tbl>
              <a:tblPr firstRow="1" bandRow="1">
                <a:tableStyleId>{073A0DAA-6AF3-43AB-8588-CEC1D06C72B9}</a:tableStyleId>
              </a:tblPr>
              <a:tblGrid>
                <a:gridCol w="3505199">
                  <a:extLst>
                    <a:ext uri="{9D8B030D-6E8A-4147-A177-3AD203B41FA5}">
                      <a16:colId xmlns:a16="http://schemas.microsoft.com/office/drawing/2014/main" val="597982494"/>
                    </a:ext>
                  </a:extLst>
                </a:gridCol>
                <a:gridCol w="3505199">
                  <a:extLst>
                    <a:ext uri="{9D8B030D-6E8A-4147-A177-3AD203B41FA5}">
                      <a16:colId xmlns:a16="http://schemas.microsoft.com/office/drawing/2014/main" val="4184826544"/>
                    </a:ext>
                  </a:extLst>
                </a:gridCol>
                <a:gridCol w="3505199">
                  <a:extLst>
                    <a:ext uri="{9D8B030D-6E8A-4147-A177-3AD203B41FA5}">
                      <a16:colId xmlns:a16="http://schemas.microsoft.com/office/drawing/2014/main" val="1217679234"/>
                    </a:ext>
                  </a:extLst>
                </a:gridCol>
              </a:tblGrid>
              <a:tr h="370840">
                <a:tc>
                  <a:txBody>
                    <a:bodyPr/>
                    <a:lstStyle/>
                    <a:p>
                      <a:r>
                        <a:rPr lang="en-US" dirty="0"/>
                        <a:t>Firm</a:t>
                      </a:r>
                      <a:endParaRPr lang="en-IN" dirty="0"/>
                    </a:p>
                  </a:txBody>
                  <a:tcPr/>
                </a:tc>
                <a:tc>
                  <a:txBody>
                    <a:bodyPr/>
                    <a:lstStyle/>
                    <a:p>
                      <a:r>
                        <a:rPr lang="en-US" dirty="0"/>
                        <a:t>Overall </a:t>
                      </a:r>
                      <a:r>
                        <a:rPr lang="en-US" dirty="0" err="1"/>
                        <a:t>W.Score</a:t>
                      </a:r>
                      <a:r>
                        <a:rPr lang="en-US" dirty="0"/>
                        <a:t> on Leverage</a:t>
                      </a:r>
                      <a:endParaRPr lang="en-IN" dirty="0"/>
                    </a:p>
                  </a:txBody>
                  <a:tcPr/>
                </a:tc>
                <a:tc>
                  <a:txBody>
                    <a:bodyPr/>
                    <a:lstStyle/>
                    <a:p>
                      <a:r>
                        <a:rPr lang="en-US" dirty="0"/>
                        <a:t>Overall Rank </a:t>
                      </a:r>
                      <a:endParaRPr lang="en-IN" dirty="0"/>
                    </a:p>
                  </a:txBody>
                  <a:tcPr/>
                </a:tc>
                <a:extLst>
                  <a:ext uri="{0D108BD9-81ED-4DB2-BD59-A6C34878D82A}">
                    <a16:rowId xmlns:a16="http://schemas.microsoft.com/office/drawing/2014/main" val="2934735824"/>
                  </a:ext>
                </a:extLst>
              </a:tr>
              <a:tr h="370840">
                <a:tc>
                  <a:txBody>
                    <a:bodyPr/>
                    <a:lstStyle/>
                    <a:p>
                      <a:r>
                        <a:rPr lang="en-IN" b="0" dirty="0"/>
                        <a:t>HUL</a:t>
                      </a:r>
                    </a:p>
                  </a:txBody>
                  <a:tcPr/>
                </a:tc>
                <a:tc>
                  <a:txBody>
                    <a:bodyPr/>
                    <a:lstStyle/>
                    <a:p>
                      <a:r>
                        <a:rPr lang="en-IN" b="0" dirty="0"/>
                        <a:t>2.50</a:t>
                      </a:r>
                    </a:p>
                  </a:txBody>
                  <a:tcPr/>
                </a:tc>
                <a:tc>
                  <a:txBody>
                    <a:bodyPr/>
                    <a:lstStyle/>
                    <a:p>
                      <a:r>
                        <a:rPr lang="en-IN" b="0" dirty="0"/>
                        <a:t>4</a:t>
                      </a:r>
                    </a:p>
                  </a:txBody>
                  <a:tcPr/>
                </a:tc>
                <a:extLst>
                  <a:ext uri="{0D108BD9-81ED-4DB2-BD59-A6C34878D82A}">
                    <a16:rowId xmlns:a16="http://schemas.microsoft.com/office/drawing/2014/main" val="404253511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mn-lt"/>
                          <a:ea typeface="+mn-ea"/>
                          <a:cs typeface="+mn-cs"/>
                        </a:rPr>
                        <a:t>Godrej Consumer Products Ltd </a:t>
                      </a:r>
                    </a:p>
                  </a:txBody>
                  <a:tcPr/>
                </a:tc>
                <a:tc>
                  <a:txBody>
                    <a:bodyPr/>
                    <a:lstStyle/>
                    <a:p>
                      <a:r>
                        <a:rPr lang="en-IN" b="0" dirty="0"/>
                        <a:t>3.00</a:t>
                      </a:r>
                    </a:p>
                  </a:txBody>
                  <a:tcPr/>
                </a:tc>
                <a:tc>
                  <a:txBody>
                    <a:bodyPr/>
                    <a:lstStyle/>
                    <a:p>
                      <a:r>
                        <a:rPr lang="en-IN" b="0" dirty="0"/>
                        <a:t>3</a:t>
                      </a:r>
                    </a:p>
                  </a:txBody>
                  <a:tcPr/>
                </a:tc>
                <a:extLst>
                  <a:ext uri="{0D108BD9-81ED-4DB2-BD59-A6C34878D82A}">
                    <a16:rowId xmlns:a16="http://schemas.microsoft.com/office/drawing/2014/main" val="3552956685"/>
                  </a:ext>
                </a:extLst>
              </a:tr>
              <a:tr h="370840">
                <a:tc>
                  <a:txBody>
                    <a:bodyPr/>
                    <a:lstStyle/>
                    <a:p>
                      <a:r>
                        <a:rPr lang="en-IN" b="0" dirty="0"/>
                        <a:t>Marico Ltd</a:t>
                      </a:r>
                    </a:p>
                  </a:txBody>
                  <a:tcPr/>
                </a:tc>
                <a:tc>
                  <a:txBody>
                    <a:bodyPr/>
                    <a:lstStyle/>
                    <a:p>
                      <a:r>
                        <a:rPr lang="en-IN" b="0" dirty="0"/>
                        <a:t>3.50</a:t>
                      </a:r>
                    </a:p>
                  </a:txBody>
                  <a:tcPr/>
                </a:tc>
                <a:tc>
                  <a:txBody>
                    <a:bodyPr/>
                    <a:lstStyle/>
                    <a:p>
                      <a:r>
                        <a:rPr lang="en-IN" b="0" dirty="0"/>
                        <a:t>2</a:t>
                      </a:r>
                    </a:p>
                  </a:txBody>
                  <a:tcPr/>
                </a:tc>
                <a:extLst>
                  <a:ext uri="{0D108BD9-81ED-4DB2-BD59-A6C34878D82A}">
                    <a16:rowId xmlns:a16="http://schemas.microsoft.com/office/drawing/2014/main" val="3368638780"/>
                  </a:ext>
                </a:extLst>
              </a:tr>
              <a:tr h="370840">
                <a:tc>
                  <a:txBody>
                    <a:bodyPr/>
                    <a:lstStyle/>
                    <a:p>
                      <a:r>
                        <a:rPr lang="en-IN" b="0" dirty="0">
                          <a:highlight>
                            <a:srgbClr val="FFFF00"/>
                          </a:highlight>
                        </a:rPr>
                        <a:t>Dabur India</a:t>
                      </a:r>
                    </a:p>
                  </a:txBody>
                  <a:tcPr/>
                </a:tc>
                <a:tc>
                  <a:txBody>
                    <a:bodyPr/>
                    <a:lstStyle/>
                    <a:p>
                      <a:r>
                        <a:rPr lang="en-IN" b="0" dirty="0">
                          <a:highlight>
                            <a:srgbClr val="FFFF00"/>
                          </a:highlight>
                        </a:rPr>
                        <a:t>2.00</a:t>
                      </a:r>
                    </a:p>
                  </a:txBody>
                  <a:tcPr/>
                </a:tc>
                <a:tc>
                  <a:txBody>
                    <a:bodyPr/>
                    <a:lstStyle/>
                    <a:p>
                      <a:r>
                        <a:rPr lang="en-IN" b="0" dirty="0">
                          <a:highlight>
                            <a:srgbClr val="FFFF00"/>
                          </a:highlight>
                        </a:rPr>
                        <a:t>5</a:t>
                      </a:r>
                    </a:p>
                  </a:txBody>
                  <a:tcPr/>
                </a:tc>
                <a:extLst>
                  <a:ext uri="{0D108BD9-81ED-4DB2-BD59-A6C34878D82A}">
                    <a16:rowId xmlns:a16="http://schemas.microsoft.com/office/drawing/2014/main" val="210721895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Vishal Mega Mart</a:t>
                      </a:r>
                    </a:p>
                  </a:txBody>
                  <a:tcPr/>
                </a:tc>
                <a:tc>
                  <a:txBody>
                    <a:bodyPr/>
                    <a:lstStyle/>
                    <a:p>
                      <a:r>
                        <a:rPr lang="en-IN" b="1" dirty="0">
                          <a:solidFill>
                            <a:srgbClr val="616161"/>
                          </a:solidFill>
                        </a:rPr>
                        <a:t>4.00</a:t>
                      </a:r>
                    </a:p>
                  </a:txBody>
                  <a:tcPr/>
                </a:tc>
                <a:tc>
                  <a:txBody>
                    <a:bodyPr/>
                    <a:lstStyle/>
                    <a:p>
                      <a:r>
                        <a:rPr lang="en-IN" b="1" dirty="0">
                          <a:solidFill>
                            <a:srgbClr val="616161"/>
                          </a:solidFill>
                        </a:rPr>
                        <a:t>1</a:t>
                      </a:r>
                    </a:p>
                  </a:txBody>
                  <a:tcPr/>
                </a:tc>
                <a:extLst>
                  <a:ext uri="{0D108BD9-81ED-4DB2-BD59-A6C34878D82A}">
                    <a16:rowId xmlns:a16="http://schemas.microsoft.com/office/drawing/2014/main" val="32497861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endParaRPr lang="en-IN" b="0" dirty="0"/>
                    </a:p>
                  </a:txBody>
                  <a:tcPr/>
                </a:tc>
                <a:tc>
                  <a:txBody>
                    <a:bodyPr/>
                    <a:lstStyle/>
                    <a:p>
                      <a:endParaRPr lang="en-IN" b="0" dirty="0"/>
                    </a:p>
                  </a:txBody>
                  <a:tcPr/>
                </a:tc>
                <a:extLst>
                  <a:ext uri="{0D108BD9-81ED-4DB2-BD59-A6C34878D82A}">
                    <a16:rowId xmlns:a16="http://schemas.microsoft.com/office/drawing/2014/main" val="627890948"/>
                  </a:ext>
                </a:extLst>
              </a:tr>
            </a:tbl>
          </a:graphicData>
        </a:graphic>
      </p:graphicFrame>
    </p:spTree>
    <p:extLst>
      <p:ext uri="{BB962C8B-B14F-4D97-AF65-F5344CB8AC3E}">
        <p14:creationId xmlns:p14="http://schemas.microsoft.com/office/powerpoint/2010/main" val="5480383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7EFEE-0567-471F-9DF1-12B4BCBAC475}"/>
              </a:ext>
            </a:extLst>
          </p:cNvPr>
          <p:cNvSpPr>
            <a:spLocks noGrp="1"/>
          </p:cNvSpPr>
          <p:nvPr>
            <p:ph type="title"/>
          </p:nvPr>
        </p:nvSpPr>
        <p:spPr/>
        <p:txBody>
          <a:bodyPr/>
          <a:lstStyle/>
          <a:p>
            <a:pPr algn="ctr"/>
            <a:r>
              <a:rPr lang="en-US" b="1" dirty="0"/>
              <a:t>Overall Financial Score Analysis </a:t>
            </a:r>
            <a:endParaRPr lang="en-IN" b="1" dirty="0"/>
          </a:p>
        </p:txBody>
      </p:sp>
      <p:graphicFrame>
        <p:nvGraphicFramePr>
          <p:cNvPr id="4" name="Table 4">
            <a:extLst>
              <a:ext uri="{FF2B5EF4-FFF2-40B4-BE49-F238E27FC236}">
                <a16:creationId xmlns:a16="http://schemas.microsoft.com/office/drawing/2014/main" id="{1B296449-C4D7-4DC7-AFE4-85A43DE3003B}"/>
              </a:ext>
            </a:extLst>
          </p:cNvPr>
          <p:cNvGraphicFramePr>
            <a:graphicFrameLocks noGrp="1"/>
          </p:cNvGraphicFramePr>
          <p:nvPr>
            <p:ph idx="1"/>
          </p:nvPr>
        </p:nvGraphicFramePr>
        <p:xfrm>
          <a:off x="838200" y="1825625"/>
          <a:ext cx="10515600" cy="3312160"/>
        </p:xfrm>
        <a:graphic>
          <a:graphicData uri="http://schemas.openxmlformats.org/drawingml/2006/table">
            <a:tbl>
              <a:tblPr firstRow="1" bandRow="1">
                <a:tableStyleId>{93296810-A885-4BE3-A3E7-6D5BEEA58F35}</a:tableStyleId>
              </a:tblPr>
              <a:tblGrid>
                <a:gridCol w="1314450">
                  <a:extLst>
                    <a:ext uri="{9D8B030D-6E8A-4147-A177-3AD203B41FA5}">
                      <a16:colId xmlns:a16="http://schemas.microsoft.com/office/drawing/2014/main" val="4088026973"/>
                    </a:ext>
                  </a:extLst>
                </a:gridCol>
                <a:gridCol w="1314450">
                  <a:extLst>
                    <a:ext uri="{9D8B030D-6E8A-4147-A177-3AD203B41FA5}">
                      <a16:colId xmlns:a16="http://schemas.microsoft.com/office/drawing/2014/main" val="548051376"/>
                    </a:ext>
                  </a:extLst>
                </a:gridCol>
                <a:gridCol w="1314450">
                  <a:extLst>
                    <a:ext uri="{9D8B030D-6E8A-4147-A177-3AD203B41FA5}">
                      <a16:colId xmlns:a16="http://schemas.microsoft.com/office/drawing/2014/main" val="393809039"/>
                    </a:ext>
                  </a:extLst>
                </a:gridCol>
                <a:gridCol w="1314450">
                  <a:extLst>
                    <a:ext uri="{9D8B030D-6E8A-4147-A177-3AD203B41FA5}">
                      <a16:colId xmlns:a16="http://schemas.microsoft.com/office/drawing/2014/main" val="894160791"/>
                    </a:ext>
                  </a:extLst>
                </a:gridCol>
                <a:gridCol w="1314450">
                  <a:extLst>
                    <a:ext uri="{9D8B030D-6E8A-4147-A177-3AD203B41FA5}">
                      <a16:colId xmlns:a16="http://schemas.microsoft.com/office/drawing/2014/main" val="2773023410"/>
                    </a:ext>
                  </a:extLst>
                </a:gridCol>
                <a:gridCol w="1314450">
                  <a:extLst>
                    <a:ext uri="{9D8B030D-6E8A-4147-A177-3AD203B41FA5}">
                      <a16:colId xmlns:a16="http://schemas.microsoft.com/office/drawing/2014/main" val="243601167"/>
                    </a:ext>
                  </a:extLst>
                </a:gridCol>
                <a:gridCol w="1314450">
                  <a:extLst>
                    <a:ext uri="{9D8B030D-6E8A-4147-A177-3AD203B41FA5}">
                      <a16:colId xmlns:a16="http://schemas.microsoft.com/office/drawing/2014/main" val="1834291587"/>
                    </a:ext>
                  </a:extLst>
                </a:gridCol>
                <a:gridCol w="1314450">
                  <a:extLst>
                    <a:ext uri="{9D8B030D-6E8A-4147-A177-3AD203B41FA5}">
                      <a16:colId xmlns:a16="http://schemas.microsoft.com/office/drawing/2014/main" val="4042512913"/>
                    </a:ext>
                  </a:extLst>
                </a:gridCol>
              </a:tblGrid>
              <a:tr h="370840">
                <a:tc>
                  <a:txBody>
                    <a:bodyPr/>
                    <a:lstStyle/>
                    <a:p>
                      <a:r>
                        <a:rPr lang="en-US" dirty="0"/>
                        <a:t>Firm</a:t>
                      </a:r>
                      <a:endParaRPr lang="en-IN" dirty="0"/>
                    </a:p>
                  </a:txBody>
                  <a:tcPr/>
                </a:tc>
                <a:tc>
                  <a:txBody>
                    <a:bodyPr/>
                    <a:lstStyle/>
                    <a:p>
                      <a:r>
                        <a:rPr lang="en-US" dirty="0"/>
                        <a:t>Profit</a:t>
                      </a:r>
                      <a:endParaRPr lang="en-IN" dirty="0"/>
                    </a:p>
                  </a:txBody>
                  <a:tcPr/>
                </a:tc>
                <a:tc>
                  <a:txBody>
                    <a:bodyPr/>
                    <a:lstStyle/>
                    <a:p>
                      <a:r>
                        <a:rPr lang="en-US" dirty="0"/>
                        <a:t>WCE</a:t>
                      </a:r>
                      <a:endParaRPr lang="en-IN" dirty="0"/>
                    </a:p>
                  </a:txBody>
                  <a:tcPr/>
                </a:tc>
                <a:tc>
                  <a:txBody>
                    <a:bodyPr/>
                    <a:lstStyle/>
                    <a:p>
                      <a:r>
                        <a:rPr lang="en-US" dirty="0"/>
                        <a:t>Liquidity</a:t>
                      </a:r>
                      <a:endParaRPr lang="en-IN" dirty="0"/>
                    </a:p>
                  </a:txBody>
                  <a:tcPr/>
                </a:tc>
                <a:tc>
                  <a:txBody>
                    <a:bodyPr/>
                    <a:lstStyle/>
                    <a:p>
                      <a:r>
                        <a:rPr lang="en-US" dirty="0"/>
                        <a:t>Solvency</a:t>
                      </a:r>
                      <a:endParaRPr lang="en-IN" dirty="0"/>
                    </a:p>
                  </a:txBody>
                  <a:tcPr/>
                </a:tc>
                <a:tc>
                  <a:txBody>
                    <a:bodyPr/>
                    <a:lstStyle/>
                    <a:p>
                      <a:r>
                        <a:rPr lang="en-US" dirty="0"/>
                        <a:t>CF </a:t>
                      </a:r>
                      <a:r>
                        <a:rPr lang="en-US" dirty="0" err="1"/>
                        <a:t>mgmt</a:t>
                      </a:r>
                      <a:endParaRPr lang="en-IN" dirty="0"/>
                    </a:p>
                  </a:txBody>
                  <a:tcPr/>
                </a:tc>
                <a:tc>
                  <a:txBody>
                    <a:bodyPr/>
                    <a:lstStyle/>
                    <a:p>
                      <a:r>
                        <a:rPr lang="en-US" dirty="0"/>
                        <a:t>Leverage</a:t>
                      </a:r>
                      <a:endParaRPr lang="en-IN" dirty="0"/>
                    </a:p>
                  </a:txBody>
                  <a:tcPr/>
                </a:tc>
                <a:tc>
                  <a:txBody>
                    <a:bodyPr/>
                    <a:lstStyle/>
                    <a:p>
                      <a:r>
                        <a:rPr lang="en-US" dirty="0"/>
                        <a:t>Total  score</a:t>
                      </a:r>
                      <a:endParaRPr lang="en-IN" dirty="0"/>
                    </a:p>
                  </a:txBody>
                  <a:tcPr/>
                </a:tc>
                <a:extLst>
                  <a:ext uri="{0D108BD9-81ED-4DB2-BD59-A6C34878D82A}">
                    <a16:rowId xmlns:a16="http://schemas.microsoft.com/office/drawing/2014/main" val="2610726792"/>
                  </a:ext>
                </a:extLst>
              </a:tr>
              <a:tr h="370840">
                <a:tc>
                  <a:txBody>
                    <a:bodyPr/>
                    <a:lstStyle/>
                    <a:p>
                      <a:r>
                        <a:rPr lang="en-IN" b="0" dirty="0"/>
                        <a:t>HUL</a:t>
                      </a:r>
                    </a:p>
                  </a:txBody>
                  <a:tcPr/>
                </a:tc>
                <a:tc>
                  <a:txBody>
                    <a:bodyPr/>
                    <a:lstStyle/>
                    <a:p>
                      <a:r>
                        <a:rPr lang="en-IN" b="0" dirty="0"/>
                        <a:t>2.9988</a:t>
                      </a:r>
                    </a:p>
                  </a:txBody>
                  <a:tcPr/>
                </a:tc>
                <a:tc>
                  <a:txBody>
                    <a:bodyPr/>
                    <a:lstStyle/>
                    <a:p>
                      <a:r>
                        <a:rPr lang="en-IN" b="1" dirty="0"/>
                        <a:t>4.3329</a:t>
                      </a:r>
                    </a:p>
                  </a:txBody>
                  <a:tcPr/>
                </a:tc>
                <a:tc>
                  <a:txBody>
                    <a:bodyPr/>
                    <a:lstStyle/>
                    <a:p>
                      <a:r>
                        <a:rPr lang="en-IN" b="0" dirty="0"/>
                        <a:t>3.00</a:t>
                      </a:r>
                    </a:p>
                  </a:txBody>
                  <a:tcPr/>
                </a:tc>
                <a:tc>
                  <a:txBody>
                    <a:bodyPr/>
                    <a:lstStyle/>
                    <a:p>
                      <a:r>
                        <a:rPr lang="en-IN" b="0" dirty="0"/>
                        <a:t>3.5700</a:t>
                      </a:r>
                    </a:p>
                  </a:txBody>
                  <a:tcPr/>
                </a:tc>
                <a:tc>
                  <a:txBody>
                    <a:bodyPr/>
                    <a:lstStyle/>
                    <a:p>
                      <a:r>
                        <a:rPr lang="en-IN" b="1" dirty="0"/>
                        <a:t>3.75</a:t>
                      </a:r>
                    </a:p>
                  </a:txBody>
                  <a:tcPr/>
                </a:tc>
                <a:tc>
                  <a:txBody>
                    <a:bodyPr/>
                    <a:lstStyle/>
                    <a:p>
                      <a:r>
                        <a:rPr lang="en-IN" b="0" dirty="0"/>
                        <a:t>2.50</a:t>
                      </a:r>
                    </a:p>
                  </a:txBody>
                  <a:tcPr/>
                </a:tc>
                <a:tc>
                  <a:txBody>
                    <a:bodyPr/>
                    <a:lstStyle/>
                    <a:p>
                      <a:r>
                        <a:rPr lang="en-IN" b="0" dirty="0"/>
                        <a:t>20.1517</a:t>
                      </a:r>
                    </a:p>
                  </a:txBody>
                  <a:tcPr/>
                </a:tc>
                <a:extLst>
                  <a:ext uri="{0D108BD9-81ED-4DB2-BD59-A6C34878D82A}">
                    <a16:rowId xmlns:a16="http://schemas.microsoft.com/office/drawing/2014/main" val="428220650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highlight>
                            <a:srgbClr val="FFFF00"/>
                          </a:highlight>
                          <a:uLnTx/>
                          <a:uFillTx/>
                          <a:latin typeface="+mn-lt"/>
                          <a:ea typeface="+mn-ea"/>
                          <a:cs typeface="+mn-cs"/>
                        </a:rPr>
                        <a:t>Godrej Consumer Products Ltd </a:t>
                      </a:r>
                    </a:p>
                  </a:txBody>
                  <a:tcPr/>
                </a:tc>
                <a:tc>
                  <a:txBody>
                    <a:bodyPr/>
                    <a:lstStyle/>
                    <a:p>
                      <a:r>
                        <a:rPr lang="en-IN" b="0" dirty="0"/>
                        <a:t>2.7132</a:t>
                      </a:r>
                    </a:p>
                  </a:txBody>
                  <a:tcPr/>
                </a:tc>
                <a:tc>
                  <a:txBody>
                    <a:bodyPr/>
                    <a:lstStyle/>
                    <a:p>
                      <a:r>
                        <a:rPr lang="en-IN" b="0" dirty="0"/>
                        <a:t>2.6664</a:t>
                      </a:r>
                    </a:p>
                  </a:txBody>
                  <a:tcPr/>
                </a:tc>
                <a:tc>
                  <a:txBody>
                    <a:bodyPr/>
                    <a:lstStyle/>
                    <a:p>
                      <a:r>
                        <a:rPr lang="en-IN" b="0" dirty="0"/>
                        <a:t>3.50</a:t>
                      </a:r>
                    </a:p>
                  </a:txBody>
                  <a:tcPr/>
                </a:tc>
                <a:tc>
                  <a:txBody>
                    <a:bodyPr/>
                    <a:lstStyle/>
                    <a:p>
                      <a:r>
                        <a:rPr lang="en-IN" b="0" dirty="0">
                          <a:highlight>
                            <a:srgbClr val="FFFF00"/>
                          </a:highlight>
                        </a:rPr>
                        <a:t>1.7136</a:t>
                      </a:r>
                    </a:p>
                  </a:txBody>
                  <a:tcPr/>
                </a:tc>
                <a:tc>
                  <a:txBody>
                    <a:bodyPr/>
                    <a:lstStyle/>
                    <a:p>
                      <a:r>
                        <a:rPr lang="en-IN" b="0" dirty="0">
                          <a:highlight>
                            <a:srgbClr val="FFFF00"/>
                          </a:highlight>
                        </a:rPr>
                        <a:t>2.00</a:t>
                      </a:r>
                    </a:p>
                  </a:txBody>
                  <a:tcPr/>
                </a:tc>
                <a:tc>
                  <a:txBody>
                    <a:bodyPr/>
                    <a:lstStyle/>
                    <a:p>
                      <a:r>
                        <a:rPr lang="en-IN" b="0" dirty="0"/>
                        <a:t>3.00</a:t>
                      </a:r>
                    </a:p>
                  </a:txBody>
                  <a:tcPr/>
                </a:tc>
                <a:tc>
                  <a:txBody>
                    <a:bodyPr/>
                    <a:lstStyle/>
                    <a:p>
                      <a:r>
                        <a:rPr lang="en-IN" b="0" dirty="0">
                          <a:highlight>
                            <a:srgbClr val="FFFF00"/>
                          </a:highlight>
                        </a:rPr>
                        <a:t>15.5932</a:t>
                      </a:r>
                    </a:p>
                  </a:txBody>
                  <a:tcPr/>
                </a:tc>
                <a:extLst>
                  <a:ext uri="{0D108BD9-81ED-4DB2-BD59-A6C34878D82A}">
                    <a16:rowId xmlns:a16="http://schemas.microsoft.com/office/drawing/2014/main" val="3599164563"/>
                  </a:ext>
                </a:extLst>
              </a:tr>
              <a:tr h="370840">
                <a:tc>
                  <a:txBody>
                    <a:bodyPr/>
                    <a:lstStyle/>
                    <a:p>
                      <a:r>
                        <a:rPr lang="en-IN" b="1" dirty="0"/>
                        <a:t>Marico Ltd</a:t>
                      </a:r>
                    </a:p>
                  </a:txBody>
                  <a:tcPr/>
                </a:tc>
                <a:tc>
                  <a:txBody>
                    <a:bodyPr/>
                    <a:lstStyle/>
                    <a:p>
                      <a:r>
                        <a:rPr lang="en-IN" b="1" dirty="0"/>
                        <a:t>4.1412</a:t>
                      </a:r>
                    </a:p>
                  </a:txBody>
                  <a:tcPr/>
                </a:tc>
                <a:tc>
                  <a:txBody>
                    <a:bodyPr/>
                    <a:lstStyle/>
                    <a:p>
                      <a:r>
                        <a:rPr lang="en-IN" b="0" dirty="0">
                          <a:highlight>
                            <a:srgbClr val="FFFF00"/>
                          </a:highlight>
                        </a:rPr>
                        <a:t>2.3331</a:t>
                      </a:r>
                    </a:p>
                  </a:txBody>
                  <a:tcPr/>
                </a:tc>
                <a:tc>
                  <a:txBody>
                    <a:bodyPr/>
                    <a:lstStyle/>
                    <a:p>
                      <a:r>
                        <a:rPr lang="en-IN" b="1" dirty="0">
                          <a:solidFill>
                            <a:srgbClr val="616161"/>
                          </a:solidFill>
                        </a:rPr>
                        <a:t>4.50</a:t>
                      </a:r>
                    </a:p>
                  </a:txBody>
                  <a:tcPr/>
                </a:tc>
                <a:tc>
                  <a:txBody>
                    <a:bodyPr/>
                    <a:lstStyle/>
                    <a:p>
                      <a:r>
                        <a:rPr lang="en-IN" b="1" dirty="0"/>
                        <a:t>3.8556</a:t>
                      </a:r>
                    </a:p>
                  </a:txBody>
                  <a:tcPr/>
                </a:tc>
                <a:tc>
                  <a:txBody>
                    <a:bodyPr/>
                    <a:lstStyle/>
                    <a:p>
                      <a:r>
                        <a:rPr lang="en-IN" b="0" dirty="0">
                          <a:solidFill>
                            <a:schemeClr val="bg2">
                              <a:lumMod val="10000"/>
                            </a:schemeClr>
                          </a:solidFill>
                        </a:rPr>
                        <a:t>3.00</a:t>
                      </a:r>
                    </a:p>
                  </a:txBody>
                  <a:tcPr/>
                </a:tc>
                <a:tc>
                  <a:txBody>
                    <a:bodyPr/>
                    <a:lstStyle/>
                    <a:p>
                      <a:r>
                        <a:rPr lang="en-IN" b="0" dirty="0"/>
                        <a:t>3.50</a:t>
                      </a:r>
                    </a:p>
                  </a:txBody>
                  <a:tcPr/>
                </a:tc>
                <a:tc>
                  <a:txBody>
                    <a:bodyPr/>
                    <a:lstStyle/>
                    <a:p>
                      <a:r>
                        <a:rPr lang="en-IN" b="1" dirty="0">
                          <a:solidFill>
                            <a:srgbClr val="616161"/>
                          </a:solidFill>
                        </a:rPr>
                        <a:t>21.3299</a:t>
                      </a:r>
                    </a:p>
                  </a:txBody>
                  <a:tcPr/>
                </a:tc>
                <a:extLst>
                  <a:ext uri="{0D108BD9-81ED-4DB2-BD59-A6C34878D82A}">
                    <a16:rowId xmlns:a16="http://schemas.microsoft.com/office/drawing/2014/main" val="2190850980"/>
                  </a:ext>
                </a:extLst>
              </a:tr>
              <a:tr h="370840">
                <a:tc>
                  <a:txBody>
                    <a:bodyPr/>
                    <a:lstStyle/>
                    <a:p>
                      <a:r>
                        <a:rPr lang="en-IN" b="0" dirty="0"/>
                        <a:t>Dabur India</a:t>
                      </a:r>
                    </a:p>
                  </a:txBody>
                  <a:tcPr/>
                </a:tc>
                <a:tc>
                  <a:txBody>
                    <a:bodyPr/>
                    <a:lstStyle/>
                    <a:p>
                      <a:r>
                        <a:rPr lang="en-IN" b="0" dirty="0">
                          <a:highlight>
                            <a:srgbClr val="FFFF00"/>
                          </a:highlight>
                        </a:rPr>
                        <a:t>2.5704</a:t>
                      </a:r>
                    </a:p>
                  </a:txBody>
                  <a:tcPr/>
                </a:tc>
                <a:tc>
                  <a:txBody>
                    <a:bodyPr/>
                    <a:lstStyle/>
                    <a:p>
                      <a:r>
                        <a:rPr lang="en-IN" b="0" dirty="0">
                          <a:solidFill>
                            <a:schemeClr val="bg2">
                              <a:lumMod val="10000"/>
                            </a:schemeClr>
                          </a:solidFill>
                        </a:rPr>
                        <a:t>2.9997</a:t>
                      </a:r>
                    </a:p>
                  </a:txBody>
                  <a:tcPr/>
                </a:tc>
                <a:tc>
                  <a:txBody>
                    <a:bodyPr/>
                    <a:lstStyle/>
                    <a:p>
                      <a:r>
                        <a:rPr lang="en-IN" b="0" dirty="0"/>
                        <a:t>3.00</a:t>
                      </a:r>
                    </a:p>
                  </a:txBody>
                  <a:tcPr/>
                </a:tc>
                <a:tc>
                  <a:txBody>
                    <a:bodyPr/>
                    <a:lstStyle/>
                    <a:p>
                      <a:r>
                        <a:rPr lang="en-IN" b="0" dirty="0"/>
                        <a:t>2.9988</a:t>
                      </a:r>
                    </a:p>
                  </a:txBody>
                  <a:tcPr/>
                </a:tc>
                <a:tc>
                  <a:txBody>
                    <a:bodyPr/>
                    <a:lstStyle/>
                    <a:p>
                      <a:r>
                        <a:rPr lang="en-IN" b="0" dirty="0"/>
                        <a:t>2.50</a:t>
                      </a:r>
                    </a:p>
                  </a:txBody>
                  <a:tcPr/>
                </a:tc>
                <a:tc>
                  <a:txBody>
                    <a:bodyPr/>
                    <a:lstStyle/>
                    <a:p>
                      <a:r>
                        <a:rPr lang="en-IN" b="0" dirty="0">
                          <a:highlight>
                            <a:srgbClr val="FFFF00"/>
                          </a:highlight>
                        </a:rPr>
                        <a:t>2.00</a:t>
                      </a:r>
                    </a:p>
                  </a:txBody>
                  <a:tcPr/>
                </a:tc>
                <a:tc>
                  <a:txBody>
                    <a:bodyPr/>
                    <a:lstStyle/>
                    <a:p>
                      <a:r>
                        <a:rPr lang="en-IN" b="0" dirty="0"/>
                        <a:t>16.0689</a:t>
                      </a:r>
                    </a:p>
                  </a:txBody>
                  <a:tcPr/>
                </a:tc>
                <a:extLst>
                  <a:ext uri="{0D108BD9-81ED-4DB2-BD59-A6C34878D82A}">
                    <a16:rowId xmlns:a16="http://schemas.microsoft.com/office/drawing/2014/main" val="251187569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t>Vishal Mega Mart</a:t>
                      </a:r>
                    </a:p>
                  </a:txBody>
                  <a:tcPr/>
                </a:tc>
                <a:tc>
                  <a:txBody>
                    <a:bodyPr/>
                    <a:lstStyle/>
                    <a:p>
                      <a:r>
                        <a:rPr lang="en-IN" b="0" dirty="0">
                          <a:highlight>
                            <a:srgbClr val="FFFF00"/>
                          </a:highlight>
                        </a:rPr>
                        <a:t>2.5704</a:t>
                      </a:r>
                    </a:p>
                  </a:txBody>
                  <a:tcPr/>
                </a:tc>
                <a:tc>
                  <a:txBody>
                    <a:bodyPr/>
                    <a:lstStyle/>
                    <a:p>
                      <a:r>
                        <a:rPr lang="en-IN" b="0" dirty="0"/>
                        <a:t>2.6664</a:t>
                      </a:r>
                    </a:p>
                  </a:txBody>
                  <a:tcPr/>
                </a:tc>
                <a:tc>
                  <a:txBody>
                    <a:bodyPr/>
                    <a:lstStyle/>
                    <a:p>
                      <a:r>
                        <a:rPr lang="en-IN" b="0" dirty="0">
                          <a:highlight>
                            <a:srgbClr val="FFFF00"/>
                          </a:highlight>
                        </a:rPr>
                        <a:t>1.00</a:t>
                      </a:r>
                    </a:p>
                  </a:txBody>
                  <a:tcPr/>
                </a:tc>
                <a:tc>
                  <a:txBody>
                    <a:bodyPr/>
                    <a:lstStyle/>
                    <a:p>
                      <a:r>
                        <a:rPr lang="en-IN" b="0" dirty="0"/>
                        <a:t>2.8560</a:t>
                      </a:r>
                    </a:p>
                  </a:txBody>
                  <a:tcPr/>
                </a:tc>
                <a:tc>
                  <a:txBody>
                    <a:bodyPr/>
                    <a:lstStyle/>
                    <a:p>
                      <a:r>
                        <a:rPr lang="en-IN" b="1" dirty="0"/>
                        <a:t>3.75</a:t>
                      </a:r>
                    </a:p>
                  </a:txBody>
                  <a:tcPr/>
                </a:tc>
                <a:tc>
                  <a:txBody>
                    <a:bodyPr/>
                    <a:lstStyle/>
                    <a:p>
                      <a:r>
                        <a:rPr lang="en-IN" b="1" dirty="0">
                          <a:solidFill>
                            <a:srgbClr val="616161"/>
                          </a:solidFill>
                        </a:rPr>
                        <a:t>4.00</a:t>
                      </a:r>
                    </a:p>
                  </a:txBody>
                  <a:tcPr/>
                </a:tc>
                <a:tc>
                  <a:txBody>
                    <a:bodyPr/>
                    <a:lstStyle/>
                    <a:p>
                      <a:r>
                        <a:rPr lang="en-IN" b="0" dirty="0"/>
                        <a:t>16.8428</a:t>
                      </a:r>
                    </a:p>
                  </a:txBody>
                  <a:tcPr/>
                </a:tc>
                <a:extLst>
                  <a:ext uri="{0D108BD9-81ED-4DB2-BD59-A6C34878D82A}">
                    <a16:rowId xmlns:a16="http://schemas.microsoft.com/office/drawing/2014/main" val="3666537928"/>
                  </a:ext>
                </a:extLst>
              </a:tr>
            </a:tbl>
          </a:graphicData>
        </a:graphic>
      </p:graphicFrame>
    </p:spTree>
    <p:extLst>
      <p:ext uri="{BB962C8B-B14F-4D97-AF65-F5344CB8AC3E}">
        <p14:creationId xmlns:p14="http://schemas.microsoft.com/office/powerpoint/2010/main" val="369089714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452B9-FFE2-4860-86CD-2AD14D149783}"/>
              </a:ext>
            </a:extLst>
          </p:cNvPr>
          <p:cNvSpPr>
            <a:spLocks noGrp="1"/>
          </p:cNvSpPr>
          <p:nvPr>
            <p:ph type="title"/>
          </p:nvPr>
        </p:nvSpPr>
        <p:spPr/>
        <p:txBody>
          <a:bodyPr/>
          <a:lstStyle/>
          <a:p>
            <a:pPr algn="ctr"/>
            <a:r>
              <a:rPr lang="en-US" b="1" dirty="0"/>
              <a:t>Overall Score &amp; Rank </a:t>
            </a:r>
            <a:endParaRPr lang="en-IN" b="1" dirty="0"/>
          </a:p>
        </p:txBody>
      </p:sp>
      <p:graphicFrame>
        <p:nvGraphicFramePr>
          <p:cNvPr id="4" name="Table 4">
            <a:extLst>
              <a:ext uri="{FF2B5EF4-FFF2-40B4-BE49-F238E27FC236}">
                <a16:creationId xmlns:a16="http://schemas.microsoft.com/office/drawing/2014/main" id="{6FCFC94A-D07F-4067-BD63-2BDEACC3A911}"/>
              </a:ext>
            </a:extLst>
          </p:cNvPr>
          <p:cNvGraphicFramePr>
            <a:graphicFrameLocks noGrp="1"/>
          </p:cNvGraphicFramePr>
          <p:nvPr>
            <p:ph idx="1"/>
          </p:nvPr>
        </p:nvGraphicFramePr>
        <p:xfrm>
          <a:off x="838200" y="1825625"/>
          <a:ext cx="10515597" cy="3840480"/>
        </p:xfrm>
        <a:graphic>
          <a:graphicData uri="http://schemas.openxmlformats.org/drawingml/2006/table">
            <a:tbl>
              <a:tblPr firstRow="1" bandRow="1">
                <a:tableStyleId>{073A0DAA-6AF3-43AB-8588-CEC1D06C72B9}</a:tableStyleId>
              </a:tblPr>
              <a:tblGrid>
                <a:gridCol w="3505199">
                  <a:extLst>
                    <a:ext uri="{9D8B030D-6E8A-4147-A177-3AD203B41FA5}">
                      <a16:colId xmlns:a16="http://schemas.microsoft.com/office/drawing/2014/main" val="597982494"/>
                    </a:ext>
                  </a:extLst>
                </a:gridCol>
                <a:gridCol w="3505199">
                  <a:extLst>
                    <a:ext uri="{9D8B030D-6E8A-4147-A177-3AD203B41FA5}">
                      <a16:colId xmlns:a16="http://schemas.microsoft.com/office/drawing/2014/main" val="4184826544"/>
                    </a:ext>
                  </a:extLst>
                </a:gridCol>
                <a:gridCol w="3505199">
                  <a:extLst>
                    <a:ext uri="{9D8B030D-6E8A-4147-A177-3AD203B41FA5}">
                      <a16:colId xmlns:a16="http://schemas.microsoft.com/office/drawing/2014/main" val="1217679234"/>
                    </a:ext>
                  </a:extLst>
                </a:gridCol>
              </a:tblGrid>
              <a:tr h="370840">
                <a:tc>
                  <a:txBody>
                    <a:bodyPr/>
                    <a:lstStyle/>
                    <a:p>
                      <a:r>
                        <a:rPr lang="en-US" sz="3600" b="1" dirty="0"/>
                        <a:t>Firm</a:t>
                      </a:r>
                      <a:endParaRPr lang="en-IN" sz="3600" b="1" dirty="0"/>
                    </a:p>
                  </a:txBody>
                  <a:tcPr/>
                </a:tc>
                <a:tc>
                  <a:txBody>
                    <a:bodyPr/>
                    <a:lstStyle/>
                    <a:p>
                      <a:r>
                        <a:rPr lang="en-US" sz="3600" b="1" dirty="0"/>
                        <a:t>Overall </a:t>
                      </a:r>
                      <a:r>
                        <a:rPr lang="en-US" sz="3600" b="1" dirty="0" err="1"/>
                        <a:t>W.Score</a:t>
                      </a:r>
                      <a:r>
                        <a:rPr lang="en-US" sz="3600" b="1" dirty="0"/>
                        <a:t> </a:t>
                      </a:r>
                      <a:endParaRPr lang="en-IN" sz="3600" b="1" dirty="0"/>
                    </a:p>
                  </a:txBody>
                  <a:tcPr/>
                </a:tc>
                <a:tc>
                  <a:txBody>
                    <a:bodyPr/>
                    <a:lstStyle/>
                    <a:p>
                      <a:r>
                        <a:rPr lang="en-US" sz="3600" b="1" dirty="0"/>
                        <a:t>Overall Rank </a:t>
                      </a:r>
                      <a:endParaRPr lang="en-IN" sz="3600" b="1" dirty="0"/>
                    </a:p>
                  </a:txBody>
                  <a:tcPr/>
                </a:tc>
                <a:extLst>
                  <a:ext uri="{0D108BD9-81ED-4DB2-BD59-A6C34878D82A}">
                    <a16:rowId xmlns:a16="http://schemas.microsoft.com/office/drawing/2014/main" val="2934735824"/>
                  </a:ext>
                </a:extLst>
              </a:tr>
              <a:tr h="370840">
                <a:tc>
                  <a:txBody>
                    <a:bodyPr/>
                    <a:lstStyle/>
                    <a:p>
                      <a:r>
                        <a:rPr lang="en-IN" b="0" dirty="0"/>
                        <a:t>HUL</a:t>
                      </a:r>
                    </a:p>
                  </a:txBody>
                  <a:tcPr/>
                </a:tc>
                <a:tc>
                  <a:txBody>
                    <a:bodyPr/>
                    <a:lstStyle/>
                    <a:p>
                      <a:r>
                        <a:rPr lang="en-IN" b="1" dirty="0"/>
                        <a:t>20.1517</a:t>
                      </a:r>
                    </a:p>
                  </a:txBody>
                  <a:tcPr/>
                </a:tc>
                <a:tc>
                  <a:txBody>
                    <a:bodyPr/>
                    <a:lstStyle/>
                    <a:p>
                      <a:r>
                        <a:rPr lang="en-IN" sz="3600" b="0" dirty="0"/>
                        <a:t>2</a:t>
                      </a:r>
                    </a:p>
                  </a:txBody>
                  <a:tcPr/>
                </a:tc>
                <a:extLst>
                  <a:ext uri="{0D108BD9-81ED-4DB2-BD59-A6C34878D82A}">
                    <a16:rowId xmlns:a16="http://schemas.microsoft.com/office/drawing/2014/main" val="404253511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highlight>
                            <a:srgbClr val="FFFF00"/>
                          </a:highlight>
                          <a:uLnTx/>
                          <a:uFillTx/>
                          <a:latin typeface="+mn-lt"/>
                          <a:ea typeface="+mn-ea"/>
                          <a:cs typeface="+mn-cs"/>
                        </a:rPr>
                        <a:t>Godrej Consumer Products Ltd </a:t>
                      </a:r>
                    </a:p>
                  </a:txBody>
                  <a:tcPr/>
                </a:tc>
                <a:tc>
                  <a:txBody>
                    <a:bodyPr/>
                    <a:lstStyle/>
                    <a:p>
                      <a:r>
                        <a:rPr lang="en-IN" b="0" dirty="0">
                          <a:highlight>
                            <a:srgbClr val="FFFF00"/>
                          </a:highlight>
                        </a:rPr>
                        <a:t>15.5932</a:t>
                      </a:r>
                    </a:p>
                  </a:txBody>
                  <a:tcPr/>
                </a:tc>
                <a:tc>
                  <a:txBody>
                    <a:bodyPr/>
                    <a:lstStyle/>
                    <a:p>
                      <a:r>
                        <a:rPr lang="en-IN" sz="3600" b="0" dirty="0">
                          <a:highlight>
                            <a:srgbClr val="FFFF00"/>
                          </a:highlight>
                        </a:rPr>
                        <a:t>5</a:t>
                      </a:r>
                    </a:p>
                  </a:txBody>
                  <a:tcPr/>
                </a:tc>
                <a:extLst>
                  <a:ext uri="{0D108BD9-81ED-4DB2-BD59-A6C34878D82A}">
                    <a16:rowId xmlns:a16="http://schemas.microsoft.com/office/drawing/2014/main" val="3368638780"/>
                  </a:ext>
                </a:extLst>
              </a:tr>
              <a:tr h="370840">
                <a:tc>
                  <a:txBody>
                    <a:bodyPr/>
                    <a:lstStyle/>
                    <a:p>
                      <a:r>
                        <a:rPr lang="en-IN" b="1" dirty="0"/>
                        <a:t>Marico Ltd</a:t>
                      </a:r>
                    </a:p>
                  </a:txBody>
                  <a:tcPr/>
                </a:tc>
                <a:tc>
                  <a:txBody>
                    <a:bodyPr/>
                    <a:lstStyle/>
                    <a:p>
                      <a:r>
                        <a:rPr lang="en-IN" b="0" dirty="0">
                          <a:solidFill>
                            <a:srgbClr val="616161"/>
                          </a:solidFill>
                        </a:rPr>
                        <a:t>21.3299</a:t>
                      </a:r>
                    </a:p>
                  </a:txBody>
                  <a:tcPr/>
                </a:tc>
                <a:tc>
                  <a:txBody>
                    <a:bodyPr/>
                    <a:lstStyle/>
                    <a:p>
                      <a:r>
                        <a:rPr lang="en-IN" sz="3600" b="1" dirty="0">
                          <a:solidFill>
                            <a:srgbClr val="616161"/>
                          </a:solidFill>
                        </a:rPr>
                        <a:t>1</a:t>
                      </a:r>
                    </a:p>
                  </a:txBody>
                  <a:tcPr/>
                </a:tc>
                <a:extLst>
                  <a:ext uri="{0D108BD9-81ED-4DB2-BD59-A6C34878D82A}">
                    <a16:rowId xmlns:a16="http://schemas.microsoft.com/office/drawing/2014/main" val="2107218954"/>
                  </a:ext>
                </a:extLst>
              </a:tr>
              <a:tr h="370840">
                <a:tc>
                  <a:txBody>
                    <a:bodyPr/>
                    <a:lstStyle/>
                    <a:p>
                      <a:r>
                        <a:rPr lang="en-IN" b="0" dirty="0"/>
                        <a:t>Dabur India</a:t>
                      </a:r>
                    </a:p>
                  </a:txBody>
                  <a:tcPr/>
                </a:tc>
                <a:tc>
                  <a:txBody>
                    <a:bodyPr/>
                    <a:lstStyle/>
                    <a:p>
                      <a:r>
                        <a:rPr lang="en-IN" b="0" dirty="0"/>
                        <a:t>16.0689</a:t>
                      </a:r>
                    </a:p>
                  </a:txBody>
                  <a:tcPr/>
                </a:tc>
                <a:tc>
                  <a:txBody>
                    <a:bodyPr/>
                    <a:lstStyle/>
                    <a:p>
                      <a:r>
                        <a:rPr lang="en-IN" sz="3600" b="0" dirty="0"/>
                        <a:t>4</a:t>
                      </a:r>
                    </a:p>
                  </a:txBody>
                  <a:tcPr/>
                </a:tc>
                <a:extLst>
                  <a:ext uri="{0D108BD9-81ED-4DB2-BD59-A6C34878D82A}">
                    <a16:rowId xmlns:a16="http://schemas.microsoft.com/office/drawing/2014/main" val="324978611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t>Vishal Mega Mart</a:t>
                      </a:r>
                    </a:p>
                  </a:txBody>
                  <a:tcPr/>
                </a:tc>
                <a:tc>
                  <a:txBody>
                    <a:bodyPr/>
                    <a:lstStyle/>
                    <a:p>
                      <a:r>
                        <a:rPr lang="en-IN" b="0" dirty="0"/>
                        <a:t>16.8428</a:t>
                      </a:r>
                    </a:p>
                  </a:txBody>
                  <a:tcPr/>
                </a:tc>
                <a:tc>
                  <a:txBody>
                    <a:bodyPr/>
                    <a:lstStyle/>
                    <a:p>
                      <a:r>
                        <a:rPr lang="en-IN" sz="3600" b="0" dirty="0"/>
                        <a:t>3</a:t>
                      </a:r>
                    </a:p>
                  </a:txBody>
                  <a:tcPr/>
                </a:tc>
                <a:extLst>
                  <a:ext uri="{0D108BD9-81ED-4DB2-BD59-A6C34878D82A}">
                    <a16:rowId xmlns:a16="http://schemas.microsoft.com/office/drawing/2014/main" val="627890948"/>
                  </a:ext>
                </a:extLst>
              </a:tr>
            </a:tbl>
          </a:graphicData>
        </a:graphic>
      </p:graphicFrame>
    </p:spTree>
    <p:extLst>
      <p:ext uri="{BB962C8B-B14F-4D97-AF65-F5344CB8AC3E}">
        <p14:creationId xmlns:p14="http://schemas.microsoft.com/office/powerpoint/2010/main" val="73046428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592E8-E82A-414F-BED7-661C35314C7D}"/>
              </a:ext>
            </a:extLst>
          </p:cNvPr>
          <p:cNvSpPr>
            <a:spLocks noGrp="1"/>
          </p:cNvSpPr>
          <p:nvPr>
            <p:ph type="ctrTitle"/>
          </p:nvPr>
        </p:nvSpPr>
        <p:spPr/>
        <p:txBody>
          <a:bodyPr/>
          <a:lstStyle/>
          <a:p>
            <a:r>
              <a:rPr lang="en-US" dirty="0"/>
              <a:t>FAL</a:t>
            </a:r>
            <a:br>
              <a:rPr lang="en-US" dirty="0"/>
            </a:br>
            <a:r>
              <a:rPr lang="en-US" dirty="0"/>
              <a:t>PGDF (24-26)</a:t>
            </a:r>
          </a:p>
        </p:txBody>
      </p:sp>
      <p:sp>
        <p:nvSpPr>
          <p:cNvPr id="3" name="Subtitle 2">
            <a:extLst>
              <a:ext uri="{FF2B5EF4-FFF2-40B4-BE49-F238E27FC236}">
                <a16:creationId xmlns:a16="http://schemas.microsoft.com/office/drawing/2014/main" id="{1DE58AA9-8683-48FC-B359-CE3FCBAA19B4}"/>
              </a:ext>
            </a:extLst>
          </p:cNvPr>
          <p:cNvSpPr>
            <a:spLocks noGrp="1"/>
          </p:cNvSpPr>
          <p:nvPr>
            <p:ph type="subTitle" idx="1"/>
          </p:nvPr>
        </p:nvSpPr>
        <p:spPr/>
        <p:txBody>
          <a:bodyPr/>
          <a:lstStyle/>
          <a:p>
            <a:r>
              <a:rPr lang="en-US" dirty="0"/>
              <a:t>Session5 ( 26-Nov-2025)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248D5665-12DB-EC80-2CB5-0206C45C9FA5}"/>
                  </a:ext>
                </a:extLst>
              </p14:cNvPr>
              <p14:cNvContentPartPr/>
              <p14:nvPr/>
            </p14:nvContentPartPr>
            <p14:xfrm>
              <a:off x="1809360" y="1367280"/>
              <a:ext cx="1558800" cy="302400"/>
            </p14:xfrm>
          </p:contentPart>
        </mc:Choice>
        <mc:Fallback xmlns="">
          <p:pic>
            <p:nvPicPr>
              <p:cNvPr id="4" name="Ink 3">
                <a:extLst>
                  <a:ext uri="{FF2B5EF4-FFF2-40B4-BE49-F238E27FC236}">
                    <a16:creationId xmlns:a16="http://schemas.microsoft.com/office/drawing/2014/main" id="{248D5665-12DB-EC80-2CB5-0206C45C9FA5}"/>
                  </a:ext>
                </a:extLst>
              </p:cNvPr>
              <p:cNvPicPr/>
              <p:nvPr/>
            </p:nvPicPr>
            <p:blipFill>
              <a:blip r:embed="rId3"/>
              <a:stretch>
                <a:fillRect/>
              </a:stretch>
            </p:blipFill>
            <p:spPr>
              <a:xfrm>
                <a:off x="1800000" y="1357920"/>
                <a:ext cx="1577520" cy="321120"/>
              </a:xfrm>
              <a:prstGeom prst="rect">
                <a:avLst/>
              </a:prstGeom>
            </p:spPr>
          </p:pic>
        </mc:Fallback>
      </mc:AlternateContent>
    </p:spTree>
    <p:extLst>
      <p:ext uri="{BB962C8B-B14F-4D97-AF65-F5344CB8AC3E}">
        <p14:creationId xmlns:p14="http://schemas.microsoft.com/office/powerpoint/2010/main" val="3945726787"/>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068B4-D0A6-427B-BC78-C375AAA2C55D}"/>
              </a:ext>
            </a:extLst>
          </p:cNvPr>
          <p:cNvSpPr>
            <a:spLocks noGrp="1"/>
          </p:cNvSpPr>
          <p:nvPr>
            <p:ph type="title"/>
          </p:nvPr>
        </p:nvSpPr>
        <p:spPr/>
        <p:txBody>
          <a:bodyPr/>
          <a:lstStyle/>
          <a:p>
            <a:pPr algn="ctr"/>
            <a:r>
              <a:rPr lang="en-US" b="1" dirty="0" err="1">
                <a:highlight>
                  <a:srgbClr val="FFFF00"/>
                </a:highlight>
              </a:rPr>
              <a:t>Piotroski’s</a:t>
            </a:r>
            <a:r>
              <a:rPr lang="en-US" b="1" dirty="0">
                <a:highlight>
                  <a:srgbClr val="FFFF00"/>
                </a:highlight>
              </a:rPr>
              <a:t> F score </a:t>
            </a:r>
            <a:endParaRPr lang="en-IN" b="1" dirty="0">
              <a:highlight>
                <a:srgbClr val="FFFF00"/>
              </a:highlight>
            </a:endParaRPr>
          </a:p>
        </p:txBody>
      </p:sp>
      <p:sp>
        <p:nvSpPr>
          <p:cNvPr id="3" name="Content Placeholder 2">
            <a:extLst>
              <a:ext uri="{FF2B5EF4-FFF2-40B4-BE49-F238E27FC236}">
                <a16:creationId xmlns:a16="http://schemas.microsoft.com/office/drawing/2014/main" id="{3B5FE50F-9628-4800-95BC-24EF32A99C34}"/>
              </a:ext>
            </a:extLst>
          </p:cNvPr>
          <p:cNvSpPr>
            <a:spLocks noGrp="1"/>
          </p:cNvSpPr>
          <p:nvPr>
            <p:ph idx="1"/>
          </p:nvPr>
        </p:nvSpPr>
        <p:spPr/>
        <p:txBody>
          <a:bodyPr>
            <a:normAutofit/>
          </a:bodyPr>
          <a:lstStyle/>
          <a:p>
            <a:r>
              <a:rPr lang="en-US" sz="1800" dirty="0"/>
              <a:t>By </a:t>
            </a:r>
            <a:r>
              <a:rPr lang="en-US" sz="1800" b="1" dirty="0"/>
              <a:t>Joseph </a:t>
            </a:r>
            <a:r>
              <a:rPr lang="en-US" sz="1800" b="1" dirty="0" err="1"/>
              <a:t>Piotroski</a:t>
            </a:r>
            <a:r>
              <a:rPr lang="en-US" sz="1800" b="1" dirty="0"/>
              <a:t> </a:t>
            </a:r>
            <a:r>
              <a:rPr lang="en-US" sz="1800" dirty="0"/>
              <a:t>( Accounting Professor at Stanford)</a:t>
            </a:r>
          </a:p>
          <a:p>
            <a:r>
              <a:rPr lang="en-US" sz="1800" dirty="0"/>
              <a:t>Score of </a:t>
            </a:r>
            <a:r>
              <a:rPr lang="en-US" sz="1800" b="1" dirty="0"/>
              <a:t>zero or one </a:t>
            </a:r>
          </a:p>
          <a:p>
            <a:r>
              <a:rPr lang="en-IN" sz="1800" dirty="0"/>
              <a:t> </a:t>
            </a:r>
            <a:r>
              <a:rPr lang="en-IN" sz="1800" b="1" dirty="0"/>
              <a:t>Three Major Parameters</a:t>
            </a:r>
          </a:p>
          <a:p>
            <a:pPr marL="514350" indent="-514350">
              <a:buAutoNum type="arabicPeriod"/>
            </a:pPr>
            <a:r>
              <a:rPr lang="en-IN" sz="1800" dirty="0"/>
              <a:t>Profitability</a:t>
            </a:r>
          </a:p>
          <a:p>
            <a:pPr marL="514350" indent="-514350">
              <a:buAutoNum type="arabicPeriod"/>
            </a:pPr>
            <a:r>
              <a:rPr lang="en-IN" sz="1800" dirty="0"/>
              <a:t>Leverage, Liquidity and Source of Funding </a:t>
            </a:r>
          </a:p>
          <a:p>
            <a:pPr marL="514350" indent="-514350">
              <a:buAutoNum type="arabicPeriod"/>
            </a:pPr>
            <a:r>
              <a:rPr lang="en-IN" sz="1800" dirty="0"/>
              <a:t>Operating Efficiency</a:t>
            </a:r>
          </a:p>
        </p:txBody>
      </p:sp>
    </p:spTree>
    <p:extLst>
      <p:ext uri="{BB962C8B-B14F-4D97-AF65-F5344CB8AC3E}">
        <p14:creationId xmlns:p14="http://schemas.microsoft.com/office/powerpoint/2010/main" val="92524090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4F1BC-5C2F-4555-B8D0-91F91858688E}"/>
              </a:ext>
            </a:extLst>
          </p:cNvPr>
          <p:cNvSpPr>
            <a:spLocks noGrp="1"/>
          </p:cNvSpPr>
          <p:nvPr>
            <p:ph type="title"/>
          </p:nvPr>
        </p:nvSpPr>
        <p:spPr/>
        <p:txBody>
          <a:bodyPr/>
          <a:lstStyle/>
          <a:p>
            <a:pPr algn="ctr"/>
            <a:r>
              <a:rPr lang="en-US" b="1" dirty="0"/>
              <a:t>1. Profitability ( 4 sub –parameters) </a:t>
            </a:r>
            <a:endParaRPr lang="en-IN" b="1" dirty="0"/>
          </a:p>
        </p:txBody>
      </p:sp>
      <p:sp>
        <p:nvSpPr>
          <p:cNvPr id="3" name="Content Placeholder 2">
            <a:extLst>
              <a:ext uri="{FF2B5EF4-FFF2-40B4-BE49-F238E27FC236}">
                <a16:creationId xmlns:a16="http://schemas.microsoft.com/office/drawing/2014/main" id="{5D736058-1244-440D-A67C-BDAAF763244D}"/>
              </a:ext>
            </a:extLst>
          </p:cNvPr>
          <p:cNvSpPr>
            <a:spLocks noGrp="1"/>
          </p:cNvSpPr>
          <p:nvPr>
            <p:ph idx="1"/>
          </p:nvPr>
        </p:nvSpPr>
        <p:spPr/>
        <p:txBody>
          <a:bodyPr>
            <a:normAutofit/>
          </a:bodyPr>
          <a:lstStyle/>
          <a:p>
            <a:r>
              <a:rPr lang="en-US" sz="2400" b="1" u="sng" dirty="0"/>
              <a:t>Return on Assets (ROA) (Net Income/Total Assets (ending year) )*100:</a:t>
            </a:r>
          </a:p>
          <a:p>
            <a:pPr marL="0" indent="0">
              <a:buNone/>
            </a:pPr>
            <a:r>
              <a:rPr lang="en-US" sz="2400" dirty="0"/>
              <a:t> score of 1 If </a:t>
            </a:r>
            <a:r>
              <a:rPr lang="en-US" sz="2400" dirty="0">
                <a:highlight>
                  <a:srgbClr val="FFFF00"/>
                </a:highlight>
              </a:rPr>
              <a:t>Positive</a:t>
            </a:r>
            <a:r>
              <a:rPr lang="en-US" sz="2400" dirty="0"/>
              <a:t> else zero. </a:t>
            </a:r>
            <a:r>
              <a:rPr lang="en-US" sz="2400" b="1" dirty="0">
                <a:solidFill>
                  <a:prstClr val="black"/>
                </a:solidFill>
                <a:highlight>
                  <a:srgbClr val="FFFF00"/>
                </a:highlight>
              </a:rPr>
              <a:t>Net income = Reported Profit/Loss for the period</a:t>
            </a:r>
          </a:p>
          <a:p>
            <a:r>
              <a:rPr lang="en-US" sz="2400" b="1" u="sng" dirty="0"/>
              <a:t>Operating Cash Flow:</a:t>
            </a:r>
          </a:p>
          <a:p>
            <a:pPr marL="0" indent="0">
              <a:buNone/>
            </a:pPr>
            <a:r>
              <a:rPr lang="en-US" sz="2400" dirty="0"/>
              <a:t>1 if </a:t>
            </a:r>
            <a:r>
              <a:rPr lang="en-US" sz="2400" dirty="0">
                <a:highlight>
                  <a:srgbClr val="FFFF00"/>
                </a:highlight>
              </a:rPr>
              <a:t>positive</a:t>
            </a:r>
            <a:r>
              <a:rPr lang="en-US" sz="2400" dirty="0"/>
              <a:t> else zero</a:t>
            </a:r>
          </a:p>
          <a:p>
            <a:r>
              <a:rPr lang="en-US" sz="2400" b="1" u="sng" dirty="0"/>
              <a:t>CFO/ Net Income:</a:t>
            </a:r>
          </a:p>
          <a:p>
            <a:pPr marL="0" indent="0">
              <a:buNone/>
            </a:pPr>
            <a:r>
              <a:rPr lang="en-US" sz="2400" dirty="0"/>
              <a:t>1 if </a:t>
            </a:r>
            <a:r>
              <a:rPr lang="en-US" sz="2400" dirty="0">
                <a:highlight>
                  <a:srgbClr val="FFFF00"/>
                </a:highlight>
              </a:rPr>
              <a:t>CFO is higher than PAT</a:t>
            </a:r>
            <a:r>
              <a:rPr lang="en-US" sz="2400" dirty="0"/>
              <a:t> ,else zero</a:t>
            </a:r>
          </a:p>
          <a:p>
            <a:r>
              <a:rPr lang="en-US" sz="2400" b="1" u="sng" dirty="0"/>
              <a:t> Change in Return On Assets(ROA) :</a:t>
            </a:r>
          </a:p>
          <a:p>
            <a:pPr marL="0" indent="0">
              <a:buNone/>
            </a:pPr>
            <a:r>
              <a:rPr lang="en-US" sz="2400" dirty="0"/>
              <a:t>1 if it is </a:t>
            </a:r>
            <a:r>
              <a:rPr lang="en-US" sz="2400" dirty="0">
                <a:highlight>
                  <a:srgbClr val="FFFF00"/>
                </a:highlight>
              </a:rPr>
              <a:t>higher in current year </a:t>
            </a:r>
            <a:r>
              <a:rPr lang="en-US" sz="2400" dirty="0"/>
              <a:t>compared to the previous year else zero</a:t>
            </a:r>
            <a:endParaRPr lang="en-IN" sz="2400" dirty="0"/>
          </a:p>
        </p:txBody>
      </p:sp>
    </p:spTree>
    <p:extLst>
      <p:ext uri="{BB962C8B-B14F-4D97-AF65-F5344CB8AC3E}">
        <p14:creationId xmlns:p14="http://schemas.microsoft.com/office/powerpoint/2010/main" val="232642667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3EC65-D68B-9147-850C-0AF60AD454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6C1840-A4ED-F224-DC44-6893EDD60012}"/>
              </a:ext>
            </a:extLst>
          </p:cNvPr>
          <p:cNvSpPr>
            <a:spLocks noGrp="1"/>
          </p:cNvSpPr>
          <p:nvPr>
            <p:ph type="title"/>
          </p:nvPr>
        </p:nvSpPr>
        <p:spPr/>
        <p:txBody>
          <a:bodyPr>
            <a:normAutofit/>
          </a:bodyPr>
          <a:lstStyle/>
          <a:p>
            <a:pPr algn="ctr"/>
            <a:r>
              <a:rPr lang="en-US" sz="4000" b="1" dirty="0">
                <a:highlight>
                  <a:srgbClr val="FFFF00"/>
                </a:highlight>
              </a:rPr>
              <a:t>F Score -Profitability For HUL in 2025</a:t>
            </a:r>
            <a:endParaRPr lang="en-IN" sz="4000" b="1" dirty="0">
              <a:highlight>
                <a:srgbClr val="FFFF00"/>
              </a:highlight>
            </a:endParaRPr>
          </a:p>
        </p:txBody>
      </p:sp>
      <p:graphicFrame>
        <p:nvGraphicFramePr>
          <p:cNvPr id="4" name="Table 4">
            <a:extLst>
              <a:ext uri="{FF2B5EF4-FFF2-40B4-BE49-F238E27FC236}">
                <a16:creationId xmlns:a16="http://schemas.microsoft.com/office/drawing/2014/main" id="{AA8DC312-1E6D-0619-6013-CD0DA63950EB}"/>
              </a:ext>
            </a:extLst>
          </p:cNvPr>
          <p:cNvGraphicFramePr>
            <a:graphicFrameLocks noGrp="1"/>
          </p:cNvGraphicFramePr>
          <p:nvPr>
            <p:ph idx="1"/>
          </p:nvPr>
        </p:nvGraphicFramePr>
        <p:xfrm>
          <a:off x="743919" y="1825625"/>
          <a:ext cx="10609878" cy="3769360"/>
        </p:xfrm>
        <a:graphic>
          <a:graphicData uri="http://schemas.openxmlformats.org/drawingml/2006/table">
            <a:tbl>
              <a:tblPr firstRow="1" bandRow="1">
                <a:tableStyleId>{5C22544A-7EE6-4342-B048-85BDC9FD1C3A}</a:tableStyleId>
              </a:tblPr>
              <a:tblGrid>
                <a:gridCol w="3599480">
                  <a:extLst>
                    <a:ext uri="{9D8B030D-6E8A-4147-A177-3AD203B41FA5}">
                      <a16:colId xmlns:a16="http://schemas.microsoft.com/office/drawing/2014/main" val="1657150462"/>
                    </a:ext>
                  </a:extLst>
                </a:gridCol>
                <a:gridCol w="3505199">
                  <a:extLst>
                    <a:ext uri="{9D8B030D-6E8A-4147-A177-3AD203B41FA5}">
                      <a16:colId xmlns:a16="http://schemas.microsoft.com/office/drawing/2014/main" val="1260453881"/>
                    </a:ext>
                  </a:extLst>
                </a:gridCol>
                <a:gridCol w="3505199">
                  <a:extLst>
                    <a:ext uri="{9D8B030D-6E8A-4147-A177-3AD203B41FA5}">
                      <a16:colId xmlns:a16="http://schemas.microsoft.com/office/drawing/2014/main" val="1342327081"/>
                    </a:ext>
                  </a:extLst>
                </a:gridCol>
              </a:tblGrid>
              <a:tr h="370840">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370840">
                <a:tc>
                  <a:txBody>
                    <a:bodyPr/>
                    <a:lstStyle/>
                    <a:p>
                      <a:r>
                        <a:rPr lang="en-US" b="1" dirty="0"/>
                        <a:t>ROA</a:t>
                      </a:r>
                      <a:r>
                        <a:rPr lang="en-US" dirty="0"/>
                        <a:t>  ( = Reported Net Income/Total Assets)</a:t>
                      </a:r>
                      <a:endParaRPr lang="en-IN" dirty="0"/>
                    </a:p>
                  </a:txBody>
                  <a:tcPr/>
                </a:tc>
                <a:tc>
                  <a:txBody>
                    <a:bodyPr/>
                    <a:lstStyle/>
                    <a:p>
                      <a:r>
                        <a:rPr lang="en-US" dirty="0"/>
                        <a:t>10679/  79880  =  13.37 %</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747710908"/>
                  </a:ext>
                </a:extLst>
              </a:tr>
              <a:tr h="370840">
                <a:tc>
                  <a:txBody>
                    <a:bodyPr/>
                    <a:lstStyle/>
                    <a:p>
                      <a:r>
                        <a:rPr lang="en-US" b="1" dirty="0"/>
                        <a:t>CFO</a:t>
                      </a:r>
                      <a:r>
                        <a:rPr lang="en-US" dirty="0"/>
                        <a:t> ( in INR Cr)</a:t>
                      </a:r>
                      <a:endParaRPr lang="en-IN" dirty="0"/>
                    </a:p>
                  </a:txBody>
                  <a:tcPr/>
                </a:tc>
                <a:tc>
                  <a:txBody>
                    <a:bodyPr/>
                    <a:lstStyle/>
                    <a:p>
                      <a:r>
                        <a:rPr lang="en-IN" dirty="0"/>
                        <a:t>11886</a:t>
                      </a:r>
                    </a:p>
                  </a:txBody>
                  <a:tcPr/>
                </a:tc>
                <a:tc>
                  <a:txBody>
                    <a:bodyPr/>
                    <a:lstStyle/>
                    <a:p>
                      <a:r>
                        <a:rPr lang="en-US" dirty="0"/>
                        <a:t>1</a:t>
                      </a:r>
                      <a:endParaRPr lang="en-IN" dirty="0"/>
                    </a:p>
                  </a:txBody>
                  <a:tcPr/>
                </a:tc>
                <a:extLst>
                  <a:ext uri="{0D108BD9-81ED-4DB2-BD59-A6C34878D82A}">
                    <a16:rowId xmlns:a16="http://schemas.microsoft.com/office/drawing/2014/main" val="2241102518"/>
                  </a:ext>
                </a:extLst>
              </a:tr>
              <a:tr h="370840">
                <a:tc>
                  <a:txBody>
                    <a:bodyPr/>
                    <a:lstStyle/>
                    <a:p>
                      <a:r>
                        <a:rPr lang="en-US" b="1" dirty="0"/>
                        <a:t>CFO/Net Income </a:t>
                      </a:r>
                      <a:endParaRPr lang="en-IN" b="1" dirty="0"/>
                    </a:p>
                  </a:txBody>
                  <a:tcPr/>
                </a:tc>
                <a:tc>
                  <a:txBody>
                    <a:bodyPr/>
                    <a:lstStyle/>
                    <a:p>
                      <a:r>
                        <a:rPr lang="en-US" dirty="0"/>
                        <a:t>11886 /  10679  = 1.11</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3554876901"/>
                  </a:ext>
                </a:extLst>
              </a:tr>
              <a:tr h="370840">
                <a:tc>
                  <a:txBody>
                    <a:bodyPr/>
                    <a:lstStyle/>
                    <a:p>
                      <a:r>
                        <a:rPr lang="en-US" b="1" dirty="0"/>
                        <a:t>Change in ROA </a:t>
                      </a:r>
                    </a:p>
                    <a:p>
                      <a:r>
                        <a:rPr lang="en-US" dirty="0"/>
                        <a:t>(PY =  10286/ 78499 )</a:t>
                      </a:r>
                      <a:endParaRPr lang="en-IN" dirty="0"/>
                    </a:p>
                  </a:txBody>
                  <a:tcPr/>
                </a:tc>
                <a:tc>
                  <a:txBody>
                    <a:bodyPr/>
                    <a:lstStyle/>
                    <a:p>
                      <a:r>
                        <a:rPr lang="en-US" dirty="0"/>
                        <a:t>Cy ROA :   13.37 %</a:t>
                      </a:r>
                    </a:p>
                    <a:p>
                      <a:r>
                        <a:rPr lang="en-US" dirty="0"/>
                        <a:t>PY ROA : 13.10%</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90149803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6011773"/>
                  </a:ext>
                </a:extLst>
              </a:tr>
              <a:tr h="159105">
                <a:tc>
                  <a:txBody>
                    <a:bodyPr/>
                    <a:lstStyle/>
                    <a:p>
                      <a:r>
                        <a:rPr lang="en-US" b="1" dirty="0"/>
                        <a:t>Total Score on Parameter</a:t>
                      </a:r>
                      <a:endParaRPr lang="en-IN" b="1" dirty="0"/>
                    </a:p>
                  </a:txBody>
                  <a:tcPr/>
                </a:tc>
                <a:tc>
                  <a:txBody>
                    <a:bodyPr/>
                    <a:lstStyle/>
                    <a:p>
                      <a:endParaRPr lang="en-IN" b="1" dirty="0"/>
                    </a:p>
                  </a:txBody>
                  <a:tcPr/>
                </a:tc>
                <a:tc>
                  <a:txBody>
                    <a:bodyPr/>
                    <a:lstStyle/>
                    <a:p>
                      <a:r>
                        <a:rPr lang="en-US" b="1" dirty="0"/>
                        <a:t>4</a:t>
                      </a:r>
                      <a:endParaRPr lang="en-IN" b="1" dirty="0"/>
                    </a:p>
                  </a:txBody>
                  <a:tcPr/>
                </a:tc>
                <a:extLst>
                  <a:ext uri="{0D108BD9-81ED-4DB2-BD59-A6C34878D82A}">
                    <a16:rowId xmlns:a16="http://schemas.microsoft.com/office/drawing/2014/main" val="2835161304"/>
                  </a:ext>
                </a:extLst>
              </a:tr>
              <a:tr h="159105">
                <a:tc>
                  <a:txBody>
                    <a:bodyPr/>
                    <a:lstStyle/>
                    <a:p>
                      <a:r>
                        <a:rPr lang="en-US" b="1" dirty="0"/>
                        <a:t>Doing well in 4 out 4 sub- parameters </a:t>
                      </a:r>
                      <a:endParaRPr lang="en-IN" b="1" dirty="0"/>
                    </a:p>
                  </a:txBody>
                  <a:tcPr/>
                </a:tc>
                <a:tc>
                  <a:txBody>
                    <a:bodyPr/>
                    <a:lstStyle/>
                    <a:p>
                      <a:r>
                        <a:rPr lang="en-US" b="1" dirty="0"/>
                        <a:t>100 %</a:t>
                      </a:r>
                      <a:endParaRPr lang="en-IN" b="1" dirty="0"/>
                    </a:p>
                  </a:txBody>
                  <a:tcPr/>
                </a:tc>
                <a:tc>
                  <a:txBody>
                    <a:bodyPr/>
                    <a:lstStyle/>
                    <a:p>
                      <a:endParaRPr lang="en-IN" b="1" dirty="0"/>
                    </a:p>
                  </a:txBody>
                  <a:tcPr/>
                </a:tc>
                <a:extLst>
                  <a:ext uri="{0D108BD9-81ED-4DB2-BD59-A6C34878D82A}">
                    <a16:rowId xmlns:a16="http://schemas.microsoft.com/office/drawing/2014/main" val="4021663941"/>
                  </a:ext>
                </a:extLst>
              </a:tr>
            </a:tbl>
          </a:graphicData>
        </a:graphic>
      </p:graphicFrame>
    </p:spTree>
    <p:extLst>
      <p:ext uri="{BB962C8B-B14F-4D97-AF65-F5344CB8AC3E}">
        <p14:creationId xmlns:p14="http://schemas.microsoft.com/office/powerpoint/2010/main" val="201838309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8007B-7261-47FD-B19B-7557044ECB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E8A0A4-4E9F-3D14-F0F4-8D7C7DFF0508}"/>
              </a:ext>
            </a:extLst>
          </p:cNvPr>
          <p:cNvSpPr>
            <a:spLocks noGrp="1"/>
          </p:cNvSpPr>
          <p:nvPr>
            <p:ph type="title"/>
          </p:nvPr>
        </p:nvSpPr>
        <p:spPr/>
        <p:txBody>
          <a:bodyPr/>
          <a:lstStyle/>
          <a:p>
            <a:pPr algn="ctr"/>
            <a:r>
              <a:rPr lang="en-US" b="1" dirty="0"/>
              <a:t>2. Leverage, Liquidity &amp; Source of Funding</a:t>
            </a:r>
            <a:br>
              <a:rPr lang="en-US" b="1" dirty="0"/>
            </a:br>
            <a:r>
              <a:rPr lang="en-US" b="1" dirty="0"/>
              <a:t>( 3 sub-parameters) </a:t>
            </a:r>
            <a:endParaRPr lang="en-IN" b="1" dirty="0"/>
          </a:p>
        </p:txBody>
      </p:sp>
      <p:sp>
        <p:nvSpPr>
          <p:cNvPr id="3" name="Content Placeholder 2">
            <a:extLst>
              <a:ext uri="{FF2B5EF4-FFF2-40B4-BE49-F238E27FC236}">
                <a16:creationId xmlns:a16="http://schemas.microsoft.com/office/drawing/2014/main" id="{4BBB17B7-9C11-B61F-D812-ADD1BB80DA73}"/>
              </a:ext>
            </a:extLst>
          </p:cNvPr>
          <p:cNvSpPr>
            <a:spLocks noGrp="1"/>
          </p:cNvSpPr>
          <p:nvPr>
            <p:ph idx="1"/>
          </p:nvPr>
        </p:nvSpPr>
        <p:spPr/>
        <p:txBody>
          <a:bodyPr/>
          <a:lstStyle/>
          <a:p>
            <a:pPr marL="514350" indent="-514350">
              <a:buAutoNum type="alphaLcParenBoth"/>
            </a:pPr>
            <a:r>
              <a:rPr lang="en-US" u="sng" dirty="0"/>
              <a:t>Current Ratio</a:t>
            </a:r>
          </a:p>
          <a:p>
            <a:pPr marL="0" indent="0">
              <a:buNone/>
            </a:pPr>
            <a:r>
              <a:rPr lang="en-US" dirty="0"/>
              <a:t>1 If current year CR is </a:t>
            </a:r>
            <a:r>
              <a:rPr lang="en-US" dirty="0">
                <a:highlight>
                  <a:srgbClr val="FFFF00"/>
                </a:highlight>
              </a:rPr>
              <a:t>higher than</a:t>
            </a:r>
            <a:r>
              <a:rPr lang="en-US" dirty="0"/>
              <a:t> that of previous year else zero</a:t>
            </a:r>
          </a:p>
          <a:p>
            <a:pPr marL="0" indent="0">
              <a:buNone/>
            </a:pPr>
            <a:r>
              <a:rPr lang="en-US" b="1" u="sng" dirty="0"/>
              <a:t>(b)Gearing (Leverage)</a:t>
            </a:r>
          </a:p>
          <a:p>
            <a:pPr marL="0" indent="0">
              <a:buNone/>
            </a:pPr>
            <a:r>
              <a:rPr lang="en-US" dirty="0"/>
              <a:t>1 if current year </a:t>
            </a:r>
            <a:r>
              <a:rPr lang="en-US" dirty="0">
                <a:highlight>
                  <a:srgbClr val="FFFF00"/>
                </a:highlight>
              </a:rPr>
              <a:t>LTD in absolute amount is lower than </a:t>
            </a:r>
            <a:r>
              <a:rPr lang="en-US" dirty="0"/>
              <a:t>the previous year else zero</a:t>
            </a:r>
          </a:p>
          <a:p>
            <a:pPr marL="0" indent="0">
              <a:buNone/>
            </a:pPr>
            <a:r>
              <a:rPr lang="en-US" dirty="0"/>
              <a:t>(</a:t>
            </a:r>
            <a:r>
              <a:rPr lang="en-US" b="1" u="sng" dirty="0"/>
              <a:t>C )Issue of Equity Capital</a:t>
            </a:r>
          </a:p>
          <a:p>
            <a:pPr marL="0" indent="0">
              <a:buNone/>
            </a:pPr>
            <a:r>
              <a:rPr lang="en-US" dirty="0"/>
              <a:t>1 if there is </a:t>
            </a:r>
            <a:r>
              <a:rPr lang="en-US" dirty="0">
                <a:highlight>
                  <a:srgbClr val="FFFF00"/>
                </a:highlight>
              </a:rPr>
              <a:t>no equity issuance </a:t>
            </a:r>
            <a:r>
              <a:rPr lang="en-US" dirty="0"/>
              <a:t>else it is Zero</a:t>
            </a:r>
            <a:endParaRPr lang="en-IN" dirty="0"/>
          </a:p>
        </p:txBody>
      </p:sp>
    </p:spTree>
    <p:extLst>
      <p:ext uri="{BB962C8B-B14F-4D97-AF65-F5344CB8AC3E}">
        <p14:creationId xmlns:p14="http://schemas.microsoft.com/office/powerpoint/2010/main" val="273026995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F3665-29A4-DE3A-E443-0C939324D2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6B60D1-E8F4-08DE-F579-7E67430A5DE4}"/>
              </a:ext>
            </a:extLst>
          </p:cNvPr>
          <p:cNvSpPr>
            <a:spLocks noGrp="1"/>
          </p:cNvSpPr>
          <p:nvPr>
            <p:ph type="title"/>
          </p:nvPr>
        </p:nvSpPr>
        <p:spPr/>
        <p:txBody>
          <a:bodyPr/>
          <a:lstStyle/>
          <a:p>
            <a:pPr algn="ctr"/>
            <a:r>
              <a:rPr lang="en-US" b="1" dirty="0"/>
              <a:t>F Score –Liquidity, Leverage &amp; source of funding For </a:t>
            </a:r>
            <a:r>
              <a:rPr lang="en-US" b="1" u="sng" dirty="0"/>
              <a:t>HUL</a:t>
            </a:r>
            <a:r>
              <a:rPr lang="en-US" b="1" dirty="0"/>
              <a:t> in 2025</a:t>
            </a:r>
            <a:endParaRPr lang="en-IN" b="1" dirty="0"/>
          </a:p>
        </p:txBody>
      </p:sp>
      <p:graphicFrame>
        <p:nvGraphicFramePr>
          <p:cNvPr id="4" name="Table 4">
            <a:extLst>
              <a:ext uri="{FF2B5EF4-FFF2-40B4-BE49-F238E27FC236}">
                <a16:creationId xmlns:a16="http://schemas.microsoft.com/office/drawing/2014/main" id="{700ECA39-7B4D-07CA-7198-E5919CD95F3B}"/>
              </a:ext>
            </a:extLst>
          </p:cNvPr>
          <p:cNvGraphicFramePr>
            <a:graphicFrameLocks noGrp="1"/>
          </p:cNvGraphicFramePr>
          <p:nvPr>
            <p:ph idx="1"/>
            <p:extLst>
              <p:ext uri="{D42A27DB-BD31-4B8C-83A1-F6EECF244321}">
                <p14:modId xmlns:p14="http://schemas.microsoft.com/office/powerpoint/2010/main" val="2297275820"/>
              </p:ext>
            </p:extLst>
          </p:nvPr>
        </p:nvGraphicFramePr>
        <p:xfrm>
          <a:off x="838200" y="1825625"/>
          <a:ext cx="10515597" cy="3774440"/>
        </p:xfrm>
        <a:graphic>
          <a:graphicData uri="http://schemas.openxmlformats.org/drawingml/2006/table">
            <a:tbl>
              <a:tblPr firstRow="1" bandRow="1">
                <a:tableStyleId>{21E4AEA4-8DFA-4A89-87EB-49C32662AFE0}</a:tableStyleId>
              </a:tblPr>
              <a:tblGrid>
                <a:gridCol w="3505199">
                  <a:extLst>
                    <a:ext uri="{9D8B030D-6E8A-4147-A177-3AD203B41FA5}">
                      <a16:colId xmlns:a16="http://schemas.microsoft.com/office/drawing/2014/main" val="1657150462"/>
                    </a:ext>
                  </a:extLst>
                </a:gridCol>
                <a:gridCol w="3505199">
                  <a:extLst>
                    <a:ext uri="{9D8B030D-6E8A-4147-A177-3AD203B41FA5}">
                      <a16:colId xmlns:a16="http://schemas.microsoft.com/office/drawing/2014/main" val="1260453881"/>
                    </a:ext>
                  </a:extLst>
                </a:gridCol>
                <a:gridCol w="3505199">
                  <a:extLst>
                    <a:ext uri="{9D8B030D-6E8A-4147-A177-3AD203B41FA5}">
                      <a16:colId xmlns:a16="http://schemas.microsoft.com/office/drawing/2014/main" val="1342327081"/>
                    </a:ext>
                  </a:extLst>
                </a:gridCol>
              </a:tblGrid>
              <a:tr h="370840">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370840">
                <a:tc>
                  <a:txBody>
                    <a:bodyPr/>
                    <a:lstStyle/>
                    <a:p>
                      <a:r>
                        <a:rPr lang="en-US" b="1" dirty="0"/>
                        <a:t>Current Ratio </a:t>
                      </a:r>
                      <a:r>
                        <a:rPr lang="en-US" dirty="0"/>
                        <a:t>CY &amp; Prev. Year (CA/CL) </a:t>
                      </a:r>
                      <a:endParaRPr lang="en-IN" dirty="0"/>
                    </a:p>
                  </a:txBody>
                  <a:tcPr/>
                </a:tc>
                <a:tc>
                  <a:txBody>
                    <a:bodyPr/>
                    <a:lstStyle/>
                    <a:p>
                      <a:r>
                        <a:rPr lang="en-US" b="1" dirty="0"/>
                        <a:t>CY</a:t>
                      </a:r>
                      <a:r>
                        <a:rPr lang="en-US" dirty="0"/>
                        <a:t> = 22051 / 16537  = 1.33</a:t>
                      </a:r>
                    </a:p>
                    <a:p>
                      <a:r>
                        <a:rPr lang="en-US" b="1" dirty="0"/>
                        <a:t>PY</a:t>
                      </a:r>
                      <a:r>
                        <a:rPr lang="en-US" b="0" dirty="0"/>
                        <a:t>= </a:t>
                      </a:r>
                      <a:r>
                        <a:rPr lang="en-US" b="1" dirty="0"/>
                        <a:t> </a:t>
                      </a:r>
                      <a:r>
                        <a:rPr lang="en-US" b="0" dirty="0"/>
                        <a:t>21324</a:t>
                      </a:r>
                      <a:r>
                        <a:rPr lang="en-US" dirty="0"/>
                        <a:t>/  12876= 1.66</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747710908"/>
                  </a:ext>
                </a:extLst>
              </a:tr>
              <a:tr h="370840">
                <a:tc>
                  <a:txBody>
                    <a:bodyPr/>
                    <a:lstStyle/>
                    <a:p>
                      <a:r>
                        <a:rPr lang="en-US" dirty="0"/>
                        <a:t>Current year</a:t>
                      </a:r>
                      <a:r>
                        <a:rPr lang="en-US" b="1" dirty="0"/>
                        <a:t> LTD </a:t>
                      </a:r>
                      <a:r>
                        <a:rPr lang="en-US" dirty="0"/>
                        <a:t>&amp; that of previous year </a:t>
                      </a:r>
                      <a:endParaRPr lang="en-IN" dirty="0"/>
                    </a:p>
                  </a:txBody>
                  <a:tcPr/>
                </a:tc>
                <a:tc>
                  <a:txBody>
                    <a:bodyPr/>
                    <a:lstStyle/>
                    <a:p>
                      <a:r>
                        <a:rPr lang="en-US" b="1" dirty="0"/>
                        <a:t>CY:  0</a:t>
                      </a:r>
                      <a:endParaRPr lang="en-US" dirty="0"/>
                    </a:p>
                    <a:p>
                      <a:r>
                        <a:rPr lang="en-US" b="1" dirty="0"/>
                        <a:t>PY:  0</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241102518"/>
                  </a:ext>
                </a:extLst>
              </a:tr>
              <a:tr h="370840">
                <a:tc>
                  <a:txBody>
                    <a:bodyPr/>
                    <a:lstStyle/>
                    <a:p>
                      <a:r>
                        <a:rPr lang="en-US" b="1" dirty="0"/>
                        <a:t>Equity issuance </a:t>
                      </a:r>
                      <a:endParaRPr lang="en-IN" b="1" dirty="0"/>
                    </a:p>
                  </a:txBody>
                  <a:tcPr/>
                </a:tc>
                <a:tc>
                  <a:txBody>
                    <a:bodyPr/>
                    <a:lstStyle/>
                    <a:p>
                      <a:r>
                        <a:rPr lang="en-US" dirty="0"/>
                        <a:t>No </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355487690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90149803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6011773"/>
                  </a:ext>
                </a:extLst>
              </a:tr>
              <a:tr h="370840">
                <a:tc>
                  <a:txBody>
                    <a:bodyPr/>
                    <a:lstStyle/>
                    <a:p>
                      <a:r>
                        <a:rPr lang="en-US" b="1" dirty="0"/>
                        <a:t>Total Score on Parameter </a:t>
                      </a:r>
                      <a:endParaRPr lang="en-IN" b="1" dirty="0"/>
                    </a:p>
                  </a:txBody>
                  <a:tcPr/>
                </a:tc>
                <a:tc>
                  <a:txBody>
                    <a:bodyPr/>
                    <a:lstStyle/>
                    <a:p>
                      <a:endParaRPr lang="en-IN" b="1" dirty="0"/>
                    </a:p>
                  </a:txBody>
                  <a:tcPr/>
                </a:tc>
                <a:tc>
                  <a:txBody>
                    <a:bodyPr/>
                    <a:lstStyle/>
                    <a:p>
                      <a:r>
                        <a:rPr lang="en-US" b="1" dirty="0"/>
                        <a:t>2</a:t>
                      </a:r>
                      <a:endParaRPr lang="en-IN" b="1" dirty="0"/>
                    </a:p>
                  </a:txBody>
                  <a:tcPr/>
                </a:tc>
                <a:extLst>
                  <a:ext uri="{0D108BD9-81ED-4DB2-BD59-A6C34878D82A}">
                    <a16:rowId xmlns:a16="http://schemas.microsoft.com/office/drawing/2014/main" val="2835161304"/>
                  </a:ext>
                </a:extLst>
              </a:tr>
              <a:tr h="370840">
                <a:tc>
                  <a:txBody>
                    <a:bodyPr/>
                    <a:lstStyle/>
                    <a:p>
                      <a:r>
                        <a:rPr lang="en-US" b="1" dirty="0"/>
                        <a:t>Doing well in 2 out 3 sub- parameters </a:t>
                      </a:r>
                      <a:endParaRPr lang="en-IN" b="1" dirty="0"/>
                    </a:p>
                  </a:txBody>
                  <a:tcPr/>
                </a:tc>
                <a:tc>
                  <a:txBody>
                    <a:bodyPr/>
                    <a:lstStyle/>
                    <a:p>
                      <a:r>
                        <a:rPr lang="en-US" b="1" dirty="0"/>
                        <a:t>66.67 %</a:t>
                      </a:r>
                      <a:endParaRPr lang="en-IN" b="1" dirty="0"/>
                    </a:p>
                  </a:txBody>
                  <a:tcPr/>
                </a:tc>
                <a:tc>
                  <a:txBody>
                    <a:bodyPr/>
                    <a:lstStyle/>
                    <a:p>
                      <a:endParaRPr lang="en-IN" b="1" dirty="0"/>
                    </a:p>
                  </a:txBody>
                  <a:tcPr/>
                </a:tc>
                <a:extLst>
                  <a:ext uri="{0D108BD9-81ED-4DB2-BD59-A6C34878D82A}">
                    <a16:rowId xmlns:a16="http://schemas.microsoft.com/office/drawing/2014/main" val="3625229051"/>
                  </a:ext>
                </a:extLst>
              </a:tr>
            </a:tbl>
          </a:graphicData>
        </a:graphic>
      </p:graphicFrame>
    </p:spTree>
    <p:extLst>
      <p:ext uri="{BB962C8B-B14F-4D97-AF65-F5344CB8AC3E}">
        <p14:creationId xmlns:p14="http://schemas.microsoft.com/office/powerpoint/2010/main" val="64580795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A2CA8-C08C-561B-F152-E3419591EA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98690F-AE3E-7745-271C-EB703290A0A2}"/>
              </a:ext>
            </a:extLst>
          </p:cNvPr>
          <p:cNvSpPr>
            <a:spLocks noGrp="1"/>
          </p:cNvSpPr>
          <p:nvPr>
            <p:ph type="title"/>
          </p:nvPr>
        </p:nvSpPr>
        <p:spPr/>
        <p:txBody>
          <a:bodyPr/>
          <a:lstStyle/>
          <a:p>
            <a:pPr algn="ctr"/>
            <a:r>
              <a:rPr lang="en-US" b="1" dirty="0"/>
              <a:t>3. Operating  Efficiency ( 2 Sub –Parameters) </a:t>
            </a:r>
            <a:endParaRPr lang="en-IN" b="1" dirty="0"/>
          </a:p>
        </p:txBody>
      </p:sp>
      <p:sp>
        <p:nvSpPr>
          <p:cNvPr id="3" name="Content Placeholder 2">
            <a:extLst>
              <a:ext uri="{FF2B5EF4-FFF2-40B4-BE49-F238E27FC236}">
                <a16:creationId xmlns:a16="http://schemas.microsoft.com/office/drawing/2014/main" id="{304EC57F-A973-EAB8-0D04-C502102E7D29}"/>
              </a:ext>
            </a:extLst>
          </p:cNvPr>
          <p:cNvSpPr>
            <a:spLocks noGrp="1"/>
          </p:cNvSpPr>
          <p:nvPr>
            <p:ph idx="1"/>
          </p:nvPr>
        </p:nvSpPr>
        <p:spPr/>
        <p:txBody>
          <a:bodyPr/>
          <a:lstStyle/>
          <a:p>
            <a:pPr marL="514350" indent="-514350">
              <a:buAutoNum type="alphaLcParenBoth"/>
            </a:pPr>
            <a:r>
              <a:rPr lang="en-US" b="1" u="sng" dirty="0"/>
              <a:t>Gross Profit Margin</a:t>
            </a:r>
          </a:p>
          <a:p>
            <a:pPr marL="0" indent="0">
              <a:buNone/>
            </a:pPr>
            <a:r>
              <a:rPr lang="en-US" dirty="0"/>
              <a:t>1 if CY GPM is </a:t>
            </a:r>
            <a:r>
              <a:rPr lang="en-US" dirty="0">
                <a:highlight>
                  <a:srgbClr val="FFFF00"/>
                </a:highlight>
              </a:rPr>
              <a:t>higher than </a:t>
            </a:r>
            <a:r>
              <a:rPr lang="en-US" dirty="0"/>
              <a:t>that of previous year else zero</a:t>
            </a:r>
          </a:p>
          <a:p>
            <a:pPr marL="0" indent="0">
              <a:buNone/>
            </a:pPr>
            <a:r>
              <a:rPr lang="en-US" b="1" u="sng" dirty="0"/>
              <a:t>(b)Asset Turn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1 if CY </a:t>
            </a:r>
            <a:r>
              <a:rPr kumimoji="0" lang="en-US" sz="2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Asset Turn is higher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than that of previous year else zero</a:t>
            </a:r>
          </a:p>
          <a:p>
            <a:pPr marL="0" indent="0">
              <a:buNone/>
            </a:pPr>
            <a:endParaRPr lang="en-IN" dirty="0"/>
          </a:p>
        </p:txBody>
      </p:sp>
    </p:spTree>
    <p:extLst>
      <p:ext uri="{BB962C8B-B14F-4D97-AF65-F5344CB8AC3E}">
        <p14:creationId xmlns:p14="http://schemas.microsoft.com/office/powerpoint/2010/main" val="10683895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C1F34-639D-E6CC-A317-9039345A1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504307-D0DF-D2B8-FFFA-179DCA55A6FB}"/>
              </a:ext>
            </a:extLst>
          </p:cNvPr>
          <p:cNvSpPr>
            <a:spLocks noGrp="1"/>
          </p:cNvSpPr>
          <p:nvPr>
            <p:ph type="title"/>
          </p:nvPr>
        </p:nvSpPr>
        <p:spPr>
          <a:xfrm>
            <a:off x="838200" y="-339633"/>
            <a:ext cx="10515600" cy="2030322"/>
          </a:xfrm>
        </p:spPr>
        <p:txBody>
          <a:bodyPr/>
          <a:lstStyle/>
          <a:p>
            <a:pPr algn="ctr"/>
            <a:r>
              <a:rPr lang="en-US" b="1" dirty="0"/>
              <a:t>F Score –Operating Efficiency For </a:t>
            </a:r>
            <a:r>
              <a:rPr lang="en-US" b="1" u="sng" dirty="0"/>
              <a:t>HUL</a:t>
            </a:r>
            <a:r>
              <a:rPr lang="en-US" b="1" dirty="0"/>
              <a:t> in 2025</a:t>
            </a:r>
            <a:endParaRPr lang="en-IN" b="1" dirty="0"/>
          </a:p>
        </p:txBody>
      </p:sp>
      <p:graphicFrame>
        <p:nvGraphicFramePr>
          <p:cNvPr id="4" name="Table 4">
            <a:extLst>
              <a:ext uri="{FF2B5EF4-FFF2-40B4-BE49-F238E27FC236}">
                <a16:creationId xmlns:a16="http://schemas.microsoft.com/office/drawing/2014/main" id="{6B60B5ED-23B9-4F97-95EB-AEC560931495}"/>
              </a:ext>
            </a:extLst>
          </p:cNvPr>
          <p:cNvGraphicFramePr>
            <a:graphicFrameLocks noGrp="1"/>
          </p:cNvGraphicFramePr>
          <p:nvPr>
            <p:ph idx="1"/>
            <p:extLst>
              <p:ext uri="{D42A27DB-BD31-4B8C-83A1-F6EECF244321}">
                <p14:modId xmlns:p14="http://schemas.microsoft.com/office/powerpoint/2010/main" val="1210675815"/>
              </p:ext>
            </p:extLst>
          </p:nvPr>
        </p:nvGraphicFramePr>
        <p:xfrm>
          <a:off x="352698" y="1097280"/>
          <a:ext cx="11001100" cy="4762059"/>
        </p:xfrm>
        <a:graphic>
          <a:graphicData uri="http://schemas.openxmlformats.org/drawingml/2006/table">
            <a:tbl>
              <a:tblPr firstRow="1" bandRow="1">
                <a:tableStyleId>{F5AB1C69-6EDB-4FF4-983F-18BD219EF322}</a:tableStyleId>
              </a:tblPr>
              <a:tblGrid>
                <a:gridCol w="3892598">
                  <a:extLst>
                    <a:ext uri="{9D8B030D-6E8A-4147-A177-3AD203B41FA5}">
                      <a16:colId xmlns:a16="http://schemas.microsoft.com/office/drawing/2014/main" val="1657150462"/>
                    </a:ext>
                  </a:extLst>
                </a:gridCol>
                <a:gridCol w="5832599">
                  <a:extLst>
                    <a:ext uri="{9D8B030D-6E8A-4147-A177-3AD203B41FA5}">
                      <a16:colId xmlns:a16="http://schemas.microsoft.com/office/drawing/2014/main" val="1260453881"/>
                    </a:ext>
                  </a:extLst>
                </a:gridCol>
                <a:gridCol w="1275903">
                  <a:extLst>
                    <a:ext uri="{9D8B030D-6E8A-4147-A177-3AD203B41FA5}">
                      <a16:colId xmlns:a16="http://schemas.microsoft.com/office/drawing/2014/main" val="1342327081"/>
                    </a:ext>
                  </a:extLst>
                </a:gridCol>
              </a:tblGrid>
              <a:tr h="422926">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729982">
                <a:tc>
                  <a:txBody>
                    <a:bodyPr/>
                    <a:lstStyle/>
                    <a:p>
                      <a:r>
                        <a:rPr lang="en-US" b="1" dirty="0"/>
                        <a:t>GPM</a:t>
                      </a:r>
                      <a:r>
                        <a:rPr lang="en-US" dirty="0"/>
                        <a:t> CY &amp; Prev. Year </a:t>
                      </a:r>
                    </a:p>
                    <a:p>
                      <a:r>
                        <a:rPr lang="en-US" dirty="0"/>
                        <a:t>GPM= (Net </a:t>
                      </a:r>
                      <a:r>
                        <a:rPr lang="en-US" dirty="0" err="1"/>
                        <a:t>op.Rev</a:t>
                      </a:r>
                      <a:r>
                        <a:rPr lang="en-US" dirty="0"/>
                        <a:t>- CGS/Net </a:t>
                      </a:r>
                      <a:r>
                        <a:rPr lang="en-US" dirty="0" err="1"/>
                        <a:t>Op.Rev</a:t>
                      </a:r>
                      <a:r>
                        <a:rPr lang="en-US" dirty="0"/>
                        <a:t>) *100</a:t>
                      </a:r>
                      <a:endParaRPr lang="en-IN" dirty="0"/>
                    </a:p>
                  </a:txBody>
                  <a:tcPr/>
                </a:tc>
                <a:tc>
                  <a:txBody>
                    <a:bodyPr/>
                    <a:lstStyle/>
                    <a:p>
                      <a:r>
                        <a:rPr lang="en-US" dirty="0"/>
                        <a:t>CY =27278 /   62288 =  43.79 %</a:t>
                      </a:r>
                    </a:p>
                    <a:p>
                      <a:r>
                        <a:rPr lang="en-US" dirty="0"/>
                        <a:t>PY=   26981 /  60966=  44.26 %</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747710908"/>
                  </a:ext>
                </a:extLst>
              </a:tr>
              <a:tr h="422926">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241102518"/>
                  </a:ext>
                </a:extLst>
              </a:tr>
              <a:tr h="729982">
                <a:tc>
                  <a:txBody>
                    <a:bodyPr/>
                    <a:lstStyle/>
                    <a:p>
                      <a:r>
                        <a:rPr lang="en-US" b="1" dirty="0"/>
                        <a:t>Asset Turn </a:t>
                      </a:r>
                      <a:r>
                        <a:rPr lang="en-US" dirty="0"/>
                        <a:t>CY&amp; PY</a:t>
                      </a:r>
                    </a:p>
                    <a:p>
                      <a:r>
                        <a:rPr lang="en-US" dirty="0"/>
                        <a:t>(= Net </a:t>
                      </a:r>
                      <a:r>
                        <a:rPr lang="en-US" dirty="0" err="1"/>
                        <a:t>op.Revenue</a:t>
                      </a:r>
                      <a:r>
                        <a:rPr lang="en-US" dirty="0"/>
                        <a:t>/ Total Assets)</a:t>
                      </a:r>
                      <a:endParaRPr lang="en-IN" dirty="0"/>
                    </a:p>
                  </a:txBody>
                  <a:tcPr/>
                </a:tc>
                <a:tc>
                  <a:txBody>
                    <a:bodyPr/>
                    <a:lstStyle/>
                    <a:p>
                      <a:r>
                        <a:rPr lang="en-US" dirty="0"/>
                        <a:t>CY = 62288 /  79880= 0 . 7798Times</a:t>
                      </a:r>
                    </a:p>
                    <a:p>
                      <a:r>
                        <a:rPr lang="en-US" dirty="0"/>
                        <a:t>PY = 60966/ 78499  = 0.7766 Times </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3554876901"/>
                  </a:ext>
                </a:extLst>
              </a:tr>
              <a:tr h="422926">
                <a:tc>
                  <a:txBody>
                    <a:bodyPr/>
                    <a:lstStyle/>
                    <a:p>
                      <a:r>
                        <a:rPr lang="en-US" b="1" dirty="0"/>
                        <a:t>Total Score on Parameter </a:t>
                      </a:r>
                      <a:endParaRPr lang="en-IN" b="1" dirty="0"/>
                    </a:p>
                  </a:txBody>
                  <a:tcPr/>
                </a:tc>
                <a:tc>
                  <a:txBody>
                    <a:bodyPr/>
                    <a:lstStyle/>
                    <a:p>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835161304"/>
                  </a:ext>
                </a:extLst>
              </a:tr>
              <a:tr h="1848899">
                <a:tc>
                  <a:txBody>
                    <a:bodyPr/>
                    <a:lstStyle/>
                    <a:p>
                      <a:r>
                        <a:rPr lang="en-US" b="1" dirty="0"/>
                        <a:t>CGS</a:t>
                      </a:r>
                      <a:r>
                        <a:rPr lang="en-US" dirty="0"/>
                        <a:t> = </a:t>
                      </a:r>
                      <a:r>
                        <a:rPr lang="en-US" b="1" dirty="0"/>
                        <a:t>Cost of material consumed </a:t>
                      </a:r>
                      <a:r>
                        <a:rPr lang="en-US" dirty="0"/>
                        <a:t>+ purchase of stock in trade + </a:t>
                      </a:r>
                      <a:r>
                        <a:rPr lang="en-US" b="1" dirty="0"/>
                        <a:t>Operating and direct expenses +_</a:t>
                      </a:r>
                      <a:r>
                        <a:rPr lang="en-US" b="0" dirty="0"/>
                        <a:t>Changes in inventories of FG,WIP and stock in trade </a:t>
                      </a:r>
                      <a:r>
                        <a:rPr lang="en-US" b="1" dirty="0"/>
                        <a:t>+ </a:t>
                      </a:r>
                      <a:r>
                        <a:rPr lang="en-US" b="0" dirty="0"/>
                        <a:t>Employee Benefit expenses + D &amp; A</a:t>
                      </a:r>
                      <a:endParaRPr lang="en-IN" b="0" dirty="0"/>
                    </a:p>
                  </a:txBody>
                  <a:tcPr/>
                </a:tc>
                <a:tc>
                  <a:txBody>
                    <a:bodyPr/>
                    <a:lstStyle/>
                    <a:p>
                      <a:r>
                        <a:rPr lang="en-US" dirty="0"/>
                        <a:t>CY:  19458+11273+0- 153 +3077 +1355 = 35010</a:t>
                      </a:r>
                    </a:p>
                    <a:p>
                      <a:r>
                        <a:rPr lang="en-US" dirty="0"/>
                        <a:t>PY: </a:t>
                      </a:r>
                      <a:r>
                        <a:rPr kumimoji="0" lang="en-US" sz="1800" b="0" i="0" u="none" strike="noStrike" kern="1200" cap="none" spc="0" normalizeH="0" baseline="0" noProof="0" dirty="0">
                          <a:ln>
                            <a:noFill/>
                          </a:ln>
                          <a:solidFill>
                            <a:prstClr val="black"/>
                          </a:solidFill>
                          <a:effectLst/>
                          <a:uLnTx/>
                          <a:uFillTx/>
                          <a:latin typeface="+mn-lt"/>
                          <a:ea typeface="+mn-ea"/>
                          <a:cs typeface="+mn-cs"/>
                        </a:rPr>
                        <a:t>19257 + 10514 + 0 – 11 + 3009 + 1216  = 33985</a:t>
                      </a:r>
                      <a:endParaRPr lang="en-IN" dirty="0"/>
                    </a:p>
                  </a:txBody>
                  <a:tcPr/>
                </a:tc>
                <a:tc>
                  <a:txBody>
                    <a:bodyPr/>
                    <a:lstStyle/>
                    <a:p>
                      <a:endParaRPr lang="en-IN" dirty="0"/>
                    </a:p>
                  </a:txBody>
                  <a:tcPr/>
                </a:tc>
                <a:extLst>
                  <a:ext uri="{0D108BD9-81ED-4DB2-BD59-A6C34878D82A}">
                    <a16:rowId xmlns:a16="http://schemas.microsoft.com/office/drawing/2014/main" val="3383887879"/>
                  </a:ext>
                </a:extLst>
              </a:tr>
            </a:tbl>
          </a:graphicData>
        </a:graphic>
      </p:graphicFrame>
    </p:spTree>
    <p:extLst>
      <p:ext uri="{BB962C8B-B14F-4D97-AF65-F5344CB8AC3E}">
        <p14:creationId xmlns:p14="http://schemas.microsoft.com/office/powerpoint/2010/main" val="147480806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D0A86-6B95-CFDD-536C-E5C23659A8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E51593-F300-18B5-17A4-4834976B4A9B}"/>
              </a:ext>
            </a:extLst>
          </p:cNvPr>
          <p:cNvSpPr>
            <a:spLocks noGrp="1"/>
          </p:cNvSpPr>
          <p:nvPr>
            <p:ph type="title"/>
          </p:nvPr>
        </p:nvSpPr>
        <p:spPr/>
        <p:txBody>
          <a:bodyPr/>
          <a:lstStyle/>
          <a:p>
            <a:pPr algn="ctr"/>
            <a:r>
              <a:rPr lang="en-US" dirty="0"/>
              <a:t> </a:t>
            </a:r>
            <a:r>
              <a:rPr lang="en-US" b="1" dirty="0"/>
              <a:t>Inference Guidelines on F Score </a:t>
            </a:r>
            <a:endParaRPr lang="en-IN" b="1" dirty="0"/>
          </a:p>
        </p:txBody>
      </p:sp>
      <p:sp>
        <p:nvSpPr>
          <p:cNvPr id="3" name="Content Placeholder 2">
            <a:extLst>
              <a:ext uri="{FF2B5EF4-FFF2-40B4-BE49-F238E27FC236}">
                <a16:creationId xmlns:a16="http://schemas.microsoft.com/office/drawing/2014/main" id="{DD54C187-8EAC-6F86-16ED-F51F9C0DDD08}"/>
              </a:ext>
            </a:extLst>
          </p:cNvPr>
          <p:cNvSpPr>
            <a:spLocks noGrp="1"/>
          </p:cNvSpPr>
          <p:nvPr>
            <p:ph idx="1"/>
          </p:nvPr>
        </p:nvSpPr>
        <p:spPr/>
        <p:txBody>
          <a:bodyPr/>
          <a:lstStyle/>
          <a:p>
            <a:r>
              <a:rPr lang="en-US" b="1" dirty="0"/>
              <a:t>Score of 8 or 9 : </a:t>
            </a:r>
            <a:r>
              <a:rPr lang="en-US" dirty="0"/>
              <a:t>Good </a:t>
            </a:r>
          </a:p>
          <a:p>
            <a:r>
              <a:rPr lang="en-US" b="1" dirty="0"/>
              <a:t>Score 0-2 : </a:t>
            </a:r>
            <a:r>
              <a:rPr lang="en-US" dirty="0"/>
              <a:t>Weak </a:t>
            </a:r>
          </a:p>
          <a:p>
            <a:r>
              <a:rPr lang="en-US" b="1" dirty="0"/>
              <a:t>Score of 3-7 : </a:t>
            </a:r>
            <a:r>
              <a:rPr lang="en-US" dirty="0"/>
              <a:t>Grey Zone</a:t>
            </a:r>
          </a:p>
          <a:p>
            <a:r>
              <a:rPr lang="en-US" dirty="0"/>
              <a:t>Less then 6 – don’t proceed with further valuation </a:t>
            </a:r>
            <a:endParaRPr lang="en-IN" dirty="0"/>
          </a:p>
        </p:txBody>
      </p:sp>
    </p:spTree>
    <p:extLst>
      <p:ext uri="{BB962C8B-B14F-4D97-AF65-F5344CB8AC3E}">
        <p14:creationId xmlns:p14="http://schemas.microsoft.com/office/powerpoint/2010/main" val="391557027"/>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5CDB7-AB1B-67AC-0706-2587DBA342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0D95BC-398F-95D1-02E1-7CD778E0DE4A}"/>
              </a:ext>
            </a:extLst>
          </p:cNvPr>
          <p:cNvSpPr>
            <a:spLocks noGrp="1"/>
          </p:cNvSpPr>
          <p:nvPr>
            <p:ph type="title"/>
          </p:nvPr>
        </p:nvSpPr>
        <p:spPr/>
        <p:txBody>
          <a:bodyPr/>
          <a:lstStyle/>
          <a:p>
            <a:pPr algn="ctr"/>
            <a:r>
              <a:rPr lang="en-US" b="1" dirty="0"/>
              <a:t>HUL’s F Score in 2025</a:t>
            </a:r>
            <a:endParaRPr lang="en-IN" b="1" dirty="0"/>
          </a:p>
        </p:txBody>
      </p:sp>
      <p:graphicFrame>
        <p:nvGraphicFramePr>
          <p:cNvPr id="4" name="Table 4">
            <a:extLst>
              <a:ext uri="{FF2B5EF4-FFF2-40B4-BE49-F238E27FC236}">
                <a16:creationId xmlns:a16="http://schemas.microsoft.com/office/drawing/2014/main" id="{02D10AA1-4FFA-5C18-9C76-2FC61461928D}"/>
              </a:ext>
            </a:extLst>
          </p:cNvPr>
          <p:cNvGraphicFramePr>
            <a:graphicFrameLocks noGrp="1"/>
          </p:cNvGraphicFramePr>
          <p:nvPr>
            <p:ph idx="1"/>
          </p:nvPr>
        </p:nvGraphicFramePr>
        <p:xfrm>
          <a:off x="838200" y="1825625"/>
          <a:ext cx="10515600" cy="2595880"/>
        </p:xfrm>
        <a:graphic>
          <a:graphicData uri="http://schemas.openxmlformats.org/drawingml/2006/table">
            <a:tbl>
              <a:tblPr firstRow="1" bandRow="1">
                <a:tableStyleId>{93296810-A885-4BE3-A3E7-6D5BEEA58F35}</a:tableStyleId>
              </a:tblPr>
              <a:tblGrid>
                <a:gridCol w="5257800">
                  <a:extLst>
                    <a:ext uri="{9D8B030D-6E8A-4147-A177-3AD203B41FA5}">
                      <a16:colId xmlns:a16="http://schemas.microsoft.com/office/drawing/2014/main" val="2855140173"/>
                    </a:ext>
                  </a:extLst>
                </a:gridCol>
                <a:gridCol w="5257800">
                  <a:extLst>
                    <a:ext uri="{9D8B030D-6E8A-4147-A177-3AD203B41FA5}">
                      <a16:colId xmlns:a16="http://schemas.microsoft.com/office/drawing/2014/main" val="486234380"/>
                    </a:ext>
                  </a:extLst>
                </a:gridCol>
              </a:tblGrid>
              <a:tr h="370840">
                <a:tc>
                  <a:txBody>
                    <a:bodyPr/>
                    <a:lstStyle/>
                    <a:p>
                      <a:r>
                        <a:rPr lang="en-US" dirty="0"/>
                        <a:t>Parameter</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008403827"/>
                  </a:ext>
                </a:extLst>
              </a:tr>
              <a:tr h="370840">
                <a:tc>
                  <a:txBody>
                    <a:bodyPr/>
                    <a:lstStyle/>
                    <a:p>
                      <a:r>
                        <a:rPr lang="en-US" dirty="0"/>
                        <a:t>Profitability </a:t>
                      </a:r>
                      <a:endParaRPr lang="en-IN" dirty="0"/>
                    </a:p>
                  </a:txBody>
                  <a:tcPr/>
                </a:tc>
                <a:tc>
                  <a:txBody>
                    <a:bodyPr/>
                    <a:lstStyle/>
                    <a:p>
                      <a:r>
                        <a:rPr lang="en-US" dirty="0"/>
                        <a:t>4</a:t>
                      </a:r>
                      <a:endParaRPr lang="en-IN" dirty="0"/>
                    </a:p>
                  </a:txBody>
                  <a:tcPr/>
                </a:tc>
                <a:extLst>
                  <a:ext uri="{0D108BD9-81ED-4DB2-BD59-A6C34878D82A}">
                    <a16:rowId xmlns:a16="http://schemas.microsoft.com/office/drawing/2014/main" val="2720390596"/>
                  </a:ext>
                </a:extLst>
              </a:tr>
              <a:tr h="370840">
                <a:tc>
                  <a:txBody>
                    <a:bodyPr/>
                    <a:lstStyle/>
                    <a:p>
                      <a:r>
                        <a:rPr lang="en-US" dirty="0"/>
                        <a:t>Liquidity Leverage &amp; Source of funding </a:t>
                      </a:r>
                      <a:endParaRPr lang="en-IN" dirty="0"/>
                    </a:p>
                  </a:txBody>
                  <a:tcPr/>
                </a:tc>
                <a:tc>
                  <a:txBody>
                    <a:bodyPr/>
                    <a:lstStyle/>
                    <a:p>
                      <a:r>
                        <a:rPr lang="en-US" dirty="0"/>
                        <a:t>2</a:t>
                      </a:r>
                      <a:endParaRPr lang="en-IN" dirty="0"/>
                    </a:p>
                  </a:txBody>
                  <a:tcPr/>
                </a:tc>
                <a:extLst>
                  <a:ext uri="{0D108BD9-81ED-4DB2-BD59-A6C34878D82A}">
                    <a16:rowId xmlns:a16="http://schemas.microsoft.com/office/drawing/2014/main" val="719249297"/>
                  </a:ext>
                </a:extLst>
              </a:tr>
              <a:tr h="370840">
                <a:tc>
                  <a:txBody>
                    <a:bodyPr/>
                    <a:lstStyle/>
                    <a:p>
                      <a:r>
                        <a:rPr lang="en-US" dirty="0"/>
                        <a:t>Operating Efficiency </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255370622"/>
                  </a:ext>
                </a:extLst>
              </a:tr>
              <a:tr h="370840">
                <a:tc>
                  <a:txBody>
                    <a:bodyPr/>
                    <a:lstStyle/>
                    <a:p>
                      <a:r>
                        <a:rPr lang="en-US" b="1" dirty="0"/>
                        <a:t>Total Score </a:t>
                      </a:r>
                      <a:endParaRPr lang="en-IN" b="1" dirty="0"/>
                    </a:p>
                  </a:txBody>
                  <a:tcPr/>
                </a:tc>
                <a:tc>
                  <a:txBody>
                    <a:bodyPr/>
                    <a:lstStyle/>
                    <a:p>
                      <a:r>
                        <a:rPr lang="en-US" b="1" dirty="0">
                          <a:highlight>
                            <a:srgbClr val="FFFF00"/>
                          </a:highlight>
                        </a:rPr>
                        <a:t>7</a:t>
                      </a:r>
                      <a:endParaRPr lang="en-IN" b="1" dirty="0">
                        <a:highlight>
                          <a:srgbClr val="FFFF00"/>
                        </a:highlight>
                      </a:endParaRPr>
                    </a:p>
                  </a:txBody>
                  <a:tcPr/>
                </a:tc>
                <a:extLst>
                  <a:ext uri="{0D108BD9-81ED-4DB2-BD59-A6C34878D82A}">
                    <a16:rowId xmlns:a16="http://schemas.microsoft.com/office/drawing/2014/main" val="1652824247"/>
                  </a:ext>
                </a:extLst>
              </a:tr>
              <a:tr h="370840">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5291959"/>
                  </a:ext>
                </a:extLst>
              </a:tr>
              <a:tr h="370840">
                <a:tc>
                  <a:txBody>
                    <a:bodyPr/>
                    <a:lstStyle/>
                    <a:p>
                      <a:r>
                        <a:rPr lang="en-US" b="1" dirty="0"/>
                        <a:t>Inference</a:t>
                      </a:r>
                      <a:endParaRPr lang="en-IN" b="1" dirty="0"/>
                    </a:p>
                  </a:txBody>
                  <a:tcPr/>
                </a:tc>
                <a:tc>
                  <a:txBody>
                    <a:bodyPr/>
                    <a:lstStyle/>
                    <a:p>
                      <a:r>
                        <a:rPr lang="en-IN" b="1" dirty="0">
                          <a:highlight>
                            <a:srgbClr val="FFFF00"/>
                          </a:highlight>
                        </a:rPr>
                        <a:t>End of Grey Zone </a:t>
                      </a:r>
                    </a:p>
                  </a:txBody>
                  <a:tcPr/>
                </a:tc>
                <a:extLst>
                  <a:ext uri="{0D108BD9-81ED-4DB2-BD59-A6C34878D82A}">
                    <a16:rowId xmlns:a16="http://schemas.microsoft.com/office/drawing/2014/main" val="4180869637"/>
                  </a:ext>
                </a:extLst>
              </a:tr>
            </a:tbl>
          </a:graphicData>
        </a:graphic>
      </p:graphicFrame>
    </p:spTree>
    <p:extLst>
      <p:ext uri="{BB962C8B-B14F-4D97-AF65-F5344CB8AC3E}">
        <p14:creationId xmlns:p14="http://schemas.microsoft.com/office/powerpoint/2010/main" val="291273677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733F7-A977-43A0-950F-9DC0C6029D85}"/>
              </a:ext>
            </a:extLst>
          </p:cNvPr>
          <p:cNvSpPr>
            <a:spLocks noGrp="1"/>
          </p:cNvSpPr>
          <p:nvPr>
            <p:ph type="title"/>
          </p:nvPr>
        </p:nvSpPr>
        <p:spPr/>
        <p:txBody>
          <a:bodyPr/>
          <a:lstStyle/>
          <a:p>
            <a:r>
              <a:rPr lang="en-US" b="1" dirty="0"/>
              <a:t>What is the Profitability Score for </a:t>
            </a:r>
            <a:r>
              <a:rPr lang="en-US" b="1" u="sng" dirty="0"/>
              <a:t>HUL</a:t>
            </a:r>
            <a:r>
              <a:rPr lang="en-US" b="1" dirty="0"/>
              <a:t> in 2024?</a:t>
            </a:r>
            <a:endParaRPr lang="en-IN" b="1" dirty="0"/>
          </a:p>
        </p:txBody>
      </p:sp>
      <p:sp>
        <p:nvSpPr>
          <p:cNvPr id="3" name="Content Placeholder 2">
            <a:extLst>
              <a:ext uri="{FF2B5EF4-FFF2-40B4-BE49-F238E27FC236}">
                <a16:creationId xmlns:a16="http://schemas.microsoft.com/office/drawing/2014/main" id="{E8168BCF-8CA1-40C1-86C0-573730CD0019}"/>
              </a:ext>
            </a:extLst>
          </p:cNvPr>
          <p:cNvSpPr>
            <a:spLocks noGrp="1"/>
          </p:cNvSpPr>
          <p:nvPr>
            <p:ph idx="1"/>
          </p:nvPr>
        </p:nvSpPr>
        <p:spPr/>
        <p:txBody>
          <a:bodyPr>
            <a:normAutofit lnSpcReduction="10000"/>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1" i="0" u="sng" strike="noStrike" kern="1200" cap="none" spc="0" normalizeH="0" baseline="0" noProof="0" dirty="0">
                <a:ln>
                  <a:noFill/>
                </a:ln>
                <a:solidFill>
                  <a:prstClr val="black"/>
                </a:solidFill>
                <a:effectLst/>
                <a:uLnTx/>
                <a:uFillTx/>
                <a:latin typeface="Calibri" panose="020F0502020204030204"/>
                <a:ea typeface="+mn-ea"/>
                <a:cs typeface="+mn-cs"/>
              </a:rPr>
              <a:t>Return on Assets (ROA) ( Net Income/ TA) *100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1 If Positive else zero ; </a:t>
            </a:r>
            <a:r>
              <a:rPr kumimoji="0" lang="en-US" sz="28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Net income = Reported Profit or Loss for the period</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1" i="0" u="sng" strike="noStrike" kern="1200" cap="none" spc="0" normalizeH="0" baseline="0" noProof="0" dirty="0">
                <a:ln>
                  <a:noFill/>
                </a:ln>
                <a:solidFill>
                  <a:prstClr val="black"/>
                </a:solidFill>
                <a:effectLst/>
                <a:uLnTx/>
                <a:uFillTx/>
                <a:latin typeface="Calibri" panose="020F0502020204030204"/>
                <a:ea typeface="+mn-ea"/>
                <a:cs typeface="+mn-cs"/>
              </a:rPr>
              <a:t>Operating Cash Flow:</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1 if positive else zero</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1" i="0" u="sng" strike="noStrike" kern="1200" cap="none" spc="0" normalizeH="0" baseline="0" noProof="0" dirty="0">
                <a:ln>
                  <a:noFill/>
                </a:ln>
                <a:solidFill>
                  <a:prstClr val="black"/>
                </a:solidFill>
                <a:effectLst/>
                <a:uLnTx/>
                <a:uFillTx/>
                <a:latin typeface="Calibri" panose="020F0502020204030204"/>
                <a:ea typeface="+mn-ea"/>
                <a:cs typeface="+mn-cs"/>
              </a:rPr>
              <a:t>CFO/ Net Income: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1 if </a:t>
            </a:r>
            <a:r>
              <a:rPr lang="en-US" dirty="0">
                <a:solidFill>
                  <a:prstClr val="black"/>
                </a:solidFill>
                <a:latin typeface="Calibri" panose="020F0502020204030204"/>
              </a:rPr>
              <a:t>CFO is higher than PAT else zero</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1" i="0" u="sng" strike="noStrike" kern="1200" cap="none" spc="0" normalizeH="0" baseline="0" noProof="0" dirty="0">
                <a:ln>
                  <a:noFill/>
                </a:ln>
                <a:solidFill>
                  <a:prstClr val="black"/>
                </a:solidFill>
                <a:effectLst/>
                <a:uLnTx/>
                <a:uFillTx/>
                <a:latin typeface="Calibri" panose="020F0502020204030204"/>
                <a:ea typeface="+mn-ea"/>
                <a:cs typeface="+mn-cs"/>
              </a:rPr>
              <a:t> Change in Return On Assets(ROA)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1 if it is higher in current year compared to the previous year else zero</a:t>
            </a:r>
            <a:endPar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p:spTree>
    <p:extLst>
      <p:ext uri="{BB962C8B-B14F-4D97-AF65-F5344CB8AC3E}">
        <p14:creationId xmlns:p14="http://schemas.microsoft.com/office/powerpoint/2010/main" val="243943238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8EB3-93AE-4B40-9E34-C30D6C14CFAD}"/>
              </a:ext>
            </a:extLst>
          </p:cNvPr>
          <p:cNvSpPr>
            <a:spLocks noGrp="1"/>
          </p:cNvSpPr>
          <p:nvPr>
            <p:ph type="title"/>
          </p:nvPr>
        </p:nvSpPr>
        <p:spPr/>
        <p:txBody>
          <a:bodyPr>
            <a:normAutofit/>
          </a:bodyPr>
          <a:lstStyle/>
          <a:p>
            <a:pPr algn="ctr"/>
            <a:r>
              <a:rPr lang="en-US" sz="4000" b="1" dirty="0">
                <a:highlight>
                  <a:srgbClr val="FFFF00"/>
                </a:highlight>
              </a:rPr>
              <a:t>F Score -Profitability For HUL in 2024</a:t>
            </a:r>
            <a:endParaRPr lang="en-IN" sz="4000" b="1" dirty="0">
              <a:highlight>
                <a:srgbClr val="FFFF00"/>
              </a:highlight>
            </a:endParaRPr>
          </a:p>
        </p:txBody>
      </p:sp>
      <p:graphicFrame>
        <p:nvGraphicFramePr>
          <p:cNvPr id="4" name="Table 4">
            <a:extLst>
              <a:ext uri="{FF2B5EF4-FFF2-40B4-BE49-F238E27FC236}">
                <a16:creationId xmlns:a16="http://schemas.microsoft.com/office/drawing/2014/main" id="{690DDB7D-5A4A-4BDC-9A13-6F27101B087E}"/>
              </a:ext>
            </a:extLst>
          </p:cNvPr>
          <p:cNvGraphicFramePr>
            <a:graphicFrameLocks noGrp="1"/>
          </p:cNvGraphicFramePr>
          <p:nvPr>
            <p:ph idx="1"/>
          </p:nvPr>
        </p:nvGraphicFramePr>
        <p:xfrm>
          <a:off x="743919" y="1825625"/>
          <a:ext cx="10609878" cy="3500120"/>
        </p:xfrm>
        <a:graphic>
          <a:graphicData uri="http://schemas.openxmlformats.org/drawingml/2006/table">
            <a:tbl>
              <a:tblPr firstRow="1" bandRow="1">
                <a:tableStyleId>{5C22544A-7EE6-4342-B048-85BDC9FD1C3A}</a:tableStyleId>
              </a:tblPr>
              <a:tblGrid>
                <a:gridCol w="3599480">
                  <a:extLst>
                    <a:ext uri="{9D8B030D-6E8A-4147-A177-3AD203B41FA5}">
                      <a16:colId xmlns:a16="http://schemas.microsoft.com/office/drawing/2014/main" val="1657150462"/>
                    </a:ext>
                  </a:extLst>
                </a:gridCol>
                <a:gridCol w="3505199">
                  <a:extLst>
                    <a:ext uri="{9D8B030D-6E8A-4147-A177-3AD203B41FA5}">
                      <a16:colId xmlns:a16="http://schemas.microsoft.com/office/drawing/2014/main" val="1260453881"/>
                    </a:ext>
                  </a:extLst>
                </a:gridCol>
                <a:gridCol w="3505199">
                  <a:extLst>
                    <a:ext uri="{9D8B030D-6E8A-4147-A177-3AD203B41FA5}">
                      <a16:colId xmlns:a16="http://schemas.microsoft.com/office/drawing/2014/main" val="1342327081"/>
                    </a:ext>
                  </a:extLst>
                </a:gridCol>
              </a:tblGrid>
              <a:tr h="370840">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370840">
                <a:tc>
                  <a:txBody>
                    <a:bodyPr/>
                    <a:lstStyle/>
                    <a:p>
                      <a:r>
                        <a:rPr lang="en-US" b="1" dirty="0"/>
                        <a:t>ROA</a:t>
                      </a:r>
                      <a:r>
                        <a:rPr lang="en-US" dirty="0"/>
                        <a:t>  ( = Net Income/Total Assets)</a:t>
                      </a:r>
                      <a:endParaRPr lang="en-IN" dirty="0"/>
                    </a:p>
                  </a:txBody>
                  <a:tcPr/>
                </a:tc>
                <a:tc>
                  <a:txBody>
                    <a:bodyPr/>
                    <a:lstStyle/>
                    <a:p>
                      <a:r>
                        <a:rPr lang="en-US" dirty="0"/>
                        <a:t>10286/  78499  =  13.10 %</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747710908"/>
                  </a:ext>
                </a:extLst>
              </a:tr>
              <a:tr h="370840">
                <a:tc>
                  <a:txBody>
                    <a:bodyPr/>
                    <a:lstStyle/>
                    <a:p>
                      <a:r>
                        <a:rPr lang="en-US" b="1" dirty="0"/>
                        <a:t>CFO</a:t>
                      </a:r>
                      <a:r>
                        <a:rPr lang="en-US" dirty="0"/>
                        <a:t> ( in INR Cr)</a:t>
                      </a:r>
                      <a:endParaRPr lang="en-IN" dirty="0"/>
                    </a:p>
                  </a:txBody>
                  <a:tcPr/>
                </a:tc>
                <a:tc>
                  <a:txBody>
                    <a:bodyPr/>
                    <a:lstStyle/>
                    <a:p>
                      <a:r>
                        <a:rPr lang="en-IN" dirty="0"/>
                        <a:t>15469</a:t>
                      </a:r>
                    </a:p>
                  </a:txBody>
                  <a:tcPr/>
                </a:tc>
                <a:tc>
                  <a:txBody>
                    <a:bodyPr/>
                    <a:lstStyle/>
                    <a:p>
                      <a:r>
                        <a:rPr lang="en-US" dirty="0"/>
                        <a:t>1</a:t>
                      </a:r>
                      <a:endParaRPr lang="en-IN" dirty="0"/>
                    </a:p>
                  </a:txBody>
                  <a:tcPr/>
                </a:tc>
                <a:extLst>
                  <a:ext uri="{0D108BD9-81ED-4DB2-BD59-A6C34878D82A}">
                    <a16:rowId xmlns:a16="http://schemas.microsoft.com/office/drawing/2014/main" val="2241102518"/>
                  </a:ext>
                </a:extLst>
              </a:tr>
              <a:tr h="370840">
                <a:tc>
                  <a:txBody>
                    <a:bodyPr/>
                    <a:lstStyle/>
                    <a:p>
                      <a:r>
                        <a:rPr lang="en-US" b="1" dirty="0"/>
                        <a:t>CFO/Net Income </a:t>
                      </a:r>
                      <a:endParaRPr lang="en-IN" b="1" dirty="0"/>
                    </a:p>
                  </a:txBody>
                  <a:tcPr/>
                </a:tc>
                <a:tc>
                  <a:txBody>
                    <a:bodyPr/>
                    <a:lstStyle/>
                    <a:p>
                      <a:r>
                        <a:rPr lang="en-US" dirty="0"/>
                        <a:t>15469 /  10286  = 1.50</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3554876901"/>
                  </a:ext>
                </a:extLst>
              </a:tr>
              <a:tr h="370840">
                <a:tc>
                  <a:txBody>
                    <a:bodyPr/>
                    <a:lstStyle/>
                    <a:p>
                      <a:r>
                        <a:rPr lang="en-US" b="1" dirty="0"/>
                        <a:t>Change in ROA </a:t>
                      </a:r>
                    </a:p>
                    <a:p>
                      <a:r>
                        <a:rPr lang="en-US" dirty="0"/>
                        <a:t>(PY =  10144 / 73087 )</a:t>
                      </a:r>
                      <a:endParaRPr lang="en-IN" dirty="0"/>
                    </a:p>
                  </a:txBody>
                  <a:tcPr/>
                </a:tc>
                <a:tc>
                  <a:txBody>
                    <a:bodyPr/>
                    <a:lstStyle/>
                    <a:p>
                      <a:r>
                        <a:rPr lang="en-US" dirty="0"/>
                        <a:t>Cy ROA :  13.10 %</a:t>
                      </a:r>
                    </a:p>
                    <a:p>
                      <a:r>
                        <a:rPr lang="en-US" dirty="0"/>
                        <a:t>PY ROA : 13.88 %</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90149803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6011773"/>
                  </a:ext>
                </a:extLst>
              </a:tr>
              <a:tr h="159105">
                <a:tc>
                  <a:txBody>
                    <a:bodyPr/>
                    <a:lstStyle/>
                    <a:p>
                      <a:r>
                        <a:rPr lang="en-US" b="1" dirty="0"/>
                        <a:t>Total Score on Parameter</a:t>
                      </a:r>
                      <a:endParaRPr lang="en-IN" b="1" dirty="0"/>
                    </a:p>
                  </a:txBody>
                  <a:tcPr/>
                </a:tc>
                <a:tc>
                  <a:txBody>
                    <a:bodyPr/>
                    <a:lstStyle/>
                    <a:p>
                      <a:endParaRPr lang="en-IN" b="1" dirty="0"/>
                    </a:p>
                  </a:txBody>
                  <a:tcPr/>
                </a:tc>
                <a:tc>
                  <a:txBody>
                    <a:bodyPr/>
                    <a:lstStyle/>
                    <a:p>
                      <a:r>
                        <a:rPr lang="en-US" b="1" dirty="0"/>
                        <a:t>3</a:t>
                      </a:r>
                      <a:endParaRPr lang="en-IN" b="1" dirty="0"/>
                    </a:p>
                  </a:txBody>
                  <a:tcPr/>
                </a:tc>
                <a:extLst>
                  <a:ext uri="{0D108BD9-81ED-4DB2-BD59-A6C34878D82A}">
                    <a16:rowId xmlns:a16="http://schemas.microsoft.com/office/drawing/2014/main" val="2835161304"/>
                  </a:ext>
                </a:extLst>
              </a:tr>
              <a:tr h="159105">
                <a:tc>
                  <a:txBody>
                    <a:bodyPr/>
                    <a:lstStyle/>
                    <a:p>
                      <a:r>
                        <a:rPr lang="en-US" b="1" dirty="0"/>
                        <a:t>Doing well in 3 out 4 sub- parameters </a:t>
                      </a:r>
                      <a:endParaRPr lang="en-IN" b="1" dirty="0"/>
                    </a:p>
                  </a:txBody>
                  <a:tcPr/>
                </a:tc>
                <a:tc>
                  <a:txBody>
                    <a:bodyPr/>
                    <a:lstStyle/>
                    <a:p>
                      <a:r>
                        <a:rPr lang="en-US" b="1" dirty="0"/>
                        <a:t>75 %</a:t>
                      </a:r>
                      <a:endParaRPr lang="en-IN" b="1" dirty="0"/>
                    </a:p>
                  </a:txBody>
                  <a:tcPr/>
                </a:tc>
                <a:tc>
                  <a:txBody>
                    <a:bodyPr/>
                    <a:lstStyle/>
                    <a:p>
                      <a:endParaRPr lang="en-IN" b="1" dirty="0"/>
                    </a:p>
                  </a:txBody>
                  <a:tcPr/>
                </a:tc>
                <a:extLst>
                  <a:ext uri="{0D108BD9-81ED-4DB2-BD59-A6C34878D82A}">
                    <a16:rowId xmlns:a16="http://schemas.microsoft.com/office/drawing/2014/main" val="4021663941"/>
                  </a:ext>
                </a:extLst>
              </a:tr>
            </a:tbl>
          </a:graphicData>
        </a:graphic>
      </p:graphicFrame>
    </p:spTree>
    <p:extLst>
      <p:ext uri="{BB962C8B-B14F-4D97-AF65-F5344CB8AC3E}">
        <p14:creationId xmlns:p14="http://schemas.microsoft.com/office/powerpoint/2010/main" val="48766564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FD4F2-390F-463E-8265-17106EAAE3C6}"/>
              </a:ext>
            </a:extLst>
          </p:cNvPr>
          <p:cNvSpPr>
            <a:spLocks noGrp="1"/>
          </p:cNvSpPr>
          <p:nvPr>
            <p:ph type="title"/>
          </p:nvPr>
        </p:nvSpPr>
        <p:spPr/>
        <p:txBody>
          <a:bodyPr/>
          <a:lstStyle/>
          <a:p>
            <a:pPr algn="ctr"/>
            <a:r>
              <a:rPr lang="en-US" b="1" dirty="0"/>
              <a:t>2. Leverage, Liquidity &amp; Source of Funding</a:t>
            </a:r>
            <a:br>
              <a:rPr lang="en-US" b="1" dirty="0"/>
            </a:br>
            <a:r>
              <a:rPr lang="en-US" b="1" dirty="0"/>
              <a:t>( 3 sub-parameters) </a:t>
            </a:r>
            <a:endParaRPr lang="en-IN" b="1" dirty="0"/>
          </a:p>
        </p:txBody>
      </p:sp>
      <p:sp>
        <p:nvSpPr>
          <p:cNvPr id="3" name="Content Placeholder 2">
            <a:extLst>
              <a:ext uri="{FF2B5EF4-FFF2-40B4-BE49-F238E27FC236}">
                <a16:creationId xmlns:a16="http://schemas.microsoft.com/office/drawing/2014/main" id="{DF3FDA7C-FDA8-45A9-82A9-565BD1ABDE51}"/>
              </a:ext>
            </a:extLst>
          </p:cNvPr>
          <p:cNvSpPr>
            <a:spLocks noGrp="1"/>
          </p:cNvSpPr>
          <p:nvPr>
            <p:ph idx="1"/>
          </p:nvPr>
        </p:nvSpPr>
        <p:spPr/>
        <p:txBody>
          <a:bodyPr/>
          <a:lstStyle/>
          <a:p>
            <a:pPr marL="514350" indent="-514350">
              <a:buAutoNum type="alphaLcParenBoth"/>
            </a:pPr>
            <a:r>
              <a:rPr lang="en-US" u="sng" dirty="0"/>
              <a:t>Current Ratio</a:t>
            </a:r>
          </a:p>
          <a:p>
            <a:pPr marL="0" indent="0">
              <a:buNone/>
            </a:pPr>
            <a:r>
              <a:rPr lang="en-US" dirty="0"/>
              <a:t>1 If current year CR is </a:t>
            </a:r>
            <a:r>
              <a:rPr lang="en-US" dirty="0">
                <a:highlight>
                  <a:srgbClr val="FFFF00"/>
                </a:highlight>
              </a:rPr>
              <a:t>higher than</a:t>
            </a:r>
            <a:r>
              <a:rPr lang="en-US" dirty="0"/>
              <a:t> that of previous year else zero</a:t>
            </a:r>
          </a:p>
          <a:p>
            <a:pPr marL="0" indent="0">
              <a:buNone/>
            </a:pPr>
            <a:r>
              <a:rPr lang="en-US" b="1" u="sng" dirty="0"/>
              <a:t>(b)Gearing (Leverage)</a:t>
            </a:r>
          </a:p>
          <a:p>
            <a:pPr marL="0" indent="0">
              <a:buNone/>
            </a:pPr>
            <a:r>
              <a:rPr lang="en-US" dirty="0"/>
              <a:t>1 if current year </a:t>
            </a:r>
            <a:r>
              <a:rPr lang="en-US" dirty="0">
                <a:highlight>
                  <a:srgbClr val="FFFF00"/>
                </a:highlight>
              </a:rPr>
              <a:t>LTD in absolute amount is lower than </a:t>
            </a:r>
            <a:r>
              <a:rPr lang="en-US" dirty="0"/>
              <a:t>the previous year else zero</a:t>
            </a:r>
          </a:p>
          <a:p>
            <a:pPr marL="0" indent="0">
              <a:buNone/>
            </a:pPr>
            <a:endParaRPr lang="en-US" dirty="0"/>
          </a:p>
          <a:p>
            <a:pPr marL="0" indent="0">
              <a:buNone/>
            </a:pPr>
            <a:r>
              <a:rPr lang="en-US" dirty="0"/>
              <a:t>(</a:t>
            </a:r>
            <a:r>
              <a:rPr lang="en-US" b="1" u="sng" dirty="0"/>
              <a:t>C )Issue of Equity Capital</a:t>
            </a:r>
          </a:p>
          <a:p>
            <a:pPr marL="0" indent="0">
              <a:buNone/>
            </a:pPr>
            <a:r>
              <a:rPr lang="en-US" dirty="0"/>
              <a:t>1 if there is </a:t>
            </a:r>
            <a:r>
              <a:rPr lang="en-US" dirty="0">
                <a:highlight>
                  <a:srgbClr val="FFFF00"/>
                </a:highlight>
              </a:rPr>
              <a:t>no equity issuance </a:t>
            </a:r>
            <a:r>
              <a:rPr lang="en-US" dirty="0"/>
              <a:t>else it is Zero</a:t>
            </a:r>
            <a:endParaRPr lang="en-IN" dirty="0"/>
          </a:p>
        </p:txBody>
      </p:sp>
    </p:spTree>
    <p:extLst>
      <p:ext uri="{BB962C8B-B14F-4D97-AF65-F5344CB8AC3E}">
        <p14:creationId xmlns:p14="http://schemas.microsoft.com/office/powerpoint/2010/main" val="171025705"/>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FD4F2-390F-463E-8265-17106EAAE3C6}"/>
              </a:ext>
            </a:extLst>
          </p:cNvPr>
          <p:cNvSpPr>
            <a:spLocks noGrp="1"/>
          </p:cNvSpPr>
          <p:nvPr>
            <p:ph type="title"/>
          </p:nvPr>
        </p:nvSpPr>
        <p:spPr/>
        <p:txBody>
          <a:bodyPr>
            <a:normAutofit fontScale="90000"/>
          </a:bodyPr>
          <a:lstStyle/>
          <a:p>
            <a:pPr algn="ctr"/>
            <a:r>
              <a:rPr lang="en-US" b="1" dirty="0"/>
              <a:t>What is the Leverage, Liquidity &amp; Source of Funding</a:t>
            </a:r>
            <a:br>
              <a:rPr lang="en-US" b="1" dirty="0"/>
            </a:br>
            <a:r>
              <a:rPr lang="en-US" b="1" dirty="0"/>
              <a:t>Score for </a:t>
            </a:r>
            <a:r>
              <a:rPr lang="en-US" b="1" u="sng" dirty="0"/>
              <a:t>HUL </a:t>
            </a:r>
            <a:r>
              <a:rPr lang="en-US" b="1" dirty="0"/>
              <a:t>in 2024? </a:t>
            </a:r>
            <a:endParaRPr lang="en-IN" b="1" dirty="0"/>
          </a:p>
        </p:txBody>
      </p:sp>
      <p:sp>
        <p:nvSpPr>
          <p:cNvPr id="3" name="Content Placeholder 2">
            <a:extLst>
              <a:ext uri="{FF2B5EF4-FFF2-40B4-BE49-F238E27FC236}">
                <a16:creationId xmlns:a16="http://schemas.microsoft.com/office/drawing/2014/main" id="{DF3FDA7C-FDA8-45A9-82A9-565BD1ABDE51}"/>
              </a:ext>
            </a:extLst>
          </p:cNvPr>
          <p:cNvSpPr>
            <a:spLocks noGrp="1"/>
          </p:cNvSpPr>
          <p:nvPr>
            <p:ph idx="1"/>
          </p:nvPr>
        </p:nvSpPr>
        <p:spPr/>
        <p:txBody>
          <a:bodyPr/>
          <a:lstStyle/>
          <a:p>
            <a:pPr marL="514350" indent="-514350">
              <a:buAutoNum type="alphaLcParenBoth"/>
            </a:pPr>
            <a:r>
              <a:rPr lang="en-US" u="sng" dirty="0"/>
              <a:t>Current Ratio</a:t>
            </a:r>
          </a:p>
          <a:p>
            <a:pPr marL="0" indent="0">
              <a:buNone/>
            </a:pPr>
            <a:r>
              <a:rPr lang="en-US" dirty="0"/>
              <a:t>1 If current year CR is higher than that of previous year else zero</a:t>
            </a:r>
          </a:p>
          <a:p>
            <a:pPr marL="0" indent="0">
              <a:buNone/>
            </a:pPr>
            <a:r>
              <a:rPr lang="en-US" b="1" u="sng" dirty="0"/>
              <a:t>(b)Gearing (Leverage)</a:t>
            </a:r>
          </a:p>
          <a:p>
            <a:pPr marL="0" indent="0">
              <a:buNone/>
            </a:pPr>
            <a:r>
              <a:rPr lang="en-US" dirty="0"/>
              <a:t>1 if current year LTD in absolute amount is lower than the previous year else zero   ; </a:t>
            </a:r>
            <a:r>
              <a:rPr lang="en-US" b="1" dirty="0">
                <a:highlight>
                  <a:srgbClr val="FFFF00"/>
                </a:highlight>
              </a:rPr>
              <a:t>LTD= Long term borrowings </a:t>
            </a:r>
          </a:p>
          <a:p>
            <a:pPr marL="0" indent="0">
              <a:buNone/>
            </a:pPr>
            <a:endParaRPr lang="en-US" dirty="0"/>
          </a:p>
          <a:p>
            <a:pPr marL="0" indent="0">
              <a:buNone/>
            </a:pPr>
            <a:r>
              <a:rPr lang="en-US" dirty="0"/>
              <a:t>(</a:t>
            </a:r>
            <a:r>
              <a:rPr lang="en-US" b="1" u="sng" dirty="0"/>
              <a:t>C )Issue of Equity Capital</a:t>
            </a:r>
          </a:p>
          <a:p>
            <a:pPr marL="0" indent="0">
              <a:buNone/>
            </a:pPr>
            <a:r>
              <a:rPr lang="en-US" dirty="0"/>
              <a:t>1 if there is no equity issuance else it is Zero</a:t>
            </a:r>
            <a:endParaRPr lang="en-IN" dirty="0"/>
          </a:p>
        </p:txBody>
      </p:sp>
    </p:spTree>
    <p:extLst>
      <p:ext uri="{BB962C8B-B14F-4D97-AF65-F5344CB8AC3E}">
        <p14:creationId xmlns:p14="http://schemas.microsoft.com/office/powerpoint/2010/main" val="1093252901"/>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8EB3-93AE-4B40-9E34-C30D6C14CFAD}"/>
              </a:ext>
            </a:extLst>
          </p:cNvPr>
          <p:cNvSpPr>
            <a:spLocks noGrp="1"/>
          </p:cNvSpPr>
          <p:nvPr>
            <p:ph type="title"/>
          </p:nvPr>
        </p:nvSpPr>
        <p:spPr/>
        <p:txBody>
          <a:bodyPr/>
          <a:lstStyle/>
          <a:p>
            <a:pPr algn="ctr"/>
            <a:r>
              <a:rPr lang="en-US" b="1" dirty="0"/>
              <a:t>F Score –Liquidity, Leverage &amp; source of funding For </a:t>
            </a:r>
            <a:r>
              <a:rPr lang="en-US" b="1" u="sng" dirty="0"/>
              <a:t>HUL</a:t>
            </a:r>
            <a:r>
              <a:rPr lang="en-US" b="1" dirty="0"/>
              <a:t> in 2024</a:t>
            </a:r>
            <a:endParaRPr lang="en-IN" b="1" dirty="0"/>
          </a:p>
        </p:txBody>
      </p:sp>
      <p:graphicFrame>
        <p:nvGraphicFramePr>
          <p:cNvPr id="4" name="Table 4">
            <a:extLst>
              <a:ext uri="{FF2B5EF4-FFF2-40B4-BE49-F238E27FC236}">
                <a16:creationId xmlns:a16="http://schemas.microsoft.com/office/drawing/2014/main" id="{690DDB7D-5A4A-4BDC-9A13-6F27101B087E}"/>
              </a:ext>
            </a:extLst>
          </p:cNvPr>
          <p:cNvGraphicFramePr>
            <a:graphicFrameLocks noGrp="1"/>
          </p:cNvGraphicFramePr>
          <p:nvPr>
            <p:ph idx="1"/>
            <p:extLst>
              <p:ext uri="{D42A27DB-BD31-4B8C-83A1-F6EECF244321}">
                <p14:modId xmlns:p14="http://schemas.microsoft.com/office/powerpoint/2010/main" val="2437633594"/>
              </p:ext>
            </p:extLst>
          </p:nvPr>
        </p:nvGraphicFramePr>
        <p:xfrm>
          <a:off x="838200" y="1825625"/>
          <a:ext cx="10515597" cy="3774440"/>
        </p:xfrm>
        <a:graphic>
          <a:graphicData uri="http://schemas.openxmlformats.org/drawingml/2006/table">
            <a:tbl>
              <a:tblPr firstRow="1" bandRow="1">
                <a:tableStyleId>{21E4AEA4-8DFA-4A89-87EB-49C32662AFE0}</a:tableStyleId>
              </a:tblPr>
              <a:tblGrid>
                <a:gridCol w="3505199">
                  <a:extLst>
                    <a:ext uri="{9D8B030D-6E8A-4147-A177-3AD203B41FA5}">
                      <a16:colId xmlns:a16="http://schemas.microsoft.com/office/drawing/2014/main" val="1657150462"/>
                    </a:ext>
                  </a:extLst>
                </a:gridCol>
                <a:gridCol w="3505199">
                  <a:extLst>
                    <a:ext uri="{9D8B030D-6E8A-4147-A177-3AD203B41FA5}">
                      <a16:colId xmlns:a16="http://schemas.microsoft.com/office/drawing/2014/main" val="1260453881"/>
                    </a:ext>
                  </a:extLst>
                </a:gridCol>
                <a:gridCol w="3505199">
                  <a:extLst>
                    <a:ext uri="{9D8B030D-6E8A-4147-A177-3AD203B41FA5}">
                      <a16:colId xmlns:a16="http://schemas.microsoft.com/office/drawing/2014/main" val="1342327081"/>
                    </a:ext>
                  </a:extLst>
                </a:gridCol>
              </a:tblGrid>
              <a:tr h="370840">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370840">
                <a:tc>
                  <a:txBody>
                    <a:bodyPr/>
                    <a:lstStyle/>
                    <a:p>
                      <a:r>
                        <a:rPr lang="en-US" b="1" dirty="0"/>
                        <a:t>Current Ratio </a:t>
                      </a:r>
                      <a:r>
                        <a:rPr lang="en-US" dirty="0"/>
                        <a:t>CY &amp; Prev. Year (CA/CL)</a:t>
                      </a:r>
                      <a:endParaRPr lang="en-IN" dirty="0"/>
                    </a:p>
                  </a:txBody>
                  <a:tcPr/>
                </a:tc>
                <a:tc>
                  <a:txBody>
                    <a:bodyPr/>
                    <a:lstStyle/>
                    <a:p>
                      <a:r>
                        <a:rPr lang="en-US" b="1" dirty="0"/>
                        <a:t>CY</a:t>
                      </a:r>
                      <a:r>
                        <a:rPr lang="en-US" dirty="0"/>
                        <a:t> = 21324 / 12876  = 1.66</a:t>
                      </a:r>
                    </a:p>
                    <a:p>
                      <a:r>
                        <a:rPr lang="en-US" b="1" dirty="0"/>
                        <a:t>PY</a:t>
                      </a:r>
                      <a:r>
                        <a:rPr lang="en-US" b="0" dirty="0"/>
                        <a:t>= </a:t>
                      </a:r>
                      <a:r>
                        <a:rPr lang="en-US" b="1" dirty="0"/>
                        <a:t> </a:t>
                      </a:r>
                      <a:r>
                        <a:rPr lang="en-US" b="0" dirty="0"/>
                        <a:t>16998</a:t>
                      </a:r>
                      <a:r>
                        <a:rPr lang="en-US" dirty="0"/>
                        <a:t>/  12028= 1.41</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747710908"/>
                  </a:ext>
                </a:extLst>
              </a:tr>
              <a:tr h="370840">
                <a:tc>
                  <a:txBody>
                    <a:bodyPr/>
                    <a:lstStyle/>
                    <a:p>
                      <a:r>
                        <a:rPr lang="en-US" dirty="0"/>
                        <a:t>Current year</a:t>
                      </a:r>
                      <a:r>
                        <a:rPr lang="en-US" b="1" dirty="0"/>
                        <a:t> LTD </a:t>
                      </a:r>
                      <a:r>
                        <a:rPr lang="en-US" dirty="0"/>
                        <a:t>&amp; that of previous year </a:t>
                      </a:r>
                      <a:endParaRPr lang="en-IN" dirty="0"/>
                    </a:p>
                  </a:txBody>
                  <a:tcPr/>
                </a:tc>
                <a:tc>
                  <a:txBody>
                    <a:bodyPr/>
                    <a:lstStyle/>
                    <a:p>
                      <a:r>
                        <a:rPr lang="en-US" b="1" dirty="0"/>
                        <a:t>CY:  0</a:t>
                      </a:r>
                      <a:endParaRPr lang="en-US" dirty="0"/>
                    </a:p>
                    <a:p>
                      <a:r>
                        <a:rPr lang="en-US" b="1" dirty="0"/>
                        <a:t>PY:  0</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241102518"/>
                  </a:ext>
                </a:extLst>
              </a:tr>
              <a:tr h="370840">
                <a:tc>
                  <a:txBody>
                    <a:bodyPr/>
                    <a:lstStyle/>
                    <a:p>
                      <a:r>
                        <a:rPr lang="en-US" b="1" dirty="0"/>
                        <a:t>Equity issuance </a:t>
                      </a:r>
                      <a:endParaRPr lang="en-IN" b="1" dirty="0"/>
                    </a:p>
                  </a:txBody>
                  <a:tcPr/>
                </a:tc>
                <a:tc>
                  <a:txBody>
                    <a:bodyPr/>
                    <a:lstStyle/>
                    <a:p>
                      <a:r>
                        <a:rPr lang="en-US" dirty="0"/>
                        <a:t>No </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355487690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90149803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6011773"/>
                  </a:ext>
                </a:extLst>
              </a:tr>
              <a:tr h="370840">
                <a:tc>
                  <a:txBody>
                    <a:bodyPr/>
                    <a:lstStyle/>
                    <a:p>
                      <a:r>
                        <a:rPr lang="en-US" b="1" dirty="0"/>
                        <a:t>Total Score on Parameter </a:t>
                      </a:r>
                      <a:endParaRPr lang="en-IN" b="1" dirty="0"/>
                    </a:p>
                  </a:txBody>
                  <a:tcPr/>
                </a:tc>
                <a:tc>
                  <a:txBody>
                    <a:bodyPr/>
                    <a:lstStyle/>
                    <a:p>
                      <a:endParaRPr lang="en-IN" b="1" dirty="0"/>
                    </a:p>
                  </a:txBody>
                  <a:tcPr/>
                </a:tc>
                <a:tc>
                  <a:txBody>
                    <a:bodyPr/>
                    <a:lstStyle/>
                    <a:p>
                      <a:r>
                        <a:rPr lang="en-US" b="1" dirty="0"/>
                        <a:t>3</a:t>
                      </a:r>
                      <a:endParaRPr lang="en-IN" b="1" dirty="0"/>
                    </a:p>
                  </a:txBody>
                  <a:tcPr/>
                </a:tc>
                <a:extLst>
                  <a:ext uri="{0D108BD9-81ED-4DB2-BD59-A6C34878D82A}">
                    <a16:rowId xmlns:a16="http://schemas.microsoft.com/office/drawing/2014/main" val="2835161304"/>
                  </a:ext>
                </a:extLst>
              </a:tr>
              <a:tr h="370840">
                <a:tc>
                  <a:txBody>
                    <a:bodyPr/>
                    <a:lstStyle/>
                    <a:p>
                      <a:r>
                        <a:rPr lang="en-US" b="1" dirty="0"/>
                        <a:t>Doing well in 3 out 3 sub- parameters </a:t>
                      </a:r>
                      <a:endParaRPr lang="en-IN" b="1" dirty="0"/>
                    </a:p>
                  </a:txBody>
                  <a:tcPr/>
                </a:tc>
                <a:tc>
                  <a:txBody>
                    <a:bodyPr/>
                    <a:lstStyle/>
                    <a:p>
                      <a:r>
                        <a:rPr lang="en-US" b="1" dirty="0"/>
                        <a:t>100 %</a:t>
                      </a:r>
                      <a:endParaRPr lang="en-IN" b="1" dirty="0"/>
                    </a:p>
                  </a:txBody>
                  <a:tcPr/>
                </a:tc>
                <a:tc>
                  <a:txBody>
                    <a:bodyPr/>
                    <a:lstStyle/>
                    <a:p>
                      <a:endParaRPr lang="en-IN" b="1" dirty="0"/>
                    </a:p>
                  </a:txBody>
                  <a:tcPr/>
                </a:tc>
                <a:extLst>
                  <a:ext uri="{0D108BD9-81ED-4DB2-BD59-A6C34878D82A}">
                    <a16:rowId xmlns:a16="http://schemas.microsoft.com/office/drawing/2014/main" val="3625229051"/>
                  </a:ext>
                </a:extLst>
              </a:tr>
            </a:tbl>
          </a:graphicData>
        </a:graphic>
      </p:graphicFrame>
    </p:spTree>
    <p:extLst>
      <p:ext uri="{BB962C8B-B14F-4D97-AF65-F5344CB8AC3E}">
        <p14:creationId xmlns:p14="http://schemas.microsoft.com/office/powerpoint/2010/main" val="315695382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BAB39-03E0-47DC-AA9A-99CC278C646C}"/>
              </a:ext>
            </a:extLst>
          </p:cNvPr>
          <p:cNvSpPr>
            <a:spLocks noGrp="1"/>
          </p:cNvSpPr>
          <p:nvPr>
            <p:ph type="title"/>
          </p:nvPr>
        </p:nvSpPr>
        <p:spPr/>
        <p:txBody>
          <a:bodyPr/>
          <a:lstStyle/>
          <a:p>
            <a:pPr algn="ctr"/>
            <a:r>
              <a:rPr lang="en-US" b="1" dirty="0"/>
              <a:t>3. Operating  Efficiency ( 2 Sub –Parameters) </a:t>
            </a:r>
            <a:endParaRPr lang="en-IN" b="1" dirty="0"/>
          </a:p>
        </p:txBody>
      </p:sp>
      <p:sp>
        <p:nvSpPr>
          <p:cNvPr id="3" name="Content Placeholder 2">
            <a:extLst>
              <a:ext uri="{FF2B5EF4-FFF2-40B4-BE49-F238E27FC236}">
                <a16:creationId xmlns:a16="http://schemas.microsoft.com/office/drawing/2014/main" id="{B59FA586-7EFE-4C68-9703-E9F714885F9D}"/>
              </a:ext>
            </a:extLst>
          </p:cNvPr>
          <p:cNvSpPr>
            <a:spLocks noGrp="1"/>
          </p:cNvSpPr>
          <p:nvPr>
            <p:ph idx="1"/>
          </p:nvPr>
        </p:nvSpPr>
        <p:spPr/>
        <p:txBody>
          <a:bodyPr/>
          <a:lstStyle/>
          <a:p>
            <a:pPr marL="514350" indent="-514350">
              <a:buAutoNum type="alphaLcParenBoth"/>
            </a:pPr>
            <a:r>
              <a:rPr lang="en-US" b="1" u="sng" dirty="0"/>
              <a:t>Gross Profit Margin</a:t>
            </a:r>
          </a:p>
          <a:p>
            <a:pPr marL="0" indent="0">
              <a:buNone/>
            </a:pPr>
            <a:r>
              <a:rPr lang="en-US" dirty="0"/>
              <a:t>1 if CY GPM is </a:t>
            </a:r>
            <a:r>
              <a:rPr lang="en-US" dirty="0">
                <a:highlight>
                  <a:srgbClr val="FFFF00"/>
                </a:highlight>
              </a:rPr>
              <a:t>higher than </a:t>
            </a:r>
            <a:r>
              <a:rPr lang="en-US" dirty="0"/>
              <a:t>that of previous year else zero</a:t>
            </a:r>
          </a:p>
          <a:p>
            <a:pPr marL="0" indent="0">
              <a:buNone/>
            </a:pPr>
            <a:r>
              <a:rPr lang="en-US" b="1" u="sng" dirty="0"/>
              <a:t>(b)Asset Turn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1 if CY </a:t>
            </a:r>
            <a:r>
              <a:rPr kumimoji="0" lang="en-US" sz="2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Asset Turn is higher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than that of previous year else zero</a:t>
            </a:r>
          </a:p>
          <a:p>
            <a:pPr marL="0" indent="0">
              <a:buNone/>
            </a:pPr>
            <a:endParaRPr lang="en-IN" dirty="0"/>
          </a:p>
        </p:txBody>
      </p:sp>
    </p:spTree>
    <p:extLst>
      <p:ext uri="{BB962C8B-B14F-4D97-AF65-F5344CB8AC3E}">
        <p14:creationId xmlns:p14="http://schemas.microsoft.com/office/powerpoint/2010/main" val="1159406727"/>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BAB39-03E0-47DC-AA9A-99CC278C646C}"/>
              </a:ext>
            </a:extLst>
          </p:cNvPr>
          <p:cNvSpPr>
            <a:spLocks noGrp="1"/>
          </p:cNvSpPr>
          <p:nvPr>
            <p:ph type="title"/>
          </p:nvPr>
        </p:nvSpPr>
        <p:spPr/>
        <p:txBody>
          <a:bodyPr/>
          <a:lstStyle/>
          <a:p>
            <a:pPr algn="ctr"/>
            <a:r>
              <a:rPr lang="en-US" b="1" dirty="0"/>
              <a:t>What is the Score of </a:t>
            </a:r>
            <a:r>
              <a:rPr lang="en-US" b="1" u="sng" dirty="0"/>
              <a:t>HUL</a:t>
            </a:r>
            <a:r>
              <a:rPr lang="en-US" b="1" dirty="0"/>
              <a:t> on </a:t>
            </a:r>
            <a:br>
              <a:rPr lang="en-US" b="1" dirty="0"/>
            </a:br>
            <a:r>
              <a:rPr lang="en-US" b="1" dirty="0"/>
              <a:t>Operating  Efficiency in 2024?</a:t>
            </a:r>
            <a:endParaRPr lang="en-IN" b="1" dirty="0"/>
          </a:p>
        </p:txBody>
      </p:sp>
      <p:sp>
        <p:nvSpPr>
          <p:cNvPr id="3" name="Content Placeholder 2">
            <a:extLst>
              <a:ext uri="{FF2B5EF4-FFF2-40B4-BE49-F238E27FC236}">
                <a16:creationId xmlns:a16="http://schemas.microsoft.com/office/drawing/2014/main" id="{B59FA586-7EFE-4C68-9703-E9F714885F9D}"/>
              </a:ext>
            </a:extLst>
          </p:cNvPr>
          <p:cNvSpPr>
            <a:spLocks noGrp="1"/>
          </p:cNvSpPr>
          <p:nvPr>
            <p:ph idx="1"/>
          </p:nvPr>
        </p:nvSpPr>
        <p:spPr/>
        <p:txBody>
          <a:bodyPr/>
          <a:lstStyle/>
          <a:p>
            <a:pPr marL="514350" indent="-514350">
              <a:buAutoNum type="alphaLcParenBoth"/>
            </a:pPr>
            <a:r>
              <a:rPr lang="en-US" b="1" u="sng" dirty="0"/>
              <a:t>Gross Profit Margin</a:t>
            </a:r>
          </a:p>
          <a:p>
            <a:pPr marL="0" indent="0">
              <a:buNone/>
            </a:pPr>
            <a:r>
              <a:rPr lang="en-US" dirty="0"/>
              <a:t>1 if CY GPM is higher than that of previous year else zero</a:t>
            </a:r>
          </a:p>
          <a:p>
            <a:pPr marL="0" indent="0">
              <a:buNone/>
            </a:pPr>
            <a:r>
              <a:rPr lang="en-US" b="1" u="sng" dirty="0"/>
              <a:t>(b)Asset Turn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1 if CY Asset Turn is higher than that of previous year else zero</a:t>
            </a:r>
          </a:p>
          <a:p>
            <a:pPr marL="0" indent="0">
              <a:buNone/>
            </a:pPr>
            <a:endParaRPr lang="en-IN" dirty="0"/>
          </a:p>
        </p:txBody>
      </p:sp>
    </p:spTree>
    <p:extLst>
      <p:ext uri="{BB962C8B-B14F-4D97-AF65-F5344CB8AC3E}">
        <p14:creationId xmlns:p14="http://schemas.microsoft.com/office/powerpoint/2010/main" val="375145526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8EB3-93AE-4B40-9E34-C30D6C14CFAD}"/>
              </a:ext>
            </a:extLst>
          </p:cNvPr>
          <p:cNvSpPr>
            <a:spLocks noGrp="1"/>
          </p:cNvSpPr>
          <p:nvPr>
            <p:ph type="title"/>
          </p:nvPr>
        </p:nvSpPr>
        <p:spPr>
          <a:xfrm>
            <a:off x="838200" y="-339633"/>
            <a:ext cx="10515600" cy="2030322"/>
          </a:xfrm>
        </p:spPr>
        <p:txBody>
          <a:bodyPr/>
          <a:lstStyle/>
          <a:p>
            <a:pPr algn="ctr"/>
            <a:r>
              <a:rPr lang="en-US" b="1" dirty="0"/>
              <a:t>F Score –Operating Efficiency For </a:t>
            </a:r>
            <a:r>
              <a:rPr lang="en-US" b="1" u="sng" dirty="0"/>
              <a:t>HUL</a:t>
            </a:r>
            <a:r>
              <a:rPr lang="en-US" b="1" dirty="0"/>
              <a:t> in 2024</a:t>
            </a:r>
            <a:endParaRPr lang="en-IN" b="1" dirty="0"/>
          </a:p>
        </p:txBody>
      </p:sp>
      <p:graphicFrame>
        <p:nvGraphicFramePr>
          <p:cNvPr id="4" name="Table 4">
            <a:extLst>
              <a:ext uri="{FF2B5EF4-FFF2-40B4-BE49-F238E27FC236}">
                <a16:creationId xmlns:a16="http://schemas.microsoft.com/office/drawing/2014/main" id="{690DDB7D-5A4A-4BDC-9A13-6F27101B087E}"/>
              </a:ext>
            </a:extLst>
          </p:cNvPr>
          <p:cNvGraphicFramePr>
            <a:graphicFrameLocks noGrp="1"/>
          </p:cNvGraphicFramePr>
          <p:nvPr>
            <p:ph idx="1"/>
          </p:nvPr>
        </p:nvGraphicFramePr>
        <p:xfrm>
          <a:off x="352698" y="1097280"/>
          <a:ext cx="11001100" cy="6030837"/>
        </p:xfrm>
        <a:graphic>
          <a:graphicData uri="http://schemas.openxmlformats.org/drawingml/2006/table">
            <a:tbl>
              <a:tblPr firstRow="1" bandRow="1">
                <a:tableStyleId>{F5AB1C69-6EDB-4FF4-983F-18BD219EF322}</a:tableStyleId>
              </a:tblPr>
              <a:tblGrid>
                <a:gridCol w="3892598">
                  <a:extLst>
                    <a:ext uri="{9D8B030D-6E8A-4147-A177-3AD203B41FA5}">
                      <a16:colId xmlns:a16="http://schemas.microsoft.com/office/drawing/2014/main" val="1657150462"/>
                    </a:ext>
                  </a:extLst>
                </a:gridCol>
                <a:gridCol w="5832599">
                  <a:extLst>
                    <a:ext uri="{9D8B030D-6E8A-4147-A177-3AD203B41FA5}">
                      <a16:colId xmlns:a16="http://schemas.microsoft.com/office/drawing/2014/main" val="1260453881"/>
                    </a:ext>
                  </a:extLst>
                </a:gridCol>
                <a:gridCol w="1275903">
                  <a:extLst>
                    <a:ext uri="{9D8B030D-6E8A-4147-A177-3AD203B41FA5}">
                      <a16:colId xmlns:a16="http://schemas.microsoft.com/office/drawing/2014/main" val="1342327081"/>
                    </a:ext>
                  </a:extLst>
                </a:gridCol>
              </a:tblGrid>
              <a:tr h="422926">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729982">
                <a:tc>
                  <a:txBody>
                    <a:bodyPr/>
                    <a:lstStyle/>
                    <a:p>
                      <a:r>
                        <a:rPr lang="en-US" b="1" dirty="0"/>
                        <a:t>GPM</a:t>
                      </a:r>
                      <a:r>
                        <a:rPr lang="en-US" dirty="0"/>
                        <a:t> CY &amp; Prev. Year </a:t>
                      </a:r>
                    </a:p>
                    <a:p>
                      <a:r>
                        <a:rPr lang="en-US" dirty="0"/>
                        <a:t>GPM= (Net </a:t>
                      </a:r>
                      <a:r>
                        <a:rPr lang="en-US" dirty="0" err="1"/>
                        <a:t>op.Rev</a:t>
                      </a:r>
                      <a:r>
                        <a:rPr lang="en-US" dirty="0"/>
                        <a:t>- CGS/Net </a:t>
                      </a:r>
                      <a:r>
                        <a:rPr lang="en-US" dirty="0" err="1"/>
                        <a:t>Op.Rev</a:t>
                      </a:r>
                      <a:r>
                        <a:rPr lang="en-US" dirty="0"/>
                        <a:t>) *100</a:t>
                      </a:r>
                      <a:endParaRPr lang="en-IN" dirty="0"/>
                    </a:p>
                  </a:txBody>
                  <a:tcPr/>
                </a:tc>
                <a:tc>
                  <a:txBody>
                    <a:bodyPr/>
                    <a:lstStyle/>
                    <a:p>
                      <a:r>
                        <a:rPr lang="en-US" dirty="0"/>
                        <a:t>CY = 26981/  60966  =  44.26%</a:t>
                      </a:r>
                    </a:p>
                    <a:p>
                      <a:r>
                        <a:rPr lang="en-US" dirty="0"/>
                        <a:t>PY=   23842 /  59549=  40.04  %</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747710908"/>
                  </a:ext>
                </a:extLst>
              </a:tr>
              <a:tr h="422926">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241102518"/>
                  </a:ext>
                </a:extLst>
              </a:tr>
              <a:tr h="729982">
                <a:tc>
                  <a:txBody>
                    <a:bodyPr/>
                    <a:lstStyle/>
                    <a:p>
                      <a:r>
                        <a:rPr lang="en-US" b="1" dirty="0"/>
                        <a:t>Asset Turn </a:t>
                      </a:r>
                      <a:r>
                        <a:rPr lang="en-US" dirty="0"/>
                        <a:t>CY&amp; PY</a:t>
                      </a:r>
                    </a:p>
                    <a:p>
                      <a:r>
                        <a:rPr lang="en-US" dirty="0"/>
                        <a:t>(= Net </a:t>
                      </a:r>
                      <a:r>
                        <a:rPr lang="en-US" dirty="0" err="1"/>
                        <a:t>op.Revenue</a:t>
                      </a:r>
                      <a:r>
                        <a:rPr lang="en-US" dirty="0"/>
                        <a:t>/ Total Assets)</a:t>
                      </a:r>
                      <a:endParaRPr lang="en-IN" dirty="0"/>
                    </a:p>
                  </a:txBody>
                  <a:tcPr/>
                </a:tc>
                <a:tc>
                  <a:txBody>
                    <a:bodyPr/>
                    <a:lstStyle/>
                    <a:p>
                      <a:r>
                        <a:rPr lang="en-US" dirty="0"/>
                        <a:t>CY =  60966/ 78499 = 0 .78 Times</a:t>
                      </a:r>
                    </a:p>
                    <a:p>
                      <a:r>
                        <a:rPr lang="en-US" dirty="0"/>
                        <a:t>PY = 59549 / 73087  = 0.81  Times </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3554876901"/>
                  </a:ext>
                </a:extLst>
              </a:tr>
              <a:tr h="422926">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901498031"/>
                  </a:ext>
                </a:extLst>
              </a:tr>
              <a:tr h="422926">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6011773"/>
                  </a:ext>
                </a:extLst>
              </a:tr>
              <a:tr h="422926">
                <a:tc>
                  <a:txBody>
                    <a:bodyPr/>
                    <a:lstStyle/>
                    <a:p>
                      <a:r>
                        <a:rPr lang="en-US" b="1" dirty="0"/>
                        <a:t>Total Score on Parameter </a:t>
                      </a:r>
                      <a:endParaRPr lang="en-IN" b="1" dirty="0"/>
                    </a:p>
                  </a:txBody>
                  <a:tcPr/>
                </a:tc>
                <a:tc>
                  <a:txBody>
                    <a:bodyPr/>
                    <a:lstStyle/>
                    <a:p>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835161304"/>
                  </a:ext>
                </a:extLst>
              </a:tr>
              <a:tr h="422926">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621547453"/>
                  </a:ext>
                </a:extLst>
              </a:tr>
              <a:tr h="1848899">
                <a:tc>
                  <a:txBody>
                    <a:bodyPr/>
                    <a:lstStyle/>
                    <a:p>
                      <a:r>
                        <a:rPr lang="en-US" b="1" dirty="0"/>
                        <a:t>CGS</a:t>
                      </a:r>
                      <a:r>
                        <a:rPr lang="en-US" dirty="0"/>
                        <a:t> = </a:t>
                      </a:r>
                      <a:r>
                        <a:rPr lang="en-US" b="1" dirty="0"/>
                        <a:t>Cost of material consumed </a:t>
                      </a:r>
                      <a:r>
                        <a:rPr lang="en-US" dirty="0"/>
                        <a:t>+ purchase of stock in trade + </a:t>
                      </a:r>
                      <a:r>
                        <a:rPr lang="en-US" b="1" dirty="0"/>
                        <a:t>Operating and direct expenses +_</a:t>
                      </a:r>
                      <a:r>
                        <a:rPr lang="en-US" b="0" dirty="0"/>
                        <a:t>Changes in inventories of FG,WIP and stock in trade </a:t>
                      </a:r>
                      <a:r>
                        <a:rPr lang="en-US" b="1" dirty="0"/>
                        <a:t>+ </a:t>
                      </a:r>
                      <a:r>
                        <a:rPr lang="en-US" b="0" dirty="0"/>
                        <a:t>Employee Benefit expenses + D &amp; A</a:t>
                      </a:r>
                      <a:endParaRPr lang="en-IN" b="0" dirty="0"/>
                    </a:p>
                  </a:txBody>
                  <a:tcPr/>
                </a:tc>
                <a:tc>
                  <a:txBody>
                    <a:bodyPr/>
                    <a:lstStyle/>
                    <a:p>
                      <a:r>
                        <a:rPr lang="en-US" dirty="0"/>
                        <a:t>CY: 19257+10514+ 0- 11+ 3009+ 1216  = 33985</a:t>
                      </a:r>
                    </a:p>
                    <a:p>
                      <a:r>
                        <a:rPr lang="en-US" dirty="0"/>
                        <a:t>PY: </a:t>
                      </a:r>
                      <a:r>
                        <a:rPr kumimoji="0" lang="en-US" sz="1800" b="0" i="0" u="none" strike="noStrike" kern="1200" cap="none" spc="0" normalizeH="0" baseline="0" noProof="0" dirty="0">
                          <a:ln>
                            <a:noFill/>
                          </a:ln>
                          <a:solidFill>
                            <a:prstClr val="black"/>
                          </a:solidFill>
                          <a:effectLst/>
                          <a:uLnTx/>
                          <a:uFillTx/>
                          <a:latin typeface="+mn-lt"/>
                          <a:ea typeface="+mn-ea"/>
                          <a:cs typeface="+mn-cs"/>
                        </a:rPr>
                        <a:t>20212 + 11579 + 0 – 75 + 2854 + 1137  = 35707</a:t>
                      </a:r>
                      <a:endParaRPr lang="en-IN" dirty="0"/>
                    </a:p>
                  </a:txBody>
                  <a:tcPr/>
                </a:tc>
                <a:tc>
                  <a:txBody>
                    <a:bodyPr/>
                    <a:lstStyle/>
                    <a:p>
                      <a:endParaRPr lang="en-IN" dirty="0"/>
                    </a:p>
                  </a:txBody>
                  <a:tcPr/>
                </a:tc>
                <a:extLst>
                  <a:ext uri="{0D108BD9-81ED-4DB2-BD59-A6C34878D82A}">
                    <a16:rowId xmlns:a16="http://schemas.microsoft.com/office/drawing/2014/main" val="3383887879"/>
                  </a:ext>
                </a:extLst>
              </a:tr>
            </a:tbl>
          </a:graphicData>
        </a:graphic>
      </p:graphicFrame>
    </p:spTree>
    <p:extLst>
      <p:ext uri="{BB962C8B-B14F-4D97-AF65-F5344CB8AC3E}">
        <p14:creationId xmlns:p14="http://schemas.microsoft.com/office/powerpoint/2010/main" val="2719346365"/>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FFBB6-FD1E-4CB8-BB79-8EDC1EA518BE}"/>
              </a:ext>
            </a:extLst>
          </p:cNvPr>
          <p:cNvSpPr>
            <a:spLocks noGrp="1"/>
          </p:cNvSpPr>
          <p:nvPr>
            <p:ph type="title"/>
          </p:nvPr>
        </p:nvSpPr>
        <p:spPr/>
        <p:txBody>
          <a:bodyPr/>
          <a:lstStyle/>
          <a:p>
            <a:pPr algn="ctr"/>
            <a:r>
              <a:rPr lang="en-US" dirty="0"/>
              <a:t> </a:t>
            </a:r>
            <a:r>
              <a:rPr lang="en-US" b="1" dirty="0"/>
              <a:t>Inference Guidelines on F Score </a:t>
            </a:r>
            <a:endParaRPr lang="en-IN" b="1" dirty="0"/>
          </a:p>
        </p:txBody>
      </p:sp>
      <p:sp>
        <p:nvSpPr>
          <p:cNvPr id="3" name="Content Placeholder 2">
            <a:extLst>
              <a:ext uri="{FF2B5EF4-FFF2-40B4-BE49-F238E27FC236}">
                <a16:creationId xmlns:a16="http://schemas.microsoft.com/office/drawing/2014/main" id="{BB441584-8F02-4563-803C-902B10BC4299}"/>
              </a:ext>
            </a:extLst>
          </p:cNvPr>
          <p:cNvSpPr>
            <a:spLocks noGrp="1"/>
          </p:cNvSpPr>
          <p:nvPr>
            <p:ph idx="1"/>
          </p:nvPr>
        </p:nvSpPr>
        <p:spPr/>
        <p:txBody>
          <a:bodyPr/>
          <a:lstStyle/>
          <a:p>
            <a:r>
              <a:rPr lang="en-US" b="1" dirty="0"/>
              <a:t>Score of 8 or 9 : </a:t>
            </a:r>
            <a:r>
              <a:rPr lang="en-US" dirty="0"/>
              <a:t>Good </a:t>
            </a:r>
          </a:p>
          <a:p>
            <a:endParaRPr lang="en-US" dirty="0"/>
          </a:p>
          <a:p>
            <a:r>
              <a:rPr lang="en-US" b="1" dirty="0"/>
              <a:t>Score 0-2 : </a:t>
            </a:r>
            <a:r>
              <a:rPr lang="en-US" dirty="0"/>
              <a:t>Weak </a:t>
            </a:r>
          </a:p>
          <a:p>
            <a:endParaRPr lang="en-US" dirty="0"/>
          </a:p>
          <a:p>
            <a:r>
              <a:rPr lang="en-US" b="1" dirty="0"/>
              <a:t>Score of 3-7 : </a:t>
            </a:r>
            <a:r>
              <a:rPr lang="en-US" dirty="0"/>
              <a:t>Grey Zone </a:t>
            </a:r>
            <a:endParaRPr lang="en-IN" dirty="0"/>
          </a:p>
        </p:txBody>
      </p:sp>
    </p:spTree>
    <p:extLst>
      <p:ext uri="{BB962C8B-B14F-4D97-AF65-F5344CB8AC3E}">
        <p14:creationId xmlns:p14="http://schemas.microsoft.com/office/powerpoint/2010/main" val="100706549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A0BA-72DC-4234-A466-797ED708CF0F}"/>
              </a:ext>
            </a:extLst>
          </p:cNvPr>
          <p:cNvSpPr>
            <a:spLocks noGrp="1"/>
          </p:cNvSpPr>
          <p:nvPr>
            <p:ph type="title"/>
          </p:nvPr>
        </p:nvSpPr>
        <p:spPr/>
        <p:txBody>
          <a:bodyPr/>
          <a:lstStyle/>
          <a:p>
            <a:pPr algn="ctr"/>
            <a:r>
              <a:rPr lang="en-US" b="1" dirty="0"/>
              <a:t>HUL’s F Score in 2025 &amp;2024</a:t>
            </a:r>
            <a:endParaRPr lang="en-IN" b="1" dirty="0"/>
          </a:p>
        </p:txBody>
      </p:sp>
      <p:graphicFrame>
        <p:nvGraphicFramePr>
          <p:cNvPr id="4" name="Table 4">
            <a:extLst>
              <a:ext uri="{FF2B5EF4-FFF2-40B4-BE49-F238E27FC236}">
                <a16:creationId xmlns:a16="http://schemas.microsoft.com/office/drawing/2014/main" id="{DD5F1C6F-9A49-476B-8750-1A111D85A40A}"/>
              </a:ext>
            </a:extLst>
          </p:cNvPr>
          <p:cNvGraphicFramePr>
            <a:graphicFrameLocks noGrp="1"/>
          </p:cNvGraphicFramePr>
          <p:nvPr>
            <p:ph idx="1"/>
          </p:nvPr>
        </p:nvGraphicFramePr>
        <p:xfrm>
          <a:off x="838200" y="1825625"/>
          <a:ext cx="7182395" cy="2865120"/>
        </p:xfrm>
        <a:graphic>
          <a:graphicData uri="http://schemas.openxmlformats.org/drawingml/2006/table">
            <a:tbl>
              <a:tblPr firstRow="1" bandRow="1">
                <a:tableStyleId>{93296810-A885-4BE3-A3E7-6D5BEEA58F35}</a:tableStyleId>
              </a:tblPr>
              <a:tblGrid>
                <a:gridCol w="4146661">
                  <a:extLst>
                    <a:ext uri="{9D8B030D-6E8A-4147-A177-3AD203B41FA5}">
                      <a16:colId xmlns:a16="http://schemas.microsoft.com/office/drawing/2014/main" val="2855140173"/>
                    </a:ext>
                  </a:extLst>
                </a:gridCol>
                <a:gridCol w="1517867">
                  <a:extLst>
                    <a:ext uri="{9D8B030D-6E8A-4147-A177-3AD203B41FA5}">
                      <a16:colId xmlns:a16="http://schemas.microsoft.com/office/drawing/2014/main" val="486234380"/>
                    </a:ext>
                  </a:extLst>
                </a:gridCol>
                <a:gridCol w="1517867">
                  <a:extLst>
                    <a:ext uri="{9D8B030D-6E8A-4147-A177-3AD203B41FA5}">
                      <a16:colId xmlns:a16="http://schemas.microsoft.com/office/drawing/2014/main" val="1745942580"/>
                    </a:ext>
                  </a:extLst>
                </a:gridCol>
              </a:tblGrid>
              <a:tr h="370840">
                <a:tc>
                  <a:txBody>
                    <a:bodyPr/>
                    <a:lstStyle/>
                    <a:p>
                      <a:r>
                        <a:rPr lang="en-US" dirty="0"/>
                        <a:t>Parameter</a:t>
                      </a:r>
                      <a:endParaRPr lang="en-IN" dirty="0"/>
                    </a:p>
                  </a:txBody>
                  <a:tcPr/>
                </a:tc>
                <a:tc>
                  <a:txBody>
                    <a:bodyPr/>
                    <a:lstStyle/>
                    <a:p>
                      <a:r>
                        <a:rPr lang="en-US" dirty="0"/>
                        <a:t>2024 Score</a:t>
                      </a:r>
                      <a:endParaRPr lang="en-IN" dirty="0"/>
                    </a:p>
                  </a:txBody>
                  <a:tcPr/>
                </a:tc>
                <a:tc>
                  <a:txBody>
                    <a:bodyPr/>
                    <a:lstStyle/>
                    <a:p>
                      <a:r>
                        <a:rPr lang="en-IN" dirty="0"/>
                        <a:t>2025 Score</a:t>
                      </a:r>
                    </a:p>
                  </a:txBody>
                  <a:tcPr/>
                </a:tc>
                <a:extLst>
                  <a:ext uri="{0D108BD9-81ED-4DB2-BD59-A6C34878D82A}">
                    <a16:rowId xmlns:a16="http://schemas.microsoft.com/office/drawing/2014/main" val="4008403827"/>
                  </a:ext>
                </a:extLst>
              </a:tr>
              <a:tr h="370840">
                <a:tc>
                  <a:txBody>
                    <a:bodyPr/>
                    <a:lstStyle/>
                    <a:p>
                      <a:r>
                        <a:rPr lang="en-US" dirty="0"/>
                        <a:t>Profitability </a:t>
                      </a:r>
                      <a:endParaRPr lang="en-IN" dirty="0"/>
                    </a:p>
                  </a:txBody>
                  <a:tcPr/>
                </a:tc>
                <a:tc>
                  <a:txBody>
                    <a:bodyPr/>
                    <a:lstStyle/>
                    <a:p>
                      <a:r>
                        <a:rPr lang="en-US" dirty="0"/>
                        <a:t>3</a:t>
                      </a:r>
                      <a:endParaRPr lang="en-IN" dirty="0"/>
                    </a:p>
                  </a:txBody>
                  <a:tcPr/>
                </a:tc>
                <a:tc>
                  <a:txBody>
                    <a:bodyPr/>
                    <a:lstStyle/>
                    <a:p>
                      <a:r>
                        <a:rPr lang="en-IN" dirty="0"/>
                        <a:t>4</a:t>
                      </a:r>
                    </a:p>
                  </a:txBody>
                  <a:tcPr/>
                </a:tc>
                <a:extLst>
                  <a:ext uri="{0D108BD9-81ED-4DB2-BD59-A6C34878D82A}">
                    <a16:rowId xmlns:a16="http://schemas.microsoft.com/office/drawing/2014/main" val="2720390596"/>
                  </a:ext>
                </a:extLst>
              </a:tr>
              <a:tr h="370840">
                <a:tc>
                  <a:txBody>
                    <a:bodyPr/>
                    <a:lstStyle/>
                    <a:p>
                      <a:r>
                        <a:rPr lang="en-US" dirty="0"/>
                        <a:t>Liquidity Leverage &amp; Source of funding </a:t>
                      </a:r>
                      <a:endParaRPr lang="en-IN" dirty="0"/>
                    </a:p>
                  </a:txBody>
                  <a:tcPr/>
                </a:tc>
                <a:tc>
                  <a:txBody>
                    <a:bodyPr/>
                    <a:lstStyle/>
                    <a:p>
                      <a:r>
                        <a:rPr lang="en-US" dirty="0"/>
                        <a:t>3</a:t>
                      </a:r>
                      <a:endParaRPr lang="en-IN" dirty="0"/>
                    </a:p>
                  </a:txBody>
                  <a:tcPr/>
                </a:tc>
                <a:tc>
                  <a:txBody>
                    <a:bodyPr/>
                    <a:lstStyle/>
                    <a:p>
                      <a:r>
                        <a:rPr lang="en-IN" dirty="0"/>
                        <a:t>2</a:t>
                      </a:r>
                    </a:p>
                  </a:txBody>
                  <a:tcPr/>
                </a:tc>
                <a:extLst>
                  <a:ext uri="{0D108BD9-81ED-4DB2-BD59-A6C34878D82A}">
                    <a16:rowId xmlns:a16="http://schemas.microsoft.com/office/drawing/2014/main" val="719249297"/>
                  </a:ext>
                </a:extLst>
              </a:tr>
              <a:tr h="370840">
                <a:tc>
                  <a:txBody>
                    <a:bodyPr/>
                    <a:lstStyle/>
                    <a:p>
                      <a:r>
                        <a:rPr lang="en-US" dirty="0"/>
                        <a:t>Operating Efficiency </a:t>
                      </a:r>
                      <a:endParaRPr lang="en-IN" dirty="0"/>
                    </a:p>
                  </a:txBody>
                  <a:tcPr/>
                </a:tc>
                <a:tc>
                  <a:txBody>
                    <a:bodyPr/>
                    <a:lstStyle/>
                    <a:p>
                      <a:r>
                        <a:rPr lang="en-US" dirty="0"/>
                        <a:t>1</a:t>
                      </a:r>
                      <a:endParaRPr lang="en-IN" dirty="0"/>
                    </a:p>
                  </a:txBody>
                  <a:tcPr/>
                </a:tc>
                <a:tc>
                  <a:txBody>
                    <a:bodyPr/>
                    <a:lstStyle/>
                    <a:p>
                      <a:r>
                        <a:rPr lang="en-IN" dirty="0"/>
                        <a:t>1</a:t>
                      </a:r>
                    </a:p>
                  </a:txBody>
                  <a:tcPr/>
                </a:tc>
                <a:extLst>
                  <a:ext uri="{0D108BD9-81ED-4DB2-BD59-A6C34878D82A}">
                    <a16:rowId xmlns:a16="http://schemas.microsoft.com/office/drawing/2014/main" val="2255370622"/>
                  </a:ext>
                </a:extLst>
              </a:tr>
              <a:tr h="370840">
                <a:tc>
                  <a:txBody>
                    <a:bodyPr/>
                    <a:lstStyle/>
                    <a:p>
                      <a:r>
                        <a:rPr lang="en-US" b="1" dirty="0"/>
                        <a:t>Total Score </a:t>
                      </a:r>
                      <a:endParaRPr lang="en-IN" b="1" dirty="0"/>
                    </a:p>
                  </a:txBody>
                  <a:tcPr/>
                </a:tc>
                <a:tc>
                  <a:txBody>
                    <a:bodyPr/>
                    <a:lstStyle/>
                    <a:p>
                      <a:r>
                        <a:rPr lang="en-US" b="1" dirty="0">
                          <a:highlight>
                            <a:srgbClr val="FFFF00"/>
                          </a:highlight>
                        </a:rPr>
                        <a:t>7</a:t>
                      </a:r>
                      <a:endParaRPr lang="en-IN" b="1" dirty="0">
                        <a:highlight>
                          <a:srgbClr val="FFFF00"/>
                        </a:highlight>
                      </a:endParaRPr>
                    </a:p>
                  </a:txBody>
                  <a:tcPr/>
                </a:tc>
                <a:tc>
                  <a:txBody>
                    <a:bodyPr/>
                    <a:lstStyle/>
                    <a:p>
                      <a:r>
                        <a:rPr lang="en-IN" b="1" dirty="0">
                          <a:highlight>
                            <a:srgbClr val="FFFF00"/>
                          </a:highlight>
                        </a:rPr>
                        <a:t>7</a:t>
                      </a:r>
                    </a:p>
                  </a:txBody>
                  <a:tcPr/>
                </a:tc>
                <a:extLst>
                  <a:ext uri="{0D108BD9-81ED-4DB2-BD59-A6C34878D82A}">
                    <a16:rowId xmlns:a16="http://schemas.microsoft.com/office/drawing/2014/main" val="1652824247"/>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5291959"/>
                  </a:ext>
                </a:extLst>
              </a:tr>
              <a:tr h="370840">
                <a:tc>
                  <a:txBody>
                    <a:bodyPr/>
                    <a:lstStyle/>
                    <a:p>
                      <a:r>
                        <a:rPr lang="en-US" b="1" dirty="0"/>
                        <a:t>Inference</a:t>
                      </a:r>
                      <a:endParaRPr lang="en-IN" b="1" dirty="0"/>
                    </a:p>
                  </a:txBody>
                  <a:tcPr/>
                </a:tc>
                <a:tc>
                  <a:txBody>
                    <a:bodyPr/>
                    <a:lstStyle/>
                    <a:p>
                      <a:r>
                        <a:rPr lang="en-IN" b="1" dirty="0">
                          <a:highlight>
                            <a:srgbClr val="FFFF00"/>
                          </a:highlight>
                        </a:rPr>
                        <a:t>End of Grey Zone </a:t>
                      </a:r>
                    </a:p>
                  </a:txBody>
                  <a:tcPr/>
                </a:tc>
                <a:tc>
                  <a:txBody>
                    <a:bodyPr/>
                    <a:lstStyle/>
                    <a:p>
                      <a:r>
                        <a:rPr lang="en-IN" b="1" dirty="0">
                          <a:highlight>
                            <a:srgbClr val="FFFF00"/>
                          </a:highlight>
                        </a:rPr>
                        <a:t>End of Grey Zone</a:t>
                      </a:r>
                    </a:p>
                  </a:txBody>
                  <a:tcPr/>
                </a:tc>
                <a:extLst>
                  <a:ext uri="{0D108BD9-81ED-4DB2-BD59-A6C34878D82A}">
                    <a16:rowId xmlns:a16="http://schemas.microsoft.com/office/drawing/2014/main" val="4180869637"/>
                  </a:ext>
                </a:extLst>
              </a:tr>
            </a:tbl>
          </a:graphicData>
        </a:graphic>
      </p:graphicFrame>
    </p:spTree>
    <p:extLst>
      <p:ext uri="{BB962C8B-B14F-4D97-AF65-F5344CB8AC3E}">
        <p14:creationId xmlns:p14="http://schemas.microsoft.com/office/powerpoint/2010/main" val="860310911"/>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8EB3-93AE-4B40-9E34-C30D6C14CFAD}"/>
              </a:ext>
            </a:extLst>
          </p:cNvPr>
          <p:cNvSpPr>
            <a:spLocks noGrp="1"/>
          </p:cNvSpPr>
          <p:nvPr>
            <p:ph type="title"/>
          </p:nvPr>
        </p:nvSpPr>
        <p:spPr/>
        <p:txBody>
          <a:bodyPr>
            <a:normAutofit/>
          </a:bodyPr>
          <a:lstStyle/>
          <a:p>
            <a:pPr algn="ctr"/>
            <a:r>
              <a:rPr lang="en-US" sz="4000" b="1" dirty="0">
                <a:highlight>
                  <a:srgbClr val="FFFF00"/>
                </a:highlight>
              </a:rPr>
              <a:t>F Score -Profitability For HUL in 2023</a:t>
            </a:r>
            <a:endParaRPr lang="en-IN" sz="4000" b="1" dirty="0">
              <a:highlight>
                <a:srgbClr val="FFFF00"/>
              </a:highlight>
            </a:endParaRPr>
          </a:p>
        </p:txBody>
      </p:sp>
      <p:graphicFrame>
        <p:nvGraphicFramePr>
          <p:cNvPr id="4" name="Table 4">
            <a:extLst>
              <a:ext uri="{FF2B5EF4-FFF2-40B4-BE49-F238E27FC236}">
                <a16:creationId xmlns:a16="http://schemas.microsoft.com/office/drawing/2014/main" id="{690DDB7D-5A4A-4BDC-9A13-6F27101B087E}"/>
              </a:ext>
            </a:extLst>
          </p:cNvPr>
          <p:cNvGraphicFramePr>
            <a:graphicFrameLocks noGrp="1"/>
          </p:cNvGraphicFramePr>
          <p:nvPr>
            <p:ph idx="1"/>
          </p:nvPr>
        </p:nvGraphicFramePr>
        <p:xfrm>
          <a:off x="743919" y="1825625"/>
          <a:ext cx="10609878" cy="3500120"/>
        </p:xfrm>
        <a:graphic>
          <a:graphicData uri="http://schemas.openxmlformats.org/drawingml/2006/table">
            <a:tbl>
              <a:tblPr firstRow="1" bandRow="1">
                <a:tableStyleId>{5C22544A-7EE6-4342-B048-85BDC9FD1C3A}</a:tableStyleId>
              </a:tblPr>
              <a:tblGrid>
                <a:gridCol w="3599480">
                  <a:extLst>
                    <a:ext uri="{9D8B030D-6E8A-4147-A177-3AD203B41FA5}">
                      <a16:colId xmlns:a16="http://schemas.microsoft.com/office/drawing/2014/main" val="1657150462"/>
                    </a:ext>
                  </a:extLst>
                </a:gridCol>
                <a:gridCol w="3505199">
                  <a:extLst>
                    <a:ext uri="{9D8B030D-6E8A-4147-A177-3AD203B41FA5}">
                      <a16:colId xmlns:a16="http://schemas.microsoft.com/office/drawing/2014/main" val="1260453881"/>
                    </a:ext>
                  </a:extLst>
                </a:gridCol>
                <a:gridCol w="3505199">
                  <a:extLst>
                    <a:ext uri="{9D8B030D-6E8A-4147-A177-3AD203B41FA5}">
                      <a16:colId xmlns:a16="http://schemas.microsoft.com/office/drawing/2014/main" val="1342327081"/>
                    </a:ext>
                  </a:extLst>
                </a:gridCol>
              </a:tblGrid>
              <a:tr h="370840">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370840">
                <a:tc>
                  <a:txBody>
                    <a:bodyPr/>
                    <a:lstStyle/>
                    <a:p>
                      <a:r>
                        <a:rPr lang="en-US" b="1" dirty="0"/>
                        <a:t>ROA</a:t>
                      </a:r>
                      <a:r>
                        <a:rPr lang="en-US" dirty="0"/>
                        <a:t>  ( = Net Income/Total Assets)</a:t>
                      </a:r>
                      <a:endParaRPr lang="en-IN" dirty="0"/>
                    </a:p>
                  </a:txBody>
                  <a:tcPr/>
                </a:tc>
                <a:tc>
                  <a:txBody>
                    <a:bodyPr/>
                    <a:lstStyle/>
                    <a:p>
                      <a:r>
                        <a:rPr lang="en-US" dirty="0"/>
                        <a:t>9021 /  73087  =  12.34 %</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747710908"/>
                  </a:ext>
                </a:extLst>
              </a:tr>
              <a:tr h="370840">
                <a:tc>
                  <a:txBody>
                    <a:bodyPr/>
                    <a:lstStyle/>
                    <a:p>
                      <a:r>
                        <a:rPr lang="en-US" b="1" dirty="0"/>
                        <a:t>CFO</a:t>
                      </a:r>
                      <a:r>
                        <a:rPr lang="en-US" dirty="0"/>
                        <a:t> ( in INR Cr)</a:t>
                      </a:r>
                      <a:endParaRPr lang="en-IN" dirty="0"/>
                    </a:p>
                  </a:txBody>
                  <a:tcPr/>
                </a:tc>
                <a:tc>
                  <a:txBody>
                    <a:bodyPr/>
                    <a:lstStyle/>
                    <a:p>
                      <a:r>
                        <a:rPr lang="en-US" dirty="0"/>
                        <a:t>9991</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241102518"/>
                  </a:ext>
                </a:extLst>
              </a:tr>
              <a:tr h="370840">
                <a:tc>
                  <a:txBody>
                    <a:bodyPr/>
                    <a:lstStyle/>
                    <a:p>
                      <a:r>
                        <a:rPr lang="en-US" b="1" dirty="0"/>
                        <a:t>CFO/Net Income </a:t>
                      </a:r>
                      <a:endParaRPr lang="en-IN" b="1" dirty="0"/>
                    </a:p>
                  </a:txBody>
                  <a:tcPr/>
                </a:tc>
                <a:tc>
                  <a:txBody>
                    <a:bodyPr/>
                    <a:lstStyle/>
                    <a:p>
                      <a:r>
                        <a:rPr lang="en-US" dirty="0"/>
                        <a:t>9991 /  9021  = 1.11</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3554876901"/>
                  </a:ext>
                </a:extLst>
              </a:tr>
              <a:tr h="370840">
                <a:tc>
                  <a:txBody>
                    <a:bodyPr/>
                    <a:lstStyle/>
                    <a:p>
                      <a:r>
                        <a:rPr lang="en-US" b="1" dirty="0"/>
                        <a:t>Change in ROA </a:t>
                      </a:r>
                    </a:p>
                    <a:p>
                      <a:r>
                        <a:rPr lang="en-US" dirty="0"/>
                        <a:t>(PY =  8054 / 70517 )</a:t>
                      </a:r>
                      <a:endParaRPr lang="en-IN" dirty="0"/>
                    </a:p>
                  </a:txBody>
                  <a:tcPr/>
                </a:tc>
                <a:tc>
                  <a:txBody>
                    <a:bodyPr/>
                    <a:lstStyle/>
                    <a:p>
                      <a:r>
                        <a:rPr lang="en-US" dirty="0"/>
                        <a:t>Cy ROA : 12.34 %</a:t>
                      </a:r>
                    </a:p>
                    <a:p>
                      <a:r>
                        <a:rPr lang="en-US" dirty="0"/>
                        <a:t>PY ROA : 11.42  %</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90149803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6011773"/>
                  </a:ext>
                </a:extLst>
              </a:tr>
              <a:tr h="159105">
                <a:tc>
                  <a:txBody>
                    <a:bodyPr/>
                    <a:lstStyle/>
                    <a:p>
                      <a:r>
                        <a:rPr lang="en-US" b="1" dirty="0"/>
                        <a:t>Total Score on Parameter</a:t>
                      </a:r>
                      <a:endParaRPr lang="en-IN" b="1" dirty="0"/>
                    </a:p>
                  </a:txBody>
                  <a:tcPr/>
                </a:tc>
                <a:tc>
                  <a:txBody>
                    <a:bodyPr/>
                    <a:lstStyle/>
                    <a:p>
                      <a:endParaRPr lang="en-IN" b="1" dirty="0"/>
                    </a:p>
                  </a:txBody>
                  <a:tcPr/>
                </a:tc>
                <a:tc>
                  <a:txBody>
                    <a:bodyPr/>
                    <a:lstStyle/>
                    <a:p>
                      <a:r>
                        <a:rPr lang="en-US" b="1" dirty="0"/>
                        <a:t>4</a:t>
                      </a:r>
                      <a:endParaRPr lang="en-IN" b="1" dirty="0"/>
                    </a:p>
                  </a:txBody>
                  <a:tcPr/>
                </a:tc>
                <a:extLst>
                  <a:ext uri="{0D108BD9-81ED-4DB2-BD59-A6C34878D82A}">
                    <a16:rowId xmlns:a16="http://schemas.microsoft.com/office/drawing/2014/main" val="2835161304"/>
                  </a:ext>
                </a:extLst>
              </a:tr>
              <a:tr h="159105">
                <a:tc>
                  <a:txBody>
                    <a:bodyPr/>
                    <a:lstStyle/>
                    <a:p>
                      <a:r>
                        <a:rPr lang="en-US" b="1" dirty="0"/>
                        <a:t>Doing well in 4 out 4 sub- parameters </a:t>
                      </a:r>
                      <a:endParaRPr lang="en-IN" b="1" dirty="0"/>
                    </a:p>
                  </a:txBody>
                  <a:tcPr/>
                </a:tc>
                <a:tc>
                  <a:txBody>
                    <a:bodyPr/>
                    <a:lstStyle/>
                    <a:p>
                      <a:r>
                        <a:rPr lang="en-US" b="1" dirty="0"/>
                        <a:t>100 %</a:t>
                      </a:r>
                      <a:endParaRPr lang="en-IN" b="1" dirty="0"/>
                    </a:p>
                  </a:txBody>
                  <a:tcPr/>
                </a:tc>
                <a:tc>
                  <a:txBody>
                    <a:bodyPr/>
                    <a:lstStyle/>
                    <a:p>
                      <a:endParaRPr lang="en-IN" b="1" dirty="0"/>
                    </a:p>
                  </a:txBody>
                  <a:tcPr/>
                </a:tc>
                <a:extLst>
                  <a:ext uri="{0D108BD9-81ED-4DB2-BD59-A6C34878D82A}">
                    <a16:rowId xmlns:a16="http://schemas.microsoft.com/office/drawing/2014/main" val="4021663941"/>
                  </a:ext>
                </a:extLst>
              </a:tr>
            </a:tbl>
          </a:graphicData>
        </a:graphic>
      </p:graphicFrame>
    </p:spTree>
    <p:extLst>
      <p:ext uri="{BB962C8B-B14F-4D97-AF65-F5344CB8AC3E}">
        <p14:creationId xmlns:p14="http://schemas.microsoft.com/office/powerpoint/2010/main" val="2177989455"/>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8EB3-93AE-4B40-9E34-C30D6C14CFAD}"/>
              </a:ext>
            </a:extLst>
          </p:cNvPr>
          <p:cNvSpPr>
            <a:spLocks noGrp="1"/>
          </p:cNvSpPr>
          <p:nvPr>
            <p:ph type="title"/>
          </p:nvPr>
        </p:nvSpPr>
        <p:spPr/>
        <p:txBody>
          <a:bodyPr/>
          <a:lstStyle/>
          <a:p>
            <a:pPr algn="ctr"/>
            <a:r>
              <a:rPr lang="en-US" b="1" dirty="0"/>
              <a:t>F Score –Liquidity, Leverage &amp; source of funding For </a:t>
            </a:r>
            <a:r>
              <a:rPr lang="en-US" b="1" u="sng" dirty="0"/>
              <a:t>HUL</a:t>
            </a:r>
            <a:r>
              <a:rPr lang="en-US" b="1" dirty="0"/>
              <a:t> in 2023</a:t>
            </a:r>
            <a:endParaRPr lang="en-IN" b="1" dirty="0"/>
          </a:p>
        </p:txBody>
      </p:sp>
      <p:graphicFrame>
        <p:nvGraphicFramePr>
          <p:cNvPr id="4" name="Table 4">
            <a:extLst>
              <a:ext uri="{FF2B5EF4-FFF2-40B4-BE49-F238E27FC236}">
                <a16:creationId xmlns:a16="http://schemas.microsoft.com/office/drawing/2014/main" id="{690DDB7D-5A4A-4BDC-9A13-6F27101B087E}"/>
              </a:ext>
            </a:extLst>
          </p:cNvPr>
          <p:cNvGraphicFramePr>
            <a:graphicFrameLocks noGrp="1"/>
          </p:cNvGraphicFramePr>
          <p:nvPr>
            <p:ph idx="1"/>
          </p:nvPr>
        </p:nvGraphicFramePr>
        <p:xfrm>
          <a:off x="838200" y="1825625"/>
          <a:ext cx="10515597" cy="3774440"/>
        </p:xfrm>
        <a:graphic>
          <a:graphicData uri="http://schemas.openxmlformats.org/drawingml/2006/table">
            <a:tbl>
              <a:tblPr firstRow="1" bandRow="1">
                <a:tableStyleId>{21E4AEA4-8DFA-4A89-87EB-49C32662AFE0}</a:tableStyleId>
              </a:tblPr>
              <a:tblGrid>
                <a:gridCol w="3505199">
                  <a:extLst>
                    <a:ext uri="{9D8B030D-6E8A-4147-A177-3AD203B41FA5}">
                      <a16:colId xmlns:a16="http://schemas.microsoft.com/office/drawing/2014/main" val="1657150462"/>
                    </a:ext>
                  </a:extLst>
                </a:gridCol>
                <a:gridCol w="3505199">
                  <a:extLst>
                    <a:ext uri="{9D8B030D-6E8A-4147-A177-3AD203B41FA5}">
                      <a16:colId xmlns:a16="http://schemas.microsoft.com/office/drawing/2014/main" val="1260453881"/>
                    </a:ext>
                  </a:extLst>
                </a:gridCol>
                <a:gridCol w="3505199">
                  <a:extLst>
                    <a:ext uri="{9D8B030D-6E8A-4147-A177-3AD203B41FA5}">
                      <a16:colId xmlns:a16="http://schemas.microsoft.com/office/drawing/2014/main" val="1342327081"/>
                    </a:ext>
                  </a:extLst>
                </a:gridCol>
              </a:tblGrid>
              <a:tr h="370840">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370840">
                <a:tc>
                  <a:txBody>
                    <a:bodyPr/>
                    <a:lstStyle/>
                    <a:p>
                      <a:r>
                        <a:rPr lang="en-US" b="1" dirty="0"/>
                        <a:t>Current Ratio </a:t>
                      </a:r>
                      <a:r>
                        <a:rPr lang="en-US" dirty="0"/>
                        <a:t>CY &amp; Prev. Year </a:t>
                      </a:r>
                      <a:endParaRPr lang="en-IN" dirty="0"/>
                    </a:p>
                  </a:txBody>
                  <a:tcPr/>
                </a:tc>
                <a:tc>
                  <a:txBody>
                    <a:bodyPr/>
                    <a:lstStyle/>
                    <a:p>
                      <a:r>
                        <a:rPr lang="en-US" b="1" dirty="0"/>
                        <a:t>CY</a:t>
                      </a:r>
                      <a:r>
                        <a:rPr lang="en-US" dirty="0"/>
                        <a:t> = 16998 / 12028  = 1.41 </a:t>
                      </a:r>
                    </a:p>
                    <a:p>
                      <a:r>
                        <a:rPr lang="en-US" b="1" dirty="0"/>
                        <a:t>PY</a:t>
                      </a:r>
                      <a:r>
                        <a:rPr lang="en-US" b="0" dirty="0"/>
                        <a:t>= </a:t>
                      </a:r>
                      <a:r>
                        <a:rPr lang="en-US" b="1" dirty="0"/>
                        <a:t> </a:t>
                      </a:r>
                      <a:r>
                        <a:rPr lang="en-US" b="0" dirty="0"/>
                        <a:t>15522</a:t>
                      </a:r>
                      <a:r>
                        <a:rPr lang="en-US" dirty="0"/>
                        <a:t> /  11280 = 1.38</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747710908"/>
                  </a:ext>
                </a:extLst>
              </a:tr>
              <a:tr h="370840">
                <a:tc>
                  <a:txBody>
                    <a:bodyPr/>
                    <a:lstStyle/>
                    <a:p>
                      <a:r>
                        <a:rPr lang="en-US" dirty="0"/>
                        <a:t>Current year</a:t>
                      </a:r>
                      <a:r>
                        <a:rPr lang="en-US" b="1" dirty="0"/>
                        <a:t> LTD </a:t>
                      </a:r>
                      <a:r>
                        <a:rPr lang="en-US" dirty="0"/>
                        <a:t>&amp; that of previous year </a:t>
                      </a:r>
                      <a:endParaRPr lang="en-IN" dirty="0"/>
                    </a:p>
                  </a:txBody>
                  <a:tcPr/>
                </a:tc>
                <a:tc>
                  <a:txBody>
                    <a:bodyPr/>
                    <a:lstStyle/>
                    <a:p>
                      <a:r>
                        <a:rPr lang="en-US" b="1" dirty="0"/>
                        <a:t>CY:  0</a:t>
                      </a:r>
                      <a:endParaRPr lang="en-US" dirty="0"/>
                    </a:p>
                    <a:p>
                      <a:r>
                        <a:rPr lang="en-US" b="1" dirty="0"/>
                        <a:t>PY:  0</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241102518"/>
                  </a:ext>
                </a:extLst>
              </a:tr>
              <a:tr h="370840">
                <a:tc>
                  <a:txBody>
                    <a:bodyPr/>
                    <a:lstStyle/>
                    <a:p>
                      <a:r>
                        <a:rPr lang="en-US" b="1" dirty="0"/>
                        <a:t>Equity issuance </a:t>
                      </a:r>
                      <a:endParaRPr lang="en-IN" b="1" dirty="0"/>
                    </a:p>
                  </a:txBody>
                  <a:tcPr/>
                </a:tc>
                <a:tc>
                  <a:txBody>
                    <a:bodyPr/>
                    <a:lstStyle/>
                    <a:p>
                      <a:r>
                        <a:rPr lang="en-US" dirty="0"/>
                        <a:t>No </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355487690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90149803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6011773"/>
                  </a:ext>
                </a:extLst>
              </a:tr>
              <a:tr h="370840">
                <a:tc>
                  <a:txBody>
                    <a:bodyPr/>
                    <a:lstStyle/>
                    <a:p>
                      <a:r>
                        <a:rPr lang="en-US" b="1" dirty="0"/>
                        <a:t>Total Score on Parameter </a:t>
                      </a:r>
                      <a:endParaRPr lang="en-IN" b="1" dirty="0"/>
                    </a:p>
                  </a:txBody>
                  <a:tcPr/>
                </a:tc>
                <a:tc>
                  <a:txBody>
                    <a:bodyPr/>
                    <a:lstStyle/>
                    <a:p>
                      <a:endParaRPr lang="en-IN" b="1" dirty="0"/>
                    </a:p>
                  </a:txBody>
                  <a:tcPr/>
                </a:tc>
                <a:tc>
                  <a:txBody>
                    <a:bodyPr/>
                    <a:lstStyle/>
                    <a:p>
                      <a:r>
                        <a:rPr lang="en-US" b="1" dirty="0"/>
                        <a:t>3</a:t>
                      </a:r>
                      <a:endParaRPr lang="en-IN" b="1" dirty="0"/>
                    </a:p>
                  </a:txBody>
                  <a:tcPr/>
                </a:tc>
                <a:extLst>
                  <a:ext uri="{0D108BD9-81ED-4DB2-BD59-A6C34878D82A}">
                    <a16:rowId xmlns:a16="http://schemas.microsoft.com/office/drawing/2014/main" val="2835161304"/>
                  </a:ext>
                </a:extLst>
              </a:tr>
              <a:tr h="370840">
                <a:tc>
                  <a:txBody>
                    <a:bodyPr/>
                    <a:lstStyle/>
                    <a:p>
                      <a:r>
                        <a:rPr lang="en-US" b="1" dirty="0"/>
                        <a:t>Doing well in 3 out 3 sub- parameters </a:t>
                      </a:r>
                      <a:endParaRPr lang="en-IN" b="1" dirty="0"/>
                    </a:p>
                  </a:txBody>
                  <a:tcPr/>
                </a:tc>
                <a:tc>
                  <a:txBody>
                    <a:bodyPr/>
                    <a:lstStyle/>
                    <a:p>
                      <a:r>
                        <a:rPr lang="en-US" b="1" dirty="0"/>
                        <a:t>100 %</a:t>
                      </a:r>
                      <a:endParaRPr lang="en-IN" b="1" dirty="0"/>
                    </a:p>
                  </a:txBody>
                  <a:tcPr/>
                </a:tc>
                <a:tc>
                  <a:txBody>
                    <a:bodyPr/>
                    <a:lstStyle/>
                    <a:p>
                      <a:endParaRPr lang="en-IN" b="1" dirty="0"/>
                    </a:p>
                  </a:txBody>
                  <a:tcPr/>
                </a:tc>
                <a:extLst>
                  <a:ext uri="{0D108BD9-81ED-4DB2-BD59-A6C34878D82A}">
                    <a16:rowId xmlns:a16="http://schemas.microsoft.com/office/drawing/2014/main" val="3625229051"/>
                  </a:ext>
                </a:extLst>
              </a:tr>
            </a:tbl>
          </a:graphicData>
        </a:graphic>
      </p:graphicFrame>
    </p:spTree>
    <p:extLst>
      <p:ext uri="{BB962C8B-B14F-4D97-AF65-F5344CB8AC3E}">
        <p14:creationId xmlns:p14="http://schemas.microsoft.com/office/powerpoint/2010/main" val="163204443"/>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8EB3-93AE-4B40-9E34-C30D6C14CFAD}"/>
              </a:ext>
            </a:extLst>
          </p:cNvPr>
          <p:cNvSpPr>
            <a:spLocks noGrp="1"/>
          </p:cNvSpPr>
          <p:nvPr>
            <p:ph type="title"/>
          </p:nvPr>
        </p:nvSpPr>
        <p:spPr>
          <a:xfrm>
            <a:off x="838200" y="-339633"/>
            <a:ext cx="10515600" cy="2030322"/>
          </a:xfrm>
        </p:spPr>
        <p:txBody>
          <a:bodyPr/>
          <a:lstStyle/>
          <a:p>
            <a:pPr algn="ctr"/>
            <a:r>
              <a:rPr lang="en-US" b="1" dirty="0"/>
              <a:t>F Score –Operating Efficiency For </a:t>
            </a:r>
            <a:r>
              <a:rPr lang="en-US" b="1" u="sng" dirty="0"/>
              <a:t>HUL</a:t>
            </a:r>
            <a:r>
              <a:rPr lang="en-US" b="1" dirty="0"/>
              <a:t> in 2023</a:t>
            </a:r>
            <a:endParaRPr lang="en-IN" b="1" dirty="0"/>
          </a:p>
        </p:txBody>
      </p:sp>
      <p:graphicFrame>
        <p:nvGraphicFramePr>
          <p:cNvPr id="4" name="Table 4">
            <a:extLst>
              <a:ext uri="{FF2B5EF4-FFF2-40B4-BE49-F238E27FC236}">
                <a16:creationId xmlns:a16="http://schemas.microsoft.com/office/drawing/2014/main" id="{690DDB7D-5A4A-4BDC-9A13-6F27101B087E}"/>
              </a:ext>
            </a:extLst>
          </p:cNvPr>
          <p:cNvGraphicFramePr>
            <a:graphicFrameLocks noGrp="1"/>
          </p:cNvGraphicFramePr>
          <p:nvPr>
            <p:ph idx="1"/>
          </p:nvPr>
        </p:nvGraphicFramePr>
        <p:xfrm>
          <a:off x="352698" y="1097280"/>
          <a:ext cx="11001100" cy="6030837"/>
        </p:xfrm>
        <a:graphic>
          <a:graphicData uri="http://schemas.openxmlformats.org/drawingml/2006/table">
            <a:tbl>
              <a:tblPr firstRow="1" bandRow="1">
                <a:tableStyleId>{F5AB1C69-6EDB-4FF4-983F-18BD219EF322}</a:tableStyleId>
              </a:tblPr>
              <a:tblGrid>
                <a:gridCol w="3892598">
                  <a:extLst>
                    <a:ext uri="{9D8B030D-6E8A-4147-A177-3AD203B41FA5}">
                      <a16:colId xmlns:a16="http://schemas.microsoft.com/office/drawing/2014/main" val="1657150462"/>
                    </a:ext>
                  </a:extLst>
                </a:gridCol>
                <a:gridCol w="5832599">
                  <a:extLst>
                    <a:ext uri="{9D8B030D-6E8A-4147-A177-3AD203B41FA5}">
                      <a16:colId xmlns:a16="http://schemas.microsoft.com/office/drawing/2014/main" val="1260453881"/>
                    </a:ext>
                  </a:extLst>
                </a:gridCol>
                <a:gridCol w="1275903">
                  <a:extLst>
                    <a:ext uri="{9D8B030D-6E8A-4147-A177-3AD203B41FA5}">
                      <a16:colId xmlns:a16="http://schemas.microsoft.com/office/drawing/2014/main" val="1342327081"/>
                    </a:ext>
                  </a:extLst>
                </a:gridCol>
              </a:tblGrid>
              <a:tr h="422926">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729982">
                <a:tc>
                  <a:txBody>
                    <a:bodyPr/>
                    <a:lstStyle/>
                    <a:p>
                      <a:r>
                        <a:rPr lang="en-US" b="1" dirty="0"/>
                        <a:t>GPM</a:t>
                      </a:r>
                      <a:r>
                        <a:rPr lang="en-US" dirty="0"/>
                        <a:t> CY &amp; Prev. Year </a:t>
                      </a:r>
                    </a:p>
                    <a:p>
                      <a:r>
                        <a:rPr lang="en-US" dirty="0"/>
                        <a:t>GPM= (Net </a:t>
                      </a:r>
                      <a:r>
                        <a:rPr lang="en-US" dirty="0" err="1"/>
                        <a:t>op.Rev</a:t>
                      </a:r>
                      <a:r>
                        <a:rPr lang="en-US" dirty="0"/>
                        <a:t>- CGS/Net </a:t>
                      </a:r>
                      <a:r>
                        <a:rPr lang="en-US" dirty="0" err="1"/>
                        <a:t>Op.Rev</a:t>
                      </a:r>
                      <a:r>
                        <a:rPr lang="en-US" dirty="0"/>
                        <a:t>) *100</a:t>
                      </a:r>
                      <a:endParaRPr lang="en-IN" dirty="0"/>
                    </a:p>
                  </a:txBody>
                  <a:tcPr/>
                </a:tc>
                <a:tc>
                  <a:txBody>
                    <a:bodyPr/>
                    <a:lstStyle/>
                    <a:p>
                      <a:r>
                        <a:rPr lang="en-US" dirty="0"/>
                        <a:t>CY = 23 842/  59549  = 40.04 %</a:t>
                      </a:r>
                    </a:p>
                    <a:p>
                      <a:r>
                        <a:rPr lang="en-US" dirty="0"/>
                        <a:t>PY=   22 177 /  51548=  43.02  %</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747710908"/>
                  </a:ext>
                </a:extLst>
              </a:tr>
              <a:tr h="422926">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241102518"/>
                  </a:ext>
                </a:extLst>
              </a:tr>
              <a:tr h="729982">
                <a:tc>
                  <a:txBody>
                    <a:bodyPr/>
                    <a:lstStyle/>
                    <a:p>
                      <a:r>
                        <a:rPr lang="en-US" b="1" dirty="0"/>
                        <a:t>Asset Turn </a:t>
                      </a:r>
                      <a:r>
                        <a:rPr lang="en-US" dirty="0"/>
                        <a:t>CY&amp; PY</a:t>
                      </a:r>
                    </a:p>
                    <a:p>
                      <a:r>
                        <a:rPr lang="en-US" dirty="0"/>
                        <a:t>(= Net </a:t>
                      </a:r>
                      <a:r>
                        <a:rPr lang="en-US" dirty="0" err="1"/>
                        <a:t>op.Revenue</a:t>
                      </a:r>
                      <a:r>
                        <a:rPr lang="en-US" dirty="0"/>
                        <a:t>/ Total Assets)</a:t>
                      </a:r>
                      <a:endParaRPr lang="en-IN" dirty="0"/>
                    </a:p>
                  </a:txBody>
                  <a:tcPr/>
                </a:tc>
                <a:tc>
                  <a:txBody>
                    <a:bodyPr/>
                    <a:lstStyle/>
                    <a:p>
                      <a:r>
                        <a:rPr lang="en-US" dirty="0"/>
                        <a:t>CY = 59549 / 73087 = 0.81  Times</a:t>
                      </a:r>
                    </a:p>
                    <a:p>
                      <a:r>
                        <a:rPr lang="en-US" dirty="0"/>
                        <a:t>PY = 51548 / 70517  = 0.73  Times </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3554876901"/>
                  </a:ext>
                </a:extLst>
              </a:tr>
              <a:tr h="422926">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901498031"/>
                  </a:ext>
                </a:extLst>
              </a:tr>
              <a:tr h="422926">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6011773"/>
                  </a:ext>
                </a:extLst>
              </a:tr>
              <a:tr h="422926">
                <a:tc>
                  <a:txBody>
                    <a:bodyPr/>
                    <a:lstStyle/>
                    <a:p>
                      <a:r>
                        <a:rPr lang="en-US" b="1" dirty="0"/>
                        <a:t>Total Score on Parameter </a:t>
                      </a:r>
                      <a:endParaRPr lang="en-IN" b="1" dirty="0"/>
                    </a:p>
                  </a:txBody>
                  <a:tcPr/>
                </a:tc>
                <a:tc>
                  <a:txBody>
                    <a:bodyPr/>
                    <a:lstStyle/>
                    <a:p>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835161304"/>
                  </a:ext>
                </a:extLst>
              </a:tr>
              <a:tr h="422926">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621547453"/>
                  </a:ext>
                </a:extLst>
              </a:tr>
              <a:tr h="1848899">
                <a:tc>
                  <a:txBody>
                    <a:bodyPr/>
                    <a:lstStyle/>
                    <a:p>
                      <a:r>
                        <a:rPr lang="en-US" b="1" dirty="0"/>
                        <a:t>CGS</a:t>
                      </a:r>
                      <a:r>
                        <a:rPr lang="en-US" dirty="0"/>
                        <a:t> = </a:t>
                      </a:r>
                      <a:r>
                        <a:rPr lang="en-US" b="1" dirty="0"/>
                        <a:t>Cost of material consumed </a:t>
                      </a:r>
                      <a:r>
                        <a:rPr lang="en-US" dirty="0"/>
                        <a:t>+ purchase of stock in trade + </a:t>
                      </a:r>
                      <a:r>
                        <a:rPr lang="en-US" b="1" dirty="0"/>
                        <a:t>Operating and direct expenses +_</a:t>
                      </a:r>
                      <a:r>
                        <a:rPr lang="en-US" b="0" dirty="0"/>
                        <a:t>Changes in inventories of FG,WIP and stock in trade </a:t>
                      </a:r>
                      <a:r>
                        <a:rPr lang="en-US" b="1" dirty="0"/>
                        <a:t>+ </a:t>
                      </a:r>
                      <a:r>
                        <a:rPr lang="en-US" b="0" dirty="0"/>
                        <a:t>Employee Benefit expenses + D &amp; A</a:t>
                      </a:r>
                      <a:endParaRPr lang="en-IN" b="0" dirty="0"/>
                    </a:p>
                  </a:txBody>
                  <a:tcPr/>
                </a:tc>
                <a:tc>
                  <a:txBody>
                    <a:bodyPr/>
                    <a:lstStyle/>
                    <a:p>
                      <a:r>
                        <a:rPr lang="en-US" dirty="0"/>
                        <a:t>CY: 20212 + 11579 + 0 – 75 + 2854 + 1137  = 35707</a:t>
                      </a:r>
                    </a:p>
                    <a:p>
                      <a:r>
                        <a:rPr lang="en-US" dirty="0"/>
                        <a:t>PY:  16446 +  9311 + 0 – 22 + 2545 + 1091  = 29371</a:t>
                      </a:r>
                      <a:endParaRPr lang="en-IN" dirty="0"/>
                    </a:p>
                  </a:txBody>
                  <a:tcPr/>
                </a:tc>
                <a:tc>
                  <a:txBody>
                    <a:bodyPr/>
                    <a:lstStyle/>
                    <a:p>
                      <a:endParaRPr lang="en-IN" dirty="0"/>
                    </a:p>
                  </a:txBody>
                  <a:tcPr/>
                </a:tc>
                <a:extLst>
                  <a:ext uri="{0D108BD9-81ED-4DB2-BD59-A6C34878D82A}">
                    <a16:rowId xmlns:a16="http://schemas.microsoft.com/office/drawing/2014/main" val="3383887879"/>
                  </a:ext>
                </a:extLst>
              </a:tr>
            </a:tbl>
          </a:graphicData>
        </a:graphic>
      </p:graphicFrame>
    </p:spTree>
    <p:extLst>
      <p:ext uri="{BB962C8B-B14F-4D97-AF65-F5344CB8AC3E}">
        <p14:creationId xmlns:p14="http://schemas.microsoft.com/office/powerpoint/2010/main" val="2015727858"/>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FFBB6-FD1E-4CB8-BB79-8EDC1EA518BE}"/>
              </a:ext>
            </a:extLst>
          </p:cNvPr>
          <p:cNvSpPr>
            <a:spLocks noGrp="1"/>
          </p:cNvSpPr>
          <p:nvPr>
            <p:ph type="title"/>
          </p:nvPr>
        </p:nvSpPr>
        <p:spPr/>
        <p:txBody>
          <a:bodyPr/>
          <a:lstStyle/>
          <a:p>
            <a:pPr algn="ctr"/>
            <a:r>
              <a:rPr lang="en-US" dirty="0"/>
              <a:t> </a:t>
            </a:r>
            <a:r>
              <a:rPr lang="en-US" b="1" dirty="0"/>
              <a:t>Inference Guidelines on F Score </a:t>
            </a:r>
            <a:endParaRPr lang="en-IN" b="1" dirty="0"/>
          </a:p>
        </p:txBody>
      </p:sp>
      <p:sp>
        <p:nvSpPr>
          <p:cNvPr id="3" name="Content Placeholder 2">
            <a:extLst>
              <a:ext uri="{FF2B5EF4-FFF2-40B4-BE49-F238E27FC236}">
                <a16:creationId xmlns:a16="http://schemas.microsoft.com/office/drawing/2014/main" id="{BB441584-8F02-4563-803C-902B10BC4299}"/>
              </a:ext>
            </a:extLst>
          </p:cNvPr>
          <p:cNvSpPr>
            <a:spLocks noGrp="1"/>
          </p:cNvSpPr>
          <p:nvPr>
            <p:ph idx="1"/>
          </p:nvPr>
        </p:nvSpPr>
        <p:spPr/>
        <p:txBody>
          <a:bodyPr/>
          <a:lstStyle/>
          <a:p>
            <a:r>
              <a:rPr lang="en-US" b="1" dirty="0"/>
              <a:t>Score of 8 or 9 : </a:t>
            </a:r>
            <a:r>
              <a:rPr lang="en-US" dirty="0"/>
              <a:t>Good </a:t>
            </a:r>
          </a:p>
          <a:p>
            <a:endParaRPr lang="en-US" dirty="0"/>
          </a:p>
          <a:p>
            <a:r>
              <a:rPr lang="en-US" b="1" dirty="0"/>
              <a:t>Score 0-2 : </a:t>
            </a:r>
            <a:r>
              <a:rPr lang="en-US" dirty="0"/>
              <a:t>Weak </a:t>
            </a:r>
          </a:p>
          <a:p>
            <a:endParaRPr lang="en-US" dirty="0"/>
          </a:p>
          <a:p>
            <a:r>
              <a:rPr lang="en-US" b="1" dirty="0"/>
              <a:t>Score of 3-7 : </a:t>
            </a:r>
            <a:r>
              <a:rPr lang="en-US" dirty="0"/>
              <a:t>Grey Zone </a:t>
            </a:r>
            <a:endParaRPr lang="en-IN" dirty="0"/>
          </a:p>
        </p:txBody>
      </p:sp>
    </p:spTree>
    <p:extLst>
      <p:ext uri="{BB962C8B-B14F-4D97-AF65-F5344CB8AC3E}">
        <p14:creationId xmlns:p14="http://schemas.microsoft.com/office/powerpoint/2010/main" val="2438380791"/>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A0BA-72DC-4234-A466-797ED708CF0F}"/>
              </a:ext>
            </a:extLst>
          </p:cNvPr>
          <p:cNvSpPr>
            <a:spLocks noGrp="1"/>
          </p:cNvSpPr>
          <p:nvPr>
            <p:ph type="title"/>
          </p:nvPr>
        </p:nvSpPr>
        <p:spPr/>
        <p:txBody>
          <a:bodyPr/>
          <a:lstStyle/>
          <a:p>
            <a:pPr algn="ctr"/>
            <a:r>
              <a:rPr lang="en-US" b="1" dirty="0"/>
              <a:t>HUL’s F Score in 2023</a:t>
            </a:r>
            <a:endParaRPr lang="en-IN" b="1" dirty="0"/>
          </a:p>
        </p:txBody>
      </p:sp>
      <p:graphicFrame>
        <p:nvGraphicFramePr>
          <p:cNvPr id="4" name="Table 4">
            <a:extLst>
              <a:ext uri="{FF2B5EF4-FFF2-40B4-BE49-F238E27FC236}">
                <a16:creationId xmlns:a16="http://schemas.microsoft.com/office/drawing/2014/main" id="{DD5F1C6F-9A49-476B-8750-1A111D85A40A}"/>
              </a:ext>
            </a:extLst>
          </p:cNvPr>
          <p:cNvGraphicFramePr>
            <a:graphicFrameLocks noGrp="1"/>
          </p:cNvGraphicFramePr>
          <p:nvPr>
            <p:ph idx="1"/>
          </p:nvPr>
        </p:nvGraphicFramePr>
        <p:xfrm>
          <a:off x="838200" y="1825625"/>
          <a:ext cx="10515600" cy="2595880"/>
        </p:xfrm>
        <a:graphic>
          <a:graphicData uri="http://schemas.openxmlformats.org/drawingml/2006/table">
            <a:tbl>
              <a:tblPr firstRow="1" bandRow="1">
                <a:tableStyleId>{93296810-A885-4BE3-A3E7-6D5BEEA58F35}</a:tableStyleId>
              </a:tblPr>
              <a:tblGrid>
                <a:gridCol w="5257800">
                  <a:extLst>
                    <a:ext uri="{9D8B030D-6E8A-4147-A177-3AD203B41FA5}">
                      <a16:colId xmlns:a16="http://schemas.microsoft.com/office/drawing/2014/main" val="2855140173"/>
                    </a:ext>
                  </a:extLst>
                </a:gridCol>
                <a:gridCol w="5257800">
                  <a:extLst>
                    <a:ext uri="{9D8B030D-6E8A-4147-A177-3AD203B41FA5}">
                      <a16:colId xmlns:a16="http://schemas.microsoft.com/office/drawing/2014/main" val="486234380"/>
                    </a:ext>
                  </a:extLst>
                </a:gridCol>
              </a:tblGrid>
              <a:tr h="370840">
                <a:tc>
                  <a:txBody>
                    <a:bodyPr/>
                    <a:lstStyle/>
                    <a:p>
                      <a:r>
                        <a:rPr lang="en-US" dirty="0"/>
                        <a:t>Parameter</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008403827"/>
                  </a:ext>
                </a:extLst>
              </a:tr>
              <a:tr h="370840">
                <a:tc>
                  <a:txBody>
                    <a:bodyPr/>
                    <a:lstStyle/>
                    <a:p>
                      <a:r>
                        <a:rPr lang="en-US" dirty="0"/>
                        <a:t>Profitability </a:t>
                      </a:r>
                      <a:endParaRPr lang="en-IN" dirty="0"/>
                    </a:p>
                  </a:txBody>
                  <a:tcPr/>
                </a:tc>
                <a:tc>
                  <a:txBody>
                    <a:bodyPr/>
                    <a:lstStyle/>
                    <a:p>
                      <a:r>
                        <a:rPr lang="en-US" dirty="0"/>
                        <a:t>4</a:t>
                      </a:r>
                      <a:endParaRPr lang="en-IN" dirty="0"/>
                    </a:p>
                  </a:txBody>
                  <a:tcPr/>
                </a:tc>
                <a:extLst>
                  <a:ext uri="{0D108BD9-81ED-4DB2-BD59-A6C34878D82A}">
                    <a16:rowId xmlns:a16="http://schemas.microsoft.com/office/drawing/2014/main" val="2720390596"/>
                  </a:ext>
                </a:extLst>
              </a:tr>
              <a:tr h="370840">
                <a:tc>
                  <a:txBody>
                    <a:bodyPr/>
                    <a:lstStyle/>
                    <a:p>
                      <a:r>
                        <a:rPr lang="en-US" dirty="0"/>
                        <a:t>Liquidity Leverage &amp; Source of funding </a:t>
                      </a:r>
                      <a:endParaRPr lang="en-IN" dirty="0"/>
                    </a:p>
                  </a:txBody>
                  <a:tcPr/>
                </a:tc>
                <a:tc>
                  <a:txBody>
                    <a:bodyPr/>
                    <a:lstStyle/>
                    <a:p>
                      <a:r>
                        <a:rPr lang="en-US" dirty="0"/>
                        <a:t>3</a:t>
                      </a:r>
                      <a:endParaRPr lang="en-IN" dirty="0"/>
                    </a:p>
                  </a:txBody>
                  <a:tcPr/>
                </a:tc>
                <a:extLst>
                  <a:ext uri="{0D108BD9-81ED-4DB2-BD59-A6C34878D82A}">
                    <a16:rowId xmlns:a16="http://schemas.microsoft.com/office/drawing/2014/main" val="719249297"/>
                  </a:ext>
                </a:extLst>
              </a:tr>
              <a:tr h="370840">
                <a:tc>
                  <a:txBody>
                    <a:bodyPr/>
                    <a:lstStyle/>
                    <a:p>
                      <a:r>
                        <a:rPr lang="en-US" dirty="0"/>
                        <a:t>Operating Efficiency </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255370622"/>
                  </a:ext>
                </a:extLst>
              </a:tr>
              <a:tr h="370840">
                <a:tc>
                  <a:txBody>
                    <a:bodyPr/>
                    <a:lstStyle/>
                    <a:p>
                      <a:r>
                        <a:rPr lang="en-US" b="1" dirty="0"/>
                        <a:t>Total Score </a:t>
                      </a:r>
                      <a:endParaRPr lang="en-IN" b="1" dirty="0"/>
                    </a:p>
                  </a:txBody>
                  <a:tcPr/>
                </a:tc>
                <a:tc>
                  <a:txBody>
                    <a:bodyPr/>
                    <a:lstStyle/>
                    <a:p>
                      <a:r>
                        <a:rPr lang="en-US" b="1" dirty="0">
                          <a:highlight>
                            <a:srgbClr val="FFFF00"/>
                          </a:highlight>
                        </a:rPr>
                        <a:t>8</a:t>
                      </a:r>
                      <a:endParaRPr lang="en-IN" b="1" dirty="0">
                        <a:highlight>
                          <a:srgbClr val="FFFF00"/>
                        </a:highlight>
                      </a:endParaRPr>
                    </a:p>
                  </a:txBody>
                  <a:tcPr/>
                </a:tc>
                <a:extLst>
                  <a:ext uri="{0D108BD9-81ED-4DB2-BD59-A6C34878D82A}">
                    <a16:rowId xmlns:a16="http://schemas.microsoft.com/office/drawing/2014/main" val="1652824247"/>
                  </a:ext>
                </a:extLst>
              </a:tr>
              <a:tr h="370840">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5291959"/>
                  </a:ext>
                </a:extLst>
              </a:tr>
              <a:tr h="370840">
                <a:tc>
                  <a:txBody>
                    <a:bodyPr/>
                    <a:lstStyle/>
                    <a:p>
                      <a:r>
                        <a:rPr lang="en-US" b="1" dirty="0"/>
                        <a:t>Inference</a:t>
                      </a:r>
                      <a:endParaRPr lang="en-IN" b="1" dirty="0"/>
                    </a:p>
                  </a:txBody>
                  <a:tcPr/>
                </a:tc>
                <a:tc>
                  <a:txBody>
                    <a:bodyPr/>
                    <a:lstStyle/>
                    <a:p>
                      <a:r>
                        <a:rPr lang="en-IN" b="1" dirty="0">
                          <a:highlight>
                            <a:srgbClr val="FFFF00"/>
                          </a:highlight>
                        </a:rPr>
                        <a:t>Good Company </a:t>
                      </a:r>
                    </a:p>
                  </a:txBody>
                  <a:tcPr/>
                </a:tc>
                <a:extLst>
                  <a:ext uri="{0D108BD9-81ED-4DB2-BD59-A6C34878D82A}">
                    <a16:rowId xmlns:a16="http://schemas.microsoft.com/office/drawing/2014/main" val="4180869637"/>
                  </a:ext>
                </a:extLst>
              </a:tr>
            </a:tbl>
          </a:graphicData>
        </a:graphic>
      </p:graphicFrame>
    </p:spTree>
    <p:extLst>
      <p:ext uri="{BB962C8B-B14F-4D97-AF65-F5344CB8AC3E}">
        <p14:creationId xmlns:p14="http://schemas.microsoft.com/office/powerpoint/2010/main" val="1393179821"/>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8EB3-93AE-4B40-9E34-C30D6C14CFAD}"/>
              </a:ext>
            </a:extLst>
          </p:cNvPr>
          <p:cNvSpPr>
            <a:spLocks noGrp="1"/>
          </p:cNvSpPr>
          <p:nvPr>
            <p:ph type="title"/>
          </p:nvPr>
        </p:nvSpPr>
        <p:spPr/>
        <p:txBody>
          <a:bodyPr>
            <a:normAutofit/>
          </a:bodyPr>
          <a:lstStyle/>
          <a:p>
            <a:pPr algn="ctr"/>
            <a:r>
              <a:rPr lang="en-US" sz="4000" b="1" dirty="0"/>
              <a:t>F Score -Profitability For HUL in 2022</a:t>
            </a:r>
            <a:endParaRPr lang="en-IN" sz="4000" b="1" dirty="0"/>
          </a:p>
        </p:txBody>
      </p:sp>
      <p:graphicFrame>
        <p:nvGraphicFramePr>
          <p:cNvPr id="4" name="Table 4">
            <a:extLst>
              <a:ext uri="{FF2B5EF4-FFF2-40B4-BE49-F238E27FC236}">
                <a16:creationId xmlns:a16="http://schemas.microsoft.com/office/drawing/2014/main" id="{690DDB7D-5A4A-4BDC-9A13-6F27101B087E}"/>
              </a:ext>
            </a:extLst>
          </p:cNvPr>
          <p:cNvGraphicFramePr>
            <a:graphicFrameLocks noGrp="1"/>
          </p:cNvGraphicFramePr>
          <p:nvPr>
            <p:ph idx="1"/>
          </p:nvPr>
        </p:nvGraphicFramePr>
        <p:xfrm>
          <a:off x="743919" y="1825625"/>
          <a:ext cx="10609878" cy="3500120"/>
        </p:xfrm>
        <a:graphic>
          <a:graphicData uri="http://schemas.openxmlformats.org/drawingml/2006/table">
            <a:tbl>
              <a:tblPr firstRow="1" bandRow="1">
                <a:tableStyleId>{5C22544A-7EE6-4342-B048-85BDC9FD1C3A}</a:tableStyleId>
              </a:tblPr>
              <a:tblGrid>
                <a:gridCol w="3599480">
                  <a:extLst>
                    <a:ext uri="{9D8B030D-6E8A-4147-A177-3AD203B41FA5}">
                      <a16:colId xmlns:a16="http://schemas.microsoft.com/office/drawing/2014/main" val="1657150462"/>
                    </a:ext>
                  </a:extLst>
                </a:gridCol>
                <a:gridCol w="3505199">
                  <a:extLst>
                    <a:ext uri="{9D8B030D-6E8A-4147-A177-3AD203B41FA5}">
                      <a16:colId xmlns:a16="http://schemas.microsoft.com/office/drawing/2014/main" val="1260453881"/>
                    </a:ext>
                  </a:extLst>
                </a:gridCol>
                <a:gridCol w="3505199">
                  <a:extLst>
                    <a:ext uri="{9D8B030D-6E8A-4147-A177-3AD203B41FA5}">
                      <a16:colId xmlns:a16="http://schemas.microsoft.com/office/drawing/2014/main" val="1342327081"/>
                    </a:ext>
                  </a:extLst>
                </a:gridCol>
              </a:tblGrid>
              <a:tr h="370840">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370840">
                <a:tc>
                  <a:txBody>
                    <a:bodyPr/>
                    <a:lstStyle/>
                    <a:p>
                      <a:r>
                        <a:rPr lang="en-US" b="1" dirty="0"/>
                        <a:t>ROA</a:t>
                      </a:r>
                      <a:r>
                        <a:rPr lang="en-US" dirty="0"/>
                        <a:t>  ( = Net Income/Total Assets)</a:t>
                      </a:r>
                      <a:endParaRPr lang="en-IN" dirty="0"/>
                    </a:p>
                  </a:txBody>
                  <a:tcPr/>
                </a:tc>
                <a:tc>
                  <a:txBody>
                    <a:bodyPr/>
                    <a:lstStyle/>
                    <a:p>
                      <a:r>
                        <a:rPr kumimoji="0" lang="en-US" sz="1800" b="0" i="0" u="none" strike="noStrike" kern="1200" cap="none" spc="0" normalizeH="0" baseline="0" noProof="0" dirty="0">
                          <a:ln>
                            <a:noFill/>
                          </a:ln>
                          <a:solidFill>
                            <a:prstClr val="black"/>
                          </a:solidFill>
                          <a:effectLst/>
                          <a:uLnTx/>
                          <a:uFillTx/>
                          <a:latin typeface="+mn-lt"/>
                          <a:ea typeface="+mn-ea"/>
                          <a:cs typeface="+mn-cs"/>
                        </a:rPr>
                        <a:t>8054 / 70517  = 11.42 %</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747710908"/>
                  </a:ext>
                </a:extLst>
              </a:tr>
              <a:tr h="370840">
                <a:tc>
                  <a:txBody>
                    <a:bodyPr/>
                    <a:lstStyle/>
                    <a:p>
                      <a:r>
                        <a:rPr lang="en-US" b="1" dirty="0"/>
                        <a:t>CFO</a:t>
                      </a:r>
                      <a:r>
                        <a:rPr lang="en-US" dirty="0"/>
                        <a:t> ( in INR Cr)</a:t>
                      </a:r>
                      <a:endParaRPr lang="en-IN" dirty="0"/>
                    </a:p>
                  </a:txBody>
                  <a:tcPr/>
                </a:tc>
                <a:tc>
                  <a:txBody>
                    <a:bodyPr/>
                    <a:lstStyle/>
                    <a:p>
                      <a:r>
                        <a:rPr lang="en-US" dirty="0"/>
                        <a:t>9048</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241102518"/>
                  </a:ext>
                </a:extLst>
              </a:tr>
              <a:tr h="370840">
                <a:tc>
                  <a:txBody>
                    <a:bodyPr/>
                    <a:lstStyle/>
                    <a:p>
                      <a:r>
                        <a:rPr lang="en-US" b="1" dirty="0"/>
                        <a:t>CFO/Net Income </a:t>
                      </a:r>
                      <a:endParaRPr lang="en-IN" b="1" dirty="0"/>
                    </a:p>
                  </a:txBody>
                  <a:tcPr/>
                </a:tc>
                <a:tc>
                  <a:txBody>
                    <a:bodyPr/>
                    <a:lstStyle/>
                    <a:p>
                      <a:r>
                        <a:rPr lang="en-US" dirty="0"/>
                        <a:t>9048/ 8054   = 1.12 times</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3554876901"/>
                  </a:ext>
                </a:extLst>
              </a:tr>
              <a:tr h="370840">
                <a:tc>
                  <a:txBody>
                    <a:bodyPr/>
                    <a:lstStyle/>
                    <a:p>
                      <a:r>
                        <a:rPr lang="en-US" b="1" dirty="0"/>
                        <a:t>Change in ROA </a:t>
                      </a:r>
                    </a:p>
                    <a:p>
                      <a:r>
                        <a:rPr lang="en-US" dirty="0"/>
                        <a:t>(PY =  7338 / 68757)</a:t>
                      </a:r>
                      <a:endParaRPr lang="en-IN" dirty="0"/>
                    </a:p>
                  </a:txBody>
                  <a:tcPr/>
                </a:tc>
                <a:tc>
                  <a:txBody>
                    <a:bodyPr/>
                    <a:lstStyle/>
                    <a:p>
                      <a:r>
                        <a:rPr lang="en-US" dirty="0"/>
                        <a:t>Cy ROA : 11.42 %</a:t>
                      </a:r>
                    </a:p>
                    <a:p>
                      <a:r>
                        <a:rPr lang="en-US" dirty="0"/>
                        <a:t>PY ROA : 10.67 %</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90149803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6011773"/>
                  </a:ext>
                </a:extLst>
              </a:tr>
              <a:tr h="159105">
                <a:tc>
                  <a:txBody>
                    <a:bodyPr/>
                    <a:lstStyle/>
                    <a:p>
                      <a:r>
                        <a:rPr lang="en-US" b="1" dirty="0"/>
                        <a:t>Total Score on Parameter</a:t>
                      </a:r>
                      <a:endParaRPr lang="en-IN" b="1" dirty="0"/>
                    </a:p>
                  </a:txBody>
                  <a:tcPr/>
                </a:tc>
                <a:tc>
                  <a:txBody>
                    <a:bodyPr/>
                    <a:lstStyle/>
                    <a:p>
                      <a:endParaRPr lang="en-IN" b="1" dirty="0"/>
                    </a:p>
                  </a:txBody>
                  <a:tcPr/>
                </a:tc>
                <a:tc>
                  <a:txBody>
                    <a:bodyPr/>
                    <a:lstStyle/>
                    <a:p>
                      <a:r>
                        <a:rPr lang="en-US" b="1" dirty="0"/>
                        <a:t>4</a:t>
                      </a:r>
                      <a:endParaRPr lang="en-IN" b="1" dirty="0"/>
                    </a:p>
                  </a:txBody>
                  <a:tcPr/>
                </a:tc>
                <a:extLst>
                  <a:ext uri="{0D108BD9-81ED-4DB2-BD59-A6C34878D82A}">
                    <a16:rowId xmlns:a16="http://schemas.microsoft.com/office/drawing/2014/main" val="2835161304"/>
                  </a:ext>
                </a:extLst>
              </a:tr>
              <a:tr h="159105">
                <a:tc>
                  <a:txBody>
                    <a:bodyPr/>
                    <a:lstStyle/>
                    <a:p>
                      <a:r>
                        <a:rPr lang="en-US" b="1" dirty="0"/>
                        <a:t>Doing well in 4 out 4 sub- parameters </a:t>
                      </a:r>
                      <a:endParaRPr lang="en-IN" b="1" dirty="0"/>
                    </a:p>
                  </a:txBody>
                  <a:tcPr/>
                </a:tc>
                <a:tc>
                  <a:txBody>
                    <a:bodyPr/>
                    <a:lstStyle/>
                    <a:p>
                      <a:r>
                        <a:rPr lang="en-US" b="1" dirty="0"/>
                        <a:t>100 %</a:t>
                      </a:r>
                      <a:endParaRPr lang="en-IN" b="1" dirty="0"/>
                    </a:p>
                  </a:txBody>
                  <a:tcPr/>
                </a:tc>
                <a:tc>
                  <a:txBody>
                    <a:bodyPr/>
                    <a:lstStyle/>
                    <a:p>
                      <a:endParaRPr lang="en-IN" b="1" dirty="0"/>
                    </a:p>
                  </a:txBody>
                  <a:tcPr/>
                </a:tc>
                <a:extLst>
                  <a:ext uri="{0D108BD9-81ED-4DB2-BD59-A6C34878D82A}">
                    <a16:rowId xmlns:a16="http://schemas.microsoft.com/office/drawing/2014/main" val="4021663941"/>
                  </a:ext>
                </a:extLst>
              </a:tr>
            </a:tbl>
          </a:graphicData>
        </a:graphic>
      </p:graphicFrame>
    </p:spTree>
    <p:extLst>
      <p:ext uri="{BB962C8B-B14F-4D97-AF65-F5344CB8AC3E}">
        <p14:creationId xmlns:p14="http://schemas.microsoft.com/office/powerpoint/2010/main" val="716244750"/>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8EB3-93AE-4B40-9E34-C30D6C14CFAD}"/>
              </a:ext>
            </a:extLst>
          </p:cNvPr>
          <p:cNvSpPr>
            <a:spLocks noGrp="1"/>
          </p:cNvSpPr>
          <p:nvPr>
            <p:ph type="title"/>
          </p:nvPr>
        </p:nvSpPr>
        <p:spPr/>
        <p:txBody>
          <a:bodyPr/>
          <a:lstStyle/>
          <a:p>
            <a:pPr algn="ctr"/>
            <a:r>
              <a:rPr lang="en-US" b="1" dirty="0"/>
              <a:t>F Score –Liquidity, Leverage &amp; source of funding For </a:t>
            </a:r>
            <a:r>
              <a:rPr lang="en-US" b="1" u="sng" dirty="0"/>
              <a:t>HUL</a:t>
            </a:r>
            <a:r>
              <a:rPr lang="en-US" b="1" dirty="0"/>
              <a:t> in 2022</a:t>
            </a:r>
            <a:endParaRPr lang="en-IN" b="1" dirty="0"/>
          </a:p>
        </p:txBody>
      </p:sp>
      <p:graphicFrame>
        <p:nvGraphicFramePr>
          <p:cNvPr id="4" name="Table 4">
            <a:extLst>
              <a:ext uri="{FF2B5EF4-FFF2-40B4-BE49-F238E27FC236}">
                <a16:creationId xmlns:a16="http://schemas.microsoft.com/office/drawing/2014/main" id="{690DDB7D-5A4A-4BDC-9A13-6F27101B087E}"/>
              </a:ext>
            </a:extLst>
          </p:cNvPr>
          <p:cNvGraphicFramePr>
            <a:graphicFrameLocks noGrp="1"/>
          </p:cNvGraphicFramePr>
          <p:nvPr>
            <p:ph idx="1"/>
          </p:nvPr>
        </p:nvGraphicFramePr>
        <p:xfrm>
          <a:off x="838200" y="1825625"/>
          <a:ext cx="10515597" cy="3774440"/>
        </p:xfrm>
        <a:graphic>
          <a:graphicData uri="http://schemas.openxmlformats.org/drawingml/2006/table">
            <a:tbl>
              <a:tblPr firstRow="1" bandRow="1">
                <a:tableStyleId>{21E4AEA4-8DFA-4A89-87EB-49C32662AFE0}</a:tableStyleId>
              </a:tblPr>
              <a:tblGrid>
                <a:gridCol w="3505199">
                  <a:extLst>
                    <a:ext uri="{9D8B030D-6E8A-4147-A177-3AD203B41FA5}">
                      <a16:colId xmlns:a16="http://schemas.microsoft.com/office/drawing/2014/main" val="1657150462"/>
                    </a:ext>
                  </a:extLst>
                </a:gridCol>
                <a:gridCol w="3505199">
                  <a:extLst>
                    <a:ext uri="{9D8B030D-6E8A-4147-A177-3AD203B41FA5}">
                      <a16:colId xmlns:a16="http://schemas.microsoft.com/office/drawing/2014/main" val="1260453881"/>
                    </a:ext>
                  </a:extLst>
                </a:gridCol>
                <a:gridCol w="3505199">
                  <a:extLst>
                    <a:ext uri="{9D8B030D-6E8A-4147-A177-3AD203B41FA5}">
                      <a16:colId xmlns:a16="http://schemas.microsoft.com/office/drawing/2014/main" val="1342327081"/>
                    </a:ext>
                  </a:extLst>
                </a:gridCol>
              </a:tblGrid>
              <a:tr h="370840">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370840">
                <a:tc>
                  <a:txBody>
                    <a:bodyPr/>
                    <a:lstStyle/>
                    <a:p>
                      <a:r>
                        <a:rPr lang="en-US" b="1" dirty="0"/>
                        <a:t>Current Ratio </a:t>
                      </a:r>
                      <a:r>
                        <a:rPr lang="en-US" dirty="0"/>
                        <a:t>CY &amp; Prev. Year </a:t>
                      </a:r>
                      <a:endParaRPr lang="en-IN" dirty="0"/>
                    </a:p>
                  </a:txBody>
                  <a:tcPr/>
                </a:tc>
                <a:tc>
                  <a:txBody>
                    <a:bodyPr/>
                    <a:lstStyle/>
                    <a:p>
                      <a:r>
                        <a:rPr lang="en-US" b="1" dirty="0"/>
                        <a:t>CY</a:t>
                      </a:r>
                      <a:r>
                        <a:rPr lang="en-US" dirty="0"/>
                        <a:t> =</a:t>
                      </a:r>
                      <a:r>
                        <a:rPr kumimoji="0" lang="en-US" sz="1800" b="0" i="0" u="none" strike="noStrike" kern="1200" cap="none" spc="0" normalizeH="0" baseline="0" noProof="0" dirty="0">
                          <a:ln>
                            <a:noFill/>
                          </a:ln>
                          <a:solidFill>
                            <a:prstClr val="black"/>
                          </a:solidFill>
                          <a:effectLst/>
                          <a:uLnTx/>
                          <a:uFillTx/>
                          <a:latin typeface="+mn-lt"/>
                          <a:ea typeface="+mn-ea"/>
                          <a:cs typeface="+mn-cs"/>
                        </a:rPr>
                        <a:t>15522 /  11280 = 1.38</a:t>
                      </a:r>
                      <a:endParaRPr lang="en-US" dirty="0"/>
                    </a:p>
                    <a:p>
                      <a:r>
                        <a:rPr lang="en-US" b="1" dirty="0"/>
                        <a:t>PY</a:t>
                      </a:r>
                      <a:r>
                        <a:rPr lang="en-US" b="0" dirty="0"/>
                        <a:t>= </a:t>
                      </a:r>
                      <a:r>
                        <a:rPr lang="en-US" b="1" dirty="0"/>
                        <a:t> </a:t>
                      </a:r>
                      <a:r>
                        <a:rPr lang="en-US" b="0" dirty="0"/>
                        <a:t>14217</a:t>
                      </a:r>
                      <a:r>
                        <a:rPr lang="en-US" dirty="0"/>
                        <a:t> /  11103 =  1.28 times</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747710908"/>
                  </a:ext>
                </a:extLst>
              </a:tr>
              <a:tr h="370840">
                <a:tc>
                  <a:txBody>
                    <a:bodyPr/>
                    <a:lstStyle/>
                    <a:p>
                      <a:r>
                        <a:rPr lang="en-US" dirty="0"/>
                        <a:t>Current year</a:t>
                      </a:r>
                      <a:r>
                        <a:rPr lang="en-US" b="1" dirty="0"/>
                        <a:t> LTD </a:t>
                      </a:r>
                      <a:r>
                        <a:rPr lang="en-US" dirty="0"/>
                        <a:t>&amp; that of previous year </a:t>
                      </a:r>
                      <a:endParaRPr lang="en-IN" dirty="0"/>
                    </a:p>
                  </a:txBody>
                  <a:tcPr/>
                </a:tc>
                <a:tc>
                  <a:txBody>
                    <a:bodyPr/>
                    <a:lstStyle/>
                    <a:p>
                      <a:r>
                        <a:rPr lang="en-US" b="1" dirty="0"/>
                        <a:t>CY:  </a:t>
                      </a:r>
                      <a:r>
                        <a:rPr lang="en-US" b="0" dirty="0"/>
                        <a:t>0</a:t>
                      </a:r>
                    </a:p>
                    <a:p>
                      <a:r>
                        <a:rPr lang="en-US" b="1" dirty="0"/>
                        <a:t>PY:  </a:t>
                      </a:r>
                      <a:r>
                        <a:rPr lang="en-US" b="0" dirty="0"/>
                        <a:t>0</a:t>
                      </a:r>
                      <a:endParaRPr lang="en-IN" b="0" dirty="0"/>
                    </a:p>
                  </a:txBody>
                  <a:tcPr/>
                </a:tc>
                <a:tc>
                  <a:txBody>
                    <a:bodyPr/>
                    <a:lstStyle/>
                    <a:p>
                      <a:r>
                        <a:rPr lang="en-US" dirty="0"/>
                        <a:t>1</a:t>
                      </a:r>
                      <a:endParaRPr lang="en-IN" dirty="0"/>
                    </a:p>
                  </a:txBody>
                  <a:tcPr/>
                </a:tc>
                <a:extLst>
                  <a:ext uri="{0D108BD9-81ED-4DB2-BD59-A6C34878D82A}">
                    <a16:rowId xmlns:a16="http://schemas.microsoft.com/office/drawing/2014/main" val="2241102518"/>
                  </a:ext>
                </a:extLst>
              </a:tr>
              <a:tr h="370840">
                <a:tc>
                  <a:txBody>
                    <a:bodyPr/>
                    <a:lstStyle/>
                    <a:p>
                      <a:r>
                        <a:rPr lang="en-US" b="1" dirty="0"/>
                        <a:t>Equity issuance </a:t>
                      </a:r>
                      <a:endParaRPr lang="en-IN" b="1" dirty="0"/>
                    </a:p>
                  </a:txBody>
                  <a:tcPr/>
                </a:tc>
                <a:tc>
                  <a:txBody>
                    <a:bodyPr/>
                    <a:lstStyle/>
                    <a:p>
                      <a:r>
                        <a:rPr lang="en-US" dirty="0"/>
                        <a:t>No </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355487690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90149803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6011773"/>
                  </a:ext>
                </a:extLst>
              </a:tr>
              <a:tr h="370840">
                <a:tc>
                  <a:txBody>
                    <a:bodyPr/>
                    <a:lstStyle/>
                    <a:p>
                      <a:r>
                        <a:rPr lang="en-US" b="1" dirty="0"/>
                        <a:t>Total Score on Parameter </a:t>
                      </a:r>
                      <a:endParaRPr lang="en-IN" b="1" dirty="0"/>
                    </a:p>
                  </a:txBody>
                  <a:tcPr/>
                </a:tc>
                <a:tc>
                  <a:txBody>
                    <a:bodyPr/>
                    <a:lstStyle/>
                    <a:p>
                      <a:endParaRPr lang="en-IN" b="1" dirty="0"/>
                    </a:p>
                  </a:txBody>
                  <a:tcPr/>
                </a:tc>
                <a:tc>
                  <a:txBody>
                    <a:bodyPr/>
                    <a:lstStyle/>
                    <a:p>
                      <a:r>
                        <a:rPr lang="en-US" b="1" dirty="0"/>
                        <a:t>3</a:t>
                      </a:r>
                      <a:endParaRPr lang="en-IN" b="1" dirty="0"/>
                    </a:p>
                  </a:txBody>
                  <a:tcPr/>
                </a:tc>
                <a:extLst>
                  <a:ext uri="{0D108BD9-81ED-4DB2-BD59-A6C34878D82A}">
                    <a16:rowId xmlns:a16="http://schemas.microsoft.com/office/drawing/2014/main" val="2835161304"/>
                  </a:ext>
                </a:extLst>
              </a:tr>
              <a:tr h="370840">
                <a:tc>
                  <a:txBody>
                    <a:bodyPr/>
                    <a:lstStyle/>
                    <a:p>
                      <a:r>
                        <a:rPr lang="en-US" b="1" dirty="0"/>
                        <a:t>Doing well in 3 out 3 sub- parameters </a:t>
                      </a:r>
                      <a:endParaRPr lang="en-IN" b="1" dirty="0"/>
                    </a:p>
                  </a:txBody>
                  <a:tcPr/>
                </a:tc>
                <a:tc>
                  <a:txBody>
                    <a:bodyPr/>
                    <a:lstStyle/>
                    <a:p>
                      <a:r>
                        <a:rPr lang="en-US" b="1" dirty="0"/>
                        <a:t>100 %</a:t>
                      </a:r>
                      <a:endParaRPr lang="en-IN" b="1" dirty="0"/>
                    </a:p>
                  </a:txBody>
                  <a:tcPr/>
                </a:tc>
                <a:tc>
                  <a:txBody>
                    <a:bodyPr/>
                    <a:lstStyle/>
                    <a:p>
                      <a:endParaRPr lang="en-IN" b="1" dirty="0"/>
                    </a:p>
                  </a:txBody>
                  <a:tcPr/>
                </a:tc>
                <a:extLst>
                  <a:ext uri="{0D108BD9-81ED-4DB2-BD59-A6C34878D82A}">
                    <a16:rowId xmlns:a16="http://schemas.microsoft.com/office/drawing/2014/main" val="3625229051"/>
                  </a:ext>
                </a:extLst>
              </a:tr>
            </a:tbl>
          </a:graphicData>
        </a:graphic>
      </p:graphicFrame>
    </p:spTree>
    <p:extLst>
      <p:ext uri="{BB962C8B-B14F-4D97-AF65-F5344CB8AC3E}">
        <p14:creationId xmlns:p14="http://schemas.microsoft.com/office/powerpoint/2010/main" val="336684176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8EB3-93AE-4B40-9E34-C30D6C14CFAD}"/>
              </a:ext>
            </a:extLst>
          </p:cNvPr>
          <p:cNvSpPr>
            <a:spLocks noGrp="1"/>
          </p:cNvSpPr>
          <p:nvPr>
            <p:ph type="title"/>
          </p:nvPr>
        </p:nvSpPr>
        <p:spPr>
          <a:xfrm>
            <a:off x="838200" y="-339633"/>
            <a:ext cx="10515600" cy="2030322"/>
          </a:xfrm>
        </p:spPr>
        <p:txBody>
          <a:bodyPr/>
          <a:lstStyle/>
          <a:p>
            <a:pPr algn="ctr"/>
            <a:r>
              <a:rPr lang="en-US" b="1" dirty="0"/>
              <a:t>F Score –Operating Efficiency For </a:t>
            </a:r>
            <a:r>
              <a:rPr lang="en-US" b="1" u="sng" dirty="0"/>
              <a:t>HUL</a:t>
            </a:r>
            <a:r>
              <a:rPr lang="en-US" b="1" dirty="0"/>
              <a:t> in 2022</a:t>
            </a:r>
            <a:endParaRPr lang="en-IN" b="1" dirty="0"/>
          </a:p>
        </p:txBody>
      </p:sp>
      <p:graphicFrame>
        <p:nvGraphicFramePr>
          <p:cNvPr id="4" name="Table 4">
            <a:extLst>
              <a:ext uri="{FF2B5EF4-FFF2-40B4-BE49-F238E27FC236}">
                <a16:creationId xmlns:a16="http://schemas.microsoft.com/office/drawing/2014/main" id="{690DDB7D-5A4A-4BDC-9A13-6F27101B087E}"/>
              </a:ext>
            </a:extLst>
          </p:cNvPr>
          <p:cNvGraphicFramePr>
            <a:graphicFrameLocks noGrp="1"/>
          </p:cNvGraphicFramePr>
          <p:nvPr>
            <p:ph idx="1"/>
          </p:nvPr>
        </p:nvGraphicFramePr>
        <p:xfrm>
          <a:off x="352698" y="1097280"/>
          <a:ext cx="11001100" cy="6030837"/>
        </p:xfrm>
        <a:graphic>
          <a:graphicData uri="http://schemas.openxmlformats.org/drawingml/2006/table">
            <a:tbl>
              <a:tblPr firstRow="1" bandRow="1">
                <a:tableStyleId>{F5AB1C69-6EDB-4FF4-983F-18BD219EF322}</a:tableStyleId>
              </a:tblPr>
              <a:tblGrid>
                <a:gridCol w="3892598">
                  <a:extLst>
                    <a:ext uri="{9D8B030D-6E8A-4147-A177-3AD203B41FA5}">
                      <a16:colId xmlns:a16="http://schemas.microsoft.com/office/drawing/2014/main" val="1657150462"/>
                    </a:ext>
                  </a:extLst>
                </a:gridCol>
                <a:gridCol w="5832599">
                  <a:extLst>
                    <a:ext uri="{9D8B030D-6E8A-4147-A177-3AD203B41FA5}">
                      <a16:colId xmlns:a16="http://schemas.microsoft.com/office/drawing/2014/main" val="1260453881"/>
                    </a:ext>
                  </a:extLst>
                </a:gridCol>
                <a:gridCol w="1275903">
                  <a:extLst>
                    <a:ext uri="{9D8B030D-6E8A-4147-A177-3AD203B41FA5}">
                      <a16:colId xmlns:a16="http://schemas.microsoft.com/office/drawing/2014/main" val="1342327081"/>
                    </a:ext>
                  </a:extLst>
                </a:gridCol>
              </a:tblGrid>
              <a:tr h="422926">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729982">
                <a:tc>
                  <a:txBody>
                    <a:bodyPr/>
                    <a:lstStyle/>
                    <a:p>
                      <a:r>
                        <a:rPr lang="en-US" b="1" dirty="0"/>
                        <a:t>GPM</a:t>
                      </a:r>
                      <a:r>
                        <a:rPr lang="en-US" dirty="0"/>
                        <a:t> CY &amp; Prev. Year </a:t>
                      </a:r>
                    </a:p>
                    <a:p>
                      <a:r>
                        <a:rPr lang="en-US" dirty="0"/>
                        <a:t>GPM= (Net </a:t>
                      </a:r>
                      <a:r>
                        <a:rPr lang="en-US" dirty="0" err="1"/>
                        <a:t>op.Rev</a:t>
                      </a:r>
                      <a:r>
                        <a:rPr lang="en-US" dirty="0"/>
                        <a:t>- CGS/Net </a:t>
                      </a:r>
                      <a:r>
                        <a:rPr lang="en-US" dirty="0" err="1"/>
                        <a:t>Op.Rev</a:t>
                      </a:r>
                      <a:r>
                        <a:rPr lang="en-US" dirty="0"/>
                        <a:t>) *100</a:t>
                      </a:r>
                      <a:endParaRPr lang="en-IN" dirty="0"/>
                    </a:p>
                  </a:txBody>
                  <a:tcPr/>
                </a:tc>
                <a:tc>
                  <a:txBody>
                    <a:bodyPr/>
                    <a:lstStyle/>
                    <a:p>
                      <a:r>
                        <a:rPr lang="en-US" dirty="0"/>
                        <a:t>CY = </a:t>
                      </a:r>
                      <a:r>
                        <a:rPr kumimoji="0" lang="en-US" sz="1800" b="0" i="0" u="none" strike="noStrike" kern="1200" cap="none" spc="0" normalizeH="0" baseline="0" noProof="0" dirty="0">
                          <a:ln>
                            <a:noFill/>
                          </a:ln>
                          <a:solidFill>
                            <a:prstClr val="black"/>
                          </a:solidFill>
                          <a:effectLst/>
                          <a:uLnTx/>
                          <a:uFillTx/>
                          <a:latin typeface="+mn-lt"/>
                          <a:ea typeface="+mn-ea"/>
                          <a:cs typeface="+mn-cs"/>
                        </a:rPr>
                        <a:t>22 177 /  51548=  43.02  %</a:t>
                      </a:r>
                      <a:endParaRPr lang="en-US" dirty="0"/>
                    </a:p>
                    <a:p>
                      <a:r>
                        <a:rPr lang="en-US" dirty="0"/>
                        <a:t>PY=  20741 / 46321  =  44.78  %</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747710908"/>
                  </a:ext>
                </a:extLst>
              </a:tr>
              <a:tr h="422926">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241102518"/>
                  </a:ext>
                </a:extLst>
              </a:tr>
              <a:tr h="729982">
                <a:tc>
                  <a:txBody>
                    <a:bodyPr/>
                    <a:lstStyle/>
                    <a:p>
                      <a:r>
                        <a:rPr lang="en-US" b="1" dirty="0"/>
                        <a:t>Asset Turn </a:t>
                      </a:r>
                      <a:r>
                        <a:rPr lang="en-US" dirty="0"/>
                        <a:t>CY&amp; PY</a:t>
                      </a:r>
                    </a:p>
                    <a:p>
                      <a:r>
                        <a:rPr lang="en-US" dirty="0"/>
                        <a:t>(= Net </a:t>
                      </a:r>
                      <a:r>
                        <a:rPr lang="en-US" dirty="0" err="1"/>
                        <a:t>op.Revenue</a:t>
                      </a:r>
                      <a:r>
                        <a:rPr lang="en-US" dirty="0"/>
                        <a:t>/ Total Assets)</a:t>
                      </a:r>
                      <a:endParaRPr lang="en-IN" dirty="0"/>
                    </a:p>
                  </a:txBody>
                  <a:tcPr/>
                </a:tc>
                <a:tc>
                  <a:txBody>
                    <a:bodyPr/>
                    <a:lstStyle/>
                    <a:p>
                      <a:r>
                        <a:rPr lang="en-US" dirty="0"/>
                        <a:t>CY =</a:t>
                      </a:r>
                      <a:r>
                        <a:rPr kumimoji="0" lang="en-US" sz="1800" b="0" i="0" u="none" strike="noStrike" kern="1200" cap="none" spc="0" normalizeH="0" baseline="0" noProof="0" dirty="0">
                          <a:ln>
                            <a:noFill/>
                          </a:ln>
                          <a:solidFill>
                            <a:prstClr val="black"/>
                          </a:solidFill>
                          <a:effectLst/>
                          <a:uLnTx/>
                          <a:uFillTx/>
                          <a:latin typeface="+mn-lt"/>
                          <a:ea typeface="+mn-ea"/>
                          <a:cs typeface="+mn-cs"/>
                        </a:rPr>
                        <a:t>51548 / 70517  = 0.73  Times </a:t>
                      </a:r>
                      <a:endParaRPr lang="en-US" dirty="0"/>
                    </a:p>
                    <a:p>
                      <a:r>
                        <a:rPr lang="en-US" dirty="0"/>
                        <a:t>PY = 46321 / 68757  = 0.67  Times </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3554876901"/>
                  </a:ext>
                </a:extLst>
              </a:tr>
              <a:tr h="422926">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901498031"/>
                  </a:ext>
                </a:extLst>
              </a:tr>
              <a:tr h="422926">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6011773"/>
                  </a:ext>
                </a:extLst>
              </a:tr>
              <a:tr h="422926">
                <a:tc>
                  <a:txBody>
                    <a:bodyPr/>
                    <a:lstStyle/>
                    <a:p>
                      <a:r>
                        <a:rPr lang="en-US" b="1" dirty="0"/>
                        <a:t>Total Score on Parameter </a:t>
                      </a:r>
                      <a:endParaRPr lang="en-IN" b="1" dirty="0"/>
                    </a:p>
                  </a:txBody>
                  <a:tcPr/>
                </a:tc>
                <a:tc>
                  <a:txBody>
                    <a:bodyPr/>
                    <a:lstStyle/>
                    <a:p>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835161304"/>
                  </a:ext>
                </a:extLst>
              </a:tr>
              <a:tr h="422926">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621547453"/>
                  </a:ext>
                </a:extLst>
              </a:tr>
              <a:tr h="1848899">
                <a:tc>
                  <a:txBody>
                    <a:bodyPr/>
                    <a:lstStyle/>
                    <a:p>
                      <a:r>
                        <a:rPr lang="en-US" b="1" dirty="0"/>
                        <a:t>CGS</a:t>
                      </a:r>
                      <a:r>
                        <a:rPr lang="en-US" dirty="0"/>
                        <a:t> = </a:t>
                      </a:r>
                      <a:r>
                        <a:rPr lang="en-US" b="1" dirty="0"/>
                        <a:t>Cost of material consumed </a:t>
                      </a:r>
                      <a:r>
                        <a:rPr lang="en-US" dirty="0"/>
                        <a:t>+ purchase of stock in trade + </a:t>
                      </a:r>
                      <a:r>
                        <a:rPr lang="en-US" b="1" dirty="0"/>
                        <a:t>Operating and direct expenses </a:t>
                      </a:r>
                      <a:r>
                        <a:rPr lang="en-US" b="0" dirty="0"/>
                        <a:t>Changes in inventories of FG,WIP and stock in trade </a:t>
                      </a:r>
                      <a:r>
                        <a:rPr lang="en-US" dirty="0"/>
                        <a:t>+ </a:t>
                      </a:r>
                      <a:r>
                        <a:rPr lang="en-US" b="1" dirty="0"/>
                        <a:t>D &amp;A + </a:t>
                      </a:r>
                      <a:r>
                        <a:rPr lang="en-US" b="0" dirty="0"/>
                        <a:t>Employee Benefit expenses </a:t>
                      </a:r>
                      <a:endParaRPr lang="en-IN" b="0" dirty="0"/>
                    </a:p>
                  </a:txBody>
                  <a:tcPr/>
                </a:tc>
                <a:tc>
                  <a:txBody>
                    <a:bodyPr/>
                    <a:lstStyle/>
                    <a:p>
                      <a:r>
                        <a:rPr lang="en-US" dirty="0"/>
                        <a:t>CY: </a:t>
                      </a:r>
                      <a:r>
                        <a:rPr kumimoji="0" lang="en-US" sz="1800" b="0" i="0" u="none" strike="noStrike" kern="1200" cap="none" spc="0" normalizeH="0" baseline="0" noProof="0" dirty="0">
                          <a:ln>
                            <a:noFill/>
                          </a:ln>
                          <a:solidFill>
                            <a:prstClr val="black"/>
                          </a:solidFill>
                          <a:effectLst/>
                          <a:uLnTx/>
                          <a:uFillTx/>
                          <a:latin typeface="+mn-lt"/>
                          <a:ea typeface="+mn-ea"/>
                          <a:cs typeface="+mn-cs"/>
                        </a:rPr>
                        <a:t>16446 +  9311 + 0 – 22 + 2545 + 1091  = 29371</a:t>
                      </a:r>
                      <a:endParaRPr lang="en-US" dirty="0"/>
                    </a:p>
                    <a:p>
                      <a:r>
                        <a:rPr lang="en-US" dirty="0"/>
                        <a:t>PY:   15432 + 7121 + 0  - 405 + 2358 + 1074 = 25580</a:t>
                      </a:r>
                      <a:endParaRPr lang="en-IN" dirty="0"/>
                    </a:p>
                  </a:txBody>
                  <a:tcPr/>
                </a:tc>
                <a:tc>
                  <a:txBody>
                    <a:bodyPr/>
                    <a:lstStyle/>
                    <a:p>
                      <a:endParaRPr lang="en-IN" dirty="0"/>
                    </a:p>
                  </a:txBody>
                  <a:tcPr/>
                </a:tc>
                <a:extLst>
                  <a:ext uri="{0D108BD9-81ED-4DB2-BD59-A6C34878D82A}">
                    <a16:rowId xmlns:a16="http://schemas.microsoft.com/office/drawing/2014/main" val="3383887879"/>
                  </a:ext>
                </a:extLst>
              </a:tr>
            </a:tbl>
          </a:graphicData>
        </a:graphic>
      </p:graphicFrame>
    </p:spTree>
    <p:extLst>
      <p:ext uri="{BB962C8B-B14F-4D97-AF65-F5344CB8AC3E}">
        <p14:creationId xmlns:p14="http://schemas.microsoft.com/office/powerpoint/2010/main" val="2493909392"/>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A0BA-72DC-4234-A466-797ED708CF0F}"/>
              </a:ext>
            </a:extLst>
          </p:cNvPr>
          <p:cNvSpPr>
            <a:spLocks noGrp="1"/>
          </p:cNvSpPr>
          <p:nvPr>
            <p:ph type="title"/>
          </p:nvPr>
        </p:nvSpPr>
        <p:spPr/>
        <p:txBody>
          <a:bodyPr/>
          <a:lstStyle/>
          <a:p>
            <a:pPr algn="ctr"/>
            <a:r>
              <a:rPr lang="en-US" b="1" dirty="0"/>
              <a:t>HUL ’s F Score in 2022</a:t>
            </a:r>
            <a:endParaRPr lang="en-IN" b="1" dirty="0"/>
          </a:p>
        </p:txBody>
      </p:sp>
      <p:graphicFrame>
        <p:nvGraphicFramePr>
          <p:cNvPr id="4" name="Table 4">
            <a:extLst>
              <a:ext uri="{FF2B5EF4-FFF2-40B4-BE49-F238E27FC236}">
                <a16:creationId xmlns:a16="http://schemas.microsoft.com/office/drawing/2014/main" id="{DD5F1C6F-9A49-476B-8750-1A111D85A40A}"/>
              </a:ext>
            </a:extLst>
          </p:cNvPr>
          <p:cNvGraphicFramePr>
            <a:graphicFrameLocks noGrp="1"/>
          </p:cNvGraphicFramePr>
          <p:nvPr>
            <p:ph idx="1"/>
          </p:nvPr>
        </p:nvGraphicFramePr>
        <p:xfrm>
          <a:off x="838200" y="1825625"/>
          <a:ext cx="10515600" cy="2595880"/>
        </p:xfrm>
        <a:graphic>
          <a:graphicData uri="http://schemas.openxmlformats.org/drawingml/2006/table">
            <a:tbl>
              <a:tblPr firstRow="1" bandRow="1">
                <a:tableStyleId>{93296810-A885-4BE3-A3E7-6D5BEEA58F35}</a:tableStyleId>
              </a:tblPr>
              <a:tblGrid>
                <a:gridCol w="5257800">
                  <a:extLst>
                    <a:ext uri="{9D8B030D-6E8A-4147-A177-3AD203B41FA5}">
                      <a16:colId xmlns:a16="http://schemas.microsoft.com/office/drawing/2014/main" val="2855140173"/>
                    </a:ext>
                  </a:extLst>
                </a:gridCol>
                <a:gridCol w="5257800">
                  <a:extLst>
                    <a:ext uri="{9D8B030D-6E8A-4147-A177-3AD203B41FA5}">
                      <a16:colId xmlns:a16="http://schemas.microsoft.com/office/drawing/2014/main" val="486234380"/>
                    </a:ext>
                  </a:extLst>
                </a:gridCol>
              </a:tblGrid>
              <a:tr h="370840">
                <a:tc>
                  <a:txBody>
                    <a:bodyPr/>
                    <a:lstStyle/>
                    <a:p>
                      <a:r>
                        <a:rPr lang="en-US" dirty="0"/>
                        <a:t>Parameter</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008403827"/>
                  </a:ext>
                </a:extLst>
              </a:tr>
              <a:tr h="370840">
                <a:tc>
                  <a:txBody>
                    <a:bodyPr/>
                    <a:lstStyle/>
                    <a:p>
                      <a:r>
                        <a:rPr lang="en-US" dirty="0"/>
                        <a:t>Profitability </a:t>
                      </a:r>
                      <a:endParaRPr lang="en-IN" dirty="0"/>
                    </a:p>
                  </a:txBody>
                  <a:tcPr/>
                </a:tc>
                <a:tc>
                  <a:txBody>
                    <a:bodyPr/>
                    <a:lstStyle/>
                    <a:p>
                      <a:r>
                        <a:rPr lang="en-US" dirty="0"/>
                        <a:t>4</a:t>
                      </a:r>
                      <a:endParaRPr lang="en-IN" dirty="0"/>
                    </a:p>
                  </a:txBody>
                  <a:tcPr/>
                </a:tc>
                <a:extLst>
                  <a:ext uri="{0D108BD9-81ED-4DB2-BD59-A6C34878D82A}">
                    <a16:rowId xmlns:a16="http://schemas.microsoft.com/office/drawing/2014/main" val="2720390596"/>
                  </a:ext>
                </a:extLst>
              </a:tr>
              <a:tr h="370840">
                <a:tc>
                  <a:txBody>
                    <a:bodyPr/>
                    <a:lstStyle/>
                    <a:p>
                      <a:r>
                        <a:rPr lang="en-US" dirty="0"/>
                        <a:t>Liquidity Leverage &amp; Source of funding </a:t>
                      </a:r>
                      <a:endParaRPr lang="en-IN" dirty="0"/>
                    </a:p>
                  </a:txBody>
                  <a:tcPr/>
                </a:tc>
                <a:tc>
                  <a:txBody>
                    <a:bodyPr/>
                    <a:lstStyle/>
                    <a:p>
                      <a:r>
                        <a:rPr lang="en-US" dirty="0"/>
                        <a:t>3</a:t>
                      </a:r>
                      <a:endParaRPr lang="en-IN" dirty="0"/>
                    </a:p>
                  </a:txBody>
                  <a:tcPr/>
                </a:tc>
                <a:extLst>
                  <a:ext uri="{0D108BD9-81ED-4DB2-BD59-A6C34878D82A}">
                    <a16:rowId xmlns:a16="http://schemas.microsoft.com/office/drawing/2014/main" val="719249297"/>
                  </a:ext>
                </a:extLst>
              </a:tr>
              <a:tr h="370840">
                <a:tc>
                  <a:txBody>
                    <a:bodyPr/>
                    <a:lstStyle/>
                    <a:p>
                      <a:r>
                        <a:rPr lang="en-US" dirty="0"/>
                        <a:t>Operating Efficiency </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255370622"/>
                  </a:ext>
                </a:extLst>
              </a:tr>
              <a:tr h="370840">
                <a:tc>
                  <a:txBody>
                    <a:bodyPr/>
                    <a:lstStyle/>
                    <a:p>
                      <a:r>
                        <a:rPr lang="en-US" b="1" dirty="0"/>
                        <a:t>Total Score </a:t>
                      </a:r>
                      <a:endParaRPr lang="en-IN" b="1" dirty="0"/>
                    </a:p>
                  </a:txBody>
                  <a:tcPr/>
                </a:tc>
                <a:tc>
                  <a:txBody>
                    <a:bodyPr/>
                    <a:lstStyle/>
                    <a:p>
                      <a:r>
                        <a:rPr lang="en-US" b="1" dirty="0">
                          <a:highlight>
                            <a:srgbClr val="FFFF00"/>
                          </a:highlight>
                        </a:rPr>
                        <a:t>8</a:t>
                      </a:r>
                      <a:endParaRPr lang="en-IN" b="1" dirty="0">
                        <a:highlight>
                          <a:srgbClr val="FFFF00"/>
                        </a:highlight>
                      </a:endParaRPr>
                    </a:p>
                  </a:txBody>
                  <a:tcPr/>
                </a:tc>
                <a:extLst>
                  <a:ext uri="{0D108BD9-81ED-4DB2-BD59-A6C34878D82A}">
                    <a16:rowId xmlns:a16="http://schemas.microsoft.com/office/drawing/2014/main" val="1652824247"/>
                  </a:ext>
                </a:extLst>
              </a:tr>
              <a:tr h="370840">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5291959"/>
                  </a:ext>
                </a:extLst>
              </a:tr>
              <a:tr h="370840">
                <a:tc>
                  <a:txBody>
                    <a:bodyPr/>
                    <a:lstStyle/>
                    <a:p>
                      <a:r>
                        <a:rPr lang="en-US" b="1" dirty="0"/>
                        <a:t>Inference</a:t>
                      </a:r>
                      <a:endParaRPr lang="en-IN" b="1" dirty="0"/>
                    </a:p>
                  </a:txBody>
                  <a:tcPr/>
                </a:tc>
                <a:tc>
                  <a:txBody>
                    <a:bodyPr/>
                    <a:lstStyle/>
                    <a:p>
                      <a:r>
                        <a:rPr lang="en-IN" b="1" dirty="0">
                          <a:highlight>
                            <a:srgbClr val="FFFF00"/>
                          </a:highlight>
                        </a:rPr>
                        <a:t>Good company</a:t>
                      </a:r>
                    </a:p>
                  </a:txBody>
                  <a:tcPr/>
                </a:tc>
                <a:extLst>
                  <a:ext uri="{0D108BD9-81ED-4DB2-BD59-A6C34878D82A}">
                    <a16:rowId xmlns:a16="http://schemas.microsoft.com/office/drawing/2014/main" val="4180869637"/>
                  </a:ext>
                </a:extLst>
              </a:tr>
            </a:tbl>
          </a:graphicData>
        </a:graphic>
      </p:graphicFrame>
    </p:spTree>
    <p:extLst>
      <p:ext uri="{BB962C8B-B14F-4D97-AF65-F5344CB8AC3E}">
        <p14:creationId xmlns:p14="http://schemas.microsoft.com/office/powerpoint/2010/main" val="799767440"/>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8EB3-93AE-4B40-9E34-C30D6C14CFAD}"/>
              </a:ext>
            </a:extLst>
          </p:cNvPr>
          <p:cNvSpPr>
            <a:spLocks noGrp="1"/>
          </p:cNvSpPr>
          <p:nvPr>
            <p:ph type="title"/>
          </p:nvPr>
        </p:nvSpPr>
        <p:spPr/>
        <p:txBody>
          <a:bodyPr>
            <a:normAutofit/>
          </a:bodyPr>
          <a:lstStyle/>
          <a:p>
            <a:pPr algn="ctr"/>
            <a:r>
              <a:rPr lang="en-US" sz="4000" b="1" dirty="0"/>
              <a:t>F Score -Profitability For HUL in 2021</a:t>
            </a:r>
            <a:endParaRPr lang="en-IN" sz="4000" b="1" dirty="0"/>
          </a:p>
        </p:txBody>
      </p:sp>
      <p:graphicFrame>
        <p:nvGraphicFramePr>
          <p:cNvPr id="4" name="Table 4">
            <a:extLst>
              <a:ext uri="{FF2B5EF4-FFF2-40B4-BE49-F238E27FC236}">
                <a16:creationId xmlns:a16="http://schemas.microsoft.com/office/drawing/2014/main" id="{690DDB7D-5A4A-4BDC-9A13-6F27101B087E}"/>
              </a:ext>
            </a:extLst>
          </p:cNvPr>
          <p:cNvGraphicFramePr>
            <a:graphicFrameLocks noGrp="1"/>
          </p:cNvGraphicFramePr>
          <p:nvPr>
            <p:ph idx="1"/>
          </p:nvPr>
        </p:nvGraphicFramePr>
        <p:xfrm>
          <a:off x="743919" y="1825625"/>
          <a:ext cx="10609878" cy="3769360"/>
        </p:xfrm>
        <a:graphic>
          <a:graphicData uri="http://schemas.openxmlformats.org/drawingml/2006/table">
            <a:tbl>
              <a:tblPr firstRow="1" bandRow="1">
                <a:tableStyleId>{5C22544A-7EE6-4342-B048-85BDC9FD1C3A}</a:tableStyleId>
              </a:tblPr>
              <a:tblGrid>
                <a:gridCol w="3599480">
                  <a:extLst>
                    <a:ext uri="{9D8B030D-6E8A-4147-A177-3AD203B41FA5}">
                      <a16:colId xmlns:a16="http://schemas.microsoft.com/office/drawing/2014/main" val="1657150462"/>
                    </a:ext>
                  </a:extLst>
                </a:gridCol>
                <a:gridCol w="3505199">
                  <a:extLst>
                    <a:ext uri="{9D8B030D-6E8A-4147-A177-3AD203B41FA5}">
                      <a16:colId xmlns:a16="http://schemas.microsoft.com/office/drawing/2014/main" val="1260453881"/>
                    </a:ext>
                  </a:extLst>
                </a:gridCol>
                <a:gridCol w="3505199">
                  <a:extLst>
                    <a:ext uri="{9D8B030D-6E8A-4147-A177-3AD203B41FA5}">
                      <a16:colId xmlns:a16="http://schemas.microsoft.com/office/drawing/2014/main" val="1342327081"/>
                    </a:ext>
                  </a:extLst>
                </a:gridCol>
              </a:tblGrid>
              <a:tr h="370840">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370840">
                <a:tc>
                  <a:txBody>
                    <a:bodyPr/>
                    <a:lstStyle/>
                    <a:p>
                      <a:r>
                        <a:rPr lang="en-US" b="1" dirty="0"/>
                        <a:t>ROA</a:t>
                      </a:r>
                      <a:r>
                        <a:rPr lang="en-US" dirty="0"/>
                        <a:t>  ( = Net Income/Total Assets)</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 7338 / 68757 = 10.67 %</a:t>
                      </a:r>
                      <a:endParaRPr kumimoji="0" lang="en-IN" sz="1800" b="0" i="0" u="none" strike="noStrike" kern="1200" cap="none" spc="0" normalizeH="0" baseline="0" noProof="0" dirty="0">
                        <a:ln>
                          <a:noFill/>
                        </a:ln>
                        <a:solidFill>
                          <a:prstClr val="black"/>
                        </a:solidFill>
                        <a:effectLst/>
                        <a:uLnTx/>
                        <a:uFillTx/>
                        <a:latin typeface="+mn-lt"/>
                        <a:ea typeface="+mn-ea"/>
                        <a:cs typeface="+mn-cs"/>
                      </a:endParaRPr>
                    </a:p>
                    <a:p>
                      <a:endParaRPr lang="en-IN" dirty="0"/>
                    </a:p>
                  </a:txBody>
                  <a:tcPr/>
                </a:tc>
                <a:tc>
                  <a:txBody>
                    <a:bodyPr/>
                    <a:lstStyle/>
                    <a:p>
                      <a:r>
                        <a:rPr lang="en-US" dirty="0"/>
                        <a:t>1</a:t>
                      </a:r>
                      <a:endParaRPr lang="en-IN" dirty="0"/>
                    </a:p>
                  </a:txBody>
                  <a:tcPr/>
                </a:tc>
                <a:extLst>
                  <a:ext uri="{0D108BD9-81ED-4DB2-BD59-A6C34878D82A}">
                    <a16:rowId xmlns:a16="http://schemas.microsoft.com/office/drawing/2014/main" val="747710908"/>
                  </a:ext>
                </a:extLst>
              </a:tr>
              <a:tr h="370840">
                <a:tc>
                  <a:txBody>
                    <a:bodyPr/>
                    <a:lstStyle/>
                    <a:p>
                      <a:r>
                        <a:rPr lang="en-US" b="1" dirty="0"/>
                        <a:t>CFO</a:t>
                      </a:r>
                      <a:r>
                        <a:rPr lang="en-US" dirty="0"/>
                        <a:t> ( in INR Cr)</a:t>
                      </a:r>
                      <a:endParaRPr lang="en-IN" dirty="0"/>
                    </a:p>
                  </a:txBody>
                  <a:tcPr/>
                </a:tc>
                <a:tc>
                  <a:txBody>
                    <a:bodyPr/>
                    <a:lstStyle/>
                    <a:p>
                      <a:r>
                        <a:rPr lang="en-US" dirty="0"/>
                        <a:t>9163</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241102518"/>
                  </a:ext>
                </a:extLst>
              </a:tr>
              <a:tr h="370840">
                <a:tc>
                  <a:txBody>
                    <a:bodyPr/>
                    <a:lstStyle/>
                    <a:p>
                      <a:r>
                        <a:rPr lang="en-US" b="1" dirty="0"/>
                        <a:t>CFO/Net Income </a:t>
                      </a:r>
                      <a:endParaRPr lang="en-IN" b="1" dirty="0"/>
                    </a:p>
                  </a:txBody>
                  <a:tcPr/>
                </a:tc>
                <a:tc>
                  <a:txBody>
                    <a:bodyPr/>
                    <a:lstStyle/>
                    <a:p>
                      <a:r>
                        <a:rPr lang="en-US" dirty="0"/>
                        <a:t>9163 / 7338  = 1.25 times</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3554876901"/>
                  </a:ext>
                </a:extLst>
              </a:tr>
              <a:tr h="370840">
                <a:tc>
                  <a:txBody>
                    <a:bodyPr/>
                    <a:lstStyle/>
                    <a:p>
                      <a:r>
                        <a:rPr lang="en-US" b="1" dirty="0"/>
                        <a:t>Change in ROA </a:t>
                      </a:r>
                    </a:p>
                    <a:p>
                      <a:r>
                        <a:rPr lang="en-US" dirty="0"/>
                        <a:t>(PY =  6044 /  20153 )</a:t>
                      </a:r>
                      <a:endParaRPr lang="en-IN" dirty="0"/>
                    </a:p>
                  </a:txBody>
                  <a:tcPr/>
                </a:tc>
                <a:tc>
                  <a:txBody>
                    <a:bodyPr/>
                    <a:lstStyle/>
                    <a:p>
                      <a:r>
                        <a:rPr lang="en-US" dirty="0"/>
                        <a:t>Cy ROA : 10.67 %</a:t>
                      </a:r>
                    </a:p>
                    <a:p>
                      <a:r>
                        <a:rPr lang="en-US" dirty="0"/>
                        <a:t>PY ROA : 29.99 %</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90149803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6011773"/>
                  </a:ext>
                </a:extLst>
              </a:tr>
              <a:tr h="159105">
                <a:tc>
                  <a:txBody>
                    <a:bodyPr/>
                    <a:lstStyle/>
                    <a:p>
                      <a:r>
                        <a:rPr lang="en-US" b="1" dirty="0"/>
                        <a:t>Total Score on Parameter</a:t>
                      </a:r>
                      <a:endParaRPr lang="en-IN" b="1" dirty="0"/>
                    </a:p>
                  </a:txBody>
                  <a:tcPr/>
                </a:tc>
                <a:tc>
                  <a:txBody>
                    <a:bodyPr/>
                    <a:lstStyle/>
                    <a:p>
                      <a:endParaRPr lang="en-IN" b="1" dirty="0"/>
                    </a:p>
                  </a:txBody>
                  <a:tcPr/>
                </a:tc>
                <a:tc>
                  <a:txBody>
                    <a:bodyPr/>
                    <a:lstStyle/>
                    <a:p>
                      <a:r>
                        <a:rPr lang="en-US" b="1" dirty="0"/>
                        <a:t>3</a:t>
                      </a:r>
                      <a:endParaRPr lang="en-IN" b="1" dirty="0"/>
                    </a:p>
                  </a:txBody>
                  <a:tcPr/>
                </a:tc>
                <a:extLst>
                  <a:ext uri="{0D108BD9-81ED-4DB2-BD59-A6C34878D82A}">
                    <a16:rowId xmlns:a16="http://schemas.microsoft.com/office/drawing/2014/main" val="2835161304"/>
                  </a:ext>
                </a:extLst>
              </a:tr>
              <a:tr h="159105">
                <a:tc>
                  <a:txBody>
                    <a:bodyPr/>
                    <a:lstStyle/>
                    <a:p>
                      <a:r>
                        <a:rPr lang="en-US" b="1" dirty="0"/>
                        <a:t>Doing well in 3 out 4 sub- parameters </a:t>
                      </a:r>
                      <a:endParaRPr lang="en-IN" b="1" dirty="0"/>
                    </a:p>
                  </a:txBody>
                  <a:tcPr/>
                </a:tc>
                <a:tc>
                  <a:txBody>
                    <a:bodyPr/>
                    <a:lstStyle/>
                    <a:p>
                      <a:r>
                        <a:rPr lang="en-US" b="1" dirty="0"/>
                        <a:t>75 %</a:t>
                      </a:r>
                      <a:endParaRPr lang="en-IN" b="1" dirty="0"/>
                    </a:p>
                  </a:txBody>
                  <a:tcPr/>
                </a:tc>
                <a:tc>
                  <a:txBody>
                    <a:bodyPr/>
                    <a:lstStyle/>
                    <a:p>
                      <a:endParaRPr lang="en-IN" b="1" dirty="0"/>
                    </a:p>
                  </a:txBody>
                  <a:tcPr/>
                </a:tc>
                <a:extLst>
                  <a:ext uri="{0D108BD9-81ED-4DB2-BD59-A6C34878D82A}">
                    <a16:rowId xmlns:a16="http://schemas.microsoft.com/office/drawing/2014/main" val="4021663941"/>
                  </a:ext>
                </a:extLst>
              </a:tr>
            </a:tbl>
          </a:graphicData>
        </a:graphic>
      </p:graphicFrame>
    </p:spTree>
    <p:extLst>
      <p:ext uri="{BB962C8B-B14F-4D97-AF65-F5344CB8AC3E}">
        <p14:creationId xmlns:p14="http://schemas.microsoft.com/office/powerpoint/2010/main" val="1972650814"/>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8EB3-93AE-4B40-9E34-C30D6C14CFAD}"/>
              </a:ext>
            </a:extLst>
          </p:cNvPr>
          <p:cNvSpPr>
            <a:spLocks noGrp="1"/>
          </p:cNvSpPr>
          <p:nvPr>
            <p:ph type="title"/>
          </p:nvPr>
        </p:nvSpPr>
        <p:spPr/>
        <p:txBody>
          <a:bodyPr/>
          <a:lstStyle/>
          <a:p>
            <a:pPr algn="ctr"/>
            <a:r>
              <a:rPr lang="en-US" b="1" dirty="0"/>
              <a:t>F Score –Liquidity, Leverage &amp; source of funding For </a:t>
            </a:r>
            <a:r>
              <a:rPr lang="en-US" b="1" u="sng" dirty="0"/>
              <a:t>HUL</a:t>
            </a:r>
            <a:r>
              <a:rPr lang="en-US" b="1" dirty="0"/>
              <a:t> in 2021</a:t>
            </a:r>
            <a:endParaRPr lang="en-IN" b="1" dirty="0"/>
          </a:p>
        </p:txBody>
      </p:sp>
      <p:graphicFrame>
        <p:nvGraphicFramePr>
          <p:cNvPr id="4" name="Table 4">
            <a:extLst>
              <a:ext uri="{FF2B5EF4-FFF2-40B4-BE49-F238E27FC236}">
                <a16:creationId xmlns:a16="http://schemas.microsoft.com/office/drawing/2014/main" id="{690DDB7D-5A4A-4BDC-9A13-6F27101B087E}"/>
              </a:ext>
            </a:extLst>
          </p:cNvPr>
          <p:cNvGraphicFramePr>
            <a:graphicFrameLocks noGrp="1"/>
          </p:cNvGraphicFramePr>
          <p:nvPr>
            <p:ph idx="1"/>
          </p:nvPr>
        </p:nvGraphicFramePr>
        <p:xfrm>
          <a:off x="838200" y="1825625"/>
          <a:ext cx="10515597" cy="3774440"/>
        </p:xfrm>
        <a:graphic>
          <a:graphicData uri="http://schemas.openxmlformats.org/drawingml/2006/table">
            <a:tbl>
              <a:tblPr firstRow="1" bandRow="1">
                <a:tableStyleId>{21E4AEA4-8DFA-4A89-87EB-49C32662AFE0}</a:tableStyleId>
              </a:tblPr>
              <a:tblGrid>
                <a:gridCol w="3505199">
                  <a:extLst>
                    <a:ext uri="{9D8B030D-6E8A-4147-A177-3AD203B41FA5}">
                      <a16:colId xmlns:a16="http://schemas.microsoft.com/office/drawing/2014/main" val="1657150462"/>
                    </a:ext>
                  </a:extLst>
                </a:gridCol>
                <a:gridCol w="3505199">
                  <a:extLst>
                    <a:ext uri="{9D8B030D-6E8A-4147-A177-3AD203B41FA5}">
                      <a16:colId xmlns:a16="http://schemas.microsoft.com/office/drawing/2014/main" val="1260453881"/>
                    </a:ext>
                  </a:extLst>
                </a:gridCol>
                <a:gridCol w="3505199">
                  <a:extLst>
                    <a:ext uri="{9D8B030D-6E8A-4147-A177-3AD203B41FA5}">
                      <a16:colId xmlns:a16="http://schemas.microsoft.com/office/drawing/2014/main" val="1342327081"/>
                    </a:ext>
                  </a:extLst>
                </a:gridCol>
              </a:tblGrid>
              <a:tr h="370840">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370840">
                <a:tc>
                  <a:txBody>
                    <a:bodyPr/>
                    <a:lstStyle/>
                    <a:p>
                      <a:r>
                        <a:rPr lang="en-US" b="1" dirty="0"/>
                        <a:t>Current Ratio </a:t>
                      </a:r>
                      <a:r>
                        <a:rPr lang="en-US" dirty="0"/>
                        <a:t>CY &amp; Prev. Year </a:t>
                      </a:r>
                      <a:endParaRPr lang="en-IN" dirty="0"/>
                    </a:p>
                  </a:txBody>
                  <a:tcPr/>
                </a:tc>
                <a:tc>
                  <a:txBody>
                    <a:bodyPr/>
                    <a:lstStyle/>
                    <a:p>
                      <a:r>
                        <a:rPr lang="en-US" b="1" dirty="0"/>
                        <a:t>CY</a:t>
                      </a:r>
                      <a:r>
                        <a:rPr lang="en-US" dirty="0"/>
                        <a:t> = </a:t>
                      </a:r>
                      <a:r>
                        <a:rPr kumimoji="0" lang="en-US" sz="1800" b="0" i="0" u="none" strike="noStrike" kern="1200" cap="none" spc="0" normalizeH="0" baseline="0" noProof="0" dirty="0">
                          <a:ln>
                            <a:noFill/>
                          </a:ln>
                          <a:solidFill>
                            <a:prstClr val="black"/>
                          </a:solidFill>
                          <a:effectLst/>
                          <a:uLnTx/>
                          <a:uFillTx/>
                          <a:latin typeface="+mn-lt"/>
                          <a:ea typeface="+mn-ea"/>
                          <a:cs typeface="+mn-cs"/>
                        </a:rPr>
                        <a:t>14217 /  11103 =  1.28 times</a:t>
                      </a:r>
                      <a:endParaRPr lang="en-US" dirty="0"/>
                    </a:p>
                    <a:p>
                      <a:r>
                        <a:rPr lang="en-US" b="1" dirty="0"/>
                        <a:t>PY</a:t>
                      </a:r>
                      <a:r>
                        <a:rPr lang="en-US" b="0" dirty="0"/>
                        <a:t>= 12321 /  9317  = 1.32 times</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747710908"/>
                  </a:ext>
                </a:extLst>
              </a:tr>
              <a:tr h="370840">
                <a:tc>
                  <a:txBody>
                    <a:bodyPr/>
                    <a:lstStyle/>
                    <a:p>
                      <a:r>
                        <a:rPr lang="en-US" dirty="0"/>
                        <a:t>Current year</a:t>
                      </a:r>
                      <a:r>
                        <a:rPr lang="en-US" b="1" dirty="0"/>
                        <a:t> LTD </a:t>
                      </a:r>
                      <a:r>
                        <a:rPr lang="en-US" dirty="0"/>
                        <a:t>&amp; that of previous year </a:t>
                      </a:r>
                      <a:endParaRPr lang="en-IN" dirty="0"/>
                    </a:p>
                  </a:txBody>
                  <a:tcPr/>
                </a:tc>
                <a:tc>
                  <a:txBody>
                    <a:bodyPr/>
                    <a:lstStyle/>
                    <a:p>
                      <a:r>
                        <a:rPr lang="en-US" b="1" dirty="0"/>
                        <a:t>CY:  </a:t>
                      </a:r>
                      <a:r>
                        <a:rPr lang="en-US" b="0" dirty="0"/>
                        <a:t>0</a:t>
                      </a:r>
                    </a:p>
                    <a:p>
                      <a:r>
                        <a:rPr lang="en-US" b="1" dirty="0"/>
                        <a:t>PY:  </a:t>
                      </a:r>
                      <a:r>
                        <a:rPr lang="en-US" b="0" dirty="0"/>
                        <a:t>0</a:t>
                      </a:r>
                      <a:endParaRPr lang="en-IN" b="0" dirty="0"/>
                    </a:p>
                  </a:txBody>
                  <a:tcPr/>
                </a:tc>
                <a:tc>
                  <a:txBody>
                    <a:bodyPr/>
                    <a:lstStyle/>
                    <a:p>
                      <a:r>
                        <a:rPr lang="en-US" dirty="0"/>
                        <a:t>1</a:t>
                      </a:r>
                      <a:endParaRPr lang="en-IN" dirty="0"/>
                    </a:p>
                  </a:txBody>
                  <a:tcPr/>
                </a:tc>
                <a:extLst>
                  <a:ext uri="{0D108BD9-81ED-4DB2-BD59-A6C34878D82A}">
                    <a16:rowId xmlns:a16="http://schemas.microsoft.com/office/drawing/2014/main" val="2241102518"/>
                  </a:ext>
                </a:extLst>
              </a:tr>
              <a:tr h="370840">
                <a:tc>
                  <a:txBody>
                    <a:bodyPr/>
                    <a:lstStyle/>
                    <a:p>
                      <a:r>
                        <a:rPr lang="en-US" b="1" dirty="0"/>
                        <a:t>Equity issuance </a:t>
                      </a:r>
                      <a:endParaRPr lang="en-IN" b="1" dirty="0"/>
                    </a:p>
                  </a:txBody>
                  <a:tcPr/>
                </a:tc>
                <a:tc>
                  <a:txBody>
                    <a:bodyPr/>
                    <a:lstStyle/>
                    <a:p>
                      <a:r>
                        <a:rPr lang="en-US" dirty="0"/>
                        <a:t>Yes</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355487690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90149803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6011773"/>
                  </a:ext>
                </a:extLst>
              </a:tr>
              <a:tr h="370840">
                <a:tc>
                  <a:txBody>
                    <a:bodyPr/>
                    <a:lstStyle/>
                    <a:p>
                      <a:r>
                        <a:rPr lang="en-US" b="1" dirty="0"/>
                        <a:t>Total Score on Parameter </a:t>
                      </a:r>
                      <a:endParaRPr lang="en-IN" b="1" dirty="0"/>
                    </a:p>
                  </a:txBody>
                  <a:tcPr/>
                </a:tc>
                <a:tc>
                  <a:txBody>
                    <a:bodyPr/>
                    <a:lstStyle/>
                    <a:p>
                      <a:endParaRPr lang="en-IN" b="1" dirty="0"/>
                    </a:p>
                  </a:txBody>
                  <a:tcPr/>
                </a:tc>
                <a:tc>
                  <a:txBody>
                    <a:bodyPr/>
                    <a:lstStyle/>
                    <a:p>
                      <a:r>
                        <a:rPr lang="en-US" b="1" dirty="0"/>
                        <a:t>1</a:t>
                      </a:r>
                      <a:endParaRPr lang="en-IN" b="1" dirty="0"/>
                    </a:p>
                  </a:txBody>
                  <a:tcPr/>
                </a:tc>
                <a:extLst>
                  <a:ext uri="{0D108BD9-81ED-4DB2-BD59-A6C34878D82A}">
                    <a16:rowId xmlns:a16="http://schemas.microsoft.com/office/drawing/2014/main" val="2835161304"/>
                  </a:ext>
                </a:extLst>
              </a:tr>
              <a:tr h="370840">
                <a:tc>
                  <a:txBody>
                    <a:bodyPr/>
                    <a:lstStyle/>
                    <a:p>
                      <a:r>
                        <a:rPr lang="en-US" b="1" dirty="0"/>
                        <a:t>Doing well in 1 out 3 sub- parameters </a:t>
                      </a:r>
                      <a:endParaRPr lang="en-IN" b="1" dirty="0"/>
                    </a:p>
                  </a:txBody>
                  <a:tcPr/>
                </a:tc>
                <a:tc>
                  <a:txBody>
                    <a:bodyPr/>
                    <a:lstStyle/>
                    <a:p>
                      <a:r>
                        <a:rPr lang="en-US" b="1" dirty="0"/>
                        <a:t>33.33 %</a:t>
                      </a:r>
                      <a:endParaRPr lang="en-IN" b="1" dirty="0"/>
                    </a:p>
                  </a:txBody>
                  <a:tcPr/>
                </a:tc>
                <a:tc>
                  <a:txBody>
                    <a:bodyPr/>
                    <a:lstStyle/>
                    <a:p>
                      <a:endParaRPr lang="en-IN" b="1" dirty="0"/>
                    </a:p>
                  </a:txBody>
                  <a:tcPr/>
                </a:tc>
                <a:extLst>
                  <a:ext uri="{0D108BD9-81ED-4DB2-BD59-A6C34878D82A}">
                    <a16:rowId xmlns:a16="http://schemas.microsoft.com/office/drawing/2014/main" val="3625229051"/>
                  </a:ext>
                </a:extLst>
              </a:tr>
            </a:tbl>
          </a:graphicData>
        </a:graphic>
      </p:graphicFrame>
    </p:spTree>
    <p:extLst>
      <p:ext uri="{BB962C8B-B14F-4D97-AF65-F5344CB8AC3E}">
        <p14:creationId xmlns:p14="http://schemas.microsoft.com/office/powerpoint/2010/main" val="2206132166"/>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8EB3-93AE-4B40-9E34-C30D6C14CFAD}"/>
              </a:ext>
            </a:extLst>
          </p:cNvPr>
          <p:cNvSpPr>
            <a:spLocks noGrp="1"/>
          </p:cNvSpPr>
          <p:nvPr>
            <p:ph type="title"/>
          </p:nvPr>
        </p:nvSpPr>
        <p:spPr>
          <a:xfrm>
            <a:off x="838200" y="-339633"/>
            <a:ext cx="10515600" cy="2030322"/>
          </a:xfrm>
        </p:spPr>
        <p:txBody>
          <a:bodyPr/>
          <a:lstStyle/>
          <a:p>
            <a:pPr algn="ctr"/>
            <a:r>
              <a:rPr lang="en-US" b="1" dirty="0"/>
              <a:t>F Score –Operating Efficiency For </a:t>
            </a:r>
            <a:r>
              <a:rPr lang="en-US" b="1" u="sng" dirty="0"/>
              <a:t>HUL</a:t>
            </a:r>
            <a:r>
              <a:rPr lang="en-US" b="1" dirty="0"/>
              <a:t> in 2021</a:t>
            </a:r>
            <a:endParaRPr lang="en-IN" b="1" dirty="0"/>
          </a:p>
        </p:txBody>
      </p:sp>
      <p:graphicFrame>
        <p:nvGraphicFramePr>
          <p:cNvPr id="4" name="Table 4">
            <a:extLst>
              <a:ext uri="{FF2B5EF4-FFF2-40B4-BE49-F238E27FC236}">
                <a16:creationId xmlns:a16="http://schemas.microsoft.com/office/drawing/2014/main" id="{690DDB7D-5A4A-4BDC-9A13-6F27101B087E}"/>
              </a:ext>
            </a:extLst>
          </p:cNvPr>
          <p:cNvGraphicFramePr>
            <a:graphicFrameLocks noGrp="1"/>
          </p:cNvGraphicFramePr>
          <p:nvPr>
            <p:ph idx="1"/>
          </p:nvPr>
        </p:nvGraphicFramePr>
        <p:xfrm>
          <a:off x="352698" y="1097280"/>
          <a:ext cx="11001100" cy="6030837"/>
        </p:xfrm>
        <a:graphic>
          <a:graphicData uri="http://schemas.openxmlformats.org/drawingml/2006/table">
            <a:tbl>
              <a:tblPr firstRow="1" bandRow="1">
                <a:tableStyleId>{F5AB1C69-6EDB-4FF4-983F-18BD219EF322}</a:tableStyleId>
              </a:tblPr>
              <a:tblGrid>
                <a:gridCol w="3892598">
                  <a:extLst>
                    <a:ext uri="{9D8B030D-6E8A-4147-A177-3AD203B41FA5}">
                      <a16:colId xmlns:a16="http://schemas.microsoft.com/office/drawing/2014/main" val="1657150462"/>
                    </a:ext>
                  </a:extLst>
                </a:gridCol>
                <a:gridCol w="5832599">
                  <a:extLst>
                    <a:ext uri="{9D8B030D-6E8A-4147-A177-3AD203B41FA5}">
                      <a16:colId xmlns:a16="http://schemas.microsoft.com/office/drawing/2014/main" val="1260453881"/>
                    </a:ext>
                  </a:extLst>
                </a:gridCol>
                <a:gridCol w="1275903">
                  <a:extLst>
                    <a:ext uri="{9D8B030D-6E8A-4147-A177-3AD203B41FA5}">
                      <a16:colId xmlns:a16="http://schemas.microsoft.com/office/drawing/2014/main" val="1342327081"/>
                    </a:ext>
                  </a:extLst>
                </a:gridCol>
              </a:tblGrid>
              <a:tr h="422926">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729982">
                <a:tc>
                  <a:txBody>
                    <a:bodyPr/>
                    <a:lstStyle/>
                    <a:p>
                      <a:r>
                        <a:rPr lang="en-US" b="1" dirty="0"/>
                        <a:t>GPM</a:t>
                      </a:r>
                      <a:r>
                        <a:rPr lang="en-US" dirty="0"/>
                        <a:t> CY &amp; Prev. Year </a:t>
                      </a:r>
                    </a:p>
                    <a:p>
                      <a:r>
                        <a:rPr lang="en-US" dirty="0"/>
                        <a:t>GPM= (Net </a:t>
                      </a:r>
                      <a:r>
                        <a:rPr lang="en-US" dirty="0" err="1"/>
                        <a:t>op.Rev</a:t>
                      </a:r>
                      <a:r>
                        <a:rPr lang="en-US" dirty="0"/>
                        <a:t>- CGS/Net </a:t>
                      </a:r>
                      <a:r>
                        <a:rPr lang="en-US" dirty="0" err="1"/>
                        <a:t>Op.Rev</a:t>
                      </a:r>
                      <a:r>
                        <a:rPr lang="en-US" dirty="0"/>
                        <a:t>) *100</a:t>
                      </a:r>
                      <a:endParaRPr lang="en-IN" dirty="0"/>
                    </a:p>
                  </a:txBody>
                  <a:tcPr/>
                </a:tc>
                <a:tc>
                  <a:txBody>
                    <a:bodyPr/>
                    <a:lstStyle/>
                    <a:p>
                      <a:r>
                        <a:rPr lang="en-US" dirty="0"/>
                        <a:t>CY =</a:t>
                      </a:r>
                      <a:r>
                        <a:rPr kumimoji="0" lang="en-US" sz="1800" b="0" i="0" u="none" strike="noStrike" kern="1200" cap="none" spc="0" normalizeH="0" baseline="0" noProof="0" dirty="0">
                          <a:ln>
                            <a:noFill/>
                          </a:ln>
                          <a:solidFill>
                            <a:prstClr val="black"/>
                          </a:solidFill>
                          <a:effectLst/>
                          <a:uLnTx/>
                          <a:uFillTx/>
                          <a:latin typeface="+mn-lt"/>
                          <a:ea typeface="+mn-ea"/>
                          <a:cs typeface="+mn-cs"/>
                        </a:rPr>
                        <a:t>20741 / 46321  =  44.78  %</a:t>
                      </a:r>
                      <a:endParaRPr lang="en-US" dirty="0"/>
                    </a:p>
                    <a:p>
                      <a:r>
                        <a:rPr lang="en-US" dirty="0"/>
                        <a:t>PY= 18157/ 39238 = 46.27 %</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747710908"/>
                  </a:ext>
                </a:extLst>
              </a:tr>
              <a:tr h="422926">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241102518"/>
                  </a:ext>
                </a:extLst>
              </a:tr>
              <a:tr h="729982">
                <a:tc>
                  <a:txBody>
                    <a:bodyPr/>
                    <a:lstStyle/>
                    <a:p>
                      <a:r>
                        <a:rPr lang="en-US" b="1" dirty="0"/>
                        <a:t>Asset Turn </a:t>
                      </a:r>
                      <a:r>
                        <a:rPr lang="en-US" dirty="0"/>
                        <a:t>CY&amp; PY</a:t>
                      </a:r>
                    </a:p>
                    <a:p>
                      <a:r>
                        <a:rPr lang="en-US" dirty="0"/>
                        <a:t>(= Net </a:t>
                      </a:r>
                      <a:r>
                        <a:rPr lang="en-US" dirty="0" err="1"/>
                        <a:t>op.Revenue</a:t>
                      </a:r>
                      <a:r>
                        <a:rPr lang="en-US" dirty="0"/>
                        <a:t>/ Total Assets)</a:t>
                      </a:r>
                      <a:endParaRPr lang="en-IN" dirty="0"/>
                    </a:p>
                  </a:txBody>
                  <a:tcPr/>
                </a:tc>
                <a:tc>
                  <a:txBody>
                    <a:bodyPr/>
                    <a:lstStyle/>
                    <a:p>
                      <a:r>
                        <a:rPr lang="en-US" dirty="0"/>
                        <a:t>CY = </a:t>
                      </a:r>
                      <a:r>
                        <a:rPr kumimoji="0" lang="en-US" sz="1800" b="0" i="0" u="none" strike="noStrike" kern="1200" cap="none" spc="0" normalizeH="0" baseline="0" noProof="0" dirty="0">
                          <a:ln>
                            <a:noFill/>
                          </a:ln>
                          <a:solidFill>
                            <a:prstClr val="black"/>
                          </a:solidFill>
                          <a:effectLst/>
                          <a:uLnTx/>
                          <a:uFillTx/>
                          <a:latin typeface="+mn-lt"/>
                          <a:ea typeface="+mn-ea"/>
                          <a:cs typeface="+mn-cs"/>
                        </a:rPr>
                        <a:t>46321 / 68757  = 0.67  Times </a:t>
                      </a:r>
                      <a:endParaRPr lang="en-US" dirty="0"/>
                    </a:p>
                    <a:p>
                      <a:r>
                        <a:rPr lang="en-US" dirty="0"/>
                        <a:t>PY = 39238 /  20153 = 1.95 times</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3554876901"/>
                  </a:ext>
                </a:extLst>
              </a:tr>
              <a:tr h="422926">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901498031"/>
                  </a:ext>
                </a:extLst>
              </a:tr>
              <a:tr h="422926">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6011773"/>
                  </a:ext>
                </a:extLst>
              </a:tr>
              <a:tr h="422926">
                <a:tc>
                  <a:txBody>
                    <a:bodyPr/>
                    <a:lstStyle/>
                    <a:p>
                      <a:r>
                        <a:rPr lang="en-US" b="1" dirty="0"/>
                        <a:t>Total Score on Parameter </a:t>
                      </a:r>
                      <a:endParaRPr lang="en-IN" b="1" dirty="0"/>
                    </a:p>
                  </a:txBody>
                  <a:tcPr/>
                </a:tc>
                <a:tc>
                  <a:txBody>
                    <a:bodyPr/>
                    <a:lstStyle/>
                    <a:p>
                      <a:endParaRPr lang="en-IN" dirty="0"/>
                    </a:p>
                  </a:txBody>
                  <a:tcPr/>
                </a:tc>
                <a:tc>
                  <a:txBody>
                    <a:bodyPr/>
                    <a:lstStyle/>
                    <a:p>
                      <a:r>
                        <a:rPr lang="en-US" dirty="0"/>
                        <a:t>0</a:t>
                      </a:r>
                      <a:endParaRPr lang="en-IN" dirty="0"/>
                    </a:p>
                  </a:txBody>
                  <a:tcPr/>
                </a:tc>
                <a:extLst>
                  <a:ext uri="{0D108BD9-81ED-4DB2-BD59-A6C34878D82A}">
                    <a16:rowId xmlns:a16="http://schemas.microsoft.com/office/drawing/2014/main" val="2835161304"/>
                  </a:ext>
                </a:extLst>
              </a:tr>
              <a:tr h="422926">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621547453"/>
                  </a:ext>
                </a:extLst>
              </a:tr>
              <a:tr h="1848899">
                <a:tc>
                  <a:txBody>
                    <a:bodyPr/>
                    <a:lstStyle/>
                    <a:p>
                      <a:r>
                        <a:rPr lang="en-US" b="1" dirty="0"/>
                        <a:t>CGS</a:t>
                      </a:r>
                      <a:r>
                        <a:rPr lang="en-US" dirty="0"/>
                        <a:t> = </a:t>
                      </a:r>
                      <a:r>
                        <a:rPr lang="en-US" b="1" dirty="0"/>
                        <a:t>Cost of material consumed </a:t>
                      </a:r>
                      <a:r>
                        <a:rPr lang="en-US" dirty="0"/>
                        <a:t>+ purchase of stock in trade + </a:t>
                      </a:r>
                      <a:r>
                        <a:rPr lang="en-US" b="1" dirty="0"/>
                        <a:t>Operating and direct expenses </a:t>
                      </a:r>
                      <a:r>
                        <a:rPr lang="en-US" b="0" dirty="0"/>
                        <a:t>Changes in inventories of FG,WIP and stock in trade </a:t>
                      </a:r>
                      <a:r>
                        <a:rPr lang="en-US" dirty="0"/>
                        <a:t>+ </a:t>
                      </a:r>
                      <a:r>
                        <a:rPr lang="en-US" b="1" dirty="0"/>
                        <a:t>D &amp;A + </a:t>
                      </a:r>
                      <a:r>
                        <a:rPr lang="en-US" b="0" dirty="0"/>
                        <a:t>Employee Benefit expenses </a:t>
                      </a:r>
                      <a:endParaRPr lang="en-IN" b="0" dirty="0"/>
                    </a:p>
                  </a:txBody>
                  <a:tcPr/>
                </a:tc>
                <a:tc>
                  <a:txBody>
                    <a:bodyPr/>
                    <a:lstStyle/>
                    <a:p>
                      <a:r>
                        <a:rPr lang="en-US" dirty="0"/>
                        <a:t>CY: </a:t>
                      </a:r>
                      <a:r>
                        <a:rPr kumimoji="0" lang="en-US" sz="1800" b="0" i="0" u="none" strike="noStrike" kern="1200" cap="none" spc="0" normalizeH="0" baseline="0" noProof="0" dirty="0">
                          <a:ln>
                            <a:noFill/>
                          </a:ln>
                          <a:solidFill>
                            <a:prstClr val="black"/>
                          </a:solidFill>
                          <a:effectLst/>
                          <a:uLnTx/>
                          <a:uFillTx/>
                          <a:latin typeface="+mn-lt"/>
                          <a:ea typeface="+mn-ea"/>
                          <a:cs typeface="+mn-cs"/>
                        </a:rPr>
                        <a:t>15432 + 7121 + 0  - 405 + 2358 + 1074 = 25580</a:t>
                      </a:r>
                      <a:endParaRPr lang="en-US" dirty="0"/>
                    </a:p>
                    <a:p>
                      <a:r>
                        <a:rPr lang="en-US" dirty="0"/>
                        <a:t>PY: 11976 + 6391 + 0 – 108 + 1820 + 1002 =  21081</a:t>
                      </a:r>
                      <a:endParaRPr lang="en-IN" dirty="0"/>
                    </a:p>
                  </a:txBody>
                  <a:tcPr/>
                </a:tc>
                <a:tc>
                  <a:txBody>
                    <a:bodyPr/>
                    <a:lstStyle/>
                    <a:p>
                      <a:endParaRPr lang="en-IN" dirty="0"/>
                    </a:p>
                  </a:txBody>
                  <a:tcPr/>
                </a:tc>
                <a:extLst>
                  <a:ext uri="{0D108BD9-81ED-4DB2-BD59-A6C34878D82A}">
                    <a16:rowId xmlns:a16="http://schemas.microsoft.com/office/drawing/2014/main" val="3383887879"/>
                  </a:ext>
                </a:extLst>
              </a:tr>
            </a:tbl>
          </a:graphicData>
        </a:graphic>
      </p:graphicFrame>
    </p:spTree>
    <p:extLst>
      <p:ext uri="{BB962C8B-B14F-4D97-AF65-F5344CB8AC3E}">
        <p14:creationId xmlns:p14="http://schemas.microsoft.com/office/powerpoint/2010/main" val="1496309945"/>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A0BA-72DC-4234-A466-797ED708CF0F}"/>
              </a:ext>
            </a:extLst>
          </p:cNvPr>
          <p:cNvSpPr>
            <a:spLocks noGrp="1"/>
          </p:cNvSpPr>
          <p:nvPr>
            <p:ph type="title"/>
          </p:nvPr>
        </p:nvSpPr>
        <p:spPr/>
        <p:txBody>
          <a:bodyPr/>
          <a:lstStyle/>
          <a:p>
            <a:pPr algn="ctr"/>
            <a:r>
              <a:rPr lang="en-US" b="1" dirty="0"/>
              <a:t>HUL’s F Score in 2021</a:t>
            </a:r>
            <a:endParaRPr lang="en-IN" b="1" dirty="0"/>
          </a:p>
        </p:txBody>
      </p:sp>
      <p:graphicFrame>
        <p:nvGraphicFramePr>
          <p:cNvPr id="4" name="Table 4">
            <a:extLst>
              <a:ext uri="{FF2B5EF4-FFF2-40B4-BE49-F238E27FC236}">
                <a16:creationId xmlns:a16="http://schemas.microsoft.com/office/drawing/2014/main" id="{DD5F1C6F-9A49-476B-8750-1A111D85A40A}"/>
              </a:ext>
            </a:extLst>
          </p:cNvPr>
          <p:cNvGraphicFramePr>
            <a:graphicFrameLocks noGrp="1"/>
          </p:cNvGraphicFramePr>
          <p:nvPr>
            <p:ph idx="1"/>
          </p:nvPr>
        </p:nvGraphicFramePr>
        <p:xfrm>
          <a:off x="838200" y="1825625"/>
          <a:ext cx="10515600" cy="2595880"/>
        </p:xfrm>
        <a:graphic>
          <a:graphicData uri="http://schemas.openxmlformats.org/drawingml/2006/table">
            <a:tbl>
              <a:tblPr firstRow="1" bandRow="1">
                <a:tableStyleId>{93296810-A885-4BE3-A3E7-6D5BEEA58F35}</a:tableStyleId>
              </a:tblPr>
              <a:tblGrid>
                <a:gridCol w="5257800">
                  <a:extLst>
                    <a:ext uri="{9D8B030D-6E8A-4147-A177-3AD203B41FA5}">
                      <a16:colId xmlns:a16="http://schemas.microsoft.com/office/drawing/2014/main" val="2855140173"/>
                    </a:ext>
                  </a:extLst>
                </a:gridCol>
                <a:gridCol w="5257800">
                  <a:extLst>
                    <a:ext uri="{9D8B030D-6E8A-4147-A177-3AD203B41FA5}">
                      <a16:colId xmlns:a16="http://schemas.microsoft.com/office/drawing/2014/main" val="486234380"/>
                    </a:ext>
                  </a:extLst>
                </a:gridCol>
              </a:tblGrid>
              <a:tr h="370840">
                <a:tc>
                  <a:txBody>
                    <a:bodyPr/>
                    <a:lstStyle/>
                    <a:p>
                      <a:r>
                        <a:rPr lang="en-US" dirty="0"/>
                        <a:t>Parameter</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008403827"/>
                  </a:ext>
                </a:extLst>
              </a:tr>
              <a:tr h="370840">
                <a:tc>
                  <a:txBody>
                    <a:bodyPr/>
                    <a:lstStyle/>
                    <a:p>
                      <a:r>
                        <a:rPr lang="en-US" dirty="0"/>
                        <a:t>Profitability </a:t>
                      </a:r>
                      <a:endParaRPr lang="en-IN" dirty="0"/>
                    </a:p>
                  </a:txBody>
                  <a:tcPr/>
                </a:tc>
                <a:tc>
                  <a:txBody>
                    <a:bodyPr/>
                    <a:lstStyle/>
                    <a:p>
                      <a:r>
                        <a:rPr lang="en-US" dirty="0"/>
                        <a:t>3</a:t>
                      </a:r>
                      <a:endParaRPr lang="en-IN" dirty="0"/>
                    </a:p>
                  </a:txBody>
                  <a:tcPr/>
                </a:tc>
                <a:extLst>
                  <a:ext uri="{0D108BD9-81ED-4DB2-BD59-A6C34878D82A}">
                    <a16:rowId xmlns:a16="http://schemas.microsoft.com/office/drawing/2014/main" val="2720390596"/>
                  </a:ext>
                </a:extLst>
              </a:tr>
              <a:tr h="370840">
                <a:tc>
                  <a:txBody>
                    <a:bodyPr/>
                    <a:lstStyle/>
                    <a:p>
                      <a:r>
                        <a:rPr lang="en-US" dirty="0"/>
                        <a:t>Liquidity Leverage &amp; Source of funding </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719249297"/>
                  </a:ext>
                </a:extLst>
              </a:tr>
              <a:tr h="370840">
                <a:tc>
                  <a:txBody>
                    <a:bodyPr/>
                    <a:lstStyle/>
                    <a:p>
                      <a:r>
                        <a:rPr lang="en-US" dirty="0"/>
                        <a:t>Operating Efficiency </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2255370622"/>
                  </a:ext>
                </a:extLst>
              </a:tr>
              <a:tr h="370840">
                <a:tc>
                  <a:txBody>
                    <a:bodyPr/>
                    <a:lstStyle/>
                    <a:p>
                      <a:r>
                        <a:rPr lang="en-US" b="1" dirty="0"/>
                        <a:t>Total Score </a:t>
                      </a:r>
                      <a:endParaRPr lang="en-IN" b="1" dirty="0"/>
                    </a:p>
                  </a:txBody>
                  <a:tcPr/>
                </a:tc>
                <a:tc>
                  <a:txBody>
                    <a:bodyPr/>
                    <a:lstStyle/>
                    <a:p>
                      <a:r>
                        <a:rPr lang="en-US" b="1" dirty="0"/>
                        <a:t>4</a:t>
                      </a:r>
                      <a:endParaRPr lang="en-IN" b="1" dirty="0"/>
                    </a:p>
                  </a:txBody>
                  <a:tcPr/>
                </a:tc>
                <a:extLst>
                  <a:ext uri="{0D108BD9-81ED-4DB2-BD59-A6C34878D82A}">
                    <a16:rowId xmlns:a16="http://schemas.microsoft.com/office/drawing/2014/main" val="1652824247"/>
                  </a:ext>
                </a:extLst>
              </a:tr>
              <a:tr h="370840">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5291959"/>
                  </a:ext>
                </a:extLst>
              </a:tr>
              <a:tr h="370840">
                <a:tc>
                  <a:txBody>
                    <a:bodyPr/>
                    <a:lstStyle/>
                    <a:p>
                      <a:r>
                        <a:rPr lang="en-US" b="1" dirty="0"/>
                        <a:t>Inference</a:t>
                      </a:r>
                      <a:endParaRPr lang="en-IN" b="1" dirty="0"/>
                    </a:p>
                  </a:txBody>
                  <a:tcPr/>
                </a:tc>
                <a:tc>
                  <a:txBody>
                    <a:bodyPr/>
                    <a:lstStyle/>
                    <a:p>
                      <a:r>
                        <a:rPr lang="en-US" b="1" dirty="0"/>
                        <a:t>Grey Zone –Near the Median Value</a:t>
                      </a:r>
                      <a:endParaRPr lang="en-IN" b="1" dirty="0"/>
                    </a:p>
                  </a:txBody>
                  <a:tcPr/>
                </a:tc>
                <a:extLst>
                  <a:ext uri="{0D108BD9-81ED-4DB2-BD59-A6C34878D82A}">
                    <a16:rowId xmlns:a16="http://schemas.microsoft.com/office/drawing/2014/main" val="4180869637"/>
                  </a:ext>
                </a:extLst>
              </a:tr>
            </a:tbl>
          </a:graphicData>
        </a:graphic>
      </p:graphicFrame>
    </p:spTree>
    <p:extLst>
      <p:ext uri="{BB962C8B-B14F-4D97-AF65-F5344CB8AC3E}">
        <p14:creationId xmlns:p14="http://schemas.microsoft.com/office/powerpoint/2010/main" val="2278609057"/>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64B95-A32E-69C3-45B4-0BB2D2B83FAD}"/>
              </a:ext>
            </a:extLst>
          </p:cNvPr>
          <p:cNvSpPr>
            <a:spLocks noGrp="1"/>
          </p:cNvSpPr>
          <p:nvPr>
            <p:ph type="title"/>
          </p:nvPr>
        </p:nvSpPr>
        <p:spPr/>
        <p:txBody>
          <a:bodyPr/>
          <a:lstStyle/>
          <a:p>
            <a:pPr algn="ctr"/>
            <a:r>
              <a:rPr lang="en-US" b="1" dirty="0"/>
              <a:t>HUL’s F score in the last 5 </a:t>
            </a:r>
            <a:r>
              <a:rPr lang="en-US" b="1" dirty="0" err="1"/>
              <a:t>Fys</a:t>
            </a:r>
            <a:r>
              <a:rPr lang="en-US" b="1" dirty="0"/>
              <a:t> </a:t>
            </a:r>
          </a:p>
        </p:txBody>
      </p:sp>
      <p:sp>
        <p:nvSpPr>
          <p:cNvPr id="3" name="Content Placeholder 2">
            <a:extLst>
              <a:ext uri="{FF2B5EF4-FFF2-40B4-BE49-F238E27FC236}">
                <a16:creationId xmlns:a16="http://schemas.microsoft.com/office/drawing/2014/main" id="{F0ABCD44-CB65-5F7A-6A76-236EBBFF28B9}"/>
              </a:ext>
            </a:extLst>
          </p:cNvPr>
          <p:cNvSpPr>
            <a:spLocks noGrp="1"/>
          </p:cNvSpPr>
          <p:nvPr>
            <p:ph idx="1"/>
          </p:nvPr>
        </p:nvSpPr>
        <p:spPr>
          <a:xfrm>
            <a:off x="838200" y="1253331"/>
            <a:ext cx="10515600" cy="4351338"/>
          </a:xfrm>
        </p:spPr>
        <p:txBody>
          <a:bodyPr>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400" b="1" dirty="0"/>
              <a:t>2025 =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4 in profitability; 2 in liquidity, leverage &amp; source of funding; 1 in Operating efficiency ;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Total of 7</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2024</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3 in profitability; 3 in liquidity, leverage &amp; source of funding; 1 in Operating efficiency ;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Total of 7</a:t>
            </a:r>
            <a:endParaRPr lang="en-US" sz="2400" b="1" dirty="0"/>
          </a:p>
          <a:p>
            <a:pPr marL="0" indent="0">
              <a:buNone/>
            </a:pPr>
            <a:r>
              <a:rPr lang="en-US" sz="2400" b="1" dirty="0"/>
              <a:t>2023</a:t>
            </a:r>
            <a:r>
              <a:rPr lang="en-US" sz="2400" dirty="0"/>
              <a:t> =  4 in profitability; 3 in liquidity, leverage &amp; source of funding; 1 in Operating efficiency ; </a:t>
            </a:r>
            <a:r>
              <a:rPr lang="en-US" sz="2400" b="1" dirty="0"/>
              <a:t>Total of 8</a:t>
            </a:r>
            <a:endParaRPr lang="en-US" sz="2400" dirty="0"/>
          </a:p>
          <a:p>
            <a:pPr marL="0" indent="0">
              <a:buNone/>
            </a:pPr>
            <a:r>
              <a:rPr lang="en-US" sz="2400" b="1" dirty="0"/>
              <a:t>2022</a:t>
            </a:r>
            <a:r>
              <a:rPr lang="en-US" sz="2400" dirty="0"/>
              <a:t> = </a:t>
            </a:r>
            <a:r>
              <a:rPr lang="en-US" sz="2400" dirty="0">
                <a:solidFill>
                  <a:prstClr val="black"/>
                </a:solidFill>
                <a:latin typeface="Calibri" panose="020F0502020204030204"/>
              </a:rPr>
              <a:t>4</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in profitability; 3 in liquidity, leverage &amp; source of funding; 1 in Operating efficiency ;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Total of 8</a:t>
            </a:r>
            <a:endParaRPr lang="en-US" sz="2400" dirty="0"/>
          </a:p>
          <a:p>
            <a:pPr marL="0" indent="0">
              <a:buNone/>
            </a:pPr>
            <a:r>
              <a:rPr lang="en-US" sz="2400" b="1" dirty="0"/>
              <a:t>2021</a:t>
            </a:r>
            <a:r>
              <a:rPr lang="en-US" sz="2400" dirty="0"/>
              <a:t> = </a:t>
            </a:r>
            <a:r>
              <a:rPr lang="en-US" sz="2400" dirty="0">
                <a:solidFill>
                  <a:prstClr val="black"/>
                </a:solidFill>
                <a:latin typeface="Calibri" panose="020F0502020204030204"/>
              </a:rPr>
              <a:t>3</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in profitability; 1 in liquidity, leverage &amp; source of funding; 0 in Operating efficiency ;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Total of 4</a:t>
            </a:r>
            <a:r>
              <a:rPr lang="en-US" sz="2400" b="1" dirty="0"/>
              <a:t> </a:t>
            </a:r>
          </a:p>
        </p:txBody>
      </p:sp>
    </p:spTree>
    <p:extLst>
      <p:ext uri="{BB962C8B-B14F-4D97-AF65-F5344CB8AC3E}">
        <p14:creationId xmlns:p14="http://schemas.microsoft.com/office/powerpoint/2010/main" val="1792204688"/>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0CE55-6F18-4709-B05B-892F73D7ECC1}"/>
              </a:ext>
            </a:extLst>
          </p:cNvPr>
          <p:cNvSpPr>
            <a:spLocks noGrp="1"/>
          </p:cNvSpPr>
          <p:nvPr>
            <p:ph type="title"/>
          </p:nvPr>
        </p:nvSpPr>
        <p:spPr/>
        <p:txBody>
          <a:bodyPr/>
          <a:lstStyle/>
          <a:p>
            <a:pPr algn="ctr"/>
            <a:r>
              <a:rPr lang="en-US" dirty="0"/>
              <a:t>Let Us Consider </a:t>
            </a:r>
            <a:r>
              <a:rPr lang="en-US" b="1" dirty="0"/>
              <a:t>HUL &amp; Its Peers</a:t>
            </a:r>
            <a:br>
              <a:rPr lang="en-US" b="1" dirty="0"/>
            </a:br>
            <a:r>
              <a:rPr lang="en-US" b="1" dirty="0"/>
              <a:t>for the year 2025</a:t>
            </a:r>
            <a:endParaRPr lang="en-IN" b="1" dirty="0"/>
          </a:p>
        </p:txBody>
      </p:sp>
      <p:sp>
        <p:nvSpPr>
          <p:cNvPr id="3" name="Content Placeholder 2">
            <a:extLst>
              <a:ext uri="{FF2B5EF4-FFF2-40B4-BE49-F238E27FC236}">
                <a16:creationId xmlns:a16="http://schemas.microsoft.com/office/drawing/2014/main" id="{A78FA281-156C-4ECE-B8A0-0E40E3BD9BDD}"/>
              </a:ext>
            </a:extLst>
          </p:cNvPr>
          <p:cNvSpPr>
            <a:spLocks noGrp="1"/>
          </p:cNvSpPr>
          <p:nvPr>
            <p:ph idx="1"/>
          </p:nvPr>
        </p:nvSpPr>
        <p:spPr/>
        <p:txBody>
          <a:bodyPr/>
          <a:lstStyle/>
          <a:p>
            <a:r>
              <a:rPr lang="en-US" dirty="0"/>
              <a:t>4 Major Competitors of HUL on the basis of Market Capitalization (</a:t>
            </a:r>
            <a:r>
              <a:rPr lang="en-US" b="1" dirty="0"/>
              <a:t>on 25 - November-2025</a:t>
            </a:r>
            <a:r>
              <a:rPr lang="en-US" dirty="0"/>
              <a:t>; Source : MC )</a:t>
            </a:r>
          </a:p>
          <a:p>
            <a:pPr marL="0" indent="0">
              <a:buNone/>
            </a:pPr>
            <a:endParaRPr lang="en-IN" dirty="0"/>
          </a:p>
        </p:txBody>
      </p:sp>
      <p:graphicFrame>
        <p:nvGraphicFramePr>
          <p:cNvPr id="5" name="Table 5">
            <a:extLst>
              <a:ext uri="{FF2B5EF4-FFF2-40B4-BE49-F238E27FC236}">
                <a16:creationId xmlns:a16="http://schemas.microsoft.com/office/drawing/2014/main" id="{CB18A8F7-E124-4E83-B38A-6C87AF14DF14}"/>
              </a:ext>
            </a:extLst>
          </p:cNvPr>
          <p:cNvGraphicFramePr>
            <a:graphicFrameLocks noGrp="1"/>
          </p:cNvGraphicFramePr>
          <p:nvPr/>
        </p:nvGraphicFramePr>
        <p:xfrm>
          <a:off x="1582549" y="2858432"/>
          <a:ext cx="8128000" cy="25958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275985056"/>
                    </a:ext>
                  </a:extLst>
                </a:gridCol>
                <a:gridCol w="4064000">
                  <a:extLst>
                    <a:ext uri="{9D8B030D-6E8A-4147-A177-3AD203B41FA5}">
                      <a16:colId xmlns:a16="http://schemas.microsoft.com/office/drawing/2014/main" val="738050450"/>
                    </a:ext>
                  </a:extLst>
                </a:gridCol>
              </a:tblGrid>
              <a:tr h="370840">
                <a:tc>
                  <a:txBody>
                    <a:bodyPr/>
                    <a:lstStyle/>
                    <a:p>
                      <a:r>
                        <a:rPr lang="en-US" dirty="0"/>
                        <a:t>Company</a:t>
                      </a:r>
                      <a:endParaRPr lang="en-IN" dirty="0"/>
                    </a:p>
                  </a:txBody>
                  <a:tcPr/>
                </a:tc>
                <a:tc>
                  <a:txBody>
                    <a:bodyPr/>
                    <a:lstStyle/>
                    <a:p>
                      <a:r>
                        <a:rPr lang="en-US" dirty="0"/>
                        <a:t>Market Cap ( in INR Crores )</a:t>
                      </a:r>
                      <a:endParaRPr lang="en-IN" dirty="0"/>
                    </a:p>
                  </a:txBody>
                  <a:tcPr/>
                </a:tc>
                <a:extLst>
                  <a:ext uri="{0D108BD9-81ED-4DB2-BD59-A6C34878D82A}">
                    <a16:rowId xmlns:a16="http://schemas.microsoft.com/office/drawing/2014/main" val="2509097027"/>
                  </a:ext>
                </a:extLst>
              </a:tr>
              <a:tr h="370840">
                <a:tc>
                  <a:txBody>
                    <a:bodyPr/>
                    <a:lstStyle/>
                    <a:p>
                      <a:r>
                        <a:rPr lang="en-IN" b="1" dirty="0"/>
                        <a:t>HUL</a:t>
                      </a:r>
                    </a:p>
                  </a:txBody>
                  <a:tcPr/>
                </a:tc>
                <a:tc>
                  <a:txBody>
                    <a:bodyPr/>
                    <a:lstStyle/>
                    <a:p>
                      <a:r>
                        <a:rPr lang="en-IN" dirty="0"/>
                        <a:t>567191</a:t>
                      </a:r>
                    </a:p>
                  </a:txBody>
                  <a:tcPr/>
                </a:tc>
                <a:extLst>
                  <a:ext uri="{0D108BD9-81ED-4DB2-BD59-A6C34878D82A}">
                    <a16:rowId xmlns:a16="http://schemas.microsoft.com/office/drawing/2014/main" val="238715378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mn-lt"/>
                          <a:ea typeface="+mn-ea"/>
                          <a:cs typeface="+mn-cs"/>
                        </a:rPr>
                        <a:t>Godrej Consumer Products Ltd </a:t>
                      </a:r>
                    </a:p>
                  </a:txBody>
                  <a:tcPr/>
                </a:tc>
                <a:tc>
                  <a:txBody>
                    <a:bodyPr/>
                    <a:lstStyle/>
                    <a:p>
                      <a:r>
                        <a:rPr lang="en-IN" dirty="0"/>
                        <a:t>113867</a:t>
                      </a:r>
                    </a:p>
                  </a:txBody>
                  <a:tcPr/>
                </a:tc>
                <a:extLst>
                  <a:ext uri="{0D108BD9-81ED-4DB2-BD59-A6C34878D82A}">
                    <a16:rowId xmlns:a16="http://schemas.microsoft.com/office/drawing/2014/main" val="3135647722"/>
                  </a:ext>
                </a:extLst>
              </a:tr>
              <a:tr h="370840">
                <a:tc>
                  <a:txBody>
                    <a:bodyPr/>
                    <a:lstStyle/>
                    <a:p>
                      <a:r>
                        <a:rPr lang="en-IN" b="1" dirty="0"/>
                        <a:t>Marico Ltd</a:t>
                      </a:r>
                    </a:p>
                  </a:txBody>
                  <a:tcPr/>
                </a:tc>
                <a:tc>
                  <a:txBody>
                    <a:bodyPr/>
                    <a:lstStyle/>
                    <a:p>
                      <a:r>
                        <a:rPr lang="en-IN" dirty="0"/>
                        <a:t>95246</a:t>
                      </a:r>
                    </a:p>
                  </a:txBody>
                  <a:tcPr/>
                </a:tc>
                <a:extLst>
                  <a:ext uri="{0D108BD9-81ED-4DB2-BD59-A6C34878D82A}">
                    <a16:rowId xmlns:a16="http://schemas.microsoft.com/office/drawing/2014/main" val="3592417814"/>
                  </a:ext>
                </a:extLst>
              </a:tr>
              <a:tr h="370840">
                <a:tc>
                  <a:txBody>
                    <a:bodyPr/>
                    <a:lstStyle/>
                    <a:p>
                      <a:r>
                        <a:rPr lang="en-IN" b="1" dirty="0"/>
                        <a:t>Dabur India</a:t>
                      </a:r>
                    </a:p>
                  </a:txBody>
                  <a:tcPr/>
                </a:tc>
                <a:tc>
                  <a:txBody>
                    <a:bodyPr/>
                    <a:lstStyle/>
                    <a:p>
                      <a:r>
                        <a:rPr lang="en-IN" dirty="0"/>
                        <a:t>90644</a:t>
                      </a:r>
                    </a:p>
                  </a:txBody>
                  <a:tcPr/>
                </a:tc>
                <a:extLst>
                  <a:ext uri="{0D108BD9-81ED-4DB2-BD59-A6C34878D82A}">
                    <a16:rowId xmlns:a16="http://schemas.microsoft.com/office/drawing/2014/main" val="2733160046"/>
                  </a:ext>
                </a:extLst>
              </a:tr>
              <a:tr h="370840">
                <a:tc>
                  <a:txBody>
                    <a:bodyPr/>
                    <a:lstStyle/>
                    <a:p>
                      <a:r>
                        <a:rPr lang="en-IN" b="1" dirty="0"/>
                        <a:t>Vishal Mega Mart</a:t>
                      </a:r>
                    </a:p>
                  </a:txBody>
                  <a:tcPr/>
                </a:tc>
                <a:tc>
                  <a:txBody>
                    <a:bodyPr/>
                    <a:lstStyle/>
                    <a:p>
                      <a:r>
                        <a:rPr lang="en-IN" dirty="0"/>
                        <a:t>61354</a:t>
                      </a:r>
                    </a:p>
                  </a:txBody>
                  <a:tcPr/>
                </a:tc>
                <a:extLst>
                  <a:ext uri="{0D108BD9-81ED-4DB2-BD59-A6C34878D82A}">
                    <a16:rowId xmlns:a16="http://schemas.microsoft.com/office/drawing/2014/main" val="2446937379"/>
                  </a:ext>
                </a:extLst>
              </a:tr>
              <a:tr h="370840">
                <a:tc>
                  <a:txBody>
                    <a:bodyPr/>
                    <a:lstStyle/>
                    <a:p>
                      <a:endParaRPr lang="en-IN" b="1" dirty="0"/>
                    </a:p>
                  </a:txBody>
                  <a:tcPr/>
                </a:tc>
                <a:tc>
                  <a:txBody>
                    <a:bodyPr/>
                    <a:lstStyle/>
                    <a:p>
                      <a:endParaRPr lang="en-IN" dirty="0"/>
                    </a:p>
                  </a:txBody>
                  <a:tcPr/>
                </a:tc>
                <a:extLst>
                  <a:ext uri="{0D108BD9-81ED-4DB2-BD59-A6C34878D82A}">
                    <a16:rowId xmlns:a16="http://schemas.microsoft.com/office/drawing/2014/main" val="3140841338"/>
                  </a:ext>
                </a:extLst>
              </a:tr>
            </a:tbl>
          </a:graphicData>
        </a:graphic>
      </p:graphicFrame>
    </p:spTree>
    <p:extLst>
      <p:ext uri="{BB962C8B-B14F-4D97-AF65-F5344CB8AC3E}">
        <p14:creationId xmlns:p14="http://schemas.microsoft.com/office/powerpoint/2010/main" val="3654007367"/>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197EF-9107-4CE3-B31C-1EE2FF656473}"/>
              </a:ext>
            </a:extLst>
          </p:cNvPr>
          <p:cNvSpPr>
            <a:spLocks noGrp="1"/>
          </p:cNvSpPr>
          <p:nvPr>
            <p:ph type="title"/>
          </p:nvPr>
        </p:nvSpPr>
        <p:spPr/>
        <p:txBody>
          <a:bodyPr/>
          <a:lstStyle/>
          <a:p>
            <a:r>
              <a:rPr lang="en-US" dirty="0"/>
              <a:t>Let us Compute F score for all the Peers of </a:t>
            </a:r>
            <a:r>
              <a:rPr lang="en-US" b="1" u="sng" dirty="0"/>
              <a:t>HUL </a:t>
            </a:r>
            <a:r>
              <a:rPr lang="en-US" dirty="0"/>
              <a:t>2025?</a:t>
            </a:r>
            <a:endParaRPr lang="en-IN" dirty="0"/>
          </a:p>
        </p:txBody>
      </p:sp>
      <p:sp>
        <p:nvSpPr>
          <p:cNvPr id="3" name="Content Placeholder 2">
            <a:extLst>
              <a:ext uri="{FF2B5EF4-FFF2-40B4-BE49-F238E27FC236}">
                <a16:creationId xmlns:a16="http://schemas.microsoft.com/office/drawing/2014/main" id="{CA53FE40-3239-49E2-ADCC-1533A88E3B2B}"/>
              </a:ext>
            </a:extLst>
          </p:cNvPr>
          <p:cNvSpPr>
            <a:spLocks noGrp="1"/>
          </p:cNvSpPr>
          <p:nvPr>
            <p:ph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 us start with </a:t>
            </a:r>
            <a:r>
              <a:rPr kumimoji="0" lang="en-IN" b="1" i="0" u="none" strike="noStrike" kern="1200" cap="none" spc="0" normalizeH="0" baseline="0" noProof="0" dirty="0">
                <a:ln>
                  <a:noFill/>
                </a:ln>
                <a:solidFill>
                  <a:prstClr val="black"/>
                </a:solidFill>
                <a:effectLst/>
                <a:uLnTx/>
                <a:uFillTx/>
                <a:latin typeface="Calibri" panose="020F0502020204030204"/>
                <a:ea typeface="+mn-ea"/>
                <a:cs typeface="+mn-cs"/>
              </a:rPr>
              <a:t>Godrej Consumer Products Ltd </a:t>
            </a:r>
          </a:p>
          <a:p>
            <a:endParaRPr lang="en-IN" b="1" dirty="0"/>
          </a:p>
        </p:txBody>
      </p:sp>
    </p:spTree>
    <p:extLst>
      <p:ext uri="{BB962C8B-B14F-4D97-AF65-F5344CB8AC3E}">
        <p14:creationId xmlns:p14="http://schemas.microsoft.com/office/powerpoint/2010/main" val="2777066411"/>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8EB3-93AE-4B40-9E34-C30D6C14CFAD}"/>
              </a:ext>
            </a:extLst>
          </p:cNvPr>
          <p:cNvSpPr>
            <a:spLocks noGrp="1"/>
          </p:cNvSpPr>
          <p:nvPr>
            <p:ph type="title"/>
          </p:nvPr>
        </p:nvSpPr>
        <p:spPr/>
        <p:txBody>
          <a:bodyPr>
            <a:normAutofit/>
          </a:bodyPr>
          <a:lstStyle/>
          <a:p>
            <a:pPr algn="ctr"/>
            <a:r>
              <a:rPr lang="en-US" sz="4000" b="1" dirty="0"/>
              <a:t>F Score -Profitability For </a:t>
            </a:r>
            <a:r>
              <a:rPr lang="en-US" sz="4000" b="1" u="sng" dirty="0"/>
              <a:t>Godrej </a:t>
            </a:r>
            <a:r>
              <a:rPr lang="en-US" sz="4000" b="1" dirty="0"/>
              <a:t>in 2025</a:t>
            </a:r>
            <a:endParaRPr lang="en-IN" sz="4000" b="1" dirty="0"/>
          </a:p>
        </p:txBody>
      </p:sp>
      <p:graphicFrame>
        <p:nvGraphicFramePr>
          <p:cNvPr id="4" name="Table 4">
            <a:extLst>
              <a:ext uri="{FF2B5EF4-FFF2-40B4-BE49-F238E27FC236}">
                <a16:creationId xmlns:a16="http://schemas.microsoft.com/office/drawing/2014/main" id="{690DDB7D-5A4A-4BDC-9A13-6F27101B087E}"/>
              </a:ext>
            </a:extLst>
          </p:cNvPr>
          <p:cNvGraphicFramePr>
            <a:graphicFrameLocks noGrp="1"/>
          </p:cNvGraphicFramePr>
          <p:nvPr>
            <p:ph idx="1"/>
            <p:extLst>
              <p:ext uri="{D42A27DB-BD31-4B8C-83A1-F6EECF244321}">
                <p14:modId xmlns:p14="http://schemas.microsoft.com/office/powerpoint/2010/main" val="3214933629"/>
              </p:ext>
            </p:extLst>
          </p:nvPr>
        </p:nvGraphicFramePr>
        <p:xfrm>
          <a:off x="743919" y="1825625"/>
          <a:ext cx="10609878" cy="4226560"/>
        </p:xfrm>
        <a:graphic>
          <a:graphicData uri="http://schemas.openxmlformats.org/drawingml/2006/table">
            <a:tbl>
              <a:tblPr firstRow="1" bandRow="1">
                <a:tableStyleId>{5C22544A-7EE6-4342-B048-85BDC9FD1C3A}</a:tableStyleId>
              </a:tblPr>
              <a:tblGrid>
                <a:gridCol w="3599480">
                  <a:extLst>
                    <a:ext uri="{9D8B030D-6E8A-4147-A177-3AD203B41FA5}">
                      <a16:colId xmlns:a16="http://schemas.microsoft.com/office/drawing/2014/main" val="1657150462"/>
                    </a:ext>
                  </a:extLst>
                </a:gridCol>
                <a:gridCol w="3505199">
                  <a:extLst>
                    <a:ext uri="{9D8B030D-6E8A-4147-A177-3AD203B41FA5}">
                      <a16:colId xmlns:a16="http://schemas.microsoft.com/office/drawing/2014/main" val="1260453881"/>
                    </a:ext>
                  </a:extLst>
                </a:gridCol>
                <a:gridCol w="3505199">
                  <a:extLst>
                    <a:ext uri="{9D8B030D-6E8A-4147-A177-3AD203B41FA5}">
                      <a16:colId xmlns:a16="http://schemas.microsoft.com/office/drawing/2014/main" val="1342327081"/>
                    </a:ext>
                  </a:extLst>
                </a:gridCol>
              </a:tblGrid>
              <a:tr h="370840">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370840">
                <a:tc>
                  <a:txBody>
                    <a:bodyPr/>
                    <a:lstStyle/>
                    <a:p>
                      <a:r>
                        <a:rPr lang="en-US" b="1" dirty="0"/>
                        <a:t>ROA</a:t>
                      </a:r>
                      <a:r>
                        <a:rPr lang="en-US" dirty="0"/>
                        <a:t>  ( = Net Income/Total Assets)</a:t>
                      </a:r>
                      <a:endParaRPr lang="en-IN" dirty="0"/>
                    </a:p>
                  </a:txBody>
                  <a:tcPr/>
                </a:tc>
                <a:tc>
                  <a:txBody>
                    <a:bodyPr/>
                    <a:lstStyle/>
                    <a:p>
                      <a:r>
                        <a:rPr lang="en-IN" dirty="0"/>
                        <a:t>1852  / 19672 = 9.41 %</a:t>
                      </a:r>
                    </a:p>
                  </a:txBody>
                  <a:tcPr/>
                </a:tc>
                <a:tc>
                  <a:txBody>
                    <a:bodyPr/>
                    <a:lstStyle/>
                    <a:p>
                      <a:r>
                        <a:rPr lang="en-US" dirty="0"/>
                        <a:t>1</a:t>
                      </a:r>
                      <a:endParaRPr lang="en-IN" dirty="0"/>
                    </a:p>
                  </a:txBody>
                  <a:tcPr/>
                </a:tc>
                <a:extLst>
                  <a:ext uri="{0D108BD9-81ED-4DB2-BD59-A6C34878D82A}">
                    <a16:rowId xmlns:a16="http://schemas.microsoft.com/office/drawing/2014/main" val="747710908"/>
                  </a:ext>
                </a:extLst>
              </a:tr>
              <a:tr h="370840">
                <a:tc>
                  <a:txBody>
                    <a:bodyPr/>
                    <a:lstStyle/>
                    <a:p>
                      <a:r>
                        <a:rPr lang="en-US" b="1" dirty="0"/>
                        <a:t>CFO</a:t>
                      </a:r>
                      <a:r>
                        <a:rPr lang="en-US" dirty="0"/>
                        <a:t> ( in INR Cr)</a:t>
                      </a:r>
                      <a:endParaRPr lang="en-IN" dirty="0"/>
                    </a:p>
                  </a:txBody>
                  <a:tcPr/>
                </a:tc>
                <a:tc>
                  <a:txBody>
                    <a:bodyPr/>
                    <a:lstStyle/>
                    <a:p>
                      <a:r>
                        <a:rPr lang="en-IN" dirty="0"/>
                        <a:t>2577</a:t>
                      </a:r>
                    </a:p>
                  </a:txBody>
                  <a:tcPr/>
                </a:tc>
                <a:tc>
                  <a:txBody>
                    <a:bodyPr/>
                    <a:lstStyle/>
                    <a:p>
                      <a:r>
                        <a:rPr lang="en-US" dirty="0"/>
                        <a:t>1</a:t>
                      </a:r>
                      <a:endParaRPr lang="en-IN" dirty="0"/>
                    </a:p>
                  </a:txBody>
                  <a:tcPr/>
                </a:tc>
                <a:extLst>
                  <a:ext uri="{0D108BD9-81ED-4DB2-BD59-A6C34878D82A}">
                    <a16:rowId xmlns:a16="http://schemas.microsoft.com/office/drawing/2014/main" val="2241102518"/>
                  </a:ext>
                </a:extLst>
              </a:tr>
              <a:tr h="370840">
                <a:tc>
                  <a:txBody>
                    <a:bodyPr/>
                    <a:lstStyle/>
                    <a:p>
                      <a:r>
                        <a:rPr lang="en-US" b="1" dirty="0"/>
                        <a:t>CFO/Net Income </a:t>
                      </a:r>
                      <a:endParaRPr lang="en-IN" b="1" dirty="0"/>
                    </a:p>
                  </a:txBody>
                  <a:tcPr/>
                </a:tc>
                <a:tc>
                  <a:txBody>
                    <a:bodyPr/>
                    <a:lstStyle/>
                    <a:p>
                      <a:r>
                        <a:rPr lang="en-IN" dirty="0"/>
                        <a:t> 2577 / 1852 = 1.39 times</a:t>
                      </a:r>
                    </a:p>
                  </a:txBody>
                  <a:tcPr/>
                </a:tc>
                <a:tc>
                  <a:txBody>
                    <a:bodyPr/>
                    <a:lstStyle/>
                    <a:p>
                      <a:r>
                        <a:rPr lang="en-US" dirty="0"/>
                        <a:t>1</a:t>
                      </a:r>
                      <a:endParaRPr lang="en-IN" dirty="0"/>
                    </a:p>
                  </a:txBody>
                  <a:tcPr/>
                </a:tc>
                <a:extLst>
                  <a:ext uri="{0D108BD9-81ED-4DB2-BD59-A6C34878D82A}">
                    <a16:rowId xmlns:a16="http://schemas.microsoft.com/office/drawing/2014/main" val="3554876901"/>
                  </a:ext>
                </a:extLst>
              </a:tr>
              <a:tr h="370840">
                <a:tc>
                  <a:txBody>
                    <a:bodyPr/>
                    <a:lstStyle/>
                    <a:p>
                      <a:r>
                        <a:rPr lang="en-US" b="1" dirty="0"/>
                        <a:t>Change in ROA </a:t>
                      </a:r>
                    </a:p>
                    <a:p>
                      <a:r>
                        <a:rPr lang="en-US" dirty="0"/>
                        <a:t>(PY =  -561 / 18496 ) = -3.03% </a:t>
                      </a:r>
                    </a:p>
                    <a:p>
                      <a:r>
                        <a:rPr lang="en-US" dirty="0">
                          <a:highlight>
                            <a:srgbClr val="FFFF00"/>
                          </a:highlight>
                        </a:rPr>
                        <a:t>Negative net income due to very high exceptional loss caused by sale of business &amp; impairment of goodwill in Africa</a:t>
                      </a:r>
                      <a:endParaRPr lang="en-IN" dirty="0">
                        <a:highlight>
                          <a:srgbClr val="FFFF00"/>
                        </a:highlight>
                      </a:endParaRPr>
                    </a:p>
                  </a:txBody>
                  <a:tcPr/>
                </a:tc>
                <a:tc>
                  <a:txBody>
                    <a:bodyPr/>
                    <a:lstStyle/>
                    <a:p>
                      <a:r>
                        <a:rPr lang="en-IN" dirty="0"/>
                        <a:t>CY: 9.41 %</a:t>
                      </a:r>
                    </a:p>
                    <a:p>
                      <a:r>
                        <a:rPr lang="en-IN" dirty="0"/>
                        <a:t>PY: -3.03 %</a:t>
                      </a:r>
                    </a:p>
                  </a:txBody>
                  <a:tcPr/>
                </a:tc>
                <a:tc>
                  <a:txBody>
                    <a:bodyPr/>
                    <a:lstStyle/>
                    <a:p>
                      <a:r>
                        <a:rPr lang="en-US" dirty="0"/>
                        <a:t>1</a:t>
                      </a:r>
                      <a:endParaRPr lang="en-IN" dirty="0"/>
                    </a:p>
                  </a:txBody>
                  <a:tcPr/>
                </a:tc>
                <a:extLst>
                  <a:ext uri="{0D108BD9-81ED-4DB2-BD59-A6C34878D82A}">
                    <a16:rowId xmlns:a16="http://schemas.microsoft.com/office/drawing/2014/main" val="901498031"/>
                  </a:ext>
                </a:extLst>
              </a:tr>
              <a:tr h="159105">
                <a:tc>
                  <a:txBody>
                    <a:bodyPr/>
                    <a:lstStyle/>
                    <a:p>
                      <a:r>
                        <a:rPr lang="en-US" b="1" dirty="0"/>
                        <a:t>Total Score on Parameter</a:t>
                      </a:r>
                      <a:endParaRPr lang="en-IN" b="1" dirty="0"/>
                    </a:p>
                  </a:txBody>
                  <a:tcPr/>
                </a:tc>
                <a:tc>
                  <a:txBody>
                    <a:bodyPr/>
                    <a:lstStyle/>
                    <a:p>
                      <a:endParaRPr lang="en-IN" b="1" dirty="0"/>
                    </a:p>
                  </a:txBody>
                  <a:tcPr/>
                </a:tc>
                <a:tc>
                  <a:txBody>
                    <a:bodyPr/>
                    <a:lstStyle/>
                    <a:p>
                      <a:r>
                        <a:rPr lang="en-US" b="1" dirty="0"/>
                        <a:t>4</a:t>
                      </a:r>
                      <a:endParaRPr lang="en-IN" b="1" dirty="0"/>
                    </a:p>
                  </a:txBody>
                  <a:tcPr/>
                </a:tc>
                <a:extLst>
                  <a:ext uri="{0D108BD9-81ED-4DB2-BD59-A6C34878D82A}">
                    <a16:rowId xmlns:a16="http://schemas.microsoft.com/office/drawing/2014/main" val="2835161304"/>
                  </a:ext>
                </a:extLst>
              </a:tr>
              <a:tr h="159105">
                <a:tc>
                  <a:txBody>
                    <a:bodyPr/>
                    <a:lstStyle/>
                    <a:p>
                      <a:r>
                        <a:rPr lang="en-US" b="1" dirty="0"/>
                        <a:t>Doing well in 4 out 4 sub- parameters </a:t>
                      </a:r>
                      <a:endParaRPr lang="en-IN" b="1" dirty="0"/>
                    </a:p>
                  </a:txBody>
                  <a:tcPr/>
                </a:tc>
                <a:tc>
                  <a:txBody>
                    <a:bodyPr/>
                    <a:lstStyle/>
                    <a:p>
                      <a:r>
                        <a:rPr lang="en-US" b="1" dirty="0"/>
                        <a:t>100 %</a:t>
                      </a:r>
                      <a:endParaRPr lang="en-IN" b="1" dirty="0"/>
                    </a:p>
                  </a:txBody>
                  <a:tcPr/>
                </a:tc>
                <a:tc>
                  <a:txBody>
                    <a:bodyPr/>
                    <a:lstStyle/>
                    <a:p>
                      <a:endParaRPr lang="en-IN" b="1" dirty="0"/>
                    </a:p>
                  </a:txBody>
                  <a:tcPr/>
                </a:tc>
                <a:extLst>
                  <a:ext uri="{0D108BD9-81ED-4DB2-BD59-A6C34878D82A}">
                    <a16:rowId xmlns:a16="http://schemas.microsoft.com/office/drawing/2014/main" val="4021663941"/>
                  </a:ext>
                </a:extLst>
              </a:tr>
            </a:tbl>
          </a:graphicData>
        </a:graphic>
      </p:graphicFrame>
    </p:spTree>
    <p:extLst>
      <p:ext uri="{BB962C8B-B14F-4D97-AF65-F5344CB8AC3E}">
        <p14:creationId xmlns:p14="http://schemas.microsoft.com/office/powerpoint/2010/main" val="96197650"/>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8EB3-93AE-4B40-9E34-C30D6C14CFAD}"/>
              </a:ext>
            </a:extLst>
          </p:cNvPr>
          <p:cNvSpPr>
            <a:spLocks noGrp="1"/>
          </p:cNvSpPr>
          <p:nvPr>
            <p:ph type="title"/>
          </p:nvPr>
        </p:nvSpPr>
        <p:spPr/>
        <p:txBody>
          <a:bodyPr/>
          <a:lstStyle/>
          <a:p>
            <a:pPr algn="ctr"/>
            <a:r>
              <a:rPr lang="en-US" b="1" dirty="0"/>
              <a:t>F Score –Liquidity, Leverage &amp; source of funding For </a:t>
            </a:r>
            <a:r>
              <a:rPr lang="en-US" b="1" u="sng" dirty="0"/>
              <a:t>Godrej</a:t>
            </a:r>
            <a:r>
              <a:rPr lang="en-US" b="1" dirty="0"/>
              <a:t> in 2025</a:t>
            </a:r>
            <a:endParaRPr lang="en-IN" b="1" dirty="0"/>
          </a:p>
        </p:txBody>
      </p:sp>
      <p:graphicFrame>
        <p:nvGraphicFramePr>
          <p:cNvPr id="4" name="Table 4">
            <a:extLst>
              <a:ext uri="{FF2B5EF4-FFF2-40B4-BE49-F238E27FC236}">
                <a16:creationId xmlns:a16="http://schemas.microsoft.com/office/drawing/2014/main" id="{690DDB7D-5A4A-4BDC-9A13-6F27101B087E}"/>
              </a:ext>
            </a:extLst>
          </p:cNvPr>
          <p:cNvGraphicFramePr>
            <a:graphicFrameLocks noGrp="1"/>
          </p:cNvGraphicFramePr>
          <p:nvPr>
            <p:ph idx="1"/>
            <p:extLst>
              <p:ext uri="{D42A27DB-BD31-4B8C-83A1-F6EECF244321}">
                <p14:modId xmlns:p14="http://schemas.microsoft.com/office/powerpoint/2010/main" val="1412297086"/>
              </p:ext>
            </p:extLst>
          </p:nvPr>
        </p:nvGraphicFramePr>
        <p:xfrm>
          <a:off x="838200" y="1825625"/>
          <a:ext cx="10515597" cy="3032760"/>
        </p:xfrm>
        <a:graphic>
          <a:graphicData uri="http://schemas.openxmlformats.org/drawingml/2006/table">
            <a:tbl>
              <a:tblPr firstRow="1" bandRow="1">
                <a:tableStyleId>{21E4AEA4-8DFA-4A89-87EB-49C32662AFE0}</a:tableStyleId>
              </a:tblPr>
              <a:tblGrid>
                <a:gridCol w="3505199">
                  <a:extLst>
                    <a:ext uri="{9D8B030D-6E8A-4147-A177-3AD203B41FA5}">
                      <a16:colId xmlns:a16="http://schemas.microsoft.com/office/drawing/2014/main" val="1657150462"/>
                    </a:ext>
                  </a:extLst>
                </a:gridCol>
                <a:gridCol w="3505199">
                  <a:extLst>
                    <a:ext uri="{9D8B030D-6E8A-4147-A177-3AD203B41FA5}">
                      <a16:colId xmlns:a16="http://schemas.microsoft.com/office/drawing/2014/main" val="1260453881"/>
                    </a:ext>
                  </a:extLst>
                </a:gridCol>
                <a:gridCol w="3505199">
                  <a:extLst>
                    <a:ext uri="{9D8B030D-6E8A-4147-A177-3AD203B41FA5}">
                      <a16:colId xmlns:a16="http://schemas.microsoft.com/office/drawing/2014/main" val="1342327081"/>
                    </a:ext>
                  </a:extLst>
                </a:gridCol>
              </a:tblGrid>
              <a:tr h="370840">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370840">
                <a:tc>
                  <a:txBody>
                    <a:bodyPr/>
                    <a:lstStyle/>
                    <a:p>
                      <a:r>
                        <a:rPr lang="en-US" b="1" dirty="0"/>
                        <a:t>Current Ratio </a:t>
                      </a:r>
                      <a:r>
                        <a:rPr lang="en-US" dirty="0"/>
                        <a:t>CY &amp; Prev. Year </a:t>
                      </a:r>
                      <a:endParaRPr lang="en-IN" dirty="0"/>
                    </a:p>
                  </a:txBody>
                  <a:tcPr/>
                </a:tc>
                <a:tc>
                  <a:txBody>
                    <a:bodyPr/>
                    <a:lstStyle/>
                    <a:p>
                      <a:r>
                        <a:rPr lang="en-US" dirty="0"/>
                        <a:t>CY = 7338 / 6934 = 1.06</a:t>
                      </a:r>
                    </a:p>
                    <a:p>
                      <a:r>
                        <a:rPr lang="en-US" dirty="0"/>
                        <a:t>PY=  5561 /  5590 = 0.99</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747710908"/>
                  </a:ext>
                </a:extLst>
              </a:tr>
              <a:tr h="370840">
                <a:tc>
                  <a:txBody>
                    <a:bodyPr/>
                    <a:lstStyle/>
                    <a:p>
                      <a:r>
                        <a:rPr lang="en-US" dirty="0"/>
                        <a:t>Current year</a:t>
                      </a:r>
                      <a:r>
                        <a:rPr lang="en-US" b="1" dirty="0"/>
                        <a:t> LTD </a:t>
                      </a:r>
                      <a:r>
                        <a:rPr lang="en-US" dirty="0"/>
                        <a:t>&amp; that of previous year </a:t>
                      </a:r>
                      <a:endParaRPr lang="en-IN" dirty="0"/>
                    </a:p>
                  </a:txBody>
                  <a:tcPr/>
                </a:tc>
                <a:tc>
                  <a:txBody>
                    <a:bodyPr/>
                    <a:lstStyle/>
                    <a:p>
                      <a:r>
                        <a:rPr lang="en-US" dirty="0"/>
                        <a:t>CY:  0</a:t>
                      </a:r>
                    </a:p>
                    <a:p>
                      <a:r>
                        <a:rPr lang="en-US" dirty="0"/>
                        <a:t>PY:  0</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241102518"/>
                  </a:ext>
                </a:extLst>
              </a:tr>
              <a:tr h="370840">
                <a:tc>
                  <a:txBody>
                    <a:bodyPr/>
                    <a:lstStyle/>
                    <a:p>
                      <a:r>
                        <a:rPr lang="en-US" b="1" dirty="0"/>
                        <a:t>Equity issuance </a:t>
                      </a:r>
                      <a:endParaRPr lang="en-IN" b="1" dirty="0"/>
                    </a:p>
                  </a:txBody>
                  <a:tcPr/>
                </a:tc>
                <a:tc>
                  <a:txBody>
                    <a:bodyPr/>
                    <a:lstStyle/>
                    <a:p>
                      <a:r>
                        <a:rPr lang="en-US" dirty="0"/>
                        <a:t>Yes</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3554876901"/>
                  </a:ext>
                </a:extLst>
              </a:tr>
              <a:tr h="370840">
                <a:tc>
                  <a:txBody>
                    <a:bodyPr/>
                    <a:lstStyle/>
                    <a:p>
                      <a:r>
                        <a:rPr lang="en-US" b="1" dirty="0"/>
                        <a:t>Total Score on Parameter </a:t>
                      </a:r>
                      <a:endParaRPr lang="en-IN" b="1" dirty="0"/>
                    </a:p>
                  </a:txBody>
                  <a:tcPr/>
                </a:tc>
                <a:tc>
                  <a:txBody>
                    <a:bodyPr/>
                    <a:lstStyle/>
                    <a:p>
                      <a:endParaRPr lang="en-IN" b="1" dirty="0"/>
                    </a:p>
                  </a:txBody>
                  <a:tcPr/>
                </a:tc>
                <a:tc>
                  <a:txBody>
                    <a:bodyPr/>
                    <a:lstStyle/>
                    <a:p>
                      <a:r>
                        <a:rPr lang="en-US" b="1" dirty="0"/>
                        <a:t>2</a:t>
                      </a:r>
                      <a:endParaRPr lang="en-IN" b="1" dirty="0"/>
                    </a:p>
                  </a:txBody>
                  <a:tcPr/>
                </a:tc>
                <a:extLst>
                  <a:ext uri="{0D108BD9-81ED-4DB2-BD59-A6C34878D82A}">
                    <a16:rowId xmlns:a16="http://schemas.microsoft.com/office/drawing/2014/main" val="2835161304"/>
                  </a:ext>
                </a:extLst>
              </a:tr>
              <a:tr h="370840">
                <a:tc>
                  <a:txBody>
                    <a:bodyPr/>
                    <a:lstStyle/>
                    <a:p>
                      <a:r>
                        <a:rPr lang="en-US" b="1" dirty="0"/>
                        <a:t>Doing well in 2 out 3 sub- parameters </a:t>
                      </a:r>
                      <a:endParaRPr lang="en-IN" b="1" dirty="0"/>
                    </a:p>
                  </a:txBody>
                  <a:tcPr/>
                </a:tc>
                <a:tc>
                  <a:txBody>
                    <a:bodyPr/>
                    <a:lstStyle/>
                    <a:p>
                      <a:r>
                        <a:rPr lang="en-US" b="1" dirty="0"/>
                        <a:t>66.67%</a:t>
                      </a:r>
                      <a:endParaRPr lang="en-IN" b="1" dirty="0"/>
                    </a:p>
                  </a:txBody>
                  <a:tcPr/>
                </a:tc>
                <a:tc>
                  <a:txBody>
                    <a:bodyPr/>
                    <a:lstStyle/>
                    <a:p>
                      <a:endParaRPr lang="en-IN" b="1" dirty="0"/>
                    </a:p>
                  </a:txBody>
                  <a:tcPr/>
                </a:tc>
                <a:extLst>
                  <a:ext uri="{0D108BD9-81ED-4DB2-BD59-A6C34878D82A}">
                    <a16:rowId xmlns:a16="http://schemas.microsoft.com/office/drawing/2014/main" val="3625229051"/>
                  </a:ext>
                </a:extLst>
              </a:tr>
            </a:tbl>
          </a:graphicData>
        </a:graphic>
      </p:graphicFrame>
    </p:spTree>
    <p:extLst>
      <p:ext uri="{BB962C8B-B14F-4D97-AF65-F5344CB8AC3E}">
        <p14:creationId xmlns:p14="http://schemas.microsoft.com/office/powerpoint/2010/main" val="1592080874"/>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8EB3-93AE-4B40-9E34-C30D6C14CFAD}"/>
              </a:ext>
            </a:extLst>
          </p:cNvPr>
          <p:cNvSpPr>
            <a:spLocks noGrp="1"/>
          </p:cNvSpPr>
          <p:nvPr>
            <p:ph type="title"/>
          </p:nvPr>
        </p:nvSpPr>
        <p:spPr/>
        <p:txBody>
          <a:bodyPr/>
          <a:lstStyle/>
          <a:p>
            <a:pPr algn="ctr"/>
            <a:r>
              <a:rPr lang="en-US" b="1" dirty="0"/>
              <a:t>F Score –Operating Efficiency of Godrej in 2025</a:t>
            </a:r>
            <a:endParaRPr lang="en-IN" b="1" dirty="0"/>
          </a:p>
        </p:txBody>
      </p:sp>
      <p:graphicFrame>
        <p:nvGraphicFramePr>
          <p:cNvPr id="4" name="Table 4">
            <a:extLst>
              <a:ext uri="{FF2B5EF4-FFF2-40B4-BE49-F238E27FC236}">
                <a16:creationId xmlns:a16="http://schemas.microsoft.com/office/drawing/2014/main" id="{690DDB7D-5A4A-4BDC-9A13-6F27101B087E}"/>
              </a:ext>
            </a:extLst>
          </p:cNvPr>
          <p:cNvGraphicFramePr>
            <a:graphicFrameLocks noGrp="1"/>
          </p:cNvGraphicFramePr>
          <p:nvPr>
            <p:ph idx="1"/>
            <p:extLst>
              <p:ext uri="{D42A27DB-BD31-4B8C-83A1-F6EECF244321}">
                <p14:modId xmlns:p14="http://schemas.microsoft.com/office/powerpoint/2010/main" val="2400641389"/>
              </p:ext>
            </p:extLst>
          </p:nvPr>
        </p:nvGraphicFramePr>
        <p:xfrm>
          <a:off x="404949" y="1825625"/>
          <a:ext cx="10948848" cy="3855720"/>
        </p:xfrm>
        <a:graphic>
          <a:graphicData uri="http://schemas.openxmlformats.org/drawingml/2006/table">
            <a:tbl>
              <a:tblPr firstRow="1" bandRow="1">
                <a:tableStyleId>{F5AB1C69-6EDB-4FF4-983F-18BD219EF322}</a:tableStyleId>
              </a:tblPr>
              <a:tblGrid>
                <a:gridCol w="3950075">
                  <a:extLst>
                    <a:ext uri="{9D8B030D-6E8A-4147-A177-3AD203B41FA5}">
                      <a16:colId xmlns:a16="http://schemas.microsoft.com/office/drawing/2014/main" val="1657150462"/>
                    </a:ext>
                  </a:extLst>
                </a:gridCol>
                <a:gridCol w="4510007">
                  <a:extLst>
                    <a:ext uri="{9D8B030D-6E8A-4147-A177-3AD203B41FA5}">
                      <a16:colId xmlns:a16="http://schemas.microsoft.com/office/drawing/2014/main" val="1260453881"/>
                    </a:ext>
                  </a:extLst>
                </a:gridCol>
                <a:gridCol w="2488766">
                  <a:extLst>
                    <a:ext uri="{9D8B030D-6E8A-4147-A177-3AD203B41FA5}">
                      <a16:colId xmlns:a16="http://schemas.microsoft.com/office/drawing/2014/main" val="1342327081"/>
                    </a:ext>
                  </a:extLst>
                </a:gridCol>
              </a:tblGrid>
              <a:tr h="370840">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370840">
                <a:tc>
                  <a:txBody>
                    <a:bodyPr/>
                    <a:lstStyle/>
                    <a:p>
                      <a:r>
                        <a:rPr lang="en-US" b="1" dirty="0"/>
                        <a:t>GPM</a:t>
                      </a:r>
                      <a:r>
                        <a:rPr lang="en-US" dirty="0"/>
                        <a:t> CY &amp; Prev. Year </a:t>
                      </a:r>
                      <a:endParaRPr lang="en-IN" dirty="0"/>
                    </a:p>
                  </a:txBody>
                  <a:tcPr/>
                </a:tc>
                <a:tc>
                  <a:txBody>
                    <a:bodyPr/>
                    <a:lstStyle/>
                    <a:p>
                      <a:r>
                        <a:rPr lang="en-US" dirty="0"/>
                        <a:t>CY =  6366 / 14285 = 44.56  %</a:t>
                      </a:r>
                    </a:p>
                    <a:p>
                      <a:r>
                        <a:rPr lang="en-US" dirty="0"/>
                        <a:t>PY=    6163 / 13974 = 44.10 %</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747710908"/>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241102518"/>
                  </a:ext>
                </a:extLst>
              </a:tr>
              <a:tr h="370840">
                <a:tc>
                  <a:txBody>
                    <a:bodyPr/>
                    <a:lstStyle/>
                    <a:p>
                      <a:r>
                        <a:rPr lang="en-US" b="1" dirty="0"/>
                        <a:t>Asset Turn </a:t>
                      </a:r>
                      <a:r>
                        <a:rPr lang="en-US" dirty="0"/>
                        <a:t>CY&amp; PY</a:t>
                      </a:r>
                    </a:p>
                    <a:p>
                      <a:r>
                        <a:rPr lang="en-US" dirty="0"/>
                        <a:t>(= Net Revenue/ Total Assets)</a:t>
                      </a:r>
                      <a:endParaRPr lang="en-IN" dirty="0"/>
                    </a:p>
                  </a:txBody>
                  <a:tcPr/>
                </a:tc>
                <a:tc>
                  <a:txBody>
                    <a:bodyPr/>
                    <a:lstStyle/>
                    <a:p>
                      <a:r>
                        <a:rPr lang="en-US" dirty="0"/>
                        <a:t>CY = 14285 / 19672  = 0. 726 times</a:t>
                      </a:r>
                    </a:p>
                    <a:p>
                      <a:r>
                        <a:rPr lang="en-US" dirty="0"/>
                        <a:t>PY = 13974 /  18496= 0.756 times</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3554876901"/>
                  </a:ext>
                </a:extLst>
              </a:tr>
              <a:tr h="370840">
                <a:tc>
                  <a:txBody>
                    <a:bodyPr/>
                    <a:lstStyle/>
                    <a:p>
                      <a:r>
                        <a:rPr lang="en-US" b="1" dirty="0"/>
                        <a:t>Total Score on Parameter </a:t>
                      </a:r>
                      <a:endParaRPr lang="en-IN" b="1" dirty="0"/>
                    </a:p>
                  </a:txBody>
                  <a:tcPr/>
                </a:tc>
                <a:tc>
                  <a:txBody>
                    <a:bodyPr/>
                    <a:lstStyle/>
                    <a:p>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835161304"/>
                  </a:ext>
                </a:extLst>
              </a:tr>
              <a:tr h="370840">
                <a:tc>
                  <a:txBody>
                    <a:bodyPr/>
                    <a:lstStyle/>
                    <a:p>
                      <a:r>
                        <a:rPr lang="en-US" b="1" dirty="0"/>
                        <a:t>CGS</a:t>
                      </a:r>
                      <a:r>
                        <a:rPr lang="en-US" dirty="0"/>
                        <a:t> = </a:t>
                      </a:r>
                      <a:r>
                        <a:rPr lang="en-US" b="1" dirty="0"/>
                        <a:t>Cost of material consumed </a:t>
                      </a:r>
                      <a:r>
                        <a:rPr lang="en-US" dirty="0"/>
                        <a:t>+ purchase of stock in trade +</a:t>
                      </a:r>
                      <a:r>
                        <a:rPr lang="en-US" b="1" dirty="0"/>
                        <a:t>Operating and Direct expenses </a:t>
                      </a:r>
                      <a:r>
                        <a:rPr lang="en-US" dirty="0"/>
                        <a:t>+ Changes in inventories of FG,WIP and stock in trade + </a:t>
                      </a:r>
                      <a:r>
                        <a:rPr lang="en-US" b="1" dirty="0"/>
                        <a:t>DA + </a:t>
                      </a:r>
                      <a:r>
                        <a:rPr lang="en-US" b="0" dirty="0"/>
                        <a:t>Employee Benefit expenses </a:t>
                      </a:r>
                      <a:endParaRPr lang="en-IN" b="0" dirty="0"/>
                    </a:p>
                  </a:txBody>
                  <a:tcPr/>
                </a:tc>
                <a:tc>
                  <a:txBody>
                    <a:bodyPr/>
                    <a:lstStyle/>
                    <a:p>
                      <a:r>
                        <a:rPr lang="en-US" dirty="0"/>
                        <a:t>CY: 5729 +865+0-58+ 1149 +234 =7919</a:t>
                      </a:r>
                    </a:p>
                    <a:p>
                      <a:r>
                        <a:rPr lang="en-US" dirty="0"/>
                        <a:t>PY: 5678 +656 +0- 13 + 1249 + 241 = 7811</a:t>
                      </a:r>
                      <a:endParaRPr lang="en-IN" b="1" dirty="0"/>
                    </a:p>
                  </a:txBody>
                  <a:tcPr/>
                </a:tc>
                <a:tc>
                  <a:txBody>
                    <a:bodyPr/>
                    <a:lstStyle/>
                    <a:p>
                      <a:endParaRPr lang="en-IN" dirty="0"/>
                    </a:p>
                  </a:txBody>
                  <a:tcPr/>
                </a:tc>
                <a:extLst>
                  <a:ext uri="{0D108BD9-81ED-4DB2-BD59-A6C34878D82A}">
                    <a16:rowId xmlns:a16="http://schemas.microsoft.com/office/drawing/2014/main" val="3383887879"/>
                  </a:ext>
                </a:extLst>
              </a:tr>
            </a:tbl>
          </a:graphicData>
        </a:graphic>
      </p:graphicFrame>
    </p:spTree>
    <p:extLst>
      <p:ext uri="{BB962C8B-B14F-4D97-AF65-F5344CB8AC3E}">
        <p14:creationId xmlns:p14="http://schemas.microsoft.com/office/powerpoint/2010/main" val="70076628"/>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FFBB6-FD1E-4CB8-BB79-8EDC1EA518BE}"/>
              </a:ext>
            </a:extLst>
          </p:cNvPr>
          <p:cNvSpPr>
            <a:spLocks noGrp="1"/>
          </p:cNvSpPr>
          <p:nvPr>
            <p:ph type="title"/>
          </p:nvPr>
        </p:nvSpPr>
        <p:spPr/>
        <p:txBody>
          <a:bodyPr/>
          <a:lstStyle/>
          <a:p>
            <a:pPr algn="ctr"/>
            <a:r>
              <a:rPr lang="en-US" dirty="0"/>
              <a:t> </a:t>
            </a:r>
            <a:r>
              <a:rPr lang="en-US" b="1" dirty="0"/>
              <a:t>Inference Guidelines on F Score </a:t>
            </a:r>
            <a:endParaRPr lang="en-IN" b="1" dirty="0"/>
          </a:p>
        </p:txBody>
      </p:sp>
      <p:sp>
        <p:nvSpPr>
          <p:cNvPr id="3" name="Content Placeholder 2">
            <a:extLst>
              <a:ext uri="{FF2B5EF4-FFF2-40B4-BE49-F238E27FC236}">
                <a16:creationId xmlns:a16="http://schemas.microsoft.com/office/drawing/2014/main" id="{BB441584-8F02-4563-803C-902B10BC4299}"/>
              </a:ext>
            </a:extLst>
          </p:cNvPr>
          <p:cNvSpPr>
            <a:spLocks noGrp="1"/>
          </p:cNvSpPr>
          <p:nvPr>
            <p:ph idx="1"/>
          </p:nvPr>
        </p:nvSpPr>
        <p:spPr/>
        <p:txBody>
          <a:bodyPr/>
          <a:lstStyle/>
          <a:p>
            <a:r>
              <a:rPr lang="en-US" b="1" dirty="0"/>
              <a:t>Score of 8 or 9 : </a:t>
            </a:r>
            <a:r>
              <a:rPr lang="en-US" dirty="0"/>
              <a:t>Good </a:t>
            </a:r>
          </a:p>
          <a:p>
            <a:endParaRPr lang="en-US" dirty="0"/>
          </a:p>
          <a:p>
            <a:r>
              <a:rPr lang="en-US" b="1" dirty="0"/>
              <a:t>Score 0-2 : </a:t>
            </a:r>
            <a:r>
              <a:rPr lang="en-US" dirty="0"/>
              <a:t>Weak </a:t>
            </a:r>
          </a:p>
          <a:p>
            <a:endParaRPr lang="en-US" dirty="0"/>
          </a:p>
          <a:p>
            <a:r>
              <a:rPr lang="en-US" b="1" dirty="0"/>
              <a:t>Score of 3-7 : </a:t>
            </a:r>
            <a:r>
              <a:rPr lang="en-US" dirty="0"/>
              <a:t>Grey Zone </a:t>
            </a:r>
            <a:endParaRPr lang="en-IN" dirty="0"/>
          </a:p>
        </p:txBody>
      </p:sp>
    </p:spTree>
    <p:extLst>
      <p:ext uri="{BB962C8B-B14F-4D97-AF65-F5344CB8AC3E}">
        <p14:creationId xmlns:p14="http://schemas.microsoft.com/office/powerpoint/2010/main" val="3251011738"/>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A0BA-72DC-4234-A466-797ED708CF0F}"/>
              </a:ext>
            </a:extLst>
          </p:cNvPr>
          <p:cNvSpPr>
            <a:spLocks noGrp="1"/>
          </p:cNvSpPr>
          <p:nvPr>
            <p:ph type="title"/>
          </p:nvPr>
        </p:nvSpPr>
        <p:spPr/>
        <p:txBody>
          <a:bodyPr/>
          <a:lstStyle/>
          <a:p>
            <a:pPr algn="ctr"/>
            <a:r>
              <a:rPr lang="en-US" b="1" dirty="0"/>
              <a:t>Godrej’s F Score in 2025</a:t>
            </a:r>
            <a:endParaRPr lang="en-IN" b="1" dirty="0"/>
          </a:p>
        </p:txBody>
      </p:sp>
      <p:graphicFrame>
        <p:nvGraphicFramePr>
          <p:cNvPr id="4" name="Table 4">
            <a:extLst>
              <a:ext uri="{FF2B5EF4-FFF2-40B4-BE49-F238E27FC236}">
                <a16:creationId xmlns:a16="http://schemas.microsoft.com/office/drawing/2014/main" id="{DD5F1C6F-9A49-476B-8750-1A111D85A40A}"/>
              </a:ext>
            </a:extLst>
          </p:cNvPr>
          <p:cNvGraphicFramePr>
            <a:graphicFrameLocks noGrp="1"/>
          </p:cNvGraphicFramePr>
          <p:nvPr>
            <p:ph idx="1"/>
          </p:nvPr>
        </p:nvGraphicFramePr>
        <p:xfrm>
          <a:off x="838200" y="1825625"/>
          <a:ext cx="10515600" cy="2595880"/>
        </p:xfrm>
        <a:graphic>
          <a:graphicData uri="http://schemas.openxmlformats.org/drawingml/2006/table">
            <a:tbl>
              <a:tblPr firstRow="1" bandRow="1">
                <a:tableStyleId>{93296810-A885-4BE3-A3E7-6D5BEEA58F35}</a:tableStyleId>
              </a:tblPr>
              <a:tblGrid>
                <a:gridCol w="5257800">
                  <a:extLst>
                    <a:ext uri="{9D8B030D-6E8A-4147-A177-3AD203B41FA5}">
                      <a16:colId xmlns:a16="http://schemas.microsoft.com/office/drawing/2014/main" val="2855140173"/>
                    </a:ext>
                  </a:extLst>
                </a:gridCol>
                <a:gridCol w="5257800">
                  <a:extLst>
                    <a:ext uri="{9D8B030D-6E8A-4147-A177-3AD203B41FA5}">
                      <a16:colId xmlns:a16="http://schemas.microsoft.com/office/drawing/2014/main" val="486234380"/>
                    </a:ext>
                  </a:extLst>
                </a:gridCol>
              </a:tblGrid>
              <a:tr h="370840">
                <a:tc>
                  <a:txBody>
                    <a:bodyPr/>
                    <a:lstStyle/>
                    <a:p>
                      <a:r>
                        <a:rPr lang="en-US" dirty="0"/>
                        <a:t>Parameter</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008403827"/>
                  </a:ext>
                </a:extLst>
              </a:tr>
              <a:tr h="370840">
                <a:tc>
                  <a:txBody>
                    <a:bodyPr/>
                    <a:lstStyle/>
                    <a:p>
                      <a:r>
                        <a:rPr lang="en-US" dirty="0"/>
                        <a:t>Profitability </a:t>
                      </a:r>
                      <a:endParaRPr lang="en-IN" dirty="0"/>
                    </a:p>
                  </a:txBody>
                  <a:tcPr/>
                </a:tc>
                <a:tc>
                  <a:txBody>
                    <a:bodyPr/>
                    <a:lstStyle/>
                    <a:p>
                      <a:r>
                        <a:rPr lang="en-US" dirty="0"/>
                        <a:t>4</a:t>
                      </a:r>
                      <a:endParaRPr lang="en-IN" dirty="0"/>
                    </a:p>
                  </a:txBody>
                  <a:tcPr/>
                </a:tc>
                <a:extLst>
                  <a:ext uri="{0D108BD9-81ED-4DB2-BD59-A6C34878D82A}">
                    <a16:rowId xmlns:a16="http://schemas.microsoft.com/office/drawing/2014/main" val="2720390596"/>
                  </a:ext>
                </a:extLst>
              </a:tr>
              <a:tr h="370840">
                <a:tc>
                  <a:txBody>
                    <a:bodyPr/>
                    <a:lstStyle/>
                    <a:p>
                      <a:r>
                        <a:rPr lang="en-US" dirty="0"/>
                        <a:t>Liquidity Leverage &amp; Source of funding </a:t>
                      </a:r>
                      <a:endParaRPr lang="en-IN" dirty="0"/>
                    </a:p>
                  </a:txBody>
                  <a:tcPr/>
                </a:tc>
                <a:tc>
                  <a:txBody>
                    <a:bodyPr/>
                    <a:lstStyle/>
                    <a:p>
                      <a:r>
                        <a:rPr lang="en-US" dirty="0"/>
                        <a:t>2</a:t>
                      </a:r>
                      <a:endParaRPr lang="en-IN" dirty="0"/>
                    </a:p>
                  </a:txBody>
                  <a:tcPr/>
                </a:tc>
                <a:extLst>
                  <a:ext uri="{0D108BD9-81ED-4DB2-BD59-A6C34878D82A}">
                    <a16:rowId xmlns:a16="http://schemas.microsoft.com/office/drawing/2014/main" val="719249297"/>
                  </a:ext>
                </a:extLst>
              </a:tr>
              <a:tr h="370840">
                <a:tc>
                  <a:txBody>
                    <a:bodyPr/>
                    <a:lstStyle/>
                    <a:p>
                      <a:r>
                        <a:rPr lang="en-US" dirty="0"/>
                        <a:t>Operating Efficiency </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255370622"/>
                  </a:ext>
                </a:extLst>
              </a:tr>
              <a:tr h="370840">
                <a:tc>
                  <a:txBody>
                    <a:bodyPr/>
                    <a:lstStyle/>
                    <a:p>
                      <a:r>
                        <a:rPr lang="en-US" b="1" dirty="0"/>
                        <a:t>Total Score </a:t>
                      </a:r>
                      <a:endParaRPr lang="en-IN" b="1" dirty="0"/>
                    </a:p>
                  </a:txBody>
                  <a:tcPr/>
                </a:tc>
                <a:tc>
                  <a:txBody>
                    <a:bodyPr/>
                    <a:lstStyle/>
                    <a:p>
                      <a:r>
                        <a:rPr lang="en-US" b="1" dirty="0">
                          <a:highlight>
                            <a:srgbClr val="FFFF00"/>
                          </a:highlight>
                        </a:rPr>
                        <a:t>7</a:t>
                      </a:r>
                      <a:endParaRPr lang="en-IN" b="1" dirty="0">
                        <a:highlight>
                          <a:srgbClr val="FFFF00"/>
                        </a:highlight>
                      </a:endParaRPr>
                    </a:p>
                  </a:txBody>
                  <a:tcPr/>
                </a:tc>
                <a:extLst>
                  <a:ext uri="{0D108BD9-81ED-4DB2-BD59-A6C34878D82A}">
                    <a16:rowId xmlns:a16="http://schemas.microsoft.com/office/drawing/2014/main" val="1652824247"/>
                  </a:ext>
                </a:extLst>
              </a:tr>
              <a:tr h="370840">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5291959"/>
                  </a:ext>
                </a:extLst>
              </a:tr>
              <a:tr h="370840">
                <a:tc>
                  <a:txBody>
                    <a:bodyPr/>
                    <a:lstStyle/>
                    <a:p>
                      <a:r>
                        <a:rPr lang="en-US" b="1" dirty="0"/>
                        <a:t>Inference</a:t>
                      </a:r>
                      <a:endParaRPr lang="en-IN" b="1" dirty="0"/>
                    </a:p>
                  </a:txBody>
                  <a:tcPr/>
                </a:tc>
                <a:tc>
                  <a:txBody>
                    <a:bodyPr/>
                    <a:lstStyle/>
                    <a:p>
                      <a:r>
                        <a:rPr lang="en-US" b="1" dirty="0">
                          <a:highlight>
                            <a:srgbClr val="FFFF00"/>
                          </a:highlight>
                        </a:rPr>
                        <a:t>Grey Zone – Higher End</a:t>
                      </a:r>
                      <a:endParaRPr lang="en-IN" b="1" dirty="0">
                        <a:highlight>
                          <a:srgbClr val="FFFF00"/>
                        </a:highlight>
                      </a:endParaRPr>
                    </a:p>
                  </a:txBody>
                  <a:tcPr/>
                </a:tc>
                <a:extLst>
                  <a:ext uri="{0D108BD9-81ED-4DB2-BD59-A6C34878D82A}">
                    <a16:rowId xmlns:a16="http://schemas.microsoft.com/office/drawing/2014/main" val="4180869637"/>
                  </a:ext>
                </a:extLst>
              </a:tr>
            </a:tbl>
          </a:graphicData>
        </a:graphic>
      </p:graphicFrame>
    </p:spTree>
    <p:extLst>
      <p:ext uri="{BB962C8B-B14F-4D97-AF65-F5344CB8AC3E}">
        <p14:creationId xmlns:p14="http://schemas.microsoft.com/office/powerpoint/2010/main" val="2694382963"/>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197EF-9107-4CE3-B31C-1EE2FF656473}"/>
              </a:ext>
            </a:extLst>
          </p:cNvPr>
          <p:cNvSpPr>
            <a:spLocks noGrp="1"/>
          </p:cNvSpPr>
          <p:nvPr>
            <p:ph type="title"/>
          </p:nvPr>
        </p:nvSpPr>
        <p:spPr/>
        <p:txBody>
          <a:bodyPr/>
          <a:lstStyle/>
          <a:p>
            <a:r>
              <a:rPr lang="en-US" dirty="0"/>
              <a:t>F score for all the Peers of </a:t>
            </a:r>
            <a:r>
              <a:rPr lang="en-US" b="1" u="sng" dirty="0"/>
              <a:t>HUL</a:t>
            </a:r>
            <a:r>
              <a:rPr lang="en-US" dirty="0"/>
              <a:t> for 2025?</a:t>
            </a:r>
            <a:endParaRPr lang="en-IN" dirty="0"/>
          </a:p>
        </p:txBody>
      </p:sp>
      <p:sp>
        <p:nvSpPr>
          <p:cNvPr id="3" name="Content Placeholder 2">
            <a:extLst>
              <a:ext uri="{FF2B5EF4-FFF2-40B4-BE49-F238E27FC236}">
                <a16:creationId xmlns:a16="http://schemas.microsoft.com/office/drawing/2014/main" id="{CA53FE40-3239-49E2-ADCC-1533A88E3B2B}"/>
              </a:ext>
            </a:extLst>
          </p:cNvPr>
          <p:cNvSpPr>
            <a:spLocks noGrp="1"/>
          </p:cNvSpPr>
          <p:nvPr>
            <p:ph idx="1"/>
          </p:nvPr>
        </p:nvSpPr>
        <p:spPr/>
        <p:txBody>
          <a:bodyPr/>
          <a:lstStyle/>
          <a:p>
            <a:r>
              <a:rPr lang="en-IN" b="1" dirty="0"/>
              <a:t>Marico</a:t>
            </a:r>
          </a:p>
        </p:txBody>
      </p:sp>
    </p:spTree>
    <p:extLst>
      <p:ext uri="{BB962C8B-B14F-4D97-AF65-F5344CB8AC3E}">
        <p14:creationId xmlns:p14="http://schemas.microsoft.com/office/powerpoint/2010/main" val="4268299406"/>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8EB3-93AE-4B40-9E34-C30D6C14CFAD}"/>
              </a:ext>
            </a:extLst>
          </p:cNvPr>
          <p:cNvSpPr>
            <a:spLocks noGrp="1"/>
          </p:cNvSpPr>
          <p:nvPr>
            <p:ph type="title"/>
          </p:nvPr>
        </p:nvSpPr>
        <p:spPr/>
        <p:txBody>
          <a:bodyPr>
            <a:normAutofit/>
          </a:bodyPr>
          <a:lstStyle/>
          <a:p>
            <a:pPr algn="ctr"/>
            <a:r>
              <a:rPr lang="en-US" sz="4000" b="1" dirty="0"/>
              <a:t>F Score -Profitability For </a:t>
            </a:r>
            <a:r>
              <a:rPr lang="en-US" sz="4000" b="1" u="sng" dirty="0"/>
              <a:t>Marico </a:t>
            </a:r>
            <a:r>
              <a:rPr lang="en-US" sz="4000" b="1" dirty="0"/>
              <a:t>in 2025</a:t>
            </a:r>
            <a:endParaRPr lang="en-IN" sz="4000" b="1" dirty="0"/>
          </a:p>
        </p:txBody>
      </p:sp>
      <p:graphicFrame>
        <p:nvGraphicFramePr>
          <p:cNvPr id="4" name="Table 4">
            <a:extLst>
              <a:ext uri="{FF2B5EF4-FFF2-40B4-BE49-F238E27FC236}">
                <a16:creationId xmlns:a16="http://schemas.microsoft.com/office/drawing/2014/main" id="{690DDB7D-5A4A-4BDC-9A13-6F27101B087E}"/>
              </a:ext>
            </a:extLst>
          </p:cNvPr>
          <p:cNvGraphicFramePr>
            <a:graphicFrameLocks noGrp="1"/>
          </p:cNvGraphicFramePr>
          <p:nvPr>
            <p:ph idx="1"/>
          </p:nvPr>
        </p:nvGraphicFramePr>
        <p:xfrm>
          <a:off x="743919" y="1825625"/>
          <a:ext cx="10609878" cy="3500120"/>
        </p:xfrm>
        <a:graphic>
          <a:graphicData uri="http://schemas.openxmlformats.org/drawingml/2006/table">
            <a:tbl>
              <a:tblPr firstRow="1" bandRow="1">
                <a:tableStyleId>{5C22544A-7EE6-4342-B048-85BDC9FD1C3A}</a:tableStyleId>
              </a:tblPr>
              <a:tblGrid>
                <a:gridCol w="3599480">
                  <a:extLst>
                    <a:ext uri="{9D8B030D-6E8A-4147-A177-3AD203B41FA5}">
                      <a16:colId xmlns:a16="http://schemas.microsoft.com/office/drawing/2014/main" val="1657150462"/>
                    </a:ext>
                  </a:extLst>
                </a:gridCol>
                <a:gridCol w="3505199">
                  <a:extLst>
                    <a:ext uri="{9D8B030D-6E8A-4147-A177-3AD203B41FA5}">
                      <a16:colId xmlns:a16="http://schemas.microsoft.com/office/drawing/2014/main" val="1260453881"/>
                    </a:ext>
                  </a:extLst>
                </a:gridCol>
                <a:gridCol w="3505199">
                  <a:extLst>
                    <a:ext uri="{9D8B030D-6E8A-4147-A177-3AD203B41FA5}">
                      <a16:colId xmlns:a16="http://schemas.microsoft.com/office/drawing/2014/main" val="1342327081"/>
                    </a:ext>
                  </a:extLst>
                </a:gridCol>
              </a:tblGrid>
              <a:tr h="370840">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370840">
                <a:tc>
                  <a:txBody>
                    <a:bodyPr/>
                    <a:lstStyle/>
                    <a:p>
                      <a:r>
                        <a:rPr lang="en-US" b="1" dirty="0"/>
                        <a:t>ROA</a:t>
                      </a:r>
                      <a:r>
                        <a:rPr lang="en-US" dirty="0"/>
                        <a:t>  ( = Net Income/Total Assets)</a:t>
                      </a:r>
                      <a:endParaRPr lang="en-IN" dirty="0"/>
                    </a:p>
                  </a:txBody>
                  <a:tcPr/>
                </a:tc>
                <a:tc>
                  <a:txBody>
                    <a:bodyPr/>
                    <a:lstStyle/>
                    <a:p>
                      <a:r>
                        <a:rPr lang="en-IN" dirty="0"/>
                        <a:t>  1658 / 8338 = 19.88%</a:t>
                      </a:r>
                    </a:p>
                  </a:txBody>
                  <a:tcPr/>
                </a:tc>
                <a:tc>
                  <a:txBody>
                    <a:bodyPr/>
                    <a:lstStyle/>
                    <a:p>
                      <a:r>
                        <a:rPr lang="en-US" dirty="0"/>
                        <a:t>1</a:t>
                      </a:r>
                      <a:endParaRPr lang="en-IN" dirty="0"/>
                    </a:p>
                  </a:txBody>
                  <a:tcPr/>
                </a:tc>
                <a:extLst>
                  <a:ext uri="{0D108BD9-81ED-4DB2-BD59-A6C34878D82A}">
                    <a16:rowId xmlns:a16="http://schemas.microsoft.com/office/drawing/2014/main" val="747710908"/>
                  </a:ext>
                </a:extLst>
              </a:tr>
              <a:tr h="370840">
                <a:tc>
                  <a:txBody>
                    <a:bodyPr/>
                    <a:lstStyle/>
                    <a:p>
                      <a:r>
                        <a:rPr lang="en-US" b="1" dirty="0"/>
                        <a:t>CFO</a:t>
                      </a:r>
                      <a:r>
                        <a:rPr lang="en-US" dirty="0"/>
                        <a:t> ( in INR Cr)</a:t>
                      </a:r>
                      <a:endParaRPr lang="en-IN" dirty="0"/>
                    </a:p>
                  </a:txBody>
                  <a:tcPr/>
                </a:tc>
                <a:tc>
                  <a:txBody>
                    <a:bodyPr/>
                    <a:lstStyle/>
                    <a:p>
                      <a:r>
                        <a:rPr lang="en-IN" dirty="0"/>
                        <a:t> 1442</a:t>
                      </a:r>
                    </a:p>
                  </a:txBody>
                  <a:tcPr/>
                </a:tc>
                <a:tc>
                  <a:txBody>
                    <a:bodyPr/>
                    <a:lstStyle/>
                    <a:p>
                      <a:r>
                        <a:rPr lang="en-US" dirty="0"/>
                        <a:t>1</a:t>
                      </a:r>
                      <a:endParaRPr lang="en-IN" dirty="0"/>
                    </a:p>
                  </a:txBody>
                  <a:tcPr/>
                </a:tc>
                <a:extLst>
                  <a:ext uri="{0D108BD9-81ED-4DB2-BD59-A6C34878D82A}">
                    <a16:rowId xmlns:a16="http://schemas.microsoft.com/office/drawing/2014/main" val="2241102518"/>
                  </a:ext>
                </a:extLst>
              </a:tr>
              <a:tr h="370840">
                <a:tc>
                  <a:txBody>
                    <a:bodyPr/>
                    <a:lstStyle/>
                    <a:p>
                      <a:r>
                        <a:rPr lang="en-US" b="1" dirty="0"/>
                        <a:t>CFO/Net Income </a:t>
                      </a:r>
                      <a:endParaRPr lang="en-IN" b="1" dirty="0"/>
                    </a:p>
                  </a:txBody>
                  <a:tcPr/>
                </a:tc>
                <a:tc>
                  <a:txBody>
                    <a:bodyPr/>
                    <a:lstStyle/>
                    <a:p>
                      <a:r>
                        <a:rPr lang="en-IN" dirty="0"/>
                        <a:t> 1442/ 1658  =  0.87 times</a:t>
                      </a:r>
                    </a:p>
                  </a:txBody>
                  <a:tcPr/>
                </a:tc>
                <a:tc>
                  <a:txBody>
                    <a:bodyPr/>
                    <a:lstStyle/>
                    <a:p>
                      <a:r>
                        <a:rPr lang="en-US" dirty="0"/>
                        <a:t>0</a:t>
                      </a:r>
                      <a:endParaRPr lang="en-IN" dirty="0"/>
                    </a:p>
                  </a:txBody>
                  <a:tcPr/>
                </a:tc>
                <a:extLst>
                  <a:ext uri="{0D108BD9-81ED-4DB2-BD59-A6C34878D82A}">
                    <a16:rowId xmlns:a16="http://schemas.microsoft.com/office/drawing/2014/main" val="3554876901"/>
                  </a:ext>
                </a:extLst>
              </a:tr>
              <a:tr h="370840">
                <a:tc>
                  <a:txBody>
                    <a:bodyPr/>
                    <a:lstStyle/>
                    <a:p>
                      <a:r>
                        <a:rPr lang="en-US" b="1" dirty="0"/>
                        <a:t>Change in ROA </a:t>
                      </a:r>
                    </a:p>
                    <a:p>
                      <a:r>
                        <a:rPr lang="en-US" dirty="0"/>
                        <a:t>(PY =  1502 / 7421 ) = 20.24 % </a:t>
                      </a:r>
                      <a:endParaRPr lang="en-IN" dirty="0"/>
                    </a:p>
                  </a:txBody>
                  <a:tcPr/>
                </a:tc>
                <a:tc>
                  <a:txBody>
                    <a:bodyPr/>
                    <a:lstStyle/>
                    <a:p>
                      <a:r>
                        <a:rPr lang="en-IN" dirty="0"/>
                        <a:t>CY: 19.88 %</a:t>
                      </a:r>
                    </a:p>
                    <a:p>
                      <a:r>
                        <a:rPr lang="en-IN" dirty="0"/>
                        <a:t>PY: 20.24 %</a:t>
                      </a:r>
                    </a:p>
                  </a:txBody>
                  <a:tcPr/>
                </a:tc>
                <a:tc>
                  <a:txBody>
                    <a:bodyPr/>
                    <a:lstStyle/>
                    <a:p>
                      <a:r>
                        <a:rPr lang="en-US" dirty="0"/>
                        <a:t>0</a:t>
                      </a:r>
                      <a:endParaRPr lang="en-IN" dirty="0"/>
                    </a:p>
                  </a:txBody>
                  <a:tcPr/>
                </a:tc>
                <a:extLst>
                  <a:ext uri="{0D108BD9-81ED-4DB2-BD59-A6C34878D82A}">
                    <a16:rowId xmlns:a16="http://schemas.microsoft.com/office/drawing/2014/main" val="90149803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6011773"/>
                  </a:ext>
                </a:extLst>
              </a:tr>
              <a:tr h="159105">
                <a:tc>
                  <a:txBody>
                    <a:bodyPr/>
                    <a:lstStyle/>
                    <a:p>
                      <a:r>
                        <a:rPr lang="en-US" b="1" dirty="0"/>
                        <a:t>Total Score on Parameter</a:t>
                      </a:r>
                      <a:endParaRPr lang="en-IN" b="1" dirty="0"/>
                    </a:p>
                  </a:txBody>
                  <a:tcPr/>
                </a:tc>
                <a:tc>
                  <a:txBody>
                    <a:bodyPr/>
                    <a:lstStyle/>
                    <a:p>
                      <a:endParaRPr lang="en-IN" b="1" dirty="0"/>
                    </a:p>
                  </a:txBody>
                  <a:tcPr/>
                </a:tc>
                <a:tc>
                  <a:txBody>
                    <a:bodyPr/>
                    <a:lstStyle/>
                    <a:p>
                      <a:r>
                        <a:rPr lang="en-US" b="1" dirty="0"/>
                        <a:t>2</a:t>
                      </a:r>
                      <a:endParaRPr lang="en-IN" b="1" dirty="0"/>
                    </a:p>
                  </a:txBody>
                  <a:tcPr/>
                </a:tc>
                <a:extLst>
                  <a:ext uri="{0D108BD9-81ED-4DB2-BD59-A6C34878D82A}">
                    <a16:rowId xmlns:a16="http://schemas.microsoft.com/office/drawing/2014/main" val="2835161304"/>
                  </a:ext>
                </a:extLst>
              </a:tr>
              <a:tr h="159105">
                <a:tc>
                  <a:txBody>
                    <a:bodyPr/>
                    <a:lstStyle/>
                    <a:p>
                      <a:r>
                        <a:rPr lang="en-US" b="1" dirty="0"/>
                        <a:t>Doing well in 2 out 4 sub- parameters </a:t>
                      </a:r>
                      <a:endParaRPr lang="en-IN" b="1" dirty="0"/>
                    </a:p>
                  </a:txBody>
                  <a:tcPr/>
                </a:tc>
                <a:tc>
                  <a:txBody>
                    <a:bodyPr/>
                    <a:lstStyle/>
                    <a:p>
                      <a:r>
                        <a:rPr lang="en-IN" b="1" dirty="0"/>
                        <a:t>50 %</a:t>
                      </a:r>
                    </a:p>
                  </a:txBody>
                  <a:tcPr/>
                </a:tc>
                <a:tc>
                  <a:txBody>
                    <a:bodyPr/>
                    <a:lstStyle/>
                    <a:p>
                      <a:endParaRPr lang="en-IN" b="1" dirty="0"/>
                    </a:p>
                  </a:txBody>
                  <a:tcPr/>
                </a:tc>
                <a:extLst>
                  <a:ext uri="{0D108BD9-81ED-4DB2-BD59-A6C34878D82A}">
                    <a16:rowId xmlns:a16="http://schemas.microsoft.com/office/drawing/2014/main" val="4021663941"/>
                  </a:ext>
                </a:extLst>
              </a:tr>
            </a:tbl>
          </a:graphicData>
        </a:graphic>
      </p:graphicFrame>
    </p:spTree>
    <p:extLst>
      <p:ext uri="{BB962C8B-B14F-4D97-AF65-F5344CB8AC3E}">
        <p14:creationId xmlns:p14="http://schemas.microsoft.com/office/powerpoint/2010/main" val="2131130045"/>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8EB3-93AE-4B40-9E34-C30D6C14CFAD}"/>
              </a:ext>
            </a:extLst>
          </p:cNvPr>
          <p:cNvSpPr>
            <a:spLocks noGrp="1"/>
          </p:cNvSpPr>
          <p:nvPr>
            <p:ph type="title"/>
          </p:nvPr>
        </p:nvSpPr>
        <p:spPr/>
        <p:txBody>
          <a:bodyPr/>
          <a:lstStyle/>
          <a:p>
            <a:pPr algn="ctr"/>
            <a:r>
              <a:rPr lang="en-US" b="1" dirty="0"/>
              <a:t>F Score –Liquidity, Leverage &amp; source of funding For </a:t>
            </a:r>
            <a:r>
              <a:rPr lang="en-US" b="1" u="sng" dirty="0"/>
              <a:t>Marico</a:t>
            </a:r>
            <a:r>
              <a:rPr lang="en-US" b="1" dirty="0"/>
              <a:t> in 2025</a:t>
            </a:r>
            <a:endParaRPr lang="en-IN" b="1" dirty="0"/>
          </a:p>
        </p:txBody>
      </p:sp>
      <p:graphicFrame>
        <p:nvGraphicFramePr>
          <p:cNvPr id="4" name="Table 4">
            <a:extLst>
              <a:ext uri="{FF2B5EF4-FFF2-40B4-BE49-F238E27FC236}">
                <a16:creationId xmlns:a16="http://schemas.microsoft.com/office/drawing/2014/main" id="{690DDB7D-5A4A-4BDC-9A13-6F27101B087E}"/>
              </a:ext>
            </a:extLst>
          </p:cNvPr>
          <p:cNvGraphicFramePr>
            <a:graphicFrameLocks noGrp="1"/>
          </p:cNvGraphicFramePr>
          <p:nvPr>
            <p:ph idx="1"/>
          </p:nvPr>
        </p:nvGraphicFramePr>
        <p:xfrm>
          <a:off x="838200" y="1825625"/>
          <a:ext cx="10515597" cy="3774440"/>
        </p:xfrm>
        <a:graphic>
          <a:graphicData uri="http://schemas.openxmlformats.org/drawingml/2006/table">
            <a:tbl>
              <a:tblPr firstRow="1" bandRow="1">
                <a:tableStyleId>{21E4AEA4-8DFA-4A89-87EB-49C32662AFE0}</a:tableStyleId>
              </a:tblPr>
              <a:tblGrid>
                <a:gridCol w="3505199">
                  <a:extLst>
                    <a:ext uri="{9D8B030D-6E8A-4147-A177-3AD203B41FA5}">
                      <a16:colId xmlns:a16="http://schemas.microsoft.com/office/drawing/2014/main" val="1657150462"/>
                    </a:ext>
                  </a:extLst>
                </a:gridCol>
                <a:gridCol w="3505199">
                  <a:extLst>
                    <a:ext uri="{9D8B030D-6E8A-4147-A177-3AD203B41FA5}">
                      <a16:colId xmlns:a16="http://schemas.microsoft.com/office/drawing/2014/main" val="1260453881"/>
                    </a:ext>
                  </a:extLst>
                </a:gridCol>
                <a:gridCol w="3505199">
                  <a:extLst>
                    <a:ext uri="{9D8B030D-6E8A-4147-A177-3AD203B41FA5}">
                      <a16:colId xmlns:a16="http://schemas.microsoft.com/office/drawing/2014/main" val="1342327081"/>
                    </a:ext>
                  </a:extLst>
                </a:gridCol>
              </a:tblGrid>
              <a:tr h="370840">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370840">
                <a:tc>
                  <a:txBody>
                    <a:bodyPr/>
                    <a:lstStyle/>
                    <a:p>
                      <a:r>
                        <a:rPr lang="en-US" b="1" dirty="0"/>
                        <a:t>Current Ratio </a:t>
                      </a:r>
                      <a:r>
                        <a:rPr lang="en-US" dirty="0"/>
                        <a:t>CY &amp; Prev. Year </a:t>
                      </a:r>
                      <a:endParaRPr lang="en-IN" dirty="0"/>
                    </a:p>
                  </a:txBody>
                  <a:tcPr/>
                </a:tc>
                <a:tc>
                  <a:txBody>
                    <a:bodyPr/>
                    <a:lstStyle/>
                    <a:p>
                      <a:r>
                        <a:rPr lang="en-US" dirty="0"/>
                        <a:t>CY = 5083/ 2461 = 2.07 Times</a:t>
                      </a:r>
                    </a:p>
                    <a:p>
                      <a:r>
                        <a:rPr lang="en-US" dirty="0"/>
                        <a:t>PY=  4003 /  2444 = 1.64 Times</a:t>
                      </a:r>
                      <a:endParaRPr lang="en-IN" dirty="0"/>
                    </a:p>
                  </a:txBody>
                  <a:tcPr/>
                </a:tc>
                <a:tc>
                  <a:txBody>
                    <a:bodyPr/>
                    <a:lstStyle/>
                    <a:p>
                      <a:r>
                        <a:rPr lang="en-IN" dirty="0"/>
                        <a:t>1</a:t>
                      </a:r>
                    </a:p>
                  </a:txBody>
                  <a:tcPr/>
                </a:tc>
                <a:extLst>
                  <a:ext uri="{0D108BD9-81ED-4DB2-BD59-A6C34878D82A}">
                    <a16:rowId xmlns:a16="http://schemas.microsoft.com/office/drawing/2014/main" val="747710908"/>
                  </a:ext>
                </a:extLst>
              </a:tr>
              <a:tr h="370840">
                <a:tc>
                  <a:txBody>
                    <a:bodyPr/>
                    <a:lstStyle/>
                    <a:p>
                      <a:r>
                        <a:rPr lang="en-US" dirty="0"/>
                        <a:t>Current year</a:t>
                      </a:r>
                      <a:r>
                        <a:rPr lang="en-US" b="1" dirty="0"/>
                        <a:t> LTD </a:t>
                      </a:r>
                      <a:r>
                        <a:rPr lang="en-US" dirty="0"/>
                        <a:t>&amp; that of previous year </a:t>
                      </a:r>
                      <a:endParaRPr lang="en-IN" dirty="0"/>
                    </a:p>
                  </a:txBody>
                  <a:tcPr/>
                </a:tc>
                <a:tc>
                  <a:txBody>
                    <a:bodyPr/>
                    <a:lstStyle/>
                    <a:p>
                      <a:r>
                        <a:rPr lang="en-US" dirty="0"/>
                        <a:t>CY:  0</a:t>
                      </a:r>
                    </a:p>
                    <a:p>
                      <a:r>
                        <a:rPr lang="en-US" dirty="0"/>
                        <a:t>PY:  0</a:t>
                      </a:r>
                      <a:endParaRPr lang="en-IN" dirty="0"/>
                    </a:p>
                  </a:txBody>
                  <a:tcPr/>
                </a:tc>
                <a:tc>
                  <a:txBody>
                    <a:bodyPr/>
                    <a:lstStyle/>
                    <a:p>
                      <a:r>
                        <a:rPr lang="en-IN" dirty="0"/>
                        <a:t>1</a:t>
                      </a:r>
                    </a:p>
                  </a:txBody>
                  <a:tcPr/>
                </a:tc>
                <a:extLst>
                  <a:ext uri="{0D108BD9-81ED-4DB2-BD59-A6C34878D82A}">
                    <a16:rowId xmlns:a16="http://schemas.microsoft.com/office/drawing/2014/main" val="2241102518"/>
                  </a:ext>
                </a:extLst>
              </a:tr>
              <a:tr h="370840">
                <a:tc>
                  <a:txBody>
                    <a:bodyPr/>
                    <a:lstStyle/>
                    <a:p>
                      <a:r>
                        <a:rPr lang="en-US" b="1" dirty="0"/>
                        <a:t>Equity issuance </a:t>
                      </a:r>
                      <a:endParaRPr lang="en-IN" b="1" dirty="0"/>
                    </a:p>
                  </a:txBody>
                  <a:tcPr/>
                </a:tc>
                <a:tc>
                  <a:txBody>
                    <a:bodyPr/>
                    <a:lstStyle/>
                    <a:p>
                      <a:r>
                        <a:rPr lang="en-US" dirty="0"/>
                        <a:t>No</a:t>
                      </a:r>
                      <a:endParaRPr lang="en-IN" dirty="0"/>
                    </a:p>
                  </a:txBody>
                  <a:tcPr/>
                </a:tc>
                <a:tc>
                  <a:txBody>
                    <a:bodyPr/>
                    <a:lstStyle/>
                    <a:p>
                      <a:r>
                        <a:rPr lang="en-IN" dirty="0"/>
                        <a:t>1</a:t>
                      </a:r>
                    </a:p>
                  </a:txBody>
                  <a:tcPr/>
                </a:tc>
                <a:extLst>
                  <a:ext uri="{0D108BD9-81ED-4DB2-BD59-A6C34878D82A}">
                    <a16:rowId xmlns:a16="http://schemas.microsoft.com/office/drawing/2014/main" val="355487690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90149803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6011773"/>
                  </a:ext>
                </a:extLst>
              </a:tr>
              <a:tr h="370840">
                <a:tc>
                  <a:txBody>
                    <a:bodyPr/>
                    <a:lstStyle/>
                    <a:p>
                      <a:r>
                        <a:rPr lang="en-US" b="1" dirty="0"/>
                        <a:t>Total Score on Parameter </a:t>
                      </a:r>
                      <a:endParaRPr lang="en-IN" b="1" dirty="0"/>
                    </a:p>
                  </a:txBody>
                  <a:tcPr/>
                </a:tc>
                <a:tc>
                  <a:txBody>
                    <a:bodyPr/>
                    <a:lstStyle/>
                    <a:p>
                      <a:endParaRPr lang="en-IN" b="1" dirty="0"/>
                    </a:p>
                  </a:txBody>
                  <a:tcPr/>
                </a:tc>
                <a:tc>
                  <a:txBody>
                    <a:bodyPr/>
                    <a:lstStyle/>
                    <a:p>
                      <a:r>
                        <a:rPr lang="en-IN" b="1" dirty="0"/>
                        <a:t>3</a:t>
                      </a:r>
                    </a:p>
                  </a:txBody>
                  <a:tcPr/>
                </a:tc>
                <a:extLst>
                  <a:ext uri="{0D108BD9-81ED-4DB2-BD59-A6C34878D82A}">
                    <a16:rowId xmlns:a16="http://schemas.microsoft.com/office/drawing/2014/main" val="2835161304"/>
                  </a:ext>
                </a:extLst>
              </a:tr>
              <a:tr h="370840">
                <a:tc>
                  <a:txBody>
                    <a:bodyPr/>
                    <a:lstStyle/>
                    <a:p>
                      <a:r>
                        <a:rPr lang="en-US" b="1" dirty="0"/>
                        <a:t>Doing well in 3 out 3 sub- parameters </a:t>
                      </a:r>
                      <a:endParaRPr lang="en-IN" b="1" dirty="0"/>
                    </a:p>
                  </a:txBody>
                  <a:tcPr/>
                </a:tc>
                <a:tc>
                  <a:txBody>
                    <a:bodyPr/>
                    <a:lstStyle/>
                    <a:p>
                      <a:r>
                        <a:rPr lang="en-US" b="1" dirty="0"/>
                        <a:t>100%</a:t>
                      </a:r>
                      <a:endParaRPr lang="en-IN" b="1" dirty="0"/>
                    </a:p>
                  </a:txBody>
                  <a:tcPr/>
                </a:tc>
                <a:tc>
                  <a:txBody>
                    <a:bodyPr/>
                    <a:lstStyle/>
                    <a:p>
                      <a:endParaRPr lang="en-IN" b="1" dirty="0"/>
                    </a:p>
                  </a:txBody>
                  <a:tcPr/>
                </a:tc>
                <a:extLst>
                  <a:ext uri="{0D108BD9-81ED-4DB2-BD59-A6C34878D82A}">
                    <a16:rowId xmlns:a16="http://schemas.microsoft.com/office/drawing/2014/main" val="3625229051"/>
                  </a:ext>
                </a:extLst>
              </a:tr>
            </a:tbl>
          </a:graphicData>
        </a:graphic>
      </p:graphicFrame>
    </p:spTree>
    <p:extLst>
      <p:ext uri="{BB962C8B-B14F-4D97-AF65-F5344CB8AC3E}">
        <p14:creationId xmlns:p14="http://schemas.microsoft.com/office/powerpoint/2010/main" val="1000468859"/>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8EB3-93AE-4B40-9E34-C30D6C14CFAD}"/>
              </a:ext>
            </a:extLst>
          </p:cNvPr>
          <p:cNvSpPr>
            <a:spLocks noGrp="1"/>
          </p:cNvSpPr>
          <p:nvPr>
            <p:ph type="title"/>
          </p:nvPr>
        </p:nvSpPr>
        <p:spPr/>
        <p:txBody>
          <a:bodyPr/>
          <a:lstStyle/>
          <a:p>
            <a:pPr algn="ctr"/>
            <a:r>
              <a:rPr lang="en-US" b="1" dirty="0"/>
              <a:t>F Score –Operating Efficiency of </a:t>
            </a:r>
            <a:r>
              <a:rPr lang="en-US" b="1" u="sng" dirty="0"/>
              <a:t>Marico</a:t>
            </a:r>
            <a:r>
              <a:rPr lang="en-US" b="1" dirty="0"/>
              <a:t> in 2025</a:t>
            </a:r>
            <a:endParaRPr lang="en-IN" b="1" dirty="0"/>
          </a:p>
        </p:txBody>
      </p:sp>
      <p:graphicFrame>
        <p:nvGraphicFramePr>
          <p:cNvPr id="4" name="Table 4">
            <a:extLst>
              <a:ext uri="{FF2B5EF4-FFF2-40B4-BE49-F238E27FC236}">
                <a16:creationId xmlns:a16="http://schemas.microsoft.com/office/drawing/2014/main" id="{690DDB7D-5A4A-4BDC-9A13-6F27101B087E}"/>
              </a:ext>
            </a:extLst>
          </p:cNvPr>
          <p:cNvGraphicFramePr>
            <a:graphicFrameLocks noGrp="1"/>
          </p:cNvGraphicFramePr>
          <p:nvPr>
            <p:ph idx="1"/>
          </p:nvPr>
        </p:nvGraphicFramePr>
        <p:xfrm>
          <a:off x="404949" y="1825625"/>
          <a:ext cx="10948848" cy="4968240"/>
        </p:xfrm>
        <a:graphic>
          <a:graphicData uri="http://schemas.openxmlformats.org/drawingml/2006/table">
            <a:tbl>
              <a:tblPr firstRow="1" bandRow="1">
                <a:tableStyleId>{F5AB1C69-6EDB-4FF4-983F-18BD219EF322}</a:tableStyleId>
              </a:tblPr>
              <a:tblGrid>
                <a:gridCol w="3950075">
                  <a:extLst>
                    <a:ext uri="{9D8B030D-6E8A-4147-A177-3AD203B41FA5}">
                      <a16:colId xmlns:a16="http://schemas.microsoft.com/office/drawing/2014/main" val="1657150462"/>
                    </a:ext>
                  </a:extLst>
                </a:gridCol>
                <a:gridCol w="5037170">
                  <a:extLst>
                    <a:ext uri="{9D8B030D-6E8A-4147-A177-3AD203B41FA5}">
                      <a16:colId xmlns:a16="http://schemas.microsoft.com/office/drawing/2014/main" val="1260453881"/>
                    </a:ext>
                  </a:extLst>
                </a:gridCol>
                <a:gridCol w="1961603">
                  <a:extLst>
                    <a:ext uri="{9D8B030D-6E8A-4147-A177-3AD203B41FA5}">
                      <a16:colId xmlns:a16="http://schemas.microsoft.com/office/drawing/2014/main" val="1342327081"/>
                    </a:ext>
                  </a:extLst>
                </a:gridCol>
              </a:tblGrid>
              <a:tr h="370840">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370840">
                <a:tc>
                  <a:txBody>
                    <a:bodyPr/>
                    <a:lstStyle/>
                    <a:p>
                      <a:r>
                        <a:rPr lang="en-US" b="1" dirty="0"/>
                        <a:t>GPM</a:t>
                      </a:r>
                      <a:r>
                        <a:rPr lang="en-US" dirty="0"/>
                        <a:t> CY &amp; Prev. Year </a:t>
                      </a:r>
                      <a:endParaRPr lang="en-IN" dirty="0"/>
                    </a:p>
                  </a:txBody>
                  <a:tcPr/>
                </a:tc>
                <a:tc>
                  <a:txBody>
                    <a:bodyPr/>
                    <a:lstStyle/>
                    <a:p>
                      <a:r>
                        <a:rPr lang="en-US" dirty="0"/>
                        <a:t>CY = 4336/10733 = 40.40 %</a:t>
                      </a:r>
                    </a:p>
                    <a:p>
                      <a:r>
                        <a:rPr lang="en-US" dirty="0"/>
                        <a:t>PY= 3924 / 9573 = 40.99 % </a:t>
                      </a:r>
                      <a:endParaRPr lang="en-IN" dirty="0"/>
                    </a:p>
                  </a:txBody>
                  <a:tcPr/>
                </a:tc>
                <a:tc>
                  <a:txBody>
                    <a:bodyPr/>
                    <a:lstStyle/>
                    <a:p>
                      <a:r>
                        <a:rPr lang="en-IN" dirty="0"/>
                        <a:t>0</a:t>
                      </a:r>
                    </a:p>
                  </a:txBody>
                  <a:tcPr/>
                </a:tc>
                <a:extLst>
                  <a:ext uri="{0D108BD9-81ED-4DB2-BD59-A6C34878D82A}">
                    <a16:rowId xmlns:a16="http://schemas.microsoft.com/office/drawing/2014/main" val="747710908"/>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241102518"/>
                  </a:ext>
                </a:extLst>
              </a:tr>
              <a:tr h="370840">
                <a:tc>
                  <a:txBody>
                    <a:bodyPr/>
                    <a:lstStyle/>
                    <a:p>
                      <a:r>
                        <a:rPr lang="en-US" b="1" dirty="0"/>
                        <a:t>Asset Turn </a:t>
                      </a:r>
                      <a:r>
                        <a:rPr lang="en-US" dirty="0"/>
                        <a:t>CY&amp; PY</a:t>
                      </a:r>
                    </a:p>
                    <a:p>
                      <a:r>
                        <a:rPr lang="en-US" dirty="0"/>
                        <a:t>(= Net Revenue/ Total Assets)</a:t>
                      </a:r>
                      <a:endParaRPr lang="en-IN" dirty="0"/>
                    </a:p>
                  </a:txBody>
                  <a:tcPr/>
                </a:tc>
                <a:tc>
                  <a:txBody>
                    <a:bodyPr/>
                    <a:lstStyle/>
                    <a:p>
                      <a:r>
                        <a:rPr lang="en-US" dirty="0"/>
                        <a:t>CY = 10733 / 8338 = 1.28724</a:t>
                      </a:r>
                    </a:p>
                    <a:p>
                      <a:r>
                        <a:rPr lang="en-US" dirty="0"/>
                        <a:t>PY = 9573 /  7421 = 1.28998</a:t>
                      </a:r>
                      <a:endParaRPr lang="en-IN" dirty="0"/>
                    </a:p>
                  </a:txBody>
                  <a:tcPr/>
                </a:tc>
                <a:tc>
                  <a:txBody>
                    <a:bodyPr/>
                    <a:lstStyle/>
                    <a:p>
                      <a:r>
                        <a:rPr lang="en-IN" dirty="0"/>
                        <a:t>0</a:t>
                      </a:r>
                    </a:p>
                  </a:txBody>
                  <a:tcPr/>
                </a:tc>
                <a:extLst>
                  <a:ext uri="{0D108BD9-81ED-4DB2-BD59-A6C34878D82A}">
                    <a16:rowId xmlns:a16="http://schemas.microsoft.com/office/drawing/2014/main" val="355487690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90149803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6011773"/>
                  </a:ext>
                </a:extLst>
              </a:tr>
              <a:tr h="370840">
                <a:tc>
                  <a:txBody>
                    <a:bodyPr/>
                    <a:lstStyle/>
                    <a:p>
                      <a:r>
                        <a:rPr lang="en-US" b="1" dirty="0"/>
                        <a:t>Total Score on Parameter </a:t>
                      </a:r>
                      <a:endParaRPr lang="en-IN" b="1" dirty="0"/>
                    </a:p>
                  </a:txBody>
                  <a:tcPr/>
                </a:tc>
                <a:tc>
                  <a:txBody>
                    <a:bodyPr/>
                    <a:lstStyle/>
                    <a:p>
                      <a:endParaRPr lang="en-IN" dirty="0"/>
                    </a:p>
                  </a:txBody>
                  <a:tcPr/>
                </a:tc>
                <a:tc>
                  <a:txBody>
                    <a:bodyPr/>
                    <a:lstStyle/>
                    <a:p>
                      <a:r>
                        <a:rPr lang="en-IN" dirty="0"/>
                        <a:t>0</a:t>
                      </a:r>
                    </a:p>
                  </a:txBody>
                  <a:tcPr/>
                </a:tc>
                <a:extLst>
                  <a:ext uri="{0D108BD9-81ED-4DB2-BD59-A6C34878D82A}">
                    <a16:rowId xmlns:a16="http://schemas.microsoft.com/office/drawing/2014/main" val="2835161304"/>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621547453"/>
                  </a:ext>
                </a:extLst>
              </a:tr>
              <a:tr h="370840">
                <a:tc>
                  <a:txBody>
                    <a:bodyPr/>
                    <a:lstStyle/>
                    <a:p>
                      <a:r>
                        <a:rPr lang="en-US" b="1" dirty="0"/>
                        <a:t>CGS</a:t>
                      </a:r>
                      <a:r>
                        <a:rPr lang="en-US" dirty="0"/>
                        <a:t> = </a:t>
                      </a:r>
                      <a:r>
                        <a:rPr lang="en-US" b="1" dirty="0"/>
                        <a:t>Cost of material consumed </a:t>
                      </a:r>
                      <a:r>
                        <a:rPr lang="en-US" dirty="0"/>
                        <a:t>+ purchase of stock in trade +</a:t>
                      </a:r>
                      <a:r>
                        <a:rPr lang="en-US" b="1" dirty="0"/>
                        <a:t>Operating and Direct expenses </a:t>
                      </a:r>
                      <a:r>
                        <a:rPr lang="en-US" dirty="0"/>
                        <a:t>+ Changes in inventories of FG,WIP and stock in trade + </a:t>
                      </a:r>
                      <a:r>
                        <a:rPr lang="en-US" b="1" dirty="0"/>
                        <a:t>DA + </a:t>
                      </a:r>
                      <a:r>
                        <a:rPr lang="en-US" b="0" dirty="0"/>
                        <a:t>Employee Benefit expenses </a:t>
                      </a:r>
                      <a:endParaRPr lang="en-IN" b="0" dirty="0"/>
                    </a:p>
                  </a:txBody>
                  <a:tcPr/>
                </a:tc>
                <a:tc>
                  <a:txBody>
                    <a:bodyPr/>
                    <a:lstStyle/>
                    <a:p>
                      <a:r>
                        <a:rPr lang="en-US" dirty="0"/>
                        <a:t>CY: 4572 + 960 +0 -144 +831 + 178 = 6397</a:t>
                      </a:r>
                    </a:p>
                    <a:p>
                      <a:r>
                        <a:rPr lang="en-US" dirty="0"/>
                        <a:t>PY: 3941 + 752 +0 + 55 + 743 + 158 = 5649</a:t>
                      </a:r>
                      <a:endParaRPr lang="en-IN" b="1" dirty="0"/>
                    </a:p>
                  </a:txBody>
                  <a:tcPr/>
                </a:tc>
                <a:tc>
                  <a:txBody>
                    <a:bodyPr/>
                    <a:lstStyle/>
                    <a:p>
                      <a:endParaRPr lang="en-IN" dirty="0"/>
                    </a:p>
                  </a:txBody>
                  <a:tcPr/>
                </a:tc>
                <a:extLst>
                  <a:ext uri="{0D108BD9-81ED-4DB2-BD59-A6C34878D82A}">
                    <a16:rowId xmlns:a16="http://schemas.microsoft.com/office/drawing/2014/main" val="3383887879"/>
                  </a:ext>
                </a:extLst>
              </a:tr>
            </a:tbl>
          </a:graphicData>
        </a:graphic>
      </p:graphicFrame>
    </p:spTree>
    <p:extLst>
      <p:ext uri="{BB962C8B-B14F-4D97-AF65-F5344CB8AC3E}">
        <p14:creationId xmlns:p14="http://schemas.microsoft.com/office/powerpoint/2010/main" val="686801879"/>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FFBB6-FD1E-4CB8-BB79-8EDC1EA518BE}"/>
              </a:ext>
            </a:extLst>
          </p:cNvPr>
          <p:cNvSpPr>
            <a:spLocks noGrp="1"/>
          </p:cNvSpPr>
          <p:nvPr>
            <p:ph type="title"/>
          </p:nvPr>
        </p:nvSpPr>
        <p:spPr/>
        <p:txBody>
          <a:bodyPr/>
          <a:lstStyle/>
          <a:p>
            <a:pPr algn="ctr"/>
            <a:r>
              <a:rPr lang="en-US" dirty="0"/>
              <a:t> </a:t>
            </a:r>
            <a:r>
              <a:rPr lang="en-US" b="1" dirty="0"/>
              <a:t>Inference Guidelines on F Score </a:t>
            </a:r>
            <a:endParaRPr lang="en-IN" b="1" dirty="0"/>
          </a:p>
        </p:txBody>
      </p:sp>
      <p:sp>
        <p:nvSpPr>
          <p:cNvPr id="3" name="Content Placeholder 2">
            <a:extLst>
              <a:ext uri="{FF2B5EF4-FFF2-40B4-BE49-F238E27FC236}">
                <a16:creationId xmlns:a16="http://schemas.microsoft.com/office/drawing/2014/main" id="{BB441584-8F02-4563-803C-902B10BC4299}"/>
              </a:ext>
            </a:extLst>
          </p:cNvPr>
          <p:cNvSpPr>
            <a:spLocks noGrp="1"/>
          </p:cNvSpPr>
          <p:nvPr>
            <p:ph idx="1"/>
          </p:nvPr>
        </p:nvSpPr>
        <p:spPr/>
        <p:txBody>
          <a:bodyPr/>
          <a:lstStyle/>
          <a:p>
            <a:r>
              <a:rPr lang="en-US" b="1" dirty="0"/>
              <a:t>Score of 8 or 9 : </a:t>
            </a:r>
            <a:r>
              <a:rPr lang="en-US" dirty="0"/>
              <a:t>Good </a:t>
            </a:r>
          </a:p>
          <a:p>
            <a:endParaRPr lang="en-US" dirty="0"/>
          </a:p>
          <a:p>
            <a:r>
              <a:rPr lang="en-US" b="1" dirty="0"/>
              <a:t>Score 0-2 : </a:t>
            </a:r>
            <a:r>
              <a:rPr lang="en-US" dirty="0"/>
              <a:t>Weak </a:t>
            </a:r>
          </a:p>
          <a:p>
            <a:endParaRPr lang="en-US" dirty="0"/>
          </a:p>
          <a:p>
            <a:r>
              <a:rPr lang="en-US" b="1" dirty="0"/>
              <a:t>Score of 3-7 : </a:t>
            </a:r>
            <a:r>
              <a:rPr lang="en-US" dirty="0"/>
              <a:t>Grey Zone </a:t>
            </a:r>
            <a:endParaRPr lang="en-IN" dirty="0"/>
          </a:p>
        </p:txBody>
      </p:sp>
    </p:spTree>
    <p:extLst>
      <p:ext uri="{BB962C8B-B14F-4D97-AF65-F5344CB8AC3E}">
        <p14:creationId xmlns:p14="http://schemas.microsoft.com/office/powerpoint/2010/main" val="1294076725"/>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A0BA-72DC-4234-A466-797ED708CF0F}"/>
              </a:ext>
            </a:extLst>
          </p:cNvPr>
          <p:cNvSpPr>
            <a:spLocks noGrp="1"/>
          </p:cNvSpPr>
          <p:nvPr>
            <p:ph type="title"/>
          </p:nvPr>
        </p:nvSpPr>
        <p:spPr/>
        <p:txBody>
          <a:bodyPr/>
          <a:lstStyle/>
          <a:p>
            <a:pPr algn="ctr"/>
            <a:r>
              <a:rPr lang="en-US" b="1" dirty="0"/>
              <a:t>Marico’s F Score in 2023</a:t>
            </a:r>
            <a:endParaRPr lang="en-IN" b="1" dirty="0"/>
          </a:p>
        </p:txBody>
      </p:sp>
      <p:graphicFrame>
        <p:nvGraphicFramePr>
          <p:cNvPr id="4" name="Table 4">
            <a:extLst>
              <a:ext uri="{FF2B5EF4-FFF2-40B4-BE49-F238E27FC236}">
                <a16:creationId xmlns:a16="http://schemas.microsoft.com/office/drawing/2014/main" id="{DD5F1C6F-9A49-476B-8750-1A111D85A40A}"/>
              </a:ext>
            </a:extLst>
          </p:cNvPr>
          <p:cNvGraphicFramePr>
            <a:graphicFrameLocks noGrp="1"/>
          </p:cNvGraphicFramePr>
          <p:nvPr>
            <p:ph idx="1"/>
          </p:nvPr>
        </p:nvGraphicFramePr>
        <p:xfrm>
          <a:off x="838200" y="1825625"/>
          <a:ext cx="10515600" cy="2595880"/>
        </p:xfrm>
        <a:graphic>
          <a:graphicData uri="http://schemas.openxmlformats.org/drawingml/2006/table">
            <a:tbl>
              <a:tblPr firstRow="1" bandRow="1">
                <a:tableStyleId>{93296810-A885-4BE3-A3E7-6D5BEEA58F35}</a:tableStyleId>
              </a:tblPr>
              <a:tblGrid>
                <a:gridCol w="5257800">
                  <a:extLst>
                    <a:ext uri="{9D8B030D-6E8A-4147-A177-3AD203B41FA5}">
                      <a16:colId xmlns:a16="http://schemas.microsoft.com/office/drawing/2014/main" val="2855140173"/>
                    </a:ext>
                  </a:extLst>
                </a:gridCol>
                <a:gridCol w="5257800">
                  <a:extLst>
                    <a:ext uri="{9D8B030D-6E8A-4147-A177-3AD203B41FA5}">
                      <a16:colId xmlns:a16="http://schemas.microsoft.com/office/drawing/2014/main" val="486234380"/>
                    </a:ext>
                  </a:extLst>
                </a:gridCol>
              </a:tblGrid>
              <a:tr h="370840">
                <a:tc>
                  <a:txBody>
                    <a:bodyPr/>
                    <a:lstStyle/>
                    <a:p>
                      <a:r>
                        <a:rPr lang="en-US" dirty="0"/>
                        <a:t>Parameter</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008403827"/>
                  </a:ext>
                </a:extLst>
              </a:tr>
              <a:tr h="370840">
                <a:tc>
                  <a:txBody>
                    <a:bodyPr/>
                    <a:lstStyle/>
                    <a:p>
                      <a:r>
                        <a:rPr lang="en-US" dirty="0"/>
                        <a:t>Profitability </a:t>
                      </a:r>
                      <a:endParaRPr lang="en-IN" dirty="0"/>
                    </a:p>
                  </a:txBody>
                  <a:tcPr/>
                </a:tc>
                <a:tc>
                  <a:txBody>
                    <a:bodyPr/>
                    <a:lstStyle/>
                    <a:p>
                      <a:r>
                        <a:rPr lang="en-IN" dirty="0"/>
                        <a:t>2</a:t>
                      </a:r>
                    </a:p>
                  </a:txBody>
                  <a:tcPr/>
                </a:tc>
                <a:extLst>
                  <a:ext uri="{0D108BD9-81ED-4DB2-BD59-A6C34878D82A}">
                    <a16:rowId xmlns:a16="http://schemas.microsoft.com/office/drawing/2014/main" val="2720390596"/>
                  </a:ext>
                </a:extLst>
              </a:tr>
              <a:tr h="370840">
                <a:tc>
                  <a:txBody>
                    <a:bodyPr/>
                    <a:lstStyle/>
                    <a:p>
                      <a:r>
                        <a:rPr lang="en-US" dirty="0"/>
                        <a:t>Liquidity Leverage &amp; Source of funding </a:t>
                      </a:r>
                      <a:endParaRPr lang="en-IN" dirty="0"/>
                    </a:p>
                  </a:txBody>
                  <a:tcPr/>
                </a:tc>
                <a:tc>
                  <a:txBody>
                    <a:bodyPr/>
                    <a:lstStyle/>
                    <a:p>
                      <a:r>
                        <a:rPr lang="en-IN" dirty="0"/>
                        <a:t>3</a:t>
                      </a:r>
                    </a:p>
                  </a:txBody>
                  <a:tcPr/>
                </a:tc>
                <a:extLst>
                  <a:ext uri="{0D108BD9-81ED-4DB2-BD59-A6C34878D82A}">
                    <a16:rowId xmlns:a16="http://schemas.microsoft.com/office/drawing/2014/main" val="719249297"/>
                  </a:ext>
                </a:extLst>
              </a:tr>
              <a:tr h="370840">
                <a:tc>
                  <a:txBody>
                    <a:bodyPr/>
                    <a:lstStyle/>
                    <a:p>
                      <a:r>
                        <a:rPr lang="en-US" dirty="0"/>
                        <a:t>Operating Efficiency </a:t>
                      </a:r>
                      <a:endParaRPr lang="en-IN" dirty="0"/>
                    </a:p>
                  </a:txBody>
                  <a:tcPr/>
                </a:tc>
                <a:tc>
                  <a:txBody>
                    <a:bodyPr/>
                    <a:lstStyle/>
                    <a:p>
                      <a:r>
                        <a:rPr lang="en-IN" dirty="0"/>
                        <a:t>0</a:t>
                      </a:r>
                    </a:p>
                  </a:txBody>
                  <a:tcPr/>
                </a:tc>
                <a:extLst>
                  <a:ext uri="{0D108BD9-81ED-4DB2-BD59-A6C34878D82A}">
                    <a16:rowId xmlns:a16="http://schemas.microsoft.com/office/drawing/2014/main" val="2255370622"/>
                  </a:ext>
                </a:extLst>
              </a:tr>
              <a:tr h="370840">
                <a:tc>
                  <a:txBody>
                    <a:bodyPr/>
                    <a:lstStyle/>
                    <a:p>
                      <a:r>
                        <a:rPr lang="en-US" b="1" dirty="0"/>
                        <a:t>Total Score </a:t>
                      </a:r>
                      <a:endParaRPr lang="en-IN" b="1" dirty="0"/>
                    </a:p>
                  </a:txBody>
                  <a:tcPr/>
                </a:tc>
                <a:tc>
                  <a:txBody>
                    <a:bodyPr/>
                    <a:lstStyle/>
                    <a:p>
                      <a:r>
                        <a:rPr lang="en-IN" b="1" dirty="0"/>
                        <a:t>5</a:t>
                      </a:r>
                    </a:p>
                  </a:txBody>
                  <a:tcPr/>
                </a:tc>
                <a:extLst>
                  <a:ext uri="{0D108BD9-81ED-4DB2-BD59-A6C34878D82A}">
                    <a16:rowId xmlns:a16="http://schemas.microsoft.com/office/drawing/2014/main" val="1652824247"/>
                  </a:ext>
                </a:extLst>
              </a:tr>
              <a:tr h="370840">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5291959"/>
                  </a:ext>
                </a:extLst>
              </a:tr>
              <a:tr h="370840">
                <a:tc>
                  <a:txBody>
                    <a:bodyPr/>
                    <a:lstStyle/>
                    <a:p>
                      <a:r>
                        <a:rPr lang="en-US" b="1" dirty="0"/>
                        <a:t>Inference</a:t>
                      </a:r>
                      <a:endParaRPr lang="en-IN" b="1" dirty="0"/>
                    </a:p>
                  </a:txBody>
                  <a:tcPr/>
                </a:tc>
                <a:tc>
                  <a:txBody>
                    <a:bodyPr/>
                    <a:lstStyle/>
                    <a:p>
                      <a:r>
                        <a:rPr lang="en-US" b="1" dirty="0">
                          <a:highlight>
                            <a:srgbClr val="FFFF00"/>
                          </a:highlight>
                        </a:rPr>
                        <a:t>Grey Zone – Median</a:t>
                      </a:r>
                      <a:endParaRPr lang="en-IN" b="1" dirty="0">
                        <a:highlight>
                          <a:srgbClr val="FFFF00"/>
                        </a:highlight>
                      </a:endParaRPr>
                    </a:p>
                  </a:txBody>
                  <a:tcPr/>
                </a:tc>
                <a:extLst>
                  <a:ext uri="{0D108BD9-81ED-4DB2-BD59-A6C34878D82A}">
                    <a16:rowId xmlns:a16="http://schemas.microsoft.com/office/drawing/2014/main" val="4180869637"/>
                  </a:ext>
                </a:extLst>
              </a:tr>
            </a:tbl>
          </a:graphicData>
        </a:graphic>
      </p:graphicFrame>
    </p:spTree>
    <p:extLst>
      <p:ext uri="{BB962C8B-B14F-4D97-AF65-F5344CB8AC3E}">
        <p14:creationId xmlns:p14="http://schemas.microsoft.com/office/powerpoint/2010/main" val="3881985250"/>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197EF-9107-4CE3-B31C-1EE2FF656473}"/>
              </a:ext>
            </a:extLst>
          </p:cNvPr>
          <p:cNvSpPr>
            <a:spLocks noGrp="1"/>
          </p:cNvSpPr>
          <p:nvPr>
            <p:ph type="title"/>
          </p:nvPr>
        </p:nvSpPr>
        <p:spPr/>
        <p:txBody>
          <a:bodyPr/>
          <a:lstStyle/>
          <a:p>
            <a:r>
              <a:rPr lang="en-US" dirty="0"/>
              <a:t>F score for all the Peers of </a:t>
            </a:r>
            <a:r>
              <a:rPr lang="en-US" b="1" u="sng" dirty="0"/>
              <a:t>HUL</a:t>
            </a:r>
            <a:r>
              <a:rPr lang="en-US" dirty="0"/>
              <a:t> for 2025?</a:t>
            </a:r>
            <a:endParaRPr lang="en-IN" dirty="0"/>
          </a:p>
        </p:txBody>
      </p:sp>
      <p:sp>
        <p:nvSpPr>
          <p:cNvPr id="3" name="Content Placeholder 2">
            <a:extLst>
              <a:ext uri="{FF2B5EF4-FFF2-40B4-BE49-F238E27FC236}">
                <a16:creationId xmlns:a16="http://schemas.microsoft.com/office/drawing/2014/main" id="{CA53FE40-3239-49E2-ADCC-1533A88E3B2B}"/>
              </a:ext>
            </a:extLst>
          </p:cNvPr>
          <p:cNvSpPr>
            <a:spLocks noGrp="1"/>
          </p:cNvSpPr>
          <p:nvPr>
            <p:ph idx="1"/>
          </p:nvPr>
        </p:nvSpPr>
        <p:spPr/>
        <p:txBody>
          <a:bodyPr/>
          <a:lstStyle/>
          <a:p>
            <a:r>
              <a:rPr lang="en-US" b="1" dirty="0"/>
              <a:t>Dabur  </a:t>
            </a:r>
            <a:endParaRPr lang="en-IN" b="1" dirty="0"/>
          </a:p>
        </p:txBody>
      </p:sp>
    </p:spTree>
    <p:extLst>
      <p:ext uri="{BB962C8B-B14F-4D97-AF65-F5344CB8AC3E}">
        <p14:creationId xmlns:p14="http://schemas.microsoft.com/office/powerpoint/2010/main" val="2682769504"/>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8EB3-93AE-4B40-9E34-C30D6C14CFAD}"/>
              </a:ext>
            </a:extLst>
          </p:cNvPr>
          <p:cNvSpPr>
            <a:spLocks noGrp="1"/>
          </p:cNvSpPr>
          <p:nvPr>
            <p:ph type="title"/>
          </p:nvPr>
        </p:nvSpPr>
        <p:spPr/>
        <p:txBody>
          <a:bodyPr>
            <a:normAutofit/>
          </a:bodyPr>
          <a:lstStyle/>
          <a:p>
            <a:pPr algn="ctr"/>
            <a:r>
              <a:rPr lang="en-US" sz="4000" b="1" dirty="0"/>
              <a:t>F Score -Profitability For </a:t>
            </a:r>
            <a:r>
              <a:rPr lang="en-US" sz="4000" b="1" u="sng" dirty="0"/>
              <a:t>Dabur </a:t>
            </a:r>
            <a:r>
              <a:rPr lang="en-US" sz="4000" b="1" dirty="0"/>
              <a:t>in 2025</a:t>
            </a:r>
            <a:endParaRPr lang="en-IN" sz="4000" b="1" dirty="0"/>
          </a:p>
        </p:txBody>
      </p:sp>
      <p:graphicFrame>
        <p:nvGraphicFramePr>
          <p:cNvPr id="4" name="Table 4">
            <a:extLst>
              <a:ext uri="{FF2B5EF4-FFF2-40B4-BE49-F238E27FC236}">
                <a16:creationId xmlns:a16="http://schemas.microsoft.com/office/drawing/2014/main" id="{690DDB7D-5A4A-4BDC-9A13-6F27101B087E}"/>
              </a:ext>
            </a:extLst>
          </p:cNvPr>
          <p:cNvGraphicFramePr>
            <a:graphicFrameLocks noGrp="1"/>
          </p:cNvGraphicFramePr>
          <p:nvPr>
            <p:ph idx="1"/>
          </p:nvPr>
        </p:nvGraphicFramePr>
        <p:xfrm>
          <a:off x="743919" y="1825625"/>
          <a:ext cx="10609878" cy="3500120"/>
        </p:xfrm>
        <a:graphic>
          <a:graphicData uri="http://schemas.openxmlformats.org/drawingml/2006/table">
            <a:tbl>
              <a:tblPr firstRow="1" bandRow="1">
                <a:tableStyleId>{5C22544A-7EE6-4342-B048-85BDC9FD1C3A}</a:tableStyleId>
              </a:tblPr>
              <a:tblGrid>
                <a:gridCol w="3599480">
                  <a:extLst>
                    <a:ext uri="{9D8B030D-6E8A-4147-A177-3AD203B41FA5}">
                      <a16:colId xmlns:a16="http://schemas.microsoft.com/office/drawing/2014/main" val="1657150462"/>
                    </a:ext>
                  </a:extLst>
                </a:gridCol>
                <a:gridCol w="3505199">
                  <a:extLst>
                    <a:ext uri="{9D8B030D-6E8A-4147-A177-3AD203B41FA5}">
                      <a16:colId xmlns:a16="http://schemas.microsoft.com/office/drawing/2014/main" val="1260453881"/>
                    </a:ext>
                  </a:extLst>
                </a:gridCol>
                <a:gridCol w="3505199">
                  <a:extLst>
                    <a:ext uri="{9D8B030D-6E8A-4147-A177-3AD203B41FA5}">
                      <a16:colId xmlns:a16="http://schemas.microsoft.com/office/drawing/2014/main" val="1342327081"/>
                    </a:ext>
                  </a:extLst>
                </a:gridCol>
              </a:tblGrid>
              <a:tr h="370840">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370840">
                <a:tc>
                  <a:txBody>
                    <a:bodyPr/>
                    <a:lstStyle/>
                    <a:p>
                      <a:r>
                        <a:rPr lang="en-US" b="1" dirty="0"/>
                        <a:t>ROA</a:t>
                      </a:r>
                      <a:r>
                        <a:rPr lang="en-US" dirty="0"/>
                        <a:t>  ( = Net Income/Total Assets)</a:t>
                      </a:r>
                      <a:endParaRPr lang="en-IN" dirty="0"/>
                    </a:p>
                  </a:txBody>
                  <a:tcPr/>
                </a:tc>
                <a:tc>
                  <a:txBody>
                    <a:bodyPr/>
                    <a:lstStyle/>
                    <a:p>
                      <a:r>
                        <a:rPr lang="en-IN" dirty="0"/>
                        <a:t>  1740 / 16232 = 10.72  %</a:t>
                      </a:r>
                    </a:p>
                  </a:txBody>
                  <a:tcPr/>
                </a:tc>
                <a:tc>
                  <a:txBody>
                    <a:bodyPr/>
                    <a:lstStyle/>
                    <a:p>
                      <a:r>
                        <a:rPr lang="en-US" dirty="0"/>
                        <a:t>1</a:t>
                      </a:r>
                      <a:endParaRPr lang="en-IN" dirty="0"/>
                    </a:p>
                  </a:txBody>
                  <a:tcPr/>
                </a:tc>
                <a:extLst>
                  <a:ext uri="{0D108BD9-81ED-4DB2-BD59-A6C34878D82A}">
                    <a16:rowId xmlns:a16="http://schemas.microsoft.com/office/drawing/2014/main" val="747710908"/>
                  </a:ext>
                </a:extLst>
              </a:tr>
              <a:tr h="370840">
                <a:tc>
                  <a:txBody>
                    <a:bodyPr/>
                    <a:lstStyle/>
                    <a:p>
                      <a:r>
                        <a:rPr lang="en-US" b="1" dirty="0"/>
                        <a:t>CFO</a:t>
                      </a:r>
                      <a:r>
                        <a:rPr lang="en-US" dirty="0"/>
                        <a:t> ( in INR Cr)</a:t>
                      </a:r>
                      <a:endParaRPr lang="en-IN" dirty="0"/>
                    </a:p>
                  </a:txBody>
                  <a:tcPr/>
                </a:tc>
                <a:tc>
                  <a:txBody>
                    <a:bodyPr/>
                    <a:lstStyle/>
                    <a:p>
                      <a:r>
                        <a:rPr lang="en-IN" dirty="0"/>
                        <a:t> 1987</a:t>
                      </a:r>
                    </a:p>
                  </a:txBody>
                  <a:tcPr/>
                </a:tc>
                <a:tc>
                  <a:txBody>
                    <a:bodyPr/>
                    <a:lstStyle/>
                    <a:p>
                      <a:r>
                        <a:rPr lang="en-US" dirty="0"/>
                        <a:t>1</a:t>
                      </a:r>
                      <a:endParaRPr lang="en-IN" dirty="0"/>
                    </a:p>
                  </a:txBody>
                  <a:tcPr/>
                </a:tc>
                <a:extLst>
                  <a:ext uri="{0D108BD9-81ED-4DB2-BD59-A6C34878D82A}">
                    <a16:rowId xmlns:a16="http://schemas.microsoft.com/office/drawing/2014/main" val="2241102518"/>
                  </a:ext>
                </a:extLst>
              </a:tr>
              <a:tr h="370840">
                <a:tc>
                  <a:txBody>
                    <a:bodyPr/>
                    <a:lstStyle/>
                    <a:p>
                      <a:r>
                        <a:rPr lang="en-US" b="1" dirty="0"/>
                        <a:t>CFO/Net Income </a:t>
                      </a:r>
                      <a:endParaRPr lang="en-IN" b="1" dirty="0"/>
                    </a:p>
                  </a:txBody>
                  <a:tcPr/>
                </a:tc>
                <a:tc>
                  <a:txBody>
                    <a:bodyPr/>
                    <a:lstStyle/>
                    <a:p>
                      <a:r>
                        <a:rPr lang="en-IN" dirty="0"/>
                        <a:t> 1987 /  1156  =  1.72 times</a:t>
                      </a:r>
                    </a:p>
                  </a:txBody>
                  <a:tcPr/>
                </a:tc>
                <a:tc>
                  <a:txBody>
                    <a:bodyPr/>
                    <a:lstStyle/>
                    <a:p>
                      <a:r>
                        <a:rPr lang="en-US" dirty="0"/>
                        <a:t>1</a:t>
                      </a:r>
                      <a:endParaRPr lang="en-IN" dirty="0"/>
                    </a:p>
                  </a:txBody>
                  <a:tcPr/>
                </a:tc>
                <a:extLst>
                  <a:ext uri="{0D108BD9-81ED-4DB2-BD59-A6C34878D82A}">
                    <a16:rowId xmlns:a16="http://schemas.microsoft.com/office/drawing/2014/main" val="3554876901"/>
                  </a:ext>
                </a:extLst>
              </a:tr>
              <a:tr h="370840">
                <a:tc>
                  <a:txBody>
                    <a:bodyPr/>
                    <a:lstStyle/>
                    <a:p>
                      <a:r>
                        <a:rPr lang="en-US" b="1" dirty="0"/>
                        <a:t>Change in ROA </a:t>
                      </a:r>
                    </a:p>
                    <a:p>
                      <a:r>
                        <a:rPr lang="en-US" dirty="0"/>
                        <a:t>(PY =  1812 / 15123 ) = 11.98 % </a:t>
                      </a:r>
                      <a:endParaRPr lang="en-IN" dirty="0"/>
                    </a:p>
                  </a:txBody>
                  <a:tcPr/>
                </a:tc>
                <a:tc>
                  <a:txBody>
                    <a:bodyPr/>
                    <a:lstStyle/>
                    <a:p>
                      <a:r>
                        <a:rPr lang="en-IN" dirty="0"/>
                        <a:t>CY:  10.72 %</a:t>
                      </a:r>
                    </a:p>
                    <a:p>
                      <a:r>
                        <a:rPr lang="en-IN" dirty="0"/>
                        <a:t>PY:  11.98 %</a:t>
                      </a:r>
                    </a:p>
                  </a:txBody>
                  <a:tcPr/>
                </a:tc>
                <a:tc>
                  <a:txBody>
                    <a:bodyPr/>
                    <a:lstStyle/>
                    <a:p>
                      <a:r>
                        <a:rPr lang="en-US" dirty="0"/>
                        <a:t>0</a:t>
                      </a:r>
                      <a:endParaRPr lang="en-IN" dirty="0"/>
                    </a:p>
                  </a:txBody>
                  <a:tcPr/>
                </a:tc>
                <a:extLst>
                  <a:ext uri="{0D108BD9-81ED-4DB2-BD59-A6C34878D82A}">
                    <a16:rowId xmlns:a16="http://schemas.microsoft.com/office/drawing/2014/main" val="90149803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6011773"/>
                  </a:ext>
                </a:extLst>
              </a:tr>
              <a:tr h="159105">
                <a:tc>
                  <a:txBody>
                    <a:bodyPr/>
                    <a:lstStyle/>
                    <a:p>
                      <a:r>
                        <a:rPr lang="en-US" b="1" dirty="0"/>
                        <a:t>Total Score on Parameter</a:t>
                      </a:r>
                      <a:endParaRPr lang="en-IN" b="1" dirty="0"/>
                    </a:p>
                  </a:txBody>
                  <a:tcPr/>
                </a:tc>
                <a:tc>
                  <a:txBody>
                    <a:bodyPr/>
                    <a:lstStyle/>
                    <a:p>
                      <a:endParaRPr lang="en-IN" b="1" dirty="0"/>
                    </a:p>
                  </a:txBody>
                  <a:tcPr/>
                </a:tc>
                <a:tc>
                  <a:txBody>
                    <a:bodyPr/>
                    <a:lstStyle/>
                    <a:p>
                      <a:r>
                        <a:rPr lang="en-US" b="1" dirty="0"/>
                        <a:t>3</a:t>
                      </a:r>
                      <a:endParaRPr lang="en-IN" b="1" dirty="0"/>
                    </a:p>
                  </a:txBody>
                  <a:tcPr/>
                </a:tc>
                <a:extLst>
                  <a:ext uri="{0D108BD9-81ED-4DB2-BD59-A6C34878D82A}">
                    <a16:rowId xmlns:a16="http://schemas.microsoft.com/office/drawing/2014/main" val="2835161304"/>
                  </a:ext>
                </a:extLst>
              </a:tr>
              <a:tr h="159105">
                <a:tc>
                  <a:txBody>
                    <a:bodyPr/>
                    <a:lstStyle/>
                    <a:p>
                      <a:r>
                        <a:rPr lang="en-US" b="1" dirty="0"/>
                        <a:t>Doing well in 3 out 4 sub- parameters </a:t>
                      </a:r>
                      <a:endParaRPr lang="en-IN" b="1" dirty="0"/>
                    </a:p>
                  </a:txBody>
                  <a:tcPr/>
                </a:tc>
                <a:tc>
                  <a:txBody>
                    <a:bodyPr/>
                    <a:lstStyle/>
                    <a:p>
                      <a:r>
                        <a:rPr lang="en-IN" b="1" dirty="0"/>
                        <a:t>75 %</a:t>
                      </a:r>
                    </a:p>
                  </a:txBody>
                  <a:tcPr/>
                </a:tc>
                <a:tc>
                  <a:txBody>
                    <a:bodyPr/>
                    <a:lstStyle/>
                    <a:p>
                      <a:endParaRPr lang="en-IN" b="1" dirty="0"/>
                    </a:p>
                  </a:txBody>
                  <a:tcPr/>
                </a:tc>
                <a:extLst>
                  <a:ext uri="{0D108BD9-81ED-4DB2-BD59-A6C34878D82A}">
                    <a16:rowId xmlns:a16="http://schemas.microsoft.com/office/drawing/2014/main" val="4021663941"/>
                  </a:ext>
                </a:extLst>
              </a:tr>
            </a:tbl>
          </a:graphicData>
        </a:graphic>
      </p:graphicFrame>
    </p:spTree>
    <p:extLst>
      <p:ext uri="{BB962C8B-B14F-4D97-AF65-F5344CB8AC3E}">
        <p14:creationId xmlns:p14="http://schemas.microsoft.com/office/powerpoint/2010/main" val="3291713450"/>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8EB3-93AE-4B40-9E34-C30D6C14CFAD}"/>
              </a:ext>
            </a:extLst>
          </p:cNvPr>
          <p:cNvSpPr>
            <a:spLocks noGrp="1"/>
          </p:cNvSpPr>
          <p:nvPr>
            <p:ph type="title"/>
          </p:nvPr>
        </p:nvSpPr>
        <p:spPr/>
        <p:txBody>
          <a:bodyPr/>
          <a:lstStyle/>
          <a:p>
            <a:pPr algn="ctr"/>
            <a:r>
              <a:rPr lang="en-US" b="1" dirty="0"/>
              <a:t>F Score –Liquidity, Leverage &amp; source of funding For </a:t>
            </a:r>
            <a:r>
              <a:rPr lang="en-US" b="1" u="sng" dirty="0"/>
              <a:t>Dabur</a:t>
            </a:r>
            <a:r>
              <a:rPr lang="en-US" b="1" dirty="0"/>
              <a:t> in 2025</a:t>
            </a:r>
            <a:endParaRPr lang="en-IN" b="1" dirty="0"/>
          </a:p>
        </p:txBody>
      </p:sp>
      <p:graphicFrame>
        <p:nvGraphicFramePr>
          <p:cNvPr id="4" name="Table 4">
            <a:extLst>
              <a:ext uri="{FF2B5EF4-FFF2-40B4-BE49-F238E27FC236}">
                <a16:creationId xmlns:a16="http://schemas.microsoft.com/office/drawing/2014/main" id="{690DDB7D-5A4A-4BDC-9A13-6F27101B087E}"/>
              </a:ext>
            </a:extLst>
          </p:cNvPr>
          <p:cNvGraphicFramePr>
            <a:graphicFrameLocks noGrp="1"/>
          </p:cNvGraphicFramePr>
          <p:nvPr>
            <p:ph idx="1"/>
          </p:nvPr>
        </p:nvGraphicFramePr>
        <p:xfrm>
          <a:off x="838200" y="1825625"/>
          <a:ext cx="10515597" cy="3774440"/>
        </p:xfrm>
        <a:graphic>
          <a:graphicData uri="http://schemas.openxmlformats.org/drawingml/2006/table">
            <a:tbl>
              <a:tblPr firstRow="1" bandRow="1">
                <a:tableStyleId>{21E4AEA4-8DFA-4A89-87EB-49C32662AFE0}</a:tableStyleId>
              </a:tblPr>
              <a:tblGrid>
                <a:gridCol w="3505199">
                  <a:extLst>
                    <a:ext uri="{9D8B030D-6E8A-4147-A177-3AD203B41FA5}">
                      <a16:colId xmlns:a16="http://schemas.microsoft.com/office/drawing/2014/main" val="1657150462"/>
                    </a:ext>
                  </a:extLst>
                </a:gridCol>
                <a:gridCol w="3505199">
                  <a:extLst>
                    <a:ext uri="{9D8B030D-6E8A-4147-A177-3AD203B41FA5}">
                      <a16:colId xmlns:a16="http://schemas.microsoft.com/office/drawing/2014/main" val="1260453881"/>
                    </a:ext>
                  </a:extLst>
                </a:gridCol>
                <a:gridCol w="3505199">
                  <a:extLst>
                    <a:ext uri="{9D8B030D-6E8A-4147-A177-3AD203B41FA5}">
                      <a16:colId xmlns:a16="http://schemas.microsoft.com/office/drawing/2014/main" val="1342327081"/>
                    </a:ext>
                  </a:extLst>
                </a:gridCol>
              </a:tblGrid>
              <a:tr h="370840">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370840">
                <a:tc>
                  <a:txBody>
                    <a:bodyPr/>
                    <a:lstStyle/>
                    <a:p>
                      <a:r>
                        <a:rPr lang="en-US" b="1" dirty="0"/>
                        <a:t>Current Ratio </a:t>
                      </a:r>
                      <a:r>
                        <a:rPr lang="en-US" dirty="0"/>
                        <a:t>CY &amp; Prev. Year </a:t>
                      </a:r>
                      <a:endParaRPr lang="en-IN" dirty="0"/>
                    </a:p>
                  </a:txBody>
                  <a:tcPr/>
                </a:tc>
                <a:tc>
                  <a:txBody>
                    <a:bodyPr/>
                    <a:lstStyle/>
                    <a:p>
                      <a:r>
                        <a:rPr lang="en-US" dirty="0"/>
                        <a:t>CY = 6532 / 4318 = 1.51  Times</a:t>
                      </a:r>
                    </a:p>
                    <a:p>
                      <a:r>
                        <a:rPr lang="en-US" dirty="0"/>
                        <a:t>PY=  5680 /  3930 = 1.45  times</a:t>
                      </a:r>
                      <a:endParaRPr lang="en-IN" dirty="0"/>
                    </a:p>
                  </a:txBody>
                  <a:tcPr/>
                </a:tc>
                <a:tc>
                  <a:txBody>
                    <a:bodyPr/>
                    <a:lstStyle/>
                    <a:p>
                      <a:r>
                        <a:rPr lang="en-IN" dirty="0"/>
                        <a:t>1</a:t>
                      </a:r>
                    </a:p>
                  </a:txBody>
                  <a:tcPr/>
                </a:tc>
                <a:extLst>
                  <a:ext uri="{0D108BD9-81ED-4DB2-BD59-A6C34878D82A}">
                    <a16:rowId xmlns:a16="http://schemas.microsoft.com/office/drawing/2014/main" val="747710908"/>
                  </a:ext>
                </a:extLst>
              </a:tr>
              <a:tr h="370840">
                <a:tc>
                  <a:txBody>
                    <a:bodyPr/>
                    <a:lstStyle/>
                    <a:p>
                      <a:r>
                        <a:rPr lang="en-US" dirty="0"/>
                        <a:t>Current year</a:t>
                      </a:r>
                      <a:r>
                        <a:rPr lang="en-US" b="1" dirty="0"/>
                        <a:t> LTD </a:t>
                      </a:r>
                      <a:r>
                        <a:rPr lang="en-US" dirty="0"/>
                        <a:t>&amp; that of previous year </a:t>
                      </a:r>
                      <a:endParaRPr lang="en-IN" dirty="0"/>
                    </a:p>
                  </a:txBody>
                  <a:tcPr/>
                </a:tc>
                <a:tc>
                  <a:txBody>
                    <a:bodyPr/>
                    <a:lstStyle/>
                    <a:p>
                      <a:r>
                        <a:rPr lang="en-US" dirty="0"/>
                        <a:t>CY:  304</a:t>
                      </a:r>
                    </a:p>
                    <a:p>
                      <a:r>
                        <a:rPr lang="en-US" dirty="0"/>
                        <a:t>PY:  536</a:t>
                      </a:r>
                      <a:endParaRPr lang="en-IN" dirty="0"/>
                    </a:p>
                  </a:txBody>
                  <a:tcPr/>
                </a:tc>
                <a:tc>
                  <a:txBody>
                    <a:bodyPr/>
                    <a:lstStyle/>
                    <a:p>
                      <a:r>
                        <a:rPr lang="en-IN" dirty="0"/>
                        <a:t>1</a:t>
                      </a:r>
                    </a:p>
                  </a:txBody>
                  <a:tcPr/>
                </a:tc>
                <a:extLst>
                  <a:ext uri="{0D108BD9-81ED-4DB2-BD59-A6C34878D82A}">
                    <a16:rowId xmlns:a16="http://schemas.microsoft.com/office/drawing/2014/main" val="2241102518"/>
                  </a:ext>
                </a:extLst>
              </a:tr>
              <a:tr h="370840">
                <a:tc>
                  <a:txBody>
                    <a:bodyPr/>
                    <a:lstStyle/>
                    <a:p>
                      <a:r>
                        <a:rPr lang="en-US" b="1" dirty="0"/>
                        <a:t>Equity issuance </a:t>
                      </a:r>
                      <a:endParaRPr lang="en-IN" b="1" dirty="0"/>
                    </a:p>
                  </a:txBody>
                  <a:tcPr/>
                </a:tc>
                <a:tc>
                  <a:txBody>
                    <a:bodyPr/>
                    <a:lstStyle/>
                    <a:p>
                      <a:r>
                        <a:rPr lang="en-US" dirty="0"/>
                        <a:t>Yes</a:t>
                      </a:r>
                      <a:endParaRPr lang="en-IN" dirty="0"/>
                    </a:p>
                  </a:txBody>
                  <a:tcPr/>
                </a:tc>
                <a:tc>
                  <a:txBody>
                    <a:bodyPr/>
                    <a:lstStyle/>
                    <a:p>
                      <a:r>
                        <a:rPr lang="en-IN" dirty="0"/>
                        <a:t>0</a:t>
                      </a:r>
                    </a:p>
                  </a:txBody>
                  <a:tcPr/>
                </a:tc>
                <a:extLst>
                  <a:ext uri="{0D108BD9-81ED-4DB2-BD59-A6C34878D82A}">
                    <a16:rowId xmlns:a16="http://schemas.microsoft.com/office/drawing/2014/main" val="355487690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90149803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6011773"/>
                  </a:ext>
                </a:extLst>
              </a:tr>
              <a:tr h="370840">
                <a:tc>
                  <a:txBody>
                    <a:bodyPr/>
                    <a:lstStyle/>
                    <a:p>
                      <a:r>
                        <a:rPr lang="en-US" b="1" dirty="0"/>
                        <a:t>Total Score on Parameter </a:t>
                      </a:r>
                      <a:endParaRPr lang="en-IN" b="1" dirty="0"/>
                    </a:p>
                  </a:txBody>
                  <a:tcPr/>
                </a:tc>
                <a:tc>
                  <a:txBody>
                    <a:bodyPr/>
                    <a:lstStyle/>
                    <a:p>
                      <a:endParaRPr lang="en-IN" b="1" dirty="0"/>
                    </a:p>
                  </a:txBody>
                  <a:tcPr/>
                </a:tc>
                <a:tc>
                  <a:txBody>
                    <a:bodyPr/>
                    <a:lstStyle/>
                    <a:p>
                      <a:r>
                        <a:rPr lang="en-IN" b="1" dirty="0"/>
                        <a:t>2</a:t>
                      </a:r>
                    </a:p>
                  </a:txBody>
                  <a:tcPr/>
                </a:tc>
                <a:extLst>
                  <a:ext uri="{0D108BD9-81ED-4DB2-BD59-A6C34878D82A}">
                    <a16:rowId xmlns:a16="http://schemas.microsoft.com/office/drawing/2014/main" val="2835161304"/>
                  </a:ext>
                </a:extLst>
              </a:tr>
              <a:tr h="370840">
                <a:tc>
                  <a:txBody>
                    <a:bodyPr/>
                    <a:lstStyle/>
                    <a:p>
                      <a:r>
                        <a:rPr lang="en-US" b="1" dirty="0"/>
                        <a:t>Doing well in 2 out 3 sub- parameters </a:t>
                      </a:r>
                      <a:endParaRPr lang="en-IN" b="1" dirty="0"/>
                    </a:p>
                  </a:txBody>
                  <a:tcPr/>
                </a:tc>
                <a:tc>
                  <a:txBody>
                    <a:bodyPr/>
                    <a:lstStyle/>
                    <a:p>
                      <a:r>
                        <a:rPr lang="en-US" b="1" dirty="0"/>
                        <a:t>66.67 %</a:t>
                      </a:r>
                      <a:endParaRPr lang="en-IN" b="1" dirty="0"/>
                    </a:p>
                  </a:txBody>
                  <a:tcPr/>
                </a:tc>
                <a:tc>
                  <a:txBody>
                    <a:bodyPr/>
                    <a:lstStyle/>
                    <a:p>
                      <a:endParaRPr lang="en-IN" b="1" dirty="0"/>
                    </a:p>
                  </a:txBody>
                  <a:tcPr/>
                </a:tc>
                <a:extLst>
                  <a:ext uri="{0D108BD9-81ED-4DB2-BD59-A6C34878D82A}">
                    <a16:rowId xmlns:a16="http://schemas.microsoft.com/office/drawing/2014/main" val="3625229051"/>
                  </a:ext>
                </a:extLst>
              </a:tr>
            </a:tbl>
          </a:graphicData>
        </a:graphic>
      </p:graphicFrame>
    </p:spTree>
    <p:extLst>
      <p:ext uri="{BB962C8B-B14F-4D97-AF65-F5344CB8AC3E}">
        <p14:creationId xmlns:p14="http://schemas.microsoft.com/office/powerpoint/2010/main" val="513604010"/>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8EB3-93AE-4B40-9E34-C30D6C14CFAD}"/>
              </a:ext>
            </a:extLst>
          </p:cNvPr>
          <p:cNvSpPr>
            <a:spLocks noGrp="1"/>
          </p:cNvSpPr>
          <p:nvPr>
            <p:ph type="title"/>
          </p:nvPr>
        </p:nvSpPr>
        <p:spPr/>
        <p:txBody>
          <a:bodyPr/>
          <a:lstStyle/>
          <a:p>
            <a:pPr algn="ctr"/>
            <a:r>
              <a:rPr lang="en-US" b="1" dirty="0"/>
              <a:t>F Score –Operating Efficiency of </a:t>
            </a:r>
            <a:r>
              <a:rPr lang="en-US" b="1" u="sng" dirty="0"/>
              <a:t>Dabur</a:t>
            </a:r>
            <a:r>
              <a:rPr lang="en-US" b="1" dirty="0"/>
              <a:t> in 2025</a:t>
            </a:r>
            <a:endParaRPr lang="en-IN" b="1" dirty="0"/>
          </a:p>
        </p:txBody>
      </p:sp>
      <p:graphicFrame>
        <p:nvGraphicFramePr>
          <p:cNvPr id="4" name="Table 4">
            <a:extLst>
              <a:ext uri="{FF2B5EF4-FFF2-40B4-BE49-F238E27FC236}">
                <a16:creationId xmlns:a16="http://schemas.microsoft.com/office/drawing/2014/main" id="{690DDB7D-5A4A-4BDC-9A13-6F27101B087E}"/>
              </a:ext>
            </a:extLst>
          </p:cNvPr>
          <p:cNvGraphicFramePr>
            <a:graphicFrameLocks noGrp="1"/>
          </p:cNvGraphicFramePr>
          <p:nvPr>
            <p:ph idx="1"/>
          </p:nvPr>
        </p:nvGraphicFramePr>
        <p:xfrm>
          <a:off x="404949" y="1825625"/>
          <a:ext cx="10948848" cy="4968240"/>
        </p:xfrm>
        <a:graphic>
          <a:graphicData uri="http://schemas.openxmlformats.org/drawingml/2006/table">
            <a:tbl>
              <a:tblPr firstRow="1" bandRow="1">
                <a:tableStyleId>{F5AB1C69-6EDB-4FF4-983F-18BD219EF322}</a:tableStyleId>
              </a:tblPr>
              <a:tblGrid>
                <a:gridCol w="3950075">
                  <a:extLst>
                    <a:ext uri="{9D8B030D-6E8A-4147-A177-3AD203B41FA5}">
                      <a16:colId xmlns:a16="http://schemas.microsoft.com/office/drawing/2014/main" val="1657150462"/>
                    </a:ext>
                  </a:extLst>
                </a:gridCol>
                <a:gridCol w="5037170">
                  <a:extLst>
                    <a:ext uri="{9D8B030D-6E8A-4147-A177-3AD203B41FA5}">
                      <a16:colId xmlns:a16="http://schemas.microsoft.com/office/drawing/2014/main" val="1260453881"/>
                    </a:ext>
                  </a:extLst>
                </a:gridCol>
                <a:gridCol w="1961603">
                  <a:extLst>
                    <a:ext uri="{9D8B030D-6E8A-4147-A177-3AD203B41FA5}">
                      <a16:colId xmlns:a16="http://schemas.microsoft.com/office/drawing/2014/main" val="1342327081"/>
                    </a:ext>
                  </a:extLst>
                </a:gridCol>
              </a:tblGrid>
              <a:tr h="370840">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370840">
                <a:tc>
                  <a:txBody>
                    <a:bodyPr/>
                    <a:lstStyle/>
                    <a:p>
                      <a:r>
                        <a:rPr lang="en-US" b="1" dirty="0"/>
                        <a:t>GPM</a:t>
                      </a:r>
                      <a:r>
                        <a:rPr lang="en-US" dirty="0"/>
                        <a:t> CY &amp; Prev. Year </a:t>
                      </a:r>
                      <a:endParaRPr lang="en-IN" dirty="0"/>
                    </a:p>
                  </a:txBody>
                  <a:tcPr/>
                </a:tc>
                <a:tc>
                  <a:txBody>
                    <a:bodyPr/>
                    <a:lstStyle/>
                    <a:p>
                      <a:r>
                        <a:rPr lang="en-US" dirty="0"/>
                        <a:t>CY = 4128 / 12400  = 33.29 %</a:t>
                      </a:r>
                    </a:p>
                    <a:p>
                      <a:r>
                        <a:rPr lang="en-US" dirty="0"/>
                        <a:t>PY=   4176 / 12262  = 34.06 %</a:t>
                      </a:r>
                      <a:endParaRPr lang="en-IN" dirty="0"/>
                    </a:p>
                  </a:txBody>
                  <a:tcPr/>
                </a:tc>
                <a:tc>
                  <a:txBody>
                    <a:bodyPr/>
                    <a:lstStyle/>
                    <a:p>
                      <a:r>
                        <a:rPr lang="en-IN" dirty="0"/>
                        <a:t>0</a:t>
                      </a:r>
                    </a:p>
                  </a:txBody>
                  <a:tcPr/>
                </a:tc>
                <a:extLst>
                  <a:ext uri="{0D108BD9-81ED-4DB2-BD59-A6C34878D82A}">
                    <a16:rowId xmlns:a16="http://schemas.microsoft.com/office/drawing/2014/main" val="747710908"/>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241102518"/>
                  </a:ext>
                </a:extLst>
              </a:tr>
              <a:tr h="370840">
                <a:tc>
                  <a:txBody>
                    <a:bodyPr/>
                    <a:lstStyle/>
                    <a:p>
                      <a:r>
                        <a:rPr lang="en-US" b="1" dirty="0"/>
                        <a:t>Asset Turn </a:t>
                      </a:r>
                      <a:r>
                        <a:rPr lang="en-US" dirty="0"/>
                        <a:t>CY&amp; PY</a:t>
                      </a:r>
                    </a:p>
                    <a:p>
                      <a:r>
                        <a:rPr lang="en-US" dirty="0"/>
                        <a:t>(= Net Revenue/ Total Assets)</a:t>
                      </a:r>
                      <a:endParaRPr lang="en-IN" dirty="0"/>
                    </a:p>
                  </a:txBody>
                  <a:tcPr/>
                </a:tc>
                <a:tc>
                  <a:txBody>
                    <a:bodyPr/>
                    <a:lstStyle/>
                    <a:p>
                      <a:r>
                        <a:rPr lang="en-US" dirty="0"/>
                        <a:t>CY =  12400 /  16232 = 0.76</a:t>
                      </a:r>
                    </a:p>
                    <a:p>
                      <a:r>
                        <a:rPr lang="en-US" dirty="0"/>
                        <a:t>PY = 12262 /  15123  =  0.81</a:t>
                      </a:r>
                      <a:endParaRPr lang="en-IN" dirty="0"/>
                    </a:p>
                  </a:txBody>
                  <a:tcPr/>
                </a:tc>
                <a:tc>
                  <a:txBody>
                    <a:bodyPr/>
                    <a:lstStyle/>
                    <a:p>
                      <a:r>
                        <a:rPr lang="en-IN" dirty="0"/>
                        <a:t>0</a:t>
                      </a:r>
                    </a:p>
                  </a:txBody>
                  <a:tcPr/>
                </a:tc>
                <a:extLst>
                  <a:ext uri="{0D108BD9-81ED-4DB2-BD59-A6C34878D82A}">
                    <a16:rowId xmlns:a16="http://schemas.microsoft.com/office/drawing/2014/main" val="355487690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90149803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6011773"/>
                  </a:ext>
                </a:extLst>
              </a:tr>
              <a:tr h="370840">
                <a:tc>
                  <a:txBody>
                    <a:bodyPr/>
                    <a:lstStyle/>
                    <a:p>
                      <a:r>
                        <a:rPr lang="en-US" b="1" dirty="0"/>
                        <a:t>Total Score on Parameter </a:t>
                      </a:r>
                      <a:endParaRPr lang="en-IN" b="1" dirty="0"/>
                    </a:p>
                  </a:txBody>
                  <a:tcPr/>
                </a:tc>
                <a:tc>
                  <a:txBody>
                    <a:bodyPr/>
                    <a:lstStyle/>
                    <a:p>
                      <a:endParaRPr lang="en-IN" dirty="0"/>
                    </a:p>
                  </a:txBody>
                  <a:tcPr/>
                </a:tc>
                <a:tc>
                  <a:txBody>
                    <a:bodyPr/>
                    <a:lstStyle/>
                    <a:p>
                      <a:r>
                        <a:rPr lang="en-IN" dirty="0"/>
                        <a:t>0</a:t>
                      </a:r>
                    </a:p>
                  </a:txBody>
                  <a:tcPr/>
                </a:tc>
                <a:extLst>
                  <a:ext uri="{0D108BD9-81ED-4DB2-BD59-A6C34878D82A}">
                    <a16:rowId xmlns:a16="http://schemas.microsoft.com/office/drawing/2014/main" val="2835161304"/>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621547453"/>
                  </a:ext>
                </a:extLst>
              </a:tr>
              <a:tr h="370840">
                <a:tc>
                  <a:txBody>
                    <a:bodyPr/>
                    <a:lstStyle/>
                    <a:p>
                      <a:r>
                        <a:rPr lang="en-US" b="1" dirty="0"/>
                        <a:t>CGS</a:t>
                      </a:r>
                      <a:r>
                        <a:rPr lang="en-US" dirty="0"/>
                        <a:t> = </a:t>
                      </a:r>
                      <a:r>
                        <a:rPr lang="en-US" b="1" dirty="0"/>
                        <a:t>Cost of material consumed </a:t>
                      </a:r>
                      <a:r>
                        <a:rPr lang="en-US" dirty="0"/>
                        <a:t>+ purchase of stock in trade +</a:t>
                      </a:r>
                      <a:r>
                        <a:rPr lang="en-US" b="1" dirty="0"/>
                        <a:t>Operating and Direct expenses </a:t>
                      </a:r>
                      <a:r>
                        <a:rPr lang="en-US" dirty="0"/>
                        <a:t>+ Changes in inventories of FG,WIP and stock in trade + </a:t>
                      </a:r>
                      <a:r>
                        <a:rPr lang="en-US" b="1" dirty="0"/>
                        <a:t>DA + </a:t>
                      </a:r>
                      <a:r>
                        <a:rPr lang="en-US" b="0" dirty="0"/>
                        <a:t>Employee Benefit expenses </a:t>
                      </a:r>
                      <a:endParaRPr lang="en-IN" b="0" dirty="0"/>
                    </a:p>
                  </a:txBody>
                  <a:tcPr/>
                </a:tc>
                <a:tc>
                  <a:txBody>
                    <a:bodyPr/>
                    <a:lstStyle/>
                    <a:p>
                      <a:r>
                        <a:rPr lang="en-US" dirty="0"/>
                        <a:t>CY:  5264+1328+0-57+1291+446=8272</a:t>
                      </a:r>
                    </a:p>
                    <a:p>
                      <a:r>
                        <a:rPr lang="en-US" dirty="0"/>
                        <a:t>PY: 5187 + 1211 +0+49+1240+399 = 8086</a:t>
                      </a:r>
                      <a:endParaRPr lang="en-IN" b="1" dirty="0"/>
                    </a:p>
                  </a:txBody>
                  <a:tcPr/>
                </a:tc>
                <a:tc>
                  <a:txBody>
                    <a:bodyPr/>
                    <a:lstStyle/>
                    <a:p>
                      <a:endParaRPr lang="en-IN" dirty="0"/>
                    </a:p>
                  </a:txBody>
                  <a:tcPr/>
                </a:tc>
                <a:extLst>
                  <a:ext uri="{0D108BD9-81ED-4DB2-BD59-A6C34878D82A}">
                    <a16:rowId xmlns:a16="http://schemas.microsoft.com/office/drawing/2014/main" val="3383887879"/>
                  </a:ext>
                </a:extLst>
              </a:tr>
            </a:tbl>
          </a:graphicData>
        </a:graphic>
      </p:graphicFrame>
    </p:spTree>
    <p:extLst>
      <p:ext uri="{BB962C8B-B14F-4D97-AF65-F5344CB8AC3E}">
        <p14:creationId xmlns:p14="http://schemas.microsoft.com/office/powerpoint/2010/main" val="3935321811"/>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FFBB6-FD1E-4CB8-BB79-8EDC1EA518BE}"/>
              </a:ext>
            </a:extLst>
          </p:cNvPr>
          <p:cNvSpPr>
            <a:spLocks noGrp="1"/>
          </p:cNvSpPr>
          <p:nvPr>
            <p:ph type="title"/>
          </p:nvPr>
        </p:nvSpPr>
        <p:spPr/>
        <p:txBody>
          <a:bodyPr/>
          <a:lstStyle/>
          <a:p>
            <a:pPr algn="ctr"/>
            <a:r>
              <a:rPr lang="en-US" dirty="0"/>
              <a:t> </a:t>
            </a:r>
            <a:r>
              <a:rPr lang="en-US" b="1" dirty="0"/>
              <a:t>Inference Guidelines on F Score </a:t>
            </a:r>
            <a:endParaRPr lang="en-IN" b="1" dirty="0"/>
          </a:p>
        </p:txBody>
      </p:sp>
      <p:sp>
        <p:nvSpPr>
          <p:cNvPr id="3" name="Content Placeholder 2">
            <a:extLst>
              <a:ext uri="{FF2B5EF4-FFF2-40B4-BE49-F238E27FC236}">
                <a16:creationId xmlns:a16="http://schemas.microsoft.com/office/drawing/2014/main" id="{BB441584-8F02-4563-803C-902B10BC4299}"/>
              </a:ext>
            </a:extLst>
          </p:cNvPr>
          <p:cNvSpPr>
            <a:spLocks noGrp="1"/>
          </p:cNvSpPr>
          <p:nvPr>
            <p:ph idx="1"/>
          </p:nvPr>
        </p:nvSpPr>
        <p:spPr/>
        <p:txBody>
          <a:bodyPr/>
          <a:lstStyle/>
          <a:p>
            <a:r>
              <a:rPr lang="en-US" b="1" dirty="0"/>
              <a:t>Score of 8 or 9 : </a:t>
            </a:r>
            <a:r>
              <a:rPr lang="en-US" dirty="0"/>
              <a:t>Good </a:t>
            </a:r>
          </a:p>
          <a:p>
            <a:endParaRPr lang="en-US" dirty="0"/>
          </a:p>
          <a:p>
            <a:r>
              <a:rPr lang="en-US" b="1" dirty="0"/>
              <a:t>Score 0-2 : </a:t>
            </a:r>
            <a:r>
              <a:rPr lang="en-US" dirty="0"/>
              <a:t>Weak </a:t>
            </a:r>
          </a:p>
          <a:p>
            <a:endParaRPr lang="en-US" dirty="0"/>
          </a:p>
          <a:p>
            <a:r>
              <a:rPr lang="en-US" b="1" dirty="0"/>
              <a:t>Score of 3-7 : </a:t>
            </a:r>
            <a:r>
              <a:rPr lang="en-US" dirty="0"/>
              <a:t>Grey Zone </a:t>
            </a:r>
            <a:endParaRPr lang="en-IN" dirty="0"/>
          </a:p>
        </p:txBody>
      </p:sp>
    </p:spTree>
    <p:extLst>
      <p:ext uri="{BB962C8B-B14F-4D97-AF65-F5344CB8AC3E}">
        <p14:creationId xmlns:p14="http://schemas.microsoft.com/office/powerpoint/2010/main" val="4095157280"/>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A0BA-72DC-4234-A466-797ED708CF0F}"/>
              </a:ext>
            </a:extLst>
          </p:cNvPr>
          <p:cNvSpPr>
            <a:spLocks noGrp="1"/>
          </p:cNvSpPr>
          <p:nvPr>
            <p:ph type="title"/>
          </p:nvPr>
        </p:nvSpPr>
        <p:spPr/>
        <p:txBody>
          <a:bodyPr/>
          <a:lstStyle/>
          <a:p>
            <a:pPr algn="ctr"/>
            <a:r>
              <a:rPr lang="en-US" b="1" dirty="0"/>
              <a:t>Dabur ’s F Score in 2025</a:t>
            </a:r>
            <a:endParaRPr lang="en-IN" b="1" dirty="0"/>
          </a:p>
        </p:txBody>
      </p:sp>
      <p:graphicFrame>
        <p:nvGraphicFramePr>
          <p:cNvPr id="4" name="Table 4">
            <a:extLst>
              <a:ext uri="{FF2B5EF4-FFF2-40B4-BE49-F238E27FC236}">
                <a16:creationId xmlns:a16="http://schemas.microsoft.com/office/drawing/2014/main" id="{DD5F1C6F-9A49-476B-8750-1A111D85A40A}"/>
              </a:ext>
            </a:extLst>
          </p:cNvPr>
          <p:cNvGraphicFramePr>
            <a:graphicFrameLocks noGrp="1"/>
          </p:cNvGraphicFramePr>
          <p:nvPr>
            <p:ph idx="1"/>
          </p:nvPr>
        </p:nvGraphicFramePr>
        <p:xfrm>
          <a:off x="838200" y="1825625"/>
          <a:ext cx="10515600" cy="2595880"/>
        </p:xfrm>
        <a:graphic>
          <a:graphicData uri="http://schemas.openxmlformats.org/drawingml/2006/table">
            <a:tbl>
              <a:tblPr firstRow="1" bandRow="1">
                <a:tableStyleId>{93296810-A885-4BE3-A3E7-6D5BEEA58F35}</a:tableStyleId>
              </a:tblPr>
              <a:tblGrid>
                <a:gridCol w="5257800">
                  <a:extLst>
                    <a:ext uri="{9D8B030D-6E8A-4147-A177-3AD203B41FA5}">
                      <a16:colId xmlns:a16="http://schemas.microsoft.com/office/drawing/2014/main" val="2855140173"/>
                    </a:ext>
                  </a:extLst>
                </a:gridCol>
                <a:gridCol w="5257800">
                  <a:extLst>
                    <a:ext uri="{9D8B030D-6E8A-4147-A177-3AD203B41FA5}">
                      <a16:colId xmlns:a16="http://schemas.microsoft.com/office/drawing/2014/main" val="486234380"/>
                    </a:ext>
                  </a:extLst>
                </a:gridCol>
              </a:tblGrid>
              <a:tr h="370840">
                <a:tc>
                  <a:txBody>
                    <a:bodyPr/>
                    <a:lstStyle/>
                    <a:p>
                      <a:r>
                        <a:rPr lang="en-US" dirty="0"/>
                        <a:t>Parameter</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008403827"/>
                  </a:ext>
                </a:extLst>
              </a:tr>
              <a:tr h="370840">
                <a:tc>
                  <a:txBody>
                    <a:bodyPr/>
                    <a:lstStyle/>
                    <a:p>
                      <a:r>
                        <a:rPr lang="en-US" dirty="0"/>
                        <a:t>Profitability </a:t>
                      </a:r>
                      <a:endParaRPr lang="en-IN" dirty="0"/>
                    </a:p>
                  </a:txBody>
                  <a:tcPr/>
                </a:tc>
                <a:tc>
                  <a:txBody>
                    <a:bodyPr/>
                    <a:lstStyle/>
                    <a:p>
                      <a:r>
                        <a:rPr lang="en-IN" dirty="0"/>
                        <a:t>3</a:t>
                      </a:r>
                    </a:p>
                  </a:txBody>
                  <a:tcPr/>
                </a:tc>
                <a:extLst>
                  <a:ext uri="{0D108BD9-81ED-4DB2-BD59-A6C34878D82A}">
                    <a16:rowId xmlns:a16="http://schemas.microsoft.com/office/drawing/2014/main" val="2720390596"/>
                  </a:ext>
                </a:extLst>
              </a:tr>
              <a:tr h="370840">
                <a:tc>
                  <a:txBody>
                    <a:bodyPr/>
                    <a:lstStyle/>
                    <a:p>
                      <a:r>
                        <a:rPr lang="en-US" dirty="0"/>
                        <a:t>Liquidity Leverage &amp; Source of funding </a:t>
                      </a:r>
                      <a:endParaRPr lang="en-IN" dirty="0"/>
                    </a:p>
                  </a:txBody>
                  <a:tcPr/>
                </a:tc>
                <a:tc>
                  <a:txBody>
                    <a:bodyPr/>
                    <a:lstStyle/>
                    <a:p>
                      <a:r>
                        <a:rPr lang="en-IN" dirty="0"/>
                        <a:t>2</a:t>
                      </a:r>
                    </a:p>
                  </a:txBody>
                  <a:tcPr/>
                </a:tc>
                <a:extLst>
                  <a:ext uri="{0D108BD9-81ED-4DB2-BD59-A6C34878D82A}">
                    <a16:rowId xmlns:a16="http://schemas.microsoft.com/office/drawing/2014/main" val="719249297"/>
                  </a:ext>
                </a:extLst>
              </a:tr>
              <a:tr h="370840">
                <a:tc>
                  <a:txBody>
                    <a:bodyPr/>
                    <a:lstStyle/>
                    <a:p>
                      <a:r>
                        <a:rPr lang="en-US" dirty="0"/>
                        <a:t>Operating Efficiency </a:t>
                      </a:r>
                      <a:endParaRPr lang="en-IN" dirty="0"/>
                    </a:p>
                  </a:txBody>
                  <a:tcPr/>
                </a:tc>
                <a:tc>
                  <a:txBody>
                    <a:bodyPr/>
                    <a:lstStyle/>
                    <a:p>
                      <a:r>
                        <a:rPr lang="en-IN" dirty="0"/>
                        <a:t>0</a:t>
                      </a:r>
                    </a:p>
                  </a:txBody>
                  <a:tcPr/>
                </a:tc>
                <a:extLst>
                  <a:ext uri="{0D108BD9-81ED-4DB2-BD59-A6C34878D82A}">
                    <a16:rowId xmlns:a16="http://schemas.microsoft.com/office/drawing/2014/main" val="2255370622"/>
                  </a:ext>
                </a:extLst>
              </a:tr>
              <a:tr h="370840">
                <a:tc>
                  <a:txBody>
                    <a:bodyPr/>
                    <a:lstStyle/>
                    <a:p>
                      <a:r>
                        <a:rPr lang="en-US" b="1" dirty="0"/>
                        <a:t>Total Score </a:t>
                      </a:r>
                      <a:endParaRPr lang="en-IN" b="1" dirty="0"/>
                    </a:p>
                  </a:txBody>
                  <a:tcPr/>
                </a:tc>
                <a:tc>
                  <a:txBody>
                    <a:bodyPr/>
                    <a:lstStyle/>
                    <a:p>
                      <a:r>
                        <a:rPr lang="en-IN" b="1" dirty="0"/>
                        <a:t>5</a:t>
                      </a:r>
                    </a:p>
                  </a:txBody>
                  <a:tcPr/>
                </a:tc>
                <a:extLst>
                  <a:ext uri="{0D108BD9-81ED-4DB2-BD59-A6C34878D82A}">
                    <a16:rowId xmlns:a16="http://schemas.microsoft.com/office/drawing/2014/main" val="1652824247"/>
                  </a:ext>
                </a:extLst>
              </a:tr>
              <a:tr h="370840">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5291959"/>
                  </a:ext>
                </a:extLst>
              </a:tr>
              <a:tr h="370840">
                <a:tc>
                  <a:txBody>
                    <a:bodyPr/>
                    <a:lstStyle/>
                    <a:p>
                      <a:r>
                        <a:rPr lang="en-US" b="1" dirty="0"/>
                        <a:t>Inference</a:t>
                      </a:r>
                      <a:endParaRPr lang="en-IN" b="1" dirty="0"/>
                    </a:p>
                  </a:txBody>
                  <a:tcPr/>
                </a:tc>
                <a:tc>
                  <a:txBody>
                    <a:bodyPr/>
                    <a:lstStyle/>
                    <a:p>
                      <a:r>
                        <a:rPr lang="en-US" b="1" dirty="0"/>
                        <a:t>Grey Zone – Median </a:t>
                      </a:r>
                      <a:endParaRPr lang="en-IN" b="1" dirty="0"/>
                    </a:p>
                  </a:txBody>
                  <a:tcPr/>
                </a:tc>
                <a:extLst>
                  <a:ext uri="{0D108BD9-81ED-4DB2-BD59-A6C34878D82A}">
                    <a16:rowId xmlns:a16="http://schemas.microsoft.com/office/drawing/2014/main" val="4180869637"/>
                  </a:ext>
                </a:extLst>
              </a:tr>
            </a:tbl>
          </a:graphicData>
        </a:graphic>
      </p:graphicFrame>
    </p:spTree>
    <p:extLst>
      <p:ext uri="{BB962C8B-B14F-4D97-AF65-F5344CB8AC3E}">
        <p14:creationId xmlns:p14="http://schemas.microsoft.com/office/powerpoint/2010/main" val="1297396029"/>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197EF-9107-4CE3-B31C-1EE2FF656473}"/>
              </a:ext>
            </a:extLst>
          </p:cNvPr>
          <p:cNvSpPr>
            <a:spLocks noGrp="1"/>
          </p:cNvSpPr>
          <p:nvPr>
            <p:ph type="title"/>
          </p:nvPr>
        </p:nvSpPr>
        <p:spPr/>
        <p:txBody>
          <a:bodyPr/>
          <a:lstStyle/>
          <a:p>
            <a:r>
              <a:rPr lang="en-US" dirty="0"/>
              <a:t>F score for all the Peers of </a:t>
            </a:r>
            <a:r>
              <a:rPr lang="en-US" b="1" u="sng" dirty="0"/>
              <a:t>HUL</a:t>
            </a:r>
            <a:r>
              <a:rPr lang="en-US" dirty="0"/>
              <a:t> for 2025?</a:t>
            </a:r>
            <a:endParaRPr lang="en-IN" dirty="0"/>
          </a:p>
        </p:txBody>
      </p:sp>
      <p:sp>
        <p:nvSpPr>
          <p:cNvPr id="3" name="Content Placeholder 2">
            <a:extLst>
              <a:ext uri="{FF2B5EF4-FFF2-40B4-BE49-F238E27FC236}">
                <a16:creationId xmlns:a16="http://schemas.microsoft.com/office/drawing/2014/main" id="{CA53FE40-3239-49E2-ADCC-1533A88E3B2B}"/>
              </a:ext>
            </a:extLst>
          </p:cNvPr>
          <p:cNvSpPr>
            <a:spLocks noGrp="1"/>
          </p:cNvSpPr>
          <p:nvPr>
            <p:ph idx="1"/>
          </p:nvPr>
        </p:nvSpPr>
        <p:spPr/>
        <p:txBody>
          <a:bodyPr/>
          <a:lstStyle/>
          <a:p>
            <a:r>
              <a:rPr lang="en-US" b="1" dirty="0"/>
              <a:t>Vishal Mega Mart </a:t>
            </a:r>
            <a:endParaRPr lang="en-IN" b="1" dirty="0"/>
          </a:p>
        </p:txBody>
      </p:sp>
    </p:spTree>
    <p:extLst>
      <p:ext uri="{BB962C8B-B14F-4D97-AF65-F5344CB8AC3E}">
        <p14:creationId xmlns:p14="http://schemas.microsoft.com/office/powerpoint/2010/main" val="2633248942"/>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8EB3-93AE-4B40-9E34-C30D6C14CFAD}"/>
              </a:ext>
            </a:extLst>
          </p:cNvPr>
          <p:cNvSpPr>
            <a:spLocks noGrp="1"/>
          </p:cNvSpPr>
          <p:nvPr>
            <p:ph type="title"/>
          </p:nvPr>
        </p:nvSpPr>
        <p:spPr/>
        <p:txBody>
          <a:bodyPr>
            <a:normAutofit/>
          </a:bodyPr>
          <a:lstStyle/>
          <a:p>
            <a:pPr algn="ctr"/>
            <a:r>
              <a:rPr lang="en-US" sz="4000" b="1" dirty="0"/>
              <a:t>F Score -Profitability For </a:t>
            </a:r>
            <a:r>
              <a:rPr lang="en-US" sz="4000" b="1" u="sng" dirty="0"/>
              <a:t>Vishal </a:t>
            </a:r>
            <a:r>
              <a:rPr lang="en-US" sz="4000" b="1" dirty="0"/>
              <a:t>in 2025</a:t>
            </a:r>
            <a:endParaRPr lang="en-IN" sz="4000" b="1" dirty="0"/>
          </a:p>
        </p:txBody>
      </p:sp>
      <p:graphicFrame>
        <p:nvGraphicFramePr>
          <p:cNvPr id="4" name="Table 4">
            <a:extLst>
              <a:ext uri="{FF2B5EF4-FFF2-40B4-BE49-F238E27FC236}">
                <a16:creationId xmlns:a16="http://schemas.microsoft.com/office/drawing/2014/main" id="{690DDB7D-5A4A-4BDC-9A13-6F27101B087E}"/>
              </a:ext>
            </a:extLst>
          </p:cNvPr>
          <p:cNvGraphicFramePr>
            <a:graphicFrameLocks noGrp="1"/>
          </p:cNvGraphicFramePr>
          <p:nvPr>
            <p:ph idx="1"/>
          </p:nvPr>
        </p:nvGraphicFramePr>
        <p:xfrm>
          <a:off x="743919" y="1825625"/>
          <a:ext cx="10609878" cy="3500120"/>
        </p:xfrm>
        <a:graphic>
          <a:graphicData uri="http://schemas.openxmlformats.org/drawingml/2006/table">
            <a:tbl>
              <a:tblPr firstRow="1" bandRow="1">
                <a:tableStyleId>{5C22544A-7EE6-4342-B048-85BDC9FD1C3A}</a:tableStyleId>
              </a:tblPr>
              <a:tblGrid>
                <a:gridCol w="3599480">
                  <a:extLst>
                    <a:ext uri="{9D8B030D-6E8A-4147-A177-3AD203B41FA5}">
                      <a16:colId xmlns:a16="http://schemas.microsoft.com/office/drawing/2014/main" val="1657150462"/>
                    </a:ext>
                  </a:extLst>
                </a:gridCol>
                <a:gridCol w="3505199">
                  <a:extLst>
                    <a:ext uri="{9D8B030D-6E8A-4147-A177-3AD203B41FA5}">
                      <a16:colId xmlns:a16="http://schemas.microsoft.com/office/drawing/2014/main" val="1260453881"/>
                    </a:ext>
                  </a:extLst>
                </a:gridCol>
                <a:gridCol w="3505199">
                  <a:extLst>
                    <a:ext uri="{9D8B030D-6E8A-4147-A177-3AD203B41FA5}">
                      <a16:colId xmlns:a16="http://schemas.microsoft.com/office/drawing/2014/main" val="1342327081"/>
                    </a:ext>
                  </a:extLst>
                </a:gridCol>
              </a:tblGrid>
              <a:tr h="370840">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370840">
                <a:tc>
                  <a:txBody>
                    <a:bodyPr/>
                    <a:lstStyle/>
                    <a:p>
                      <a:r>
                        <a:rPr lang="en-US" b="1" dirty="0"/>
                        <a:t>ROA</a:t>
                      </a:r>
                      <a:r>
                        <a:rPr lang="en-US" dirty="0"/>
                        <a:t>  ( = Net Income/Total Assets)</a:t>
                      </a:r>
                      <a:endParaRPr lang="en-IN" dirty="0"/>
                    </a:p>
                  </a:txBody>
                  <a:tcPr/>
                </a:tc>
                <a:tc>
                  <a:txBody>
                    <a:bodyPr/>
                    <a:lstStyle/>
                    <a:p>
                      <a:r>
                        <a:rPr lang="en-IN" dirty="0"/>
                        <a:t>  632 / 9993 =  6.32 %</a:t>
                      </a:r>
                    </a:p>
                  </a:txBody>
                  <a:tcPr/>
                </a:tc>
                <a:tc>
                  <a:txBody>
                    <a:bodyPr/>
                    <a:lstStyle/>
                    <a:p>
                      <a:r>
                        <a:rPr lang="en-US" dirty="0"/>
                        <a:t>1</a:t>
                      </a:r>
                      <a:endParaRPr lang="en-IN" dirty="0"/>
                    </a:p>
                  </a:txBody>
                  <a:tcPr/>
                </a:tc>
                <a:extLst>
                  <a:ext uri="{0D108BD9-81ED-4DB2-BD59-A6C34878D82A}">
                    <a16:rowId xmlns:a16="http://schemas.microsoft.com/office/drawing/2014/main" val="747710908"/>
                  </a:ext>
                </a:extLst>
              </a:tr>
              <a:tr h="370840">
                <a:tc>
                  <a:txBody>
                    <a:bodyPr/>
                    <a:lstStyle/>
                    <a:p>
                      <a:r>
                        <a:rPr lang="en-US" b="1" dirty="0"/>
                        <a:t>CFO</a:t>
                      </a:r>
                      <a:r>
                        <a:rPr lang="en-US" dirty="0"/>
                        <a:t> ( in INR Cr)</a:t>
                      </a:r>
                      <a:endParaRPr lang="en-IN" dirty="0"/>
                    </a:p>
                  </a:txBody>
                  <a:tcPr/>
                </a:tc>
                <a:tc>
                  <a:txBody>
                    <a:bodyPr/>
                    <a:lstStyle/>
                    <a:p>
                      <a:r>
                        <a:rPr lang="en-IN" dirty="0"/>
                        <a:t> 1399</a:t>
                      </a:r>
                    </a:p>
                  </a:txBody>
                  <a:tcPr/>
                </a:tc>
                <a:tc>
                  <a:txBody>
                    <a:bodyPr/>
                    <a:lstStyle/>
                    <a:p>
                      <a:r>
                        <a:rPr lang="en-US" dirty="0"/>
                        <a:t>1</a:t>
                      </a:r>
                      <a:endParaRPr lang="en-IN" dirty="0"/>
                    </a:p>
                  </a:txBody>
                  <a:tcPr/>
                </a:tc>
                <a:extLst>
                  <a:ext uri="{0D108BD9-81ED-4DB2-BD59-A6C34878D82A}">
                    <a16:rowId xmlns:a16="http://schemas.microsoft.com/office/drawing/2014/main" val="2241102518"/>
                  </a:ext>
                </a:extLst>
              </a:tr>
              <a:tr h="370840">
                <a:tc>
                  <a:txBody>
                    <a:bodyPr/>
                    <a:lstStyle/>
                    <a:p>
                      <a:r>
                        <a:rPr lang="en-US" b="1" dirty="0"/>
                        <a:t>CFO/Net Income </a:t>
                      </a:r>
                      <a:endParaRPr lang="en-IN" b="1" dirty="0"/>
                    </a:p>
                  </a:txBody>
                  <a:tcPr/>
                </a:tc>
                <a:tc>
                  <a:txBody>
                    <a:bodyPr/>
                    <a:lstStyle/>
                    <a:p>
                      <a:r>
                        <a:rPr lang="en-IN" dirty="0"/>
                        <a:t> 1399/  632  = 2.21 times</a:t>
                      </a:r>
                    </a:p>
                  </a:txBody>
                  <a:tcPr/>
                </a:tc>
                <a:tc>
                  <a:txBody>
                    <a:bodyPr/>
                    <a:lstStyle/>
                    <a:p>
                      <a:r>
                        <a:rPr lang="en-US" dirty="0"/>
                        <a:t>1</a:t>
                      </a:r>
                      <a:endParaRPr lang="en-IN" dirty="0"/>
                    </a:p>
                  </a:txBody>
                  <a:tcPr/>
                </a:tc>
                <a:extLst>
                  <a:ext uri="{0D108BD9-81ED-4DB2-BD59-A6C34878D82A}">
                    <a16:rowId xmlns:a16="http://schemas.microsoft.com/office/drawing/2014/main" val="3554876901"/>
                  </a:ext>
                </a:extLst>
              </a:tr>
              <a:tr h="370840">
                <a:tc>
                  <a:txBody>
                    <a:bodyPr/>
                    <a:lstStyle/>
                    <a:p>
                      <a:r>
                        <a:rPr lang="en-US" b="1" dirty="0"/>
                        <a:t>Change in ROA </a:t>
                      </a:r>
                    </a:p>
                    <a:p>
                      <a:r>
                        <a:rPr lang="en-US" dirty="0"/>
                        <a:t>(PY =  462 / 8506 ) = 5.43 % </a:t>
                      </a:r>
                      <a:endParaRPr lang="en-IN" dirty="0"/>
                    </a:p>
                  </a:txBody>
                  <a:tcPr/>
                </a:tc>
                <a:tc>
                  <a:txBody>
                    <a:bodyPr/>
                    <a:lstStyle/>
                    <a:p>
                      <a:r>
                        <a:rPr lang="en-IN" dirty="0"/>
                        <a:t>CY:  6.32 %</a:t>
                      </a:r>
                    </a:p>
                    <a:p>
                      <a:r>
                        <a:rPr lang="en-IN" dirty="0"/>
                        <a:t>PY:  5.43 %</a:t>
                      </a:r>
                    </a:p>
                  </a:txBody>
                  <a:tcPr/>
                </a:tc>
                <a:tc>
                  <a:txBody>
                    <a:bodyPr/>
                    <a:lstStyle/>
                    <a:p>
                      <a:r>
                        <a:rPr lang="en-US" dirty="0"/>
                        <a:t>1</a:t>
                      </a:r>
                      <a:endParaRPr lang="en-IN" dirty="0"/>
                    </a:p>
                  </a:txBody>
                  <a:tcPr/>
                </a:tc>
                <a:extLst>
                  <a:ext uri="{0D108BD9-81ED-4DB2-BD59-A6C34878D82A}">
                    <a16:rowId xmlns:a16="http://schemas.microsoft.com/office/drawing/2014/main" val="90149803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6011773"/>
                  </a:ext>
                </a:extLst>
              </a:tr>
              <a:tr h="159105">
                <a:tc>
                  <a:txBody>
                    <a:bodyPr/>
                    <a:lstStyle/>
                    <a:p>
                      <a:r>
                        <a:rPr lang="en-US" b="1" dirty="0"/>
                        <a:t>Total Score on Parameter</a:t>
                      </a:r>
                      <a:endParaRPr lang="en-IN" b="1" dirty="0"/>
                    </a:p>
                  </a:txBody>
                  <a:tcPr/>
                </a:tc>
                <a:tc>
                  <a:txBody>
                    <a:bodyPr/>
                    <a:lstStyle/>
                    <a:p>
                      <a:endParaRPr lang="en-IN" b="1" dirty="0"/>
                    </a:p>
                  </a:txBody>
                  <a:tcPr/>
                </a:tc>
                <a:tc>
                  <a:txBody>
                    <a:bodyPr/>
                    <a:lstStyle/>
                    <a:p>
                      <a:r>
                        <a:rPr lang="en-US" b="1" dirty="0"/>
                        <a:t>4</a:t>
                      </a:r>
                      <a:endParaRPr lang="en-IN" b="1" dirty="0"/>
                    </a:p>
                  </a:txBody>
                  <a:tcPr/>
                </a:tc>
                <a:extLst>
                  <a:ext uri="{0D108BD9-81ED-4DB2-BD59-A6C34878D82A}">
                    <a16:rowId xmlns:a16="http://schemas.microsoft.com/office/drawing/2014/main" val="2835161304"/>
                  </a:ext>
                </a:extLst>
              </a:tr>
              <a:tr h="159105">
                <a:tc>
                  <a:txBody>
                    <a:bodyPr/>
                    <a:lstStyle/>
                    <a:p>
                      <a:r>
                        <a:rPr lang="en-US" b="1" dirty="0"/>
                        <a:t>Doing well in 4 out 4 sub- parameters </a:t>
                      </a:r>
                      <a:endParaRPr lang="en-IN" b="1" dirty="0"/>
                    </a:p>
                  </a:txBody>
                  <a:tcPr/>
                </a:tc>
                <a:tc>
                  <a:txBody>
                    <a:bodyPr/>
                    <a:lstStyle/>
                    <a:p>
                      <a:r>
                        <a:rPr lang="en-IN" b="1" dirty="0"/>
                        <a:t>100 %</a:t>
                      </a:r>
                    </a:p>
                  </a:txBody>
                  <a:tcPr/>
                </a:tc>
                <a:tc>
                  <a:txBody>
                    <a:bodyPr/>
                    <a:lstStyle/>
                    <a:p>
                      <a:endParaRPr lang="en-IN" b="1" dirty="0"/>
                    </a:p>
                  </a:txBody>
                  <a:tcPr/>
                </a:tc>
                <a:extLst>
                  <a:ext uri="{0D108BD9-81ED-4DB2-BD59-A6C34878D82A}">
                    <a16:rowId xmlns:a16="http://schemas.microsoft.com/office/drawing/2014/main" val="4021663941"/>
                  </a:ext>
                </a:extLst>
              </a:tr>
            </a:tbl>
          </a:graphicData>
        </a:graphic>
      </p:graphicFrame>
    </p:spTree>
    <p:extLst>
      <p:ext uri="{BB962C8B-B14F-4D97-AF65-F5344CB8AC3E}">
        <p14:creationId xmlns:p14="http://schemas.microsoft.com/office/powerpoint/2010/main" val="2331953231"/>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8EB3-93AE-4B40-9E34-C30D6C14CFAD}"/>
              </a:ext>
            </a:extLst>
          </p:cNvPr>
          <p:cNvSpPr>
            <a:spLocks noGrp="1"/>
          </p:cNvSpPr>
          <p:nvPr>
            <p:ph type="title"/>
          </p:nvPr>
        </p:nvSpPr>
        <p:spPr/>
        <p:txBody>
          <a:bodyPr/>
          <a:lstStyle/>
          <a:p>
            <a:pPr algn="ctr"/>
            <a:r>
              <a:rPr lang="en-US" b="1" dirty="0"/>
              <a:t>F Score –Liquidity, Leverage &amp; source of funding For </a:t>
            </a:r>
            <a:r>
              <a:rPr lang="en-US" b="1" u="sng" dirty="0"/>
              <a:t>Vishal</a:t>
            </a:r>
            <a:r>
              <a:rPr lang="en-US" b="1" dirty="0"/>
              <a:t> in 2025</a:t>
            </a:r>
            <a:endParaRPr lang="en-IN" b="1" dirty="0"/>
          </a:p>
        </p:txBody>
      </p:sp>
      <p:graphicFrame>
        <p:nvGraphicFramePr>
          <p:cNvPr id="4" name="Table 4">
            <a:extLst>
              <a:ext uri="{FF2B5EF4-FFF2-40B4-BE49-F238E27FC236}">
                <a16:creationId xmlns:a16="http://schemas.microsoft.com/office/drawing/2014/main" id="{690DDB7D-5A4A-4BDC-9A13-6F27101B087E}"/>
              </a:ext>
            </a:extLst>
          </p:cNvPr>
          <p:cNvGraphicFramePr>
            <a:graphicFrameLocks noGrp="1"/>
          </p:cNvGraphicFramePr>
          <p:nvPr>
            <p:ph idx="1"/>
          </p:nvPr>
        </p:nvGraphicFramePr>
        <p:xfrm>
          <a:off x="838200" y="1825625"/>
          <a:ext cx="10515597" cy="3774440"/>
        </p:xfrm>
        <a:graphic>
          <a:graphicData uri="http://schemas.openxmlformats.org/drawingml/2006/table">
            <a:tbl>
              <a:tblPr firstRow="1" bandRow="1">
                <a:tableStyleId>{21E4AEA4-8DFA-4A89-87EB-49C32662AFE0}</a:tableStyleId>
              </a:tblPr>
              <a:tblGrid>
                <a:gridCol w="3505199">
                  <a:extLst>
                    <a:ext uri="{9D8B030D-6E8A-4147-A177-3AD203B41FA5}">
                      <a16:colId xmlns:a16="http://schemas.microsoft.com/office/drawing/2014/main" val="1657150462"/>
                    </a:ext>
                  </a:extLst>
                </a:gridCol>
                <a:gridCol w="3505199">
                  <a:extLst>
                    <a:ext uri="{9D8B030D-6E8A-4147-A177-3AD203B41FA5}">
                      <a16:colId xmlns:a16="http://schemas.microsoft.com/office/drawing/2014/main" val="1260453881"/>
                    </a:ext>
                  </a:extLst>
                </a:gridCol>
                <a:gridCol w="3505199">
                  <a:extLst>
                    <a:ext uri="{9D8B030D-6E8A-4147-A177-3AD203B41FA5}">
                      <a16:colId xmlns:a16="http://schemas.microsoft.com/office/drawing/2014/main" val="1342327081"/>
                    </a:ext>
                  </a:extLst>
                </a:gridCol>
              </a:tblGrid>
              <a:tr h="370840">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370840">
                <a:tc>
                  <a:txBody>
                    <a:bodyPr/>
                    <a:lstStyle/>
                    <a:p>
                      <a:r>
                        <a:rPr lang="en-US" b="1" dirty="0"/>
                        <a:t>Current Ratio </a:t>
                      </a:r>
                      <a:r>
                        <a:rPr lang="en-US" dirty="0"/>
                        <a:t>CY &amp; Prev. Year </a:t>
                      </a:r>
                      <a:endParaRPr lang="en-IN" dirty="0"/>
                    </a:p>
                  </a:txBody>
                  <a:tcPr/>
                </a:tc>
                <a:tc>
                  <a:txBody>
                    <a:bodyPr/>
                    <a:lstStyle/>
                    <a:p>
                      <a:r>
                        <a:rPr lang="en-US" dirty="0"/>
                        <a:t>CY = 3102/ 2333= 1.33 Times</a:t>
                      </a:r>
                    </a:p>
                    <a:p>
                      <a:r>
                        <a:rPr lang="en-US" dirty="0"/>
                        <a:t>PY=  1972 /  1828= 1.08 times</a:t>
                      </a:r>
                      <a:endParaRPr lang="en-IN" dirty="0"/>
                    </a:p>
                  </a:txBody>
                  <a:tcPr/>
                </a:tc>
                <a:tc>
                  <a:txBody>
                    <a:bodyPr/>
                    <a:lstStyle/>
                    <a:p>
                      <a:r>
                        <a:rPr lang="en-IN" dirty="0"/>
                        <a:t>1</a:t>
                      </a:r>
                    </a:p>
                  </a:txBody>
                  <a:tcPr/>
                </a:tc>
                <a:extLst>
                  <a:ext uri="{0D108BD9-81ED-4DB2-BD59-A6C34878D82A}">
                    <a16:rowId xmlns:a16="http://schemas.microsoft.com/office/drawing/2014/main" val="747710908"/>
                  </a:ext>
                </a:extLst>
              </a:tr>
              <a:tr h="370840">
                <a:tc>
                  <a:txBody>
                    <a:bodyPr/>
                    <a:lstStyle/>
                    <a:p>
                      <a:r>
                        <a:rPr lang="en-US" dirty="0"/>
                        <a:t>Current year</a:t>
                      </a:r>
                      <a:r>
                        <a:rPr lang="en-US" b="1" dirty="0"/>
                        <a:t> LTD </a:t>
                      </a:r>
                      <a:r>
                        <a:rPr lang="en-US" dirty="0"/>
                        <a:t>&amp; that of previous year </a:t>
                      </a:r>
                      <a:endParaRPr lang="en-IN" dirty="0"/>
                    </a:p>
                  </a:txBody>
                  <a:tcPr/>
                </a:tc>
                <a:tc>
                  <a:txBody>
                    <a:bodyPr/>
                    <a:lstStyle/>
                    <a:p>
                      <a:r>
                        <a:rPr lang="en-US" dirty="0"/>
                        <a:t>CY:  0</a:t>
                      </a:r>
                    </a:p>
                    <a:p>
                      <a:r>
                        <a:rPr lang="en-US" dirty="0"/>
                        <a:t>PY:  0</a:t>
                      </a:r>
                      <a:endParaRPr lang="en-IN" dirty="0"/>
                    </a:p>
                  </a:txBody>
                  <a:tcPr/>
                </a:tc>
                <a:tc>
                  <a:txBody>
                    <a:bodyPr/>
                    <a:lstStyle/>
                    <a:p>
                      <a:r>
                        <a:rPr lang="en-IN" dirty="0"/>
                        <a:t>1</a:t>
                      </a:r>
                    </a:p>
                  </a:txBody>
                  <a:tcPr/>
                </a:tc>
                <a:extLst>
                  <a:ext uri="{0D108BD9-81ED-4DB2-BD59-A6C34878D82A}">
                    <a16:rowId xmlns:a16="http://schemas.microsoft.com/office/drawing/2014/main" val="2241102518"/>
                  </a:ext>
                </a:extLst>
              </a:tr>
              <a:tr h="370840">
                <a:tc>
                  <a:txBody>
                    <a:bodyPr/>
                    <a:lstStyle/>
                    <a:p>
                      <a:r>
                        <a:rPr lang="en-US" b="1" dirty="0"/>
                        <a:t>Equity issuance </a:t>
                      </a:r>
                      <a:endParaRPr lang="en-IN" b="1" dirty="0"/>
                    </a:p>
                  </a:txBody>
                  <a:tcPr/>
                </a:tc>
                <a:tc>
                  <a:txBody>
                    <a:bodyPr/>
                    <a:lstStyle/>
                    <a:p>
                      <a:r>
                        <a:rPr lang="en-US" dirty="0"/>
                        <a:t>Yes</a:t>
                      </a:r>
                      <a:endParaRPr lang="en-IN" dirty="0"/>
                    </a:p>
                  </a:txBody>
                  <a:tcPr/>
                </a:tc>
                <a:tc>
                  <a:txBody>
                    <a:bodyPr/>
                    <a:lstStyle/>
                    <a:p>
                      <a:r>
                        <a:rPr lang="en-IN" dirty="0"/>
                        <a:t>0</a:t>
                      </a:r>
                    </a:p>
                  </a:txBody>
                  <a:tcPr/>
                </a:tc>
                <a:extLst>
                  <a:ext uri="{0D108BD9-81ED-4DB2-BD59-A6C34878D82A}">
                    <a16:rowId xmlns:a16="http://schemas.microsoft.com/office/drawing/2014/main" val="355487690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90149803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6011773"/>
                  </a:ext>
                </a:extLst>
              </a:tr>
              <a:tr h="370840">
                <a:tc>
                  <a:txBody>
                    <a:bodyPr/>
                    <a:lstStyle/>
                    <a:p>
                      <a:r>
                        <a:rPr lang="en-US" b="1" dirty="0"/>
                        <a:t>Total Score on Parameter </a:t>
                      </a:r>
                      <a:endParaRPr lang="en-IN" b="1" dirty="0"/>
                    </a:p>
                  </a:txBody>
                  <a:tcPr/>
                </a:tc>
                <a:tc>
                  <a:txBody>
                    <a:bodyPr/>
                    <a:lstStyle/>
                    <a:p>
                      <a:endParaRPr lang="en-IN" b="1" dirty="0"/>
                    </a:p>
                  </a:txBody>
                  <a:tcPr/>
                </a:tc>
                <a:tc>
                  <a:txBody>
                    <a:bodyPr/>
                    <a:lstStyle/>
                    <a:p>
                      <a:r>
                        <a:rPr lang="en-IN" b="1" dirty="0"/>
                        <a:t>2</a:t>
                      </a:r>
                    </a:p>
                  </a:txBody>
                  <a:tcPr/>
                </a:tc>
                <a:extLst>
                  <a:ext uri="{0D108BD9-81ED-4DB2-BD59-A6C34878D82A}">
                    <a16:rowId xmlns:a16="http://schemas.microsoft.com/office/drawing/2014/main" val="2835161304"/>
                  </a:ext>
                </a:extLst>
              </a:tr>
              <a:tr h="370840">
                <a:tc>
                  <a:txBody>
                    <a:bodyPr/>
                    <a:lstStyle/>
                    <a:p>
                      <a:r>
                        <a:rPr lang="en-US" b="1" dirty="0"/>
                        <a:t>Doing well in 2 out 3 sub- parameters </a:t>
                      </a:r>
                      <a:endParaRPr lang="en-IN" b="1" dirty="0"/>
                    </a:p>
                  </a:txBody>
                  <a:tcPr/>
                </a:tc>
                <a:tc>
                  <a:txBody>
                    <a:bodyPr/>
                    <a:lstStyle/>
                    <a:p>
                      <a:r>
                        <a:rPr lang="en-US" b="1" dirty="0"/>
                        <a:t>66.67%</a:t>
                      </a:r>
                      <a:endParaRPr lang="en-IN" b="1" dirty="0"/>
                    </a:p>
                  </a:txBody>
                  <a:tcPr/>
                </a:tc>
                <a:tc>
                  <a:txBody>
                    <a:bodyPr/>
                    <a:lstStyle/>
                    <a:p>
                      <a:endParaRPr lang="en-IN" b="1" dirty="0"/>
                    </a:p>
                  </a:txBody>
                  <a:tcPr/>
                </a:tc>
                <a:extLst>
                  <a:ext uri="{0D108BD9-81ED-4DB2-BD59-A6C34878D82A}">
                    <a16:rowId xmlns:a16="http://schemas.microsoft.com/office/drawing/2014/main" val="3625229051"/>
                  </a:ext>
                </a:extLst>
              </a:tr>
            </a:tbl>
          </a:graphicData>
        </a:graphic>
      </p:graphicFrame>
    </p:spTree>
    <p:extLst>
      <p:ext uri="{BB962C8B-B14F-4D97-AF65-F5344CB8AC3E}">
        <p14:creationId xmlns:p14="http://schemas.microsoft.com/office/powerpoint/2010/main" val="604479591"/>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8EB3-93AE-4B40-9E34-C30D6C14CFAD}"/>
              </a:ext>
            </a:extLst>
          </p:cNvPr>
          <p:cNvSpPr>
            <a:spLocks noGrp="1"/>
          </p:cNvSpPr>
          <p:nvPr>
            <p:ph type="title"/>
          </p:nvPr>
        </p:nvSpPr>
        <p:spPr/>
        <p:txBody>
          <a:bodyPr/>
          <a:lstStyle/>
          <a:p>
            <a:pPr algn="ctr"/>
            <a:r>
              <a:rPr lang="en-US" b="1" dirty="0"/>
              <a:t>F Score –Operating Efficiency of </a:t>
            </a:r>
            <a:r>
              <a:rPr lang="en-US" b="1" u="sng" dirty="0"/>
              <a:t>Vishal</a:t>
            </a:r>
            <a:r>
              <a:rPr lang="en-US" b="1" dirty="0"/>
              <a:t> in 2025</a:t>
            </a:r>
            <a:endParaRPr lang="en-IN" b="1" dirty="0"/>
          </a:p>
        </p:txBody>
      </p:sp>
      <p:graphicFrame>
        <p:nvGraphicFramePr>
          <p:cNvPr id="4" name="Table 4">
            <a:extLst>
              <a:ext uri="{FF2B5EF4-FFF2-40B4-BE49-F238E27FC236}">
                <a16:creationId xmlns:a16="http://schemas.microsoft.com/office/drawing/2014/main" id="{690DDB7D-5A4A-4BDC-9A13-6F27101B087E}"/>
              </a:ext>
            </a:extLst>
          </p:cNvPr>
          <p:cNvGraphicFramePr>
            <a:graphicFrameLocks noGrp="1"/>
          </p:cNvGraphicFramePr>
          <p:nvPr>
            <p:ph idx="1"/>
          </p:nvPr>
        </p:nvGraphicFramePr>
        <p:xfrm>
          <a:off x="404949" y="1825625"/>
          <a:ext cx="10948848" cy="4968240"/>
        </p:xfrm>
        <a:graphic>
          <a:graphicData uri="http://schemas.openxmlformats.org/drawingml/2006/table">
            <a:tbl>
              <a:tblPr firstRow="1" bandRow="1">
                <a:tableStyleId>{F5AB1C69-6EDB-4FF4-983F-18BD219EF322}</a:tableStyleId>
              </a:tblPr>
              <a:tblGrid>
                <a:gridCol w="3950075">
                  <a:extLst>
                    <a:ext uri="{9D8B030D-6E8A-4147-A177-3AD203B41FA5}">
                      <a16:colId xmlns:a16="http://schemas.microsoft.com/office/drawing/2014/main" val="1657150462"/>
                    </a:ext>
                  </a:extLst>
                </a:gridCol>
                <a:gridCol w="5037170">
                  <a:extLst>
                    <a:ext uri="{9D8B030D-6E8A-4147-A177-3AD203B41FA5}">
                      <a16:colId xmlns:a16="http://schemas.microsoft.com/office/drawing/2014/main" val="1260453881"/>
                    </a:ext>
                  </a:extLst>
                </a:gridCol>
                <a:gridCol w="1961603">
                  <a:extLst>
                    <a:ext uri="{9D8B030D-6E8A-4147-A177-3AD203B41FA5}">
                      <a16:colId xmlns:a16="http://schemas.microsoft.com/office/drawing/2014/main" val="1342327081"/>
                    </a:ext>
                  </a:extLst>
                </a:gridCol>
              </a:tblGrid>
              <a:tr h="370840">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370840">
                <a:tc>
                  <a:txBody>
                    <a:bodyPr/>
                    <a:lstStyle/>
                    <a:p>
                      <a:r>
                        <a:rPr lang="en-US" b="1" dirty="0"/>
                        <a:t>GPM</a:t>
                      </a:r>
                      <a:r>
                        <a:rPr lang="en-US" dirty="0"/>
                        <a:t> CY &amp; Prev. Year </a:t>
                      </a:r>
                      <a:endParaRPr lang="en-IN" dirty="0"/>
                    </a:p>
                  </a:txBody>
                  <a:tcPr/>
                </a:tc>
                <a:tc>
                  <a:txBody>
                    <a:bodyPr/>
                    <a:lstStyle/>
                    <a:p>
                      <a:r>
                        <a:rPr lang="en-US" dirty="0"/>
                        <a:t>CY =  1821  / 10716  = 16.99 %</a:t>
                      </a:r>
                    </a:p>
                    <a:p>
                      <a:r>
                        <a:rPr lang="en-US" dirty="0"/>
                        <a:t>PY=   1444 / 8912   =  16.20%</a:t>
                      </a:r>
                      <a:endParaRPr lang="en-IN" dirty="0"/>
                    </a:p>
                  </a:txBody>
                  <a:tcPr/>
                </a:tc>
                <a:tc>
                  <a:txBody>
                    <a:bodyPr/>
                    <a:lstStyle/>
                    <a:p>
                      <a:r>
                        <a:rPr lang="en-IN" dirty="0"/>
                        <a:t>1</a:t>
                      </a:r>
                    </a:p>
                  </a:txBody>
                  <a:tcPr/>
                </a:tc>
                <a:extLst>
                  <a:ext uri="{0D108BD9-81ED-4DB2-BD59-A6C34878D82A}">
                    <a16:rowId xmlns:a16="http://schemas.microsoft.com/office/drawing/2014/main" val="747710908"/>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241102518"/>
                  </a:ext>
                </a:extLst>
              </a:tr>
              <a:tr h="370840">
                <a:tc>
                  <a:txBody>
                    <a:bodyPr/>
                    <a:lstStyle/>
                    <a:p>
                      <a:r>
                        <a:rPr lang="en-US" b="1" dirty="0"/>
                        <a:t>Asset Turn </a:t>
                      </a:r>
                      <a:r>
                        <a:rPr lang="en-US" dirty="0"/>
                        <a:t>CY&amp; PY</a:t>
                      </a:r>
                    </a:p>
                    <a:p>
                      <a:r>
                        <a:rPr lang="en-US" dirty="0"/>
                        <a:t>(= Net Revenue/ Total Assets)</a:t>
                      </a:r>
                      <a:endParaRPr lang="en-IN" dirty="0"/>
                    </a:p>
                  </a:txBody>
                  <a:tcPr/>
                </a:tc>
                <a:tc>
                  <a:txBody>
                    <a:bodyPr/>
                    <a:lstStyle/>
                    <a:p>
                      <a:r>
                        <a:rPr lang="en-US" dirty="0"/>
                        <a:t>CY = 10716 / 9993 = 1.07 times</a:t>
                      </a:r>
                    </a:p>
                    <a:p>
                      <a:r>
                        <a:rPr lang="en-US" dirty="0"/>
                        <a:t>PY = 8912 /  8506 = 1.05 times</a:t>
                      </a:r>
                      <a:endParaRPr lang="en-IN" dirty="0"/>
                    </a:p>
                  </a:txBody>
                  <a:tcPr/>
                </a:tc>
                <a:tc>
                  <a:txBody>
                    <a:bodyPr/>
                    <a:lstStyle/>
                    <a:p>
                      <a:r>
                        <a:rPr lang="en-IN" dirty="0"/>
                        <a:t>1</a:t>
                      </a:r>
                    </a:p>
                  </a:txBody>
                  <a:tcPr/>
                </a:tc>
                <a:extLst>
                  <a:ext uri="{0D108BD9-81ED-4DB2-BD59-A6C34878D82A}">
                    <a16:rowId xmlns:a16="http://schemas.microsoft.com/office/drawing/2014/main" val="355487690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90149803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6011773"/>
                  </a:ext>
                </a:extLst>
              </a:tr>
              <a:tr h="370840">
                <a:tc>
                  <a:txBody>
                    <a:bodyPr/>
                    <a:lstStyle/>
                    <a:p>
                      <a:r>
                        <a:rPr lang="en-US" b="1" dirty="0"/>
                        <a:t>Total Score on Parameter </a:t>
                      </a:r>
                      <a:endParaRPr lang="en-IN" b="1" dirty="0"/>
                    </a:p>
                  </a:txBody>
                  <a:tcPr/>
                </a:tc>
                <a:tc>
                  <a:txBody>
                    <a:bodyPr/>
                    <a:lstStyle/>
                    <a:p>
                      <a:endParaRPr lang="en-IN" dirty="0"/>
                    </a:p>
                  </a:txBody>
                  <a:tcPr/>
                </a:tc>
                <a:tc>
                  <a:txBody>
                    <a:bodyPr/>
                    <a:lstStyle/>
                    <a:p>
                      <a:r>
                        <a:rPr lang="en-IN" dirty="0"/>
                        <a:t>2</a:t>
                      </a:r>
                    </a:p>
                  </a:txBody>
                  <a:tcPr/>
                </a:tc>
                <a:extLst>
                  <a:ext uri="{0D108BD9-81ED-4DB2-BD59-A6C34878D82A}">
                    <a16:rowId xmlns:a16="http://schemas.microsoft.com/office/drawing/2014/main" val="2835161304"/>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621547453"/>
                  </a:ext>
                </a:extLst>
              </a:tr>
              <a:tr h="370840">
                <a:tc>
                  <a:txBody>
                    <a:bodyPr/>
                    <a:lstStyle/>
                    <a:p>
                      <a:r>
                        <a:rPr lang="en-US" b="1" dirty="0"/>
                        <a:t>CGS</a:t>
                      </a:r>
                      <a:r>
                        <a:rPr lang="en-US" dirty="0"/>
                        <a:t> = </a:t>
                      </a:r>
                      <a:r>
                        <a:rPr lang="en-US" b="1" dirty="0"/>
                        <a:t>Cost of material consumed </a:t>
                      </a:r>
                      <a:r>
                        <a:rPr lang="en-US" dirty="0"/>
                        <a:t>+ purchase of stock in trade +</a:t>
                      </a:r>
                      <a:r>
                        <a:rPr lang="en-US" b="1" dirty="0"/>
                        <a:t>Operating and Direct expenses </a:t>
                      </a:r>
                      <a:r>
                        <a:rPr lang="en-US" dirty="0"/>
                        <a:t>+ Changes in inventories of FG,WIP and stock in trade + </a:t>
                      </a:r>
                      <a:r>
                        <a:rPr lang="en-US" b="1" dirty="0"/>
                        <a:t>DA + </a:t>
                      </a:r>
                      <a:r>
                        <a:rPr lang="en-US" b="0" dirty="0"/>
                        <a:t>Employee Benefit expenses </a:t>
                      </a:r>
                      <a:endParaRPr lang="en-IN" b="0" dirty="0"/>
                    </a:p>
                  </a:txBody>
                  <a:tcPr/>
                </a:tc>
                <a:tc>
                  <a:txBody>
                    <a:bodyPr/>
                    <a:lstStyle/>
                    <a:p>
                      <a:r>
                        <a:rPr lang="en-US" dirty="0"/>
                        <a:t>CY:  0 + 8049 +0-385 +641+590 = 8895</a:t>
                      </a:r>
                    </a:p>
                    <a:p>
                      <a:r>
                        <a:rPr lang="en-US" dirty="0"/>
                        <a:t>PY: 0 +6421+0+25 + 505 +517 = 7468</a:t>
                      </a:r>
                      <a:endParaRPr lang="en-IN" b="1" dirty="0"/>
                    </a:p>
                  </a:txBody>
                  <a:tcPr/>
                </a:tc>
                <a:tc>
                  <a:txBody>
                    <a:bodyPr/>
                    <a:lstStyle/>
                    <a:p>
                      <a:endParaRPr lang="en-IN" dirty="0"/>
                    </a:p>
                  </a:txBody>
                  <a:tcPr/>
                </a:tc>
                <a:extLst>
                  <a:ext uri="{0D108BD9-81ED-4DB2-BD59-A6C34878D82A}">
                    <a16:rowId xmlns:a16="http://schemas.microsoft.com/office/drawing/2014/main" val="3383887879"/>
                  </a:ext>
                </a:extLst>
              </a:tr>
            </a:tbl>
          </a:graphicData>
        </a:graphic>
      </p:graphicFrame>
    </p:spTree>
    <p:extLst>
      <p:ext uri="{BB962C8B-B14F-4D97-AF65-F5344CB8AC3E}">
        <p14:creationId xmlns:p14="http://schemas.microsoft.com/office/powerpoint/2010/main" val="3397200941"/>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FFBB6-FD1E-4CB8-BB79-8EDC1EA518BE}"/>
              </a:ext>
            </a:extLst>
          </p:cNvPr>
          <p:cNvSpPr>
            <a:spLocks noGrp="1"/>
          </p:cNvSpPr>
          <p:nvPr>
            <p:ph type="title"/>
          </p:nvPr>
        </p:nvSpPr>
        <p:spPr/>
        <p:txBody>
          <a:bodyPr/>
          <a:lstStyle/>
          <a:p>
            <a:pPr algn="ctr"/>
            <a:r>
              <a:rPr lang="en-US" dirty="0"/>
              <a:t> </a:t>
            </a:r>
            <a:r>
              <a:rPr lang="en-US" b="1" dirty="0"/>
              <a:t>Inference Guidelines on F Score </a:t>
            </a:r>
            <a:endParaRPr lang="en-IN" b="1" dirty="0"/>
          </a:p>
        </p:txBody>
      </p:sp>
      <p:sp>
        <p:nvSpPr>
          <p:cNvPr id="3" name="Content Placeholder 2">
            <a:extLst>
              <a:ext uri="{FF2B5EF4-FFF2-40B4-BE49-F238E27FC236}">
                <a16:creationId xmlns:a16="http://schemas.microsoft.com/office/drawing/2014/main" id="{BB441584-8F02-4563-803C-902B10BC4299}"/>
              </a:ext>
            </a:extLst>
          </p:cNvPr>
          <p:cNvSpPr>
            <a:spLocks noGrp="1"/>
          </p:cNvSpPr>
          <p:nvPr>
            <p:ph idx="1"/>
          </p:nvPr>
        </p:nvSpPr>
        <p:spPr/>
        <p:txBody>
          <a:bodyPr/>
          <a:lstStyle/>
          <a:p>
            <a:r>
              <a:rPr lang="en-US" b="1" dirty="0"/>
              <a:t>Score of 8 or 9 : </a:t>
            </a:r>
            <a:r>
              <a:rPr lang="en-US" dirty="0"/>
              <a:t>Good </a:t>
            </a:r>
          </a:p>
          <a:p>
            <a:endParaRPr lang="en-US" dirty="0"/>
          </a:p>
          <a:p>
            <a:r>
              <a:rPr lang="en-US" b="1" dirty="0"/>
              <a:t>Score 0-2 : </a:t>
            </a:r>
            <a:r>
              <a:rPr lang="en-US" dirty="0"/>
              <a:t>Weak </a:t>
            </a:r>
          </a:p>
          <a:p>
            <a:endParaRPr lang="en-US" dirty="0"/>
          </a:p>
          <a:p>
            <a:r>
              <a:rPr lang="en-US" b="1" dirty="0"/>
              <a:t>Score of 3-7 : </a:t>
            </a:r>
            <a:r>
              <a:rPr lang="en-US" dirty="0"/>
              <a:t>Grey Zone </a:t>
            </a:r>
            <a:endParaRPr lang="en-IN" dirty="0"/>
          </a:p>
        </p:txBody>
      </p:sp>
    </p:spTree>
    <p:extLst>
      <p:ext uri="{BB962C8B-B14F-4D97-AF65-F5344CB8AC3E}">
        <p14:creationId xmlns:p14="http://schemas.microsoft.com/office/powerpoint/2010/main" val="3159034976"/>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A0BA-72DC-4234-A466-797ED708CF0F}"/>
              </a:ext>
            </a:extLst>
          </p:cNvPr>
          <p:cNvSpPr>
            <a:spLocks noGrp="1"/>
          </p:cNvSpPr>
          <p:nvPr>
            <p:ph type="title"/>
          </p:nvPr>
        </p:nvSpPr>
        <p:spPr/>
        <p:txBody>
          <a:bodyPr/>
          <a:lstStyle/>
          <a:p>
            <a:pPr algn="ctr"/>
            <a:r>
              <a:rPr lang="en-US" b="1" dirty="0"/>
              <a:t>Vishal’s F Score in 2023</a:t>
            </a:r>
            <a:endParaRPr lang="en-IN" b="1" dirty="0"/>
          </a:p>
        </p:txBody>
      </p:sp>
      <p:graphicFrame>
        <p:nvGraphicFramePr>
          <p:cNvPr id="4" name="Table 4">
            <a:extLst>
              <a:ext uri="{FF2B5EF4-FFF2-40B4-BE49-F238E27FC236}">
                <a16:creationId xmlns:a16="http://schemas.microsoft.com/office/drawing/2014/main" id="{DD5F1C6F-9A49-476B-8750-1A111D85A40A}"/>
              </a:ext>
            </a:extLst>
          </p:cNvPr>
          <p:cNvGraphicFramePr>
            <a:graphicFrameLocks noGrp="1"/>
          </p:cNvGraphicFramePr>
          <p:nvPr>
            <p:ph idx="1"/>
          </p:nvPr>
        </p:nvGraphicFramePr>
        <p:xfrm>
          <a:off x="838200" y="1825625"/>
          <a:ext cx="10515600" cy="2595880"/>
        </p:xfrm>
        <a:graphic>
          <a:graphicData uri="http://schemas.openxmlformats.org/drawingml/2006/table">
            <a:tbl>
              <a:tblPr firstRow="1" bandRow="1">
                <a:tableStyleId>{93296810-A885-4BE3-A3E7-6D5BEEA58F35}</a:tableStyleId>
              </a:tblPr>
              <a:tblGrid>
                <a:gridCol w="5257800">
                  <a:extLst>
                    <a:ext uri="{9D8B030D-6E8A-4147-A177-3AD203B41FA5}">
                      <a16:colId xmlns:a16="http://schemas.microsoft.com/office/drawing/2014/main" val="2855140173"/>
                    </a:ext>
                  </a:extLst>
                </a:gridCol>
                <a:gridCol w="5257800">
                  <a:extLst>
                    <a:ext uri="{9D8B030D-6E8A-4147-A177-3AD203B41FA5}">
                      <a16:colId xmlns:a16="http://schemas.microsoft.com/office/drawing/2014/main" val="486234380"/>
                    </a:ext>
                  </a:extLst>
                </a:gridCol>
              </a:tblGrid>
              <a:tr h="370840">
                <a:tc>
                  <a:txBody>
                    <a:bodyPr/>
                    <a:lstStyle/>
                    <a:p>
                      <a:r>
                        <a:rPr lang="en-US" dirty="0"/>
                        <a:t>Parameter</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008403827"/>
                  </a:ext>
                </a:extLst>
              </a:tr>
              <a:tr h="370840">
                <a:tc>
                  <a:txBody>
                    <a:bodyPr/>
                    <a:lstStyle/>
                    <a:p>
                      <a:r>
                        <a:rPr lang="en-US" dirty="0"/>
                        <a:t>Profitability </a:t>
                      </a:r>
                      <a:endParaRPr lang="en-IN" dirty="0"/>
                    </a:p>
                  </a:txBody>
                  <a:tcPr/>
                </a:tc>
                <a:tc>
                  <a:txBody>
                    <a:bodyPr/>
                    <a:lstStyle/>
                    <a:p>
                      <a:r>
                        <a:rPr lang="en-IN" dirty="0"/>
                        <a:t>4</a:t>
                      </a:r>
                    </a:p>
                  </a:txBody>
                  <a:tcPr/>
                </a:tc>
                <a:extLst>
                  <a:ext uri="{0D108BD9-81ED-4DB2-BD59-A6C34878D82A}">
                    <a16:rowId xmlns:a16="http://schemas.microsoft.com/office/drawing/2014/main" val="2720390596"/>
                  </a:ext>
                </a:extLst>
              </a:tr>
              <a:tr h="370840">
                <a:tc>
                  <a:txBody>
                    <a:bodyPr/>
                    <a:lstStyle/>
                    <a:p>
                      <a:r>
                        <a:rPr lang="en-US" dirty="0"/>
                        <a:t>Liquidity Leverage &amp; Source of funding </a:t>
                      </a:r>
                      <a:endParaRPr lang="en-IN" dirty="0"/>
                    </a:p>
                  </a:txBody>
                  <a:tcPr/>
                </a:tc>
                <a:tc>
                  <a:txBody>
                    <a:bodyPr/>
                    <a:lstStyle/>
                    <a:p>
                      <a:r>
                        <a:rPr lang="en-IN" dirty="0"/>
                        <a:t>2</a:t>
                      </a:r>
                    </a:p>
                  </a:txBody>
                  <a:tcPr/>
                </a:tc>
                <a:extLst>
                  <a:ext uri="{0D108BD9-81ED-4DB2-BD59-A6C34878D82A}">
                    <a16:rowId xmlns:a16="http://schemas.microsoft.com/office/drawing/2014/main" val="719249297"/>
                  </a:ext>
                </a:extLst>
              </a:tr>
              <a:tr h="370840">
                <a:tc>
                  <a:txBody>
                    <a:bodyPr/>
                    <a:lstStyle/>
                    <a:p>
                      <a:r>
                        <a:rPr lang="en-US" dirty="0"/>
                        <a:t>Operating Efficiency </a:t>
                      </a:r>
                      <a:endParaRPr lang="en-IN" dirty="0"/>
                    </a:p>
                  </a:txBody>
                  <a:tcPr/>
                </a:tc>
                <a:tc>
                  <a:txBody>
                    <a:bodyPr/>
                    <a:lstStyle/>
                    <a:p>
                      <a:r>
                        <a:rPr lang="en-IN" dirty="0"/>
                        <a:t>2</a:t>
                      </a:r>
                    </a:p>
                  </a:txBody>
                  <a:tcPr/>
                </a:tc>
                <a:extLst>
                  <a:ext uri="{0D108BD9-81ED-4DB2-BD59-A6C34878D82A}">
                    <a16:rowId xmlns:a16="http://schemas.microsoft.com/office/drawing/2014/main" val="2255370622"/>
                  </a:ext>
                </a:extLst>
              </a:tr>
              <a:tr h="370840">
                <a:tc>
                  <a:txBody>
                    <a:bodyPr/>
                    <a:lstStyle/>
                    <a:p>
                      <a:r>
                        <a:rPr lang="en-US" b="1" dirty="0"/>
                        <a:t>Total Score </a:t>
                      </a:r>
                      <a:endParaRPr lang="en-IN" b="1" dirty="0"/>
                    </a:p>
                  </a:txBody>
                  <a:tcPr/>
                </a:tc>
                <a:tc>
                  <a:txBody>
                    <a:bodyPr/>
                    <a:lstStyle/>
                    <a:p>
                      <a:r>
                        <a:rPr lang="en-IN" b="1" dirty="0"/>
                        <a:t>8</a:t>
                      </a:r>
                    </a:p>
                  </a:txBody>
                  <a:tcPr/>
                </a:tc>
                <a:extLst>
                  <a:ext uri="{0D108BD9-81ED-4DB2-BD59-A6C34878D82A}">
                    <a16:rowId xmlns:a16="http://schemas.microsoft.com/office/drawing/2014/main" val="1652824247"/>
                  </a:ext>
                </a:extLst>
              </a:tr>
              <a:tr h="370840">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5291959"/>
                  </a:ext>
                </a:extLst>
              </a:tr>
              <a:tr h="370840">
                <a:tc>
                  <a:txBody>
                    <a:bodyPr/>
                    <a:lstStyle/>
                    <a:p>
                      <a:r>
                        <a:rPr lang="en-US" b="1" dirty="0"/>
                        <a:t>Inference</a:t>
                      </a:r>
                      <a:endParaRPr lang="en-IN" b="1" dirty="0"/>
                    </a:p>
                  </a:txBody>
                  <a:tcPr/>
                </a:tc>
                <a:tc>
                  <a:txBody>
                    <a:bodyPr/>
                    <a:lstStyle/>
                    <a:p>
                      <a:r>
                        <a:rPr lang="en-IN" b="1" dirty="0"/>
                        <a:t>Good Company</a:t>
                      </a:r>
                    </a:p>
                  </a:txBody>
                  <a:tcPr/>
                </a:tc>
                <a:extLst>
                  <a:ext uri="{0D108BD9-81ED-4DB2-BD59-A6C34878D82A}">
                    <a16:rowId xmlns:a16="http://schemas.microsoft.com/office/drawing/2014/main" val="4180869637"/>
                  </a:ext>
                </a:extLst>
              </a:tr>
            </a:tbl>
          </a:graphicData>
        </a:graphic>
      </p:graphicFrame>
    </p:spTree>
    <p:extLst>
      <p:ext uri="{BB962C8B-B14F-4D97-AF65-F5344CB8AC3E}">
        <p14:creationId xmlns:p14="http://schemas.microsoft.com/office/powerpoint/2010/main" val="4227764037"/>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A27B3235-4E84-18D9-9309-8BA497A27FF8}"/>
              </a:ext>
            </a:extLst>
          </p:cNvPr>
          <p:cNvGraphicFramePr>
            <a:graphicFrameLocks noChangeAspect="1"/>
          </p:cNvGraphicFramePr>
          <p:nvPr>
            <p:custDataLst>
              <p:tags r:id="rId1"/>
            </p:custDataLst>
            <p:extLst>
              <p:ext uri="{D42A27DB-BD31-4B8C-83A1-F6EECF244321}">
                <p14:modId xmlns:p14="http://schemas.microsoft.com/office/powerpoint/2010/main" val="42315759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27" imgH="328" progId="TCLayout.ActiveDocument.1">
                  <p:embed/>
                </p:oleObj>
              </mc:Choice>
              <mc:Fallback>
                <p:oleObj name="think-cell Slide" r:id="rId3" imgW="327" imgH="328" progId="TCLayout.ActiveDocument.1">
                  <p:embed/>
                  <p:pic>
                    <p:nvPicPr>
                      <p:cNvPr id="6" name="think-cell data - do not delete" hidden="1">
                        <a:extLst>
                          <a:ext uri="{FF2B5EF4-FFF2-40B4-BE49-F238E27FC236}">
                            <a16:creationId xmlns:a16="http://schemas.microsoft.com/office/drawing/2014/main" id="{A27B3235-4E84-18D9-9309-8BA497A27F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C9942F3-92CD-8020-24BC-13EE8D967173}"/>
              </a:ext>
            </a:extLst>
          </p:cNvPr>
          <p:cNvSpPr>
            <a:spLocks noGrp="1"/>
          </p:cNvSpPr>
          <p:nvPr>
            <p:ph type="title"/>
          </p:nvPr>
        </p:nvSpPr>
        <p:spPr/>
        <p:txBody>
          <a:bodyPr vert="horz"/>
          <a:lstStyle/>
          <a:p>
            <a:pPr algn="ctr"/>
            <a:r>
              <a:rPr lang="en-US" b="1" dirty="0"/>
              <a:t>HUL vs others on F score - 2025</a:t>
            </a:r>
          </a:p>
        </p:txBody>
      </p:sp>
      <p:graphicFrame>
        <p:nvGraphicFramePr>
          <p:cNvPr id="4" name="Table 4">
            <a:extLst>
              <a:ext uri="{FF2B5EF4-FFF2-40B4-BE49-F238E27FC236}">
                <a16:creationId xmlns:a16="http://schemas.microsoft.com/office/drawing/2014/main" id="{854F4224-C107-4220-8FA6-12DCA499DB8E}"/>
              </a:ext>
            </a:extLst>
          </p:cNvPr>
          <p:cNvGraphicFramePr>
            <a:graphicFrameLocks noGrp="1"/>
          </p:cNvGraphicFramePr>
          <p:nvPr>
            <p:ph idx="1"/>
          </p:nvPr>
        </p:nvGraphicFramePr>
        <p:xfrm>
          <a:off x="838200" y="1825625"/>
          <a:ext cx="10515600" cy="3952240"/>
        </p:xfrm>
        <a:graphic>
          <a:graphicData uri="http://schemas.openxmlformats.org/drawingml/2006/table">
            <a:tbl>
              <a:tblPr firstRow="1" bandRow="1">
                <a:tableStyleId>{00A15C55-8517-42AA-B614-E9B94910E393}</a:tableStyleId>
              </a:tblPr>
              <a:tblGrid>
                <a:gridCol w="1752600">
                  <a:extLst>
                    <a:ext uri="{9D8B030D-6E8A-4147-A177-3AD203B41FA5}">
                      <a16:colId xmlns:a16="http://schemas.microsoft.com/office/drawing/2014/main" val="500146184"/>
                    </a:ext>
                  </a:extLst>
                </a:gridCol>
                <a:gridCol w="1752600">
                  <a:extLst>
                    <a:ext uri="{9D8B030D-6E8A-4147-A177-3AD203B41FA5}">
                      <a16:colId xmlns:a16="http://schemas.microsoft.com/office/drawing/2014/main" val="1397011553"/>
                    </a:ext>
                  </a:extLst>
                </a:gridCol>
                <a:gridCol w="1752600">
                  <a:extLst>
                    <a:ext uri="{9D8B030D-6E8A-4147-A177-3AD203B41FA5}">
                      <a16:colId xmlns:a16="http://schemas.microsoft.com/office/drawing/2014/main" val="2262914098"/>
                    </a:ext>
                  </a:extLst>
                </a:gridCol>
                <a:gridCol w="1752600">
                  <a:extLst>
                    <a:ext uri="{9D8B030D-6E8A-4147-A177-3AD203B41FA5}">
                      <a16:colId xmlns:a16="http://schemas.microsoft.com/office/drawing/2014/main" val="963077583"/>
                    </a:ext>
                  </a:extLst>
                </a:gridCol>
                <a:gridCol w="1752600">
                  <a:extLst>
                    <a:ext uri="{9D8B030D-6E8A-4147-A177-3AD203B41FA5}">
                      <a16:colId xmlns:a16="http://schemas.microsoft.com/office/drawing/2014/main" val="3595086904"/>
                    </a:ext>
                  </a:extLst>
                </a:gridCol>
                <a:gridCol w="1752600">
                  <a:extLst>
                    <a:ext uri="{9D8B030D-6E8A-4147-A177-3AD203B41FA5}">
                      <a16:colId xmlns:a16="http://schemas.microsoft.com/office/drawing/2014/main" val="2831583761"/>
                    </a:ext>
                  </a:extLst>
                </a:gridCol>
              </a:tblGrid>
              <a:tr h="370840">
                <a:tc>
                  <a:txBody>
                    <a:bodyPr/>
                    <a:lstStyle/>
                    <a:p>
                      <a:r>
                        <a:rPr lang="en-US" dirty="0"/>
                        <a:t>Parameter </a:t>
                      </a:r>
                    </a:p>
                  </a:txBody>
                  <a:tcPr/>
                </a:tc>
                <a:tc>
                  <a:txBody>
                    <a:bodyPr/>
                    <a:lstStyle/>
                    <a:p>
                      <a:r>
                        <a:rPr lang="en-US" dirty="0"/>
                        <a:t>HUL’s score</a:t>
                      </a:r>
                    </a:p>
                  </a:txBody>
                  <a:tcPr/>
                </a:tc>
                <a:tc>
                  <a:txBody>
                    <a:bodyPr/>
                    <a:lstStyle/>
                    <a:p>
                      <a:r>
                        <a:rPr lang="en-US" dirty="0"/>
                        <a:t>Godrej’s score </a:t>
                      </a:r>
                    </a:p>
                  </a:txBody>
                  <a:tcPr/>
                </a:tc>
                <a:tc>
                  <a:txBody>
                    <a:bodyPr/>
                    <a:lstStyle/>
                    <a:p>
                      <a:r>
                        <a:rPr lang="en-US" dirty="0"/>
                        <a:t>Narico’s score</a:t>
                      </a:r>
                    </a:p>
                  </a:txBody>
                  <a:tcPr/>
                </a:tc>
                <a:tc>
                  <a:txBody>
                    <a:bodyPr/>
                    <a:lstStyle/>
                    <a:p>
                      <a:r>
                        <a:rPr lang="en-US" dirty="0"/>
                        <a:t>Dabur’s score</a:t>
                      </a:r>
                    </a:p>
                  </a:txBody>
                  <a:tcPr/>
                </a:tc>
                <a:tc>
                  <a:txBody>
                    <a:bodyPr/>
                    <a:lstStyle/>
                    <a:p>
                      <a:r>
                        <a:rPr lang="en-US" dirty="0"/>
                        <a:t>Vishal’s score</a:t>
                      </a:r>
                    </a:p>
                  </a:txBody>
                  <a:tcPr/>
                </a:tc>
                <a:extLst>
                  <a:ext uri="{0D108BD9-81ED-4DB2-BD59-A6C34878D82A}">
                    <a16:rowId xmlns:a16="http://schemas.microsoft.com/office/drawing/2014/main" val="2905455549"/>
                  </a:ext>
                </a:extLst>
              </a:tr>
              <a:tr h="370840">
                <a:tc>
                  <a:txBody>
                    <a:bodyPr/>
                    <a:lstStyle/>
                    <a:p>
                      <a:r>
                        <a:rPr lang="en-US" dirty="0"/>
                        <a:t>Profitability </a:t>
                      </a:r>
                      <a:endParaRPr lang="en-IN" dirty="0"/>
                    </a:p>
                  </a:txBody>
                  <a:tcPr/>
                </a:tc>
                <a:tc>
                  <a:txBody>
                    <a:bodyPr/>
                    <a:lstStyle/>
                    <a:p>
                      <a:r>
                        <a:rPr lang="en-IN" b="0" dirty="0"/>
                        <a:t>4</a:t>
                      </a:r>
                    </a:p>
                  </a:txBody>
                  <a:tcPr/>
                </a:tc>
                <a:tc>
                  <a:txBody>
                    <a:bodyPr/>
                    <a:lstStyle/>
                    <a:p>
                      <a:r>
                        <a:rPr lang="en-IN" b="0" dirty="0"/>
                        <a:t>4</a:t>
                      </a:r>
                    </a:p>
                  </a:txBody>
                  <a:tcPr/>
                </a:tc>
                <a:tc>
                  <a:txBody>
                    <a:bodyPr/>
                    <a:lstStyle/>
                    <a:p>
                      <a:r>
                        <a:rPr lang="en-IN" b="0" dirty="0"/>
                        <a:t>2</a:t>
                      </a:r>
                    </a:p>
                  </a:txBody>
                  <a:tcPr/>
                </a:tc>
                <a:tc>
                  <a:txBody>
                    <a:bodyPr/>
                    <a:lstStyle/>
                    <a:p>
                      <a:r>
                        <a:rPr lang="en-IN" b="0" dirty="0"/>
                        <a:t>3</a:t>
                      </a:r>
                    </a:p>
                  </a:txBody>
                  <a:tcPr/>
                </a:tc>
                <a:tc>
                  <a:txBody>
                    <a:bodyPr/>
                    <a:lstStyle/>
                    <a:p>
                      <a:r>
                        <a:rPr lang="en-IN" b="0" dirty="0"/>
                        <a:t>4</a:t>
                      </a:r>
                    </a:p>
                  </a:txBody>
                  <a:tcPr/>
                </a:tc>
                <a:extLst>
                  <a:ext uri="{0D108BD9-81ED-4DB2-BD59-A6C34878D82A}">
                    <a16:rowId xmlns:a16="http://schemas.microsoft.com/office/drawing/2014/main" val="2887315097"/>
                  </a:ext>
                </a:extLst>
              </a:tr>
              <a:tr h="370840">
                <a:tc>
                  <a:txBody>
                    <a:bodyPr/>
                    <a:lstStyle/>
                    <a:p>
                      <a:r>
                        <a:rPr lang="en-US" dirty="0"/>
                        <a:t>Liquidity Leverage &amp; Source of funding </a:t>
                      </a:r>
                      <a:endParaRPr lang="en-IN" dirty="0"/>
                    </a:p>
                  </a:txBody>
                  <a:tcPr/>
                </a:tc>
                <a:tc>
                  <a:txBody>
                    <a:bodyPr/>
                    <a:lstStyle/>
                    <a:p>
                      <a:r>
                        <a:rPr lang="en-IN" b="0" dirty="0"/>
                        <a:t>2</a:t>
                      </a:r>
                    </a:p>
                  </a:txBody>
                  <a:tcPr/>
                </a:tc>
                <a:tc>
                  <a:txBody>
                    <a:bodyPr/>
                    <a:lstStyle/>
                    <a:p>
                      <a:r>
                        <a:rPr lang="en-IN" b="0" dirty="0"/>
                        <a:t>2</a:t>
                      </a:r>
                    </a:p>
                  </a:txBody>
                  <a:tcPr/>
                </a:tc>
                <a:tc>
                  <a:txBody>
                    <a:bodyPr/>
                    <a:lstStyle/>
                    <a:p>
                      <a:r>
                        <a:rPr lang="en-IN" b="0" dirty="0"/>
                        <a:t>3</a:t>
                      </a:r>
                    </a:p>
                  </a:txBody>
                  <a:tcPr/>
                </a:tc>
                <a:tc>
                  <a:txBody>
                    <a:bodyPr/>
                    <a:lstStyle/>
                    <a:p>
                      <a:r>
                        <a:rPr lang="en-IN" b="0" dirty="0"/>
                        <a:t>2</a:t>
                      </a:r>
                    </a:p>
                  </a:txBody>
                  <a:tcPr/>
                </a:tc>
                <a:tc>
                  <a:txBody>
                    <a:bodyPr/>
                    <a:lstStyle/>
                    <a:p>
                      <a:r>
                        <a:rPr lang="en-IN" b="0" dirty="0"/>
                        <a:t>2</a:t>
                      </a:r>
                    </a:p>
                  </a:txBody>
                  <a:tcPr/>
                </a:tc>
                <a:extLst>
                  <a:ext uri="{0D108BD9-81ED-4DB2-BD59-A6C34878D82A}">
                    <a16:rowId xmlns:a16="http://schemas.microsoft.com/office/drawing/2014/main" val="2288840620"/>
                  </a:ext>
                </a:extLst>
              </a:tr>
              <a:tr h="370840">
                <a:tc>
                  <a:txBody>
                    <a:bodyPr/>
                    <a:lstStyle/>
                    <a:p>
                      <a:r>
                        <a:rPr lang="en-US" dirty="0"/>
                        <a:t>Operating Efficiency </a:t>
                      </a:r>
                      <a:endParaRPr lang="en-IN" dirty="0"/>
                    </a:p>
                  </a:txBody>
                  <a:tcPr/>
                </a:tc>
                <a:tc>
                  <a:txBody>
                    <a:bodyPr/>
                    <a:lstStyle/>
                    <a:p>
                      <a:r>
                        <a:rPr lang="en-IN" b="0" dirty="0"/>
                        <a:t>1</a:t>
                      </a:r>
                    </a:p>
                  </a:txBody>
                  <a:tcPr/>
                </a:tc>
                <a:tc>
                  <a:txBody>
                    <a:bodyPr/>
                    <a:lstStyle/>
                    <a:p>
                      <a:r>
                        <a:rPr lang="en-IN" b="0" dirty="0"/>
                        <a:t>1</a:t>
                      </a:r>
                    </a:p>
                  </a:txBody>
                  <a:tcPr/>
                </a:tc>
                <a:tc>
                  <a:txBody>
                    <a:bodyPr/>
                    <a:lstStyle/>
                    <a:p>
                      <a:r>
                        <a:rPr lang="en-IN" b="0" dirty="0"/>
                        <a:t>0</a:t>
                      </a:r>
                    </a:p>
                  </a:txBody>
                  <a:tcPr/>
                </a:tc>
                <a:tc>
                  <a:txBody>
                    <a:bodyPr/>
                    <a:lstStyle/>
                    <a:p>
                      <a:r>
                        <a:rPr lang="en-IN" b="0" dirty="0"/>
                        <a:t>0</a:t>
                      </a:r>
                    </a:p>
                  </a:txBody>
                  <a:tcPr/>
                </a:tc>
                <a:tc>
                  <a:txBody>
                    <a:bodyPr/>
                    <a:lstStyle/>
                    <a:p>
                      <a:r>
                        <a:rPr lang="en-IN" b="0" dirty="0"/>
                        <a:t>2</a:t>
                      </a:r>
                    </a:p>
                  </a:txBody>
                  <a:tcPr/>
                </a:tc>
                <a:extLst>
                  <a:ext uri="{0D108BD9-81ED-4DB2-BD59-A6C34878D82A}">
                    <a16:rowId xmlns:a16="http://schemas.microsoft.com/office/drawing/2014/main" val="3210807543"/>
                  </a:ext>
                </a:extLst>
              </a:tr>
              <a:tr h="370840">
                <a:tc>
                  <a:txBody>
                    <a:bodyPr/>
                    <a:lstStyle/>
                    <a:p>
                      <a:r>
                        <a:rPr lang="en-US" b="1" dirty="0"/>
                        <a:t>Total Score </a:t>
                      </a:r>
                      <a:endParaRPr lang="en-IN" b="1" dirty="0"/>
                    </a:p>
                  </a:txBody>
                  <a:tcPr/>
                </a:tc>
                <a:tc>
                  <a:txBody>
                    <a:bodyPr/>
                    <a:lstStyle/>
                    <a:p>
                      <a:r>
                        <a:rPr lang="en-IN" b="0" dirty="0"/>
                        <a:t>7</a:t>
                      </a:r>
                    </a:p>
                  </a:txBody>
                  <a:tcPr/>
                </a:tc>
                <a:tc>
                  <a:txBody>
                    <a:bodyPr/>
                    <a:lstStyle/>
                    <a:p>
                      <a:r>
                        <a:rPr lang="en-IN" b="0" dirty="0"/>
                        <a:t>7</a:t>
                      </a:r>
                    </a:p>
                  </a:txBody>
                  <a:tcPr/>
                </a:tc>
                <a:tc>
                  <a:txBody>
                    <a:bodyPr/>
                    <a:lstStyle/>
                    <a:p>
                      <a:r>
                        <a:rPr lang="en-IN" b="0" dirty="0">
                          <a:highlight>
                            <a:srgbClr val="FFFF00"/>
                          </a:highlight>
                        </a:rPr>
                        <a:t>5</a:t>
                      </a:r>
                    </a:p>
                  </a:txBody>
                  <a:tcPr/>
                </a:tc>
                <a:tc>
                  <a:txBody>
                    <a:bodyPr/>
                    <a:lstStyle/>
                    <a:p>
                      <a:r>
                        <a:rPr lang="en-IN" b="0" dirty="0">
                          <a:highlight>
                            <a:srgbClr val="FFFF00"/>
                          </a:highlight>
                        </a:rPr>
                        <a:t>5</a:t>
                      </a:r>
                    </a:p>
                  </a:txBody>
                  <a:tcPr/>
                </a:tc>
                <a:tc>
                  <a:txBody>
                    <a:bodyPr/>
                    <a:lstStyle/>
                    <a:p>
                      <a:r>
                        <a:rPr lang="en-IN" b="1" dirty="0"/>
                        <a:t>8</a:t>
                      </a:r>
                    </a:p>
                  </a:txBody>
                  <a:tcPr/>
                </a:tc>
                <a:extLst>
                  <a:ext uri="{0D108BD9-81ED-4DB2-BD59-A6C34878D82A}">
                    <a16:rowId xmlns:a16="http://schemas.microsoft.com/office/drawing/2014/main" val="271480558"/>
                  </a:ext>
                </a:extLst>
              </a:tr>
              <a:tr h="370840">
                <a:tc>
                  <a:txBody>
                    <a:bodyPr/>
                    <a:lstStyle/>
                    <a:p>
                      <a:endParaRPr lang="en-IN" dirty="0"/>
                    </a:p>
                  </a:txBody>
                  <a:tcPr/>
                </a:tc>
                <a:tc>
                  <a:txBody>
                    <a:bodyPr/>
                    <a:lstStyle/>
                    <a:p>
                      <a:endParaRPr lang="en-IN" b="0" dirty="0"/>
                    </a:p>
                  </a:txBody>
                  <a:tcPr/>
                </a:tc>
                <a:tc>
                  <a:txBody>
                    <a:bodyPr/>
                    <a:lstStyle/>
                    <a:p>
                      <a:endParaRPr lang="en-IN" b="0" dirty="0"/>
                    </a:p>
                  </a:txBody>
                  <a:tcPr/>
                </a:tc>
                <a:tc>
                  <a:txBody>
                    <a:bodyPr/>
                    <a:lstStyle/>
                    <a:p>
                      <a:endParaRPr lang="en-IN" b="0" dirty="0">
                        <a:highlight>
                          <a:srgbClr val="FFFF00"/>
                        </a:highlight>
                      </a:endParaRPr>
                    </a:p>
                  </a:txBody>
                  <a:tcPr/>
                </a:tc>
                <a:tc>
                  <a:txBody>
                    <a:bodyPr/>
                    <a:lstStyle/>
                    <a:p>
                      <a:endParaRPr lang="en-IN" b="0" dirty="0"/>
                    </a:p>
                  </a:txBody>
                  <a:tcPr/>
                </a:tc>
                <a:tc>
                  <a:txBody>
                    <a:bodyPr/>
                    <a:lstStyle/>
                    <a:p>
                      <a:endParaRPr lang="en-IN" b="0" dirty="0"/>
                    </a:p>
                  </a:txBody>
                  <a:tcPr/>
                </a:tc>
                <a:extLst>
                  <a:ext uri="{0D108BD9-81ED-4DB2-BD59-A6C34878D82A}">
                    <a16:rowId xmlns:a16="http://schemas.microsoft.com/office/drawing/2014/main" val="2272911589"/>
                  </a:ext>
                </a:extLst>
              </a:tr>
              <a:tr h="370840">
                <a:tc>
                  <a:txBody>
                    <a:bodyPr/>
                    <a:lstStyle/>
                    <a:p>
                      <a:r>
                        <a:rPr lang="en-US" b="1" dirty="0"/>
                        <a:t>Inference</a:t>
                      </a:r>
                      <a:endParaRPr lang="en-IN" b="1" dirty="0"/>
                    </a:p>
                  </a:txBody>
                  <a:tcPr/>
                </a:tc>
                <a:tc>
                  <a:txBody>
                    <a:bodyPr/>
                    <a:lstStyle/>
                    <a:p>
                      <a:r>
                        <a:rPr lang="en-IN" b="0" dirty="0"/>
                        <a:t>Grey Zone- Higher End</a:t>
                      </a:r>
                    </a:p>
                  </a:txBody>
                  <a:tcPr/>
                </a:tc>
                <a:tc>
                  <a:txBody>
                    <a:bodyPr/>
                    <a:lstStyle/>
                    <a:p>
                      <a:r>
                        <a:rPr lang="en-US" b="0" dirty="0"/>
                        <a:t>Grey Zone – Higher End</a:t>
                      </a:r>
                      <a:endParaRPr lang="en-IN" b="0" dirty="0"/>
                    </a:p>
                  </a:txBody>
                  <a:tcPr/>
                </a:tc>
                <a:tc>
                  <a:txBody>
                    <a:bodyPr/>
                    <a:lstStyle/>
                    <a:p>
                      <a:r>
                        <a:rPr lang="en-US" b="0" dirty="0">
                          <a:highlight>
                            <a:srgbClr val="FFFF00"/>
                          </a:highlight>
                        </a:rPr>
                        <a:t>Grey Zone – Median </a:t>
                      </a:r>
                      <a:endParaRPr lang="en-IN" b="0" dirty="0">
                        <a:highlight>
                          <a:srgbClr val="FFFF00"/>
                        </a:highlight>
                      </a:endParaRPr>
                    </a:p>
                  </a:txBody>
                  <a:tcPr/>
                </a:tc>
                <a:tc>
                  <a:txBody>
                    <a:bodyPr/>
                    <a:lstStyle/>
                    <a:p>
                      <a:r>
                        <a:rPr lang="en-US" b="0" dirty="0">
                          <a:highlight>
                            <a:srgbClr val="FFFF00"/>
                          </a:highlight>
                        </a:rPr>
                        <a:t>Grey Zone – Median </a:t>
                      </a:r>
                      <a:endParaRPr lang="en-IN" b="0" dirty="0">
                        <a:highlight>
                          <a:srgbClr val="FFFF00"/>
                        </a:highlight>
                      </a:endParaRPr>
                    </a:p>
                  </a:txBody>
                  <a:tcPr/>
                </a:tc>
                <a:tc>
                  <a:txBody>
                    <a:bodyPr/>
                    <a:lstStyle/>
                    <a:p>
                      <a:r>
                        <a:rPr lang="en-IN" b="1" dirty="0"/>
                        <a:t>Good Company </a:t>
                      </a:r>
                    </a:p>
                  </a:txBody>
                  <a:tcPr/>
                </a:tc>
                <a:extLst>
                  <a:ext uri="{0D108BD9-81ED-4DB2-BD59-A6C34878D82A}">
                    <a16:rowId xmlns:a16="http://schemas.microsoft.com/office/drawing/2014/main" val="40200057"/>
                  </a:ext>
                </a:extLst>
              </a:tr>
            </a:tbl>
          </a:graphicData>
        </a:graphic>
      </p:graphicFrame>
    </p:spTree>
    <p:extLst>
      <p:ext uri="{BB962C8B-B14F-4D97-AF65-F5344CB8AC3E}">
        <p14:creationId xmlns:p14="http://schemas.microsoft.com/office/powerpoint/2010/main" val="1354238309"/>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4891224-77CA-849A-3051-5674FD5682BF}"/>
              </a:ext>
            </a:extLst>
          </p:cNvPr>
          <p:cNvSpPr txBox="1"/>
          <p:nvPr/>
        </p:nvSpPr>
        <p:spPr>
          <a:xfrm>
            <a:off x="614363" y="507206"/>
            <a:ext cx="6514091" cy="1754326"/>
          </a:xfrm>
          <a:prstGeom prst="rect">
            <a:avLst/>
          </a:prstGeom>
          <a:noFill/>
        </p:spPr>
        <p:txBody>
          <a:bodyPr wrap="none" rtlCol="0">
            <a:spAutoFit/>
          </a:bodyPr>
          <a:lstStyle/>
          <a:p>
            <a:r>
              <a:rPr lang="en-US" dirty="0"/>
              <a:t>Some more modification that can be done in the F score calculation</a:t>
            </a:r>
          </a:p>
          <a:p>
            <a:pPr marL="342900" indent="-342900">
              <a:buAutoNum type="arabicPeriod"/>
            </a:pPr>
            <a:r>
              <a:rPr lang="en-US" dirty="0"/>
              <a:t>Take AVG of TA instead of ending TA</a:t>
            </a:r>
          </a:p>
          <a:p>
            <a:pPr marL="342900" indent="-342900">
              <a:buAutoNum type="arabicPeriod"/>
            </a:pPr>
            <a:r>
              <a:rPr lang="en-US" dirty="0"/>
              <a:t>ROE instead of ROA if we are talking about equity investor</a:t>
            </a:r>
          </a:p>
          <a:p>
            <a:pPr marL="342900" indent="-342900">
              <a:buAutoNum type="arabicPeriod"/>
            </a:pPr>
            <a:r>
              <a:rPr lang="en-US" dirty="0"/>
              <a:t>Do for multi pair period</a:t>
            </a:r>
          </a:p>
          <a:p>
            <a:pPr marL="342900" indent="-342900">
              <a:buAutoNum type="arabicPeriod"/>
            </a:pPr>
            <a:endParaRPr lang="en-US" dirty="0"/>
          </a:p>
          <a:p>
            <a:pPr marL="342900" indent="-342900">
              <a:buAutoNum type="arabicPeriod"/>
            </a:pPr>
            <a:endParaRPr lang="en-US" dirty="0"/>
          </a:p>
        </p:txBody>
      </p:sp>
    </p:spTree>
    <p:extLst>
      <p:ext uri="{BB962C8B-B14F-4D97-AF65-F5344CB8AC3E}">
        <p14:creationId xmlns:p14="http://schemas.microsoft.com/office/powerpoint/2010/main" val="3582395906"/>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73AD6-12C3-9E5C-0837-801DCF0404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71B6F7-C007-9162-82C3-5727FE602947}"/>
              </a:ext>
            </a:extLst>
          </p:cNvPr>
          <p:cNvSpPr>
            <a:spLocks noGrp="1"/>
          </p:cNvSpPr>
          <p:nvPr>
            <p:ph type="ctrTitle"/>
          </p:nvPr>
        </p:nvSpPr>
        <p:spPr/>
        <p:txBody>
          <a:bodyPr/>
          <a:lstStyle/>
          <a:p>
            <a:r>
              <a:rPr lang="en-US" dirty="0"/>
              <a:t>FAL</a:t>
            </a:r>
            <a:br>
              <a:rPr lang="en-US" dirty="0"/>
            </a:br>
            <a:r>
              <a:rPr lang="en-US" dirty="0"/>
              <a:t>PGDF (24-26)</a:t>
            </a:r>
          </a:p>
        </p:txBody>
      </p:sp>
      <p:sp>
        <p:nvSpPr>
          <p:cNvPr id="3" name="Subtitle 2">
            <a:extLst>
              <a:ext uri="{FF2B5EF4-FFF2-40B4-BE49-F238E27FC236}">
                <a16:creationId xmlns:a16="http://schemas.microsoft.com/office/drawing/2014/main" id="{8CF8260F-4576-AC23-EE8A-441102519796}"/>
              </a:ext>
            </a:extLst>
          </p:cNvPr>
          <p:cNvSpPr>
            <a:spLocks noGrp="1"/>
          </p:cNvSpPr>
          <p:nvPr>
            <p:ph type="subTitle" idx="1"/>
          </p:nvPr>
        </p:nvSpPr>
        <p:spPr/>
        <p:txBody>
          <a:bodyPr/>
          <a:lstStyle/>
          <a:p>
            <a:r>
              <a:rPr lang="en-US" dirty="0"/>
              <a:t>Session6 ( 30-Nov-2025)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FC2AB7ED-9546-7ADB-C0AC-85495DFC30FC}"/>
                  </a:ext>
                </a:extLst>
              </p14:cNvPr>
              <p14:cNvContentPartPr/>
              <p14:nvPr/>
            </p14:nvContentPartPr>
            <p14:xfrm>
              <a:off x="1809360" y="1367280"/>
              <a:ext cx="1558800" cy="302400"/>
            </p14:xfrm>
          </p:contentPart>
        </mc:Choice>
        <mc:Fallback xmlns="">
          <p:pic>
            <p:nvPicPr>
              <p:cNvPr id="4" name="Ink 3">
                <a:extLst>
                  <a:ext uri="{FF2B5EF4-FFF2-40B4-BE49-F238E27FC236}">
                    <a16:creationId xmlns:a16="http://schemas.microsoft.com/office/drawing/2014/main" id="{248D5665-12DB-EC80-2CB5-0206C45C9FA5}"/>
                  </a:ext>
                </a:extLst>
              </p:cNvPr>
              <p:cNvPicPr/>
              <p:nvPr/>
            </p:nvPicPr>
            <p:blipFill>
              <a:blip r:embed="rId3"/>
              <a:stretch>
                <a:fillRect/>
              </a:stretch>
            </p:blipFill>
            <p:spPr>
              <a:xfrm>
                <a:off x="1800000" y="1357920"/>
                <a:ext cx="1577520" cy="321120"/>
              </a:xfrm>
              <a:prstGeom prst="rect">
                <a:avLst/>
              </a:prstGeom>
            </p:spPr>
          </p:pic>
        </mc:Fallback>
      </mc:AlternateContent>
    </p:spTree>
    <p:extLst>
      <p:ext uri="{BB962C8B-B14F-4D97-AF65-F5344CB8AC3E}">
        <p14:creationId xmlns:p14="http://schemas.microsoft.com/office/powerpoint/2010/main" val="2500577249"/>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5B074-2C08-F29D-662D-652595B666EE}"/>
              </a:ext>
            </a:extLst>
          </p:cNvPr>
          <p:cNvSpPr>
            <a:spLocks noGrp="1"/>
          </p:cNvSpPr>
          <p:nvPr>
            <p:ph type="title"/>
          </p:nvPr>
        </p:nvSpPr>
        <p:spPr/>
        <p:txBody>
          <a:bodyPr/>
          <a:lstStyle/>
          <a:p>
            <a:pPr algn="ctr"/>
            <a:r>
              <a:rPr lang="en-US" b="1" dirty="0"/>
              <a:t>For Discussion </a:t>
            </a:r>
          </a:p>
        </p:txBody>
      </p:sp>
      <p:sp>
        <p:nvSpPr>
          <p:cNvPr id="3" name="Content Placeholder 2">
            <a:extLst>
              <a:ext uri="{FF2B5EF4-FFF2-40B4-BE49-F238E27FC236}">
                <a16:creationId xmlns:a16="http://schemas.microsoft.com/office/drawing/2014/main" id="{FBE15B47-9EE6-0410-2E72-FEDAE8CB94DF}"/>
              </a:ext>
            </a:extLst>
          </p:cNvPr>
          <p:cNvSpPr>
            <a:spLocks noGrp="1"/>
          </p:cNvSpPr>
          <p:nvPr>
            <p:ph idx="1"/>
          </p:nvPr>
        </p:nvSpPr>
        <p:spPr>
          <a:xfrm>
            <a:off x="838200" y="1690688"/>
            <a:ext cx="10515600" cy="4351338"/>
          </a:xfrm>
        </p:spPr>
        <p:txBody>
          <a:bodyPr>
            <a:normAutofit/>
          </a:bodyPr>
          <a:lstStyle/>
          <a:p>
            <a:r>
              <a:rPr lang="en-US" sz="1800" b="1" dirty="0" err="1"/>
              <a:t>Beneish</a:t>
            </a:r>
            <a:r>
              <a:rPr lang="en-US" sz="1800" b="1" dirty="0"/>
              <a:t> M Score </a:t>
            </a:r>
          </a:p>
          <a:p>
            <a:r>
              <a:rPr lang="en-US" sz="1800" b="1" dirty="0"/>
              <a:t>Benford Analysis </a:t>
            </a:r>
          </a:p>
          <a:p>
            <a:r>
              <a:rPr lang="en-US" sz="1800" b="1" dirty="0"/>
              <a:t>Introduction to PE Ratio</a:t>
            </a:r>
          </a:p>
          <a:p>
            <a:r>
              <a:rPr lang="en-US" sz="1800" b="1" dirty="0"/>
              <a:t>F score gives the fundamentals strength. M score and Benford analysis gives the reliability of financial statement.</a:t>
            </a:r>
          </a:p>
        </p:txBody>
      </p:sp>
    </p:spTree>
    <p:extLst>
      <p:ext uri="{BB962C8B-B14F-4D97-AF65-F5344CB8AC3E}">
        <p14:creationId xmlns:p14="http://schemas.microsoft.com/office/powerpoint/2010/main" val="1357454592"/>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26B84-43BB-A6D3-B1C9-1D1657B0D1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F7C269-22A6-0011-42E1-4A2CC5328776}"/>
              </a:ext>
            </a:extLst>
          </p:cNvPr>
          <p:cNvSpPr>
            <a:spLocks noGrp="1"/>
          </p:cNvSpPr>
          <p:nvPr>
            <p:ph type="title"/>
          </p:nvPr>
        </p:nvSpPr>
        <p:spPr/>
        <p:txBody>
          <a:bodyPr/>
          <a:lstStyle/>
          <a:p>
            <a:pPr algn="ctr"/>
            <a:r>
              <a:rPr lang="en-US" b="1" dirty="0"/>
              <a:t>M Score</a:t>
            </a:r>
            <a:endParaRPr lang="en-IN" b="1" dirty="0"/>
          </a:p>
        </p:txBody>
      </p:sp>
      <p:sp>
        <p:nvSpPr>
          <p:cNvPr id="3" name="Content Placeholder 2">
            <a:extLst>
              <a:ext uri="{FF2B5EF4-FFF2-40B4-BE49-F238E27FC236}">
                <a16:creationId xmlns:a16="http://schemas.microsoft.com/office/drawing/2014/main" id="{9C4A8DB0-B9EB-136E-FDA6-B58CA94E05E6}"/>
              </a:ext>
            </a:extLst>
          </p:cNvPr>
          <p:cNvSpPr>
            <a:spLocks noGrp="1"/>
          </p:cNvSpPr>
          <p:nvPr>
            <p:ph idx="1"/>
          </p:nvPr>
        </p:nvSpPr>
        <p:spPr>
          <a:xfrm>
            <a:off x="838200" y="1253331"/>
            <a:ext cx="10515600" cy="2847182"/>
          </a:xfrm>
        </p:spPr>
        <p:txBody>
          <a:bodyPr>
            <a:normAutofit/>
          </a:bodyPr>
          <a:lstStyle/>
          <a:p>
            <a:pPr marL="0" indent="0">
              <a:buNone/>
            </a:pPr>
            <a:r>
              <a:rPr lang="en-US" sz="1400" dirty="0"/>
              <a:t> = -4.840</a:t>
            </a:r>
          </a:p>
          <a:p>
            <a:pPr marL="0" indent="0">
              <a:buNone/>
            </a:pPr>
            <a:r>
              <a:rPr lang="en-US" sz="1400" dirty="0"/>
              <a:t>+ 0.920 ( DSRI) = days sale receivable index</a:t>
            </a:r>
          </a:p>
          <a:p>
            <a:pPr marL="0" indent="0">
              <a:buNone/>
            </a:pPr>
            <a:r>
              <a:rPr lang="en-US" sz="1400" dirty="0"/>
              <a:t>+0.528 (GMI) = gross margin index</a:t>
            </a:r>
          </a:p>
          <a:p>
            <a:pPr marL="0" indent="0">
              <a:buNone/>
            </a:pPr>
            <a:r>
              <a:rPr lang="en-US" sz="1400" dirty="0"/>
              <a:t>+0.404 (AQI) = asset quality index</a:t>
            </a:r>
          </a:p>
          <a:p>
            <a:pPr marL="0" indent="0">
              <a:buNone/>
            </a:pPr>
            <a:r>
              <a:rPr lang="en-US" sz="1400" dirty="0"/>
              <a:t>+0.892 (SGI) = sales growth index</a:t>
            </a:r>
          </a:p>
          <a:p>
            <a:pPr marL="0" indent="0">
              <a:buNone/>
            </a:pPr>
            <a:r>
              <a:rPr lang="en-US" sz="1400" dirty="0"/>
              <a:t>+0.115 (DEPI) = </a:t>
            </a:r>
            <a:r>
              <a:rPr lang="en-US" sz="1400" dirty="0" err="1"/>
              <a:t>depr</a:t>
            </a:r>
            <a:r>
              <a:rPr lang="en-US" sz="1400" dirty="0"/>
              <a:t> index</a:t>
            </a:r>
          </a:p>
          <a:p>
            <a:pPr marL="0" indent="0">
              <a:buNone/>
            </a:pPr>
            <a:r>
              <a:rPr lang="en-US" sz="1400" dirty="0"/>
              <a:t>-0.172 (SGAI) = selling general admin expense index</a:t>
            </a:r>
          </a:p>
          <a:p>
            <a:pPr marL="0" indent="0">
              <a:buNone/>
            </a:pPr>
            <a:r>
              <a:rPr lang="en-US" sz="1400" dirty="0"/>
              <a:t>-0.327 (LVGI) = leverage index </a:t>
            </a:r>
          </a:p>
          <a:p>
            <a:pPr marL="0" indent="0">
              <a:buNone/>
            </a:pPr>
            <a:r>
              <a:rPr lang="en-US" sz="1400" dirty="0"/>
              <a:t>+4.697 ( TATA) = total accrual to total asset</a:t>
            </a:r>
            <a:endParaRPr lang="en-IN" sz="1400" dirty="0"/>
          </a:p>
        </p:txBody>
      </p:sp>
      <p:sp>
        <p:nvSpPr>
          <p:cNvPr id="5" name="TextBox 4">
            <a:extLst>
              <a:ext uri="{FF2B5EF4-FFF2-40B4-BE49-F238E27FC236}">
                <a16:creationId xmlns:a16="http://schemas.microsoft.com/office/drawing/2014/main" id="{2649447C-47E1-6254-45E7-9A585B2747C6}"/>
              </a:ext>
            </a:extLst>
          </p:cNvPr>
          <p:cNvSpPr txBox="1"/>
          <p:nvPr/>
        </p:nvSpPr>
        <p:spPr>
          <a:xfrm>
            <a:off x="723900" y="4176713"/>
            <a:ext cx="10937081" cy="1323439"/>
          </a:xfrm>
          <a:prstGeom prst="rect">
            <a:avLst/>
          </a:prstGeom>
          <a:noFill/>
        </p:spPr>
        <p:txBody>
          <a:bodyPr wrap="square" rtlCol="0">
            <a:spAutoFit/>
          </a:bodyPr>
          <a:lstStyle/>
          <a:p>
            <a:pPr marL="171450" indent="-171450">
              <a:buFont typeface="Arial" panose="020B0604020202020204" pitchFamily="34" charset="0"/>
              <a:buChar char="•"/>
            </a:pPr>
            <a:r>
              <a:rPr lang="en-US" sz="1600" dirty="0"/>
              <a:t>if M score &gt;  (-1.78) , then the firm is manipulating. </a:t>
            </a:r>
          </a:p>
          <a:p>
            <a:pPr marL="171450" indent="-171450">
              <a:buFont typeface="Arial" panose="020B0604020202020204" pitchFamily="34" charset="0"/>
              <a:buChar char="•"/>
            </a:pPr>
            <a:r>
              <a:rPr lang="en-US" sz="1600" dirty="0"/>
              <a:t>Companies are classified into two groups, company that manipulate their FS vs company that doesn’t . Here also we look at current year vs previous year figure of these Metrix to look at if company is manipulating FS. </a:t>
            </a:r>
          </a:p>
          <a:p>
            <a:pPr marL="171450" indent="-171450">
              <a:buFont typeface="Arial" panose="020B0604020202020204" pitchFamily="34" charset="0"/>
              <a:buChar char="•"/>
            </a:pPr>
            <a:r>
              <a:rPr lang="en-US" sz="1600" dirty="0"/>
              <a:t>For GMI and DEPI = previous year is numerator and current year is denominator. For other, it’s the opposite.  </a:t>
            </a:r>
          </a:p>
          <a:p>
            <a:pPr marL="171450" indent="-171450">
              <a:buFont typeface="Arial" panose="020B0604020202020204" pitchFamily="34" charset="0"/>
              <a:buChar char="•"/>
            </a:pPr>
            <a:r>
              <a:rPr lang="en-US" sz="1600" dirty="0"/>
              <a:t>More is the intangible asset; less is the reliability. Very high growth rate in revenue is red flag. Capital WIP has zero </a:t>
            </a:r>
            <a:r>
              <a:rPr lang="en-US" sz="1600" dirty="0" err="1"/>
              <a:t>depr</a:t>
            </a:r>
            <a:r>
              <a:rPr lang="en-US" sz="1600" dirty="0"/>
              <a:t>. </a:t>
            </a:r>
          </a:p>
        </p:txBody>
      </p:sp>
    </p:spTree>
    <p:extLst>
      <p:ext uri="{BB962C8B-B14F-4D97-AF65-F5344CB8AC3E}">
        <p14:creationId xmlns:p14="http://schemas.microsoft.com/office/powerpoint/2010/main" val="4129798545"/>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9A7A4-CA0A-BA47-2A9D-284DC0FD3B34}"/>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9000B57-A9D4-4DD8-B04C-A0B191310B51}"/>
              </a:ext>
            </a:extLst>
          </p:cNvPr>
          <p:cNvGraphicFramePr>
            <a:graphicFrameLocks noChangeAspect="1"/>
          </p:cNvGraphicFramePr>
          <p:nvPr>
            <p:custDataLst>
              <p:tags r:id="rId1"/>
            </p:custDataLst>
            <p:extLst>
              <p:ext uri="{D42A27DB-BD31-4B8C-83A1-F6EECF244321}">
                <p14:modId xmlns:p14="http://schemas.microsoft.com/office/powerpoint/2010/main" val="38290512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27" imgH="328" progId="TCLayout.ActiveDocument.1">
                  <p:embed/>
                </p:oleObj>
              </mc:Choice>
              <mc:Fallback>
                <p:oleObj name="think-cell Slide" r:id="rId3" imgW="327" imgH="328" progId="TCLayout.ActiveDocument.1">
                  <p:embed/>
                  <p:pic>
                    <p:nvPicPr>
                      <p:cNvPr id="4" name="think-cell data - do not delete" hidden="1">
                        <a:extLst>
                          <a:ext uri="{FF2B5EF4-FFF2-40B4-BE49-F238E27FC236}">
                            <a16:creationId xmlns:a16="http://schemas.microsoft.com/office/drawing/2014/main" id="{09000B57-A9D4-4DD8-B04C-A0B191310B5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9DFD5E7-3571-46BD-35F9-DEA87F408CE3}"/>
              </a:ext>
            </a:extLst>
          </p:cNvPr>
          <p:cNvSpPr>
            <a:spLocks noGrp="1"/>
          </p:cNvSpPr>
          <p:nvPr>
            <p:ph type="title"/>
          </p:nvPr>
        </p:nvSpPr>
        <p:spPr>
          <a:xfrm>
            <a:off x="431006" y="107951"/>
            <a:ext cx="10515600" cy="534988"/>
          </a:xfrm>
        </p:spPr>
        <p:txBody>
          <a:bodyPr vert="horz">
            <a:normAutofit fontScale="90000"/>
          </a:bodyPr>
          <a:lstStyle/>
          <a:p>
            <a:pPr algn="ctr"/>
            <a:r>
              <a:rPr lang="en-US" b="1" dirty="0"/>
              <a:t>M Score</a:t>
            </a:r>
            <a:endParaRPr lang="en-IN" b="1" dirty="0"/>
          </a:p>
        </p:txBody>
      </p:sp>
      <p:graphicFrame>
        <p:nvGraphicFramePr>
          <p:cNvPr id="7" name="Table 6">
            <a:extLst>
              <a:ext uri="{FF2B5EF4-FFF2-40B4-BE49-F238E27FC236}">
                <a16:creationId xmlns:a16="http://schemas.microsoft.com/office/drawing/2014/main" id="{BA3291C5-B21F-D8AC-EBFB-17A27CD967D8}"/>
              </a:ext>
            </a:extLst>
          </p:cNvPr>
          <p:cNvGraphicFramePr>
            <a:graphicFrameLocks noGrp="1"/>
          </p:cNvGraphicFramePr>
          <p:nvPr>
            <p:extLst>
              <p:ext uri="{D42A27DB-BD31-4B8C-83A1-F6EECF244321}">
                <p14:modId xmlns:p14="http://schemas.microsoft.com/office/powerpoint/2010/main" val="1326227753"/>
              </p:ext>
            </p:extLst>
          </p:nvPr>
        </p:nvGraphicFramePr>
        <p:xfrm>
          <a:off x="423862" y="642939"/>
          <a:ext cx="11344275" cy="5216144"/>
        </p:xfrm>
        <a:graphic>
          <a:graphicData uri="http://schemas.openxmlformats.org/drawingml/2006/table">
            <a:tbl>
              <a:tblPr firstRow="1" bandRow="1">
                <a:tableStyleId>{5C22544A-7EE6-4342-B048-85BDC9FD1C3A}</a:tableStyleId>
              </a:tblPr>
              <a:tblGrid>
                <a:gridCol w="2371725">
                  <a:extLst>
                    <a:ext uri="{9D8B030D-6E8A-4147-A177-3AD203B41FA5}">
                      <a16:colId xmlns:a16="http://schemas.microsoft.com/office/drawing/2014/main" val="2265703640"/>
                    </a:ext>
                  </a:extLst>
                </a:gridCol>
                <a:gridCol w="5350669">
                  <a:extLst>
                    <a:ext uri="{9D8B030D-6E8A-4147-A177-3AD203B41FA5}">
                      <a16:colId xmlns:a16="http://schemas.microsoft.com/office/drawing/2014/main" val="1864037532"/>
                    </a:ext>
                  </a:extLst>
                </a:gridCol>
                <a:gridCol w="3621881">
                  <a:extLst>
                    <a:ext uri="{9D8B030D-6E8A-4147-A177-3AD203B41FA5}">
                      <a16:colId xmlns:a16="http://schemas.microsoft.com/office/drawing/2014/main" val="3815324622"/>
                    </a:ext>
                  </a:extLst>
                </a:gridCol>
              </a:tblGrid>
              <a:tr h="370840">
                <a:tc>
                  <a:txBody>
                    <a:bodyPr/>
                    <a:lstStyle/>
                    <a:p>
                      <a:r>
                        <a:rPr lang="en-US" sz="1200" dirty="0"/>
                        <a:t>Ratio</a:t>
                      </a:r>
                    </a:p>
                  </a:txBody>
                  <a:tcPr/>
                </a:tc>
                <a:tc>
                  <a:txBody>
                    <a:bodyPr/>
                    <a:lstStyle/>
                    <a:p>
                      <a:r>
                        <a:rPr lang="en-US" sz="1200" dirty="0"/>
                        <a:t>Formula</a:t>
                      </a:r>
                    </a:p>
                  </a:txBody>
                  <a:tcPr/>
                </a:tc>
                <a:tc>
                  <a:txBody>
                    <a:bodyPr/>
                    <a:lstStyle/>
                    <a:p>
                      <a:r>
                        <a:rPr lang="en-US" sz="1200" dirty="0"/>
                        <a:t>Inference</a:t>
                      </a:r>
                    </a:p>
                  </a:txBody>
                  <a:tcPr/>
                </a:tc>
                <a:extLst>
                  <a:ext uri="{0D108BD9-81ED-4DB2-BD59-A6C34878D82A}">
                    <a16:rowId xmlns:a16="http://schemas.microsoft.com/office/drawing/2014/main" val="1334387140"/>
                  </a:ext>
                </a:extLst>
              </a:tr>
              <a:tr h="234739">
                <a:tc>
                  <a:txBody>
                    <a:bodyPr/>
                    <a:lstStyle/>
                    <a:p>
                      <a:r>
                        <a:rPr lang="en-US" sz="1200" dirty="0"/>
                        <a:t>DSRI ( Days Receivable Index)</a:t>
                      </a:r>
                    </a:p>
                    <a:p>
                      <a:r>
                        <a:rPr lang="en-US" sz="1200" dirty="0"/>
                        <a:t>Current year/Previous Year</a:t>
                      </a:r>
                      <a:br>
                        <a:rPr lang="en-US" sz="1200" dirty="0"/>
                      </a:br>
                      <a:r>
                        <a:rPr lang="en-US" sz="1200" dirty="0"/>
                        <a:t>Coeff= + 0.920</a:t>
                      </a:r>
                    </a:p>
                  </a:txBody>
                  <a:tcPr/>
                </a:tc>
                <a:tc>
                  <a:txBody>
                    <a:bodyPr/>
                    <a:lstStyle/>
                    <a:p>
                      <a:r>
                        <a:rPr lang="en-US" sz="1200" dirty="0"/>
                        <a:t>= (Net Receivable t / Sales t) /  ( Net Receivable t-1 / Sales t-1)</a:t>
                      </a:r>
                    </a:p>
                    <a:p>
                      <a:r>
                        <a:rPr lang="en-US" sz="1200" dirty="0"/>
                        <a:t>Net Receivable = Trade Receivable ; Sales = Net Operating Revenue </a:t>
                      </a:r>
                    </a:p>
                  </a:txBody>
                  <a:tcPr/>
                </a:tc>
                <a:tc>
                  <a:txBody>
                    <a:bodyPr/>
                    <a:lstStyle/>
                    <a:p>
                      <a:r>
                        <a:rPr lang="en-US" sz="1200" dirty="0"/>
                        <a:t>If Current year AR/Sales is higher than that of the previous year, then the firm is having pressure to  manipulate its financials</a:t>
                      </a:r>
                    </a:p>
                  </a:txBody>
                  <a:tcPr/>
                </a:tc>
                <a:extLst>
                  <a:ext uri="{0D108BD9-81ED-4DB2-BD59-A6C34878D82A}">
                    <a16:rowId xmlns:a16="http://schemas.microsoft.com/office/drawing/2014/main" val="1425373900"/>
                  </a:ext>
                </a:extLst>
              </a:tr>
              <a:tr h="370840">
                <a:tc>
                  <a:txBody>
                    <a:bodyPr/>
                    <a:lstStyle/>
                    <a:p>
                      <a:r>
                        <a:rPr lang="en-US" sz="1200" dirty="0"/>
                        <a:t>Gross Margin Index (GMI)</a:t>
                      </a:r>
                    </a:p>
                    <a:p>
                      <a:r>
                        <a:rPr lang="en-US" sz="1200" dirty="0"/>
                        <a:t>Coeff= + 0.528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 Sales t-1  - COGS t-1 / Sales t-1)  </a:t>
                      </a:r>
                      <a:r>
                        <a:rPr lang="en-US" sz="1200" b="1" dirty="0"/>
                        <a:t>/</a:t>
                      </a:r>
                      <a:r>
                        <a:rPr lang="en-US" sz="1200" dirty="0"/>
                        <a:t>  </a:t>
                      </a:r>
                      <a:r>
                        <a:rPr kumimoji="0" lang="en-US" sz="1200" b="0" i="0" u="none" strike="noStrike" kern="1200" cap="none" spc="0" normalizeH="0" baseline="0" noProof="0" dirty="0">
                          <a:ln>
                            <a:noFill/>
                          </a:ln>
                          <a:solidFill>
                            <a:prstClr val="black"/>
                          </a:solidFill>
                          <a:effectLst/>
                          <a:uLnTx/>
                          <a:uFillTx/>
                          <a:latin typeface="+mn-lt"/>
                          <a:ea typeface="+mn-ea"/>
                          <a:cs typeface="+mn-cs"/>
                        </a:rPr>
                        <a:t>( Sales t  - COGS t / Sales t)</a:t>
                      </a:r>
                    </a:p>
                  </a:txBody>
                  <a:tcPr/>
                </a:tc>
                <a:tc>
                  <a:txBody>
                    <a:bodyPr/>
                    <a:lstStyle/>
                    <a:p>
                      <a:r>
                        <a:rPr lang="en-US" sz="1200" dirty="0"/>
                        <a:t>If  previous year GPM is higher than that of the current year, then the firm is manipulating….when GPM comes down, firm has the pressure  to manipulate</a:t>
                      </a:r>
                    </a:p>
                  </a:txBody>
                  <a:tcPr/>
                </a:tc>
                <a:extLst>
                  <a:ext uri="{0D108BD9-81ED-4DB2-BD59-A6C34878D82A}">
                    <a16:rowId xmlns:a16="http://schemas.microsoft.com/office/drawing/2014/main" val="2967569984"/>
                  </a:ext>
                </a:extLst>
              </a:tr>
              <a:tr h="159987">
                <a:tc>
                  <a:txBody>
                    <a:bodyPr/>
                    <a:lstStyle/>
                    <a:p>
                      <a:r>
                        <a:rPr lang="en-US" sz="1200" b="1" dirty="0"/>
                        <a:t>Asset Quality Index (AQI)</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Coeff= + 0.404</a:t>
                      </a:r>
                    </a:p>
                  </a:txBody>
                  <a:tcPr/>
                </a:tc>
                <a:tc>
                  <a:txBody>
                    <a:bodyPr/>
                    <a:lstStyle/>
                    <a:p>
                      <a:pPr marL="0" indent="0">
                        <a:buNone/>
                      </a:pPr>
                      <a:r>
                        <a:rPr lang="en-US" sz="1200" dirty="0"/>
                        <a:t>( 1- { CA t +PPE t+ Securities t}/ TA t)/</a:t>
                      </a:r>
                      <a:r>
                        <a:rPr kumimoji="0" lang="en-US" sz="1200" b="0" i="0" u="none" strike="noStrike" kern="1200" cap="none" spc="0" normalizeH="0" baseline="0" noProof="0" dirty="0">
                          <a:ln>
                            <a:noFill/>
                          </a:ln>
                          <a:solidFill>
                            <a:prstClr val="black"/>
                          </a:solidFill>
                          <a:effectLst/>
                          <a:uLnTx/>
                          <a:uFillTx/>
                          <a:latin typeface="+mn-lt"/>
                          <a:ea typeface="+mn-ea"/>
                          <a:cs typeface="+mn-cs"/>
                        </a:rPr>
                        <a:t>( 1- { CA t-1 +PPE t-1+ Securities t-1}/ TA t-1)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PPE here </a:t>
                      </a:r>
                      <a:r>
                        <a:rPr kumimoji="0" lang="en-US" sz="1200" b="0" i="0" u="none" strike="noStrike" kern="1200" cap="none" spc="0" normalizeH="0" baseline="0" noProof="0" dirty="0">
                          <a:ln>
                            <a:noFill/>
                          </a:ln>
                          <a:solidFill>
                            <a:prstClr val="black"/>
                          </a:solidFill>
                          <a:effectLst/>
                          <a:uLnTx/>
                          <a:uFillTx/>
                          <a:latin typeface="+mn-lt"/>
                          <a:ea typeface="+mn-ea"/>
                          <a:cs typeface="+mn-cs"/>
                        </a:rPr>
                        <a:t>= sum of Tangible assets &amp; Capital WIP. </a:t>
                      </a:r>
                      <a:r>
                        <a:rPr kumimoji="0" lang="en-US" sz="1200" b="1" i="0" u="none" strike="noStrike" kern="1200" cap="none" spc="0" normalizeH="0" baseline="0" noProof="0" dirty="0">
                          <a:ln>
                            <a:noFill/>
                          </a:ln>
                          <a:solidFill>
                            <a:prstClr val="black"/>
                          </a:solidFill>
                          <a:effectLst/>
                          <a:uLnTx/>
                          <a:uFillTx/>
                          <a:latin typeface="+mn-lt"/>
                          <a:ea typeface="+mn-ea"/>
                          <a:cs typeface="+mn-cs"/>
                        </a:rPr>
                        <a:t>Securities</a:t>
                      </a:r>
                      <a:r>
                        <a:rPr kumimoji="0" lang="en-US" sz="1200" b="0" i="0" u="none" strike="noStrike" kern="1200" cap="none" spc="0" normalizeH="0" baseline="0" noProof="0" dirty="0">
                          <a:ln>
                            <a:noFill/>
                          </a:ln>
                          <a:solidFill>
                            <a:prstClr val="black"/>
                          </a:solidFill>
                          <a:effectLst/>
                          <a:uLnTx/>
                          <a:uFillTx/>
                          <a:latin typeface="+mn-lt"/>
                          <a:ea typeface="+mn-ea"/>
                          <a:cs typeface="+mn-cs"/>
                        </a:rPr>
                        <a:t> = Non-current investments </a:t>
                      </a:r>
                    </a:p>
                  </a:txBody>
                  <a:tcPr/>
                </a:tc>
                <a:tc>
                  <a:txBody>
                    <a:bodyPr/>
                    <a:lstStyle/>
                    <a:p>
                      <a:r>
                        <a:rPr lang="en-US" sz="1200" dirty="0"/>
                        <a:t>If Current year intangible assets to TA  ratio is higher than that of the previous year, then the firm is manipulating its financials</a:t>
                      </a:r>
                    </a:p>
                  </a:txBody>
                  <a:tcPr/>
                </a:tc>
                <a:extLst>
                  <a:ext uri="{0D108BD9-81ED-4DB2-BD59-A6C34878D82A}">
                    <a16:rowId xmlns:a16="http://schemas.microsoft.com/office/drawing/2014/main" val="3332568358"/>
                  </a:ext>
                </a:extLst>
              </a:tr>
              <a:tr h="370840">
                <a:tc>
                  <a:txBody>
                    <a:bodyPr/>
                    <a:lstStyle/>
                    <a:p>
                      <a:r>
                        <a:rPr lang="en-US" sz="1200" b="1" dirty="0"/>
                        <a:t>Sales Growth Index ( SGI)</a:t>
                      </a:r>
                    </a:p>
                    <a:p>
                      <a:r>
                        <a:rPr lang="en-US" sz="1200" dirty="0"/>
                        <a:t>Coeff= +0.892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Sales t  /  Sales 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If Current year Sales is higher than that of the previous year, then the firm is manipulating its financials </a:t>
                      </a:r>
                      <a:endParaRPr kumimoji="0" lang="en-IN" sz="1200" b="0" i="0" u="none" strike="noStrike" kern="1200" cap="none" spc="0" normalizeH="0" baseline="0" noProof="0" dirty="0">
                        <a:ln>
                          <a:noFill/>
                        </a:ln>
                        <a:solidFill>
                          <a:prstClr val="black"/>
                        </a:solidFill>
                        <a:effectLst/>
                        <a:uLnTx/>
                        <a:uFillTx/>
                        <a:latin typeface="+mn-lt"/>
                        <a:ea typeface="+mn-ea"/>
                        <a:cs typeface="+mn-cs"/>
                      </a:endParaRPr>
                    </a:p>
                  </a:txBody>
                  <a:tcPr/>
                </a:tc>
                <a:extLst>
                  <a:ext uri="{0D108BD9-81ED-4DB2-BD59-A6C34878D82A}">
                    <a16:rowId xmlns:a16="http://schemas.microsoft.com/office/drawing/2014/main" val="1961227461"/>
                  </a:ext>
                </a:extLst>
              </a:tr>
              <a:tr h="370840">
                <a:tc>
                  <a:txBody>
                    <a:bodyPr/>
                    <a:lstStyle/>
                    <a:p>
                      <a:r>
                        <a:rPr lang="en-US" sz="1200" b="1" dirty="0"/>
                        <a:t>Depreciation Index ( DEPI)</a:t>
                      </a:r>
                    </a:p>
                    <a:p>
                      <a:r>
                        <a:rPr lang="en-US" sz="1200" dirty="0"/>
                        <a:t>Coeff= +0.115 </a:t>
                      </a:r>
                    </a:p>
                  </a:txBody>
                  <a:tcPr/>
                </a:tc>
                <a:tc>
                  <a:txBody>
                    <a:bodyPr/>
                    <a:lstStyle/>
                    <a:p>
                      <a:pPr marL="0" indent="0">
                        <a:buNone/>
                      </a:pPr>
                      <a:r>
                        <a:rPr lang="en-US" sz="1200" dirty="0"/>
                        <a:t>( Dep t-1 / {PPE t-1 +Dep t-1}) / </a:t>
                      </a:r>
                      <a:r>
                        <a:rPr kumimoji="0" lang="en-US" sz="1200" b="0" i="0" u="none" strike="noStrike" kern="1200" cap="none" spc="0" normalizeH="0" baseline="0" noProof="0" dirty="0">
                          <a:ln>
                            <a:noFill/>
                          </a:ln>
                          <a:solidFill>
                            <a:prstClr val="black"/>
                          </a:solidFill>
                          <a:effectLst/>
                          <a:uLnTx/>
                          <a:uFillTx/>
                          <a:latin typeface="+mn-lt"/>
                          <a:ea typeface="+mn-ea"/>
                          <a:cs typeface="+mn-cs"/>
                        </a:rPr>
                        <a:t>( Dep t / {PPE t +Dep 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 PPE here = Tangible assets +Intangible assets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If Current year figure is lower than </a:t>
                      </a:r>
                      <a:r>
                        <a:rPr kumimoji="0" lang="en-US" sz="1200" b="0" i="0" u="none" strike="noStrike" kern="1200" cap="none" spc="0" normalizeH="0" baseline="0" noProof="0" dirty="0">
                          <a:ln>
                            <a:noFill/>
                          </a:ln>
                          <a:solidFill>
                            <a:prstClr val="black"/>
                          </a:solidFill>
                          <a:effectLst/>
                          <a:uLnTx/>
                          <a:uFillTx/>
                          <a:latin typeface="+mn-lt"/>
                          <a:ea typeface="+mn-ea"/>
                          <a:cs typeface="+mn-cs"/>
                        </a:rPr>
                        <a:t>that of the previous year, then the firm is manipulating</a:t>
                      </a:r>
                      <a:r>
                        <a:rPr lang="en-US" sz="1200" dirty="0">
                          <a:solidFill>
                            <a:prstClr val="black"/>
                          </a:solidFill>
                          <a:latin typeface="+mn-lt"/>
                        </a:rPr>
                        <a:t> its financials </a:t>
                      </a:r>
                      <a:endParaRPr kumimoji="0" lang="en-IN" sz="1200" b="0" i="0" u="none" strike="noStrike" kern="1200" cap="none" spc="0" normalizeH="0" baseline="0" noProof="0" dirty="0">
                        <a:ln>
                          <a:noFill/>
                        </a:ln>
                        <a:solidFill>
                          <a:prstClr val="black"/>
                        </a:solidFill>
                        <a:effectLst/>
                        <a:uLnTx/>
                        <a:uFillTx/>
                        <a:latin typeface="+mn-lt"/>
                        <a:ea typeface="+mn-ea"/>
                        <a:cs typeface="+mn-cs"/>
                      </a:endParaRPr>
                    </a:p>
                  </a:txBody>
                  <a:tcPr/>
                </a:tc>
                <a:extLst>
                  <a:ext uri="{0D108BD9-81ED-4DB2-BD59-A6C34878D82A}">
                    <a16:rowId xmlns:a16="http://schemas.microsoft.com/office/drawing/2014/main" val="2009194925"/>
                  </a:ext>
                </a:extLst>
              </a:tr>
              <a:tr h="370840">
                <a:tc>
                  <a:txBody>
                    <a:bodyPr/>
                    <a:lstStyle/>
                    <a:p>
                      <a:r>
                        <a:rPr lang="en-US" sz="1200" b="1" dirty="0"/>
                        <a:t>SGA expense Index (  SGAI)</a:t>
                      </a:r>
                    </a:p>
                    <a:p>
                      <a:r>
                        <a:rPr lang="en-US" sz="1200" dirty="0"/>
                        <a:t>Coeff= -0.172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 SGA expense t/ Sales t) / (SGA expense t-1/ Sales t-1). </a:t>
                      </a:r>
                      <a:r>
                        <a:rPr kumimoji="0" lang="en-US" sz="1200" b="1" i="0" u="none" strike="noStrike" kern="1200" cap="none" spc="0" normalizeH="0" baseline="0" noProof="0" dirty="0">
                          <a:ln>
                            <a:noFill/>
                          </a:ln>
                          <a:solidFill>
                            <a:prstClr val="black"/>
                          </a:solidFill>
                          <a:effectLst/>
                          <a:uLnTx/>
                          <a:uFillTx/>
                          <a:latin typeface="+mn-lt"/>
                          <a:ea typeface="+mn-ea"/>
                          <a:cs typeface="+mn-cs"/>
                        </a:rPr>
                        <a:t>SGA expenses </a:t>
                      </a:r>
                      <a:r>
                        <a:rPr kumimoji="0" lang="en-US" sz="1200" b="0" i="0" u="none" strike="noStrike" kern="1200" cap="none" spc="0" normalizeH="0" baseline="0" noProof="0" dirty="0">
                          <a:ln>
                            <a:noFill/>
                          </a:ln>
                          <a:solidFill>
                            <a:prstClr val="black"/>
                          </a:solidFill>
                          <a:effectLst/>
                          <a:uLnTx/>
                          <a:uFillTx/>
                          <a:latin typeface="+mn-lt"/>
                          <a:ea typeface="+mn-ea"/>
                          <a:cs typeface="+mn-cs"/>
                        </a:rPr>
                        <a:t>= Other expenses </a:t>
                      </a:r>
                      <a:endParaRPr kumimoji="0" lang="en-IN" sz="1200" b="0"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mn-lt"/>
                          <a:ea typeface="+mn-ea"/>
                          <a:cs typeface="+mn-cs"/>
                        </a:rPr>
                        <a:t>If Current year </a:t>
                      </a:r>
                      <a:r>
                        <a:rPr lang="en-US" sz="1200" b="1" dirty="0">
                          <a:solidFill>
                            <a:prstClr val="black"/>
                          </a:solidFill>
                          <a:latin typeface="+mn-lt"/>
                        </a:rPr>
                        <a:t>SGA</a:t>
                      </a:r>
                      <a:r>
                        <a:rPr kumimoji="0" lang="en-US" sz="1200" b="1" i="0" u="none" strike="noStrike" kern="1200" cap="none" spc="0" normalizeH="0" baseline="0" noProof="0" dirty="0">
                          <a:ln>
                            <a:noFill/>
                          </a:ln>
                          <a:solidFill>
                            <a:prstClr val="black"/>
                          </a:solidFill>
                          <a:effectLst/>
                          <a:uLnTx/>
                          <a:uFillTx/>
                          <a:latin typeface="+mn-lt"/>
                          <a:ea typeface="+mn-ea"/>
                          <a:cs typeface="+mn-cs"/>
                        </a:rPr>
                        <a:t>/Sales is lower than </a:t>
                      </a:r>
                      <a:r>
                        <a:rPr kumimoji="0" lang="en-US" sz="1200" b="0" i="0" u="none" strike="noStrike" kern="1200" cap="none" spc="0" normalizeH="0" baseline="0" noProof="0" dirty="0">
                          <a:ln>
                            <a:noFill/>
                          </a:ln>
                          <a:solidFill>
                            <a:prstClr val="black"/>
                          </a:solidFill>
                          <a:effectLst/>
                          <a:uLnTx/>
                          <a:uFillTx/>
                          <a:latin typeface="+mn-lt"/>
                          <a:ea typeface="+mn-ea"/>
                          <a:cs typeface="+mn-cs"/>
                        </a:rPr>
                        <a:t>that of the previous year, then the firm is manipulating its financials</a:t>
                      </a:r>
                      <a:endParaRPr kumimoji="0" lang="en-IN" sz="1200" b="0" i="0" u="none" strike="noStrike" kern="1200" cap="none" spc="0" normalizeH="0" baseline="0" noProof="0" dirty="0">
                        <a:ln>
                          <a:noFill/>
                        </a:ln>
                        <a:solidFill>
                          <a:prstClr val="black"/>
                        </a:solidFill>
                        <a:effectLst/>
                        <a:uLnTx/>
                        <a:uFillTx/>
                        <a:latin typeface="+mn-lt"/>
                        <a:ea typeface="+mn-ea"/>
                        <a:cs typeface="+mn-cs"/>
                      </a:endParaRPr>
                    </a:p>
                  </a:txBody>
                  <a:tcPr/>
                </a:tc>
                <a:extLst>
                  <a:ext uri="{0D108BD9-81ED-4DB2-BD59-A6C34878D82A}">
                    <a16:rowId xmlns:a16="http://schemas.microsoft.com/office/drawing/2014/main" val="1080221864"/>
                  </a:ext>
                </a:extLst>
              </a:tr>
              <a:tr h="370840">
                <a:tc>
                  <a:txBody>
                    <a:bodyPr/>
                    <a:lstStyle/>
                    <a:p>
                      <a:r>
                        <a:rPr lang="en-US" sz="1200" b="1" dirty="0"/>
                        <a:t>Leverage Index ( LVGI)</a:t>
                      </a:r>
                    </a:p>
                    <a:p>
                      <a:r>
                        <a:rPr lang="en-US" sz="1200" dirty="0"/>
                        <a:t>Coeff= -0.327 </a:t>
                      </a:r>
                    </a:p>
                  </a:txBody>
                  <a:tcPr/>
                </a:tc>
                <a:tc>
                  <a:txBody>
                    <a:bodyPr/>
                    <a:lstStyle/>
                    <a:p>
                      <a:pPr marL="0" indent="0">
                        <a:buNone/>
                      </a:pPr>
                      <a:r>
                        <a:rPr lang="en-IN" sz="1200" dirty="0"/>
                        <a:t>= ( {CL t+ TLTD t }/ TA t) / </a:t>
                      </a:r>
                      <a:r>
                        <a:rPr kumimoji="0" lang="en-IN" sz="1200" b="0" i="0" u="none" strike="noStrike" kern="1200" cap="none" spc="0" normalizeH="0" baseline="0" noProof="0" dirty="0">
                          <a:ln>
                            <a:noFill/>
                          </a:ln>
                          <a:solidFill>
                            <a:prstClr val="black"/>
                          </a:solidFill>
                          <a:effectLst/>
                          <a:uLnTx/>
                          <a:uFillTx/>
                          <a:latin typeface="+mn-lt"/>
                          <a:ea typeface="+mn-ea"/>
                          <a:cs typeface="+mn-cs"/>
                        </a:rPr>
                        <a:t>( {CL t-1+ TLTD t-1 }/ TA t-1)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n-ea"/>
                          <a:cs typeface="+mn-cs"/>
                        </a:rPr>
                        <a:t>If </a:t>
                      </a:r>
                      <a:r>
                        <a:rPr kumimoji="0" lang="en-US" sz="1200" b="1" i="0" u="none" strike="noStrike" kern="1200" cap="none" spc="0" normalizeH="0" baseline="0" noProof="0" dirty="0">
                          <a:ln>
                            <a:noFill/>
                          </a:ln>
                          <a:solidFill>
                            <a:prstClr val="black"/>
                          </a:solidFill>
                          <a:effectLst/>
                          <a:uLnTx/>
                          <a:uFillTx/>
                          <a:latin typeface="+mn-lt"/>
                          <a:ea typeface="+mn-ea"/>
                          <a:cs typeface="+mn-cs"/>
                        </a:rPr>
                        <a:t>Current year proportion is lower than</a:t>
                      </a:r>
                      <a:r>
                        <a:rPr kumimoji="0" lang="en-US" sz="1200" b="0" i="0" u="none" strike="noStrike" kern="1200" cap="none" spc="0" normalizeH="0" baseline="0" noProof="0" dirty="0">
                          <a:ln>
                            <a:noFill/>
                          </a:ln>
                          <a:solidFill>
                            <a:prstClr val="black"/>
                          </a:solidFill>
                          <a:effectLst/>
                          <a:uLnTx/>
                          <a:uFillTx/>
                          <a:latin typeface="+mn-lt"/>
                          <a:ea typeface="+mn-ea"/>
                          <a:cs typeface="+mn-cs"/>
                        </a:rPr>
                        <a:t> that of the previous year, then the firm is manipulating its financials</a:t>
                      </a:r>
                      <a:endParaRPr kumimoji="0" lang="en-IN" sz="1200" b="0" i="0" u="none" strike="noStrike" kern="1200" cap="none" spc="0" normalizeH="0" baseline="0" noProof="0" dirty="0">
                        <a:ln>
                          <a:noFill/>
                        </a:ln>
                        <a:solidFill>
                          <a:prstClr val="black"/>
                        </a:solidFill>
                        <a:effectLst/>
                        <a:uLnTx/>
                        <a:uFillTx/>
                        <a:latin typeface="+mn-lt"/>
                        <a:ea typeface="+mn-ea"/>
                        <a:cs typeface="+mn-cs"/>
                      </a:endParaRPr>
                    </a:p>
                  </a:txBody>
                  <a:tcPr/>
                </a:tc>
                <a:extLst>
                  <a:ext uri="{0D108BD9-81ED-4DB2-BD59-A6C34878D82A}">
                    <a16:rowId xmlns:a16="http://schemas.microsoft.com/office/drawing/2014/main" val="3144483539"/>
                  </a:ext>
                </a:extLst>
              </a:tr>
              <a:tr h="370840">
                <a:tc>
                  <a:txBody>
                    <a:bodyPr/>
                    <a:lstStyle/>
                    <a:p>
                      <a:r>
                        <a:rPr lang="en-US" sz="1200" b="1" dirty="0"/>
                        <a:t>Total Accruals to Total Assets (TATA)</a:t>
                      </a:r>
                    </a:p>
                    <a:p>
                      <a:r>
                        <a:rPr lang="en-US" sz="1200" dirty="0"/>
                        <a:t>Coeff= +4.697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(Income from Continuing Operations t-CFO t ) / TA 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Income from continuing operations </a:t>
                      </a:r>
                      <a:r>
                        <a:rPr lang="en-US" sz="1200" dirty="0"/>
                        <a:t>= </a:t>
                      </a:r>
                      <a:r>
                        <a:rPr lang="en-US" sz="1200" dirty="0">
                          <a:highlight>
                            <a:srgbClr val="FFFF00"/>
                          </a:highlight>
                        </a:rPr>
                        <a:t>Profit/loss for the period</a:t>
                      </a:r>
                      <a:endParaRPr lang="en-IN" sz="1200" dirty="0">
                        <a:highlight>
                          <a:srgbClr val="FFFF00"/>
                        </a:highligh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dirty="0">
                        <a:ln>
                          <a:noFill/>
                        </a:ln>
                        <a:solidFill>
                          <a:prstClr val="black"/>
                        </a:solidFill>
                        <a:effectLst/>
                        <a:uLnTx/>
                        <a:uFillTx/>
                        <a:latin typeface="+mn-lt"/>
                        <a:ea typeface="+mn-ea"/>
                        <a:cs typeface="+mn-cs"/>
                      </a:endParaRPr>
                    </a:p>
                  </a:txBody>
                  <a:tcPr/>
                </a:tc>
                <a:extLst>
                  <a:ext uri="{0D108BD9-81ED-4DB2-BD59-A6C34878D82A}">
                    <a16:rowId xmlns:a16="http://schemas.microsoft.com/office/drawing/2014/main" val="2586689278"/>
                  </a:ext>
                </a:extLst>
              </a:tr>
            </a:tbl>
          </a:graphicData>
        </a:graphic>
      </p:graphicFrame>
    </p:spTree>
    <p:extLst>
      <p:ext uri="{BB962C8B-B14F-4D97-AF65-F5344CB8AC3E}">
        <p14:creationId xmlns:p14="http://schemas.microsoft.com/office/powerpoint/2010/main" val="1657264834"/>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70F70-86A7-4F82-98D1-BE5588657968}"/>
              </a:ext>
            </a:extLst>
          </p:cNvPr>
          <p:cNvSpPr>
            <a:spLocks noGrp="1"/>
          </p:cNvSpPr>
          <p:nvPr>
            <p:ph type="title"/>
          </p:nvPr>
        </p:nvSpPr>
        <p:spPr/>
        <p:txBody>
          <a:bodyPr/>
          <a:lstStyle/>
          <a:p>
            <a:pPr algn="ctr"/>
            <a:r>
              <a:rPr lang="en-US" dirty="0"/>
              <a:t> 1.</a:t>
            </a:r>
            <a:r>
              <a:rPr lang="en-US" b="1" dirty="0"/>
              <a:t>DSRI ( Days Receivable Index)</a:t>
            </a:r>
            <a:endParaRPr lang="en-IN" b="1" dirty="0"/>
          </a:p>
        </p:txBody>
      </p:sp>
      <p:sp>
        <p:nvSpPr>
          <p:cNvPr id="3" name="Content Placeholder 2">
            <a:extLst>
              <a:ext uri="{FF2B5EF4-FFF2-40B4-BE49-F238E27FC236}">
                <a16:creationId xmlns:a16="http://schemas.microsoft.com/office/drawing/2014/main" id="{F01AA147-8466-4EC9-9EED-8BDF7171FA67}"/>
              </a:ext>
            </a:extLst>
          </p:cNvPr>
          <p:cNvSpPr>
            <a:spLocks noGrp="1"/>
          </p:cNvSpPr>
          <p:nvPr>
            <p:ph idx="1"/>
          </p:nvPr>
        </p:nvSpPr>
        <p:spPr>
          <a:xfrm>
            <a:off x="838200" y="1690688"/>
            <a:ext cx="10515600" cy="4351338"/>
          </a:xfrm>
        </p:spPr>
        <p:txBody>
          <a:bodyPr/>
          <a:lstStyle/>
          <a:p>
            <a:pPr marL="0" indent="0">
              <a:buNone/>
            </a:pPr>
            <a:r>
              <a:rPr lang="en-US" dirty="0"/>
              <a:t>= ( Net Receivable t / Sales t) /  ( Net Receivable t-1 / Sales t-1)</a:t>
            </a:r>
          </a:p>
          <a:p>
            <a:pPr marL="0" indent="0">
              <a:buNone/>
            </a:pPr>
            <a:endParaRPr lang="en-US" dirty="0"/>
          </a:p>
          <a:p>
            <a:pPr marL="0" indent="0">
              <a:buNone/>
            </a:pPr>
            <a:r>
              <a:rPr lang="en-US" b="1" dirty="0"/>
              <a:t>Net Receivable </a:t>
            </a:r>
            <a:r>
              <a:rPr lang="en-US" dirty="0"/>
              <a:t>= Trade Receivable ; </a:t>
            </a:r>
            <a:r>
              <a:rPr lang="en-US" b="1" dirty="0"/>
              <a:t>Sales </a:t>
            </a:r>
            <a:r>
              <a:rPr lang="en-US" dirty="0"/>
              <a:t>= Net Operating Revenue </a:t>
            </a:r>
          </a:p>
          <a:p>
            <a:pPr marL="0" indent="0">
              <a:buNone/>
            </a:pPr>
            <a:endParaRPr lang="en-US" dirty="0"/>
          </a:p>
          <a:p>
            <a:pPr marL="0" indent="0">
              <a:buNone/>
            </a:pPr>
            <a:r>
              <a:rPr lang="en-US" b="1" dirty="0"/>
              <a:t>Coefficient :</a:t>
            </a:r>
            <a:r>
              <a:rPr lang="en-US" dirty="0"/>
              <a:t> + 0.920</a:t>
            </a:r>
          </a:p>
          <a:p>
            <a:pPr marL="0" indent="0">
              <a:buNone/>
            </a:pPr>
            <a:endParaRPr lang="en-US" dirty="0"/>
          </a:p>
          <a:p>
            <a:pPr marL="0" indent="0">
              <a:buNone/>
            </a:pPr>
            <a:r>
              <a:rPr lang="en-US" b="1" dirty="0"/>
              <a:t>Inference:</a:t>
            </a:r>
            <a:r>
              <a:rPr lang="en-US" dirty="0"/>
              <a:t> </a:t>
            </a:r>
            <a:r>
              <a:rPr lang="en-US" b="1" dirty="0"/>
              <a:t>If Current year AR/Sales is higher </a:t>
            </a:r>
            <a:r>
              <a:rPr lang="en-US" dirty="0"/>
              <a:t>than that of the previous year, then the firm is having pressure to  manipulate its financials</a:t>
            </a:r>
            <a:endParaRPr lang="en-IN" dirty="0"/>
          </a:p>
        </p:txBody>
      </p:sp>
    </p:spTree>
    <p:extLst>
      <p:ext uri="{BB962C8B-B14F-4D97-AF65-F5344CB8AC3E}">
        <p14:creationId xmlns:p14="http://schemas.microsoft.com/office/powerpoint/2010/main" val="1861401306"/>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D399033-5103-A81D-9608-BDDA6C96EEB2}"/>
              </a:ext>
            </a:extLst>
          </p:cNvPr>
          <p:cNvGraphicFramePr>
            <a:graphicFrameLocks noChangeAspect="1"/>
          </p:cNvGraphicFramePr>
          <p:nvPr>
            <p:custDataLst>
              <p:tags r:id="rId1"/>
            </p:custDataLst>
            <p:extLst>
              <p:ext uri="{D42A27DB-BD31-4B8C-83A1-F6EECF244321}">
                <p14:modId xmlns:p14="http://schemas.microsoft.com/office/powerpoint/2010/main" val="8815826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27" imgH="328" progId="TCLayout.ActiveDocument.1">
                  <p:embed/>
                </p:oleObj>
              </mc:Choice>
              <mc:Fallback>
                <p:oleObj name="think-cell Slide" r:id="rId3" imgW="327" imgH="328" progId="TCLayout.ActiveDocument.1">
                  <p:embed/>
                  <p:pic>
                    <p:nvPicPr>
                      <p:cNvPr id="6" name="think-cell data - do not delete" hidden="1">
                        <a:extLst>
                          <a:ext uri="{FF2B5EF4-FFF2-40B4-BE49-F238E27FC236}">
                            <a16:creationId xmlns:a16="http://schemas.microsoft.com/office/drawing/2014/main" id="{BD399033-5103-A81D-9608-BDDA6C96EEB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EC8EDD4-B246-42CB-B671-E72218BBE196}"/>
              </a:ext>
            </a:extLst>
          </p:cNvPr>
          <p:cNvSpPr>
            <a:spLocks noGrp="1"/>
          </p:cNvSpPr>
          <p:nvPr>
            <p:ph type="title"/>
          </p:nvPr>
        </p:nvSpPr>
        <p:spPr/>
        <p:txBody>
          <a:bodyPr vert="horz"/>
          <a:lstStyle/>
          <a:p>
            <a:pPr algn="ctr"/>
            <a:r>
              <a:rPr lang="en-US" b="1" dirty="0"/>
              <a:t>2. </a:t>
            </a:r>
            <a:r>
              <a:rPr lang="en-US" dirty="0"/>
              <a:t>Gross Margin Index (GMI)</a:t>
            </a:r>
            <a:endParaRPr lang="en-IN" dirty="0"/>
          </a:p>
        </p:txBody>
      </p:sp>
      <p:sp>
        <p:nvSpPr>
          <p:cNvPr id="3" name="Content Placeholder 2">
            <a:extLst>
              <a:ext uri="{FF2B5EF4-FFF2-40B4-BE49-F238E27FC236}">
                <a16:creationId xmlns:a16="http://schemas.microsoft.com/office/drawing/2014/main" id="{2FE27831-DB47-4132-9AFC-12065575806B}"/>
              </a:ext>
            </a:extLst>
          </p:cNvPr>
          <p:cNvSpPr>
            <a:spLocks noGrp="1"/>
          </p:cNvSpPr>
          <p:nvPr>
            <p:ph idx="1"/>
          </p:nvPr>
        </p:nvSpPr>
        <p:spPr/>
        <p:txBody>
          <a:bodyPr/>
          <a:lstStyle/>
          <a:p>
            <a:pPr marL="0" indent="0">
              <a:buNone/>
            </a:pPr>
            <a:r>
              <a:rPr lang="en-US" dirty="0"/>
              <a:t>= ( Sales t-1  - COGS t-1 / Sales t-1)  </a:t>
            </a:r>
            <a:r>
              <a:rPr lang="en-US" b="1" dirty="0"/>
              <a:t>/</a:t>
            </a:r>
            <a:r>
              <a:rPr lang="en-US" dirty="0"/>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Sales t  - COGS t / Sales t)</a:t>
            </a:r>
          </a:p>
          <a:p>
            <a:pPr marL="0" indent="0">
              <a:buNone/>
            </a:pPr>
            <a:endParaRPr lang="en-US"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Coefficient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+ 0.528</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Inference: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If  previous year GPM is higher than that of the current year, then the firm is manipulating….</a:t>
            </a:r>
            <a:r>
              <a:rPr kumimoji="0" lang="en-US" sz="2800" b="1" i="0" u="sng" strike="noStrike" kern="1200" cap="none" spc="0" normalizeH="0" baseline="0" noProof="0" dirty="0">
                <a:ln>
                  <a:noFill/>
                </a:ln>
                <a:solidFill>
                  <a:prstClr val="black"/>
                </a:solidFill>
                <a:effectLst/>
                <a:uLnTx/>
                <a:uFillTx/>
                <a:latin typeface="Calibri" panose="020F0502020204030204"/>
                <a:ea typeface="+mn-ea"/>
                <a:cs typeface="+mn-cs"/>
              </a:rPr>
              <a:t>when GPM comes down, firm has the </a:t>
            </a:r>
            <a:r>
              <a:rPr lang="en-US" b="1" u="sng" dirty="0">
                <a:solidFill>
                  <a:prstClr val="black"/>
                </a:solidFill>
                <a:latin typeface="Calibri" panose="020F0502020204030204"/>
              </a:rPr>
              <a:t>pressure </a:t>
            </a:r>
            <a:r>
              <a:rPr kumimoji="0" lang="en-US" sz="2800" b="1" i="0" u="sng" strike="noStrike" kern="1200" cap="none" spc="0" normalizeH="0" baseline="0" noProof="0" dirty="0">
                <a:ln>
                  <a:noFill/>
                </a:ln>
                <a:solidFill>
                  <a:prstClr val="black"/>
                </a:solidFill>
                <a:effectLst/>
                <a:uLnTx/>
                <a:uFillTx/>
                <a:latin typeface="Calibri" panose="020F0502020204030204"/>
                <a:ea typeface="+mn-ea"/>
                <a:cs typeface="+mn-cs"/>
              </a:rPr>
              <a:t> to manipulate</a:t>
            </a:r>
            <a:endParaRPr kumimoji="0" lang="en-IN" sz="2800" b="1" i="0" u="sng"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IN" dirty="0"/>
          </a:p>
        </p:txBody>
      </p:sp>
    </p:spTree>
    <p:extLst>
      <p:ext uri="{BB962C8B-B14F-4D97-AF65-F5344CB8AC3E}">
        <p14:creationId xmlns:p14="http://schemas.microsoft.com/office/powerpoint/2010/main" val="95052115"/>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1BD67-2CE7-4432-8F47-D79F071D36A0}"/>
              </a:ext>
            </a:extLst>
          </p:cNvPr>
          <p:cNvSpPr>
            <a:spLocks noGrp="1"/>
          </p:cNvSpPr>
          <p:nvPr>
            <p:ph type="title"/>
          </p:nvPr>
        </p:nvSpPr>
        <p:spPr/>
        <p:txBody>
          <a:bodyPr/>
          <a:lstStyle/>
          <a:p>
            <a:pPr algn="ctr"/>
            <a:r>
              <a:rPr lang="en-US" dirty="0"/>
              <a:t>3. </a:t>
            </a:r>
            <a:r>
              <a:rPr lang="en-US" b="1" dirty="0"/>
              <a:t>Asset Quality Index (AQI)</a:t>
            </a:r>
            <a:endParaRPr lang="en-IN" b="1" dirty="0"/>
          </a:p>
        </p:txBody>
      </p:sp>
      <p:sp>
        <p:nvSpPr>
          <p:cNvPr id="3" name="Content Placeholder 2">
            <a:extLst>
              <a:ext uri="{FF2B5EF4-FFF2-40B4-BE49-F238E27FC236}">
                <a16:creationId xmlns:a16="http://schemas.microsoft.com/office/drawing/2014/main" id="{A477CA48-333F-4C3F-9938-CB74343FADEF}"/>
              </a:ext>
            </a:extLst>
          </p:cNvPr>
          <p:cNvSpPr>
            <a:spLocks noGrp="1"/>
          </p:cNvSpPr>
          <p:nvPr>
            <p:ph idx="1"/>
          </p:nvPr>
        </p:nvSpPr>
        <p:spPr/>
        <p:txBody>
          <a:bodyPr>
            <a:normAutofit lnSpcReduction="10000"/>
          </a:bodyPr>
          <a:lstStyle/>
          <a:p>
            <a:pPr marL="0" indent="0">
              <a:buNone/>
            </a:pPr>
            <a:r>
              <a:rPr lang="en-US" dirty="0"/>
              <a:t>( 1- { CA t +PPE t+ Securities t}/ TA t)</a:t>
            </a:r>
          </a:p>
          <a:p>
            <a:pPr marL="0" indent="0">
              <a:buNone/>
            </a:pPr>
            <a:r>
              <a:rPr lang="en-US" dirty="0"/>
              <a:t>                 /</a:t>
            </a:r>
          </a:p>
          <a:p>
            <a:pPr marL="0" indent="0">
              <a:buNone/>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 { CA t-1 +PPE t-1+ Securities t-1}/ TA t-1)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Coefficient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+ 0.404</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Inference: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Current year intangible assets to TA  ratio is higher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than that of the previous year, then the firm is manipulating its financials</a:t>
            </a:r>
            <a:endPar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IN" dirty="0"/>
          </a:p>
        </p:txBody>
      </p:sp>
    </p:spTree>
    <p:extLst>
      <p:ext uri="{BB962C8B-B14F-4D97-AF65-F5344CB8AC3E}">
        <p14:creationId xmlns:p14="http://schemas.microsoft.com/office/powerpoint/2010/main" val="1859034616"/>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8866E-B02F-411C-9973-35012859E1CA}"/>
              </a:ext>
            </a:extLst>
          </p:cNvPr>
          <p:cNvSpPr>
            <a:spLocks noGrp="1"/>
          </p:cNvSpPr>
          <p:nvPr>
            <p:ph type="title"/>
          </p:nvPr>
        </p:nvSpPr>
        <p:spPr/>
        <p:txBody>
          <a:bodyPr/>
          <a:lstStyle/>
          <a:p>
            <a:pPr algn="ctr"/>
            <a:r>
              <a:rPr lang="en-US" b="1" dirty="0"/>
              <a:t>What is the AQI for Marico in 2025 ?</a:t>
            </a:r>
            <a:endParaRPr lang="en-IN" b="1" dirty="0"/>
          </a:p>
        </p:txBody>
      </p:sp>
      <p:sp>
        <p:nvSpPr>
          <p:cNvPr id="3" name="Content Placeholder 2">
            <a:extLst>
              <a:ext uri="{FF2B5EF4-FFF2-40B4-BE49-F238E27FC236}">
                <a16:creationId xmlns:a16="http://schemas.microsoft.com/office/drawing/2014/main" id="{40514A28-9EC8-468C-8B48-8AC8D2F46EC7}"/>
              </a:ext>
            </a:extLst>
          </p:cNvPr>
          <p:cNvSpPr>
            <a:spLocks noGrp="1"/>
          </p:cNvSpPr>
          <p:nvPr>
            <p:ph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 { CA t +PPE t+ Securities t}/ TA 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 { CA t-1 +PPE t-1+ Securities t-1}/ TA t-1)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PPE here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sum of Tangible assets &amp; Capital WIP</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Securities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Non-current investments </a:t>
            </a:r>
          </a:p>
          <a:p>
            <a:pPr marL="0" indent="0">
              <a:buNone/>
            </a:pPr>
            <a:endParaRPr lang="en-IN" dirty="0"/>
          </a:p>
        </p:txBody>
      </p:sp>
    </p:spTree>
    <p:extLst>
      <p:ext uri="{BB962C8B-B14F-4D97-AF65-F5344CB8AC3E}">
        <p14:creationId xmlns:p14="http://schemas.microsoft.com/office/powerpoint/2010/main" val="1140154810"/>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56280-D0CE-4DDF-AD4E-900FA4609A07}"/>
              </a:ext>
            </a:extLst>
          </p:cNvPr>
          <p:cNvSpPr>
            <a:spLocks noGrp="1"/>
          </p:cNvSpPr>
          <p:nvPr>
            <p:ph type="title"/>
          </p:nvPr>
        </p:nvSpPr>
        <p:spPr/>
        <p:txBody>
          <a:bodyPr/>
          <a:lstStyle/>
          <a:p>
            <a:pPr algn="ctr"/>
            <a:r>
              <a:rPr lang="en-US" b="1" dirty="0"/>
              <a:t>4. Sales Growth Index ( SGI)</a:t>
            </a:r>
            <a:endParaRPr lang="en-IN" b="1" dirty="0"/>
          </a:p>
        </p:txBody>
      </p:sp>
      <p:sp>
        <p:nvSpPr>
          <p:cNvPr id="3" name="Content Placeholder 2">
            <a:extLst>
              <a:ext uri="{FF2B5EF4-FFF2-40B4-BE49-F238E27FC236}">
                <a16:creationId xmlns:a16="http://schemas.microsoft.com/office/drawing/2014/main" id="{F564BD1D-2268-4782-BC39-7C6EC667AE1A}"/>
              </a:ext>
            </a:extLst>
          </p:cNvPr>
          <p:cNvSpPr>
            <a:spLocks noGrp="1"/>
          </p:cNvSpPr>
          <p:nvPr>
            <p:ph idx="1"/>
          </p:nvPr>
        </p:nvSpPr>
        <p:spPr/>
        <p:txBody>
          <a:bodyPr/>
          <a:lstStyle/>
          <a:p>
            <a:pPr marL="0" indent="0">
              <a:buNone/>
            </a:pPr>
            <a:r>
              <a:rPr lang="en-US" dirty="0"/>
              <a:t>= Sales t  /  Sales t-1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Coefficient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+ 0.892</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Inference: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If Current year Sales is higher than that of the previous year, then the firm is manipulating its financials </a:t>
            </a:r>
            <a:endPar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IN" dirty="0"/>
          </a:p>
        </p:txBody>
      </p:sp>
    </p:spTree>
    <p:extLst>
      <p:ext uri="{BB962C8B-B14F-4D97-AF65-F5344CB8AC3E}">
        <p14:creationId xmlns:p14="http://schemas.microsoft.com/office/powerpoint/2010/main" val="969002581"/>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E317F-1921-40C0-AD94-251088F64E5C}"/>
              </a:ext>
            </a:extLst>
          </p:cNvPr>
          <p:cNvSpPr>
            <a:spLocks noGrp="1"/>
          </p:cNvSpPr>
          <p:nvPr>
            <p:ph type="title"/>
          </p:nvPr>
        </p:nvSpPr>
        <p:spPr/>
        <p:txBody>
          <a:bodyPr/>
          <a:lstStyle/>
          <a:p>
            <a:pPr algn="ctr"/>
            <a:r>
              <a:rPr lang="en-US" b="1" dirty="0"/>
              <a:t>5. Depreciation Index ( DEPI)</a:t>
            </a:r>
            <a:endParaRPr lang="en-IN" b="1" dirty="0"/>
          </a:p>
        </p:txBody>
      </p:sp>
      <p:sp>
        <p:nvSpPr>
          <p:cNvPr id="3" name="Content Placeholder 2">
            <a:extLst>
              <a:ext uri="{FF2B5EF4-FFF2-40B4-BE49-F238E27FC236}">
                <a16:creationId xmlns:a16="http://schemas.microsoft.com/office/drawing/2014/main" id="{AC9650E8-2BDC-4B23-8B38-46EB80CA6619}"/>
              </a:ext>
            </a:extLst>
          </p:cNvPr>
          <p:cNvSpPr>
            <a:spLocks noGrp="1"/>
          </p:cNvSpPr>
          <p:nvPr>
            <p:ph idx="1"/>
          </p:nvPr>
        </p:nvSpPr>
        <p:spPr/>
        <p:txBody>
          <a:bodyPr>
            <a:normAutofit lnSpcReduction="10000"/>
          </a:bodyPr>
          <a:lstStyle/>
          <a:p>
            <a:pPr marL="0" indent="0">
              <a:buNone/>
            </a:pPr>
            <a:r>
              <a:rPr lang="en-US" dirty="0"/>
              <a:t> ( Dep t-1 / {PPE t-1 +Dep t-1})</a:t>
            </a:r>
          </a:p>
          <a:p>
            <a:pPr marL="0" indent="0">
              <a:buNone/>
            </a:pPr>
            <a:endParaRPr lang="en-US" dirty="0"/>
          </a:p>
          <a:p>
            <a:pPr marL="0" indent="0">
              <a:buNone/>
            </a:pPr>
            <a:r>
              <a:rPr lang="en-US" dirty="0"/>
              <a:t>                    /</a:t>
            </a:r>
          </a:p>
          <a:p>
            <a:pPr marL="0" indent="0">
              <a:buNone/>
            </a:pPr>
            <a:endParaRPr lang="en-US" dirty="0"/>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Dep t / {PPE t +Dep 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Coefficient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+ 0.115</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Inference: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If Current year figure is lower than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that of the previous year, then the firm is manipulating</a:t>
            </a:r>
            <a:r>
              <a:rPr lang="en-US" dirty="0">
                <a:solidFill>
                  <a:prstClr val="black"/>
                </a:solidFill>
                <a:latin typeface="Calibri" panose="020F0502020204030204"/>
              </a:rPr>
              <a:t> its financials </a:t>
            </a:r>
            <a:endPar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IN" dirty="0"/>
          </a:p>
        </p:txBody>
      </p:sp>
    </p:spTree>
    <p:extLst>
      <p:ext uri="{BB962C8B-B14F-4D97-AF65-F5344CB8AC3E}">
        <p14:creationId xmlns:p14="http://schemas.microsoft.com/office/powerpoint/2010/main" val="74629896"/>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322C3-4C13-46AD-8328-15D43DC305BB}"/>
              </a:ext>
            </a:extLst>
          </p:cNvPr>
          <p:cNvSpPr>
            <a:spLocks noGrp="1"/>
          </p:cNvSpPr>
          <p:nvPr>
            <p:ph type="title"/>
          </p:nvPr>
        </p:nvSpPr>
        <p:spPr/>
        <p:txBody>
          <a:bodyPr/>
          <a:lstStyle/>
          <a:p>
            <a:pPr algn="ctr"/>
            <a:r>
              <a:rPr lang="en-US" b="1" dirty="0"/>
              <a:t>6. SGA expense Index (  SGAI)</a:t>
            </a:r>
            <a:endParaRPr lang="en-IN" b="1" dirty="0"/>
          </a:p>
        </p:txBody>
      </p:sp>
      <p:sp>
        <p:nvSpPr>
          <p:cNvPr id="3" name="Content Placeholder 2">
            <a:extLst>
              <a:ext uri="{FF2B5EF4-FFF2-40B4-BE49-F238E27FC236}">
                <a16:creationId xmlns:a16="http://schemas.microsoft.com/office/drawing/2014/main" id="{0C694AB1-E1F7-428B-8904-3F2948468ACD}"/>
              </a:ext>
            </a:extLst>
          </p:cNvPr>
          <p:cNvSpPr>
            <a:spLocks noGrp="1"/>
          </p:cNvSpPr>
          <p:nvPr>
            <p:ph idx="1"/>
          </p:nvPr>
        </p:nvSpPr>
        <p:spPr/>
        <p:txBody>
          <a:bodyPr/>
          <a:lstStyle/>
          <a:p>
            <a:pPr marL="0" indent="0">
              <a:buNone/>
            </a:pPr>
            <a:r>
              <a:rPr lang="en-US" dirty="0"/>
              <a:t>= ( SGA expense t/ Sales t) / (SGA expense t-1/ Sales t-1)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Coefficient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-0.172</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Inference: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If Current year </a:t>
            </a:r>
            <a:r>
              <a:rPr lang="en-US" b="1" dirty="0">
                <a:solidFill>
                  <a:prstClr val="black"/>
                </a:solidFill>
                <a:latin typeface="Calibri" panose="020F0502020204030204"/>
              </a:rPr>
              <a:t>SGA</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/Sales is lower than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that of the previous year, then the firm is manipulating its financials</a:t>
            </a:r>
            <a:endPar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755826750"/>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AFE96-BF99-4FEA-BEC9-F60A78865BFE}"/>
              </a:ext>
            </a:extLst>
          </p:cNvPr>
          <p:cNvSpPr>
            <a:spLocks noGrp="1"/>
          </p:cNvSpPr>
          <p:nvPr>
            <p:ph type="title"/>
          </p:nvPr>
        </p:nvSpPr>
        <p:spPr/>
        <p:txBody>
          <a:bodyPr/>
          <a:lstStyle/>
          <a:p>
            <a:pPr algn="ctr"/>
            <a:r>
              <a:rPr lang="en-US" b="1" dirty="0"/>
              <a:t>7. Leverage Index ( LVGI)</a:t>
            </a:r>
            <a:endParaRPr lang="en-IN" b="1" dirty="0"/>
          </a:p>
        </p:txBody>
      </p:sp>
      <p:sp>
        <p:nvSpPr>
          <p:cNvPr id="3" name="Content Placeholder 2">
            <a:extLst>
              <a:ext uri="{FF2B5EF4-FFF2-40B4-BE49-F238E27FC236}">
                <a16:creationId xmlns:a16="http://schemas.microsoft.com/office/drawing/2014/main" id="{99DC81EE-9FA1-441A-A248-EA84AAB58971}"/>
              </a:ext>
            </a:extLst>
          </p:cNvPr>
          <p:cNvSpPr>
            <a:spLocks noGrp="1"/>
          </p:cNvSpPr>
          <p:nvPr>
            <p:ph idx="1"/>
          </p:nvPr>
        </p:nvSpPr>
        <p:spPr/>
        <p:txBody>
          <a:bodyPr>
            <a:normAutofit lnSpcReduction="10000"/>
          </a:bodyPr>
          <a:lstStyle/>
          <a:p>
            <a:pPr marL="0" indent="0">
              <a:buNone/>
            </a:pPr>
            <a:endParaRPr lang="en-US" dirty="0"/>
          </a:p>
          <a:p>
            <a:pPr marL="0" indent="0">
              <a:buNone/>
            </a:pPr>
            <a:r>
              <a:rPr lang="en-IN" dirty="0"/>
              <a:t>= ( {CL t+ TLTD t }/ TA t)</a:t>
            </a:r>
          </a:p>
          <a:p>
            <a:pPr marL="0" indent="0">
              <a:buNone/>
            </a:pPr>
            <a:endParaRPr lang="en-IN" dirty="0"/>
          </a:p>
          <a:p>
            <a:pPr marL="0" indent="0">
              <a:buNone/>
            </a:pPr>
            <a:r>
              <a:rPr lang="en-IN" dirty="0"/>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 {CL t-1+ TLTD t-1 }/ TA t-1)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Coefficient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-0.327</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Inference: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If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Current year proportion is lower than</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that of the previous year, then the firm is manipulating its financials</a:t>
            </a:r>
            <a:endPar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IN" dirty="0"/>
          </a:p>
        </p:txBody>
      </p:sp>
    </p:spTree>
    <p:extLst>
      <p:ext uri="{BB962C8B-B14F-4D97-AF65-F5344CB8AC3E}">
        <p14:creationId xmlns:p14="http://schemas.microsoft.com/office/powerpoint/2010/main" val="3580200775"/>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4EB64-8D01-4F26-9C69-150475B299F3}"/>
              </a:ext>
            </a:extLst>
          </p:cNvPr>
          <p:cNvSpPr>
            <a:spLocks noGrp="1"/>
          </p:cNvSpPr>
          <p:nvPr>
            <p:ph type="title"/>
          </p:nvPr>
        </p:nvSpPr>
        <p:spPr/>
        <p:txBody>
          <a:bodyPr/>
          <a:lstStyle/>
          <a:p>
            <a:pPr algn="ctr"/>
            <a:r>
              <a:rPr lang="en-US" b="1" dirty="0"/>
              <a:t>8. Total Accruals to Total Assets (TATA)</a:t>
            </a:r>
            <a:endParaRPr lang="en-IN" b="1" dirty="0"/>
          </a:p>
        </p:txBody>
      </p:sp>
      <p:sp>
        <p:nvSpPr>
          <p:cNvPr id="7" name="Content Placeholder 2">
            <a:extLst>
              <a:ext uri="{FF2B5EF4-FFF2-40B4-BE49-F238E27FC236}">
                <a16:creationId xmlns:a16="http://schemas.microsoft.com/office/drawing/2014/main" id="{733C919E-BA2E-9BEE-9219-69FD48380B15}"/>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t>= </a:t>
            </a:r>
          </a:p>
          <a:p>
            <a:pPr marL="0" indent="0">
              <a:buFont typeface="Arial" panose="020B0604020202020204" pitchFamily="34" charset="0"/>
              <a:buNone/>
            </a:pPr>
            <a:r>
              <a:rPr lang="en-US"/>
              <a:t>(Income from Continuing Operations t-CFO t ) / TA t </a:t>
            </a:r>
          </a:p>
          <a:p>
            <a:pPr marL="0" indent="0">
              <a:buFont typeface="Arial" panose="020B0604020202020204" pitchFamily="34" charset="0"/>
              <a:buNone/>
            </a:pPr>
            <a:endParaRPr lang="en-US"/>
          </a:p>
          <a:p>
            <a:pPr marL="0" indent="0">
              <a:buFont typeface="Arial" panose="020B0604020202020204" pitchFamily="34" charset="0"/>
              <a:buNone/>
            </a:pPr>
            <a:endParaRPr lang="en-US"/>
          </a:p>
          <a:p>
            <a:pPr marL="0" indent="0">
              <a:buFont typeface="Arial" panose="020B0604020202020204" pitchFamily="34" charset="0"/>
              <a:buNone/>
            </a:pPr>
            <a:r>
              <a:rPr lang="en-US" b="1"/>
              <a:t>Income from continuing operations </a:t>
            </a:r>
            <a:r>
              <a:rPr lang="en-US"/>
              <a:t>= </a:t>
            </a:r>
            <a:r>
              <a:rPr lang="en-US">
                <a:highlight>
                  <a:srgbClr val="FFFF00"/>
                </a:highlight>
              </a:rPr>
              <a:t>Profit/loss for the period</a:t>
            </a:r>
            <a:endParaRPr lang="en-IN" dirty="0">
              <a:highlight>
                <a:srgbClr val="FFFF00"/>
              </a:highlight>
            </a:endParaRPr>
          </a:p>
        </p:txBody>
      </p:sp>
    </p:spTree>
    <p:extLst>
      <p:ext uri="{BB962C8B-B14F-4D97-AF65-F5344CB8AC3E}">
        <p14:creationId xmlns:p14="http://schemas.microsoft.com/office/powerpoint/2010/main" val="3377875110"/>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ACAB0-D467-4FF3-9CE3-5DF232B6E8A0}"/>
              </a:ext>
            </a:extLst>
          </p:cNvPr>
          <p:cNvSpPr>
            <a:spLocks noGrp="1"/>
          </p:cNvSpPr>
          <p:nvPr>
            <p:ph type="title"/>
          </p:nvPr>
        </p:nvSpPr>
        <p:spPr/>
        <p:txBody>
          <a:bodyPr/>
          <a:lstStyle/>
          <a:p>
            <a:pPr algn="ctr"/>
            <a:r>
              <a:rPr lang="en-US" b="1" dirty="0"/>
              <a:t>Figures for Marico &amp; Inferences </a:t>
            </a:r>
            <a:endParaRPr lang="en-IN" b="1" dirty="0"/>
          </a:p>
        </p:txBody>
      </p:sp>
      <p:graphicFrame>
        <p:nvGraphicFramePr>
          <p:cNvPr id="4" name="Table 4">
            <a:extLst>
              <a:ext uri="{FF2B5EF4-FFF2-40B4-BE49-F238E27FC236}">
                <a16:creationId xmlns:a16="http://schemas.microsoft.com/office/drawing/2014/main" id="{F9739597-C4D7-4D92-B4DC-07E4C835E398}"/>
              </a:ext>
            </a:extLst>
          </p:cNvPr>
          <p:cNvGraphicFramePr>
            <a:graphicFrameLocks noGrp="1"/>
          </p:cNvGraphicFramePr>
          <p:nvPr>
            <p:ph idx="1"/>
          </p:nvPr>
        </p:nvGraphicFramePr>
        <p:xfrm>
          <a:off x="838200" y="1825625"/>
          <a:ext cx="10515600" cy="4211320"/>
        </p:xfrm>
        <a:graphic>
          <a:graphicData uri="http://schemas.openxmlformats.org/drawingml/2006/table">
            <a:tbl>
              <a:tblPr firstRow="1" bandRow="1">
                <a:tableStyleId>{93296810-A885-4BE3-A3E7-6D5BEEA58F35}</a:tableStyleId>
              </a:tblPr>
              <a:tblGrid>
                <a:gridCol w="2103120">
                  <a:extLst>
                    <a:ext uri="{9D8B030D-6E8A-4147-A177-3AD203B41FA5}">
                      <a16:colId xmlns:a16="http://schemas.microsoft.com/office/drawing/2014/main" val="1964040091"/>
                    </a:ext>
                  </a:extLst>
                </a:gridCol>
                <a:gridCol w="2103120">
                  <a:extLst>
                    <a:ext uri="{9D8B030D-6E8A-4147-A177-3AD203B41FA5}">
                      <a16:colId xmlns:a16="http://schemas.microsoft.com/office/drawing/2014/main" val="3825861203"/>
                    </a:ext>
                  </a:extLst>
                </a:gridCol>
                <a:gridCol w="2103120">
                  <a:extLst>
                    <a:ext uri="{9D8B030D-6E8A-4147-A177-3AD203B41FA5}">
                      <a16:colId xmlns:a16="http://schemas.microsoft.com/office/drawing/2014/main" val="1015777851"/>
                    </a:ext>
                  </a:extLst>
                </a:gridCol>
                <a:gridCol w="2103120">
                  <a:extLst>
                    <a:ext uri="{9D8B030D-6E8A-4147-A177-3AD203B41FA5}">
                      <a16:colId xmlns:a16="http://schemas.microsoft.com/office/drawing/2014/main" val="2025075330"/>
                    </a:ext>
                  </a:extLst>
                </a:gridCol>
                <a:gridCol w="2103120">
                  <a:extLst>
                    <a:ext uri="{9D8B030D-6E8A-4147-A177-3AD203B41FA5}">
                      <a16:colId xmlns:a16="http://schemas.microsoft.com/office/drawing/2014/main" val="3084581915"/>
                    </a:ext>
                  </a:extLst>
                </a:gridCol>
              </a:tblGrid>
              <a:tr h="370840">
                <a:tc>
                  <a:txBody>
                    <a:bodyPr/>
                    <a:lstStyle/>
                    <a:p>
                      <a:r>
                        <a:rPr lang="en-US" dirty="0"/>
                        <a:t>Variable</a:t>
                      </a:r>
                      <a:endParaRPr lang="en-IN" dirty="0"/>
                    </a:p>
                  </a:txBody>
                  <a:tcPr/>
                </a:tc>
                <a:tc>
                  <a:txBody>
                    <a:bodyPr/>
                    <a:lstStyle/>
                    <a:p>
                      <a:r>
                        <a:rPr lang="en-US" dirty="0"/>
                        <a:t>Expectation</a:t>
                      </a:r>
                      <a:endParaRPr lang="en-IN" dirty="0"/>
                    </a:p>
                  </a:txBody>
                  <a:tcPr/>
                </a:tc>
                <a:tc>
                  <a:txBody>
                    <a:bodyPr/>
                    <a:lstStyle/>
                    <a:p>
                      <a:r>
                        <a:rPr lang="en-US" dirty="0" err="1"/>
                        <a:t>C.Year</a:t>
                      </a:r>
                      <a:endParaRPr lang="en-IN" dirty="0"/>
                    </a:p>
                  </a:txBody>
                  <a:tcPr/>
                </a:tc>
                <a:tc>
                  <a:txBody>
                    <a:bodyPr/>
                    <a:lstStyle/>
                    <a:p>
                      <a:r>
                        <a:rPr lang="en-US" dirty="0" err="1"/>
                        <a:t>Prev.year</a:t>
                      </a:r>
                      <a:endParaRPr lang="en-IN" dirty="0"/>
                    </a:p>
                  </a:txBody>
                  <a:tcPr/>
                </a:tc>
                <a:tc>
                  <a:txBody>
                    <a:bodyPr/>
                    <a:lstStyle/>
                    <a:p>
                      <a:r>
                        <a:rPr lang="en-US" dirty="0"/>
                        <a:t>Inference </a:t>
                      </a:r>
                      <a:endParaRPr lang="en-IN" dirty="0"/>
                    </a:p>
                  </a:txBody>
                  <a:tcPr/>
                </a:tc>
                <a:extLst>
                  <a:ext uri="{0D108BD9-81ED-4DB2-BD59-A6C34878D82A}">
                    <a16:rowId xmlns:a16="http://schemas.microsoft.com/office/drawing/2014/main" val="3285547125"/>
                  </a:ext>
                </a:extLst>
              </a:tr>
              <a:tr h="370840">
                <a:tc>
                  <a:txBody>
                    <a:bodyPr/>
                    <a:lstStyle/>
                    <a:p>
                      <a:r>
                        <a:rPr lang="en-US" b="1" dirty="0"/>
                        <a:t>1. DSRI</a:t>
                      </a:r>
                      <a:endParaRPr lang="en-IN" b="1" dirty="0"/>
                    </a:p>
                  </a:txBody>
                  <a:tcPr/>
                </a:tc>
                <a:tc>
                  <a:txBody>
                    <a:bodyPr/>
                    <a:lstStyle/>
                    <a:p>
                      <a:r>
                        <a:rPr lang="en-US" dirty="0" err="1"/>
                        <a:t>C.Year</a:t>
                      </a:r>
                      <a:r>
                        <a:rPr lang="en-US" dirty="0"/>
                        <a:t> to be lower</a:t>
                      </a:r>
                      <a:endParaRPr lang="en-IN" dirty="0"/>
                    </a:p>
                  </a:txBody>
                  <a:tcPr/>
                </a:tc>
                <a:tc>
                  <a:txBody>
                    <a:bodyPr/>
                    <a:lstStyle/>
                    <a:p>
                      <a:r>
                        <a:rPr kumimoji="0" lang="en-US" sz="2400" b="1" i="0" u="none" strike="noStrike" kern="1200" cap="none" spc="0" normalizeH="0" baseline="0" noProof="0" dirty="0">
                          <a:ln>
                            <a:noFill/>
                          </a:ln>
                          <a:solidFill>
                            <a:prstClr val="black"/>
                          </a:solidFill>
                          <a:effectLst/>
                          <a:uLnTx/>
                          <a:uFillTx/>
                          <a:latin typeface="+mn-lt"/>
                          <a:ea typeface="+mn-ea"/>
                          <a:cs typeface="+mn-cs"/>
                        </a:rPr>
                        <a:t>0</a:t>
                      </a:r>
                      <a:r>
                        <a:rPr kumimoji="0" lang="en-IN" sz="2400" b="1" i="0" u="none" strike="noStrike" kern="1200" cap="none" spc="0" normalizeH="0" baseline="0" noProof="0" dirty="0">
                          <a:ln>
                            <a:noFill/>
                          </a:ln>
                          <a:solidFill>
                            <a:prstClr val="black"/>
                          </a:solidFill>
                          <a:effectLst/>
                          <a:uLnTx/>
                          <a:uFillTx/>
                          <a:latin typeface="+mn-lt"/>
                          <a:ea typeface="+mn-ea"/>
                          <a:cs typeface="+mn-cs"/>
                        </a:rPr>
                        <a:t>.1273</a:t>
                      </a:r>
                      <a:endParaRPr lang="en-IN" sz="2400" b="1" dirty="0"/>
                    </a:p>
                  </a:txBody>
                  <a:tcPr/>
                </a:tc>
                <a:tc>
                  <a:txBody>
                    <a:bodyPr/>
                    <a:lstStyle/>
                    <a:p>
                      <a:r>
                        <a:rPr lang="en-US" sz="2400" b="0" dirty="0"/>
                        <a:t>0.1098</a:t>
                      </a:r>
                      <a:endParaRPr lang="en-IN" sz="2400" b="0" dirty="0"/>
                    </a:p>
                  </a:txBody>
                  <a:tcPr/>
                </a:tc>
                <a:tc>
                  <a:txBody>
                    <a:bodyPr/>
                    <a:lstStyle/>
                    <a:p>
                      <a:r>
                        <a:rPr lang="en-US" b="1" dirty="0"/>
                        <a:t>Manipulative</a:t>
                      </a:r>
                      <a:endParaRPr lang="en-IN" b="1" dirty="0"/>
                    </a:p>
                  </a:txBody>
                  <a:tcPr/>
                </a:tc>
                <a:extLst>
                  <a:ext uri="{0D108BD9-81ED-4DB2-BD59-A6C34878D82A}">
                    <a16:rowId xmlns:a16="http://schemas.microsoft.com/office/drawing/2014/main" val="3621002685"/>
                  </a:ext>
                </a:extLst>
              </a:tr>
              <a:tr h="370840">
                <a:tc>
                  <a:txBody>
                    <a:bodyPr/>
                    <a:lstStyle/>
                    <a:p>
                      <a:r>
                        <a:rPr lang="en-US" b="0" dirty="0"/>
                        <a:t>2. GMI</a:t>
                      </a:r>
                      <a:endParaRPr lang="en-IN" b="0" dirty="0"/>
                    </a:p>
                  </a:txBody>
                  <a:tcPr/>
                </a:tc>
                <a:tc>
                  <a:txBody>
                    <a:bodyPr/>
                    <a:lstStyle/>
                    <a:p>
                      <a:r>
                        <a:rPr lang="en-US" dirty="0" err="1"/>
                        <a:t>c.Year</a:t>
                      </a:r>
                      <a:r>
                        <a:rPr lang="en-US" dirty="0"/>
                        <a:t> GPM to be higher</a:t>
                      </a:r>
                      <a:endParaRPr lang="en-IN" dirty="0"/>
                    </a:p>
                  </a:txBody>
                  <a:tcPr/>
                </a:tc>
                <a:tc>
                  <a:txBody>
                    <a:bodyPr/>
                    <a:lstStyle/>
                    <a:p>
                      <a:r>
                        <a:rPr kumimoji="0" lang="en-US" sz="2400" b="0" i="0" u="none" strike="noStrike" kern="1200" cap="none" spc="0" normalizeH="0" baseline="0" noProof="0" dirty="0">
                          <a:ln>
                            <a:noFill/>
                          </a:ln>
                          <a:solidFill>
                            <a:prstClr val="black"/>
                          </a:solidFill>
                          <a:effectLst/>
                          <a:uLnTx/>
                          <a:uFillTx/>
                          <a:latin typeface="+mn-lt"/>
                          <a:ea typeface="+mn-ea"/>
                          <a:cs typeface="+mn-cs"/>
                        </a:rPr>
                        <a:t> </a:t>
                      </a:r>
                      <a:r>
                        <a:rPr kumimoji="0" lang="en-US" sz="2400" b="1" i="0" u="none" strike="noStrike" kern="1200" cap="none" spc="0" normalizeH="0" baseline="0" noProof="0" dirty="0">
                          <a:ln>
                            <a:noFill/>
                          </a:ln>
                          <a:solidFill>
                            <a:prstClr val="black"/>
                          </a:solidFill>
                          <a:effectLst/>
                          <a:uLnTx/>
                          <a:uFillTx/>
                          <a:latin typeface="+mn-lt"/>
                          <a:ea typeface="+mn-ea"/>
                          <a:cs typeface="+mn-cs"/>
                        </a:rPr>
                        <a:t>0.4456</a:t>
                      </a:r>
                      <a:endParaRPr lang="en-IN" sz="2400" b="1" dirty="0"/>
                    </a:p>
                  </a:txBody>
                  <a:tcPr/>
                </a:tc>
                <a:tc>
                  <a:txBody>
                    <a:bodyPr/>
                    <a:lstStyle/>
                    <a:p>
                      <a:r>
                        <a:rPr lang="en-US" sz="2400" b="0" dirty="0"/>
                        <a:t>0.4410</a:t>
                      </a:r>
                      <a:endParaRPr lang="en-IN" sz="2400" b="0" dirty="0"/>
                    </a:p>
                  </a:txBody>
                  <a:tcPr/>
                </a:tc>
                <a:tc>
                  <a:txBody>
                    <a:bodyPr/>
                    <a:lstStyle/>
                    <a:p>
                      <a:r>
                        <a:rPr lang="en-US" b="0" dirty="0"/>
                        <a:t>Non-Manipulative</a:t>
                      </a:r>
                      <a:endParaRPr lang="en-IN" b="0" dirty="0"/>
                    </a:p>
                  </a:txBody>
                  <a:tcPr/>
                </a:tc>
                <a:extLst>
                  <a:ext uri="{0D108BD9-81ED-4DB2-BD59-A6C34878D82A}">
                    <a16:rowId xmlns:a16="http://schemas.microsoft.com/office/drawing/2014/main" val="4176768138"/>
                  </a:ext>
                </a:extLst>
              </a:tr>
              <a:tr h="370840">
                <a:tc>
                  <a:txBody>
                    <a:bodyPr/>
                    <a:lstStyle/>
                    <a:p>
                      <a:r>
                        <a:rPr lang="en-US" dirty="0"/>
                        <a:t>3. </a:t>
                      </a:r>
                      <a:r>
                        <a:rPr lang="en-US" b="0" dirty="0"/>
                        <a:t>Asset Quality</a:t>
                      </a:r>
                      <a:endParaRPr lang="en-IN" b="0" dirty="0"/>
                    </a:p>
                  </a:txBody>
                  <a:tcPr/>
                </a:tc>
                <a:tc>
                  <a:txBody>
                    <a:bodyPr/>
                    <a:lstStyle/>
                    <a:p>
                      <a:r>
                        <a:rPr lang="en-US" dirty="0" err="1"/>
                        <a:t>C.Year</a:t>
                      </a:r>
                      <a:r>
                        <a:rPr lang="en-US" dirty="0"/>
                        <a:t> to be lower </a:t>
                      </a:r>
                      <a:endParaRPr lang="en-IN" dirty="0"/>
                    </a:p>
                  </a:txBody>
                  <a:tcPr/>
                </a:tc>
                <a:tc>
                  <a:txBody>
                    <a:bodyPr/>
                    <a:lstStyle/>
                    <a:p>
                      <a:r>
                        <a:rPr kumimoji="0" lang="en-US" sz="2400" b="0" i="0" u="none" strike="noStrike" kern="1200" cap="none" spc="0" normalizeH="0" baseline="0" noProof="0" dirty="0">
                          <a:ln>
                            <a:noFill/>
                          </a:ln>
                          <a:solidFill>
                            <a:prstClr val="black"/>
                          </a:solidFill>
                          <a:effectLst/>
                          <a:uLnTx/>
                          <a:uFillTx/>
                          <a:latin typeface="+mn-lt"/>
                          <a:ea typeface="+mn-ea"/>
                          <a:cs typeface="+mn-cs"/>
                        </a:rPr>
                        <a:t>0.4984</a:t>
                      </a:r>
                      <a:endParaRPr lang="en-IN" sz="2400" b="0" dirty="0"/>
                    </a:p>
                  </a:txBody>
                  <a:tcPr/>
                </a:tc>
                <a:tc>
                  <a:txBody>
                    <a:bodyPr/>
                    <a:lstStyle/>
                    <a:p>
                      <a:r>
                        <a:rPr lang="en-US" sz="2400" b="1" dirty="0"/>
                        <a:t>0.5197</a:t>
                      </a:r>
                      <a:endParaRPr lang="en-IN" sz="2400" b="1" dirty="0"/>
                    </a:p>
                  </a:txBody>
                  <a:tcPr/>
                </a:tc>
                <a:tc>
                  <a:txBody>
                    <a:bodyPr/>
                    <a:lstStyle/>
                    <a:p>
                      <a:r>
                        <a:rPr lang="en-US" b="0" dirty="0"/>
                        <a:t>Non-Manipulative</a:t>
                      </a:r>
                      <a:endParaRPr lang="en-IN" b="0" dirty="0"/>
                    </a:p>
                  </a:txBody>
                  <a:tcPr/>
                </a:tc>
                <a:extLst>
                  <a:ext uri="{0D108BD9-81ED-4DB2-BD59-A6C34878D82A}">
                    <a16:rowId xmlns:a16="http://schemas.microsoft.com/office/drawing/2014/main" val="2772290962"/>
                  </a:ext>
                </a:extLst>
              </a:tr>
              <a:tr h="370840">
                <a:tc>
                  <a:txBody>
                    <a:bodyPr/>
                    <a:lstStyle/>
                    <a:p>
                      <a:r>
                        <a:rPr lang="en-US" b="1" dirty="0"/>
                        <a:t>4. SGI</a:t>
                      </a:r>
                      <a:endParaRPr lang="en-IN" b="1" dirty="0"/>
                    </a:p>
                  </a:txBody>
                  <a:tcPr/>
                </a:tc>
                <a:tc>
                  <a:txBody>
                    <a:bodyPr/>
                    <a:lstStyle/>
                    <a:p>
                      <a:r>
                        <a:rPr lang="en-US" dirty="0"/>
                        <a:t>C. Year to be lower </a:t>
                      </a:r>
                      <a:endParaRPr lang="en-IN" dirty="0"/>
                    </a:p>
                  </a:txBody>
                  <a:tcPr/>
                </a:tc>
                <a:tc>
                  <a:txBody>
                    <a:bodyPr/>
                    <a:lstStyle/>
                    <a:p>
                      <a:r>
                        <a:rPr lang="en-US" sz="2400" b="1" dirty="0"/>
                        <a:t>14285</a:t>
                      </a:r>
                      <a:endParaRPr lang="en-IN" sz="2400" b="1" dirty="0"/>
                    </a:p>
                  </a:txBody>
                  <a:tcPr/>
                </a:tc>
                <a:tc>
                  <a:txBody>
                    <a:bodyPr/>
                    <a:lstStyle/>
                    <a:p>
                      <a:r>
                        <a:rPr lang="en-US" sz="2400" b="0" dirty="0"/>
                        <a:t>13974</a:t>
                      </a:r>
                      <a:endParaRPr lang="en-IN" sz="2400" b="0" dirty="0"/>
                    </a:p>
                  </a:txBody>
                  <a:tcPr/>
                </a:tc>
                <a:tc>
                  <a:txBody>
                    <a:bodyPr/>
                    <a:lstStyle/>
                    <a:p>
                      <a:r>
                        <a:rPr lang="en-US" b="1" dirty="0"/>
                        <a:t>Manipulative</a:t>
                      </a:r>
                      <a:endParaRPr lang="en-IN" b="1" dirty="0"/>
                    </a:p>
                  </a:txBody>
                  <a:tcPr/>
                </a:tc>
                <a:extLst>
                  <a:ext uri="{0D108BD9-81ED-4DB2-BD59-A6C34878D82A}">
                    <a16:rowId xmlns:a16="http://schemas.microsoft.com/office/drawing/2014/main" val="1250424188"/>
                  </a:ext>
                </a:extLst>
              </a:tr>
              <a:tr h="370840">
                <a:tc>
                  <a:txBody>
                    <a:bodyPr/>
                    <a:lstStyle/>
                    <a:p>
                      <a:r>
                        <a:rPr lang="en-US" dirty="0"/>
                        <a:t>5.  DEPI</a:t>
                      </a:r>
                      <a:endParaRPr lang="en-IN" dirty="0"/>
                    </a:p>
                  </a:txBody>
                  <a:tcPr/>
                </a:tc>
                <a:tc>
                  <a:txBody>
                    <a:bodyPr/>
                    <a:lstStyle/>
                    <a:p>
                      <a:r>
                        <a:rPr lang="en-US" dirty="0" err="1"/>
                        <a:t>C.Year</a:t>
                      </a:r>
                      <a:r>
                        <a:rPr lang="en-US" dirty="0"/>
                        <a:t> to be higher</a:t>
                      </a:r>
                      <a:endParaRPr lang="en-IN" dirty="0"/>
                    </a:p>
                  </a:txBody>
                  <a:tcPr/>
                </a:tc>
                <a:tc>
                  <a:txBody>
                    <a:bodyPr/>
                    <a:lstStyle/>
                    <a:p>
                      <a:r>
                        <a:rPr lang="en-US" sz="2400" b="1" dirty="0"/>
                        <a:t>0.0426</a:t>
                      </a:r>
                      <a:endParaRPr lang="en-IN" sz="2400" b="1" dirty="0"/>
                    </a:p>
                  </a:txBody>
                  <a:tcPr/>
                </a:tc>
                <a:tc>
                  <a:txBody>
                    <a:bodyPr/>
                    <a:lstStyle/>
                    <a:p>
                      <a:r>
                        <a:rPr lang="en-US" sz="2400" b="0" dirty="0"/>
                        <a:t>0.0406</a:t>
                      </a:r>
                      <a:endParaRPr lang="en-IN" sz="2400" b="0" dirty="0"/>
                    </a:p>
                  </a:txBody>
                  <a:tcPr/>
                </a:tc>
                <a:tc>
                  <a:txBody>
                    <a:bodyPr/>
                    <a:lstStyle/>
                    <a:p>
                      <a:r>
                        <a:rPr lang="en-US" b="0" dirty="0"/>
                        <a:t>Non-Manipulative</a:t>
                      </a:r>
                      <a:endParaRPr lang="en-IN" b="0" dirty="0"/>
                    </a:p>
                  </a:txBody>
                  <a:tcPr/>
                </a:tc>
                <a:extLst>
                  <a:ext uri="{0D108BD9-81ED-4DB2-BD59-A6C34878D82A}">
                    <a16:rowId xmlns:a16="http://schemas.microsoft.com/office/drawing/2014/main" val="178529724"/>
                  </a:ext>
                </a:extLst>
              </a:tr>
              <a:tr h="370840">
                <a:tc>
                  <a:txBody>
                    <a:bodyPr/>
                    <a:lstStyle/>
                    <a:p>
                      <a:r>
                        <a:rPr lang="en-US" b="0" dirty="0"/>
                        <a:t>6.  SGAI</a:t>
                      </a:r>
                      <a:endParaRPr lang="en-IN" b="0" dirty="0"/>
                    </a:p>
                  </a:txBody>
                  <a:tcPr/>
                </a:tc>
                <a:tc>
                  <a:txBody>
                    <a:bodyPr/>
                    <a:lstStyle/>
                    <a:p>
                      <a:r>
                        <a:rPr lang="en-US" dirty="0" err="1"/>
                        <a:t>C.Year</a:t>
                      </a:r>
                      <a:r>
                        <a:rPr lang="en-US" dirty="0"/>
                        <a:t> to be higher</a:t>
                      </a:r>
                      <a:endParaRPr lang="en-IN" dirty="0"/>
                    </a:p>
                  </a:txBody>
                  <a:tcPr/>
                </a:tc>
                <a:tc>
                  <a:txBody>
                    <a:bodyPr/>
                    <a:lstStyle/>
                    <a:p>
                      <a:r>
                        <a:rPr lang="en-US" sz="2400" b="1" dirty="0"/>
                        <a:t>0.2573</a:t>
                      </a:r>
                      <a:endParaRPr lang="en-IN" sz="2400" b="1" dirty="0"/>
                    </a:p>
                  </a:txBody>
                  <a:tcPr/>
                </a:tc>
                <a:tc>
                  <a:txBody>
                    <a:bodyPr/>
                    <a:lstStyle/>
                    <a:p>
                      <a:r>
                        <a:rPr lang="en-US" sz="2400" b="0" dirty="0"/>
                        <a:t>0.2564</a:t>
                      </a:r>
                      <a:endParaRPr lang="en-IN" sz="2400" b="0" dirty="0"/>
                    </a:p>
                  </a:txBody>
                  <a:tcPr/>
                </a:tc>
                <a:tc>
                  <a:txBody>
                    <a:bodyPr/>
                    <a:lstStyle/>
                    <a:p>
                      <a:r>
                        <a:rPr lang="en-US" b="0" dirty="0"/>
                        <a:t>Non-Manipulative</a:t>
                      </a:r>
                      <a:endParaRPr lang="en-IN" b="0" dirty="0"/>
                    </a:p>
                  </a:txBody>
                  <a:tcPr/>
                </a:tc>
                <a:extLst>
                  <a:ext uri="{0D108BD9-81ED-4DB2-BD59-A6C34878D82A}">
                    <a16:rowId xmlns:a16="http://schemas.microsoft.com/office/drawing/2014/main" val="2748651567"/>
                  </a:ext>
                </a:extLst>
              </a:tr>
              <a:tr h="370840">
                <a:tc>
                  <a:txBody>
                    <a:bodyPr/>
                    <a:lstStyle/>
                    <a:p>
                      <a:r>
                        <a:rPr lang="en-US" b="0" dirty="0"/>
                        <a:t>7. LVGI</a:t>
                      </a:r>
                      <a:endParaRPr lang="en-IN" b="0" dirty="0"/>
                    </a:p>
                  </a:txBody>
                  <a:tcPr/>
                </a:tc>
                <a:tc>
                  <a:txBody>
                    <a:bodyPr/>
                    <a:lstStyle/>
                    <a:p>
                      <a:r>
                        <a:rPr lang="en-US" dirty="0" err="1"/>
                        <a:t>C.Year</a:t>
                      </a:r>
                      <a:r>
                        <a:rPr lang="en-US" dirty="0"/>
                        <a:t> to be higher</a:t>
                      </a:r>
                      <a:endParaRPr lang="en-IN" dirty="0"/>
                    </a:p>
                  </a:txBody>
                  <a:tcPr/>
                </a:tc>
                <a:tc>
                  <a:txBody>
                    <a:bodyPr/>
                    <a:lstStyle/>
                    <a:p>
                      <a:r>
                        <a:rPr lang="en-US" sz="2400" b="1" dirty="0"/>
                        <a:t>0.3525</a:t>
                      </a:r>
                      <a:endParaRPr lang="en-IN" sz="2400" b="1" dirty="0"/>
                    </a:p>
                  </a:txBody>
                  <a:tcPr/>
                </a:tc>
                <a:tc>
                  <a:txBody>
                    <a:bodyPr/>
                    <a:lstStyle/>
                    <a:p>
                      <a:r>
                        <a:rPr lang="en-US" sz="2400" b="0" dirty="0"/>
                        <a:t>0.3022</a:t>
                      </a:r>
                      <a:endParaRPr lang="en-IN" sz="2400" b="0" dirty="0"/>
                    </a:p>
                  </a:txBody>
                  <a:tcPr/>
                </a:tc>
                <a:tc>
                  <a:txBody>
                    <a:bodyPr/>
                    <a:lstStyle/>
                    <a:p>
                      <a:r>
                        <a:rPr lang="en-US" b="0" dirty="0"/>
                        <a:t>Non-Manipulative</a:t>
                      </a:r>
                      <a:endParaRPr lang="en-IN" b="0" dirty="0"/>
                    </a:p>
                  </a:txBody>
                  <a:tcPr/>
                </a:tc>
                <a:extLst>
                  <a:ext uri="{0D108BD9-81ED-4DB2-BD59-A6C34878D82A}">
                    <a16:rowId xmlns:a16="http://schemas.microsoft.com/office/drawing/2014/main" val="1042543517"/>
                  </a:ext>
                </a:extLst>
              </a:tr>
              <a:tr h="370840">
                <a:tc>
                  <a:txBody>
                    <a:bodyPr/>
                    <a:lstStyle/>
                    <a:p>
                      <a:r>
                        <a:rPr lang="en-US" dirty="0"/>
                        <a:t>8.TATA</a:t>
                      </a:r>
                      <a:endParaRPr lang="en-IN" dirty="0"/>
                    </a:p>
                  </a:txBody>
                  <a:tcPr/>
                </a:tc>
                <a:tc>
                  <a:txBody>
                    <a:bodyPr/>
                    <a:lstStyle/>
                    <a:p>
                      <a:r>
                        <a:rPr lang="en-US" dirty="0"/>
                        <a:t>To be negative </a:t>
                      </a:r>
                      <a:endParaRPr lang="en-IN" dirty="0"/>
                    </a:p>
                  </a:txBody>
                  <a:tcPr/>
                </a:tc>
                <a:tc>
                  <a:txBody>
                    <a:bodyPr/>
                    <a:lstStyle/>
                    <a:p>
                      <a:r>
                        <a:rPr lang="en-US" sz="2400" b="1" dirty="0"/>
                        <a:t>-0.04</a:t>
                      </a:r>
                      <a:endParaRPr lang="en-IN" sz="2400" b="1" dirty="0"/>
                    </a:p>
                  </a:txBody>
                  <a:tcPr/>
                </a:tc>
                <a:tc>
                  <a:txBody>
                    <a:bodyPr/>
                    <a:lstStyle/>
                    <a:p>
                      <a:endParaRPr lang="en-IN" sz="2400" dirty="0"/>
                    </a:p>
                  </a:txBody>
                  <a:tcPr/>
                </a:tc>
                <a:tc>
                  <a:txBody>
                    <a:bodyPr/>
                    <a:lstStyle/>
                    <a:p>
                      <a:r>
                        <a:rPr lang="en-US" b="0" dirty="0"/>
                        <a:t>Non-Manipulative</a:t>
                      </a:r>
                      <a:endParaRPr lang="en-IN" b="0" dirty="0"/>
                    </a:p>
                  </a:txBody>
                  <a:tcPr/>
                </a:tc>
                <a:extLst>
                  <a:ext uri="{0D108BD9-81ED-4DB2-BD59-A6C34878D82A}">
                    <a16:rowId xmlns:a16="http://schemas.microsoft.com/office/drawing/2014/main" val="2329578791"/>
                  </a:ext>
                </a:extLst>
              </a:tr>
            </a:tbl>
          </a:graphicData>
        </a:graphic>
      </p:graphicFrame>
    </p:spTree>
    <p:extLst>
      <p:ext uri="{BB962C8B-B14F-4D97-AF65-F5344CB8AC3E}">
        <p14:creationId xmlns:p14="http://schemas.microsoft.com/office/powerpoint/2010/main" val="2027118257"/>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71108-EE44-402A-9068-87399141CC67}"/>
              </a:ext>
            </a:extLst>
          </p:cNvPr>
          <p:cNvSpPr>
            <a:spLocks noGrp="1"/>
          </p:cNvSpPr>
          <p:nvPr>
            <p:ph type="title"/>
          </p:nvPr>
        </p:nvSpPr>
        <p:spPr>
          <a:xfrm>
            <a:off x="683217" y="0"/>
            <a:ext cx="10515600" cy="1325563"/>
          </a:xfrm>
        </p:spPr>
        <p:txBody>
          <a:bodyPr/>
          <a:lstStyle/>
          <a:p>
            <a:pPr algn="ctr"/>
            <a:r>
              <a:rPr lang="en-US" dirty="0"/>
              <a:t> </a:t>
            </a:r>
            <a:r>
              <a:rPr lang="en-US" b="1" dirty="0"/>
              <a:t>M score for Marico in 2025</a:t>
            </a:r>
            <a:endParaRPr lang="en-IN" b="1" dirty="0"/>
          </a:p>
        </p:txBody>
      </p:sp>
      <p:graphicFrame>
        <p:nvGraphicFramePr>
          <p:cNvPr id="4" name="Table 4">
            <a:extLst>
              <a:ext uri="{FF2B5EF4-FFF2-40B4-BE49-F238E27FC236}">
                <a16:creationId xmlns:a16="http://schemas.microsoft.com/office/drawing/2014/main" id="{F43D9390-BAF6-4A5C-A872-B57DF90A70DF}"/>
              </a:ext>
            </a:extLst>
          </p:cNvPr>
          <p:cNvGraphicFramePr>
            <a:graphicFrameLocks noGrp="1"/>
          </p:cNvGraphicFramePr>
          <p:nvPr>
            <p:ph idx="1"/>
          </p:nvPr>
        </p:nvGraphicFramePr>
        <p:xfrm>
          <a:off x="838200" y="880228"/>
          <a:ext cx="10515600" cy="44500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627983963"/>
                    </a:ext>
                  </a:extLst>
                </a:gridCol>
                <a:gridCol w="5257800">
                  <a:extLst>
                    <a:ext uri="{9D8B030D-6E8A-4147-A177-3AD203B41FA5}">
                      <a16:colId xmlns:a16="http://schemas.microsoft.com/office/drawing/2014/main" val="849865216"/>
                    </a:ext>
                  </a:extLst>
                </a:gridCol>
              </a:tblGrid>
              <a:tr h="370840">
                <a:tc>
                  <a:txBody>
                    <a:bodyPr/>
                    <a:lstStyle/>
                    <a:p>
                      <a:r>
                        <a:rPr lang="en-US" dirty="0"/>
                        <a:t>Particulars</a:t>
                      </a:r>
                      <a:endParaRPr lang="en-IN" dirty="0"/>
                    </a:p>
                  </a:txBody>
                  <a:tcPr/>
                </a:tc>
                <a:tc>
                  <a:txBody>
                    <a:bodyPr/>
                    <a:lstStyle/>
                    <a:p>
                      <a:r>
                        <a:rPr lang="en-US" dirty="0"/>
                        <a:t>Weighted Score </a:t>
                      </a:r>
                      <a:endParaRPr lang="en-IN" dirty="0"/>
                    </a:p>
                  </a:txBody>
                  <a:tcPr/>
                </a:tc>
                <a:extLst>
                  <a:ext uri="{0D108BD9-81ED-4DB2-BD59-A6C34878D82A}">
                    <a16:rowId xmlns:a16="http://schemas.microsoft.com/office/drawing/2014/main" val="3295253086"/>
                  </a:ext>
                </a:extLst>
              </a:tr>
              <a:tr h="370840">
                <a:tc>
                  <a:txBody>
                    <a:bodyPr/>
                    <a:lstStyle/>
                    <a:p>
                      <a:r>
                        <a:rPr lang="en-US" dirty="0"/>
                        <a:t>Intercept</a:t>
                      </a:r>
                      <a:endParaRPr lang="en-IN" dirty="0"/>
                    </a:p>
                  </a:txBody>
                  <a:tcPr/>
                </a:tc>
                <a:tc>
                  <a:txBody>
                    <a:bodyPr/>
                    <a:lstStyle/>
                    <a:p>
                      <a:pPr algn="r"/>
                      <a:r>
                        <a:rPr lang="en-US" dirty="0"/>
                        <a:t>-4.840</a:t>
                      </a:r>
                      <a:endParaRPr lang="en-IN" dirty="0"/>
                    </a:p>
                  </a:txBody>
                  <a:tcPr/>
                </a:tc>
                <a:extLst>
                  <a:ext uri="{0D108BD9-81ED-4DB2-BD59-A6C34878D82A}">
                    <a16:rowId xmlns:a16="http://schemas.microsoft.com/office/drawing/2014/main" val="1747668614"/>
                  </a:ext>
                </a:extLst>
              </a:tr>
              <a:tr h="370840">
                <a:tc>
                  <a:txBody>
                    <a:bodyPr/>
                    <a:lstStyle/>
                    <a:p>
                      <a:r>
                        <a:rPr lang="en-US" dirty="0"/>
                        <a:t>DSRI</a:t>
                      </a:r>
                      <a:endParaRPr lang="en-IN" dirty="0"/>
                    </a:p>
                  </a:txBody>
                  <a:tcPr/>
                </a:tc>
                <a:tc>
                  <a:txBody>
                    <a:bodyPr/>
                    <a:lstStyle/>
                    <a:p>
                      <a:pPr algn="r"/>
                      <a:r>
                        <a:rPr lang="en-US" dirty="0"/>
                        <a:t>+1.07</a:t>
                      </a:r>
                      <a:endParaRPr lang="en-IN" dirty="0"/>
                    </a:p>
                  </a:txBody>
                  <a:tcPr/>
                </a:tc>
                <a:extLst>
                  <a:ext uri="{0D108BD9-81ED-4DB2-BD59-A6C34878D82A}">
                    <a16:rowId xmlns:a16="http://schemas.microsoft.com/office/drawing/2014/main" val="3498042954"/>
                  </a:ext>
                </a:extLst>
              </a:tr>
              <a:tr h="370840">
                <a:tc>
                  <a:txBody>
                    <a:bodyPr/>
                    <a:lstStyle/>
                    <a:p>
                      <a:r>
                        <a:rPr lang="en-US" dirty="0"/>
                        <a:t>GMI</a:t>
                      </a:r>
                      <a:endParaRPr lang="en-IN" dirty="0"/>
                    </a:p>
                  </a:txBody>
                  <a:tcPr/>
                </a:tc>
                <a:tc>
                  <a:txBody>
                    <a:bodyPr/>
                    <a:lstStyle/>
                    <a:p>
                      <a:pPr algn="r"/>
                      <a:r>
                        <a:rPr lang="en-US" dirty="0"/>
                        <a:t>+0.52</a:t>
                      </a:r>
                      <a:endParaRPr lang="en-IN" dirty="0"/>
                    </a:p>
                  </a:txBody>
                  <a:tcPr/>
                </a:tc>
                <a:extLst>
                  <a:ext uri="{0D108BD9-81ED-4DB2-BD59-A6C34878D82A}">
                    <a16:rowId xmlns:a16="http://schemas.microsoft.com/office/drawing/2014/main" val="3018574681"/>
                  </a:ext>
                </a:extLst>
              </a:tr>
              <a:tr h="370840">
                <a:tc>
                  <a:txBody>
                    <a:bodyPr/>
                    <a:lstStyle/>
                    <a:p>
                      <a:r>
                        <a:rPr lang="en-US" dirty="0"/>
                        <a:t>AQI</a:t>
                      </a:r>
                      <a:endParaRPr lang="en-IN" dirty="0"/>
                    </a:p>
                  </a:txBody>
                  <a:tcPr/>
                </a:tc>
                <a:tc>
                  <a:txBody>
                    <a:bodyPr/>
                    <a:lstStyle/>
                    <a:p>
                      <a:pPr algn="r"/>
                      <a:r>
                        <a:rPr lang="en-US" dirty="0"/>
                        <a:t>+0.39</a:t>
                      </a:r>
                      <a:endParaRPr lang="en-IN" dirty="0"/>
                    </a:p>
                  </a:txBody>
                  <a:tcPr/>
                </a:tc>
                <a:extLst>
                  <a:ext uri="{0D108BD9-81ED-4DB2-BD59-A6C34878D82A}">
                    <a16:rowId xmlns:a16="http://schemas.microsoft.com/office/drawing/2014/main" val="166528039"/>
                  </a:ext>
                </a:extLst>
              </a:tr>
              <a:tr h="370840">
                <a:tc>
                  <a:txBody>
                    <a:bodyPr/>
                    <a:lstStyle/>
                    <a:p>
                      <a:r>
                        <a:rPr lang="en-US" dirty="0"/>
                        <a:t>SGI</a:t>
                      </a:r>
                      <a:endParaRPr lang="en-IN" dirty="0"/>
                    </a:p>
                  </a:txBody>
                  <a:tcPr/>
                </a:tc>
                <a:tc>
                  <a:txBody>
                    <a:bodyPr/>
                    <a:lstStyle/>
                    <a:p>
                      <a:pPr algn="r"/>
                      <a:r>
                        <a:rPr lang="en-US" dirty="0"/>
                        <a:t>+0.91</a:t>
                      </a:r>
                      <a:endParaRPr lang="en-IN" dirty="0"/>
                    </a:p>
                  </a:txBody>
                  <a:tcPr/>
                </a:tc>
                <a:extLst>
                  <a:ext uri="{0D108BD9-81ED-4DB2-BD59-A6C34878D82A}">
                    <a16:rowId xmlns:a16="http://schemas.microsoft.com/office/drawing/2014/main" val="2903197624"/>
                  </a:ext>
                </a:extLst>
              </a:tr>
              <a:tr h="370840">
                <a:tc>
                  <a:txBody>
                    <a:bodyPr/>
                    <a:lstStyle/>
                    <a:p>
                      <a:r>
                        <a:rPr lang="en-US" dirty="0"/>
                        <a:t>DEPI</a:t>
                      </a:r>
                      <a:endParaRPr lang="en-IN" dirty="0"/>
                    </a:p>
                  </a:txBody>
                  <a:tcPr/>
                </a:tc>
                <a:tc>
                  <a:txBody>
                    <a:bodyPr/>
                    <a:lstStyle/>
                    <a:p>
                      <a:pPr algn="r"/>
                      <a:r>
                        <a:rPr lang="en-US" dirty="0"/>
                        <a:t>+0.12</a:t>
                      </a:r>
                      <a:endParaRPr lang="en-IN" dirty="0"/>
                    </a:p>
                  </a:txBody>
                  <a:tcPr/>
                </a:tc>
                <a:extLst>
                  <a:ext uri="{0D108BD9-81ED-4DB2-BD59-A6C34878D82A}">
                    <a16:rowId xmlns:a16="http://schemas.microsoft.com/office/drawing/2014/main" val="3245711694"/>
                  </a:ext>
                </a:extLst>
              </a:tr>
              <a:tr h="370840">
                <a:tc>
                  <a:txBody>
                    <a:bodyPr/>
                    <a:lstStyle/>
                    <a:p>
                      <a:r>
                        <a:rPr lang="en-US" dirty="0"/>
                        <a:t>SGAI</a:t>
                      </a:r>
                      <a:endParaRPr lang="en-IN" dirty="0"/>
                    </a:p>
                  </a:txBody>
                  <a:tcPr/>
                </a:tc>
                <a:tc>
                  <a:txBody>
                    <a:bodyPr/>
                    <a:lstStyle/>
                    <a:p>
                      <a:pPr algn="r"/>
                      <a:r>
                        <a:rPr lang="en-US" dirty="0"/>
                        <a:t>-0.17</a:t>
                      </a:r>
                      <a:endParaRPr lang="en-IN" dirty="0"/>
                    </a:p>
                  </a:txBody>
                  <a:tcPr/>
                </a:tc>
                <a:extLst>
                  <a:ext uri="{0D108BD9-81ED-4DB2-BD59-A6C34878D82A}">
                    <a16:rowId xmlns:a16="http://schemas.microsoft.com/office/drawing/2014/main" val="2632190822"/>
                  </a:ext>
                </a:extLst>
              </a:tr>
              <a:tr h="370840">
                <a:tc>
                  <a:txBody>
                    <a:bodyPr/>
                    <a:lstStyle/>
                    <a:p>
                      <a:r>
                        <a:rPr lang="en-US" dirty="0"/>
                        <a:t>LVGI</a:t>
                      </a:r>
                      <a:endParaRPr lang="en-IN" dirty="0"/>
                    </a:p>
                  </a:txBody>
                  <a:tcPr/>
                </a:tc>
                <a:tc>
                  <a:txBody>
                    <a:bodyPr/>
                    <a:lstStyle/>
                    <a:p>
                      <a:pPr algn="r"/>
                      <a:r>
                        <a:rPr lang="en-US" dirty="0"/>
                        <a:t>-0.38</a:t>
                      </a:r>
                      <a:endParaRPr lang="en-IN" dirty="0"/>
                    </a:p>
                  </a:txBody>
                  <a:tcPr/>
                </a:tc>
                <a:extLst>
                  <a:ext uri="{0D108BD9-81ED-4DB2-BD59-A6C34878D82A}">
                    <a16:rowId xmlns:a16="http://schemas.microsoft.com/office/drawing/2014/main" val="2346951370"/>
                  </a:ext>
                </a:extLst>
              </a:tr>
              <a:tr h="370840">
                <a:tc>
                  <a:txBody>
                    <a:bodyPr/>
                    <a:lstStyle/>
                    <a:p>
                      <a:r>
                        <a:rPr lang="en-US" dirty="0"/>
                        <a:t>TATA</a:t>
                      </a:r>
                      <a:endParaRPr lang="en-IN" dirty="0"/>
                    </a:p>
                  </a:txBody>
                  <a:tcPr/>
                </a:tc>
                <a:tc>
                  <a:txBody>
                    <a:bodyPr/>
                    <a:lstStyle/>
                    <a:p>
                      <a:pPr algn="r"/>
                      <a:r>
                        <a:rPr lang="en-US" dirty="0"/>
                        <a:t>-0.19</a:t>
                      </a:r>
                    </a:p>
                  </a:txBody>
                  <a:tcPr/>
                </a:tc>
                <a:extLst>
                  <a:ext uri="{0D108BD9-81ED-4DB2-BD59-A6C34878D82A}">
                    <a16:rowId xmlns:a16="http://schemas.microsoft.com/office/drawing/2014/main" val="3092916429"/>
                  </a:ext>
                </a:extLst>
              </a:tr>
              <a:tr h="370840">
                <a:tc>
                  <a:txBody>
                    <a:bodyPr/>
                    <a:lstStyle/>
                    <a:p>
                      <a:endParaRPr lang="en-IN" b="1" dirty="0"/>
                    </a:p>
                  </a:txBody>
                  <a:tcPr/>
                </a:tc>
                <a:tc>
                  <a:txBody>
                    <a:bodyPr/>
                    <a:lstStyle/>
                    <a:p>
                      <a:pPr algn="r"/>
                      <a:endParaRPr lang="en-US" b="1" dirty="0"/>
                    </a:p>
                  </a:txBody>
                  <a:tcPr/>
                </a:tc>
                <a:extLst>
                  <a:ext uri="{0D108BD9-81ED-4DB2-BD59-A6C34878D82A}">
                    <a16:rowId xmlns:a16="http://schemas.microsoft.com/office/drawing/2014/main" val="705462096"/>
                  </a:ext>
                </a:extLst>
              </a:tr>
              <a:tr h="370840">
                <a:tc>
                  <a:txBody>
                    <a:bodyPr/>
                    <a:lstStyle/>
                    <a:p>
                      <a:r>
                        <a:rPr lang="en-US" b="1" dirty="0"/>
                        <a:t>M Score </a:t>
                      </a:r>
                      <a:endParaRPr lang="en-IN" b="1" dirty="0"/>
                    </a:p>
                  </a:txBody>
                  <a:tcPr/>
                </a:tc>
                <a:tc>
                  <a:txBody>
                    <a:bodyPr/>
                    <a:lstStyle/>
                    <a:p>
                      <a:pPr algn="r"/>
                      <a:r>
                        <a:rPr lang="en-US" b="1" dirty="0"/>
                        <a:t>-2.57</a:t>
                      </a:r>
                    </a:p>
                  </a:txBody>
                  <a:tcPr/>
                </a:tc>
                <a:extLst>
                  <a:ext uri="{0D108BD9-81ED-4DB2-BD59-A6C34878D82A}">
                    <a16:rowId xmlns:a16="http://schemas.microsoft.com/office/drawing/2014/main" val="1608878203"/>
                  </a:ext>
                </a:extLst>
              </a:tr>
            </a:tbl>
          </a:graphicData>
        </a:graphic>
      </p:graphicFrame>
    </p:spTree>
    <p:extLst>
      <p:ext uri="{BB962C8B-B14F-4D97-AF65-F5344CB8AC3E}">
        <p14:creationId xmlns:p14="http://schemas.microsoft.com/office/powerpoint/2010/main" val="2758183412"/>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C49F7-9522-41D3-973D-1399992536F5}"/>
              </a:ext>
            </a:extLst>
          </p:cNvPr>
          <p:cNvSpPr>
            <a:spLocks noGrp="1"/>
          </p:cNvSpPr>
          <p:nvPr>
            <p:ph type="title"/>
          </p:nvPr>
        </p:nvSpPr>
        <p:spPr/>
        <p:txBody>
          <a:bodyPr/>
          <a:lstStyle/>
          <a:p>
            <a:pPr algn="ctr"/>
            <a:r>
              <a:rPr lang="en-US" b="1" dirty="0"/>
              <a:t> Conclusion </a:t>
            </a:r>
            <a:endParaRPr lang="en-IN" b="1" dirty="0"/>
          </a:p>
        </p:txBody>
      </p:sp>
      <p:sp>
        <p:nvSpPr>
          <p:cNvPr id="3" name="Content Placeholder 2">
            <a:extLst>
              <a:ext uri="{FF2B5EF4-FFF2-40B4-BE49-F238E27FC236}">
                <a16:creationId xmlns:a16="http://schemas.microsoft.com/office/drawing/2014/main" id="{B5E8EA67-20FF-46C9-83B3-A3D88C379434}"/>
              </a:ext>
            </a:extLst>
          </p:cNvPr>
          <p:cNvSpPr>
            <a:spLocks noGrp="1"/>
          </p:cNvSpPr>
          <p:nvPr>
            <p:ph idx="1"/>
          </p:nvPr>
        </p:nvSpPr>
        <p:spPr/>
        <p:txBody>
          <a:bodyPr/>
          <a:lstStyle/>
          <a:p>
            <a:pPr marL="0" indent="0">
              <a:buNone/>
            </a:pPr>
            <a:r>
              <a:rPr lang="en-US" b="1" dirty="0"/>
              <a:t>If M score &gt;  -1.78 </a:t>
            </a:r>
            <a:r>
              <a:rPr lang="en-US" dirty="0"/>
              <a:t>, then firm is manipulating its financials</a:t>
            </a:r>
          </a:p>
          <a:p>
            <a:pPr marL="0" indent="0">
              <a:buNone/>
            </a:pPr>
            <a:endParaRPr lang="en-US" dirty="0"/>
          </a:p>
          <a:p>
            <a:pPr marL="0" indent="0">
              <a:buNone/>
            </a:pPr>
            <a:r>
              <a:rPr lang="en-US" dirty="0"/>
              <a:t>Marico’s score is </a:t>
            </a:r>
            <a:r>
              <a:rPr lang="en-US" b="1" dirty="0"/>
              <a:t>-2.57, Marico is not manipulating its financials in 2025.</a:t>
            </a:r>
            <a:endParaRPr lang="en-IN" b="1" i="1" u="sng" dirty="0"/>
          </a:p>
        </p:txBody>
      </p:sp>
    </p:spTree>
    <p:extLst>
      <p:ext uri="{BB962C8B-B14F-4D97-AF65-F5344CB8AC3E}">
        <p14:creationId xmlns:p14="http://schemas.microsoft.com/office/powerpoint/2010/main" val="882398865"/>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B360121-1DF2-98A2-B632-F16315A83940}"/>
              </a:ext>
            </a:extLst>
          </p:cNvPr>
          <p:cNvGraphicFramePr>
            <a:graphicFrameLocks noChangeAspect="1"/>
          </p:cNvGraphicFramePr>
          <p:nvPr>
            <p:custDataLst>
              <p:tags r:id="rId1"/>
            </p:custDataLst>
            <p:extLst>
              <p:ext uri="{D42A27DB-BD31-4B8C-83A1-F6EECF244321}">
                <p14:modId xmlns:p14="http://schemas.microsoft.com/office/powerpoint/2010/main" val="28510616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27" imgH="328" progId="TCLayout.ActiveDocument.1">
                  <p:embed/>
                </p:oleObj>
              </mc:Choice>
              <mc:Fallback>
                <p:oleObj name="think-cell Slide" r:id="rId3" imgW="327" imgH="328" progId="TCLayout.ActiveDocument.1">
                  <p:embed/>
                  <p:pic>
                    <p:nvPicPr>
                      <p:cNvPr id="6" name="think-cell data - do not delete" hidden="1">
                        <a:extLst>
                          <a:ext uri="{FF2B5EF4-FFF2-40B4-BE49-F238E27FC236}">
                            <a16:creationId xmlns:a16="http://schemas.microsoft.com/office/drawing/2014/main" id="{BB360121-1DF2-98A2-B632-F16315A8394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7A3571D-DFFE-4FC3-BF3E-7086F404A25C}"/>
              </a:ext>
            </a:extLst>
          </p:cNvPr>
          <p:cNvSpPr>
            <a:spLocks noGrp="1"/>
          </p:cNvSpPr>
          <p:nvPr>
            <p:ph type="title"/>
          </p:nvPr>
        </p:nvSpPr>
        <p:spPr>
          <a:xfrm>
            <a:off x="838200" y="365125"/>
            <a:ext cx="10515600" cy="492125"/>
          </a:xfrm>
        </p:spPr>
        <p:txBody>
          <a:bodyPr vert="horz">
            <a:normAutofit/>
          </a:bodyPr>
          <a:lstStyle/>
          <a:p>
            <a:pPr algn="ctr"/>
            <a:r>
              <a:rPr lang="en-US" sz="2400" b="1" dirty="0" err="1"/>
              <a:t>Benford’s</a:t>
            </a:r>
            <a:r>
              <a:rPr lang="en-US" sz="2400" b="1" dirty="0"/>
              <a:t> Law ( </a:t>
            </a:r>
            <a:r>
              <a:rPr lang="en-US" sz="2400" dirty="0"/>
              <a:t>or</a:t>
            </a:r>
            <a:r>
              <a:rPr lang="en-US" sz="2400" b="1" dirty="0"/>
              <a:t> Law of Anomalous Numbers </a:t>
            </a:r>
            <a:r>
              <a:rPr lang="en-US" sz="2400" dirty="0"/>
              <a:t>or</a:t>
            </a:r>
            <a:r>
              <a:rPr lang="en-US" sz="2400" b="1" dirty="0"/>
              <a:t> The First Digit Law )  </a:t>
            </a:r>
            <a:endParaRPr lang="en-IN" sz="2400" b="1" dirty="0"/>
          </a:p>
        </p:txBody>
      </p:sp>
      <p:sp>
        <p:nvSpPr>
          <p:cNvPr id="3" name="Content Placeholder 2">
            <a:extLst>
              <a:ext uri="{FF2B5EF4-FFF2-40B4-BE49-F238E27FC236}">
                <a16:creationId xmlns:a16="http://schemas.microsoft.com/office/drawing/2014/main" id="{D9F732B1-F8E1-4712-B39F-68140DABC3BC}"/>
              </a:ext>
            </a:extLst>
          </p:cNvPr>
          <p:cNvSpPr>
            <a:spLocks noGrp="1"/>
          </p:cNvSpPr>
          <p:nvPr>
            <p:ph idx="1"/>
          </p:nvPr>
        </p:nvSpPr>
        <p:spPr>
          <a:xfrm>
            <a:off x="838200" y="911225"/>
            <a:ext cx="10515600" cy="4896908"/>
          </a:xfrm>
        </p:spPr>
        <p:txBody>
          <a:bodyPr>
            <a:normAutofit lnSpcReduction="10000"/>
          </a:bodyPr>
          <a:lstStyle/>
          <a:p>
            <a:r>
              <a:rPr lang="en-US" sz="1600" dirty="0"/>
              <a:t> By Astronomer </a:t>
            </a:r>
            <a:r>
              <a:rPr lang="en-US" sz="1600" b="1" dirty="0"/>
              <a:t>Simon Newcomb </a:t>
            </a:r>
            <a:r>
              <a:rPr lang="en-US" sz="1600" dirty="0"/>
              <a:t>in 1881</a:t>
            </a:r>
          </a:p>
          <a:p>
            <a:r>
              <a:rPr lang="en-US" sz="1600" dirty="0"/>
              <a:t> Popularized by Physicist</a:t>
            </a:r>
            <a:r>
              <a:rPr lang="en-US" sz="1600" b="1" dirty="0"/>
              <a:t> Frank </a:t>
            </a:r>
            <a:r>
              <a:rPr lang="en-US" sz="1600" b="1" dirty="0" err="1"/>
              <a:t>Benford</a:t>
            </a:r>
            <a:r>
              <a:rPr lang="en-US" sz="1600" b="1" dirty="0"/>
              <a:t> </a:t>
            </a:r>
            <a:r>
              <a:rPr lang="en-US" sz="1600" dirty="0"/>
              <a:t>in 1938</a:t>
            </a:r>
          </a:p>
          <a:p>
            <a:r>
              <a:rPr lang="en-US" sz="1600" b="1" dirty="0"/>
              <a:t>Number One </a:t>
            </a:r>
            <a:r>
              <a:rPr lang="en-US" sz="1600" dirty="0"/>
              <a:t>shall be the </a:t>
            </a:r>
            <a:r>
              <a:rPr lang="en-US" sz="1600" u="sng" dirty="0"/>
              <a:t>Leading Digit </a:t>
            </a:r>
            <a:r>
              <a:rPr lang="en-US" sz="1600" dirty="0"/>
              <a:t>in a fair data set of numbers for 30.1% of the distribution; </a:t>
            </a:r>
            <a:r>
              <a:rPr lang="en-US" sz="1600" b="1" dirty="0"/>
              <a:t>No 2</a:t>
            </a:r>
            <a:r>
              <a:rPr lang="en-US" sz="1600" dirty="0"/>
              <a:t> for 17.6% of the distribution; </a:t>
            </a:r>
            <a:r>
              <a:rPr lang="en-US" sz="1600" b="1" dirty="0"/>
              <a:t>other numbers with decreasing frequency</a:t>
            </a:r>
          </a:p>
          <a:p>
            <a:r>
              <a:rPr lang="en-US" sz="1600" b="1" dirty="0"/>
              <a:t>Log (1 + {1/n} )</a:t>
            </a:r>
          </a:p>
          <a:p>
            <a:pPr marL="0" indent="0">
              <a:buNone/>
            </a:pPr>
            <a:r>
              <a:rPr lang="en-US" sz="1600" dirty="0"/>
              <a:t>E-g :  Log (1 + {1/1}) = Log (2) = 0.3010</a:t>
            </a:r>
          </a:p>
          <a:p>
            <a:pPr marL="0" indent="0">
              <a:buNone/>
            </a:pPr>
            <a:r>
              <a:rPr lang="en-US" sz="1600" dirty="0"/>
              <a:t>          Log (1+ {1/2}) = Log (1.5 ) = 0.1760 </a:t>
            </a:r>
          </a:p>
          <a:p>
            <a:pPr marL="0" indent="0">
              <a:buNone/>
            </a:pPr>
            <a:endParaRPr lang="en-US" sz="1600" dirty="0"/>
          </a:p>
          <a:p>
            <a:r>
              <a:rPr lang="en-US" sz="1600" dirty="0"/>
              <a:t>Earlier number have higher frequency of occurrence compared to later numbers. Which means No 1 have more frequency have number 2 etc.</a:t>
            </a:r>
          </a:p>
          <a:p>
            <a:pPr>
              <a:spcBef>
                <a:spcPts val="0"/>
              </a:spcBef>
              <a:buFont typeface="+mj-lt"/>
              <a:buAutoNum type="arabicPeriod"/>
            </a:pPr>
            <a:r>
              <a:rPr lang="en-US" sz="1600" b="1" dirty="0"/>
              <a:t>Calculate expected distribution using log formula by putting n = 1 to 9 and put it in % terms.</a:t>
            </a:r>
          </a:p>
          <a:p>
            <a:pPr>
              <a:spcBef>
                <a:spcPts val="0"/>
              </a:spcBef>
              <a:buFont typeface="+mj-lt"/>
              <a:buAutoNum type="arabicPeriod"/>
            </a:pPr>
            <a:r>
              <a:rPr lang="en-US" sz="1600" b="1" dirty="0"/>
              <a:t>Collect the data on the line items of  annual BS,P&amp;L and CFS for the firm for the last 3-5 years or quarterly data</a:t>
            </a:r>
          </a:p>
          <a:p>
            <a:pPr>
              <a:spcBef>
                <a:spcPts val="0"/>
              </a:spcBef>
              <a:buFont typeface="+mj-lt"/>
              <a:buAutoNum type="arabicPeriod"/>
            </a:pPr>
            <a:r>
              <a:rPr lang="en-US" sz="1600" b="1" dirty="0"/>
              <a:t>Compute the Leading digit for all the line items for all the years</a:t>
            </a:r>
          </a:p>
          <a:p>
            <a:pPr>
              <a:spcBef>
                <a:spcPts val="0"/>
              </a:spcBef>
              <a:buFont typeface="+mj-lt"/>
              <a:buAutoNum type="arabicPeriod"/>
            </a:pPr>
            <a:r>
              <a:rPr lang="en-US" sz="1600" b="1" dirty="0"/>
              <a:t>Count the actual frequency of Digits 1-9 from the above analysis</a:t>
            </a:r>
          </a:p>
          <a:p>
            <a:pPr>
              <a:spcBef>
                <a:spcPts val="0"/>
              </a:spcBef>
              <a:buFont typeface="+mj-lt"/>
              <a:buAutoNum type="arabicPeriod"/>
            </a:pPr>
            <a:r>
              <a:rPr lang="en-US" sz="1600" b="1" dirty="0"/>
              <a:t>Compute the actual distribution of the digits</a:t>
            </a:r>
          </a:p>
          <a:p>
            <a:pPr>
              <a:spcBef>
                <a:spcPts val="0"/>
              </a:spcBef>
              <a:buFont typeface="+mj-lt"/>
              <a:buAutoNum type="arabicPeriod"/>
            </a:pPr>
            <a:r>
              <a:rPr lang="en-US" sz="1600" b="1" dirty="0"/>
              <a:t>Find the Cumulative difference by comparing the actual distribution with the expected distribution ( Ignore sign differences)</a:t>
            </a:r>
          </a:p>
          <a:p>
            <a:pPr>
              <a:spcBef>
                <a:spcPts val="0"/>
              </a:spcBef>
              <a:buFont typeface="+mj-lt"/>
              <a:buAutoNum type="arabicPeriod"/>
            </a:pPr>
            <a:r>
              <a:rPr lang="en-US" sz="1600" b="1" dirty="0"/>
              <a:t>Compute KS ( Kolmogorov Smirnov goodness of fit test) Value</a:t>
            </a:r>
          </a:p>
          <a:p>
            <a:pPr>
              <a:spcBef>
                <a:spcPts val="0"/>
              </a:spcBef>
              <a:buFont typeface="+mj-lt"/>
              <a:buAutoNum type="arabicPeriod"/>
            </a:pPr>
            <a:r>
              <a:rPr lang="en-US" sz="1600" b="1" dirty="0"/>
              <a:t>Find out  whether KS value is lower than the Cut-off value  : If yes, the firm is Non-Manipulative else the firm is Manipulative </a:t>
            </a:r>
          </a:p>
          <a:p>
            <a:pPr>
              <a:spcBef>
                <a:spcPts val="0"/>
              </a:spcBef>
              <a:buFont typeface="+mj-lt"/>
              <a:buAutoNum type="arabicPeriod"/>
            </a:pPr>
            <a:endParaRPr lang="en-US" sz="1600" dirty="0"/>
          </a:p>
          <a:p>
            <a:pPr>
              <a:spcBef>
                <a:spcPts val="0"/>
              </a:spcBef>
              <a:buFont typeface="+mj-lt"/>
              <a:buAutoNum type="arabicPeriod"/>
            </a:pPr>
            <a:endParaRPr lang="en-US" sz="1600" dirty="0"/>
          </a:p>
          <a:p>
            <a:endParaRPr lang="en-US" sz="1600" dirty="0"/>
          </a:p>
        </p:txBody>
      </p:sp>
    </p:spTree>
    <p:extLst>
      <p:ext uri="{BB962C8B-B14F-4D97-AF65-F5344CB8AC3E}">
        <p14:creationId xmlns:p14="http://schemas.microsoft.com/office/powerpoint/2010/main" val="172117621"/>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4FF2A-E4BC-48B3-8725-6F9D3D7E9D1D}"/>
              </a:ext>
            </a:extLst>
          </p:cNvPr>
          <p:cNvSpPr>
            <a:spLocks noGrp="1"/>
          </p:cNvSpPr>
          <p:nvPr>
            <p:ph type="title"/>
          </p:nvPr>
        </p:nvSpPr>
        <p:spPr/>
        <p:txBody>
          <a:bodyPr/>
          <a:lstStyle/>
          <a:p>
            <a:pPr algn="ctr"/>
            <a:r>
              <a:rPr lang="en-US" b="1" dirty="0"/>
              <a:t>How to do the Analysis?</a:t>
            </a:r>
            <a:endParaRPr lang="en-IN" b="1" dirty="0"/>
          </a:p>
        </p:txBody>
      </p:sp>
      <p:sp>
        <p:nvSpPr>
          <p:cNvPr id="3" name="Content Placeholder 2">
            <a:extLst>
              <a:ext uri="{FF2B5EF4-FFF2-40B4-BE49-F238E27FC236}">
                <a16:creationId xmlns:a16="http://schemas.microsoft.com/office/drawing/2014/main" id="{19315927-8BF4-418B-AA1E-7735D97D5ED5}"/>
              </a:ext>
            </a:extLst>
          </p:cNvPr>
          <p:cNvSpPr>
            <a:spLocks noGrp="1"/>
          </p:cNvSpPr>
          <p:nvPr>
            <p:ph idx="1"/>
          </p:nvPr>
        </p:nvSpPr>
        <p:spPr>
          <a:xfrm>
            <a:off x="481739" y="1690688"/>
            <a:ext cx="10515600" cy="4351338"/>
          </a:xfrm>
        </p:spPr>
        <p:txBody>
          <a:bodyPr>
            <a:normAutofit lnSpcReduction="10000"/>
          </a:bodyPr>
          <a:lstStyle/>
          <a:p>
            <a:r>
              <a:rPr lang="en-US" b="1" dirty="0"/>
              <a:t>Collect the data </a:t>
            </a:r>
            <a:r>
              <a:rPr lang="en-US" dirty="0"/>
              <a:t>on the line items of  annual BS,P&amp;L and CFS for the firm for the </a:t>
            </a:r>
            <a:r>
              <a:rPr lang="en-US" u="sng" dirty="0"/>
              <a:t>last 3-5 years or quarterly data</a:t>
            </a:r>
          </a:p>
          <a:p>
            <a:r>
              <a:rPr lang="en-US" b="1" dirty="0"/>
              <a:t>Compute the Leading digit </a:t>
            </a:r>
            <a:r>
              <a:rPr lang="en-US" dirty="0"/>
              <a:t>for all the line items for all the years</a:t>
            </a:r>
          </a:p>
          <a:p>
            <a:r>
              <a:rPr lang="en-US" u="sng" dirty="0"/>
              <a:t>Count the actual frequency </a:t>
            </a:r>
            <a:r>
              <a:rPr lang="en-US" dirty="0"/>
              <a:t>of Digits 1-9 from the above analysis</a:t>
            </a:r>
          </a:p>
          <a:p>
            <a:r>
              <a:rPr lang="en-US" b="1" dirty="0"/>
              <a:t>Compute</a:t>
            </a:r>
            <a:r>
              <a:rPr lang="en-US" dirty="0"/>
              <a:t> the actual distribution of the digits</a:t>
            </a:r>
          </a:p>
          <a:p>
            <a:r>
              <a:rPr lang="en-US" b="1" dirty="0"/>
              <a:t>Find the Cumulative difference </a:t>
            </a:r>
            <a:r>
              <a:rPr lang="en-US" dirty="0"/>
              <a:t>by comparing the actual distribution with the expected distribution ( </a:t>
            </a:r>
            <a:r>
              <a:rPr lang="en-US" b="1" dirty="0"/>
              <a:t>Ignore sign differences</a:t>
            </a:r>
            <a:r>
              <a:rPr lang="en-US" dirty="0"/>
              <a:t>)</a:t>
            </a:r>
          </a:p>
          <a:p>
            <a:r>
              <a:rPr lang="en-IN" b="1" dirty="0"/>
              <a:t>Compute KS </a:t>
            </a:r>
            <a:r>
              <a:rPr lang="en-IN" dirty="0"/>
              <a:t>( </a:t>
            </a:r>
            <a:r>
              <a:rPr lang="en-IN" b="1" dirty="0"/>
              <a:t>Kolmogorov Smirnov </a:t>
            </a:r>
            <a:r>
              <a:rPr lang="en-IN" dirty="0"/>
              <a:t>goodness of fit test) Value</a:t>
            </a:r>
          </a:p>
          <a:p>
            <a:r>
              <a:rPr lang="en-IN" b="1" dirty="0"/>
              <a:t>Find out  whether KS value </a:t>
            </a:r>
            <a:r>
              <a:rPr lang="en-IN" b="1" u="sng" dirty="0"/>
              <a:t>is lower </a:t>
            </a:r>
            <a:r>
              <a:rPr lang="en-IN" dirty="0"/>
              <a:t>than the </a:t>
            </a:r>
            <a:r>
              <a:rPr lang="en-IN" b="1" dirty="0"/>
              <a:t>Cut-off value  : </a:t>
            </a:r>
            <a:r>
              <a:rPr lang="en-IN" dirty="0">
                <a:highlight>
                  <a:srgbClr val="FFFF00"/>
                </a:highlight>
              </a:rPr>
              <a:t>If yes, the firm is Non-Manipulative else the firm is Manipulative </a:t>
            </a:r>
          </a:p>
        </p:txBody>
      </p:sp>
    </p:spTree>
    <p:extLst>
      <p:ext uri="{BB962C8B-B14F-4D97-AF65-F5344CB8AC3E}">
        <p14:creationId xmlns:p14="http://schemas.microsoft.com/office/powerpoint/2010/main" val="2666952264"/>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596AC-6BAC-4CBE-A601-63C27AC01D5D}"/>
              </a:ext>
            </a:extLst>
          </p:cNvPr>
          <p:cNvSpPr>
            <a:spLocks noGrp="1"/>
          </p:cNvSpPr>
          <p:nvPr>
            <p:ph type="title"/>
          </p:nvPr>
        </p:nvSpPr>
        <p:spPr>
          <a:xfrm>
            <a:off x="838200" y="0"/>
            <a:ext cx="10515600" cy="1325563"/>
          </a:xfrm>
        </p:spPr>
        <p:txBody>
          <a:bodyPr/>
          <a:lstStyle/>
          <a:p>
            <a:pPr algn="ctr"/>
            <a:r>
              <a:rPr lang="en-US" b="1" dirty="0"/>
              <a:t>Benford’s Law- Marico : </a:t>
            </a:r>
            <a:r>
              <a:rPr lang="en-US" b="1" dirty="0">
                <a:highlight>
                  <a:srgbClr val="FFFF00"/>
                </a:highlight>
              </a:rPr>
              <a:t>Non- Manipulative</a:t>
            </a:r>
            <a:br>
              <a:rPr lang="en-US" b="1" dirty="0">
                <a:highlight>
                  <a:srgbClr val="FFFF00"/>
                </a:highlight>
              </a:rPr>
            </a:br>
            <a:r>
              <a:rPr lang="en-US" b="1" dirty="0">
                <a:highlight>
                  <a:srgbClr val="FFFF00"/>
                </a:highlight>
              </a:rPr>
              <a:t>( 2025,2024 &amp; 2023)</a:t>
            </a:r>
            <a:endParaRPr lang="en-IN" b="1" dirty="0">
              <a:highlight>
                <a:srgbClr val="FFFF00"/>
              </a:highlight>
            </a:endParaRPr>
          </a:p>
        </p:txBody>
      </p:sp>
      <p:graphicFrame>
        <p:nvGraphicFramePr>
          <p:cNvPr id="4" name="Table 4">
            <a:extLst>
              <a:ext uri="{FF2B5EF4-FFF2-40B4-BE49-F238E27FC236}">
                <a16:creationId xmlns:a16="http://schemas.microsoft.com/office/drawing/2014/main" id="{B8140AB4-F606-46B8-93E9-0A16CFB3BFE7}"/>
              </a:ext>
            </a:extLst>
          </p:cNvPr>
          <p:cNvGraphicFramePr>
            <a:graphicFrameLocks noGrp="1"/>
          </p:cNvGraphicFramePr>
          <p:nvPr>
            <p:ph idx="1"/>
          </p:nvPr>
        </p:nvGraphicFramePr>
        <p:xfrm>
          <a:off x="836908" y="1325563"/>
          <a:ext cx="10516892" cy="4729480"/>
        </p:xfrm>
        <a:graphic>
          <a:graphicData uri="http://schemas.openxmlformats.org/drawingml/2006/table">
            <a:tbl>
              <a:tblPr firstRow="1" bandRow="1">
                <a:tableStyleId>{5C22544A-7EE6-4342-B048-85BDC9FD1C3A}</a:tableStyleId>
              </a:tblPr>
              <a:tblGrid>
                <a:gridCol w="1689316">
                  <a:extLst>
                    <a:ext uri="{9D8B030D-6E8A-4147-A177-3AD203B41FA5}">
                      <a16:colId xmlns:a16="http://schemas.microsoft.com/office/drawing/2014/main" val="70499462"/>
                    </a:ext>
                  </a:extLst>
                </a:gridCol>
                <a:gridCol w="1534332">
                  <a:extLst>
                    <a:ext uri="{9D8B030D-6E8A-4147-A177-3AD203B41FA5}">
                      <a16:colId xmlns:a16="http://schemas.microsoft.com/office/drawing/2014/main" val="1717881344"/>
                    </a:ext>
                  </a:extLst>
                </a:gridCol>
                <a:gridCol w="2386739">
                  <a:extLst>
                    <a:ext uri="{9D8B030D-6E8A-4147-A177-3AD203B41FA5}">
                      <a16:colId xmlns:a16="http://schemas.microsoft.com/office/drawing/2014/main" val="3464438138"/>
                    </a:ext>
                  </a:extLst>
                </a:gridCol>
                <a:gridCol w="2803385">
                  <a:extLst>
                    <a:ext uri="{9D8B030D-6E8A-4147-A177-3AD203B41FA5}">
                      <a16:colId xmlns:a16="http://schemas.microsoft.com/office/drawing/2014/main" val="1292362560"/>
                    </a:ext>
                  </a:extLst>
                </a:gridCol>
                <a:gridCol w="2103120">
                  <a:extLst>
                    <a:ext uri="{9D8B030D-6E8A-4147-A177-3AD203B41FA5}">
                      <a16:colId xmlns:a16="http://schemas.microsoft.com/office/drawing/2014/main" val="1491208820"/>
                    </a:ext>
                  </a:extLst>
                </a:gridCol>
              </a:tblGrid>
              <a:tr h="370840">
                <a:tc>
                  <a:txBody>
                    <a:bodyPr/>
                    <a:lstStyle/>
                    <a:p>
                      <a:r>
                        <a:rPr lang="en-US" sz="1600" dirty="0"/>
                        <a:t>Leading Digit</a:t>
                      </a:r>
                      <a:endParaRPr lang="en-IN" sz="1600" dirty="0"/>
                    </a:p>
                  </a:txBody>
                  <a:tcPr/>
                </a:tc>
                <a:tc>
                  <a:txBody>
                    <a:bodyPr/>
                    <a:lstStyle/>
                    <a:p>
                      <a:r>
                        <a:rPr lang="en-US" sz="1600" dirty="0"/>
                        <a:t>Count</a:t>
                      </a:r>
                      <a:endParaRPr lang="en-IN" sz="1600" dirty="0"/>
                    </a:p>
                  </a:txBody>
                  <a:tcPr/>
                </a:tc>
                <a:tc>
                  <a:txBody>
                    <a:bodyPr/>
                    <a:lstStyle/>
                    <a:p>
                      <a:r>
                        <a:rPr lang="en-US" sz="1600" dirty="0"/>
                        <a:t>Actual Distribution in %</a:t>
                      </a:r>
                      <a:endParaRPr lang="en-IN" sz="1600" dirty="0"/>
                    </a:p>
                  </a:txBody>
                  <a:tcPr/>
                </a:tc>
                <a:tc>
                  <a:txBody>
                    <a:bodyPr/>
                    <a:lstStyle/>
                    <a:p>
                      <a:r>
                        <a:rPr lang="en-US" sz="1600" dirty="0"/>
                        <a:t>Expected Distribution</a:t>
                      </a:r>
                      <a:endParaRPr lang="en-IN" sz="1600" dirty="0"/>
                    </a:p>
                  </a:txBody>
                  <a:tcPr/>
                </a:tc>
                <a:tc>
                  <a:txBody>
                    <a:bodyPr/>
                    <a:lstStyle/>
                    <a:p>
                      <a:r>
                        <a:rPr lang="en-US" sz="1600" dirty="0"/>
                        <a:t>Cumulative Difference</a:t>
                      </a:r>
                      <a:endParaRPr lang="en-IN" sz="1600" dirty="0"/>
                    </a:p>
                  </a:txBody>
                  <a:tcPr/>
                </a:tc>
                <a:extLst>
                  <a:ext uri="{0D108BD9-81ED-4DB2-BD59-A6C34878D82A}">
                    <a16:rowId xmlns:a16="http://schemas.microsoft.com/office/drawing/2014/main" val="2624523885"/>
                  </a:ext>
                </a:extLst>
              </a:tr>
              <a:tr h="370840">
                <a:tc>
                  <a:txBody>
                    <a:bodyPr/>
                    <a:lstStyle/>
                    <a:p>
                      <a:r>
                        <a:rPr lang="en-US" sz="2000" dirty="0">
                          <a:latin typeface="Calibri" panose="020F0502020204030204" pitchFamily="34" charset="0"/>
                          <a:cs typeface="Calibri" panose="020F0502020204030204" pitchFamily="34" charset="0"/>
                        </a:rPr>
                        <a:t>1</a:t>
                      </a:r>
                      <a:endParaRPr lang="en-IN" sz="2000" dirty="0">
                        <a:latin typeface="Calibri" panose="020F0502020204030204" pitchFamily="34" charset="0"/>
                        <a:cs typeface="Calibri" panose="020F0502020204030204" pitchFamily="34" charset="0"/>
                      </a:endParaRPr>
                    </a:p>
                  </a:txBody>
                  <a:tcPr/>
                </a:tc>
                <a:tc>
                  <a:txBody>
                    <a:bodyPr/>
                    <a:lstStyle/>
                    <a:p>
                      <a:pPr algn="r" fontAlgn="b">
                        <a:buNone/>
                      </a:pPr>
                      <a:r>
                        <a:rPr lang="en-US" sz="2000" b="0" i="0" u="none" strike="noStrike" dirty="0">
                          <a:solidFill>
                            <a:srgbClr val="000000"/>
                          </a:solidFill>
                          <a:effectLst/>
                          <a:latin typeface="Calibri" panose="020F0502020204030204" pitchFamily="34" charset="0"/>
                          <a:cs typeface="Calibri" panose="020F0502020204030204" pitchFamily="34" charset="0"/>
                        </a:rPr>
                        <a:t>48</a:t>
                      </a:r>
                    </a:p>
                  </a:txBody>
                  <a:tcPr marL="9525" marR="9525" marT="9525" marB="0" anchor="b"/>
                </a:tc>
                <a:tc>
                  <a:txBody>
                    <a:bodyPr/>
                    <a:lstStyle/>
                    <a:p>
                      <a:pPr algn="r" fontAlgn="b">
                        <a:buNone/>
                      </a:pPr>
                      <a:r>
                        <a:rPr lang="en-US" sz="2000" b="0" i="0" u="none" strike="noStrike">
                          <a:solidFill>
                            <a:srgbClr val="000000"/>
                          </a:solidFill>
                          <a:effectLst/>
                          <a:latin typeface="Calibri" panose="020F0502020204030204" pitchFamily="34" charset="0"/>
                          <a:cs typeface="Calibri" panose="020F0502020204030204" pitchFamily="34" charset="0"/>
                        </a:rPr>
                        <a:t>28.4</a:t>
                      </a:r>
                    </a:p>
                  </a:txBody>
                  <a:tcPr marL="9525" marR="9525" marT="9525" marB="0" anchor="b"/>
                </a:tc>
                <a:tc>
                  <a:txBody>
                    <a:bodyPr/>
                    <a:lstStyle/>
                    <a:p>
                      <a:pPr algn="r" fontAlgn="b"/>
                      <a:r>
                        <a:rPr lang="en-IN" sz="2000" b="0" i="0" u="none" strike="noStrike" dirty="0">
                          <a:solidFill>
                            <a:srgbClr val="000000"/>
                          </a:solidFill>
                          <a:effectLst/>
                          <a:latin typeface="Calibri" panose="020F0502020204030204" pitchFamily="34" charset="0"/>
                          <a:cs typeface="Calibri" panose="020F0502020204030204" pitchFamily="34" charset="0"/>
                        </a:rPr>
                        <a:t>30.1%</a:t>
                      </a:r>
                    </a:p>
                  </a:txBody>
                  <a:tcPr marL="9525" marR="9525" marT="9525" marB="0" anchor="b"/>
                </a:tc>
                <a:tc>
                  <a:txBody>
                    <a:bodyPr/>
                    <a:lstStyle/>
                    <a:p>
                      <a:pPr algn="r" fontAlgn="b">
                        <a:buNone/>
                      </a:pPr>
                      <a:r>
                        <a:rPr lang="en-US" sz="2000" b="0" i="0" u="none" strike="noStrike" dirty="0">
                          <a:solidFill>
                            <a:srgbClr val="000000"/>
                          </a:solidFill>
                          <a:effectLst/>
                          <a:latin typeface="Calibri" panose="020F0502020204030204" pitchFamily="34" charset="0"/>
                          <a:cs typeface="Calibri" panose="020F0502020204030204" pitchFamily="34" charset="0"/>
                        </a:rPr>
                        <a:t>1.7</a:t>
                      </a:r>
                    </a:p>
                  </a:txBody>
                  <a:tcPr marL="9525" marR="9525" marT="9525" marB="0" anchor="b"/>
                </a:tc>
                <a:extLst>
                  <a:ext uri="{0D108BD9-81ED-4DB2-BD59-A6C34878D82A}">
                    <a16:rowId xmlns:a16="http://schemas.microsoft.com/office/drawing/2014/main" val="1483303297"/>
                  </a:ext>
                </a:extLst>
              </a:tr>
              <a:tr h="370840">
                <a:tc>
                  <a:txBody>
                    <a:bodyPr/>
                    <a:lstStyle/>
                    <a:p>
                      <a:r>
                        <a:rPr lang="en-US" sz="2000" dirty="0">
                          <a:latin typeface="Calibri" panose="020F0502020204030204" pitchFamily="34" charset="0"/>
                          <a:cs typeface="Calibri" panose="020F0502020204030204" pitchFamily="34" charset="0"/>
                        </a:rPr>
                        <a:t>2</a:t>
                      </a:r>
                      <a:endParaRPr lang="en-IN" sz="2000" dirty="0">
                        <a:latin typeface="Calibri" panose="020F0502020204030204" pitchFamily="34" charset="0"/>
                        <a:cs typeface="Calibri" panose="020F0502020204030204" pitchFamily="34" charset="0"/>
                      </a:endParaRPr>
                    </a:p>
                  </a:txBody>
                  <a:tcPr/>
                </a:tc>
                <a:tc>
                  <a:txBody>
                    <a:bodyPr/>
                    <a:lstStyle/>
                    <a:p>
                      <a:pPr algn="r" fontAlgn="b">
                        <a:buNone/>
                      </a:pPr>
                      <a:r>
                        <a:rPr lang="en-US" sz="2000" b="0" i="0" u="none" strike="noStrike" dirty="0">
                          <a:solidFill>
                            <a:srgbClr val="000000"/>
                          </a:solidFill>
                          <a:effectLst/>
                          <a:latin typeface="Calibri" panose="020F0502020204030204" pitchFamily="34" charset="0"/>
                          <a:cs typeface="Calibri" panose="020F0502020204030204" pitchFamily="34" charset="0"/>
                        </a:rPr>
                        <a:t>24</a:t>
                      </a:r>
                    </a:p>
                  </a:txBody>
                  <a:tcPr marL="9525" marR="9525" marT="9525" marB="0" anchor="b"/>
                </a:tc>
                <a:tc>
                  <a:txBody>
                    <a:bodyPr/>
                    <a:lstStyle/>
                    <a:p>
                      <a:pPr algn="r" fontAlgn="b">
                        <a:buNone/>
                      </a:pPr>
                      <a:r>
                        <a:rPr lang="en-US" sz="2000" b="0" i="0" u="none" strike="noStrike">
                          <a:solidFill>
                            <a:srgbClr val="000000"/>
                          </a:solidFill>
                          <a:effectLst/>
                          <a:latin typeface="Calibri" panose="020F0502020204030204" pitchFamily="34" charset="0"/>
                          <a:cs typeface="Calibri" panose="020F0502020204030204" pitchFamily="34" charset="0"/>
                        </a:rPr>
                        <a:t>14.2</a:t>
                      </a:r>
                    </a:p>
                  </a:txBody>
                  <a:tcPr marL="9525" marR="9525" marT="9525" marB="0" anchor="b"/>
                </a:tc>
                <a:tc>
                  <a:txBody>
                    <a:bodyPr/>
                    <a:lstStyle/>
                    <a:p>
                      <a:pPr algn="r" fontAlgn="b"/>
                      <a:r>
                        <a:rPr lang="en-IN" sz="2000" b="0" i="0" u="none" strike="noStrike" dirty="0">
                          <a:solidFill>
                            <a:srgbClr val="000000"/>
                          </a:solidFill>
                          <a:effectLst/>
                          <a:latin typeface="Calibri" panose="020F0502020204030204" pitchFamily="34" charset="0"/>
                          <a:cs typeface="Calibri" panose="020F0502020204030204" pitchFamily="34" charset="0"/>
                        </a:rPr>
                        <a:t>17.6%</a:t>
                      </a:r>
                    </a:p>
                  </a:txBody>
                  <a:tcPr marL="9525" marR="9525" marT="9525" marB="0" anchor="b"/>
                </a:tc>
                <a:tc>
                  <a:txBody>
                    <a:bodyPr/>
                    <a:lstStyle/>
                    <a:p>
                      <a:pPr algn="r" fontAlgn="b">
                        <a:buNone/>
                      </a:pPr>
                      <a:r>
                        <a:rPr lang="en-US" sz="2000" b="0" i="0" u="none" strike="noStrike">
                          <a:solidFill>
                            <a:srgbClr val="000000"/>
                          </a:solidFill>
                          <a:effectLst/>
                          <a:latin typeface="Calibri" panose="020F0502020204030204" pitchFamily="34" charset="0"/>
                          <a:cs typeface="Calibri" panose="020F0502020204030204" pitchFamily="34" charset="0"/>
                        </a:rPr>
                        <a:t>5.1</a:t>
                      </a:r>
                    </a:p>
                  </a:txBody>
                  <a:tcPr marL="9525" marR="9525" marT="9525" marB="0" anchor="b"/>
                </a:tc>
                <a:extLst>
                  <a:ext uri="{0D108BD9-81ED-4DB2-BD59-A6C34878D82A}">
                    <a16:rowId xmlns:a16="http://schemas.microsoft.com/office/drawing/2014/main" val="1690059723"/>
                  </a:ext>
                </a:extLst>
              </a:tr>
              <a:tr h="370840">
                <a:tc>
                  <a:txBody>
                    <a:bodyPr/>
                    <a:lstStyle/>
                    <a:p>
                      <a:r>
                        <a:rPr lang="en-US" sz="2000" dirty="0">
                          <a:latin typeface="Calibri" panose="020F0502020204030204" pitchFamily="34" charset="0"/>
                          <a:cs typeface="Calibri" panose="020F0502020204030204" pitchFamily="34" charset="0"/>
                        </a:rPr>
                        <a:t>3</a:t>
                      </a:r>
                      <a:endParaRPr lang="en-IN" sz="2000" dirty="0">
                        <a:latin typeface="Calibri" panose="020F0502020204030204" pitchFamily="34" charset="0"/>
                        <a:cs typeface="Calibri" panose="020F0502020204030204" pitchFamily="34" charset="0"/>
                      </a:endParaRPr>
                    </a:p>
                  </a:txBody>
                  <a:tcPr/>
                </a:tc>
                <a:tc>
                  <a:txBody>
                    <a:bodyPr/>
                    <a:lstStyle/>
                    <a:p>
                      <a:pPr algn="r" fontAlgn="b">
                        <a:buNone/>
                      </a:pPr>
                      <a:r>
                        <a:rPr lang="en-US" sz="2000" b="0" i="0" u="none" strike="noStrike">
                          <a:solidFill>
                            <a:srgbClr val="000000"/>
                          </a:solidFill>
                          <a:effectLst/>
                          <a:latin typeface="Calibri" panose="020F0502020204030204" pitchFamily="34" charset="0"/>
                          <a:cs typeface="Calibri" panose="020F0502020204030204" pitchFamily="34" charset="0"/>
                        </a:rPr>
                        <a:t>21</a:t>
                      </a:r>
                    </a:p>
                  </a:txBody>
                  <a:tcPr marL="9525" marR="9525" marT="9525" marB="0" anchor="b"/>
                </a:tc>
                <a:tc>
                  <a:txBody>
                    <a:bodyPr/>
                    <a:lstStyle/>
                    <a:p>
                      <a:pPr algn="r" fontAlgn="b">
                        <a:buNone/>
                      </a:pPr>
                      <a:r>
                        <a:rPr lang="en-US" sz="2000" b="0" i="0" u="none" strike="noStrike">
                          <a:solidFill>
                            <a:srgbClr val="000000"/>
                          </a:solidFill>
                          <a:effectLst/>
                          <a:latin typeface="Calibri" panose="020F0502020204030204" pitchFamily="34" charset="0"/>
                          <a:cs typeface="Calibri" panose="020F0502020204030204" pitchFamily="34" charset="0"/>
                        </a:rPr>
                        <a:t>12.4</a:t>
                      </a:r>
                    </a:p>
                  </a:txBody>
                  <a:tcPr marL="9525" marR="9525" marT="9525" marB="0" anchor="b"/>
                </a:tc>
                <a:tc>
                  <a:txBody>
                    <a:bodyPr/>
                    <a:lstStyle/>
                    <a:p>
                      <a:pPr algn="r" fontAlgn="b"/>
                      <a:r>
                        <a:rPr lang="en-IN" sz="2000" b="0" i="0" u="none" strike="noStrike" dirty="0">
                          <a:solidFill>
                            <a:srgbClr val="000000"/>
                          </a:solidFill>
                          <a:effectLst/>
                          <a:latin typeface="Calibri" panose="020F0502020204030204" pitchFamily="34" charset="0"/>
                          <a:cs typeface="Calibri" panose="020F0502020204030204" pitchFamily="34" charset="0"/>
                        </a:rPr>
                        <a:t>12.5%</a:t>
                      </a:r>
                    </a:p>
                  </a:txBody>
                  <a:tcPr marL="9525" marR="9525" marT="9525" marB="0" anchor="b"/>
                </a:tc>
                <a:tc>
                  <a:txBody>
                    <a:bodyPr/>
                    <a:lstStyle/>
                    <a:p>
                      <a:pPr algn="r" fontAlgn="b">
                        <a:buNone/>
                      </a:pPr>
                      <a:r>
                        <a:rPr lang="en-US" sz="2000" b="0" i="0" u="none" strike="noStrike">
                          <a:solidFill>
                            <a:srgbClr val="000000"/>
                          </a:solidFill>
                          <a:effectLst/>
                          <a:latin typeface="Calibri" panose="020F0502020204030204" pitchFamily="34" charset="0"/>
                          <a:cs typeface="Calibri" panose="020F0502020204030204" pitchFamily="34" charset="0"/>
                        </a:rPr>
                        <a:t>5.2</a:t>
                      </a:r>
                    </a:p>
                  </a:txBody>
                  <a:tcPr marL="9525" marR="9525" marT="9525" marB="0" anchor="b"/>
                </a:tc>
                <a:extLst>
                  <a:ext uri="{0D108BD9-81ED-4DB2-BD59-A6C34878D82A}">
                    <a16:rowId xmlns:a16="http://schemas.microsoft.com/office/drawing/2014/main" val="2721579077"/>
                  </a:ext>
                </a:extLst>
              </a:tr>
              <a:tr h="370840">
                <a:tc>
                  <a:txBody>
                    <a:bodyPr/>
                    <a:lstStyle/>
                    <a:p>
                      <a:r>
                        <a:rPr lang="en-US" sz="2000" dirty="0">
                          <a:latin typeface="Calibri" panose="020F0502020204030204" pitchFamily="34" charset="0"/>
                          <a:cs typeface="Calibri" panose="020F0502020204030204" pitchFamily="34" charset="0"/>
                        </a:rPr>
                        <a:t>4</a:t>
                      </a:r>
                      <a:endParaRPr lang="en-IN" sz="2000" dirty="0">
                        <a:latin typeface="Calibri" panose="020F0502020204030204" pitchFamily="34" charset="0"/>
                        <a:cs typeface="Calibri" panose="020F0502020204030204" pitchFamily="34" charset="0"/>
                      </a:endParaRPr>
                    </a:p>
                  </a:txBody>
                  <a:tcPr/>
                </a:tc>
                <a:tc>
                  <a:txBody>
                    <a:bodyPr/>
                    <a:lstStyle/>
                    <a:p>
                      <a:pPr algn="r" fontAlgn="b">
                        <a:buNone/>
                      </a:pPr>
                      <a:r>
                        <a:rPr lang="en-US" sz="2000" b="0" i="0" u="none" strike="noStrike">
                          <a:solidFill>
                            <a:srgbClr val="000000"/>
                          </a:solidFill>
                          <a:effectLst/>
                          <a:latin typeface="Calibri" panose="020F0502020204030204" pitchFamily="34" charset="0"/>
                          <a:cs typeface="Calibri" panose="020F0502020204030204" pitchFamily="34" charset="0"/>
                        </a:rPr>
                        <a:t>21</a:t>
                      </a:r>
                    </a:p>
                  </a:txBody>
                  <a:tcPr marL="9525" marR="9525" marT="9525" marB="0" anchor="b"/>
                </a:tc>
                <a:tc>
                  <a:txBody>
                    <a:bodyPr/>
                    <a:lstStyle/>
                    <a:p>
                      <a:pPr algn="r" fontAlgn="b">
                        <a:buNone/>
                      </a:pPr>
                      <a:r>
                        <a:rPr lang="en-US" sz="2000" b="0" i="0" u="none" strike="noStrike">
                          <a:solidFill>
                            <a:srgbClr val="000000"/>
                          </a:solidFill>
                          <a:effectLst/>
                          <a:latin typeface="Calibri" panose="020F0502020204030204" pitchFamily="34" charset="0"/>
                          <a:cs typeface="Calibri" panose="020F0502020204030204" pitchFamily="34" charset="0"/>
                        </a:rPr>
                        <a:t>12.4</a:t>
                      </a:r>
                    </a:p>
                  </a:txBody>
                  <a:tcPr marL="9525" marR="9525" marT="9525" marB="0" anchor="b"/>
                </a:tc>
                <a:tc>
                  <a:txBody>
                    <a:bodyPr/>
                    <a:lstStyle/>
                    <a:p>
                      <a:pPr algn="r" fontAlgn="b"/>
                      <a:r>
                        <a:rPr lang="en-IN" sz="2000" b="0" i="0" u="none" strike="noStrike" dirty="0">
                          <a:solidFill>
                            <a:srgbClr val="000000"/>
                          </a:solidFill>
                          <a:effectLst/>
                          <a:latin typeface="Calibri" panose="020F0502020204030204" pitchFamily="34" charset="0"/>
                          <a:cs typeface="Calibri" panose="020F0502020204030204" pitchFamily="34" charset="0"/>
                        </a:rPr>
                        <a:t>9.7%</a:t>
                      </a:r>
                    </a:p>
                  </a:txBody>
                  <a:tcPr marL="9525" marR="9525" marT="9525" marB="0" anchor="b"/>
                </a:tc>
                <a:tc>
                  <a:txBody>
                    <a:bodyPr/>
                    <a:lstStyle/>
                    <a:p>
                      <a:pPr algn="r" fontAlgn="b">
                        <a:buNone/>
                      </a:pPr>
                      <a:r>
                        <a:rPr lang="en-US" sz="2000" b="0" i="0" u="none" strike="noStrike">
                          <a:solidFill>
                            <a:srgbClr val="000000"/>
                          </a:solidFill>
                          <a:effectLst/>
                          <a:latin typeface="Calibri" panose="020F0502020204030204" pitchFamily="34" charset="0"/>
                          <a:cs typeface="Calibri" panose="020F0502020204030204" pitchFamily="34" charset="0"/>
                        </a:rPr>
                        <a:t>2.5</a:t>
                      </a:r>
                    </a:p>
                  </a:txBody>
                  <a:tcPr marL="9525" marR="9525" marT="9525" marB="0" anchor="b"/>
                </a:tc>
                <a:extLst>
                  <a:ext uri="{0D108BD9-81ED-4DB2-BD59-A6C34878D82A}">
                    <a16:rowId xmlns:a16="http://schemas.microsoft.com/office/drawing/2014/main" val="2827338517"/>
                  </a:ext>
                </a:extLst>
              </a:tr>
              <a:tr h="370840">
                <a:tc>
                  <a:txBody>
                    <a:bodyPr/>
                    <a:lstStyle/>
                    <a:p>
                      <a:r>
                        <a:rPr lang="en-US" sz="2000" dirty="0">
                          <a:latin typeface="Calibri" panose="020F0502020204030204" pitchFamily="34" charset="0"/>
                          <a:cs typeface="Calibri" panose="020F0502020204030204" pitchFamily="34" charset="0"/>
                        </a:rPr>
                        <a:t>5</a:t>
                      </a:r>
                      <a:endParaRPr lang="en-IN" sz="2000" dirty="0">
                        <a:latin typeface="Calibri" panose="020F0502020204030204" pitchFamily="34" charset="0"/>
                        <a:cs typeface="Calibri" panose="020F0502020204030204" pitchFamily="34" charset="0"/>
                      </a:endParaRPr>
                    </a:p>
                  </a:txBody>
                  <a:tcPr/>
                </a:tc>
                <a:tc>
                  <a:txBody>
                    <a:bodyPr/>
                    <a:lstStyle/>
                    <a:p>
                      <a:pPr algn="r" fontAlgn="b">
                        <a:buNone/>
                      </a:pPr>
                      <a:r>
                        <a:rPr lang="en-US" sz="2000" b="0" i="0" u="none" strike="noStrike">
                          <a:solidFill>
                            <a:srgbClr val="000000"/>
                          </a:solidFill>
                          <a:effectLst/>
                          <a:latin typeface="Calibri" panose="020F0502020204030204" pitchFamily="34" charset="0"/>
                          <a:cs typeface="Calibri" panose="020F0502020204030204" pitchFamily="34" charset="0"/>
                        </a:rPr>
                        <a:t>12</a:t>
                      </a:r>
                    </a:p>
                  </a:txBody>
                  <a:tcPr marL="9525" marR="9525" marT="9525" marB="0" anchor="b"/>
                </a:tc>
                <a:tc>
                  <a:txBody>
                    <a:bodyPr/>
                    <a:lstStyle/>
                    <a:p>
                      <a:pPr algn="r" fontAlgn="b">
                        <a:buNone/>
                      </a:pPr>
                      <a:r>
                        <a:rPr lang="en-US" sz="2000" b="0" i="0" u="none" strike="noStrike">
                          <a:solidFill>
                            <a:srgbClr val="000000"/>
                          </a:solidFill>
                          <a:effectLst/>
                          <a:latin typeface="Calibri" panose="020F0502020204030204" pitchFamily="34" charset="0"/>
                          <a:cs typeface="Calibri" panose="020F0502020204030204" pitchFamily="34" charset="0"/>
                        </a:rPr>
                        <a:t>7.1</a:t>
                      </a:r>
                    </a:p>
                  </a:txBody>
                  <a:tcPr marL="9525" marR="9525" marT="9525" marB="0" anchor="b"/>
                </a:tc>
                <a:tc>
                  <a:txBody>
                    <a:bodyPr/>
                    <a:lstStyle/>
                    <a:p>
                      <a:pPr algn="r" fontAlgn="b"/>
                      <a:r>
                        <a:rPr lang="en-IN" sz="2000" b="0" i="0" u="none" strike="noStrike" dirty="0">
                          <a:solidFill>
                            <a:srgbClr val="000000"/>
                          </a:solidFill>
                          <a:effectLst/>
                          <a:latin typeface="Calibri" panose="020F0502020204030204" pitchFamily="34" charset="0"/>
                          <a:cs typeface="Calibri" panose="020F0502020204030204" pitchFamily="34" charset="0"/>
                        </a:rPr>
                        <a:t>7.9%</a:t>
                      </a:r>
                    </a:p>
                  </a:txBody>
                  <a:tcPr marL="9525" marR="9525" marT="9525" marB="0" anchor="b"/>
                </a:tc>
                <a:tc>
                  <a:txBody>
                    <a:bodyPr/>
                    <a:lstStyle/>
                    <a:p>
                      <a:pPr algn="r" fontAlgn="b">
                        <a:buNone/>
                      </a:pPr>
                      <a:r>
                        <a:rPr lang="en-US" sz="2000" b="0" i="0" u="none" strike="noStrike" dirty="0">
                          <a:solidFill>
                            <a:srgbClr val="000000"/>
                          </a:solidFill>
                          <a:effectLst/>
                          <a:latin typeface="Calibri" panose="020F0502020204030204" pitchFamily="34" charset="0"/>
                          <a:cs typeface="Calibri" panose="020F0502020204030204" pitchFamily="34" charset="0"/>
                        </a:rPr>
                        <a:t>3.3</a:t>
                      </a:r>
                    </a:p>
                  </a:txBody>
                  <a:tcPr marL="9525" marR="9525" marT="9525" marB="0" anchor="b"/>
                </a:tc>
                <a:extLst>
                  <a:ext uri="{0D108BD9-81ED-4DB2-BD59-A6C34878D82A}">
                    <a16:rowId xmlns:a16="http://schemas.microsoft.com/office/drawing/2014/main" val="749361511"/>
                  </a:ext>
                </a:extLst>
              </a:tr>
              <a:tr h="370840">
                <a:tc>
                  <a:txBody>
                    <a:bodyPr/>
                    <a:lstStyle/>
                    <a:p>
                      <a:r>
                        <a:rPr lang="en-US" sz="2000" dirty="0">
                          <a:latin typeface="Calibri" panose="020F0502020204030204" pitchFamily="34" charset="0"/>
                          <a:cs typeface="Calibri" panose="020F0502020204030204" pitchFamily="34" charset="0"/>
                        </a:rPr>
                        <a:t>6</a:t>
                      </a:r>
                      <a:endParaRPr lang="en-IN" sz="2000" dirty="0">
                        <a:latin typeface="Calibri" panose="020F0502020204030204" pitchFamily="34" charset="0"/>
                        <a:cs typeface="Calibri" panose="020F0502020204030204" pitchFamily="34" charset="0"/>
                      </a:endParaRPr>
                    </a:p>
                  </a:txBody>
                  <a:tcPr/>
                </a:tc>
                <a:tc>
                  <a:txBody>
                    <a:bodyPr/>
                    <a:lstStyle/>
                    <a:p>
                      <a:pPr algn="r" fontAlgn="b">
                        <a:buNone/>
                      </a:pPr>
                      <a:r>
                        <a:rPr lang="en-US" sz="2000" b="0" i="0" u="none" strike="noStrike">
                          <a:solidFill>
                            <a:srgbClr val="000000"/>
                          </a:solidFill>
                          <a:effectLst/>
                          <a:latin typeface="Calibri" panose="020F0502020204030204" pitchFamily="34" charset="0"/>
                          <a:cs typeface="Calibri" panose="020F0502020204030204" pitchFamily="34" charset="0"/>
                        </a:rPr>
                        <a:t>11</a:t>
                      </a:r>
                    </a:p>
                  </a:txBody>
                  <a:tcPr marL="9525" marR="9525" marT="9525" marB="0" anchor="b"/>
                </a:tc>
                <a:tc>
                  <a:txBody>
                    <a:bodyPr/>
                    <a:lstStyle/>
                    <a:p>
                      <a:pPr algn="r" fontAlgn="b">
                        <a:buNone/>
                      </a:pPr>
                      <a:r>
                        <a:rPr lang="en-US" sz="2000" b="0" i="0" u="none" strike="noStrike">
                          <a:solidFill>
                            <a:srgbClr val="000000"/>
                          </a:solidFill>
                          <a:effectLst/>
                          <a:latin typeface="Calibri" panose="020F0502020204030204" pitchFamily="34" charset="0"/>
                          <a:cs typeface="Calibri" panose="020F0502020204030204" pitchFamily="34" charset="0"/>
                        </a:rPr>
                        <a:t>6.5</a:t>
                      </a:r>
                    </a:p>
                  </a:txBody>
                  <a:tcPr marL="9525" marR="9525" marT="9525" marB="0" anchor="b"/>
                </a:tc>
                <a:tc>
                  <a:txBody>
                    <a:bodyPr/>
                    <a:lstStyle/>
                    <a:p>
                      <a:pPr algn="r" fontAlgn="b"/>
                      <a:r>
                        <a:rPr lang="en-IN" sz="2000" b="0" i="0" u="none" strike="noStrike" dirty="0">
                          <a:solidFill>
                            <a:srgbClr val="000000"/>
                          </a:solidFill>
                          <a:effectLst/>
                          <a:latin typeface="Calibri" panose="020F0502020204030204" pitchFamily="34" charset="0"/>
                          <a:cs typeface="Calibri" panose="020F0502020204030204" pitchFamily="34" charset="0"/>
                        </a:rPr>
                        <a:t>6.7%</a:t>
                      </a:r>
                    </a:p>
                  </a:txBody>
                  <a:tcPr marL="9525" marR="9525" marT="9525" marB="0" anchor="b"/>
                </a:tc>
                <a:tc>
                  <a:txBody>
                    <a:bodyPr/>
                    <a:lstStyle/>
                    <a:p>
                      <a:pPr algn="r" fontAlgn="b">
                        <a:buNone/>
                      </a:pPr>
                      <a:r>
                        <a:rPr lang="en-US" sz="2000" b="0" i="0" u="none" strike="noStrike" dirty="0">
                          <a:solidFill>
                            <a:srgbClr val="000000"/>
                          </a:solidFill>
                          <a:effectLst/>
                          <a:latin typeface="Calibri" panose="020F0502020204030204" pitchFamily="34" charset="0"/>
                          <a:cs typeface="Calibri" panose="020F0502020204030204" pitchFamily="34" charset="0"/>
                        </a:rPr>
                        <a:t>3.5</a:t>
                      </a:r>
                    </a:p>
                  </a:txBody>
                  <a:tcPr marL="9525" marR="9525" marT="9525" marB="0" anchor="b"/>
                </a:tc>
                <a:extLst>
                  <a:ext uri="{0D108BD9-81ED-4DB2-BD59-A6C34878D82A}">
                    <a16:rowId xmlns:a16="http://schemas.microsoft.com/office/drawing/2014/main" val="2621775035"/>
                  </a:ext>
                </a:extLst>
              </a:tr>
              <a:tr h="370840">
                <a:tc>
                  <a:txBody>
                    <a:bodyPr/>
                    <a:lstStyle/>
                    <a:p>
                      <a:r>
                        <a:rPr lang="en-US" sz="2000" dirty="0">
                          <a:latin typeface="Calibri" panose="020F0502020204030204" pitchFamily="34" charset="0"/>
                          <a:cs typeface="Calibri" panose="020F0502020204030204" pitchFamily="34" charset="0"/>
                        </a:rPr>
                        <a:t>7</a:t>
                      </a:r>
                      <a:endParaRPr lang="en-IN" sz="2000" dirty="0">
                        <a:latin typeface="Calibri" panose="020F0502020204030204" pitchFamily="34" charset="0"/>
                        <a:cs typeface="Calibri" panose="020F0502020204030204" pitchFamily="34" charset="0"/>
                      </a:endParaRPr>
                    </a:p>
                  </a:txBody>
                  <a:tcPr/>
                </a:tc>
                <a:tc>
                  <a:txBody>
                    <a:bodyPr/>
                    <a:lstStyle/>
                    <a:p>
                      <a:pPr algn="r" fontAlgn="b">
                        <a:buNone/>
                      </a:pPr>
                      <a:r>
                        <a:rPr lang="en-US" sz="2000" b="0" i="0" u="none" strike="noStrike">
                          <a:solidFill>
                            <a:srgbClr val="000000"/>
                          </a:solidFill>
                          <a:effectLst/>
                          <a:latin typeface="Calibri" panose="020F0502020204030204" pitchFamily="34" charset="0"/>
                          <a:cs typeface="Calibri" panose="020F0502020204030204" pitchFamily="34" charset="0"/>
                        </a:rPr>
                        <a:t>10</a:t>
                      </a:r>
                    </a:p>
                  </a:txBody>
                  <a:tcPr marL="9525" marR="9525" marT="9525" marB="0" anchor="b"/>
                </a:tc>
                <a:tc>
                  <a:txBody>
                    <a:bodyPr/>
                    <a:lstStyle/>
                    <a:p>
                      <a:pPr algn="r" fontAlgn="b">
                        <a:buNone/>
                      </a:pPr>
                      <a:r>
                        <a:rPr lang="en-US" sz="2000" b="0" i="0" u="none" strike="noStrike">
                          <a:solidFill>
                            <a:srgbClr val="000000"/>
                          </a:solidFill>
                          <a:effectLst/>
                          <a:latin typeface="Calibri" panose="020F0502020204030204" pitchFamily="34" charset="0"/>
                          <a:cs typeface="Calibri" panose="020F0502020204030204" pitchFamily="34" charset="0"/>
                        </a:rPr>
                        <a:t>5.9</a:t>
                      </a:r>
                    </a:p>
                  </a:txBody>
                  <a:tcPr marL="9525" marR="9525" marT="9525" marB="0" anchor="b"/>
                </a:tc>
                <a:tc>
                  <a:txBody>
                    <a:bodyPr/>
                    <a:lstStyle/>
                    <a:p>
                      <a:pPr algn="r" fontAlgn="b"/>
                      <a:r>
                        <a:rPr lang="en-IN" sz="2000" b="0" i="0" u="none" strike="noStrike" dirty="0">
                          <a:solidFill>
                            <a:srgbClr val="000000"/>
                          </a:solidFill>
                          <a:effectLst/>
                          <a:latin typeface="Calibri" panose="020F0502020204030204" pitchFamily="34" charset="0"/>
                          <a:cs typeface="Calibri" panose="020F0502020204030204" pitchFamily="34" charset="0"/>
                        </a:rPr>
                        <a:t>5.8%</a:t>
                      </a:r>
                    </a:p>
                  </a:txBody>
                  <a:tcPr marL="9525" marR="9525" marT="9525" marB="0" anchor="b"/>
                </a:tc>
                <a:tc>
                  <a:txBody>
                    <a:bodyPr/>
                    <a:lstStyle/>
                    <a:p>
                      <a:pPr algn="r" fontAlgn="b">
                        <a:buNone/>
                      </a:pPr>
                      <a:r>
                        <a:rPr lang="en-US" sz="2000" b="0" i="0" u="none" strike="noStrike" dirty="0">
                          <a:solidFill>
                            <a:srgbClr val="000000"/>
                          </a:solidFill>
                          <a:effectLst/>
                          <a:latin typeface="Calibri" panose="020F0502020204030204" pitchFamily="34" charset="0"/>
                          <a:cs typeface="Calibri" panose="020F0502020204030204" pitchFamily="34" charset="0"/>
                        </a:rPr>
                        <a:t>3.4</a:t>
                      </a:r>
                    </a:p>
                  </a:txBody>
                  <a:tcPr marL="9525" marR="9525" marT="9525" marB="0" anchor="b"/>
                </a:tc>
                <a:extLst>
                  <a:ext uri="{0D108BD9-81ED-4DB2-BD59-A6C34878D82A}">
                    <a16:rowId xmlns:a16="http://schemas.microsoft.com/office/drawing/2014/main" val="1787749854"/>
                  </a:ext>
                </a:extLst>
              </a:tr>
              <a:tr h="370840">
                <a:tc>
                  <a:txBody>
                    <a:bodyPr/>
                    <a:lstStyle/>
                    <a:p>
                      <a:r>
                        <a:rPr lang="en-US" sz="2000" dirty="0">
                          <a:latin typeface="Calibri" panose="020F0502020204030204" pitchFamily="34" charset="0"/>
                          <a:cs typeface="Calibri" panose="020F0502020204030204" pitchFamily="34" charset="0"/>
                        </a:rPr>
                        <a:t>8</a:t>
                      </a:r>
                      <a:endParaRPr lang="en-IN" sz="2000" dirty="0">
                        <a:latin typeface="Calibri" panose="020F0502020204030204" pitchFamily="34" charset="0"/>
                        <a:cs typeface="Calibri" panose="020F0502020204030204" pitchFamily="34" charset="0"/>
                      </a:endParaRPr>
                    </a:p>
                  </a:txBody>
                  <a:tcPr/>
                </a:tc>
                <a:tc>
                  <a:txBody>
                    <a:bodyPr/>
                    <a:lstStyle/>
                    <a:p>
                      <a:pPr algn="r" fontAlgn="b">
                        <a:buNone/>
                      </a:pPr>
                      <a:r>
                        <a:rPr lang="en-US" sz="2000" b="0" i="0" u="none" strike="noStrike">
                          <a:solidFill>
                            <a:srgbClr val="000000"/>
                          </a:solidFill>
                          <a:effectLst/>
                          <a:latin typeface="Calibri" panose="020F0502020204030204" pitchFamily="34" charset="0"/>
                          <a:cs typeface="Calibri" panose="020F0502020204030204" pitchFamily="34" charset="0"/>
                        </a:rPr>
                        <a:t>8</a:t>
                      </a:r>
                    </a:p>
                  </a:txBody>
                  <a:tcPr marL="9525" marR="9525" marT="9525" marB="0" anchor="b"/>
                </a:tc>
                <a:tc>
                  <a:txBody>
                    <a:bodyPr/>
                    <a:lstStyle/>
                    <a:p>
                      <a:pPr algn="r" fontAlgn="b">
                        <a:buNone/>
                      </a:pPr>
                      <a:r>
                        <a:rPr lang="en-US" sz="2000" b="0" i="0" u="none" strike="noStrike">
                          <a:solidFill>
                            <a:srgbClr val="000000"/>
                          </a:solidFill>
                          <a:effectLst/>
                          <a:latin typeface="Calibri" panose="020F0502020204030204" pitchFamily="34" charset="0"/>
                          <a:cs typeface="Calibri" panose="020F0502020204030204" pitchFamily="34" charset="0"/>
                        </a:rPr>
                        <a:t>4.7</a:t>
                      </a:r>
                    </a:p>
                  </a:txBody>
                  <a:tcPr marL="9525" marR="9525" marT="9525" marB="0" anchor="b"/>
                </a:tc>
                <a:tc>
                  <a:txBody>
                    <a:bodyPr/>
                    <a:lstStyle/>
                    <a:p>
                      <a:pPr algn="r" fontAlgn="b"/>
                      <a:r>
                        <a:rPr lang="en-IN" sz="2000" b="0" i="0" u="none" strike="noStrike" dirty="0">
                          <a:solidFill>
                            <a:srgbClr val="000000"/>
                          </a:solidFill>
                          <a:effectLst/>
                          <a:latin typeface="Calibri" panose="020F0502020204030204" pitchFamily="34" charset="0"/>
                          <a:cs typeface="Calibri" panose="020F0502020204030204" pitchFamily="34" charset="0"/>
                        </a:rPr>
                        <a:t>5.1%</a:t>
                      </a:r>
                    </a:p>
                  </a:txBody>
                  <a:tcPr marL="9525" marR="9525" marT="9525" marB="0" anchor="b"/>
                </a:tc>
                <a:tc>
                  <a:txBody>
                    <a:bodyPr/>
                    <a:lstStyle/>
                    <a:p>
                      <a:pPr algn="r" fontAlgn="b">
                        <a:buNone/>
                      </a:pPr>
                      <a:r>
                        <a:rPr lang="en-US" sz="2000" b="0" i="0" u="none" strike="noStrike" dirty="0">
                          <a:solidFill>
                            <a:srgbClr val="000000"/>
                          </a:solidFill>
                          <a:effectLst/>
                          <a:latin typeface="Calibri" panose="020F0502020204030204" pitchFamily="34" charset="0"/>
                          <a:cs typeface="Calibri" panose="020F0502020204030204" pitchFamily="34" charset="0"/>
                        </a:rPr>
                        <a:t>3.8</a:t>
                      </a:r>
                    </a:p>
                  </a:txBody>
                  <a:tcPr marL="9525" marR="9525" marT="9525" marB="0" anchor="b"/>
                </a:tc>
                <a:extLst>
                  <a:ext uri="{0D108BD9-81ED-4DB2-BD59-A6C34878D82A}">
                    <a16:rowId xmlns:a16="http://schemas.microsoft.com/office/drawing/2014/main" val="1773171624"/>
                  </a:ext>
                </a:extLst>
              </a:tr>
              <a:tr h="247444">
                <a:tc>
                  <a:txBody>
                    <a:bodyPr/>
                    <a:lstStyle/>
                    <a:p>
                      <a:r>
                        <a:rPr lang="en-US" sz="2000" dirty="0">
                          <a:latin typeface="Calibri" panose="020F0502020204030204" pitchFamily="34" charset="0"/>
                          <a:cs typeface="Calibri" panose="020F0502020204030204" pitchFamily="34" charset="0"/>
                        </a:rPr>
                        <a:t>9</a:t>
                      </a:r>
                      <a:endParaRPr lang="en-IN" sz="2000" dirty="0">
                        <a:latin typeface="Calibri" panose="020F0502020204030204" pitchFamily="34" charset="0"/>
                        <a:cs typeface="Calibri" panose="020F0502020204030204" pitchFamily="34" charset="0"/>
                      </a:endParaRPr>
                    </a:p>
                  </a:txBody>
                  <a:tcPr/>
                </a:tc>
                <a:tc>
                  <a:txBody>
                    <a:bodyPr/>
                    <a:lstStyle/>
                    <a:p>
                      <a:pPr algn="r" fontAlgn="b">
                        <a:buNone/>
                      </a:pPr>
                      <a:r>
                        <a:rPr lang="en-US" sz="2000" b="0" i="0" u="none" strike="noStrike">
                          <a:solidFill>
                            <a:srgbClr val="000000"/>
                          </a:solidFill>
                          <a:effectLst/>
                          <a:latin typeface="Calibri" panose="020F0502020204030204" pitchFamily="34" charset="0"/>
                          <a:cs typeface="Calibri" panose="020F0502020204030204" pitchFamily="34" charset="0"/>
                        </a:rPr>
                        <a:t>14</a:t>
                      </a:r>
                    </a:p>
                  </a:txBody>
                  <a:tcPr marL="9525" marR="9525" marT="9525" marB="0" anchor="b"/>
                </a:tc>
                <a:tc>
                  <a:txBody>
                    <a:bodyPr/>
                    <a:lstStyle/>
                    <a:p>
                      <a:pPr algn="r" fontAlgn="b">
                        <a:buNone/>
                      </a:pPr>
                      <a:r>
                        <a:rPr lang="en-US" sz="2000" b="0" i="0" u="none" strike="noStrike">
                          <a:solidFill>
                            <a:srgbClr val="000000"/>
                          </a:solidFill>
                          <a:effectLst/>
                          <a:latin typeface="Calibri" panose="020F0502020204030204" pitchFamily="34" charset="0"/>
                          <a:cs typeface="Calibri" panose="020F0502020204030204" pitchFamily="34" charset="0"/>
                        </a:rPr>
                        <a:t>8.4</a:t>
                      </a:r>
                    </a:p>
                  </a:txBody>
                  <a:tcPr marL="9525" marR="9525" marT="9525" marB="0" anchor="b"/>
                </a:tc>
                <a:tc>
                  <a:txBody>
                    <a:bodyPr/>
                    <a:lstStyle/>
                    <a:p>
                      <a:pPr algn="r" fontAlgn="b"/>
                      <a:r>
                        <a:rPr lang="en-IN" sz="2000" b="0" i="0" u="none" strike="noStrike">
                          <a:solidFill>
                            <a:srgbClr val="000000"/>
                          </a:solidFill>
                          <a:effectLst/>
                          <a:latin typeface="Calibri" panose="020F0502020204030204" pitchFamily="34" charset="0"/>
                          <a:cs typeface="Calibri" panose="020F0502020204030204" pitchFamily="34" charset="0"/>
                        </a:rPr>
                        <a:t>4.6%</a:t>
                      </a:r>
                    </a:p>
                  </a:txBody>
                  <a:tcPr marL="9525" marR="9525" marT="9525" marB="0" anchor="b"/>
                </a:tc>
                <a:tc>
                  <a:txBody>
                    <a:bodyPr/>
                    <a:lstStyle/>
                    <a:p>
                      <a:pPr algn="r" fontAlgn="b">
                        <a:buNone/>
                      </a:pPr>
                      <a:r>
                        <a:rPr lang="en-US" sz="2000" b="0" i="0" u="none" strike="noStrike" dirty="0">
                          <a:solidFill>
                            <a:srgbClr val="000000"/>
                          </a:solidFill>
                          <a:effectLst/>
                          <a:latin typeface="Calibri" panose="020F0502020204030204" pitchFamily="34" charset="0"/>
                          <a:cs typeface="Calibri" panose="020F0502020204030204" pitchFamily="34" charset="0"/>
                        </a:rPr>
                        <a:t>0</a:t>
                      </a:r>
                    </a:p>
                  </a:txBody>
                  <a:tcPr marL="9525" marR="9525" marT="9525" marB="0" anchor="b"/>
                </a:tc>
                <a:extLst>
                  <a:ext uri="{0D108BD9-81ED-4DB2-BD59-A6C34878D82A}">
                    <a16:rowId xmlns:a16="http://schemas.microsoft.com/office/drawing/2014/main" val="201017475"/>
                  </a:ext>
                </a:extLst>
              </a:tr>
              <a:tr h="301232">
                <a:tc>
                  <a:txBody>
                    <a:bodyPr/>
                    <a:lstStyle/>
                    <a:p>
                      <a:endParaRPr lang="en-IN" sz="2000" dirty="0">
                        <a:latin typeface="Calibri" panose="020F0502020204030204" pitchFamily="34" charset="0"/>
                        <a:cs typeface="Calibri" panose="020F0502020204030204" pitchFamily="34" charset="0"/>
                      </a:endParaRPr>
                    </a:p>
                  </a:txBody>
                  <a:tcPr/>
                </a:tc>
                <a:tc>
                  <a:txBody>
                    <a:bodyPr/>
                    <a:lstStyle/>
                    <a:p>
                      <a:pPr algn="r" fontAlgn="b">
                        <a:buNone/>
                      </a:pPr>
                      <a:r>
                        <a:rPr lang="en-US" sz="2000" b="0" i="0" u="none" strike="noStrike">
                          <a:solidFill>
                            <a:srgbClr val="000000"/>
                          </a:solidFill>
                          <a:effectLst/>
                          <a:latin typeface="Calibri" panose="020F0502020204030204" pitchFamily="34" charset="0"/>
                          <a:cs typeface="Calibri" panose="020F0502020204030204" pitchFamily="34" charset="0"/>
                        </a:rPr>
                        <a:t>169</a:t>
                      </a:r>
                    </a:p>
                  </a:txBody>
                  <a:tcPr marL="9525" marR="9525" marT="9525" marB="0" anchor="b"/>
                </a:tc>
                <a:tc>
                  <a:txBody>
                    <a:bodyPr/>
                    <a:lstStyle/>
                    <a:p>
                      <a:pPr algn="r" fontAlgn="b">
                        <a:buNone/>
                      </a:pPr>
                      <a:r>
                        <a:rPr lang="en-US" sz="2000" b="0" i="0" u="none" strike="noStrike" dirty="0">
                          <a:solidFill>
                            <a:srgbClr val="000000"/>
                          </a:solidFill>
                          <a:effectLst/>
                          <a:latin typeface="Calibri" panose="020F0502020204030204" pitchFamily="34" charset="0"/>
                          <a:cs typeface="Calibri" panose="020F0502020204030204" pitchFamily="34" charset="0"/>
                        </a:rPr>
                        <a:t>100</a:t>
                      </a:r>
                    </a:p>
                  </a:txBody>
                  <a:tcPr marL="9525" marR="9525" marT="9525" marB="0" anchor="b"/>
                </a:tc>
                <a:tc>
                  <a:txBody>
                    <a:bodyPr/>
                    <a:lstStyle/>
                    <a:p>
                      <a:pPr algn="r" fontAlgn="b"/>
                      <a:r>
                        <a:rPr lang="en-IN" sz="2000" b="1" i="0" u="none" strike="noStrike" dirty="0">
                          <a:solidFill>
                            <a:srgbClr val="000000"/>
                          </a:solidFill>
                          <a:effectLst/>
                          <a:latin typeface="Calibri" panose="020F0502020204030204" pitchFamily="34" charset="0"/>
                          <a:cs typeface="Calibri" panose="020F0502020204030204" pitchFamily="34" charset="0"/>
                        </a:rPr>
                        <a:t>KS</a:t>
                      </a:r>
                    </a:p>
                  </a:txBody>
                  <a:tcPr marL="9525" marR="9525" marT="9525" marB="0" anchor="b"/>
                </a:tc>
                <a:tc>
                  <a:txBody>
                    <a:bodyPr/>
                    <a:lstStyle/>
                    <a:p>
                      <a:pPr algn="l" fontAlgn="b">
                        <a:buNone/>
                      </a:pPr>
                      <a:r>
                        <a:rPr lang="en-US" sz="2000" b="0" i="0" u="none" strike="noStrike" dirty="0">
                          <a:solidFill>
                            <a:srgbClr val="000000"/>
                          </a:solidFill>
                          <a:effectLst/>
                          <a:highlight>
                            <a:srgbClr val="FFFF00"/>
                          </a:highlight>
                          <a:latin typeface="Calibri" panose="020F0502020204030204" pitchFamily="34" charset="0"/>
                          <a:cs typeface="Calibri" panose="020F0502020204030204" pitchFamily="34" charset="0"/>
                        </a:rPr>
                        <a:t>5.2</a:t>
                      </a:r>
                    </a:p>
                  </a:txBody>
                  <a:tcPr marL="9525" marR="9525" marT="9525" marB="0" anchor="b"/>
                </a:tc>
                <a:extLst>
                  <a:ext uri="{0D108BD9-81ED-4DB2-BD59-A6C34878D82A}">
                    <a16:rowId xmlns:a16="http://schemas.microsoft.com/office/drawing/2014/main" val="1271032335"/>
                  </a:ext>
                </a:extLst>
              </a:tr>
              <a:tr h="370840">
                <a:tc>
                  <a:txBody>
                    <a:bodyPr/>
                    <a:lstStyle/>
                    <a:p>
                      <a:endParaRPr lang="en-IN" sz="2000" dirty="0">
                        <a:latin typeface="Calibri" panose="020F0502020204030204" pitchFamily="34" charset="0"/>
                        <a:cs typeface="Calibri" panose="020F0502020204030204" pitchFamily="34" charset="0"/>
                      </a:endParaRPr>
                    </a:p>
                  </a:txBody>
                  <a:tcPr/>
                </a:tc>
                <a:tc>
                  <a:txBody>
                    <a:bodyPr/>
                    <a:lstStyle/>
                    <a:p>
                      <a:pPr algn="l" fontAlgn="b"/>
                      <a:endParaRPr lang="en-IN" sz="2000" b="1"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l" fontAlgn="b"/>
                      <a:endParaRPr lang="en-IN" sz="20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b"/>
                </a:tc>
                <a:tc>
                  <a:txBody>
                    <a:bodyPr/>
                    <a:lstStyle/>
                    <a:p>
                      <a:pPr algn="r" fontAlgn="b"/>
                      <a:r>
                        <a:rPr lang="en-IN" sz="2000" b="1" i="0" u="none" strike="noStrike" dirty="0">
                          <a:solidFill>
                            <a:srgbClr val="000000"/>
                          </a:solidFill>
                          <a:effectLst/>
                          <a:latin typeface="Calibri" panose="020F0502020204030204" pitchFamily="34" charset="0"/>
                          <a:cs typeface="Calibri" panose="020F0502020204030204" pitchFamily="34" charset="0"/>
                        </a:rPr>
                        <a:t>Cut-off @ 5% significance </a:t>
                      </a:r>
                    </a:p>
                  </a:txBody>
                  <a:tcPr marL="9525" marR="9525" marT="9525" marB="0" anchor="b"/>
                </a:tc>
                <a:tc>
                  <a:txBody>
                    <a:bodyPr/>
                    <a:lstStyle/>
                    <a:p>
                      <a:pPr algn="r" fontAlgn="b">
                        <a:buNone/>
                      </a:pPr>
                      <a:r>
                        <a:rPr lang="en-US" sz="2000" b="0" i="0" u="none" strike="noStrike" dirty="0">
                          <a:solidFill>
                            <a:srgbClr val="000000"/>
                          </a:solidFill>
                          <a:effectLst/>
                          <a:latin typeface="Calibri" panose="020F0502020204030204" pitchFamily="34" charset="0"/>
                          <a:cs typeface="Calibri" panose="020F0502020204030204" pitchFamily="34" charset="0"/>
                        </a:rPr>
                        <a:t>10.5</a:t>
                      </a:r>
                    </a:p>
                  </a:txBody>
                  <a:tcPr marL="9525" marR="9525" marT="9525" marB="0" anchor="b"/>
                </a:tc>
                <a:extLst>
                  <a:ext uri="{0D108BD9-81ED-4DB2-BD59-A6C34878D82A}">
                    <a16:rowId xmlns:a16="http://schemas.microsoft.com/office/drawing/2014/main" val="78700726"/>
                  </a:ext>
                </a:extLst>
              </a:tr>
            </a:tbl>
          </a:graphicData>
        </a:graphic>
      </p:graphicFrame>
    </p:spTree>
    <p:extLst>
      <p:ext uri="{BB962C8B-B14F-4D97-AF65-F5344CB8AC3E}">
        <p14:creationId xmlns:p14="http://schemas.microsoft.com/office/powerpoint/2010/main" val="2026873051"/>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205FD-537F-D10E-1598-819E50269B6E}"/>
              </a:ext>
            </a:extLst>
          </p:cNvPr>
          <p:cNvSpPr>
            <a:spLocks noGrp="1"/>
          </p:cNvSpPr>
          <p:nvPr>
            <p:ph type="ctrTitle"/>
          </p:nvPr>
        </p:nvSpPr>
        <p:spPr/>
        <p:txBody>
          <a:bodyPr/>
          <a:lstStyle/>
          <a:p>
            <a:r>
              <a:rPr lang="en-US" dirty="0"/>
              <a:t>PGDF 24-26</a:t>
            </a:r>
            <a:br>
              <a:rPr lang="en-US" dirty="0"/>
            </a:br>
            <a:r>
              <a:rPr lang="en-US" dirty="0"/>
              <a:t>FAL</a:t>
            </a:r>
          </a:p>
        </p:txBody>
      </p:sp>
      <p:sp>
        <p:nvSpPr>
          <p:cNvPr id="3" name="Subtitle 2">
            <a:extLst>
              <a:ext uri="{FF2B5EF4-FFF2-40B4-BE49-F238E27FC236}">
                <a16:creationId xmlns:a16="http://schemas.microsoft.com/office/drawing/2014/main" id="{33B251AC-A94A-5421-6155-4845ACB6C32D}"/>
              </a:ext>
            </a:extLst>
          </p:cNvPr>
          <p:cNvSpPr>
            <a:spLocks noGrp="1"/>
          </p:cNvSpPr>
          <p:nvPr>
            <p:ph type="subTitle" idx="1"/>
          </p:nvPr>
        </p:nvSpPr>
        <p:spPr>
          <a:xfrm>
            <a:off x="1524000" y="3602038"/>
            <a:ext cx="9144000" cy="605631"/>
          </a:xfrm>
        </p:spPr>
        <p:txBody>
          <a:bodyPr/>
          <a:lstStyle/>
          <a:p>
            <a:r>
              <a:rPr lang="en-US" dirty="0"/>
              <a:t>Session 7 (7-Dec-2025)</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2CCAC972-4117-BD0B-BC68-6CF287CE6CCD}"/>
                  </a:ext>
                </a:extLst>
              </p14:cNvPr>
              <p14:cNvContentPartPr/>
              <p14:nvPr/>
            </p14:nvContentPartPr>
            <p14:xfrm>
              <a:off x="1658880" y="1189080"/>
              <a:ext cx="547920" cy="515880"/>
            </p14:xfrm>
          </p:contentPart>
        </mc:Choice>
        <mc:Fallback xmlns="">
          <p:pic>
            <p:nvPicPr>
              <p:cNvPr id="4" name="Ink 3">
                <a:extLst>
                  <a:ext uri="{FF2B5EF4-FFF2-40B4-BE49-F238E27FC236}">
                    <a16:creationId xmlns:a16="http://schemas.microsoft.com/office/drawing/2014/main" id="{2CCAC972-4117-BD0B-BC68-6CF287CE6CCD}"/>
                  </a:ext>
                </a:extLst>
              </p:cNvPr>
              <p:cNvPicPr/>
              <p:nvPr/>
            </p:nvPicPr>
            <p:blipFill>
              <a:blip r:embed="rId3"/>
              <a:stretch>
                <a:fillRect/>
              </a:stretch>
            </p:blipFill>
            <p:spPr>
              <a:xfrm>
                <a:off x="1649520" y="1179720"/>
                <a:ext cx="566640" cy="534600"/>
              </a:xfrm>
              <a:prstGeom prst="rect">
                <a:avLst/>
              </a:prstGeom>
            </p:spPr>
          </p:pic>
        </mc:Fallback>
      </mc:AlternateContent>
    </p:spTree>
    <p:extLst>
      <p:ext uri="{BB962C8B-B14F-4D97-AF65-F5344CB8AC3E}">
        <p14:creationId xmlns:p14="http://schemas.microsoft.com/office/powerpoint/2010/main" val="83297850"/>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437D5-7AC6-47A0-C3D1-A228BC929B39}"/>
              </a:ext>
            </a:extLst>
          </p:cNvPr>
          <p:cNvSpPr>
            <a:spLocks noGrp="1"/>
          </p:cNvSpPr>
          <p:nvPr>
            <p:ph type="title"/>
          </p:nvPr>
        </p:nvSpPr>
        <p:spPr/>
        <p:txBody>
          <a:bodyPr/>
          <a:lstStyle/>
          <a:p>
            <a:pPr algn="ctr"/>
            <a:r>
              <a:rPr lang="en-US" b="1" dirty="0"/>
              <a:t>For Discussion in S 7</a:t>
            </a:r>
          </a:p>
        </p:txBody>
      </p:sp>
      <p:sp>
        <p:nvSpPr>
          <p:cNvPr id="3" name="Content Placeholder 2">
            <a:extLst>
              <a:ext uri="{FF2B5EF4-FFF2-40B4-BE49-F238E27FC236}">
                <a16:creationId xmlns:a16="http://schemas.microsoft.com/office/drawing/2014/main" id="{A07416D0-4BDC-22CC-2D92-BB2D0A49A341}"/>
              </a:ext>
            </a:extLst>
          </p:cNvPr>
          <p:cNvSpPr>
            <a:spLocks noGrp="1"/>
          </p:cNvSpPr>
          <p:nvPr>
            <p:ph idx="1"/>
          </p:nvPr>
        </p:nvSpPr>
        <p:spPr/>
        <p:txBody>
          <a:bodyPr>
            <a:normAutofit/>
          </a:bodyPr>
          <a:lstStyle/>
          <a:p>
            <a:r>
              <a:rPr lang="en-US" sz="3200" dirty="0"/>
              <a:t>PE Ratio</a:t>
            </a:r>
          </a:p>
          <a:p>
            <a:r>
              <a:rPr lang="en-US" sz="3200" dirty="0"/>
              <a:t>PE Ratio of a Stable Growth Firm</a:t>
            </a:r>
          </a:p>
          <a:p>
            <a:r>
              <a:rPr lang="en-US" sz="3200" dirty="0"/>
              <a:t>PE Ratio of a 2 stage Growth Firm </a:t>
            </a:r>
          </a:p>
        </p:txBody>
      </p:sp>
    </p:spTree>
    <p:extLst>
      <p:ext uri="{BB962C8B-B14F-4D97-AF65-F5344CB8AC3E}">
        <p14:creationId xmlns:p14="http://schemas.microsoft.com/office/powerpoint/2010/main" val="2727528097"/>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683AB-E36D-3A56-822C-155C93756523}"/>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807B01B-0E03-E9F4-7A48-8AB891AE828C}"/>
              </a:ext>
            </a:extLst>
          </p:cNvPr>
          <p:cNvGraphicFramePr>
            <a:graphicFrameLocks noChangeAspect="1"/>
          </p:cNvGraphicFramePr>
          <p:nvPr>
            <p:custDataLst>
              <p:tags r:id="rId1"/>
            </p:custDataLst>
            <p:extLst>
              <p:ext uri="{D42A27DB-BD31-4B8C-83A1-F6EECF244321}">
                <p14:modId xmlns:p14="http://schemas.microsoft.com/office/powerpoint/2010/main" val="26798899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27" imgH="328" progId="TCLayout.ActiveDocument.1">
                  <p:embed/>
                </p:oleObj>
              </mc:Choice>
              <mc:Fallback>
                <p:oleObj name="think-cell Slide" r:id="rId3" imgW="327" imgH="328" progId="TCLayout.ActiveDocument.1">
                  <p:embed/>
                  <p:pic>
                    <p:nvPicPr>
                      <p:cNvPr id="4" name="think-cell data - do not delete" hidden="1">
                        <a:extLst>
                          <a:ext uri="{FF2B5EF4-FFF2-40B4-BE49-F238E27FC236}">
                            <a16:creationId xmlns:a16="http://schemas.microsoft.com/office/drawing/2014/main" id="{B807B01B-0E03-E9F4-7A48-8AB891AE828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0302841-8324-6532-DD1B-5BC6EF10C19A}"/>
              </a:ext>
            </a:extLst>
          </p:cNvPr>
          <p:cNvSpPr>
            <a:spLocks noGrp="1"/>
          </p:cNvSpPr>
          <p:nvPr>
            <p:ph type="title"/>
          </p:nvPr>
        </p:nvSpPr>
        <p:spPr>
          <a:xfrm>
            <a:off x="838200" y="365125"/>
            <a:ext cx="10515600" cy="556419"/>
          </a:xfrm>
        </p:spPr>
        <p:txBody>
          <a:bodyPr vert="horz">
            <a:normAutofit fontScale="90000"/>
          </a:bodyPr>
          <a:lstStyle/>
          <a:p>
            <a:pPr algn="ctr"/>
            <a:r>
              <a:rPr lang="en-US" b="1" dirty="0"/>
              <a:t>Summary</a:t>
            </a:r>
            <a:endParaRPr lang="en-IN" b="1" dirty="0"/>
          </a:p>
        </p:txBody>
      </p:sp>
      <p:sp>
        <p:nvSpPr>
          <p:cNvPr id="3" name="Content Placeholder 2">
            <a:extLst>
              <a:ext uri="{FF2B5EF4-FFF2-40B4-BE49-F238E27FC236}">
                <a16:creationId xmlns:a16="http://schemas.microsoft.com/office/drawing/2014/main" id="{0F934BF5-0B82-ACF1-062C-5587ED4E96D3}"/>
              </a:ext>
            </a:extLst>
          </p:cNvPr>
          <p:cNvSpPr>
            <a:spLocks noGrp="1"/>
          </p:cNvSpPr>
          <p:nvPr>
            <p:ph idx="1"/>
          </p:nvPr>
        </p:nvSpPr>
        <p:spPr>
          <a:xfrm>
            <a:off x="838200" y="962025"/>
            <a:ext cx="10515600" cy="4351338"/>
          </a:xfrm>
        </p:spPr>
        <p:txBody>
          <a:bodyPr>
            <a:normAutofit/>
          </a:bodyPr>
          <a:lstStyle/>
          <a:p>
            <a:r>
              <a:rPr lang="en-IN" sz="1800" dirty="0"/>
              <a:t>Multiples OR ratios in the context of valuation (relative valuation). Value can be for the entire firm or equity investor hence based on that multiple can be divided into two types – Price based multiples/ratios and enterprise value based ratios</a:t>
            </a:r>
          </a:p>
          <a:p>
            <a:r>
              <a:rPr lang="en-IN" sz="1800" dirty="0"/>
              <a:t>EV value  = market value of equity + market value of debt – </a:t>
            </a:r>
            <a:r>
              <a:rPr lang="en-IN" sz="1800" dirty="0" err="1"/>
              <a:t>cash&amp;cash</a:t>
            </a:r>
            <a:r>
              <a:rPr lang="en-IN" sz="1800" dirty="0"/>
              <a:t> equivalent. This is for </a:t>
            </a:r>
            <a:r>
              <a:rPr lang="en-IN" sz="1800" dirty="0" err="1"/>
              <a:t>equity+debt</a:t>
            </a:r>
            <a:r>
              <a:rPr lang="en-IN" sz="1800" dirty="0"/>
              <a:t> investors</a:t>
            </a:r>
          </a:p>
          <a:p>
            <a:pPr lvl="1"/>
            <a:r>
              <a:rPr lang="en-IN" sz="1800" dirty="0"/>
              <a:t>EV/EBITDA</a:t>
            </a:r>
          </a:p>
          <a:p>
            <a:pPr lvl="1"/>
            <a:r>
              <a:rPr lang="en-IN" sz="1800" dirty="0"/>
              <a:t>EV/EBIT</a:t>
            </a:r>
          </a:p>
          <a:p>
            <a:pPr lvl="1"/>
            <a:r>
              <a:rPr lang="en-IN" sz="1800" dirty="0"/>
              <a:t>EV/EBIAT</a:t>
            </a:r>
          </a:p>
          <a:p>
            <a:pPr lvl="1"/>
            <a:r>
              <a:rPr lang="en-IN" sz="1800" dirty="0"/>
              <a:t>EV/IC</a:t>
            </a:r>
          </a:p>
          <a:p>
            <a:pPr lvl="1"/>
            <a:r>
              <a:rPr lang="en-IN" sz="1800" dirty="0"/>
              <a:t>EV/REVENUE</a:t>
            </a:r>
          </a:p>
          <a:p>
            <a:r>
              <a:rPr lang="en-IN" sz="1800" dirty="0"/>
              <a:t> Price based ratio – this is only for equity investor</a:t>
            </a:r>
          </a:p>
          <a:p>
            <a:pPr lvl="1"/>
            <a:r>
              <a:rPr lang="en-IN" sz="1800" dirty="0"/>
              <a:t>P/E</a:t>
            </a:r>
          </a:p>
          <a:p>
            <a:pPr lvl="1"/>
            <a:r>
              <a:rPr lang="en-IN" sz="1800" dirty="0"/>
              <a:t>P/B</a:t>
            </a:r>
          </a:p>
          <a:p>
            <a:pPr lvl="1"/>
            <a:r>
              <a:rPr lang="en-IN" sz="1800" dirty="0"/>
              <a:t>P/S</a:t>
            </a:r>
          </a:p>
        </p:txBody>
      </p:sp>
    </p:spTree>
    <p:extLst>
      <p:ext uri="{BB962C8B-B14F-4D97-AF65-F5344CB8AC3E}">
        <p14:creationId xmlns:p14="http://schemas.microsoft.com/office/powerpoint/2010/main" val="3379394850"/>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5E8AF-C58B-5D06-44CC-092232157BCC}"/>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C3E6AD3-B93C-959E-2229-F2A2AEF97DE5}"/>
              </a:ext>
            </a:extLst>
          </p:cNvPr>
          <p:cNvGraphicFramePr>
            <a:graphicFrameLocks noChangeAspect="1"/>
          </p:cNvGraphicFramePr>
          <p:nvPr>
            <p:custDataLst>
              <p:tags r:id="rId1"/>
            </p:custDataLst>
            <p:extLst>
              <p:ext uri="{D42A27DB-BD31-4B8C-83A1-F6EECF244321}">
                <p14:modId xmlns:p14="http://schemas.microsoft.com/office/powerpoint/2010/main" val="42525224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27" imgH="328" progId="TCLayout.ActiveDocument.1">
                  <p:embed/>
                </p:oleObj>
              </mc:Choice>
              <mc:Fallback>
                <p:oleObj name="think-cell Slide" r:id="rId3" imgW="327" imgH="328" progId="TCLayout.ActiveDocument.1">
                  <p:embed/>
                  <p:pic>
                    <p:nvPicPr>
                      <p:cNvPr id="4" name="think-cell data - do not delete" hidden="1">
                        <a:extLst>
                          <a:ext uri="{FF2B5EF4-FFF2-40B4-BE49-F238E27FC236}">
                            <a16:creationId xmlns:a16="http://schemas.microsoft.com/office/drawing/2014/main" id="{BC3E6AD3-B93C-959E-2229-F2A2AEF97DE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1FD7430-63A3-AFB0-6BB0-93B2AE404FDF}"/>
              </a:ext>
            </a:extLst>
          </p:cNvPr>
          <p:cNvSpPr>
            <a:spLocks noGrp="1"/>
          </p:cNvSpPr>
          <p:nvPr>
            <p:ph type="title"/>
          </p:nvPr>
        </p:nvSpPr>
        <p:spPr>
          <a:xfrm>
            <a:off x="838200" y="365125"/>
            <a:ext cx="10515600" cy="556419"/>
          </a:xfrm>
        </p:spPr>
        <p:txBody>
          <a:bodyPr vert="horz">
            <a:normAutofit fontScale="90000"/>
          </a:bodyPr>
          <a:lstStyle/>
          <a:p>
            <a:pPr algn="ctr"/>
            <a:r>
              <a:rPr lang="en-US" b="1" dirty="0"/>
              <a:t>Price Based multiples</a:t>
            </a:r>
            <a:endParaRPr lang="en-IN" b="1" dirty="0"/>
          </a:p>
        </p:txBody>
      </p:sp>
      <p:sp>
        <p:nvSpPr>
          <p:cNvPr id="3" name="Content Placeholder 2">
            <a:extLst>
              <a:ext uri="{FF2B5EF4-FFF2-40B4-BE49-F238E27FC236}">
                <a16:creationId xmlns:a16="http://schemas.microsoft.com/office/drawing/2014/main" id="{D9A7122D-B589-F7B8-0B11-4F35CCE42CF2}"/>
              </a:ext>
            </a:extLst>
          </p:cNvPr>
          <p:cNvSpPr>
            <a:spLocks noGrp="1"/>
          </p:cNvSpPr>
          <p:nvPr>
            <p:ph idx="1"/>
          </p:nvPr>
        </p:nvSpPr>
        <p:spPr>
          <a:xfrm>
            <a:off x="838200" y="962025"/>
            <a:ext cx="10515600" cy="4939242"/>
          </a:xfrm>
        </p:spPr>
        <p:txBody>
          <a:bodyPr>
            <a:normAutofit fontScale="92500" lnSpcReduction="10000"/>
          </a:bodyPr>
          <a:lstStyle/>
          <a:p>
            <a:r>
              <a:rPr lang="en-IN" sz="1600" dirty="0"/>
              <a:t>Companies can be categorized into – stable growth firm, 2 stage growth firm, 3 stage growth firm, n stage growth firm.  Stable firm rate is near to the GDP of the company. 2 stage firm the growth rate is GDP and then higher then GDP. The more the stage, more number of phases in the growth. High growth phase, transformation phase and then stable phase, this is an example of 3 stage growth firm</a:t>
            </a:r>
          </a:p>
          <a:p>
            <a:r>
              <a:rPr lang="en-IN" sz="1600" dirty="0"/>
              <a:t>P/E ratio: On per share basis, current market price per share/ earning per share. On aggregate basis we can write as = Market cap/PAT</a:t>
            </a:r>
          </a:p>
          <a:p>
            <a:r>
              <a:rPr lang="en-IN" sz="1600" dirty="0"/>
              <a:t>Types of PE variants – </a:t>
            </a:r>
          </a:p>
          <a:p>
            <a:pPr lvl="1"/>
            <a:r>
              <a:rPr lang="en-IN" sz="1600" dirty="0"/>
              <a:t>Current PE = Current market price per share/earning per share for current FY</a:t>
            </a:r>
          </a:p>
          <a:p>
            <a:pPr lvl="1"/>
            <a:r>
              <a:rPr lang="en-IN" sz="1600" dirty="0"/>
              <a:t>TTM PE (Trailing 12 months) = Current market price per share/earning per share for TTM</a:t>
            </a:r>
          </a:p>
          <a:p>
            <a:pPr lvl="1"/>
            <a:r>
              <a:rPr lang="en-IN" sz="1600" dirty="0"/>
              <a:t>Forward PE (next 12 months) = Current market price per share/earning per share for next 12 months  (FY)</a:t>
            </a:r>
          </a:p>
          <a:p>
            <a:pPr lvl="1"/>
            <a:r>
              <a:rPr lang="en-IN" sz="1600" dirty="0"/>
              <a:t>Future PE = Current market price per share/earning per share for future FY (long term beyond 12 months)</a:t>
            </a:r>
          </a:p>
          <a:p>
            <a:pPr lvl="1"/>
            <a:r>
              <a:rPr lang="en-IN" sz="1600" dirty="0"/>
              <a:t>Basic PE = Current market price per share/earning per share basic</a:t>
            </a:r>
          </a:p>
          <a:p>
            <a:pPr lvl="1"/>
            <a:r>
              <a:rPr lang="en-IN" sz="1600" dirty="0"/>
              <a:t>Diluted PE= Current market price per share/earning per share diluted</a:t>
            </a:r>
          </a:p>
          <a:p>
            <a:r>
              <a:rPr lang="en-IN" sz="1600" dirty="0"/>
              <a:t>Determinants of PE ratio – </a:t>
            </a:r>
          </a:p>
          <a:p>
            <a:pPr lvl="1"/>
            <a:r>
              <a:rPr lang="en-IN" sz="1600" dirty="0"/>
              <a:t>Dividend per share = earning per share * dividend payout ratio.</a:t>
            </a:r>
          </a:p>
          <a:p>
            <a:pPr lvl="1"/>
            <a:r>
              <a:rPr lang="en-IN" sz="1600" dirty="0"/>
              <a:t>P0/EPS0= (1+g)*Dividend payout ratio/(Ke-g) </a:t>
            </a:r>
            <a:r>
              <a:rPr lang="en-IN" sz="1600" dirty="0">
                <a:sym typeface="Wingdings" panose="05000000000000000000" pitchFamily="2" charset="2"/>
              </a:rPr>
              <a:t> this gives in no of times like PE=5x</a:t>
            </a:r>
            <a:endParaRPr lang="en-IN" sz="1600" dirty="0"/>
          </a:p>
          <a:p>
            <a:pPr lvl="1"/>
            <a:r>
              <a:rPr lang="en-IN" sz="1600" dirty="0"/>
              <a:t>In valuation growth rate is - Fundamental growth rate that you can achieve without borrowing from market and use your retained earnings. This is also known as sustainable growth rate. g = ROE*(1-DPR) = ROE*Retention rate.</a:t>
            </a:r>
          </a:p>
          <a:p>
            <a:pPr lvl="1"/>
            <a:r>
              <a:rPr lang="en-IN" sz="1600" dirty="0"/>
              <a:t>Once you know the PE, you can predict the price using = computed PE*EPS for the latest period</a:t>
            </a:r>
          </a:p>
          <a:p>
            <a:pPr lvl="1"/>
            <a:endParaRPr lang="en-IN" sz="1600" dirty="0"/>
          </a:p>
          <a:p>
            <a:pPr lvl="1"/>
            <a:endParaRPr lang="en-IN" sz="1600" dirty="0"/>
          </a:p>
          <a:p>
            <a:pPr lvl="1"/>
            <a:endParaRPr lang="en-IN" sz="1600" dirty="0"/>
          </a:p>
          <a:p>
            <a:pPr lvl="1"/>
            <a:endParaRPr lang="en-IN" sz="1600" dirty="0"/>
          </a:p>
          <a:p>
            <a:pPr lvl="1"/>
            <a:endParaRPr lang="en-IN" sz="1600" dirty="0"/>
          </a:p>
          <a:p>
            <a:endParaRPr lang="en-IN" sz="1600" dirty="0"/>
          </a:p>
          <a:p>
            <a:pPr lvl="1"/>
            <a:endParaRPr lang="en-IN" sz="1600" dirty="0"/>
          </a:p>
        </p:txBody>
      </p:sp>
    </p:spTree>
    <p:extLst>
      <p:ext uri="{BB962C8B-B14F-4D97-AF65-F5344CB8AC3E}">
        <p14:creationId xmlns:p14="http://schemas.microsoft.com/office/powerpoint/2010/main" val="3927221868"/>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2E6DC-2E09-4471-BEF9-2AB8DEEABA08}"/>
              </a:ext>
            </a:extLst>
          </p:cNvPr>
          <p:cNvSpPr>
            <a:spLocks noGrp="1"/>
          </p:cNvSpPr>
          <p:nvPr>
            <p:ph type="title"/>
          </p:nvPr>
        </p:nvSpPr>
        <p:spPr/>
        <p:txBody>
          <a:bodyPr/>
          <a:lstStyle/>
          <a:p>
            <a:r>
              <a:rPr lang="en-US" b="1" dirty="0"/>
              <a:t> Let us Assume: </a:t>
            </a:r>
            <a:r>
              <a:rPr lang="en-US" dirty="0"/>
              <a:t>DPR @40%; ROE at 12%; Rf @6%; Beta of 1.2 &amp; MRP @ 8 %  </a:t>
            </a:r>
            <a:r>
              <a:rPr lang="en-US" b="1" dirty="0"/>
              <a:t>P/E = ???</a:t>
            </a:r>
            <a:endParaRPr lang="en-IN" b="1" dirty="0"/>
          </a:p>
        </p:txBody>
      </p:sp>
      <p:sp>
        <p:nvSpPr>
          <p:cNvPr id="3" name="Content Placeholder 2">
            <a:extLst>
              <a:ext uri="{FF2B5EF4-FFF2-40B4-BE49-F238E27FC236}">
                <a16:creationId xmlns:a16="http://schemas.microsoft.com/office/drawing/2014/main" id="{23BC7903-4C16-4DD2-A575-F8842D7D516A}"/>
              </a:ext>
            </a:extLst>
          </p:cNvPr>
          <p:cNvSpPr>
            <a:spLocks noGrp="1"/>
          </p:cNvSpPr>
          <p:nvPr>
            <p:ph idx="1"/>
          </p:nvPr>
        </p:nvSpPr>
        <p:spPr/>
        <p:txBody>
          <a:bodyPr/>
          <a:lstStyle/>
          <a:p>
            <a:r>
              <a:rPr lang="en-US" b="1" dirty="0"/>
              <a:t>Fundamental Growth rate </a:t>
            </a:r>
            <a:r>
              <a:rPr lang="en-US" dirty="0"/>
              <a:t>=  ROE * Retention Rate </a:t>
            </a:r>
          </a:p>
          <a:p>
            <a:pPr marL="0" indent="0">
              <a:buNone/>
            </a:pPr>
            <a:r>
              <a:rPr lang="en-US" dirty="0"/>
              <a:t>                      = ROE (1-DPR) = 12 ( 1-0.40 ) = </a:t>
            </a:r>
            <a:r>
              <a:rPr lang="en-US" b="1" dirty="0"/>
              <a:t>7.2 %</a:t>
            </a:r>
          </a:p>
          <a:p>
            <a:endParaRPr lang="en-US" dirty="0"/>
          </a:p>
          <a:p>
            <a:pPr marL="0" indent="0">
              <a:buNone/>
            </a:pPr>
            <a:endParaRPr lang="en-US" dirty="0"/>
          </a:p>
          <a:p>
            <a:r>
              <a:rPr lang="en-US" b="1" dirty="0"/>
              <a:t>Cost of equity  </a:t>
            </a:r>
            <a:r>
              <a:rPr lang="en-US" dirty="0"/>
              <a:t>=  6 + (1.2 *8) = </a:t>
            </a:r>
            <a:r>
              <a:rPr lang="en-US" b="1" dirty="0"/>
              <a:t>15.6 %</a:t>
            </a:r>
          </a:p>
          <a:p>
            <a:endParaRPr lang="en-US" dirty="0"/>
          </a:p>
          <a:p>
            <a:pPr marL="0" indent="0">
              <a:buNone/>
            </a:pPr>
            <a:endParaRPr lang="en-IN" dirty="0"/>
          </a:p>
        </p:txBody>
      </p:sp>
    </p:spTree>
    <p:extLst>
      <p:ext uri="{BB962C8B-B14F-4D97-AF65-F5344CB8AC3E}">
        <p14:creationId xmlns:p14="http://schemas.microsoft.com/office/powerpoint/2010/main" val="1883455490"/>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97C57-7100-433A-A8A0-30E7F1222522}"/>
              </a:ext>
            </a:extLst>
          </p:cNvPr>
          <p:cNvSpPr>
            <a:spLocks noGrp="1"/>
          </p:cNvSpPr>
          <p:nvPr>
            <p:ph type="title"/>
          </p:nvPr>
        </p:nvSpPr>
        <p:spPr/>
        <p:txBody>
          <a:bodyPr/>
          <a:lstStyle/>
          <a:p>
            <a:r>
              <a:rPr kumimoji="0" lang="en-US" sz="4400" i="0" u="none" strike="noStrike" kern="1200" cap="none" spc="0" normalizeH="0" baseline="0" noProof="0" dirty="0">
                <a:ln>
                  <a:noFill/>
                </a:ln>
                <a:solidFill>
                  <a:prstClr val="black"/>
                </a:solidFill>
                <a:effectLst/>
                <a:uLnTx/>
                <a:uFillTx/>
                <a:latin typeface="Calibri Light" panose="020F0302020204030204"/>
                <a:ea typeface="+mj-ea"/>
                <a:cs typeface="+mj-cs"/>
              </a:rPr>
              <a:t>Let us Assume: DPR @40%; ROE at 12%; Rf @6%; Beta of 1.2 &amp; MRP @ 8 %  P/E = ???</a:t>
            </a:r>
            <a:endParaRPr lang="en-IN" dirty="0"/>
          </a:p>
        </p:txBody>
      </p:sp>
      <p:sp>
        <p:nvSpPr>
          <p:cNvPr id="3" name="Content Placeholder 2">
            <a:extLst>
              <a:ext uri="{FF2B5EF4-FFF2-40B4-BE49-F238E27FC236}">
                <a16:creationId xmlns:a16="http://schemas.microsoft.com/office/drawing/2014/main" id="{D4DA57CE-4988-4EA1-98DB-0E6D660DF846}"/>
              </a:ext>
            </a:extLst>
          </p:cNvPr>
          <p:cNvSpPr>
            <a:spLocks noGrp="1"/>
          </p:cNvSpPr>
          <p:nvPr>
            <p:ph idx="1"/>
          </p:nvPr>
        </p:nvSpPr>
        <p:spPr/>
        <p:txBody>
          <a:bodyPr/>
          <a:lstStyle/>
          <a:p>
            <a:r>
              <a:rPr lang="en-US" b="1" dirty="0"/>
              <a:t>P/E =</a:t>
            </a:r>
          </a:p>
          <a:p>
            <a:pPr marL="0" indent="0">
              <a:buNone/>
            </a:pPr>
            <a:r>
              <a:rPr lang="en-US" dirty="0"/>
              <a:t>                 DPR (1+g)/ (COE-g)  = 0.40 (1.072) /  ( 0.156-0.072)</a:t>
            </a:r>
          </a:p>
          <a:p>
            <a:pPr marL="0" indent="0">
              <a:buNone/>
            </a:pPr>
            <a:r>
              <a:rPr lang="en-US" dirty="0"/>
              <a:t>                                                     = 0.4288/ 0.084 </a:t>
            </a:r>
          </a:p>
          <a:p>
            <a:pPr marL="0" indent="0">
              <a:buNone/>
            </a:pPr>
            <a:r>
              <a:rPr lang="en-US" dirty="0"/>
              <a:t>                                                     = </a:t>
            </a:r>
            <a:r>
              <a:rPr lang="en-US" b="1" dirty="0"/>
              <a:t>5.10 times  </a:t>
            </a:r>
            <a:endParaRPr lang="en-IN" b="1" dirty="0"/>
          </a:p>
        </p:txBody>
      </p:sp>
    </p:spTree>
    <p:extLst>
      <p:ext uri="{BB962C8B-B14F-4D97-AF65-F5344CB8AC3E}">
        <p14:creationId xmlns:p14="http://schemas.microsoft.com/office/powerpoint/2010/main" val="1617111526"/>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E8157-BBC0-4D28-AACD-371D5315467B}"/>
              </a:ext>
            </a:extLst>
          </p:cNvPr>
          <p:cNvSpPr>
            <a:spLocks noGrp="1"/>
          </p:cNvSpPr>
          <p:nvPr>
            <p:ph type="title"/>
          </p:nvPr>
        </p:nvSpPr>
        <p:spPr/>
        <p:txBody>
          <a:bodyPr>
            <a:normAutofit fontScale="90000"/>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Let us Assume: </a:t>
            </a:r>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DPR @40%; ROE at 12%; Rf @6%; Beta of 1.2 &amp; MRP @ 8 %; </a:t>
            </a:r>
            <a:r>
              <a:rPr kumimoji="0" lang="en-US" sz="4400" b="1" i="0" u="sng" strike="noStrike" kern="1200" cap="none" spc="0" normalizeH="0" baseline="0" noProof="0" dirty="0">
                <a:ln>
                  <a:noFill/>
                </a:ln>
                <a:solidFill>
                  <a:prstClr val="black"/>
                </a:solidFill>
                <a:effectLst/>
                <a:uLnTx/>
                <a:uFillTx/>
                <a:latin typeface="Calibri Light" panose="020F0302020204030204"/>
                <a:ea typeface="+mj-ea"/>
                <a:cs typeface="+mj-cs"/>
              </a:rPr>
              <a:t>If DPR increase by 10% ,then  P/E = ???</a:t>
            </a:r>
            <a:endParaRPr lang="en-IN" b="1" u="sng" dirty="0"/>
          </a:p>
        </p:txBody>
      </p:sp>
      <p:sp>
        <p:nvSpPr>
          <p:cNvPr id="3" name="Content Placeholder 2">
            <a:extLst>
              <a:ext uri="{FF2B5EF4-FFF2-40B4-BE49-F238E27FC236}">
                <a16:creationId xmlns:a16="http://schemas.microsoft.com/office/drawing/2014/main" id="{1127393C-78BD-4BA8-8D32-D5C10D9BAE3D}"/>
              </a:ext>
            </a:extLst>
          </p:cNvPr>
          <p:cNvSpPr>
            <a:spLocks noGrp="1"/>
          </p:cNvSpPr>
          <p:nvPr>
            <p:ph idx="1"/>
          </p:nvPr>
        </p:nvSpPr>
        <p:spPr/>
        <p:txBody>
          <a:bodyPr/>
          <a:lstStyle/>
          <a:p>
            <a:r>
              <a:rPr lang="en-US" b="1" dirty="0"/>
              <a:t>Assumption: </a:t>
            </a:r>
            <a:r>
              <a:rPr lang="en-US" dirty="0"/>
              <a:t>Other things remain the same</a:t>
            </a:r>
          </a:p>
          <a:p>
            <a:r>
              <a:rPr lang="en-US" b="1" dirty="0"/>
              <a:t>Revised DPR : 0.40 (1.10) = 0.44 </a:t>
            </a:r>
          </a:p>
          <a:p>
            <a:r>
              <a:rPr lang="en-US" dirty="0"/>
              <a:t>Revised Fundamental growth rate= </a:t>
            </a:r>
            <a:r>
              <a:rPr lang="en-US" b="1" dirty="0"/>
              <a:t>???</a:t>
            </a:r>
          </a:p>
          <a:p>
            <a:endParaRPr lang="en-US" dirty="0"/>
          </a:p>
          <a:p>
            <a:endParaRPr lang="en-US" dirty="0"/>
          </a:p>
          <a:p>
            <a:r>
              <a:rPr lang="en-US" dirty="0"/>
              <a:t>COE = 15.6 % </a:t>
            </a:r>
            <a:endParaRPr lang="en-IN" dirty="0"/>
          </a:p>
        </p:txBody>
      </p:sp>
    </p:spTree>
    <p:extLst>
      <p:ext uri="{BB962C8B-B14F-4D97-AF65-F5344CB8AC3E}">
        <p14:creationId xmlns:p14="http://schemas.microsoft.com/office/powerpoint/2010/main" val="1743524962"/>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45437-95B1-496D-9B24-4A0485493809}"/>
              </a:ext>
            </a:extLst>
          </p:cNvPr>
          <p:cNvSpPr>
            <a:spLocks noGrp="1"/>
          </p:cNvSpPr>
          <p:nvPr>
            <p:ph type="title"/>
          </p:nvPr>
        </p:nvSpPr>
        <p:spPr/>
        <p:txBody>
          <a:bodyPr>
            <a:normAutofit fontScale="90000"/>
          </a:bodyPr>
          <a:lstStyle/>
          <a:p>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Let us Assume: </a:t>
            </a:r>
            <a:r>
              <a:rPr kumimoji="0" lang="en-US" sz="4000" b="0" i="0" u="none" strike="noStrike" kern="1200" cap="none" spc="0" normalizeH="0" baseline="0" noProof="0" dirty="0">
                <a:ln>
                  <a:noFill/>
                </a:ln>
                <a:solidFill>
                  <a:prstClr val="black"/>
                </a:solidFill>
                <a:effectLst/>
                <a:uLnTx/>
                <a:uFillTx/>
                <a:latin typeface="Calibri Light" panose="020F0302020204030204"/>
                <a:ea typeface="+mj-ea"/>
                <a:cs typeface="+mj-cs"/>
              </a:rPr>
              <a:t>DPR @40%; ROE at 12%; Rf @6%; Beta of 1.2 &amp; MRP @ 8 %; If DPR increase by 10% ,then  </a:t>
            </a:r>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P/E = ???</a:t>
            </a:r>
            <a:endParaRPr lang="en-IN" dirty="0"/>
          </a:p>
        </p:txBody>
      </p:sp>
      <p:sp>
        <p:nvSpPr>
          <p:cNvPr id="3" name="Content Placeholder 2">
            <a:extLst>
              <a:ext uri="{FF2B5EF4-FFF2-40B4-BE49-F238E27FC236}">
                <a16:creationId xmlns:a16="http://schemas.microsoft.com/office/drawing/2014/main" id="{9A60BC59-7F40-4172-8F9C-3ECECC391815}"/>
              </a:ext>
            </a:extLst>
          </p:cNvPr>
          <p:cNvSpPr>
            <a:spLocks noGrp="1"/>
          </p:cNvSpPr>
          <p:nvPr>
            <p:ph idx="1"/>
          </p:nvPr>
        </p:nvSpPr>
        <p:spPr/>
        <p:txBody>
          <a:bodyPr>
            <a:normAutofit lnSpcReduction="10000"/>
          </a:bodyPr>
          <a:lstStyle/>
          <a:p>
            <a:r>
              <a:rPr lang="en-US" b="1" dirty="0"/>
              <a:t>Revised PE </a:t>
            </a:r>
            <a:r>
              <a:rPr lang="en-US" dirty="0"/>
              <a:t>=  0.44 (1.0672) / (0.156-0.0672)= 0.4696/ 0.0888</a:t>
            </a:r>
          </a:p>
          <a:p>
            <a:pPr marL="0" indent="0">
              <a:buNone/>
            </a:pPr>
            <a:r>
              <a:rPr lang="en-US" dirty="0"/>
              <a:t>                        </a:t>
            </a:r>
            <a:r>
              <a:rPr lang="en-US" b="1" dirty="0"/>
              <a:t>= 5.29 times</a:t>
            </a:r>
          </a:p>
          <a:p>
            <a:endParaRPr lang="en-US" dirty="0"/>
          </a:p>
          <a:p>
            <a:endParaRPr lang="en-US" dirty="0"/>
          </a:p>
          <a:p>
            <a:endParaRPr lang="en-US" dirty="0"/>
          </a:p>
          <a:p>
            <a:endParaRPr lang="en-US" dirty="0"/>
          </a:p>
          <a:p>
            <a:r>
              <a:rPr lang="en-US" b="1" dirty="0"/>
              <a:t>Sensitivity =  (5.29-5.10)/ 5.10         = 3.73 %/ 10 % = 0.373 times</a:t>
            </a:r>
          </a:p>
          <a:p>
            <a:pPr marL="0" indent="0">
              <a:buNone/>
            </a:pPr>
            <a:r>
              <a:rPr lang="en-US" b="1" dirty="0"/>
              <a:t>                            ---------------------</a:t>
            </a:r>
          </a:p>
          <a:p>
            <a:pPr marL="0" indent="0">
              <a:buNone/>
            </a:pPr>
            <a:r>
              <a:rPr lang="en-US" b="1" dirty="0"/>
              <a:t>                            (44-40)/40</a:t>
            </a:r>
            <a:endParaRPr lang="en-IN"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B4CF4AD1-BF5F-DC70-00A6-A58F68666925}"/>
                  </a:ext>
                </a:extLst>
              </p14:cNvPr>
              <p14:cNvContentPartPr/>
              <p14:nvPr/>
            </p14:nvContentPartPr>
            <p14:xfrm>
              <a:off x="8194320" y="4162680"/>
              <a:ext cx="2898360" cy="1366920"/>
            </p14:xfrm>
          </p:contentPart>
        </mc:Choice>
        <mc:Fallback xmlns="">
          <p:pic>
            <p:nvPicPr>
              <p:cNvPr id="4" name="Ink 3">
                <a:extLst>
                  <a:ext uri="{FF2B5EF4-FFF2-40B4-BE49-F238E27FC236}">
                    <a16:creationId xmlns:a16="http://schemas.microsoft.com/office/drawing/2014/main" id="{B4CF4AD1-BF5F-DC70-00A6-A58F68666925}"/>
                  </a:ext>
                </a:extLst>
              </p:cNvPr>
              <p:cNvPicPr/>
              <p:nvPr/>
            </p:nvPicPr>
            <p:blipFill>
              <a:blip r:embed="rId3"/>
              <a:stretch>
                <a:fillRect/>
              </a:stretch>
            </p:blipFill>
            <p:spPr>
              <a:xfrm>
                <a:off x="8184960" y="4153320"/>
                <a:ext cx="2917080" cy="1385640"/>
              </a:xfrm>
              <a:prstGeom prst="rect">
                <a:avLst/>
              </a:prstGeom>
            </p:spPr>
          </p:pic>
        </mc:Fallback>
      </mc:AlternateContent>
    </p:spTree>
    <p:extLst>
      <p:ext uri="{BB962C8B-B14F-4D97-AF65-F5344CB8AC3E}">
        <p14:creationId xmlns:p14="http://schemas.microsoft.com/office/powerpoint/2010/main" val="3343979456"/>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FC104-B734-4D12-AD7D-52DAE59895AA}"/>
              </a:ext>
            </a:extLst>
          </p:cNvPr>
          <p:cNvSpPr>
            <a:spLocks noGrp="1"/>
          </p:cNvSpPr>
          <p:nvPr>
            <p:ph type="title"/>
          </p:nvPr>
        </p:nvSpPr>
        <p:spPr/>
        <p:txBody>
          <a:bodyPr/>
          <a:lstStyle/>
          <a:p>
            <a:pPr algn="ctr"/>
            <a:r>
              <a:rPr lang="en-US" b="1" dirty="0"/>
              <a:t>Impact of Change in Growth rate on PE ratio </a:t>
            </a:r>
            <a:endParaRPr lang="en-IN" b="1" dirty="0"/>
          </a:p>
        </p:txBody>
      </p:sp>
      <p:sp>
        <p:nvSpPr>
          <p:cNvPr id="3" name="Content Placeholder 2">
            <a:extLst>
              <a:ext uri="{FF2B5EF4-FFF2-40B4-BE49-F238E27FC236}">
                <a16:creationId xmlns:a16="http://schemas.microsoft.com/office/drawing/2014/main" id="{F98F5A67-9345-4539-B5CC-8BD5952BC036}"/>
              </a:ext>
            </a:extLst>
          </p:cNvPr>
          <p:cNvSpPr>
            <a:spLocks noGrp="1"/>
          </p:cNvSpPr>
          <p:nvPr>
            <p:ph idx="1"/>
          </p:nvPr>
        </p:nvSpPr>
        <p:spPr/>
        <p:txBody>
          <a:bodyPr/>
          <a:lstStyle/>
          <a:p>
            <a:r>
              <a:rPr lang="en-US" dirty="0"/>
              <a:t>Could be </a:t>
            </a:r>
            <a:r>
              <a:rPr lang="en-US" b="1" dirty="0"/>
              <a:t>caused by Change in DPR </a:t>
            </a:r>
            <a:r>
              <a:rPr lang="en-US" dirty="0"/>
              <a:t>( already discussed)</a:t>
            </a:r>
          </a:p>
          <a:p>
            <a:endParaRPr lang="en-US" dirty="0"/>
          </a:p>
          <a:p>
            <a:r>
              <a:rPr lang="en-US" dirty="0"/>
              <a:t>Or by </a:t>
            </a:r>
            <a:r>
              <a:rPr lang="en-US" b="1" u="sng" dirty="0"/>
              <a:t>change in ROE</a:t>
            </a:r>
          </a:p>
          <a:p>
            <a:endParaRPr lang="en-US" dirty="0"/>
          </a:p>
          <a:p>
            <a:r>
              <a:rPr lang="en-US" dirty="0"/>
              <a:t>Or </a:t>
            </a:r>
            <a:r>
              <a:rPr lang="en-US" b="1" u="sng" dirty="0"/>
              <a:t>by both </a:t>
            </a:r>
            <a:endParaRPr lang="en-IN" b="1" u="sng"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801FD555-C282-ED0F-1725-F328D0A92EFE}"/>
                  </a:ext>
                </a:extLst>
              </p14:cNvPr>
              <p14:cNvContentPartPr/>
              <p14:nvPr/>
            </p14:nvContentPartPr>
            <p14:xfrm>
              <a:off x="1837080" y="2228760"/>
              <a:ext cx="4898880" cy="2474640"/>
            </p14:xfrm>
          </p:contentPart>
        </mc:Choice>
        <mc:Fallback xmlns="">
          <p:pic>
            <p:nvPicPr>
              <p:cNvPr id="4" name="Ink 3">
                <a:extLst>
                  <a:ext uri="{FF2B5EF4-FFF2-40B4-BE49-F238E27FC236}">
                    <a16:creationId xmlns:a16="http://schemas.microsoft.com/office/drawing/2014/main" id="{801FD555-C282-ED0F-1725-F328D0A92EFE}"/>
                  </a:ext>
                </a:extLst>
              </p:cNvPr>
              <p:cNvPicPr/>
              <p:nvPr/>
            </p:nvPicPr>
            <p:blipFill>
              <a:blip r:embed="rId3"/>
              <a:stretch>
                <a:fillRect/>
              </a:stretch>
            </p:blipFill>
            <p:spPr>
              <a:xfrm>
                <a:off x="1827720" y="2219400"/>
                <a:ext cx="4917600" cy="2493360"/>
              </a:xfrm>
              <a:prstGeom prst="rect">
                <a:avLst/>
              </a:prstGeom>
            </p:spPr>
          </p:pic>
        </mc:Fallback>
      </mc:AlternateContent>
    </p:spTree>
    <p:extLst>
      <p:ext uri="{BB962C8B-B14F-4D97-AF65-F5344CB8AC3E}">
        <p14:creationId xmlns:p14="http://schemas.microsoft.com/office/powerpoint/2010/main" val="3465945359"/>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E8157-BBC0-4D28-AACD-371D5315467B}"/>
              </a:ext>
            </a:extLst>
          </p:cNvPr>
          <p:cNvSpPr>
            <a:spLocks noGrp="1"/>
          </p:cNvSpPr>
          <p:nvPr>
            <p:ph type="title"/>
          </p:nvPr>
        </p:nvSpPr>
        <p:spPr/>
        <p:txBody>
          <a:bodyPr>
            <a:normAutofit fontScale="90000"/>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Let us Assume: </a:t>
            </a:r>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DPR @40%; Rf @6%; Beta of 1.2 &amp; MRP @ 8 %; </a:t>
            </a:r>
            <a:r>
              <a:rPr kumimoji="0" lang="en-US" sz="4400" b="1" i="0" u="sng" strike="noStrike" kern="1200" cap="none" spc="0" normalizeH="0" baseline="0" noProof="0" dirty="0">
                <a:ln>
                  <a:noFill/>
                </a:ln>
                <a:solidFill>
                  <a:prstClr val="black"/>
                </a:solidFill>
                <a:effectLst/>
                <a:uLnTx/>
                <a:uFillTx/>
                <a:latin typeface="Calibri Light" panose="020F0302020204030204"/>
                <a:ea typeface="+mj-ea"/>
                <a:cs typeface="+mj-cs"/>
              </a:rPr>
              <a:t>If </a:t>
            </a:r>
            <a:r>
              <a:rPr lang="en-US" b="1" u="sng" dirty="0">
                <a:solidFill>
                  <a:prstClr val="black"/>
                </a:solidFill>
                <a:latin typeface="Calibri Light" panose="020F0302020204030204"/>
              </a:rPr>
              <a:t> ROE </a:t>
            </a:r>
            <a:r>
              <a:rPr kumimoji="0" lang="en-US" sz="4400" b="1" i="0" u="sng" strike="noStrike" kern="1200" cap="none" spc="0" normalizeH="0" baseline="0" noProof="0" dirty="0">
                <a:ln>
                  <a:noFill/>
                </a:ln>
                <a:solidFill>
                  <a:prstClr val="black"/>
                </a:solidFill>
                <a:effectLst/>
                <a:uLnTx/>
                <a:uFillTx/>
                <a:latin typeface="Calibri Light" panose="020F0302020204030204"/>
                <a:ea typeface="+mj-ea"/>
                <a:cs typeface="+mj-cs"/>
              </a:rPr>
              <a:t>increase by 10%(from 12% to 13.2 % ),then  P/E = ???</a:t>
            </a:r>
            <a:endParaRPr lang="en-IN" b="1" u="sng" dirty="0"/>
          </a:p>
        </p:txBody>
      </p:sp>
      <p:sp>
        <p:nvSpPr>
          <p:cNvPr id="3" name="Content Placeholder 2">
            <a:extLst>
              <a:ext uri="{FF2B5EF4-FFF2-40B4-BE49-F238E27FC236}">
                <a16:creationId xmlns:a16="http://schemas.microsoft.com/office/drawing/2014/main" id="{1127393C-78BD-4BA8-8D32-D5C10D9BAE3D}"/>
              </a:ext>
            </a:extLst>
          </p:cNvPr>
          <p:cNvSpPr>
            <a:spLocks noGrp="1"/>
          </p:cNvSpPr>
          <p:nvPr>
            <p:ph idx="1"/>
          </p:nvPr>
        </p:nvSpPr>
        <p:spPr/>
        <p:txBody>
          <a:bodyPr/>
          <a:lstStyle/>
          <a:p>
            <a:r>
              <a:rPr lang="en-US" b="1" dirty="0"/>
              <a:t>Assumption: </a:t>
            </a:r>
            <a:r>
              <a:rPr lang="en-US" dirty="0"/>
              <a:t>Other things remain the same</a:t>
            </a:r>
          </a:p>
          <a:p>
            <a:r>
              <a:rPr lang="en-US" dirty="0"/>
              <a:t>Revised ROE : 13.2 %</a:t>
            </a:r>
          </a:p>
          <a:p>
            <a:r>
              <a:rPr lang="en-US" dirty="0"/>
              <a:t>Revised growth rate: ???</a:t>
            </a:r>
          </a:p>
          <a:p>
            <a:pPr marL="0" indent="0">
              <a:buNone/>
            </a:pPr>
            <a:endParaRPr lang="en-US" dirty="0"/>
          </a:p>
          <a:p>
            <a:endParaRPr lang="en-US" dirty="0"/>
          </a:p>
          <a:p>
            <a:endParaRPr lang="en-US" dirty="0"/>
          </a:p>
          <a:p>
            <a:r>
              <a:rPr lang="en-US" dirty="0"/>
              <a:t>COE = 15.6 % </a:t>
            </a:r>
            <a:endParaRPr lang="en-IN" dirty="0"/>
          </a:p>
        </p:txBody>
      </p:sp>
    </p:spTree>
    <p:extLst>
      <p:ext uri="{BB962C8B-B14F-4D97-AF65-F5344CB8AC3E}">
        <p14:creationId xmlns:p14="http://schemas.microsoft.com/office/powerpoint/2010/main" val="4024403921"/>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45437-95B1-496D-9B24-4A0485493809}"/>
              </a:ext>
            </a:extLst>
          </p:cNvPr>
          <p:cNvSpPr>
            <a:spLocks noGrp="1"/>
          </p:cNvSpPr>
          <p:nvPr>
            <p:ph type="title"/>
          </p:nvPr>
        </p:nvSpPr>
        <p:spPr/>
        <p:txBody>
          <a:bodyPr>
            <a:normAutofit/>
          </a:bodyPr>
          <a:lstStyle/>
          <a:p>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Let us Assume: </a:t>
            </a:r>
            <a:r>
              <a:rPr kumimoji="0" lang="en-US" sz="4000" b="0" i="0" u="none" strike="noStrike" kern="1200" cap="none" spc="0" normalizeH="0" baseline="0" noProof="0" dirty="0">
                <a:ln>
                  <a:noFill/>
                </a:ln>
                <a:solidFill>
                  <a:prstClr val="black"/>
                </a:solidFill>
                <a:effectLst/>
                <a:uLnTx/>
                <a:uFillTx/>
                <a:latin typeface="Calibri Light" panose="020F0302020204030204"/>
                <a:ea typeface="+mj-ea"/>
                <a:cs typeface="+mj-cs"/>
              </a:rPr>
              <a:t>DPR @40%; ROE at 13.2%; Rf @6%; Beta of 1.2 &amp; MRP @ 8 %;,then  </a:t>
            </a:r>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P/E = ???</a:t>
            </a:r>
            <a:endParaRPr lang="en-IN" dirty="0"/>
          </a:p>
        </p:txBody>
      </p:sp>
      <p:sp>
        <p:nvSpPr>
          <p:cNvPr id="3" name="Content Placeholder 2">
            <a:extLst>
              <a:ext uri="{FF2B5EF4-FFF2-40B4-BE49-F238E27FC236}">
                <a16:creationId xmlns:a16="http://schemas.microsoft.com/office/drawing/2014/main" id="{9A60BC59-7F40-4172-8F9C-3ECECC391815}"/>
              </a:ext>
            </a:extLst>
          </p:cNvPr>
          <p:cNvSpPr>
            <a:spLocks noGrp="1"/>
          </p:cNvSpPr>
          <p:nvPr>
            <p:ph idx="1"/>
          </p:nvPr>
        </p:nvSpPr>
        <p:spPr/>
        <p:txBody>
          <a:bodyPr>
            <a:normAutofit lnSpcReduction="10000"/>
          </a:bodyPr>
          <a:lstStyle/>
          <a:p>
            <a:r>
              <a:rPr lang="en-US" b="1" dirty="0"/>
              <a:t>Revised g = 13.2 (0.6) = 7.92 % </a:t>
            </a:r>
          </a:p>
          <a:p>
            <a:r>
              <a:rPr lang="en-US" b="1" dirty="0"/>
              <a:t>Revised PE </a:t>
            </a:r>
            <a:r>
              <a:rPr lang="en-US" dirty="0"/>
              <a:t>= 0.40 (1.0792)/ (0.156-0.0792)</a:t>
            </a:r>
          </a:p>
          <a:p>
            <a:pPr marL="0" indent="0">
              <a:buNone/>
            </a:pPr>
            <a:r>
              <a:rPr lang="en-US" dirty="0"/>
              <a:t>                       = 0.4317/  0.0768 =  </a:t>
            </a:r>
            <a:r>
              <a:rPr lang="en-US" b="1" dirty="0"/>
              <a:t>5.62</a:t>
            </a:r>
            <a:r>
              <a:rPr lang="en-US" dirty="0"/>
              <a:t> </a:t>
            </a:r>
          </a:p>
          <a:p>
            <a:endParaRPr lang="en-US" dirty="0"/>
          </a:p>
          <a:p>
            <a:endParaRPr lang="en-US" dirty="0"/>
          </a:p>
          <a:p>
            <a:endParaRPr lang="en-US" dirty="0"/>
          </a:p>
          <a:p>
            <a:endParaRPr lang="en-US" dirty="0"/>
          </a:p>
          <a:p>
            <a:r>
              <a:rPr lang="en-US" b="1" dirty="0"/>
              <a:t>Sensitivity =  ( 5.62-5.1/5.1   ) /  ( 13.2-12/12)  = 0.1020/ 0.10 = 1.02 times   </a:t>
            </a:r>
            <a:endParaRPr lang="en-IN" b="1" dirty="0"/>
          </a:p>
        </p:txBody>
      </p:sp>
    </p:spTree>
    <p:extLst>
      <p:ext uri="{BB962C8B-B14F-4D97-AF65-F5344CB8AC3E}">
        <p14:creationId xmlns:p14="http://schemas.microsoft.com/office/powerpoint/2010/main" val="1655259011"/>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E8157-BBC0-4D28-AACD-371D5315467B}"/>
              </a:ext>
            </a:extLst>
          </p:cNvPr>
          <p:cNvSpPr>
            <a:spLocks noGrp="1"/>
          </p:cNvSpPr>
          <p:nvPr>
            <p:ph type="title"/>
          </p:nvPr>
        </p:nvSpPr>
        <p:spPr/>
        <p:txBody>
          <a:bodyPr>
            <a:normAutofit fontScale="90000"/>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Let us Assume: </a:t>
            </a:r>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DPR @40%; ROE at 12%; Rf @6%; Beta of 1.2 &amp; MRP @ 8 %; </a:t>
            </a:r>
            <a:r>
              <a:rPr kumimoji="0" lang="en-US" sz="4400" b="1" i="0" u="sng" strike="noStrike" kern="1200" cap="none" spc="0" normalizeH="0" baseline="0" noProof="0" dirty="0">
                <a:ln>
                  <a:noFill/>
                </a:ln>
                <a:solidFill>
                  <a:prstClr val="black"/>
                </a:solidFill>
                <a:effectLst/>
                <a:uLnTx/>
                <a:uFillTx/>
                <a:latin typeface="Calibri Light" panose="020F0302020204030204"/>
                <a:ea typeface="+mj-ea"/>
                <a:cs typeface="+mj-cs"/>
              </a:rPr>
              <a:t>If ROE&amp;DPR increase by 10% ,then  P/E = ???</a:t>
            </a:r>
            <a:endParaRPr lang="en-IN" b="1" u="sng" dirty="0"/>
          </a:p>
        </p:txBody>
      </p:sp>
      <p:sp>
        <p:nvSpPr>
          <p:cNvPr id="3" name="Content Placeholder 2">
            <a:extLst>
              <a:ext uri="{FF2B5EF4-FFF2-40B4-BE49-F238E27FC236}">
                <a16:creationId xmlns:a16="http://schemas.microsoft.com/office/drawing/2014/main" id="{1127393C-78BD-4BA8-8D32-D5C10D9BAE3D}"/>
              </a:ext>
            </a:extLst>
          </p:cNvPr>
          <p:cNvSpPr>
            <a:spLocks noGrp="1"/>
          </p:cNvSpPr>
          <p:nvPr>
            <p:ph idx="1"/>
          </p:nvPr>
        </p:nvSpPr>
        <p:spPr/>
        <p:txBody>
          <a:bodyPr/>
          <a:lstStyle/>
          <a:p>
            <a:r>
              <a:rPr lang="en-US" b="1" dirty="0"/>
              <a:t>Assumption: </a:t>
            </a:r>
            <a:r>
              <a:rPr lang="en-US" dirty="0"/>
              <a:t>Other things remain the same</a:t>
            </a:r>
          </a:p>
          <a:p>
            <a:r>
              <a:rPr lang="en-US" b="1" dirty="0"/>
              <a:t>Revised DPR : 44% </a:t>
            </a:r>
          </a:p>
          <a:p>
            <a:r>
              <a:rPr lang="en-US" b="1" dirty="0"/>
              <a:t>Revised ROE : 13.20 %</a:t>
            </a:r>
          </a:p>
          <a:p>
            <a:r>
              <a:rPr lang="en-US" dirty="0"/>
              <a:t>Revised growth rate: ???</a:t>
            </a:r>
          </a:p>
          <a:p>
            <a:pPr marL="0" indent="0">
              <a:buNone/>
            </a:pPr>
            <a:endParaRPr lang="en-US" dirty="0"/>
          </a:p>
          <a:p>
            <a:endParaRPr lang="en-US" dirty="0"/>
          </a:p>
          <a:p>
            <a:endParaRPr lang="en-US" dirty="0"/>
          </a:p>
          <a:p>
            <a:r>
              <a:rPr lang="en-US" dirty="0"/>
              <a:t>COE = 15.6%</a:t>
            </a:r>
            <a:endParaRPr lang="en-IN" dirty="0"/>
          </a:p>
        </p:txBody>
      </p:sp>
    </p:spTree>
    <p:extLst>
      <p:ext uri="{BB962C8B-B14F-4D97-AF65-F5344CB8AC3E}">
        <p14:creationId xmlns:p14="http://schemas.microsoft.com/office/powerpoint/2010/main" val="2847995479"/>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E8157-BBC0-4D28-AACD-371D5315467B}"/>
              </a:ext>
            </a:extLst>
          </p:cNvPr>
          <p:cNvSpPr>
            <a:spLocks noGrp="1"/>
          </p:cNvSpPr>
          <p:nvPr>
            <p:ph type="title"/>
          </p:nvPr>
        </p:nvSpPr>
        <p:spPr/>
        <p:txBody>
          <a:bodyPr>
            <a:normAutofit fontScale="90000"/>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Let us Assume: </a:t>
            </a:r>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DPR @40%; ROE at 12%; Rf @6%; Beta of 1.2 &amp; MRP @ 8 %; </a:t>
            </a:r>
            <a:r>
              <a:rPr kumimoji="0" lang="en-US" sz="4400" b="1" i="0" u="sng" strike="noStrike" kern="1200" cap="none" spc="0" normalizeH="0" baseline="0" noProof="0" dirty="0">
                <a:ln>
                  <a:noFill/>
                </a:ln>
                <a:solidFill>
                  <a:prstClr val="black"/>
                </a:solidFill>
                <a:effectLst/>
                <a:uLnTx/>
                <a:uFillTx/>
                <a:latin typeface="Calibri Light" panose="020F0302020204030204"/>
                <a:ea typeface="+mj-ea"/>
                <a:cs typeface="+mj-cs"/>
              </a:rPr>
              <a:t>If ROE&amp;DPR increase by 10% ,then  P/E = ???</a:t>
            </a:r>
            <a:endParaRPr lang="en-IN" b="1" u="sng" dirty="0"/>
          </a:p>
        </p:txBody>
      </p:sp>
      <p:sp>
        <p:nvSpPr>
          <p:cNvPr id="3" name="Content Placeholder 2">
            <a:extLst>
              <a:ext uri="{FF2B5EF4-FFF2-40B4-BE49-F238E27FC236}">
                <a16:creationId xmlns:a16="http://schemas.microsoft.com/office/drawing/2014/main" id="{1127393C-78BD-4BA8-8D32-D5C10D9BAE3D}"/>
              </a:ext>
            </a:extLst>
          </p:cNvPr>
          <p:cNvSpPr>
            <a:spLocks noGrp="1"/>
          </p:cNvSpPr>
          <p:nvPr>
            <p:ph idx="1"/>
          </p:nvPr>
        </p:nvSpPr>
        <p:spPr/>
        <p:txBody>
          <a:bodyPr/>
          <a:lstStyle/>
          <a:p>
            <a:pPr marL="0" indent="0">
              <a:buNone/>
            </a:pPr>
            <a:r>
              <a:rPr lang="en-US" dirty="0"/>
              <a:t>Revised g = 13.20 ( 0.56 ) = 7.39 </a:t>
            </a:r>
          </a:p>
          <a:p>
            <a:pPr marL="0" indent="0">
              <a:buNone/>
            </a:pPr>
            <a:r>
              <a:rPr lang="en-US" dirty="0"/>
              <a:t>PE = 0.44 ( 1.0739) / ( 0.156-0.0739) = 0.4725 / 0.0821 = </a:t>
            </a:r>
            <a:r>
              <a:rPr lang="en-US" b="1" dirty="0"/>
              <a:t>5.76 </a:t>
            </a:r>
          </a:p>
          <a:p>
            <a:pPr marL="0" indent="0">
              <a:buNone/>
            </a:pPr>
            <a:endParaRPr lang="en-US" dirty="0"/>
          </a:p>
          <a:p>
            <a:pPr marL="0" indent="0">
              <a:buNone/>
            </a:pPr>
            <a:endParaRPr lang="en-US" dirty="0"/>
          </a:p>
          <a:p>
            <a:pPr marL="0" indent="0">
              <a:buNone/>
            </a:pPr>
            <a:endParaRPr lang="en-US" dirty="0"/>
          </a:p>
          <a:p>
            <a:pPr marL="0" indent="0">
              <a:buNone/>
            </a:pPr>
            <a:r>
              <a:rPr lang="en-US" dirty="0"/>
              <a:t>Sensitivity =  (5.76-5.1)/ 5.1  / 0.10=  0.1294 /0. 10 = </a:t>
            </a:r>
            <a:r>
              <a:rPr lang="en-US" b="1" dirty="0"/>
              <a:t>1.294 times</a:t>
            </a:r>
            <a:endParaRPr lang="en-IN" b="1" dirty="0"/>
          </a:p>
        </p:txBody>
      </p:sp>
    </p:spTree>
    <p:extLst>
      <p:ext uri="{BB962C8B-B14F-4D97-AF65-F5344CB8AC3E}">
        <p14:creationId xmlns:p14="http://schemas.microsoft.com/office/powerpoint/2010/main" val="114385092"/>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E8157-BBC0-4D28-AACD-371D5315467B}"/>
              </a:ext>
            </a:extLst>
          </p:cNvPr>
          <p:cNvSpPr>
            <a:spLocks noGrp="1"/>
          </p:cNvSpPr>
          <p:nvPr>
            <p:ph type="title"/>
          </p:nvPr>
        </p:nvSpPr>
        <p:spPr/>
        <p:txBody>
          <a:bodyPr>
            <a:normAutofit fontScale="90000"/>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Let us Assume: </a:t>
            </a:r>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DPR @40%; ROE at 12%; Rf @6%; Beta of 1.2 &amp; MRP @ 8 %; </a:t>
            </a:r>
            <a:r>
              <a:rPr kumimoji="0" lang="en-US" sz="4400" b="1" i="0" u="sng" strike="noStrike" kern="1200" cap="none" spc="0" normalizeH="0" baseline="0" noProof="0" dirty="0">
                <a:ln>
                  <a:noFill/>
                </a:ln>
                <a:solidFill>
                  <a:prstClr val="black"/>
                </a:solidFill>
                <a:effectLst/>
                <a:uLnTx/>
                <a:uFillTx/>
                <a:latin typeface="Calibri Light" panose="020F0302020204030204"/>
                <a:ea typeface="+mj-ea"/>
                <a:cs typeface="+mj-cs"/>
              </a:rPr>
              <a:t>If  g increase by 10% ,then  P/E = ???</a:t>
            </a:r>
            <a:endParaRPr lang="en-IN" b="1" u="sng" dirty="0"/>
          </a:p>
        </p:txBody>
      </p:sp>
      <p:sp>
        <p:nvSpPr>
          <p:cNvPr id="3" name="Content Placeholder 2">
            <a:extLst>
              <a:ext uri="{FF2B5EF4-FFF2-40B4-BE49-F238E27FC236}">
                <a16:creationId xmlns:a16="http://schemas.microsoft.com/office/drawing/2014/main" id="{1127393C-78BD-4BA8-8D32-D5C10D9BAE3D}"/>
              </a:ext>
            </a:extLst>
          </p:cNvPr>
          <p:cNvSpPr>
            <a:spLocks noGrp="1"/>
          </p:cNvSpPr>
          <p:nvPr>
            <p:ph idx="1"/>
          </p:nvPr>
        </p:nvSpPr>
        <p:spPr/>
        <p:txBody>
          <a:bodyPr/>
          <a:lstStyle/>
          <a:p>
            <a:r>
              <a:rPr lang="en-US" b="1" dirty="0"/>
              <a:t>Assumption: </a:t>
            </a:r>
            <a:r>
              <a:rPr lang="en-US" dirty="0"/>
              <a:t>Other things remain the same</a:t>
            </a:r>
          </a:p>
          <a:p>
            <a:r>
              <a:rPr lang="en-US" dirty="0"/>
              <a:t>Revised growth rate: 7.2 ( 1.1) = </a:t>
            </a:r>
            <a:r>
              <a:rPr lang="en-US" b="1" dirty="0"/>
              <a:t>7.92 </a:t>
            </a:r>
          </a:p>
          <a:p>
            <a:pPr marL="0" indent="0">
              <a:buNone/>
            </a:pPr>
            <a:endParaRPr lang="en-US" dirty="0"/>
          </a:p>
          <a:p>
            <a:endParaRPr lang="en-US" dirty="0"/>
          </a:p>
          <a:p>
            <a:endParaRPr lang="en-US" dirty="0"/>
          </a:p>
          <a:p>
            <a:r>
              <a:rPr lang="en-US" dirty="0"/>
              <a:t>COE = 15.6</a:t>
            </a:r>
          </a:p>
          <a:p>
            <a:endParaRPr lang="en-US" dirty="0"/>
          </a:p>
          <a:p>
            <a:r>
              <a:rPr lang="en-US" dirty="0"/>
              <a:t>It is similar to increase in ROE by 10 %</a:t>
            </a:r>
            <a:endParaRPr lang="en-IN" dirty="0"/>
          </a:p>
        </p:txBody>
      </p:sp>
    </p:spTree>
    <p:extLst>
      <p:ext uri="{BB962C8B-B14F-4D97-AF65-F5344CB8AC3E}">
        <p14:creationId xmlns:p14="http://schemas.microsoft.com/office/powerpoint/2010/main" val="3557669084"/>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45437-95B1-496D-9B24-4A0485493809}"/>
              </a:ext>
            </a:extLst>
          </p:cNvPr>
          <p:cNvSpPr>
            <a:spLocks noGrp="1"/>
          </p:cNvSpPr>
          <p:nvPr>
            <p:ph type="title"/>
          </p:nvPr>
        </p:nvSpPr>
        <p:spPr/>
        <p:txBody>
          <a:bodyPr>
            <a:normAutofit fontScale="90000"/>
          </a:bodyPr>
          <a:lstStyle/>
          <a:p>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Let us Assume: </a:t>
            </a:r>
            <a:r>
              <a:rPr kumimoji="0" lang="en-US" sz="4000" b="0" i="0" u="none" strike="noStrike" kern="1200" cap="none" spc="0" normalizeH="0" baseline="0" noProof="0" dirty="0">
                <a:ln>
                  <a:noFill/>
                </a:ln>
                <a:solidFill>
                  <a:prstClr val="black"/>
                </a:solidFill>
                <a:effectLst/>
                <a:uLnTx/>
                <a:uFillTx/>
                <a:latin typeface="Calibri Light" panose="020F0302020204030204"/>
                <a:ea typeface="+mj-ea"/>
                <a:cs typeface="+mj-cs"/>
              </a:rPr>
              <a:t>DPR @40%; ROE at 12%; Rf @6%; Beta of 1.2 &amp; MRP @ 8 %; If g increase by 10% ,then  </a:t>
            </a:r>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P/E = ???</a:t>
            </a:r>
            <a:endParaRPr lang="en-IN" dirty="0"/>
          </a:p>
        </p:txBody>
      </p:sp>
      <p:sp>
        <p:nvSpPr>
          <p:cNvPr id="3" name="Content Placeholder 2">
            <a:extLst>
              <a:ext uri="{FF2B5EF4-FFF2-40B4-BE49-F238E27FC236}">
                <a16:creationId xmlns:a16="http://schemas.microsoft.com/office/drawing/2014/main" id="{9A60BC59-7F40-4172-8F9C-3ECECC391815}"/>
              </a:ext>
            </a:extLst>
          </p:cNvPr>
          <p:cNvSpPr>
            <a:spLocks noGrp="1"/>
          </p:cNvSpPr>
          <p:nvPr>
            <p:ph idx="1"/>
          </p:nvPr>
        </p:nvSpPr>
        <p:spPr/>
        <p:txBody>
          <a:bodyPr/>
          <a:lstStyle/>
          <a:p>
            <a:r>
              <a:rPr lang="en-US" b="1" dirty="0"/>
              <a:t>Revised PE </a:t>
            </a:r>
            <a:r>
              <a:rPr lang="en-US" dirty="0"/>
              <a:t>= 0.40 ( 1.0792) / ( 0.156- 0.0792) = 0.4317/ 0.0768</a:t>
            </a:r>
          </a:p>
          <a:p>
            <a:pPr marL="0" indent="0">
              <a:buNone/>
            </a:pPr>
            <a:r>
              <a:rPr lang="en-US" dirty="0"/>
              <a:t>                          = </a:t>
            </a:r>
            <a:r>
              <a:rPr lang="en-US" b="1" dirty="0"/>
              <a:t>5.62</a:t>
            </a:r>
            <a:r>
              <a:rPr lang="en-US" dirty="0"/>
              <a:t>  </a:t>
            </a:r>
          </a:p>
          <a:p>
            <a:endParaRPr lang="en-US" dirty="0"/>
          </a:p>
          <a:p>
            <a:endParaRPr lang="en-US" dirty="0"/>
          </a:p>
          <a:p>
            <a:endParaRPr lang="en-US" dirty="0"/>
          </a:p>
          <a:p>
            <a:endParaRPr lang="en-US" dirty="0"/>
          </a:p>
          <a:p>
            <a:r>
              <a:rPr lang="en-US" b="1" dirty="0"/>
              <a:t>Sensitivity =  5.62-5.10/ 5.1 = 0.1020/0.10 = 1.02 times</a:t>
            </a:r>
            <a:endParaRPr lang="en-IN"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89538FF2-F67D-AFE9-4BDE-8151725D3C20}"/>
                  </a:ext>
                </a:extLst>
              </p14:cNvPr>
              <p14:cNvContentPartPr/>
              <p14:nvPr/>
            </p14:nvContentPartPr>
            <p14:xfrm>
              <a:off x="3021120" y="2139840"/>
              <a:ext cx="6384600" cy="3524040"/>
            </p14:xfrm>
          </p:contentPart>
        </mc:Choice>
        <mc:Fallback xmlns="">
          <p:pic>
            <p:nvPicPr>
              <p:cNvPr id="4" name="Ink 3">
                <a:extLst>
                  <a:ext uri="{FF2B5EF4-FFF2-40B4-BE49-F238E27FC236}">
                    <a16:creationId xmlns:a16="http://schemas.microsoft.com/office/drawing/2014/main" id="{89538FF2-F67D-AFE9-4BDE-8151725D3C20}"/>
                  </a:ext>
                </a:extLst>
              </p:cNvPr>
              <p:cNvPicPr/>
              <p:nvPr/>
            </p:nvPicPr>
            <p:blipFill>
              <a:blip r:embed="rId3"/>
              <a:stretch>
                <a:fillRect/>
              </a:stretch>
            </p:blipFill>
            <p:spPr>
              <a:xfrm>
                <a:off x="3011760" y="2130480"/>
                <a:ext cx="6403320" cy="3542760"/>
              </a:xfrm>
              <a:prstGeom prst="rect">
                <a:avLst/>
              </a:prstGeom>
            </p:spPr>
          </p:pic>
        </mc:Fallback>
      </mc:AlternateContent>
    </p:spTree>
    <p:extLst>
      <p:ext uri="{BB962C8B-B14F-4D97-AF65-F5344CB8AC3E}">
        <p14:creationId xmlns:p14="http://schemas.microsoft.com/office/powerpoint/2010/main" val="2714535167"/>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E8157-BBC0-4D28-AACD-371D5315467B}"/>
              </a:ext>
            </a:extLst>
          </p:cNvPr>
          <p:cNvSpPr>
            <a:spLocks noGrp="1"/>
          </p:cNvSpPr>
          <p:nvPr>
            <p:ph type="title"/>
          </p:nvPr>
        </p:nvSpPr>
        <p:spPr/>
        <p:txBody>
          <a:bodyPr>
            <a:normAutofit fontScale="90000"/>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Let us Assume: </a:t>
            </a:r>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DPR @40%; ROE at 12%; Rf @6%; Beta of 1.2 &amp; MRP @ 8 %; </a:t>
            </a:r>
            <a:r>
              <a:rPr kumimoji="0" lang="en-US" sz="4400" b="1" i="0" u="sng" strike="noStrike" kern="1200" cap="none" spc="0" normalizeH="0" baseline="0" noProof="0" dirty="0">
                <a:ln>
                  <a:noFill/>
                </a:ln>
                <a:solidFill>
                  <a:prstClr val="black"/>
                </a:solidFill>
                <a:effectLst/>
                <a:uLnTx/>
                <a:uFillTx/>
                <a:latin typeface="Calibri Light" panose="020F0302020204030204"/>
                <a:ea typeface="+mj-ea"/>
                <a:cs typeface="+mj-cs"/>
              </a:rPr>
              <a:t>If  COE </a:t>
            </a:r>
            <a:r>
              <a:rPr lang="en-US" b="1" u="sng" dirty="0">
                <a:solidFill>
                  <a:prstClr val="black"/>
                </a:solidFill>
                <a:latin typeface="Calibri Light" panose="020F0302020204030204"/>
              </a:rPr>
              <a:t>decrease</a:t>
            </a:r>
            <a:r>
              <a:rPr kumimoji="0" lang="en-US" sz="4400" b="1" i="0" u="sng" strike="noStrike" kern="1200" cap="none" spc="0" normalizeH="0" baseline="0" noProof="0" dirty="0">
                <a:ln>
                  <a:noFill/>
                </a:ln>
                <a:solidFill>
                  <a:prstClr val="black"/>
                </a:solidFill>
                <a:effectLst/>
                <a:uLnTx/>
                <a:uFillTx/>
                <a:latin typeface="Calibri Light" panose="020F0302020204030204"/>
                <a:ea typeface="+mj-ea"/>
                <a:cs typeface="+mj-cs"/>
              </a:rPr>
              <a:t> by 10% ,then  P/E = ???</a:t>
            </a:r>
            <a:endParaRPr lang="en-IN" b="1" u="sng" dirty="0"/>
          </a:p>
        </p:txBody>
      </p:sp>
      <p:sp>
        <p:nvSpPr>
          <p:cNvPr id="3" name="Content Placeholder 2">
            <a:extLst>
              <a:ext uri="{FF2B5EF4-FFF2-40B4-BE49-F238E27FC236}">
                <a16:creationId xmlns:a16="http://schemas.microsoft.com/office/drawing/2014/main" id="{1127393C-78BD-4BA8-8D32-D5C10D9BAE3D}"/>
              </a:ext>
            </a:extLst>
          </p:cNvPr>
          <p:cNvSpPr>
            <a:spLocks noGrp="1"/>
          </p:cNvSpPr>
          <p:nvPr>
            <p:ph idx="1"/>
          </p:nvPr>
        </p:nvSpPr>
        <p:spPr/>
        <p:txBody>
          <a:bodyPr/>
          <a:lstStyle/>
          <a:p>
            <a:r>
              <a:rPr lang="en-US" b="1" dirty="0"/>
              <a:t>Assumption: </a:t>
            </a:r>
            <a:r>
              <a:rPr lang="en-US" dirty="0"/>
              <a:t>Other things remain the same</a:t>
            </a:r>
          </a:p>
          <a:p>
            <a:r>
              <a:rPr lang="en-US" dirty="0"/>
              <a:t>Revised COE = 15.6 (0.90 ) =  </a:t>
            </a:r>
            <a:r>
              <a:rPr lang="en-US" b="1" dirty="0"/>
              <a:t>14.04 </a:t>
            </a:r>
            <a:endParaRPr lang="en-IN"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BE74EF58-A600-647B-24CC-27DBC332E861}"/>
                  </a:ext>
                </a:extLst>
              </p14:cNvPr>
              <p14:cNvContentPartPr/>
              <p14:nvPr/>
            </p14:nvContentPartPr>
            <p14:xfrm>
              <a:off x="2927520" y="2130840"/>
              <a:ext cx="3915720" cy="1030320"/>
            </p14:xfrm>
          </p:contentPart>
        </mc:Choice>
        <mc:Fallback xmlns="">
          <p:pic>
            <p:nvPicPr>
              <p:cNvPr id="4" name="Ink 3">
                <a:extLst>
                  <a:ext uri="{FF2B5EF4-FFF2-40B4-BE49-F238E27FC236}">
                    <a16:creationId xmlns:a16="http://schemas.microsoft.com/office/drawing/2014/main" id="{BE74EF58-A600-647B-24CC-27DBC332E861}"/>
                  </a:ext>
                </a:extLst>
              </p:cNvPr>
              <p:cNvPicPr/>
              <p:nvPr/>
            </p:nvPicPr>
            <p:blipFill>
              <a:blip r:embed="rId3"/>
              <a:stretch>
                <a:fillRect/>
              </a:stretch>
            </p:blipFill>
            <p:spPr>
              <a:xfrm>
                <a:off x="2918160" y="2121480"/>
                <a:ext cx="3934440" cy="1049040"/>
              </a:xfrm>
              <a:prstGeom prst="rect">
                <a:avLst/>
              </a:prstGeom>
            </p:spPr>
          </p:pic>
        </mc:Fallback>
      </mc:AlternateContent>
    </p:spTree>
    <p:extLst>
      <p:ext uri="{BB962C8B-B14F-4D97-AF65-F5344CB8AC3E}">
        <p14:creationId xmlns:p14="http://schemas.microsoft.com/office/powerpoint/2010/main" val="3968959400"/>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45437-95B1-496D-9B24-4A0485493809}"/>
              </a:ext>
            </a:extLst>
          </p:cNvPr>
          <p:cNvSpPr>
            <a:spLocks noGrp="1"/>
          </p:cNvSpPr>
          <p:nvPr>
            <p:ph type="title"/>
          </p:nvPr>
        </p:nvSpPr>
        <p:spPr/>
        <p:txBody>
          <a:bodyPr>
            <a:normAutofit fontScale="90000"/>
          </a:bodyPr>
          <a:lstStyle/>
          <a:p>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Let us Assume: </a:t>
            </a:r>
            <a:r>
              <a:rPr kumimoji="0" lang="en-US" sz="4000" b="0" i="0" u="none" strike="noStrike" kern="1200" cap="none" spc="0" normalizeH="0" baseline="0" noProof="0" dirty="0">
                <a:ln>
                  <a:noFill/>
                </a:ln>
                <a:solidFill>
                  <a:prstClr val="black"/>
                </a:solidFill>
                <a:effectLst/>
                <a:uLnTx/>
                <a:uFillTx/>
                <a:latin typeface="Calibri Light" panose="020F0302020204030204"/>
                <a:ea typeface="+mj-ea"/>
                <a:cs typeface="+mj-cs"/>
              </a:rPr>
              <a:t>DPR @40%; ROE at 12%; Rf @6%; Beta of 1.2 &amp; MRP @ 8 %; If COE increase by 10% ,then  </a:t>
            </a:r>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P/E = ???</a:t>
            </a:r>
            <a:endParaRPr lang="en-IN" dirty="0"/>
          </a:p>
        </p:txBody>
      </p:sp>
      <p:sp>
        <p:nvSpPr>
          <p:cNvPr id="3" name="Content Placeholder 2">
            <a:extLst>
              <a:ext uri="{FF2B5EF4-FFF2-40B4-BE49-F238E27FC236}">
                <a16:creationId xmlns:a16="http://schemas.microsoft.com/office/drawing/2014/main" id="{9A60BC59-7F40-4172-8F9C-3ECECC391815}"/>
              </a:ext>
            </a:extLst>
          </p:cNvPr>
          <p:cNvSpPr>
            <a:spLocks noGrp="1"/>
          </p:cNvSpPr>
          <p:nvPr>
            <p:ph idx="1"/>
          </p:nvPr>
        </p:nvSpPr>
        <p:spPr/>
        <p:txBody>
          <a:bodyPr/>
          <a:lstStyle/>
          <a:p>
            <a:r>
              <a:rPr lang="en-US" b="1" dirty="0"/>
              <a:t>Revised PE </a:t>
            </a:r>
            <a:r>
              <a:rPr lang="en-US" dirty="0"/>
              <a:t>= 0.40 ( 1.072) / 0.1404- 0.072 = 0.4288/ 0.0684</a:t>
            </a:r>
          </a:p>
          <a:p>
            <a:pPr marL="0" indent="0">
              <a:buNone/>
            </a:pPr>
            <a:r>
              <a:rPr lang="en-US" dirty="0"/>
              <a:t>                       = 6.27 </a:t>
            </a:r>
          </a:p>
          <a:p>
            <a:endParaRPr lang="en-US" dirty="0"/>
          </a:p>
          <a:p>
            <a:endParaRPr lang="en-US" dirty="0"/>
          </a:p>
          <a:p>
            <a:endParaRPr lang="en-US" dirty="0"/>
          </a:p>
          <a:p>
            <a:endParaRPr lang="en-US" dirty="0"/>
          </a:p>
          <a:p>
            <a:r>
              <a:rPr lang="en-US" b="1" dirty="0"/>
              <a:t>Sensitivity = 6.27-5.1/5.1 = 0.2294/0.10 = 2.294 times</a:t>
            </a:r>
            <a:endParaRPr lang="en-IN" b="1" dirty="0"/>
          </a:p>
        </p:txBody>
      </p:sp>
    </p:spTree>
    <p:extLst>
      <p:ext uri="{BB962C8B-B14F-4D97-AF65-F5344CB8AC3E}">
        <p14:creationId xmlns:p14="http://schemas.microsoft.com/office/powerpoint/2010/main" val="895130779"/>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63446-F858-4D51-A9EE-57AE82B2E4E3}"/>
              </a:ext>
            </a:extLst>
          </p:cNvPr>
          <p:cNvSpPr>
            <a:spLocks noGrp="1"/>
          </p:cNvSpPr>
          <p:nvPr>
            <p:ph type="title"/>
          </p:nvPr>
        </p:nvSpPr>
        <p:spPr/>
        <p:txBody>
          <a:bodyPr/>
          <a:lstStyle/>
          <a:p>
            <a:pPr algn="ctr"/>
            <a:r>
              <a:rPr lang="en-US" b="1" dirty="0"/>
              <a:t>Sensitivity Analysis </a:t>
            </a:r>
            <a:endParaRPr lang="en-IN" b="1" dirty="0"/>
          </a:p>
        </p:txBody>
      </p:sp>
      <p:sp>
        <p:nvSpPr>
          <p:cNvPr id="3" name="Content Placeholder 2">
            <a:extLst>
              <a:ext uri="{FF2B5EF4-FFF2-40B4-BE49-F238E27FC236}">
                <a16:creationId xmlns:a16="http://schemas.microsoft.com/office/drawing/2014/main" id="{ADB1631D-2D98-4098-B0A5-4D09AA983654}"/>
              </a:ext>
            </a:extLst>
          </p:cNvPr>
          <p:cNvSpPr>
            <a:spLocks noGrp="1"/>
          </p:cNvSpPr>
          <p:nvPr>
            <p:ph idx="1"/>
          </p:nvPr>
        </p:nvSpPr>
        <p:spPr/>
        <p:txBody>
          <a:bodyPr>
            <a:normAutofit/>
          </a:bodyPr>
          <a:lstStyle/>
          <a:p>
            <a:r>
              <a:rPr lang="en-US" b="1" dirty="0"/>
              <a:t>10 %  increase in DPR</a:t>
            </a:r>
            <a:r>
              <a:rPr lang="en-US" dirty="0"/>
              <a:t>:  3.73% increase in PE</a:t>
            </a:r>
          </a:p>
          <a:p>
            <a:r>
              <a:rPr lang="en-US" b="1" dirty="0"/>
              <a:t>10% increase in ROE </a:t>
            </a:r>
            <a:r>
              <a:rPr lang="en-US" dirty="0"/>
              <a:t>: 10.20% increase in PE</a:t>
            </a:r>
          </a:p>
          <a:p>
            <a:r>
              <a:rPr lang="en-US" dirty="0"/>
              <a:t>10% increase </a:t>
            </a:r>
            <a:r>
              <a:rPr lang="en-US" b="1" dirty="0"/>
              <a:t>in g</a:t>
            </a:r>
            <a:r>
              <a:rPr lang="en-US" dirty="0"/>
              <a:t> :  10.20% increase in PE</a:t>
            </a:r>
          </a:p>
          <a:p>
            <a:r>
              <a:rPr lang="en-US" dirty="0"/>
              <a:t>10% increase in </a:t>
            </a:r>
            <a:r>
              <a:rPr lang="en-US" b="1" dirty="0"/>
              <a:t>both DPR &amp; ROE </a:t>
            </a:r>
            <a:r>
              <a:rPr lang="en-US" dirty="0"/>
              <a:t>: 12.94% increase in PE</a:t>
            </a:r>
          </a:p>
          <a:p>
            <a:r>
              <a:rPr lang="en-IN" dirty="0"/>
              <a:t>10 % decrease </a:t>
            </a:r>
            <a:r>
              <a:rPr lang="en-IN" b="1" dirty="0"/>
              <a:t>in COE</a:t>
            </a:r>
            <a:r>
              <a:rPr lang="en-IN" dirty="0"/>
              <a:t>:  </a:t>
            </a:r>
            <a:r>
              <a:rPr lang="en-IN" dirty="0">
                <a:highlight>
                  <a:srgbClr val="FFFF00"/>
                </a:highlight>
              </a:rPr>
              <a:t>22.94 % increase in PE</a:t>
            </a:r>
            <a:endParaRPr lang="en-US" dirty="0">
              <a:highlight>
                <a:srgbClr val="FFFF00"/>
              </a:highlight>
            </a:endParaRPr>
          </a:p>
        </p:txBody>
      </p:sp>
    </p:spTree>
    <p:extLst>
      <p:ext uri="{BB962C8B-B14F-4D97-AF65-F5344CB8AC3E}">
        <p14:creationId xmlns:p14="http://schemas.microsoft.com/office/powerpoint/2010/main" val="1432404901"/>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B39D6-857A-4A17-93DD-D0F168CCCB18}"/>
              </a:ext>
            </a:extLst>
          </p:cNvPr>
          <p:cNvSpPr>
            <a:spLocks noGrp="1"/>
          </p:cNvSpPr>
          <p:nvPr>
            <p:ph type="title"/>
          </p:nvPr>
        </p:nvSpPr>
        <p:spPr/>
        <p:txBody>
          <a:bodyPr/>
          <a:lstStyle/>
          <a:p>
            <a:pPr algn="ctr"/>
            <a:r>
              <a:rPr lang="en-US" dirty="0"/>
              <a:t> </a:t>
            </a:r>
            <a:r>
              <a:rPr lang="en-US" dirty="0">
                <a:highlight>
                  <a:srgbClr val="FFFF00"/>
                </a:highlight>
              </a:rPr>
              <a:t>PE &amp; Fundamentals </a:t>
            </a:r>
          </a:p>
        </p:txBody>
      </p:sp>
      <p:sp>
        <p:nvSpPr>
          <p:cNvPr id="3" name="Content Placeholder 2">
            <a:extLst>
              <a:ext uri="{FF2B5EF4-FFF2-40B4-BE49-F238E27FC236}">
                <a16:creationId xmlns:a16="http://schemas.microsoft.com/office/drawing/2014/main" id="{2624B1AD-6737-4747-9134-00F0F842F494}"/>
              </a:ext>
            </a:extLst>
          </p:cNvPr>
          <p:cNvSpPr>
            <a:spLocks noGrp="1"/>
          </p:cNvSpPr>
          <p:nvPr>
            <p:ph idx="1"/>
          </p:nvPr>
        </p:nvSpPr>
        <p:spPr>
          <a:xfrm>
            <a:off x="838200" y="1690688"/>
            <a:ext cx="10515600" cy="4351338"/>
          </a:xfrm>
        </p:spPr>
        <p:txBody>
          <a:bodyPr/>
          <a:lstStyle/>
          <a:p>
            <a:r>
              <a:rPr lang="en-US" b="1" dirty="0"/>
              <a:t>Higher DPR </a:t>
            </a:r>
            <a:r>
              <a:rPr lang="en-US" dirty="0"/>
              <a:t>results in </a:t>
            </a:r>
            <a:r>
              <a:rPr lang="en-US" u="sng" dirty="0">
                <a:highlight>
                  <a:srgbClr val="FFFF00"/>
                </a:highlight>
              </a:rPr>
              <a:t>Higher PE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Higher g</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leads to </a:t>
            </a:r>
            <a:r>
              <a:rPr kumimoji="0" lang="en-US" sz="2800" b="0" i="0" u="sng"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Higher PE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Lower COE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leads to </a:t>
            </a:r>
            <a:r>
              <a:rPr kumimoji="0" lang="en-US" sz="2800" b="0" i="0" u="sng"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Higher PE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i="0" strike="noStrike" kern="1200" cap="none" spc="0" normalizeH="0" baseline="0" noProof="0" dirty="0">
                <a:ln>
                  <a:noFill/>
                </a:ln>
                <a:solidFill>
                  <a:prstClr val="black"/>
                </a:solidFill>
                <a:effectLst/>
                <a:uLnTx/>
                <a:uFillTx/>
                <a:latin typeface="Calibri" panose="020F0502020204030204"/>
                <a:ea typeface="+mn-ea"/>
                <a:cs typeface="+mn-cs"/>
              </a:rPr>
              <a:t>If you run regression </a:t>
            </a:r>
            <a:r>
              <a:rPr lang="en-US" dirty="0">
                <a:solidFill>
                  <a:prstClr val="black"/>
                </a:solidFill>
                <a:latin typeface="Calibri" panose="020F0502020204030204"/>
              </a:rPr>
              <a:t>between PE and independent variable (</a:t>
            </a:r>
            <a:r>
              <a:rPr lang="en-US" dirty="0" err="1">
                <a:solidFill>
                  <a:prstClr val="black"/>
                </a:solidFill>
                <a:latin typeface="Calibri" panose="020F0502020204030204"/>
              </a:rPr>
              <a:t>DPR,G,ROE,Ke</a:t>
            </a:r>
            <a:r>
              <a:rPr lang="en-US" dirty="0">
                <a:solidFill>
                  <a:prstClr val="black"/>
                </a:solidFill>
                <a:latin typeface="Calibri" panose="020F0502020204030204"/>
              </a:rPr>
              <a:t>), the variable which has highest coefficient is companion variable and also g seems to be the most influential variable for PE ratio for firms.</a:t>
            </a:r>
            <a:r>
              <a:rPr kumimoji="0" lang="en-US" sz="2800" b="0" i="0" strike="noStrike" kern="1200" cap="none" spc="0" normalizeH="0" baseline="0" noProof="0" dirty="0">
                <a:ln>
                  <a:noFill/>
                </a:ln>
                <a:solidFill>
                  <a:prstClr val="black"/>
                </a:solidFill>
                <a:effectLst/>
                <a:uLnTx/>
                <a:uFillTx/>
                <a:latin typeface="Calibri" panose="020F0502020204030204"/>
                <a:ea typeface="+mn-ea"/>
                <a:cs typeface="+mn-cs"/>
              </a:rPr>
              <a:t> </a:t>
            </a:r>
          </a:p>
          <a:p>
            <a:endParaRPr lang="en-US" dirty="0"/>
          </a:p>
        </p:txBody>
      </p:sp>
    </p:spTree>
    <p:extLst>
      <p:ext uri="{BB962C8B-B14F-4D97-AF65-F5344CB8AC3E}">
        <p14:creationId xmlns:p14="http://schemas.microsoft.com/office/powerpoint/2010/main" val="843696540"/>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7A4D4-7FEB-470F-BAEB-BB522495A84F}"/>
              </a:ext>
            </a:extLst>
          </p:cNvPr>
          <p:cNvSpPr>
            <a:spLocks noGrp="1"/>
          </p:cNvSpPr>
          <p:nvPr>
            <p:ph type="title"/>
          </p:nvPr>
        </p:nvSpPr>
        <p:spPr>
          <a:xfrm>
            <a:off x="838200" y="160768"/>
            <a:ext cx="10515600" cy="1325563"/>
          </a:xfrm>
        </p:spPr>
        <p:txBody>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PE ratio using Fundamentals for </a:t>
            </a:r>
            <a:r>
              <a:rPr lang="en-US" b="1" dirty="0">
                <a:solidFill>
                  <a:prstClr val="black"/>
                </a:solidFill>
                <a:highlight>
                  <a:srgbClr val="FFFF00"/>
                </a:highlight>
                <a:latin typeface="Calibri Light" panose="020F0302020204030204"/>
              </a:rPr>
              <a:t>Colgate Palmolive India Ltd (</a:t>
            </a:r>
            <a:r>
              <a:rPr lang="en-US" b="1" u="sng" dirty="0">
                <a:solidFill>
                  <a:prstClr val="black"/>
                </a:solidFill>
                <a:highlight>
                  <a:srgbClr val="FFFF00"/>
                </a:highlight>
                <a:latin typeface="Calibri Light" panose="020F0302020204030204"/>
              </a:rPr>
              <a:t>CPIL</a:t>
            </a:r>
            <a:r>
              <a:rPr lang="en-US" b="1" dirty="0">
                <a:solidFill>
                  <a:prstClr val="black"/>
                </a:solidFill>
                <a:highlight>
                  <a:srgbClr val="FFFF00"/>
                </a:highlight>
                <a:latin typeface="Calibri Light" panose="020F0302020204030204"/>
              </a:rPr>
              <a:t> )</a:t>
            </a:r>
            <a:endParaRPr lang="en-IN" dirty="0">
              <a:highlight>
                <a:srgbClr val="FFFF00"/>
              </a:highlight>
            </a:endParaRPr>
          </a:p>
        </p:txBody>
      </p:sp>
      <p:sp>
        <p:nvSpPr>
          <p:cNvPr id="3" name="Content Placeholder 2">
            <a:extLst>
              <a:ext uri="{FF2B5EF4-FFF2-40B4-BE49-F238E27FC236}">
                <a16:creationId xmlns:a16="http://schemas.microsoft.com/office/drawing/2014/main" id="{F16A5AAA-0CE2-46B7-937E-CF9B9B7D7A4D}"/>
              </a:ext>
            </a:extLst>
          </p:cNvPr>
          <p:cNvSpPr>
            <a:spLocks noGrp="1"/>
          </p:cNvSpPr>
          <p:nvPr>
            <p:ph idx="1"/>
          </p:nvPr>
        </p:nvSpPr>
        <p:spPr>
          <a:xfrm>
            <a:off x="702036" y="1907323"/>
            <a:ext cx="10515600" cy="2012744"/>
          </a:xfrm>
        </p:spPr>
        <p:txBody>
          <a:bodyPr>
            <a:normAutofit/>
          </a:bodyPr>
          <a:lstStyle/>
          <a:p>
            <a:r>
              <a:rPr lang="en-US" sz="2400" u="sng" dirty="0"/>
              <a:t>3 inputs required </a:t>
            </a:r>
          </a:p>
          <a:p>
            <a:pPr marL="514350" indent="-514350">
              <a:buAutoNum type="arabicPeriod"/>
            </a:pPr>
            <a:r>
              <a:rPr lang="en-US" sz="2400" dirty="0"/>
              <a:t>DPR </a:t>
            </a:r>
          </a:p>
          <a:p>
            <a:pPr marL="514350" indent="-514350">
              <a:buAutoNum type="arabicPeriod"/>
            </a:pPr>
            <a:r>
              <a:rPr lang="en-US" sz="2400" dirty="0"/>
              <a:t> Growth rate  {a.}ROE &amp;  {b.} DPR</a:t>
            </a:r>
          </a:p>
          <a:p>
            <a:pPr marL="514350" indent="-514350">
              <a:buAutoNum type="arabicPeriod"/>
            </a:pPr>
            <a:r>
              <a:rPr lang="en-US" sz="2400" dirty="0"/>
              <a:t>COE</a:t>
            </a:r>
            <a:endParaRPr lang="en-IN" sz="2400" dirty="0"/>
          </a:p>
        </p:txBody>
      </p:sp>
    </p:spTree>
    <p:extLst>
      <p:ext uri="{BB962C8B-B14F-4D97-AF65-F5344CB8AC3E}">
        <p14:creationId xmlns:p14="http://schemas.microsoft.com/office/powerpoint/2010/main" val="2747799998"/>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D9347-784C-4895-8428-E1B6262AE643}"/>
              </a:ext>
            </a:extLst>
          </p:cNvPr>
          <p:cNvSpPr>
            <a:spLocks noGrp="1"/>
          </p:cNvSpPr>
          <p:nvPr>
            <p:ph type="title"/>
          </p:nvPr>
        </p:nvSpPr>
        <p:spPr/>
        <p:txBody>
          <a:bodyPr/>
          <a:lstStyle/>
          <a:p>
            <a:pPr algn="ctr"/>
            <a:r>
              <a:rPr lang="en-US" b="1" dirty="0"/>
              <a:t>Colgate Palmolive India Ltd( Standalone Ratios) </a:t>
            </a:r>
            <a:endParaRPr lang="en-IN" b="1" dirty="0"/>
          </a:p>
        </p:txBody>
      </p:sp>
      <p:sp>
        <p:nvSpPr>
          <p:cNvPr id="3" name="Content Placeholder 2">
            <a:extLst>
              <a:ext uri="{FF2B5EF4-FFF2-40B4-BE49-F238E27FC236}">
                <a16:creationId xmlns:a16="http://schemas.microsoft.com/office/drawing/2014/main" id="{55C2B6C2-B9EC-49B7-BCDE-F2BF46017AE7}"/>
              </a:ext>
            </a:extLst>
          </p:cNvPr>
          <p:cNvSpPr>
            <a:spLocks noGrp="1"/>
          </p:cNvSpPr>
          <p:nvPr>
            <p:ph idx="1"/>
          </p:nvPr>
        </p:nvSpPr>
        <p:spPr/>
        <p:txBody>
          <a:bodyPr/>
          <a:lstStyle/>
          <a:p>
            <a:r>
              <a:rPr lang="en-US" b="1" dirty="0"/>
              <a:t>High growth firm test </a:t>
            </a:r>
          </a:p>
          <a:p>
            <a:r>
              <a:rPr lang="en-US" dirty="0"/>
              <a:t>ROE (2025) = 86.32 %</a:t>
            </a:r>
          </a:p>
          <a:p>
            <a:r>
              <a:rPr lang="en-US" dirty="0"/>
              <a:t>DPR (2025) = 51 / 52.83 = 96.54 %</a:t>
            </a:r>
          </a:p>
          <a:p>
            <a:r>
              <a:rPr lang="en-US" b="1" dirty="0"/>
              <a:t>Fundamental growth rate </a:t>
            </a:r>
            <a:r>
              <a:rPr lang="en-US" dirty="0"/>
              <a:t>= 86.32* (1-0.97) = </a:t>
            </a:r>
            <a:r>
              <a:rPr lang="en-US" b="1" dirty="0"/>
              <a:t>2.59 %</a:t>
            </a:r>
          </a:p>
          <a:p>
            <a:pPr marL="0" indent="0">
              <a:buNone/>
            </a:pPr>
            <a:endParaRPr lang="en-IN" dirty="0"/>
          </a:p>
        </p:txBody>
      </p:sp>
    </p:spTree>
    <p:extLst>
      <p:ext uri="{BB962C8B-B14F-4D97-AF65-F5344CB8AC3E}">
        <p14:creationId xmlns:p14="http://schemas.microsoft.com/office/powerpoint/2010/main" val="2031371268"/>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98A42-664B-4DEE-B88B-4DDCC035170D}"/>
              </a:ext>
            </a:extLst>
          </p:cNvPr>
          <p:cNvSpPr>
            <a:spLocks noGrp="1"/>
          </p:cNvSpPr>
          <p:nvPr>
            <p:ph type="title"/>
          </p:nvPr>
        </p:nvSpPr>
        <p:spPr/>
        <p:txBody>
          <a:bodyPr>
            <a:noAutofit/>
          </a:bodyPr>
          <a:lstStyle/>
          <a:p>
            <a:pPr algn="ctr"/>
            <a:r>
              <a:rPr lang="en-US" sz="3200" dirty="0"/>
              <a:t> </a:t>
            </a:r>
            <a:r>
              <a:rPr lang="en-US" sz="3200" b="1" dirty="0"/>
              <a:t>DPR of </a:t>
            </a:r>
            <a:r>
              <a:rPr lang="en-US" sz="3200" b="1" u="sng" dirty="0"/>
              <a:t>Colgate Palmolive India </a:t>
            </a:r>
            <a:r>
              <a:rPr lang="en-US" sz="3200" b="1" dirty="0"/>
              <a:t>for the last 5 years &amp; its Average </a:t>
            </a:r>
            <a:br>
              <a:rPr lang="en-US" sz="3200" b="1" dirty="0"/>
            </a:br>
            <a:r>
              <a:rPr lang="en-US" sz="3200" b="1" dirty="0"/>
              <a:t>( </a:t>
            </a:r>
            <a:r>
              <a:rPr lang="en-US" sz="3200" b="1" u="sng" dirty="0"/>
              <a:t>Moneycontrol.com</a:t>
            </a:r>
            <a:r>
              <a:rPr lang="en-US" sz="3200" b="1" dirty="0"/>
              <a:t>; refer Financials, then Ratios </a:t>
            </a:r>
            <a:br>
              <a:rPr lang="en-US" sz="3200" b="1" dirty="0"/>
            </a:br>
            <a:r>
              <a:rPr lang="en-US" sz="3200" b="1" dirty="0"/>
              <a:t>and then per share ratios )</a:t>
            </a:r>
            <a:endParaRPr lang="en-IN" sz="3200" b="1" dirty="0"/>
          </a:p>
        </p:txBody>
      </p:sp>
      <p:graphicFrame>
        <p:nvGraphicFramePr>
          <p:cNvPr id="4" name="Table 4">
            <a:extLst>
              <a:ext uri="{FF2B5EF4-FFF2-40B4-BE49-F238E27FC236}">
                <a16:creationId xmlns:a16="http://schemas.microsoft.com/office/drawing/2014/main" id="{AD152CE1-FCA7-4F81-A0C6-C38960E0D569}"/>
              </a:ext>
            </a:extLst>
          </p:cNvPr>
          <p:cNvGraphicFramePr>
            <a:graphicFrameLocks noGrp="1"/>
          </p:cNvGraphicFramePr>
          <p:nvPr>
            <p:ph idx="1"/>
          </p:nvPr>
        </p:nvGraphicFramePr>
        <p:xfrm>
          <a:off x="838200" y="2389591"/>
          <a:ext cx="10515600" cy="374904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955746128"/>
                    </a:ext>
                  </a:extLst>
                </a:gridCol>
                <a:gridCol w="1752600">
                  <a:extLst>
                    <a:ext uri="{9D8B030D-6E8A-4147-A177-3AD203B41FA5}">
                      <a16:colId xmlns:a16="http://schemas.microsoft.com/office/drawing/2014/main" val="108144269"/>
                    </a:ext>
                  </a:extLst>
                </a:gridCol>
                <a:gridCol w="1600200">
                  <a:extLst>
                    <a:ext uri="{9D8B030D-6E8A-4147-A177-3AD203B41FA5}">
                      <a16:colId xmlns:a16="http://schemas.microsoft.com/office/drawing/2014/main" val="2195941269"/>
                    </a:ext>
                  </a:extLst>
                </a:gridCol>
                <a:gridCol w="1922929">
                  <a:extLst>
                    <a:ext uri="{9D8B030D-6E8A-4147-A177-3AD203B41FA5}">
                      <a16:colId xmlns:a16="http://schemas.microsoft.com/office/drawing/2014/main" val="996710189"/>
                    </a:ext>
                  </a:extLst>
                </a:gridCol>
                <a:gridCol w="1734671">
                  <a:extLst>
                    <a:ext uri="{9D8B030D-6E8A-4147-A177-3AD203B41FA5}">
                      <a16:colId xmlns:a16="http://schemas.microsoft.com/office/drawing/2014/main" val="1579356880"/>
                    </a:ext>
                  </a:extLst>
                </a:gridCol>
                <a:gridCol w="1752600">
                  <a:extLst>
                    <a:ext uri="{9D8B030D-6E8A-4147-A177-3AD203B41FA5}">
                      <a16:colId xmlns:a16="http://schemas.microsoft.com/office/drawing/2014/main" val="2207470606"/>
                    </a:ext>
                  </a:extLst>
                </a:gridCol>
              </a:tblGrid>
              <a:tr h="0">
                <a:tc>
                  <a:txBody>
                    <a:bodyPr/>
                    <a:lstStyle/>
                    <a:p>
                      <a:r>
                        <a:rPr lang="en-US" sz="2400" dirty="0"/>
                        <a:t>Particulars</a:t>
                      </a:r>
                      <a:endParaRPr lang="en-IN" sz="2400" dirty="0"/>
                    </a:p>
                  </a:txBody>
                  <a:tcPr/>
                </a:tc>
                <a:tc>
                  <a:txBody>
                    <a:bodyPr/>
                    <a:lstStyle/>
                    <a:p>
                      <a:r>
                        <a:rPr lang="en-IN" sz="2400" dirty="0"/>
                        <a:t>March 2025</a:t>
                      </a:r>
                    </a:p>
                  </a:txBody>
                  <a:tcPr/>
                </a:tc>
                <a:tc>
                  <a:txBody>
                    <a:bodyPr/>
                    <a:lstStyle/>
                    <a:p>
                      <a:r>
                        <a:rPr lang="en-IN" sz="2400" dirty="0"/>
                        <a:t> 2024</a:t>
                      </a:r>
                    </a:p>
                  </a:txBody>
                  <a:tcPr/>
                </a:tc>
                <a:tc>
                  <a:txBody>
                    <a:bodyPr/>
                    <a:lstStyle/>
                    <a:p>
                      <a:r>
                        <a:rPr lang="en-IN" sz="2400" dirty="0"/>
                        <a:t>  2023</a:t>
                      </a:r>
                    </a:p>
                  </a:txBody>
                  <a:tcPr/>
                </a:tc>
                <a:tc>
                  <a:txBody>
                    <a:bodyPr/>
                    <a:lstStyle/>
                    <a:p>
                      <a:r>
                        <a:rPr lang="en-IN" sz="2400" dirty="0"/>
                        <a:t> 2022</a:t>
                      </a:r>
                    </a:p>
                  </a:txBody>
                  <a:tcPr/>
                </a:tc>
                <a:tc>
                  <a:txBody>
                    <a:bodyPr/>
                    <a:lstStyle/>
                    <a:p>
                      <a:r>
                        <a:rPr lang="en-IN" sz="2400" dirty="0"/>
                        <a:t> 2021</a:t>
                      </a:r>
                    </a:p>
                  </a:txBody>
                  <a:tcPr/>
                </a:tc>
                <a:extLst>
                  <a:ext uri="{0D108BD9-81ED-4DB2-BD59-A6C34878D82A}">
                    <a16:rowId xmlns:a16="http://schemas.microsoft.com/office/drawing/2014/main" val="913232642"/>
                  </a:ext>
                </a:extLst>
              </a:tr>
              <a:tr h="370840">
                <a:tc>
                  <a:txBody>
                    <a:bodyPr/>
                    <a:lstStyle/>
                    <a:p>
                      <a:r>
                        <a:rPr lang="en-US" sz="2400" b="1" i="1" dirty="0"/>
                        <a:t>DPS in INR </a:t>
                      </a:r>
                      <a:endParaRPr lang="en-IN" sz="2400" b="1" i="1" dirty="0"/>
                    </a:p>
                  </a:txBody>
                  <a:tcPr/>
                </a:tc>
                <a:tc>
                  <a:txBody>
                    <a:bodyPr/>
                    <a:lstStyle/>
                    <a:p>
                      <a:pPr algn="r"/>
                      <a:r>
                        <a:rPr lang="en-IN" sz="2400" dirty="0"/>
                        <a:t>51</a:t>
                      </a:r>
                    </a:p>
                  </a:txBody>
                  <a:tcPr/>
                </a:tc>
                <a:tc>
                  <a:txBody>
                    <a:bodyPr/>
                    <a:lstStyle/>
                    <a:p>
                      <a:pPr algn="r"/>
                      <a:r>
                        <a:rPr lang="en-IN" sz="2400" dirty="0"/>
                        <a:t>58</a:t>
                      </a:r>
                    </a:p>
                  </a:txBody>
                  <a:tcPr/>
                </a:tc>
                <a:tc>
                  <a:txBody>
                    <a:bodyPr/>
                    <a:lstStyle/>
                    <a:p>
                      <a:pPr algn="r"/>
                      <a:r>
                        <a:rPr lang="en-IN" sz="2400" dirty="0"/>
                        <a:t>39</a:t>
                      </a:r>
                    </a:p>
                  </a:txBody>
                  <a:tcPr/>
                </a:tc>
                <a:tc>
                  <a:txBody>
                    <a:bodyPr/>
                    <a:lstStyle/>
                    <a:p>
                      <a:pPr algn="r"/>
                      <a:r>
                        <a:rPr lang="en-IN" sz="2400" dirty="0"/>
                        <a:t>40</a:t>
                      </a:r>
                    </a:p>
                  </a:txBody>
                  <a:tcPr/>
                </a:tc>
                <a:tc>
                  <a:txBody>
                    <a:bodyPr/>
                    <a:lstStyle/>
                    <a:p>
                      <a:pPr algn="r"/>
                      <a:r>
                        <a:rPr lang="en-IN" sz="2400" dirty="0"/>
                        <a:t>38</a:t>
                      </a:r>
                    </a:p>
                  </a:txBody>
                  <a:tcPr/>
                </a:tc>
                <a:extLst>
                  <a:ext uri="{0D108BD9-81ED-4DB2-BD59-A6C34878D82A}">
                    <a16:rowId xmlns:a16="http://schemas.microsoft.com/office/drawing/2014/main" val="2185224781"/>
                  </a:ext>
                </a:extLst>
              </a:tr>
              <a:tr h="370840">
                <a:tc>
                  <a:txBody>
                    <a:bodyPr/>
                    <a:lstStyle/>
                    <a:p>
                      <a:r>
                        <a:rPr lang="en-US" sz="2400" b="1" i="1" dirty="0"/>
                        <a:t>Basic EPS</a:t>
                      </a:r>
                      <a:endParaRPr lang="en-IN" sz="2400" b="1" i="1" dirty="0"/>
                    </a:p>
                  </a:txBody>
                  <a:tcPr/>
                </a:tc>
                <a:tc>
                  <a:txBody>
                    <a:bodyPr/>
                    <a:lstStyle/>
                    <a:p>
                      <a:pPr algn="r"/>
                      <a:r>
                        <a:rPr lang="en-IN" sz="2400" dirty="0"/>
                        <a:t>52.83</a:t>
                      </a:r>
                    </a:p>
                  </a:txBody>
                  <a:tcPr/>
                </a:tc>
                <a:tc>
                  <a:txBody>
                    <a:bodyPr/>
                    <a:lstStyle/>
                    <a:p>
                      <a:pPr algn="r"/>
                      <a:r>
                        <a:rPr lang="en-IN" sz="2400" dirty="0"/>
                        <a:t>48.67</a:t>
                      </a:r>
                    </a:p>
                  </a:txBody>
                  <a:tcPr/>
                </a:tc>
                <a:tc>
                  <a:txBody>
                    <a:bodyPr/>
                    <a:lstStyle/>
                    <a:p>
                      <a:pPr algn="r"/>
                      <a:r>
                        <a:rPr lang="en-IN" sz="2400" dirty="0"/>
                        <a:t>38.50</a:t>
                      </a:r>
                    </a:p>
                  </a:txBody>
                  <a:tcPr/>
                </a:tc>
                <a:tc>
                  <a:txBody>
                    <a:bodyPr/>
                    <a:lstStyle/>
                    <a:p>
                      <a:pPr algn="r"/>
                      <a:r>
                        <a:rPr lang="en-IN" sz="2400" dirty="0"/>
                        <a:t>39.65</a:t>
                      </a:r>
                    </a:p>
                  </a:txBody>
                  <a:tcPr/>
                </a:tc>
                <a:tc>
                  <a:txBody>
                    <a:bodyPr/>
                    <a:lstStyle/>
                    <a:p>
                      <a:pPr algn="r"/>
                      <a:r>
                        <a:rPr lang="en-IN" sz="2400" dirty="0"/>
                        <a:t>38.07</a:t>
                      </a:r>
                    </a:p>
                  </a:txBody>
                  <a:tcPr/>
                </a:tc>
                <a:extLst>
                  <a:ext uri="{0D108BD9-81ED-4DB2-BD59-A6C34878D82A}">
                    <a16:rowId xmlns:a16="http://schemas.microsoft.com/office/drawing/2014/main" val="2866895115"/>
                  </a:ext>
                </a:extLst>
              </a:tr>
              <a:tr h="370840">
                <a:tc>
                  <a:txBody>
                    <a:bodyPr/>
                    <a:lstStyle/>
                    <a:p>
                      <a:r>
                        <a:rPr lang="en-US" sz="2400" b="1" i="1" dirty="0"/>
                        <a:t>Dividend Payout Ratio  in % </a:t>
                      </a:r>
                      <a:endParaRPr lang="en-IN" sz="2400" b="1" i="1" dirty="0"/>
                    </a:p>
                  </a:txBody>
                  <a:tcPr/>
                </a:tc>
                <a:tc>
                  <a:txBody>
                    <a:bodyPr/>
                    <a:lstStyle/>
                    <a:p>
                      <a:pPr algn="r"/>
                      <a:r>
                        <a:rPr lang="en-IN" sz="2400" b="1" dirty="0"/>
                        <a:t>97</a:t>
                      </a:r>
                    </a:p>
                  </a:txBody>
                  <a:tcPr/>
                </a:tc>
                <a:tc>
                  <a:txBody>
                    <a:bodyPr/>
                    <a:lstStyle/>
                    <a:p>
                      <a:pPr algn="r"/>
                      <a:r>
                        <a:rPr lang="en-IN" sz="2400" b="1" dirty="0"/>
                        <a:t>119</a:t>
                      </a:r>
                    </a:p>
                  </a:txBody>
                  <a:tcPr/>
                </a:tc>
                <a:tc>
                  <a:txBody>
                    <a:bodyPr/>
                    <a:lstStyle/>
                    <a:p>
                      <a:pPr algn="r"/>
                      <a:r>
                        <a:rPr lang="en-IN" sz="2400" b="1" dirty="0"/>
                        <a:t>101</a:t>
                      </a:r>
                    </a:p>
                  </a:txBody>
                  <a:tcPr/>
                </a:tc>
                <a:tc>
                  <a:txBody>
                    <a:bodyPr/>
                    <a:lstStyle/>
                    <a:p>
                      <a:pPr algn="r"/>
                      <a:r>
                        <a:rPr lang="en-IN" sz="2400" b="1" dirty="0"/>
                        <a:t>101</a:t>
                      </a:r>
                    </a:p>
                  </a:txBody>
                  <a:tcPr/>
                </a:tc>
                <a:tc>
                  <a:txBody>
                    <a:bodyPr/>
                    <a:lstStyle/>
                    <a:p>
                      <a:pPr algn="r"/>
                      <a:r>
                        <a:rPr lang="en-IN" sz="2400" b="1" dirty="0"/>
                        <a:t>99</a:t>
                      </a:r>
                    </a:p>
                  </a:txBody>
                  <a:tcPr/>
                </a:tc>
                <a:extLst>
                  <a:ext uri="{0D108BD9-81ED-4DB2-BD59-A6C34878D82A}">
                    <a16:rowId xmlns:a16="http://schemas.microsoft.com/office/drawing/2014/main" val="1768596027"/>
                  </a:ext>
                </a:extLst>
              </a:tr>
              <a:tr h="370840">
                <a:tc>
                  <a:txBody>
                    <a:bodyPr/>
                    <a:lstStyle/>
                    <a:p>
                      <a:r>
                        <a:rPr lang="en-US" sz="2400" b="1" dirty="0"/>
                        <a:t>Average DPR in %</a:t>
                      </a:r>
                      <a:endParaRPr lang="en-IN" sz="2400" b="1" dirty="0"/>
                    </a:p>
                  </a:txBody>
                  <a:tcPr/>
                </a:tc>
                <a:tc>
                  <a:txBody>
                    <a:bodyPr/>
                    <a:lstStyle/>
                    <a:p>
                      <a:pPr algn="r"/>
                      <a:r>
                        <a:rPr lang="en-US" sz="2400" b="1" dirty="0"/>
                        <a:t>226/217.72=</a:t>
                      </a:r>
                    </a:p>
                    <a:p>
                      <a:pPr algn="r"/>
                      <a:r>
                        <a:rPr lang="en-US" sz="2400" b="1" dirty="0">
                          <a:highlight>
                            <a:srgbClr val="FFFF00"/>
                          </a:highlight>
                        </a:rPr>
                        <a:t>104%</a:t>
                      </a:r>
                      <a:endParaRPr lang="en-IN" sz="2400" b="1" dirty="0">
                        <a:highlight>
                          <a:srgbClr val="FFFF00"/>
                        </a:highlight>
                      </a:endParaRPr>
                    </a:p>
                  </a:txBody>
                  <a:tcPr/>
                </a:tc>
                <a:tc>
                  <a:txBody>
                    <a:bodyPr/>
                    <a:lstStyle/>
                    <a:p>
                      <a:pPr algn="r"/>
                      <a:endParaRPr lang="en-IN" sz="2400" dirty="0"/>
                    </a:p>
                  </a:txBody>
                  <a:tcPr/>
                </a:tc>
                <a:tc>
                  <a:txBody>
                    <a:bodyPr/>
                    <a:lstStyle/>
                    <a:p>
                      <a:pPr algn="r"/>
                      <a:r>
                        <a:rPr lang="en-IN" sz="2400" dirty="0">
                          <a:highlight>
                            <a:srgbClr val="FFFF00"/>
                          </a:highlight>
                        </a:rPr>
                        <a:t>Let us assume 97 %</a:t>
                      </a:r>
                    </a:p>
                  </a:txBody>
                  <a:tcPr/>
                </a:tc>
                <a:tc>
                  <a:txBody>
                    <a:bodyPr/>
                    <a:lstStyle/>
                    <a:p>
                      <a:pPr algn="r"/>
                      <a:endParaRPr lang="en-IN" sz="2400" dirty="0"/>
                    </a:p>
                  </a:txBody>
                  <a:tcPr/>
                </a:tc>
                <a:tc>
                  <a:txBody>
                    <a:bodyPr/>
                    <a:lstStyle/>
                    <a:p>
                      <a:pPr algn="r"/>
                      <a:endParaRPr lang="en-IN" sz="2400" dirty="0"/>
                    </a:p>
                  </a:txBody>
                  <a:tcPr/>
                </a:tc>
                <a:extLst>
                  <a:ext uri="{0D108BD9-81ED-4DB2-BD59-A6C34878D82A}">
                    <a16:rowId xmlns:a16="http://schemas.microsoft.com/office/drawing/2014/main" val="3879119408"/>
                  </a:ext>
                </a:extLst>
              </a:tr>
            </a:tbl>
          </a:graphicData>
        </a:graphic>
      </p:graphicFrame>
    </p:spTree>
    <p:extLst>
      <p:ext uri="{BB962C8B-B14F-4D97-AF65-F5344CB8AC3E}">
        <p14:creationId xmlns:p14="http://schemas.microsoft.com/office/powerpoint/2010/main" val="4128501568"/>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98A42-664B-4DEE-B88B-4DDCC035170D}"/>
              </a:ext>
            </a:extLst>
          </p:cNvPr>
          <p:cNvSpPr>
            <a:spLocks noGrp="1"/>
          </p:cNvSpPr>
          <p:nvPr>
            <p:ph type="title"/>
          </p:nvPr>
        </p:nvSpPr>
        <p:spPr/>
        <p:txBody>
          <a:bodyPr>
            <a:noAutofit/>
          </a:bodyPr>
          <a:lstStyle/>
          <a:p>
            <a:pPr algn="ctr"/>
            <a:r>
              <a:rPr lang="en-US" sz="3200" dirty="0"/>
              <a:t> </a:t>
            </a:r>
            <a:r>
              <a:rPr lang="en-US" sz="3200" b="1" dirty="0"/>
              <a:t>ROE of Colgate Palmolive India  for the last 5 years &amp; its Average </a:t>
            </a:r>
            <a:br>
              <a:rPr lang="en-US" sz="3200" b="1" dirty="0"/>
            </a:br>
            <a:r>
              <a:rPr lang="en-US" sz="3200" b="1" dirty="0"/>
              <a:t>( </a:t>
            </a:r>
            <a:r>
              <a:rPr lang="en-US" sz="3200" b="1" u="sng" dirty="0"/>
              <a:t>Moneycontrol.com</a:t>
            </a:r>
            <a:r>
              <a:rPr lang="en-US" sz="3200" b="1" dirty="0"/>
              <a:t>; refer Financials, then Ratios </a:t>
            </a:r>
            <a:br>
              <a:rPr lang="en-US" sz="3200" b="1" dirty="0"/>
            </a:br>
            <a:r>
              <a:rPr lang="en-US" sz="3200" b="1" dirty="0"/>
              <a:t>and then Return ratios )</a:t>
            </a:r>
            <a:endParaRPr lang="en-IN" sz="3200" b="1" dirty="0"/>
          </a:p>
        </p:txBody>
      </p:sp>
      <p:graphicFrame>
        <p:nvGraphicFramePr>
          <p:cNvPr id="4" name="Table 4">
            <a:extLst>
              <a:ext uri="{FF2B5EF4-FFF2-40B4-BE49-F238E27FC236}">
                <a16:creationId xmlns:a16="http://schemas.microsoft.com/office/drawing/2014/main" id="{AD152CE1-FCA7-4F81-A0C6-C38960E0D569}"/>
              </a:ext>
            </a:extLst>
          </p:cNvPr>
          <p:cNvGraphicFramePr>
            <a:graphicFrameLocks noGrp="1"/>
          </p:cNvGraphicFramePr>
          <p:nvPr>
            <p:ph idx="1"/>
          </p:nvPr>
        </p:nvGraphicFramePr>
        <p:xfrm>
          <a:off x="838200" y="2389591"/>
          <a:ext cx="10515600" cy="1737360"/>
        </p:xfrm>
        <a:graphic>
          <a:graphicData uri="http://schemas.openxmlformats.org/drawingml/2006/table">
            <a:tbl>
              <a:tblPr firstRow="1" bandRow="1">
                <a:tableStyleId>{21E4AEA4-8DFA-4A89-87EB-49C32662AFE0}</a:tableStyleId>
              </a:tblPr>
              <a:tblGrid>
                <a:gridCol w="1752600">
                  <a:extLst>
                    <a:ext uri="{9D8B030D-6E8A-4147-A177-3AD203B41FA5}">
                      <a16:colId xmlns:a16="http://schemas.microsoft.com/office/drawing/2014/main" val="2955746128"/>
                    </a:ext>
                  </a:extLst>
                </a:gridCol>
                <a:gridCol w="1752600">
                  <a:extLst>
                    <a:ext uri="{9D8B030D-6E8A-4147-A177-3AD203B41FA5}">
                      <a16:colId xmlns:a16="http://schemas.microsoft.com/office/drawing/2014/main" val="108144269"/>
                    </a:ext>
                  </a:extLst>
                </a:gridCol>
                <a:gridCol w="1752600">
                  <a:extLst>
                    <a:ext uri="{9D8B030D-6E8A-4147-A177-3AD203B41FA5}">
                      <a16:colId xmlns:a16="http://schemas.microsoft.com/office/drawing/2014/main" val="2195941269"/>
                    </a:ext>
                  </a:extLst>
                </a:gridCol>
                <a:gridCol w="1752600">
                  <a:extLst>
                    <a:ext uri="{9D8B030D-6E8A-4147-A177-3AD203B41FA5}">
                      <a16:colId xmlns:a16="http://schemas.microsoft.com/office/drawing/2014/main" val="996710189"/>
                    </a:ext>
                  </a:extLst>
                </a:gridCol>
                <a:gridCol w="1752600">
                  <a:extLst>
                    <a:ext uri="{9D8B030D-6E8A-4147-A177-3AD203B41FA5}">
                      <a16:colId xmlns:a16="http://schemas.microsoft.com/office/drawing/2014/main" val="1579356880"/>
                    </a:ext>
                  </a:extLst>
                </a:gridCol>
                <a:gridCol w="1752600">
                  <a:extLst>
                    <a:ext uri="{9D8B030D-6E8A-4147-A177-3AD203B41FA5}">
                      <a16:colId xmlns:a16="http://schemas.microsoft.com/office/drawing/2014/main" val="2207470606"/>
                    </a:ext>
                  </a:extLst>
                </a:gridCol>
              </a:tblGrid>
              <a:tr h="0">
                <a:tc>
                  <a:txBody>
                    <a:bodyPr/>
                    <a:lstStyle/>
                    <a:p>
                      <a:r>
                        <a:rPr lang="en-US" sz="2400" dirty="0"/>
                        <a:t>Particulars</a:t>
                      </a:r>
                      <a:endParaRPr lang="en-IN" sz="2400" dirty="0"/>
                    </a:p>
                  </a:txBody>
                  <a:tcPr/>
                </a:tc>
                <a:tc>
                  <a:txBody>
                    <a:bodyPr/>
                    <a:lstStyle/>
                    <a:p>
                      <a:r>
                        <a:rPr lang="en-IN" sz="2400" dirty="0"/>
                        <a:t>March 2025</a:t>
                      </a:r>
                    </a:p>
                  </a:txBody>
                  <a:tcPr/>
                </a:tc>
                <a:tc>
                  <a:txBody>
                    <a:bodyPr/>
                    <a:lstStyle/>
                    <a:p>
                      <a:r>
                        <a:rPr lang="en-IN" sz="2400" dirty="0"/>
                        <a:t>   2024</a:t>
                      </a:r>
                    </a:p>
                  </a:txBody>
                  <a:tcPr/>
                </a:tc>
                <a:tc>
                  <a:txBody>
                    <a:bodyPr/>
                    <a:lstStyle/>
                    <a:p>
                      <a:r>
                        <a:rPr lang="en-IN" sz="2400" dirty="0"/>
                        <a:t> 2023</a:t>
                      </a:r>
                    </a:p>
                  </a:txBody>
                  <a:tcPr/>
                </a:tc>
                <a:tc>
                  <a:txBody>
                    <a:bodyPr/>
                    <a:lstStyle/>
                    <a:p>
                      <a:r>
                        <a:rPr lang="en-IN" sz="2400" dirty="0"/>
                        <a:t>2022</a:t>
                      </a:r>
                    </a:p>
                  </a:txBody>
                  <a:tcPr/>
                </a:tc>
                <a:tc>
                  <a:txBody>
                    <a:bodyPr/>
                    <a:lstStyle/>
                    <a:p>
                      <a:r>
                        <a:rPr lang="en-US" sz="2400" dirty="0"/>
                        <a:t>   2021</a:t>
                      </a:r>
                      <a:endParaRPr lang="en-IN" sz="2400" dirty="0"/>
                    </a:p>
                  </a:txBody>
                  <a:tcPr/>
                </a:tc>
                <a:extLst>
                  <a:ext uri="{0D108BD9-81ED-4DB2-BD59-A6C34878D82A}">
                    <a16:rowId xmlns:a16="http://schemas.microsoft.com/office/drawing/2014/main" val="913232642"/>
                  </a:ext>
                </a:extLst>
              </a:tr>
              <a:tr h="370840">
                <a:tc>
                  <a:txBody>
                    <a:bodyPr/>
                    <a:lstStyle/>
                    <a:p>
                      <a:r>
                        <a:rPr lang="en-US" sz="2400" b="1" dirty="0"/>
                        <a:t>ROE  in % </a:t>
                      </a:r>
                      <a:endParaRPr lang="en-IN" sz="2400" b="1" i="1" dirty="0"/>
                    </a:p>
                  </a:txBody>
                  <a:tcPr/>
                </a:tc>
                <a:tc>
                  <a:txBody>
                    <a:bodyPr/>
                    <a:lstStyle/>
                    <a:p>
                      <a:pPr algn="r"/>
                      <a:r>
                        <a:rPr lang="en-IN" sz="2400" b="1" dirty="0"/>
                        <a:t>86.32</a:t>
                      </a:r>
                    </a:p>
                  </a:txBody>
                  <a:tcPr/>
                </a:tc>
                <a:tc>
                  <a:txBody>
                    <a:bodyPr/>
                    <a:lstStyle/>
                    <a:p>
                      <a:pPr algn="r"/>
                      <a:r>
                        <a:rPr lang="en-IN" sz="2400" b="1" dirty="0"/>
                        <a:t>70.61</a:t>
                      </a:r>
                    </a:p>
                  </a:txBody>
                  <a:tcPr/>
                </a:tc>
                <a:tc>
                  <a:txBody>
                    <a:bodyPr/>
                    <a:lstStyle/>
                    <a:p>
                      <a:pPr algn="r"/>
                      <a:r>
                        <a:rPr lang="en-IN" sz="2400" b="1" dirty="0"/>
                        <a:t>61.00</a:t>
                      </a:r>
                    </a:p>
                  </a:txBody>
                  <a:tcPr/>
                </a:tc>
                <a:tc>
                  <a:txBody>
                    <a:bodyPr/>
                    <a:lstStyle/>
                    <a:p>
                      <a:pPr algn="r"/>
                      <a:r>
                        <a:rPr lang="en-IN" sz="2400" b="1" dirty="0"/>
                        <a:t>62.16</a:t>
                      </a:r>
                    </a:p>
                  </a:txBody>
                  <a:tcPr/>
                </a:tc>
                <a:tc>
                  <a:txBody>
                    <a:bodyPr/>
                    <a:lstStyle/>
                    <a:p>
                      <a:pPr algn="r"/>
                      <a:r>
                        <a:rPr lang="en-IN" sz="2400" b="1" dirty="0"/>
                        <a:t>88.80 </a:t>
                      </a:r>
                    </a:p>
                  </a:txBody>
                  <a:tcPr/>
                </a:tc>
                <a:extLst>
                  <a:ext uri="{0D108BD9-81ED-4DB2-BD59-A6C34878D82A}">
                    <a16:rowId xmlns:a16="http://schemas.microsoft.com/office/drawing/2014/main" val="1768596027"/>
                  </a:ext>
                </a:extLst>
              </a:tr>
              <a:tr h="370840">
                <a:tc>
                  <a:txBody>
                    <a:bodyPr/>
                    <a:lstStyle/>
                    <a:p>
                      <a:r>
                        <a:rPr lang="en-US" sz="2400" b="1" dirty="0"/>
                        <a:t>Average ROE in %</a:t>
                      </a:r>
                      <a:endParaRPr lang="en-IN" sz="2400" b="1" dirty="0"/>
                    </a:p>
                  </a:txBody>
                  <a:tcPr/>
                </a:tc>
                <a:tc>
                  <a:txBody>
                    <a:bodyPr/>
                    <a:lstStyle/>
                    <a:p>
                      <a:pPr algn="r"/>
                      <a:r>
                        <a:rPr lang="en-US" sz="2400" b="1" dirty="0"/>
                        <a:t>73.78%</a:t>
                      </a:r>
                      <a:endParaRPr lang="en-IN" sz="2400" b="1" dirty="0"/>
                    </a:p>
                  </a:txBody>
                  <a:tcPr/>
                </a:tc>
                <a:tc>
                  <a:txBody>
                    <a:bodyPr/>
                    <a:lstStyle/>
                    <a:p>
                      <a:pPr algn="r"/>
                      <a:r>
                        <a:rPr lang="en-IN" sz="2400" dirty="0">
                          <a:highlight>
                            <a:srgbClr val="FFFF00"/>
                          </a:highlight>
                        </a:rPr>
                        <a:t>74%</a:t>
                      </a:r>
                    </a:p>
                  </a:txBody>
                  <a:tcPr/>
                </a:tc>
                <a:tc>
                  <a:txBody>
                    <a:bodyPr/>
                    <a:lstStyle/>
                    <a:p>
                      <a:pPr algn="r"/>
                      <a:endParaRPr lang="en-IN" sz="2400" dirty="0">
                        <a:highlight>
                          <a:srgbClr val="FFFF00"/>
                        </a:highlight>
                      </a:endParaRPr>
                    </a:p>
                  </a:txBody>
                  <a:tcPr/>
                </a:tc>
                <a:tc>
                  <a:txBody>
                    <a:bodyPr/>
                    <a:lstStyle/>
                    <a:p>
                      <a:pPr algn="r"/>
                      <a:endParaRPr lang="en-IN" sz="2400" dirty="0"/>
                    </a:p>
                  </a:txBody>
                  <a:tcPr/>
                </a:tc>
                <a:tc>
                  <a:txBody>
                    <a:bodyPr/>
                    <a:lstStyle/>
                    <a:p>
                      <a:pPr algn="r"/>
                      <a:endParaRPr lang="en-IN" sz="2400" dirty="0"/>
                    </a:p>
                  </a:txBody>
                  <a:tcPr/>
                </a:tc>
                <a:extLst>
                  <a:ext uri="{0D108BD9-81ED-4DB2-BD59-A6C34878D82A}">
                    <a16:rowId xmlns:a16="http://schemas.microsoft.com/office/drawing/2014/main" val="3879119408"/>
                  </a:ext>
                </a:extLst>
              </a:tr>
            </a:tbl>
          </a:graphicData>
        </a:graphic>
      </p:graphicFrame>
    </p:spTree>
    <p:extLst>
      <p:ext uri="{BB962C8B-B14F-4D97-AF65-F5344CB8AC3E}">
        <p14:creationId xmlns:p14="http://schemas.microsoft.com/office/powerpoint/2010/main" val="2568854034"/>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EF44D-FA82-4098-AD96-43AC819CC9D5}"/>
              </a:ext>
            </a:extLst>
          </p:cNvPr>
          <p:cNvSpPr>
            <a:spLocks noGrp="1"/>
          </p:cNvSpPr>
          <p:nvPr>
            <p:ph type="title"/>
          </p:nvPr>
        </p:nvSpPr>
        <p:spPr/>
        <p:txBody>
          <a:bodyPr/>
          <a:lstStyle/>
          <a:p>
            <a:pPr algn="ctr"/>
            <a:r>
              <a:rPr lang="en-US" b="1" dirty="0"/>
              <a:t>Fundamental growth rate of CPIL </a:t>
            </a:r>
            <a:endParaRPr lang="en-IN" b="1" dirty="0"/>
          </a:p>
        </p:txBody>
      </p:sp>
      <p:sp>
        <p:nvSpPr>
          <p:cNvPr id="3" name="Content Placeholder 2">
            <a:extLst>
              <a:ext uri="{FF2B5EF4-FFF2-40B4-BE49-F238E27FC236}">
                <a16:creationId xmlns:a16="http://schemas.microsoft.com/office/drawing/2014/main" id="{1D263C48-FDFA-49DF-9785-0E8447725089}"/>
              </a:ext>
            </a:extLst>
          </p:cNvPr>
          <p:cNvSpPr>
            <a:spLocks noGrp="1"/>
          </p:cNvSpPr>
          <p:nvPr>
            <p:ph idx="1"/>
          </p:nvPr>
        </p:nvSpPr>
        <p:spPr/>
        <p:txBody>
          <a:bodyPr/>
          <a:lstStyle/>
          <a:p>
            <a:pPr marL="0" indent="0">
              <a:buNone/>
            </a:pPr>
            <a:r>
              <a:rPr lang="en-US" b="1" dirty="0"/>
              <a:t>ROE </a:t>
            </a:r>
            <a:r>
              <a:rPr lang="en-US" dirty="0"/>
              <a:t>: 74 %</a:t>
            </a:r>
          </a:p>
          <a:p>
            <a:pPr marL="0" indent="0">
              <a:buNone/>
            </a:pPr>
            <a:r>
              <a:rPr lang="en-US" b="1" dirty="0"/>
              <a:t>DPR</a:t>
            </a:r>
            <a:r>
              <a:rPr lang="en-US" dirty="0"/>
              <a:t> :  97 %</a:t>
            </a:r>
          </a:p>
          <a:p>
            <a:pPr marL="0" indent="0">
              <a:buNone/>
            </a:pPr>
            <a:r>
              <a:rPr lang="en-US" b="1" dirty="0"/>
              <a:t>Fundamental growth rate </a:t>
            </a:r>
            <a:r>
              <a:rPr lang="en-US" dirty="0"/>
              <a:t>= 74 % ( 1-0.97) = </a:t>
            </a:r>
            <a:r>
              <a:rPr lang="en-US" b="1" dirty="0"/>
              <a:t>2.22%</a:t>
            </a:r>
          </a:p>
          <a:p>
            <a:pPr marL="0" indent="0">
              <a:buNone/>
            </a:pPr>
            <a:r>
              <a:rPr lang="en-US" dirty="0"/>
              <a:t> </a:t>
            </a:r>
          </a:p>
          <a:p>
            <a:pPr marL="0" indent="0">
              <a:buNone/>
            </a:pPr>
            <a:r>
              <a:rPr lang="en-US" b="1" dirty="0"/>
              <a:t>Long Run growth rate for India </a:t>
            </a:r>
            <a:r>
              <a:rPr lang="en-US" dirty="0"/>
              <a:t>= 6%</a:t>
            </a:r>
          </a:p>
          <a:p>
            <a:pPr marL="0" indent="0">
              <a:buNone/>
            </a:pPr>
            <a:endParaRPr lang="en-US" dirty="0"/>
          </a:p>
          <a:p>
            <a:pPr marL="0" indent="0">
              <a:buNone/>
            </a:pPr>
            <a:r>
              <a:rPr lang="en-US" dirty="0"/>
              <a:t>Hence , </a:t>
            </a:r>
            <a:r>
              <a:rPr lang="en-US" b="1" dirty="0"/>
              <a:t>the firm is in Stable growth phase </a:t>
            </a:r>
            <a:endParaRPr lang="en-IN"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44C26767-D8CF-A307-B1FE-EF934C673BAD}"/>
                  </a:ext>
                </a:extLst>
              </p14:cNvPr>
              <p14:cNvContentPartPr/>
              <p14:nvPr/>
            </p14:nvContentPartPr>
            <p14:xfrm>
              <a:off x="4245120" y="2548440"/>
              <a:ext cx="4491720" cy="3054240"/>
            </p14:xfrm>
          </p:contentPart>
        </mc:Choice>
        <mc:Fallback xmlns="">
          <p:pic>
            <p:nvPicPr>
              <p:cNvPr id="4" name="Ink 3">
                <a:extLst>
                  <a:ext uri="{FF2B5EF4-FFF2-40B4-BE49-F238E27FC236}">
                    <a16:creationId xmlns:a16="http://schemas.microsoft.com/office/drawing/2014/main" id="{44C26767-D8CF-A307-B1FE-EF934C673BAD}"/>
                  </a:ext>
                </a:extLst>
              </p:cNvPr>
              <p:cNvPicPr/>
              <p:nvPr/>
            </p:nvPicPr>
            <p:blipFill>
              <a:blip r:embed="rId3"/>
              <a:stretch>
                <a:fillRect/>
              </a:stretch>
            </p:blipFill>
            <p:spPr>
              <a:xfrm>
                <a:off x="4235760" y="2539080"/>
                <a:ext cx="4510440" cy="3072960"/>
              </a:xfrm>
              <a:prstGeom prst="rect">
                <a:avLst/>
              </a:prstGeom>
            </p:spPr>
          </p:pic>
        </mc:Fallback>
      </mc:AlternateContent>
    </p:spTree>
    <p:extLst>
      <p:ext uri="{BB962C8B-B14F-4D97-AF65-F5344CB8AC3E}">
        <p14:creationId xmlns:p14="http://schemas.microsoft.com/office/powerpoint/2010/main" val="3431660636"/>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9654D-2987-4163-8709-1F59985A8204}"/>
              </a:ext>
            </a:extLst>
          </p:cNvPr>
          <p:cNvSpPr>
            <a:spLocks noGrp="1"/>
          </p:cNvSpPr>
          <p:nvPr>
            <p:ph type="title"/>
          </p:nvPr>
        </p:nvSpPr>
        <p:spPr/>
        <p:txBody>
          <a:bodyPr/>
          <a:lstStyle/>
          <a:p>
            <a:pPr algn="ctr"/>
            <a:r>
              <a:rPr lang="en-US" b="1" dirty="0"/>
              <a:t> COE for CPIL  </a:t>
            </a:r>
            <a:endParaRPr lang="en-IN" b="1" dirty="0"/>
          </a:p>
        </p:txBody>
      </p:sp>
      <p:sp>
        <p:nvSpPr>
          <p:cNvPr id="3" name="Content Placeholder 2">
            <a:extLst>
              <a:ext uri="{FF2B5EF4-FFF2-40B4-BE49-F238E27FC236}">
                <a16:creationId xmlns:a16="http://schemas.microsoft.com/office/drawing/2014/main" id="{B882D781-FD61-441C-ADF0-26BDCF0B7435}"/>
              </a:ext>
            </a:extLst>
          </p:cNvPr>
          <p:cNvSpPr>
            <a:spLocks noGrp="1"/>
          </p:cNvSpPr>
          <p:nvPr>
            <p:ph idx="1"/>
          </p:nvPr>
        </p:nvSpPr>
        <p:spPr/>
        <p:txBody>
          <a:bodyPr/>
          <a:lstStyle/>
          <a:p>
            <a:r>
              <a:rPr lang="en-US" b="1" dirty="0"/>
              <a:t>Risk free rate (for India) </a:t>
            </a:r>
          </a:p>
          <a:p>
            <a:pPr marL="0" indent="0">
              <a:buNone/>
            </a:pPr>
            <a:endParaRPr lang="en-US" dirty="0"/>
          </a:p>
          <a:p>
            <a:pPr marL="0" indent="0">
              <a:buNone/>
            </a:pPr>
            <a:r>
              <a:rPr lang="en-US" i="1" u="sng" dirty="0"/>
              <a:t>Yield on 40 year Indian govt bond </a:t>
            </a:r>
            <a:r>
              <a:rPr lang="en-US" dirty="0"/>
              <a:t>= </a:t>
            </a:r>
            <a:r>
              <a:rPr lang="en-US" b="1" dirty="0"/>
              <a:t>7.35 % ( on 27 November 2025)</a:t>
            </a:r>
          </a:p>
          <a:p>
            <a:pPr marL="0" indent="0">
              <a:buNone/>
            </a:pPr>
            <a:endParaRPr lang="en-US" dirty="0"/>
          </a:p>
          <a:p>
            <a:pPr marL="0" indent="0">
              <a:buNone/>
            </a:pPr>
            <a:endParaRPr lang="en-US" dirty="0"/>
          </a:p>
          <a:p>
            <a:pPr marL="0" indent="0">
              <a:buNone/>
            </a:pPr>
            <a:r>
              <a:rPr lang="en-US" b="1" dirty="0"/>
              <a:t>Source: Investing.com</a:t>
            </a:r>
            <a:r>
              <a:rPr lang="en-US" dirty="0"/>
              <a:t> database </a:t>
            </a:r>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C44F53EA-409E-3090-8C0B-B92E9B1A53D9}"/>
                  </a:ext>
                </a:extLst>
              </p14:cNvPr>
              <p14:cNvContentPartPr/>
              <p14:nvPr/>
            </p14:nvContentPartPr>
            <p14:xfrm>
              <a:off x="5139360" y="2603160"/>
              <a:ext cx="5612760" cy="1186200"/>
            </p14:xfrm>
          </p:contentPart>
        </mc:Choice>
        <mc:Fallback xmlns="">
          <p:pic>
            <p:nvPicPr>
              <p:cNvPr id="4" name="Ink 3">
                <a:extLst>
                  <a:ext uri="{FF2B5EF4-FFF2-40B4-BE49-F238E27FC236}">
                    <a16:creationId xmlns:a16="http://schemas.microsoft.com/office/drawing/2014/main" id="{C44F53EA-409E-3090-8C0B-B92E9B1A53D9}"/>
                  </a:ext>
                </a:extLst>
              </p:cNvPr>
              <p:cNvPicPr/>
              <p:nvPr/>
            </p:nvPicPr>
            <p:blipFill>
              <a:blip r:embed="rId3"/>
              <a:stretch>
                <a:fillRect/>
              </a:stretch>
            </p:blipFill>
            <p:spPr>
              <a:xfrm>
                <a:off x="5130000" y="2593800"/>
                <a:ext cx="5631480" cy="1204920"/>
              </a:xfrm>
              <a:prstGeom prst="rect">
                <a:avLst/>
              </a:prstGeom>
            </p:spPr>
          </p:pic>
        </mc:Fallback>
      </mc:AlternateContent>
    </p:spTree>
    <p:extLst>
      <p:ext uri="{BB962C8B-B14F-4D97-AF65-F5344CB8AC3E}">
        <p14:creationId xmlns:p14="http://schemas.microsoft.com/office/powerpoint/2010/main" val="3392052502"/>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45F7B-50DF-4DF9-9CD8-2AE103A66225}"/>
              </a:ext>
            </a:extLst>
          </p:cNvPr>
          <p:cNvSpPr>
            <a:spLocks noGrp="1"/>
          </p:cNvSpPr>
          <p:nvPr>
            <p:ph type="title"/>
          </p:nvPr>
        </p:nvSpPr>
        <p:spPr/>
        <p:txBody>
          <a:bodyPr/>
          <a:lstStyle/>
          <a:p>
            <a:pPr algn="ctr"/>
            <a:r>
              <a:rPr lang="en-US" b="1" dirty="0"/>
              <a:t>COE for CPIL </a:t>
            </a:r>
            <a:endParaRPr lang="en-IN" b="1" dirty="0"/>
          </a:p>
        </p:txBody>
      </p:sp>
      <p:sp>
        <p:nvSpPr>
          <p:cNvPr id="3" name="Content Placeholder 2">
            <a:extLst>
              <a:ext uri="{FF2B5EF4-FFF2-40B4-BE49-F238E27FC236}">
                <a16:creationId xmlns:a16="http://schemas.microsoft.com/office/drawing/2014/main" id="{E96947BE-6180-4C60-8081-50CAC4E6ECFF}"/>
              </a:ext>
            </a:extLst>
          </p:cNvPr>
          <p:cNvSpPr>
            <a:spLocks noGrp="1"/>
          </p:cNvSpPr>
          <p:nvPr>
            <p:ph idx="1"/>
          </p:nvPr>
        </p:nvSpPr>
        <p:spPr/>
        <p:txBody>
          <a:bodyPr>
            <a:normAutofit/>
          </a:bodyPr>
          <a:lstStyle/>
          <a:p>
            <a:r>
              <a:rPr lang="en-US" b="1" dirty="0"/>
              <a:t>Market Risk Premium ( MRP)</a:t>
            </a:r>
          </a:p>
          <a:p>
            <a:endParaRPr lang="en-US" dirty="0"/>
          </a:p>
          <a:p>
            <a:r>
              <a:rPr lang="en-US" b="1" i="1" u="sng" dirty="0"/>
              <a:t>India @ 7.46 %</a:t>
            </a:r>
          </a:p>
          <a:p>
            <a:endParaRPr lang="en-US" dirty="0"/>
          </a:p>
          <a:p>
            <a:pPr marL="0" indent="0">
              <a:buNone/>
            </a:pPr>
            <a:endParaRPr lang="en-US" dirty="0"/>
          </a:p>
          <a:p>
            <a:pPr marL="0" indent="0">
              <a:buNone/>
            </a:pPr>
            <a:r>
              <a:rPr lang="en-US" b="1" dirty="0"/>
              <a:t>July 2025 update by Aswath Damodaran</a:t>
            </a:r>
            <a:endParaRPr lang="en-IN"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ECC266BE-E129-1E24-1AC8-B7C24ED8E337}"/>
                  </a:ext>
                </a:extLst>
              </p14:cNvPr>
              <p14:cNvContentPartPr/>
              <p14:nvPr/>
            </p14:nvContentPartPr>
            <p14:xfrm>
              <a:off x="1541880" y="1451520"/>
              <a:ext cx="10123200" cy="5398200"/>
            </p14:xfrm>
          </p:contentPart>
        </mc:Choice>
        <mc:Fallback xmlns="">
          <p:pic>
            <p:nvPicPr>
              <p:cNvPr id="4" name="Ink 3">
                <a:extLst>
                  <a:ext uri="{FF2B5EF4-FFF2-40B4-BE49-F238E27FC236}">
                    <a16:creationId xmlns:a16="http://schemas.microsoft.com/office/drawing/2014/main" id="{ECC266BE-E129-1E24-1AC8-B7C24ED8E337}"/>
                  </a:ext>
                </a:extLst>
              </p:cNvPr>
              <p:cNvPicPr/>
              <p:nvPr/>
            </p:nvPicPr>
            <p:blipFill>
              <a:blip r:embed="rId3"/>
              <a:stretch>
                <a:fillRect/>
              </a:stretch>
            </p:blipFill>
            <p:spPr>
              <a:xfrm>
                <a:off x="1532520" y="1442160"/>
                <a:ext cx="10141920" cy="5416920"/>
              </a:xfrm>
              <a:prstGeom prst="rect">
                <a:avLst/>
              </a:prstGeom>
            </p:spPr>
          </p:pic>
        </mc:Fallback>
      </mc:AlternateContent>
    </p:spTree>
    <p:extLst>
      <p:ext uri="{BB962C8B-B14F-4D97-AF65-F5344CB8AC3E}">
        <p14:creationId xmlns:p14="http://schemas.microsoft.com/office/powerpoint/2010/main" val="3751885786"/>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00FD8-B411-44F3-BAB7-70EF8AEB899B}"/>
              </a:ext>
            </a:extLst>
          </p:cNvPr>
          <p:cNvSpPr>
            <a:spLocks noGrp="1"/>
          </p:cNvSpPr>
          <p:nvPr>
            <p:ph type="title"/>
          </p:nvPr>
        </p:nvSpPr>
        <p:spPr/>
        <p:txBody>
          <a:bodyPr/>
          <a:lstStyle/>
          <a:p>
            <a:pPr algn="ctr"/>
            <a:r>
              <a:rPr lang="en-US" b="1" dirty="0"/>
              <a:t>Equity Beta for CPIL </a:t>
            </a:r>
            <a:endParaRPr lang="en-IN" b="1" dirty="0"/>
          </a:p>
        </p:txBody>
      </p:sp>
      <p:sp>
        <p:nvSpPr>
          <p:cNvPr id="3" name="Content Placeholder 2">
            <a:extLst>
              <a:ext uri="{FF2B5EF4-FFF2-40B4-BE49-F238E27FC236}">
                <a16:creationId xmlns:a16="http://schemas.microsoft.com/office/drawing/2014/main" id="{E51DED3D-FA78-4394-A7BD-EB5395FB042D}"/>
              </a:ext>
            </a:extLst>
          </p:cNvPr>
          <p:cNvSpPr>
            <a:spLocks noGrp="1"/>
          </p:cNvSpPr>
          <p:nvPr>
            <p:ph idx="1"/>
          </p:nvPr>
        </p:nvSpPr>
        <p:spPr/>
        <p:txBody>
          <a:bodyPr/>
          <a:lstStyle/>
          <a:p>
            <a:pPr marL="0" indent="0">
              <a:buNone/>
            </a:pPr>
            <a:r>
              <a:rPr lang="en-US" b="1" dirty="0"/>
              <a:t>Beta = 0.61  (on 27 November  2025) </a:t>
            </a:r>
          </a:p>
          <a:p>
            <a:pPr marL="0" indent="0">
              <a:buNone/>
            </a:pPr>
            <a:endParaRPr lang="en-US" dirty="0"/>
          </a:p>
          <a:p>
            <a:pPr marL="0" indent="0">
              <a:buNone/>
            </a:pPr>
            <a:r>
              <a:rPr lang="en-US" b="1" dirty="0"/>
              <a:t>Source: </a:t>
            </a:r>
            <a:r>
              <a:rPr lang="en-US" dirty="0"/>
              <a:t>Moneycontrol.com  </a:t>
            </a:r>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9997E3BB-E539-8B44-6DF8-BCA8F83E34A3}"/>
                  </a:ext>
                </a:extLst>
              </p14:cNvPr>
              <p14:cNvContentPartPr/>
              <p14:nvPr/>
            </p14:nvContentPartPr>
            <p14:xfrm>
              <a:off x="1913760" y="2259720"/>
              <a:ext cx="1218240" cy="225360"/>
            </p14:xfrm>
          </p:contentPart>
        </mc:Choice>
        <mc:Fallback xmlns="">
          <p:pic>
            <p:nvPicPr>
              <p:cNvPr id="4" name="Ink 3">
                <a:extLst>
                  <a:ext uri="{FF2B5EF4-FFF2-40B4-BE49-F238E27FC236}">
                    <a16:creationId xmlns:a16="http://schemas.microsoft.com/office/drawing/2014/main" id="{9997E3BB-E539-8B44-6DF8-BCA8F83E34A3}"/>
                  </a:ext>
                </a:extLst>
              </p:cNvPr>
              <p:cNvPicPr/>
              <p:nvPr/>
            </p:nvPicPr>
            <p:blipFill>
              <a:blip r:embed="rId3"/>
              <a:stretch>
                <a:fillRect/>
              </a:stretch>
            </p:blipFill>
            <p:spPr>
              <a:xfrm>
                <a:off x="1904400" y="2250360"/>
                <a:ext cx="1236960" cy="244080"/>
              </a:xfrm>
              <a:prstGeom prst="rect">
                <a:avLst/>
              </a:prstGeom>
            </p:spPr>
          </p:pic>
        </mc:Fallback>
      </mc:AlternateContent>
    </p:spTree>
    <p:extLst>
      <p:ext uri="{BB962C8B-B14F-4D97-AF65-F5344CB8AC3E}">
        <p14:creationId xmlns:p14="http://schemas.microsoft.com/office/powerpoint/2010/main" val="1998443762"/>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C923D-E35F-48C9-9343-DB9A94F96C4F}"/>
              </a:ext>
            </a:extLst>
          </p:cNvPr>
          <p:cNvSpPr>
            <a:spLocks noGrp="1"/>
          </p:cNvSpPr>
          <p:nvPr>
            <p:ph type="title"/>
          </p:nvPr>
        </p:nvSpPr>
        <p:spPr/>
        <p:txBody>
          <a:bodyPr/>
          <a:lstStyle/>
          <a:p>
            <a:pPr algn="ctr"/>
            <a:r>
              <a:rPr lang="en-US" b="1" dirty="0"/>
              <a:t>Cost of Equity for CPIL ( 27 November 2025)</a:t>
            </a:r>
            <a:endParaRPr lang="en-IN" b="1" dirty="0"/>
          </a:p>
        </p:txBody>
      </p:sp>
      <p:sp>
        <p:nvSpPr>
          <p:cNvPr id="3" name="Content Placeholder 2">
            <a:extLst>
              <a:ext uri="{FF2B5EF4-FFF2-40B4-BE49-F238E27FC236}">
                <a16:creationId xmlns:a16="http://schemas.microsoft.com/office/drawing/2014/main" id="{77CF720A-C88C-49C3-9083-269DB4055AF2}"/>
              </a:ext>
            </a:extLst>
          </p:cNvPr>
          <p:cNvSpPr>
            <a:spLocks noGrp="1"/>
          </p:cNvSpPr>
          <p:nvPr>
            <p:ph idx="1"/>
          </p:nvPr>
        </p:nvSpPr>
        <p:spPr/>
        <p:txBody>
          <a:bodyPr/>
          <a:lstStyle/>
          <a:p>
            <a:r>
              <a:rPr lang="en-US" b="1" dirty="0"/>
              <a:t>Rf</a:t>
            </a:r>
            <a:r>
              <a:rPr lang="en-US" dirty="0"/>
              <a:t> = 7.35 %</a:t>
            </a:r>
          </a:p>
          <a:p>
            <a:r>
              <a:rPr lang="en-US" b="1" dirty="0"/>
              <a:t>MRP</a:t>
            </a:r>
            <a:r>
              <a:rPr lang="en-US" dirty="0"/>
              <a:t>= 7.46 %</a:t>
            </a:r>
          </a:p>
          <a:p>
            <a:r>
              <a:rPr lang="en-US" b="1" dirty="0"/>
              <a:t>Beta</a:t>
            </a:r>
            <a:r>
              <a:rPr lang="en-US" dirty="0"/>
              <a:t>  = 0.61</a:t>
            </a:r>
          </a:p>
          <a:p>
            <a:endParaRPr lang="en-US" dirty="0"/>
          </a:p>
          <a:p>
            <a:r>
              <a:rPr lang="en-US" b="1" u="sng" dirty="0"/>
              <a:t>COE</a:t>
            </a:r>
            <a:r>
              <a:rPr lang="en-US" dirty="0"/>
              <a:t> = 7.35 % + (0.61* 7.46 %) = </a:t>
            </a:r>
            <a:r>
              <a:rPr lang="en-US" b="1" u="sng" dirty="0"/>
              <a:t>11.90 %</a:t>
            </a:r>
          </a:p>
          <a:p>
            <a:endParaRPr lang="en-US" b="1" u="sng" dirty="0"/>
          </a:p>
          <a:p>
            <a:r>
              <a:rPr lang="en-US" b="1" u="sng" dirty="0"/>
              <a:t>But we may consider  9.60 % ( 6 % + 0.6 *6 %) for CPIL as it is a </a:t>
            </a:r>
            <a:r>
              <a:rPr lang="en-US" b="1" u="sng" dirty="0">
                <a:highlight>
                  <a:srgbClr val="FFFF00"/>
                </a:highlight>
              </a:rPr>
              <a:t>stable firm </a:t>
            </a:r>
            <a:endParaRPr lang="en-IN" b="1" u="sng" dirty="0">
              <a:highlight>
                <a:srgbClr val="FFFF00"/>
              </a:highlight>
            </a:endParaRPr>
          </a:p>
        </p:txBody>
      </p:sp>
    </p:spTree>
    <p:extLst>
      <p:ext uri="{BB962C8B-B14F-4D97-AF65-F5344CB8AC3E}">
        <p14:creationId xmlns:p14="http://schemas.microsoft.com/office/powerpoint/2010/main" val="2454101757"/>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41DF2-9463-403D-BCBF-F9EF00AE6061}"/>
              </a:ext>
            </a:extLst>
          </p:cNvPr>
          <p:cNvSpPr>
            <a:spLocks noGrp="1"/>
          </p:cNvSpPr>
          <p:nvPr>
            <p:ph type="title"/>
          </p:nvPr>
        </p:nvSpPr>
        <p:spPr/>
        <p:txBody>
          <a:bodyPr/>
          <a:lstStyle/>
          <a:p>
            <a:r>
              <a:rPr lang="en-US" b="1" dirty="0"/>
              <a:t>PE of CPIL =?</a:t>
            </a:r>
          </a:p>
        </p:txBody>
      </p:sp>
      <p:sp>
        <p:nvSpPr>
          <p:cNvPr id="3" name="Content Placeholder 2">
            <a:extLst>
              <a:ext uri="{FF2B5EF4-FFF2-40B4-BE49-F238E27FC236}">
                <a16:creationId xmlns:a16="http://schemas.microsoft.com/office/drawing/2014/main" id="{B462E694-111E-4C50-8C2B-32E450D8A4EC}"/>
              </a:ext>
            </a:extLst>
          </p:cNvPr>
          <p:cNvSpPr>
            <a:spLocks noGrp="1"/>
          </p:cNvSpPr>
          <p:nvPr>
            <p:ph idx="1"/>
          </p:nvPr>
        </p:nvSpPr>
        <p:spPr/>
        <p:txBody>
          <a:bodyPr/>
          <a:lstStyle/>
          <a:p>
            <a:pPr marL="0" indent="0">
              <a:buNone/>
            </a:pPr>
            <a:r>
              <a:rPr lang="en-US" b="1" dirty="0"/>
              <a:t>Assumptions</a:t>
            </a:r>
          </a:p>
          <a:p>
            <a:pPr marL="0" indent="0">
              <a:buNone/>
            </a:pPr>
            <a:r>
              <a:rPr lang="en-US" dirty="0"/>
              <a:t>* DPR = 97 %</a:t>
            </a:r>
          </a:p>
          <a:p>
            <a:r>
              <a:rPr lang="en-US" dirty="0"/>
              <a:t>G = 2.22 %</a:t>
            </a:r>
          </a:p>
          <a:p>
            <a:r>
              <a:rPr lang="en-US" dirty="0"/>
              <a:t>COE = 9.60 %</a:t>
            </a:r>
          </a:p>
          <a:p>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5F61FE52-32F5-816E-029D-00C00EABA027}"/>
                  </a:ext>
                </a:extLst>
              </p14:cNvPr>
              <p14:cNvContentPartPr/>
              <p14:nvPr/>
            </p14:nvContentPartPr>
            <p14:xfrm>
              <a:off x="2760120" y="1258560"/>
              <a:ext cx="8224200" cy="5504400"/>
            </p14:xfrm>
          </p:contentPart>
        </mc:Choice>
        <mc:Fallback xmlns="">
          <p:pic>
            <p:nvPicPr>
              <p:cNvPr id="4" name="Ink 3">
                <a:extLst>
                  <a:ext uri="{FF2B5EF4-FFF2-40B4-BE49-F238E27FC236}">
                    <a16:creationId xmlns:a16="http://schemas.microsoft.com/office/drawing/2014/main" id="{5F61FE52-32F5-816E-029D-00C00EABA027}"/>
                  </a:ext>
                </a:extLst>
              </p:cNvPr>
              <p:cNvPicPr/>
              <p:nvPr/>
            </p:nvPicPr>
            <p:blipFill>
              <a:blip r:embed="rId3"/>
              <a:stretch>
                <a:fillRect/>
              </a:stretch>
            </p:blipFill>
            <p:spPr>
              <a:xfrm>
                <a:off x="2750760" y="1249200"/>
                <a:ext cx="8242920" cy="5523120"/>
              </a:xfrm>
              <a:prstGeom prst="rect">
                <a:avLst/>
              </a:prstGeom>
            </p:spPr>
          </p:pic>
        </mc:Fallback>
      </mc:AlternateContent>
    </p:spTree>
    <p:extLst>
      <p:ext uri="{BB962C8B-B14F-4D97-AF65-F5344CB8AC3E}">
        <p14:creationId xmlns:p14="http://schemas.microsoft.com/office/powerpoint/2010/main" val="515205229"/>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7F6A5-5C81-C33E-AA26-3234A0C0B5D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BC553A4-E3DB-55E4-86C3-0EE87E87EC0E}"/>
              </a:ext>
            </a:extLst>
          </p:cNvPr>
          <p:cNvSpPr>
            <a:spLocks noGrp="1"/>
          </p:cNvSpPr>
          <p:nvPr>
            <p:ph idx="1"/>
          </p:nvPr>
        </p:nvSpPr>
        <p:spPr/>
        <p:txBody>
          <a:bodyPr/>
          <a:lstStyle/>
          <a:p>
            <a:endParaRPr lang="en-US"/>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4A20BA7F-BCA6-CA4A-01D5-B522531AF837}"/>
                  </a:ext>
                </a:extLst>
              </p14:cNvPr>
              <p14:cNvContentPartPr/>
              <p14:nvPr/>
            </p14:nvContentPartPr>
            <p14:xfrm>
              <a:off x="143280" y="664920"/>
              <a:ext cx="11238120" cy="6180480"/>
            </p14:xfrm>
          </p:contentPart>
        </mc:Choice>
        <mc:Fallback xmlns="">
          <p:pic>
            <p:nvPicPr>
              <p:cNvPr id="4" name="Ink 3">
                <a:extLst>
                  <a:ext uri="{FF2B5EF4-FFF2-40B4-BE49-F238E27FC236}">
                    <a16:creationId xmlns:a16="http://schemas.microsoft.com/office/drawing/2014/main" id="{4A20BA7F-BCA6-CA4A-01D5-B522531AF837}"/>
                  </a:ext>
                </a:extLst>
              </p:cNvPr>
              <p:cNvPicPr/>
              <p:nvPr/>
            </p:nvPicPr>
            <p:blipFill>
              <a:blip r:embed="rId3"/>
              <a:stretch>
                <a:fillRect/>
              </a:stretch>
            </p:blipFill>
            <p:spPr>
              <a:xfrm>
                <a:off x="133920" y="655560"/>
                <a:ext cx="11256840" cy="6199200"/>
              </a:xfrm>
              <a:prstGeom prst="rect">
                <a:avLst/>
              </a:prstGeom>
            </p:spPr>
          </p:pic>
        </mc:Fallback>
      </mc:AlternateContent>
    </p:spTree>
    <p:extLst>
      <p:ext uri="{BB962C8B-B14F-4D97-AF65-F5344CB8AC3E}">
        <p14:creationId xmlns:p14="http://schemas.microsoft.com/office/powerpoint/2010/main" val="3278140721"/>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921F3-A548-4879-A806-3DC93B53E361}"/>
              </a:ext>
            </a:extLst>
          </p:cNvPr>
          <p:cNvSpPr>
            <a:spLocks noGrp="1"/>
          </p:cNvSpPr>
          <p:nvPr>
            <p:ph type="title"/>
          </p:nvPr>
        </p:nvSpPr>
        <p:spPr/>
        <p:txBody>
          <a:bodyPr/>
          <a:lstStyle/>
          <a:p>
            <a:pPr algn="ctr"/>
            <a:r>
              <a:rPr lang="en-US" b="1" dirty="0"/>
              <a:t>PE ratio using Fundamentals for CPIL</a:t>
            </a:r>
            <a:endParaRPr lang="en-IN" b="1" dirty="0"/>
          </a:p>
        </p:txBody>
      </p:sp>
      <p:sp>
        <p:nvSpPr>
          <p:cNvPr id="3" name="Content Placeholder 2">
            <a:extLst>
              <a:ext uri="{FF2B5EF4-FFF2-40B4-BE49-F238E27FC236}">
                <a16:creationId xmlns:a16="http://schemas.microsoft.com/office/drawing/2014/main" id="{1240F283-F58D-4FD2-8A84-F648C5BE9940}"/>
              </a:ext>
            </a:extLst>
          </p:cNvPr>
          <p:cNvSpPr>
            <a:spLocks noGrp="1"/>
          </p:cNvSpPr>
          <p:nvPr>
            <p:ph idx="1"/>
          </p:nvPr>
        </p:nvSpPr>
        <p:spPr/>
        <p:txBody>
          <a:bodyPr>
            <a:normAutofit fontScale="92500" lnSpcReduction="20000"/>
          </a:bodyPr>
          <a:lstStyle/>
          <a:p>
            <a:r>
              <a:rPr lang="en-US" dirty="0"/>
              <a:t> </a:t>
            </a:r>
            <a:r>
              <a:rPr lang="en-US" b="1" dirty="0"/>
              <a:t>Predicted PE </a:t>
            </a:r>
            <a:r>
              <a:rPr lang="en-US" dirty="0"/>
              <a:t>= DPR * (1+g) / (COE-g)</a:t>
            </a:r>
          </a:p>
          <a:p>
            <a:pPr marL="0" indent="0">
              <a:buNone/>
            </a:pPr>
            <a:endParaRPr lang="en-US" dirty="0"/>
          </a:p>
          <a:p>
            <a:pPr marL="0" indent="0">
              <a:buNone/>
            </a:pPr>
            <a:r>
              <a:rPr lang="en-US" dirty="0"/>
              <a:t>= 0.97 (1.022) /  (0.096-0.022)</a:t>
            </a:r>
          </a:p>
          <a:p>
            <a:pPr marL="0" indent="0">
              <a:buNone/>
            </a:pPr>
            <a:endParaRPr lang="en-US" dirty="0"/>
          </a:p>
          <a:p>
            <a:pPr marL="0" indent="0">
              <a:buNone/>
            </a:pPr>
            <a:r>
              <a:rPr lang="en-US" dirty="0"/>
              <a:t>= 0.9913/  0.074</a:t>
            </a:r>
          </a:p>
          <a:p>
            <a:pPr marL="0" indent="0">
              <a:buNone/>
            </a:pPr>
            <a:endParaRPr lang="en-US" dirty="0"/>
          </a:p>
          <a:p>
            <a:pPr marL="0" indent="0">
              <a:buNone/>
            </a:pPr>
            <a:r>
              <a:rPr lang="en-US" b="1" dirty="0"/>
              <a:t>= 13.40 times</a:t>
            </a:r>
          </a:p>
          <a:p>
            <a:pPr marL="0" indent="0">
              <a:buNone/>
            </a:pPr>
            <a:endParaRPr lang="en-US" u="sng" dirty="0"/>
          </a:p>
          <a:p>
            <a:pPr marL="0" indent="0">
              <a:buNone/>
            </a:pPr>
            <a:r>
              <a:rPr lang="en-US" b="1" i="1" dirty="0"/>
              <a:t>Predicted Price on 27 Nov 25 = 13.40 * INR 52.83*( 1+ 0.096 / 360 * 237 = 1.06) </a:t>
            </a:r>
            <a:r>
              <a:rPr lang="en-US" b="1" i="1" dirty="0">
                <a:highlight>
                  <a:srgbClr val="FFFF00"/>
                </a:highlight>
              </a:rPr>
              <a:t>= INR 750.40  </a:t>
            </a:r>
            <a:r>
              <a:rPr lang="en-US" u="sng" dirty="0"/>
              <a:t>VS Actual </a:t>
            </a:r>
            <a:r>
              <a:rPr lang="en-US" b="1" u="sng" dirty="0"/>
              <a:t>CMP @ INR 2163.30 on 27 Nov 2025</a:t>
            </a:r>
          </a:p>
          <a:p>
            <a:pPr marL="0" indent="0">
              <a:buNone/>
            </a:pPr>
            <a:r>
              <a:rPr lang="en-US" b="1" dirty="0"/>
              <a:t>52 W low High </a:t>
            </a:r>
            <a:r>
              <a:rPr lang="en-US" u="sng" dirty="0"/>
              <a:t>: INR  2147.80 – 3115.00                           </a:t>
            </a:r>
            <a:r>
              <a:rPr lang="en-US" u="sng" dirty="0">
                <a:highlight>
                  <a:srgbClr val="FFFF00"/>
                </a:highlight>
              </a:rPr>
              <a:t>Highly Overvalued </a:t>
            </a:r>
            <a:endParaRPr lang="en-IN" u="sng" dirty="0">
              <a:highlight>
                <a:srgbClr val="FFFF00"/>
              </a:highlight>
            </a:endParaRP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898ED543-533C-47E2-2E86-4F70FA7B1143}"/>
                  </a:ext>
                </a:extLst>
              </p14:cNvPr>
              <p14:cNvContentPartPr/>
              <p14:nvPr/>
            </p14:nvContentPartPr>
            <p14:xfrm>
              <a:off x="2633400" y="5557680"/>
              <a:ext cx="5033880" cy="760680"/>
            </p14:xfrm>
          </p:contentPart>
        </mc:Choice>
        <mc:Fallback xmlns="">
          <p:pic>
            <p:nvPicPr>
              <p:cNvPr id="4" name="Ink 3">
                <a:extLst>
                  <a:ext uri="{FF2B5EF4-FFF2-40B4-BE49-F238E27FC236}">
                    <a16:creationId xmlns:a16="http://schemas.microsoft.com/office/drawing/2014/main" id="{898ED543-533C-47E2-2E86-4F70FA7B1143}"/>
                  </a:ext>
                </a:extLst>
              </p:cNvPr>
              <p:cNvPicPr/>
              <p:nvPr/>
            </p:nvPicPr>
            <p:blipFill>
              <a:blip r:embed="rId3"/>
              <a:stretch>
                <a:fillRect/>
              </a:stretch>
            </p:blipFill>
            <p:spPr>
              <a:xfrm>
                <a:off x="2624040" y="5548320"/>
                <a:ext cx="5052600" cy="779400"/>
              </a:xfrm>
              <a:prstGeom prst="rect">
                <a:avLst/>
              </a:prstGeom>
            </p:spPr>
          </p:pic>
        </mc:Fallback>
      </mc:AlternateContent>
    </p:spTree>
    <p:extLst>
      <p:ext uri="{BB962C8B-B14F-4D97-AF65-F5344CB8AC3E}">
        <p14:creationId xmlns:p14="http://schemas.microsoft.com/office/powerpoint/2010/main" val="3057288669"/>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8A8B2-9039-47B0-8C4B-9B802EDB36AA}"/>
              </a:ext>
            </a:extLst>
          </p:cNvPr>
          <p:cNvSpPr>
            <a:spLocks noGrp="1"/>
          </p:cNvSpPr>
          <p:nvPr>
            <p:ph type="title"/>
          </p:nvPr>
        </p:nvSpPr>
        <p:spPr/>
        <p:txBody>
          <a:bodyPr/>
          <a:lstStyle/>
          <a:p>
            <a:r>
              <a:rPr lang="en-US" b="1" dirty="0"/>
              <a:t>If we revise the assumptions , then PE of CPIL=?</a:t>
            </a:r>
          </a:p>
        </p:txBody>
      </p:sp>
      <p:sp>
        <p:nvSpPr>
          <p:cNvPr id="3" name="Content Placeholder 2">
            <a:extLst>
              <a:ext uri="{FF2B5EF4-FFF2-40B4-BE49-F238E27FC236}">
                <a16:creationId xmlns:a16="http://schemas.microsoft.com/office/drawing/2014/main" id="{7FBFF8C7-2CAE-4CF8-A8C8-27D0BD14E413}"/>
              </a:ext>
            </a:extLst>
          </p:cNvPr>
          <p:cNvSpPr>
            <a:spLocks noGrp="1"/>
          </p:cNvSpPr>
          <p:nvPr>
            <p:ph idx="1"/>
          </p:nvPr>
        </p:nvSpPr>
        <p:spPr/>
        <p:txBody>
          <a:bodyPr/>
          <a:lstStyle/>
          <a:p>
            <a:r>
              <a:rPr lang="en-US" b="1" u="sng" dirty="0"/>
              <a:t>Revised assumptions</a:t>
            </a:r>
          </a:p>
          <a:p>
            <a:pPr marL="0" indent="0">
              <a:buNone/>
            </a:pPr>
            <a:r>
              <a:rPr lang="en-US" dirty="0"/>
              <a:t>- </a:t>
            </a:r>
            <a:r>
              <a:rPr lang="en-US" b="1" dirty="0"/>
              <a:t>DPR @ 90 % instead of 97 %</a:t>
            </a:r>
          </a:p>
          <a:p>
            <a:pPr>
              <a:buFontTx/>
              <a:buChar char="-"/>
            </a:pPr>
            <a:r>
              <a:rPr lang="en-US" b="1" dirty="0"/>
              <a:t>Growth rate @ 6 % instead of 2.22 %</a:t>
            </a:r>
          </a:p>
          <a:p>
            <a:pPr>
              <a:buFontTx/>
              <a:buChar char="-"/>
            </a:pPr>
            <a:r>
              <a:rPr lang="en-US" dirty="0"/>
              <a:t>COE @ 9.6 %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C1D8FDE3-EA34-F1B4-B67B-4359B25F68A6}"/>
                  </a:ext>
                </a:extLst>
              </p14:cNvPr>
              <p14:cNvContentPartPr/>
              <p14:nvPr/>
            </p14:nvContentPartPr>
            <p14:xfrm>
              <a:off x="1149480" y="2891880"/>
              <a:ext cx="3100320" cy="412200"/>
            </p14:xfrm>
          </p:contentPart>
        </mc:Choice>
        <mc:Fallback xmlns="">
          <p:pic>
            <p:nvPicPr>
              <p:cNvPr id="4" name="Ink 3">
                <a:extLst>
                  <a:ext uri="{FF2B5EF4-FFF2-40B4-BE49-F238E27FC236}">
                    <a16:creationId xmlns:a16="http://schemas.microsoft.com/office/drawing/2014/main" id="{C1D8FDE3-EA34-F1B4-B67B-4359B25F68A6}"/>
                  </a:ext>
                </a:extLst>
              </p:cNvPr>
              <p:cNvPicPr/>
              <p:nvPr/>
            </p:nvPicPr>
            <p:blipFill>
              <a:blip r:embed="rId3"/>
              <a:stretch>
                <a:fillRect/>
              </a:stretch>
            </p:blipFill>
            <p:spPr>
              <a:xfrm>
                <a:off x="1140120" y="2882520"/>
                <a:ext cx="3119040" cy="430920"/>
              </a:xfrm>
              <a:prstGeom prst="rect">
                <a:avLst/>
              </a:prstGeom>
            </p:spPr>
          </p:pic>
        </mc:Fallback>
      </mc:AlternateContent>
    </p:spTree>
    <p:extLst>
      <p:ext uri="{BB962C8B-B14F-4D97-AF65-F5344CB8AC3E}">
        <p14:creationId xmlns:p14="http://schemas.microsoft.com/office/powerpoint/2010/main" val="1271679920"/>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42ABF-B09B-4262-A337-E4E90745BE7A}"/>
              </a:ext>
            </a:extLst>
          </p:cNvPr>
          <p:cNvSpPr>
            <a:spLocks noGrp="1"/>
          </p:cNvSpPr>
          <p:nvPr>
            <p:ph type="title"/>
          </p:nvPr>
        </p:nvSpPr>
        <p:spPr/>
        <p:txBody>
          <a:bodyPr/>
          <a:lstStyle/>
          <a:p>
            <a:r>
              <a:rPr lang="en-IN" b="1" dirty="0"/>
              <a:t>If we assume stable phase g of 6 % &amp; DPR of 90% for CPIL</a:t>
            </a:r>
          </a:p>
        </p:txBody>
      </p:sp>
      <p:sp>
        <p:nvSpPr>
          <p:cNvPr id="3" name="Content Placeholder 2">
            <a:extLst>
              <a:ext uri="{FF2B5EF4-FFF2-40B4-BE49-F238E27FC236}">
                <a16:creationId xmlns:a16="http://schemas.microsoft.com/office/drawing/2014/main" id="{4A0DD67F-E6F5-4317-8AAE-31A5A8D7B4B5}"/>
              </a:ext>
            </a:extLst>
          </p:cNvPr>
          <p:cNvSpPr>
            <a:spLocks noGrp="1"/>
          </p:cNvSpPr>
          <p:nvPr>
            <p:ph idx="1"/>
          </p:nvPr>
        </p:nvSpPr>
        <p:spPr/>
        <p:txBody>
          <a:bodyPr>
            <a:normAutofit fontScale="92500" lnSpcReduction="10000"/>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Predicted PE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DPR * (1+g) / (COE-g)</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0.90 (1.06) /  (0.096-0.06)</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0.9540 /  0.0360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 26.50 times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1" i="1" u="none" strike="noStrike" kern="1200" cap="none" spc="0" normalizeH="0" baseline="0" noProof="0" dirty="0">
                <a:ln>
                  <a:noFill/>
                </a:ln>
                <a:solidFill>
                  <a:prstClr val="black"/>
                </a:solidFill>
                <a:effectLst/>
                <a:uLnTx/>
                <a:uFillTx/>
                <a:latin typeface="Calibri" panose="020F0502020204030204"/>
                <a:ea typeface="+mn-ea"/>
                <a:cs typeface="+mn-cs"/>
              </a:rPr>
              <a:t>Predicted Price on 27 Nov 25 = 26.50 * INR 52.83*( 1+ 0.096 / 360 * 237 = 1.06) </a:t>
            </a:r>
            <a:r>
              <a:rPr kumimoji="0" lang="en-US" sz="2600" b="1" i="1"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 INR 1484  vs 750.40 (base case)  </a:t>
            </a:r>
            <a:r>
              <a:rPr kumimoji="0" lang="en-US" sz="2600" b="0" i="0" u="sng" strike="noStrike" kern="1200" cap="none" spc="0" normalizeH="0" baseline="0" noProof="0" dirty="0">
                <a:ln>
                  <a:noFill/>
                </a:ln>
                <a:solidFill>
                  <a:prstClr val="black"/>
                </a:solidFill>
                <a:effectLst/>
                <a:uLnTx/>
                <a:uFillTx/>
                <a:latin typeface="Calibri" panose="020F0502020204030204"/>
                <a:ea typeface="+mn-ea"/>
                <a:cs typeface="+mn-cs"/>
              </a:rPr>
              <a:t>VS Actual </a:t>
            </a:r>
            <a:r>
              <a:rPr kumimoji="0" lang="en-US" sz="2600" b="1" i="0" u="sng" strike="noStrike" kern="1200" cap="none" spc="0" normalizeH="0" baseline="0" noProof="0" dirty="0">
                <a:ln>
                  <a:noFill/>
                </a:ln>
                <a:solidFill>
                  <a:prstClr val="black"/>
                </a:solidFill>
                <a:effectLst/>
                <a:uLnTx/>
                <a:uFillTx/>
                <a:latin typeface="Calibri" panose="020F0502020204030204"/>
                <a:ea typeface="+mn-ea"/>
                <a:cs typeface="+mn-cs"/>
              </a:rPr>
              <a:t>CMP @ INR 2163.30 on 27 Nov 2025</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52 W low High </a:t>
            </a:r>
            <a:r>
              <a:rPr kumimoji="0" lang="en-US" sz="2600" b="0" i="0" u="sng" strike="noStrike" kern="1200" cap="none" spc="0" normalizeH="0" baseline="0" noProof="0" dirty="0">
                <a:ln>
                  <a:noFill/>
                </a:ln>
                <a:solidFill>
                  <a:prstClr val="black"/>
                </a:solidFill>
                <a:effectLst/>
                <a:uLnTx/>
                <a:uFillTx/>
                <a:latin typeface="Calibri" panose="020F0502020204030204"/>
                <a:ea typeface="+mn-ea"/>
                <a:cs typeface="+mn-cs"/>
              </a:rPr>
              <a:t>: INR  2147.80 – 3115.00                           </a:t>
            </a:r>
            <a:r>
              <a:rPr kumimoji="0" lang="en-US" sz="2600" b="0" i="0" u="sng"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Highly Overvalued </a:t>
            </a:r>
            <a:endParaRPr kumimoji="0" lang="en-IN" sz="2600" b="0" i="0" u="sng"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sng"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E67B11DB-8F02-DBD5-B722-EB5A11E39C8E}"/>
                  </a:ext>
                </a:extLst>
              </p14:cNvPr>
              <p14:cNvContentPartPr/>
              <p14:nvPr/>
            </p14:nvContentPartPr>
            <p14:xfrm>
              <a:off x="711720" y="3924720"/>
              <a:ext cx="9925560" cy="2307600"/>
            </p14:xfrm>
          </p:contentPart>
        </mc:Choice>
        <mc:Fallback xmlns="">
          <p:pic>
            <p:nvPicPr>
              <p:cNvPr id="4" name="Ink 3">
                <a:extLst>
                  <a:ext uri="{FF2B5EF4-FFF2-40B4-BE49-F238E27FC236}">
                    <a16:creationId xmlns:a16="http://schemas.microsoft.com/office/drawing/2014/main" id="{E67B11DB-8F02-DBD5-B722-EB5A11E39C8E}"/>
                  </a:ext>
                </a:extLst>
              </p:cNvPr>
              <p:cNvPicPr/>
              <p:nvPr/>
            </p:nvPicPr>
            <p:blipFill>
              <a:blip r:embed="rId3"/>
              <a:stretch>
                <a:fillRect/>
              </a:stretch>
            </p:blipFill>
            <p:spPr>
              <a:xfrm>
                <a:off x="702360" y="3915360"/>
                <a:ext cx="9944280" cy="2326320"/>
              </a:xfrm>
              <a:prstGeom prst="rect">
                <a:avLst/>
              </a:prstGeom>
            </p:spPr>
          </p:pic>
        </mc:Fallback>
      </mc:AlternateContent>
    </p:spTree>
    <p:extLst>
      <p:ext uri="{BB962C8B-B14F-4D97-AF65-F5344CB8AC3E}">
        <p14:creationId xmlns:p14="http://schemas.microsoft.com/office/powerpoint/2010/main" val="1072311063"/>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205FD-537F-D10E-1598-819E50269B6E}"/>
              </a:ext>
            </a:extLst>
          </p:cNvPr>
          <p:cNvSpPr>
            <a:spLocks noGrp="1"/>
          </p:cNvSpPr>
          <p:nvPr>
            <p:ph type="ctrTitle"/>
          </p:nvPr>
        </p:nvSpPr>
        <p:spPr/>
        <p:txBody>
          <a:bodyPr/>
          <a:lstStyle/>
          <a:p>
            <a:r>
              <a:rPr lang="en-US" dirty="0"/>
              <a:t>PGDF 24-26</a:t>
            </a:r>
            <a:br>
              <a:rPr lang="en-US" dirty="0"/>
            </a:br>
            <a:r>
              <a:rPr lang="en-US" dirty="0"/>
              <a:t>FAL</a:t>
            </a:r>
          </a:p>
        </p:txBody>
      </p:sp>
      <p:sp>
        <p:nvSpPr>
          <p:cNvPr id="3" name="Subtitle 2">
            <a:extLst>
              <a:ext uri="{FF2B5EF4-FFF2-40B4-BE49-F238E27FC236}">
                <a16:creationId xmlns:a16="http://schemas.microsoft.com/office/drawing/2014/main" id="{33B251AC-A94A-5421-6155-4845ACB6C32D}"/>
              </a:ext>
            </a:extLst>
          </p:cNvPr>
          <p:cNvSpPr>
            <a:spLocks noGrp="1"/>
          </p:cNvSpPr>
          <p:nvPr>
            <p:ph type="subTitle" idx="1"/>
          </p:nvPr>
        </p:nvSpPr>
        <p:spPr/>
        <p:txBody>
          <a:bodyPr/>
          <a:lstStyle/>
          <a:p>
            <a:r>
              <a:rPr lang="en-US" dirty="0"/>
              <a:t>Session 8 (14-Dec-2025)</a:t>
            </a:r>
          </a:p>
        </p:txBody>
      </p:sp>
    </p:spTree>
    <p:extLst>
      <p:ext uri="{BB962C8B-B14F-4D97-AF65-F5344CB8AC3E}">
        <p14:creationId xmlns:p14="http://schemas.microsoft.com/office/powerpoint/2010/main" val="3394304123"/>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C68DE-182C-DB90-C1CB-58F64054E7A5}"/>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3A9E029-B18C-9B0F-9EB2-BF749206DCE1}"/>
              </a:ext>
            </a:extLst>
          </p:cNvPr>
          <p:cNvGraphicFramePr>
            <a:graphicFrameLocks noChangeAspect="1"/>
          </p:cNvGraphicFramePr>
          <p:nvPr>
            <p:custDataLst>
              <p:tags r:id="rId1"/>
            </p:custDataLst>
            <p:extLst>
              <p:ext uri="{D42A27DB-BD31-4B8C-83A1-F6EECF244321}">
                <p14:modId xmlns:p14="http://schemas.microsoft.com/office/powerpoint/2010/main" val="34878830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27" imgH="328" progId="TCLayout.ActiveDocument.1">
                  <p:embed/>
                </p:oleObj>
              </mc:Choice>
              <mc:Fallback>
                <p:oleObj name="think-cell Slide" r:id="rId3" imgW="327" imgH="328" progId="TCLayout.ActiveDocument.1">
                  <p:embed/>
                  <p:pic>
                    <p:nvPicPr>
                      <p:cNvPr id="6" name="think-cell data - do not delete" hidden="1">
                        <a:extLst>
                          <a:ext uri="{FF2B5EF4-FFF2-40B4-BE49-F238E27FC236}">
                            <a16:creationId xmlns:a16="http://schemas.microsoft.com/office/drawing/2014/main" id="{F3A9E029-B18C-9B0F-9EB2-BF749206DCE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E149D984-7060-BAAC-CEEB-F83D5572FDBD}"/>
              </a:ext>
            </a:extLst>
          </p:cNvPr>
          <p:cNvSpPr txBox="1"/>
          <p:nvPr/>
        </p:nvSpPr>
        <p:spPr>
          <a:xfrm>
            <a:off x="928688" y="892969"/>
            <a:ext cx="9951243" cy="2800767"/>
          </a:xfrm>
          <a:prstGeom prst="rect">
            <a:avLst/>
          </a:prstGeom>
          <a:noFill/>
        </p:spPr>
        <p:txBody>
          <a:bodyPr wrap="square" rtlCol="0">
            <a:spAutoFit/>
          </a:bodyPr>
          <a:lstStyle/>
          <a:p>
            <a:r>
              <a:rPr lang="en-US" sz="1600" dirty="0"/>
              <a:t>Recap: </a:t>
            </a:r>
          </a:p>
          <a:p>
            <a:pPr marL="285750" indent="-285750">
              <a:buFont typeface="Arial" panose="020B0604020202020204" pitchFamily="34" charset="0"/>
              <a:buChar char="•"/>
            </a:pPr>
            <a:r>
              <a:rPr lang="en-US" sz="1600" dirty="0"/>
              <a:t>we started with basic financial statement analysis, FSA, </a:t>
            </a:r>
            <a:r>
              <a:rPr lang="en-US" sz="1600" dirty="0" err="1"/>
              <a:t>Fscore</a:t>
            </a:r>
            <a:r>
              <a:rPr lang="en-US" sz="1600" dirty="0"/>
              <a:t>  (at least 6 as value)and earning management possibility with the help of M score or Benford analysis. This is preliminary analysis that can tells us if firms are manipulating their statements, if all good then we go with fundamental based valuation such as price-based multiples (this means we want to value the equity shares), enterprise-based multiples (this values the entire firm). </a:t>
            </a:r>
          </a:p>
          <a:p>
            <a:pPr marL="285750" indent="-285750">
              <a:buFont typeface="Arial" panose="020B0604020202020204" pitchFamily="34" charset="0"/>
              <a:buChar char="•"/>
            </a:pPr>
            <a:r>
              <a:rPr lang="en-US" sz="1600" dirty="0"/>
              <a:t>Price based multiple can be – P/E, P/B, P/S.</a:t>
            </a:r>
          </a:p>
          <a:p>
            <a:pPr marL="285750" indent="-285750">
              <a:buFont typeface="Arial" panose="020B0604020202020204" pitchFamily="34" charset="0"/>
              <a:buChar char="•"/>
            </a:pPr>
            <a:r>
              <a:rPr lang="en-US" sz="1600" dirty="0"/>
              <a:t>Enterprise based multiples – EV/EBITDA, EV/EBIT, EV/EBIAT, EV/IC, EV/REV</a:t>
            </a:r>
          </a:p>
          <a:p>
            <a:pPr marL="285750" indent="-285750">
              <a:buFont typeface="Arial" panose="020B0604020202020204" pitchFamily="34" charset="0"/>
              <a:buChar char="•"/>
            </a:pPr>
            <a:r>
              <a:rPr lang="en-US" sz="1600" dirty="0"/>
              <a:t>P/E ratio – we started with types of firms such as stable firm (g &lt;=6%), two stage growth firm (6-12% growth), 3 stage growth firm (g&gt;12%). Here growth rate is the long run expected growth rate of the country. </a:t>
            </a:r>
          </a:p>
          <a:p>
            <a:pPr marL="285750" indent="-285750">
              <a:buFont typeface="Arial" panose="020B0604020202020204" pitchFamily="34" charset="0"/>
              <a:buChar char="•"/>
            </a:pPr>
            <a:r>
              <a:rPr lang="en-US" sz="1600" dirty="0"/>
              <a:t>We will now start with Price based multiple of two stage firm.</a:t>
            </a:r>
          </a:p>
          <a:p>
            <a:endParaRPr lang="en-US" sz="1600" dirty="0"/>
          </a:p>
        </p:txBody>
      </p:sp>
      <p:graphicFrame>
        <p:nvGraphicFramePr>
          <p:cNvPr id="8" name="Table 7">
            <a:extLst>
              <a:ext uri="{FF2B5EF4-FFF2-40B4-BE49-F238E27FC236}">
                <a16:creationId xmlns:a16="http://schemas.microsoft.com/office/drawing/2014/main" id="{57108FBC-11B6-AEB1-65BD-F1C1D273B25D}"/>
              </a:ext>
            </a:extLst>
          </p:cNvPr>
          <p:cNvGraphicFramePr>
            <a:graphicFrameLocks noGrp="1"/>
          </p:cNvGraphicFramePr>
          <p:nvPr>
            <p:extLst>
              <p:ext uri="{D42A27DB-BD31-4B8C-83A1-F6EECF244321}">
                <p14:modId xmlns:p14="http://schemas.microsoft.com/office/powerpoint/2010/main" val="3429797418"/>
              </p:ext>
            </p:extLst>
          </p:nvPr>
        </p:nvGraphicFramePr>
        <p:xfrm>
          <a:off x="1174750" y="3555735"/>
          <a:ext cx="8127999" cy="18542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182978383"/>
                    </a:ext>
                  </a:extLst>
                </a:gridCol>
                <a:gridCol w="2709333">
                  <a:extLst>
                    <a:ext uri="{9D8B030D-6E8A-4147-A177-3AD203B41FA5}">
                      <a16:colId xmlns:a16="http://schemas.microsoft.com/office/drawing/2014/main" val="2818942712"/>
                    </a:ext>
                  </a:extLst>
                </a:gridCol>
                <a:gridCol w="2709333">
                  <a:extLst>
                    <a:ext uri="{9D8B030D-6E8A-4147-A177-3AD203B41FA5}">
                      <a16:colId xmlns:a16="http://schemas.microsoft.com/office/drawing/2014/main" val="1032757462"/>
                    </a:ext>
                  </a:extLst>
                </a:gridCol>
              </a:tblGrid>
              <a:tr h="370840">
                <a:tc>
                  <a:txBody>
                    <a:bodyPr/>
                    <a:lstStyle/>
                    <a:p>
                      <a:r>
                        <a:rPr lang="en-US" dirty="0"/>
                        <a:t>Characteristic</a:t>
                      </a:r>
                    </a:p>
                  </a:txBody>
                  <a:tcPr/>
                </a:tc>
                <a:tc>
                  <a:txBody>
                    <a:bodyPr/>
                    <a:lstStyle/>
                    <a:p>
                      <a:r>
                        <a:rPr lang="en-US" dirty="0"/>
                        <a:t>HG phase</a:t>
                      </a:r>
                    </a:p>
                  </a:txBody>
                  <a:tcPr/>
                </a:tc>
                <a:tc>
                  <a:txBody>
                    <a:bodyPr/>
                    <a:lstStyle/>
                    <a:p>
                      <a:r>
                        <a:rPr lang="en-US" dirty="0"/>
                        <a:t>Stable phase</a:t>
                      </a:r>
                    </a:p>
                  </a:txBody>
                  <a:tcPr/>
                </a:tc>
                <a:extLst>
                  <a:ext uri="{0D108BD9-81ED-4DB2-BD59-A6C34878D82A}">
                    <a16:rowId xmlns:a16="http://schemas.microsoft.com/office/drawing/2014/main" val="77989924"/>
                  </a:ext>
                </a:extLst>
              </a:tr>
              <a:tr h="370840">
                <a:tc>
                  <a:txBody>
                    <a:bodyPr/>
                    <a:lstStyle/>
                    <a:p>
                      <a:r>
                        <a:rPr lang="en-US" dirty="0"/>
                        <a:t>ROE</a:t>
                      </a:r>
                    </a:p>
                  </a:txBody>
                  <a:tcPr/>
                </a:tc>
                <a:tc>
                  <a:txBody>
                    <a:bodyPr/>
                    <a:lstStyle/>
                    <a:p>
                      <a:r>
                        <a:rPr lang="en-US" dirty="0"/>
                        <a:t>Higher</a:t>
                      </a:r>
                    </a:p>
                  </a:txBody>
                  <a:tcPr/>
                </a:tc>
                <a:tc>
                  <a:txBody>
                    <a:bodyPr/>
                    <a:lstStyle/>
                    <a:p>
                      <a:r>
                        <a:rPr lang="en-US" dirty="0"/>
                        <a:t>Avg</a:t>
                      </a:r>
                    </a:p>
                  </a:txBody>
                  <a:tcPr/>
                </a:tc>
                <a:extLst>
                  <a:ext uri="{0D108BD9-81ED-4DB2-BD59-A6C34878D82A}">
                    <a16:rowId xmlns:a16="http://schemas.microsoft.com/office/drawing/2014/main" val="422695316"/>
                  </a:ext>
                </a:extLst>
              </a:tr>
              <a:tr h="370840">
                <a:tc>
                  <a:txBody>
                    <a:bodyPr/>
                    <a:lstStyle/>
                    <a:p>
                      <a:r>
                        <a:rPr lang="en-US" dirty="0"/>
                        <a:t>DPR</a:t>
                      </a:r>
                    </a:p>
                  </a:txBody>
                  <a:tcPr/>
                </a:tc>
                <a:tc>
                  <a:txBody>
                    <a:bodyPr/>
                    <a:lstStyle/>
                    <a:p>
                      <a:r>
                        <a:rPr lang="en-US" dirty="0"/>
                        <a:t>Lower</a:t>
                      </a:r>
                    </a:p>
                  </a:txBody>
                  <a:tcPr/>
                </a:tc>
                <a:tc>
                  <a:txBody>
                    <a:bodyPr/>
                    <a:lstStyle/>
                    <a:p>
                      <a:r>
                        <a:rPr lang="en-US" dirty="0"/>
                        <a:t>Higher</a:t>
                      </a:r>
                    </a:p>
                  </a:txBody>
                  <a:tcPr/>
                </a:tc>
                <a:extLst>
                  <a:ext uri="{0D108BD9-81ED-4DB2-BD59-A6C34878D82A}">
                    <a16:rowId xmlns:a16="http://schemas.microsoft.com/office/drawing/2014/main" val="303117169"/>
                  </a:ext>
                </a:extLst>
              </a:tr>
              <a:tr h="370840">
                <a:tc>
                  <a:txBody>
                    <a:bodyPr/>
                    <a:lstStyle/>
                    <a:p>
                      <a:r>
                        <a:rPr lang="en-US" dirty="0"/>
                        <a:t>G</a:t>
                      </a:r>
                    </a:p>
                  </a:txBody>
                  <a:tcPr/>
                </a:tc>
                <a:tc>
                  <a:txBody>
                    <a:bodyPr/>
                    <a:lstStyle/>
                    <a:p>
                      <a:r>
                        <a:rPr lang="en-US" dirty="0"/>
                        <a:t>Higher</a:t>
                      </a:r>
                    </a:p>
                  </a:txBody>
                  <a:tcPr/>
                </a:tc>
                <a:tc>
                  <a:txBody>
                    <a:bodyPr/>
                    <a:lstStyle/>
                    <a:p>
                      <a:r>
                        <a:rPr lang="en-US" dirty="0"/>
                        <a:t>Lower</a:t>
                      </a:r>
                    </a:p>
                  </a:txBody>
                  <a:tcPr/>
                </a:tc>
                <a:extLst>
                  <a:ext uri="{0D108BD9-81ED-4DB2-BD59-A6C34878D82A}">
                    <a16:rowId xmlns:a16="http://schemas.microsoft.com/office/drawing/2014/main" val="486003877"/>
                  </a:ext>
                </a:extLst>
              </a:tr>
              <a:tr h="370840">
                <a:tc>
                  <a:txBody>
                    <a:bodyPr/>
                    <a:lstStyle/>
                    <a:p>
                      <a:r>
                        <a:rPr lang="en-US" dirty="0"/>
                        <a:t>COE (reflected by beta)</a:t>
                      </a:r>
                    </a:p>
                  </a:txBody>
                  <a:tcPr/>
                </a:tc>
                <a:tc>
                  <a:txBody>
                    <a:bodyPr/>
                    <a:lstStyle/>
                    <a:p>
                      <a:r>
                        <a:rPr lang="en-US" dirty="0"/>
                        <a:t>Higher</a:t>
                      </a:r>
                    </a:p>
                  </a:txBody>
                  <a:tcPr/>
                </a:tc>
                <a:tc>
                  <a:txBody>
                    <a:bodyPr/>
                    <a:lstStyle/>
                    <a:p>
                      <a:r>
                        <a:rPr lang="en-US" dirty="0"/>
                        <a:t>Lower</a:t>
                      </a:r>
                    </a:p>
                  </a:txBody>
                  <a:tcPr/>
                </a:tc>
                <a:extLst>
                  <a:ext uri="{0D108BD9-81ED-4DB2-BD59-A6C34878D82A}">
                    <a16:rowId xmlns:a16="http://schemas.microsoft.com/office/drawing/2014/main" val="734348244"/>
                  </a:ext>
                </a:extLst>
              </a:tr>
            </a:tbl>
          </a:graphicData>
        </a:graphic>
      </p:graphicFrame>
    </p:spTree>
    <p:extLst>
      <p:ext uri="{BB962C8B-B14F-4D97-AF65-F5344CB8AC3E}">
        <p14:creationId xmlns:p14="http://schemas.microsoft.com/office/powerpoint/2010/main" val="439526609"/>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6F3D3-9367-4EF1-AB38-C50D606501DD}"/>
              </a:ext>
            </a:extLst>
          </p:cNvPr>
          <p:cNvSpPr>
            <a:spLocks noGrp="1"/>
          </p:cNvSpPr>
          <p:nvPr>
            <p:ph type="title"/>
          </p:nvPr>
        </p:nvSpPr>
        <p:spPr/>
        <p:txBody>
          <a:bodyPr/>
          <a:lstStyle/>
          <a:p>
            <a:pPr algn="ctr"/>
            <a:r>
              <a:rPr lang="en-US" b="1" dirty="0"/>
              <a:t> PE for a High Growth Firm </a:t>
            </a:r>
            <a:endParaRPr lang="en-IN" b="1" dirty="0"/>
          </a:p>
        </p:txBody>
      </p:sp>
      <p:sp>
        <p:nvSpPr>
          <p:cNvPr id="3" name="Content Placeholder 2">
            <a:extLst>
              <a:ext uri="{FF2B5EF4-FFF2-40B4-BE49-F238E27FC236}">
                <a16:creationId xmlns:a16="http://schemas.microsoft.com/office/drawing/2014/main" id="{398663B2-1B0B-457F-A5FD-E3474B46F7C3}"/>
              </a:ext>
            </a:extLst>
          </p:cNvPr>
          <p:cNvSpPr>
            <a:spLocks noGrp="1"/>
          </p:cNvSpPr>
          <p:nvPr>
            <p:ph idx="1"/>
          </p:nvPr>
        </p:nvSpPr>
        <p:spPr/>
        <p:txBody>
          <a:bodyPr>
            <a:normAutofit fontScale="92500" lnSpcReduction="20000"/>
          </a:bodyPr>
          <a:lstStyle/>
          <a:p>
            <a:r>
              <a:rPr lang="en-US" b="1" dirty="0"/>
              <a:t>Two stage model (PE of high growth phase + PE of stable phase)</a:t>
            </a:r>
          </a:p>
          <a:p>
            <a:pPr marL="514350" indent="-514350">
              <a:buAutoNum type="arabicPeriod"/>
            </a:pPr>
            <a:r>
              <a:rPr lang="en-US" b="1" u="sng" dirty="0"/>
              <a:t>High growth stage or Phase</a:t>
            </a:r>
          </a:p>
          <a:p>
            <a:pPr marL="0" indent="0">
              <a:buNone/>
            </a:pPr>
            <a:r>
              <a:rPr lang="en-US" dirty="0"/>
              <a:t> = DPR hg *(1+ g hg) *( 1- [ {1+g hg}^n / {1+ COE hg }^n])   </a:t>
            </a:r>
          </a:p>
          <a:p>
            <a:pPr marL="0" indent="0">
              <a:buNone/>
            </a:pPr>
            <a:r>
              <a:rPr lang="en-US" dirty="0"/>
              <a:t>     -----------------------------------------------------------------</a:t>
            </a:r>
          </a:p>
          <a:p>
            <a:pPr marL="0" indent="0">
              <a:buNone/>
            </a:pPr>
            <a:r>
              <a:rPr lang="en-US" dirty="0"/>
              <a:t>                          COE hg – g hg</a:t>
            </a:r>
          </a:p>
          <a:p>
            <a:pPr marL="0" indent="0">
              <a:buNone/>
            </a:pPr>
            <a:r>
              <a:rPr lang="en-US" b="1" u="sng" dirty="0"/>
              <a:t>2. Stable stage or Phase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DPR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 g hg)^n * (1+g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COE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g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(1+ COE  hg)^n</a:t>
            </a:r>
          </a:p>
          <a:p>
            <a:pPr marL="0" indent="0">
              <a:buNone/>
            </a:pPr>
            <a:endParaRPr lang="en-IN" dirty="0"/>
          </a:p>
        </p:txBody>
      </p:sp>
    </p:spTree>
    <p:extLst>
      <p:ext uri="{BB962C8B-B14F-4D97-AF65-F5344CB8AC3E}">
        <p14:creationId xmlns:p14="http://schemas.microsoft.com/office/powerpoint/2010/main" val="963703724"/>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98A42-664B-4DEE-B88B-4DDCC035170D}"/>
              </a:ext>
            </a:extLst>
          </p:cNvPr>
          <p:cNvSpPr>
            <a:spLocks noGrp="1"/>
          </p:cNvSpPr>
          <p:nvPr>
            <p:ph type="title"/>
          </p:nvPr>
        </p:nvSpPr>
        <p:spPr/>
        <p:txBody>
          <a:bodyPr>
            <a:noAutofit/>
          </a:bodyPr>
          <a:lstStyle/>
          <a:p>
            <a:pPr algn="ctr"/>
            <a:r>
              <a:rPr lang="en-US" sz="3200" dirty="0"/>
              <a:t> </a:t>
            </a:r>
            <a:r>
              <a:rPr lang="en-US" sz="3200" b="1" dirty="0"/>
              <a:t>DPR of </a:t>
            </a:r>
            <a:r>
              <a:rPr lang="en-US" sz="3200" b="1" u="sng" dirty="0"/>
              <a:t>NALCO</a:t>
            </a:r>
            <a:r>
              <a:rPr lang="en-US" sz="3200" b="1" dirty="0"/>
              <a:t> for the last 5 years &amp; its Average </a:t>
            </a:r>
            <a:br>
              <a:rPr lang="en-US" sz="3200" b="1" dirty="0"/>
            </a:br>
            <a:r>
              <a:rPr lang="en-US" sz="3200" b="1" dirty="0"/>
              <a:t>( </a:t>
            </a:r>
            <a:r>
              <a:rPr lang="en-US" sz="3200" b="1" u="sng" dirty="0"/>
              <a:t>Moneycontrol.com</a:t>
            </a:r>
            <a:r>
              <a:rPr lang="en-US" sz="3200" b="1" dirty="0"/>
              <a:t>; refer Financials, then Ratios </a:t>
            </a:r>
            <a:br>
              <a:rPr lang="en-US" sz="3200" b="1" dirty="0"/>
            </a:br>
            <a:r>
              <a:rPr lang="en-US" sz="3200" b="1" dirty="0"/>
              <a:t>and then per share ratios )</a:t>
            </a:r>
            <a:endParaRPr lang="en-IN" sz="3200" b="1" dirty="0"/>
          </a:p>
        </p:txBody>
      </p:sp>
      <p:graphicFrame>
        <p:nvGraphicFramePr>
          <p:cNvPr id="4" name="Table 4">
            <a:extLst>
              <a:ext uri="{FF2B5EF4-FFF2-40B4-BE49-F238E27FC236}">
                <a16:creationId xmlns:a16="http://schemas.microsoft.com/office/drawing/2014/main" id="{AD152CE1-FCA7-4F81-A0C6-C38960E0D569}"/>
              </a:ext>
            </a:extLst>
          </p:cNvPr>
          <p:cNvGraphicFramePr>
            <a:graphicFrameLocks noGrp="1"/>
          </p:cNvGraphicFramePr>
          <p:nvPr>
            <p:ph idx="1"/>
          </p:nvPr>
        </p:nvGraphicFramePr>
        <p:xfrm>
          <a:off x="838200" y="2389591"/>
          <a:ext cx="10515600" cy="338328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2955746128"/>
                    </a:ext>
                  </a:extLst>
                </a:gridCol>
                <a:gridCol w="1752600">
                  <a:extLst>
                    <a:ext uri="{9D8B030D-6E8A-4147-A177-3AD203B41FA5}">
                      <a16:colId xmlns:a16="http://schemas.microsoft.com/office/drawing/2014/main" val="108144269"/>
                    </a:ext>
                  </a:extLst>
                </a:gridCol>
                <a:gridCol w="1752600">
                  <a:extLst>
                    <a:ext uri="{9D8B030D-6E8A-4147-A177-3AD203B41FA5}">
                      <a16:colId xmlns:a16="http://schemas.microsoft.com/office/drawing/2014/main" val="2195941269"/>
                    </a:ext>
                  </a:extLst>
                </a:gridCol>
                <a:gridCol w="1752600">
                  <a:extLst>
                    <a:ext uri="{9D8B030D-6E8A-4147-A177-3AD203B41FA5}">
                      <a16:colId xmlns:a16="http://schemas.microsoft.com/office/drawing/2014/main" val="996710189"/>
                    </a:ext>
                  </a:extLst>
                </a:gridCol>
                <a:gridCol w="1752600">
                  <a:extLst>
                    <a:ext uri="{9D8B030D-6E8A-4147-A177-3AD203B41FA5}">
                      <a16:colId xmlns:a16="http://schemas.microsoft.com/office/drawing/2014/main" val="1579356880"/>
                    </a:ext>
                  </a:extLst>
                </a:gridCol>
                <a:gridCol w="1752600">
                  <a:extLst>
                    <a:ext uri="{9D8B030D-6E8A-4147-A177-3AD203B41FA5}">
                      <a16:colId xmlns:a16="http://schemas.microsoft.com/office/drawing/2014/main" val="2207470606"/>
                    </a:ext>
                  </a:extLst>
                </a:gridCol>
              </a:tblGrid>
              <a:tr h="0">
                <a:tc>
                  <a:txBody>
                    <a:bodyPr/>
                    <a:lstStyle/>
                    <a:p>
                      <a:r>
                        <a:rPr lang="en-US" sz="2400" dirty="0"/>
                        <a:t>Particulars</a:t>
                      </a:r>
                      <a:endParaRPr lang="en-IN" sz="2400" dirty="0"/>
                    </a:p>
                  </a:txBody>
                  <a:tcPr/>
                </a:tc>
                <a:tc>
                  <a:txBody>
                    <a:bodyPr/>
                    <a:lstStyle/>
                    <a:p>
                      <a:r>
                        <a:rPr lang="en-IN" sz="2400" dirty="0"/>
                        <a:t>March 2025</a:t>
                      </a:r>
                    </a:p>
                  </a:txBody>
                  <a:tcPr/>
                </a:tc>
                <a:tc>
                  <a:txBody>
                    <a:bodyPr/>
                    <a:lstStyle/>
                    <a:p>
                      <a:r>
                        <a:rPr lang="en-IN" sz="2400" dirty="0"/>
                        <a:t> 2024</a:t>
                      </a:r>
                    </a:p>
                  </a:txBody>
                  <a:tcPr/>
                </a:tc>
                <a:tc>
                  <a:txBody>
                    <a:bodyPr/>
                    <a:lstStyle/>
                    <a:p>
                      <a:r>
                        <a:rPr lang="en-IN" sz="2400" dirty="0"/>
                        <a:t>2023</a:t>
                      </a:r>
                    </a:p>
                  </a:txBody>
                  <a:tcPr/>
                </a:tc>
                <a:tc>
                  <a:txBody>
                    <a:bodyPr/>
                    <a:lstStyle/>
                    <a:p>
                      <a:r>
                        <a:rPr lang="en-US" sz="2400" dirty="0"/>
                        <a:t> 2022</a:t>
                      </a:r>
                      <a:endParaRPr lang="en-IN" sz="2400" dirty="0"/>
                    </a:p>
                  </a:txBody>
                  <a:tcPr/>
                </a:tc>
                <a:tc>
                  <a:txBody>
                    <a:bodyPr/>
                    <a:lstStyle/>
                    <a:p>
                      <a:r>
                        <a:rPr lang="en-US" sz="2400" dirty="0"/>
                        <a:t>2021</a:t>
                      </a:r>
                      <a:endParaRPr lang="en-IN" sz="2400" dirty="0"/>
                    </a:p>
                  </a:txBody>
                  <a:tcPr/>
                </a:tc>
                <a:extLst>
                  <a:ext uri="{0D108BD9-81ED-4DB2-BD59-A6C34878D82A}">
                    <a16:rowId xmlns:a16="http://schemas.microsoft.com/office/drawing/2014/main" val="913232642"/>
                  </a:ext>
                </a:extLst>
              </a:tr>
              <a:tr h="370840">
                <a:tc>
                  <a:txBody>
                    <a:bodyPr/>
                    <a:lstStyle/>
                    <a:p>
                      <a:r>
                        <a:rPr lang="en-US" sz="2400" b="1" i="1" dirty="0"/>
                        <a:t>DPS in INR </a:t>
                      </a:r>
                      <a:endParaRPr lang="en-IN" sz="2400" b="1" i="1" dirty="0"/>
                    </a:p>
                  </a:txBody>
                  <a:tcPr/>
                </a:tc>
                <a:tc>
                  <a:txBody>
                    <a:bodyPr/>
                    <a:lstStyle/>
                    <a:p>
                      <a:pPr algn="r"/>
                      <a:r>
                        <a:rPr lang="en-IN" sz="2400" dirty="0"/>
                        <a:t>10.50</a:t>
                      </a:r>
                    </a:p>
                  </a:txBody>
                  <a:tcPr/>
                </a:tc>
                <a:tc>
                  <a:txBody>
                    <a:bodyPr/>
                    <a:lstStyle/>
                    <a:p>
                      <a:pPr algn="r"/>
                      <a:r>
                        <a:rPr lang="en-IN" sz="2400" dirty="0"/>
                        <a:t>5</a:t>
                      </a:r>
                    </a:p>
                  </a:txBody>
                  <a:tcPr/>
                </a:tc>
                <a:tc>
                  <a:txBody>
                    <a:bodyPr/>
                    <a:lstStyle/>
                    <a:p>
                      <a:pPr algn="r"/>
                      <a:r>
                        <a:rPr lang="en-IN" sz="2400" dirty="0"/>
                        <a:t>4.50</a:t>
                      </a:r>
                    </a:p>
                  </a:txBody>
                  <a:tcPr/>
                </a:tc>
                <a:tc>
                  <a:txBody>
                    <a:bodyPr/>
                    <a:lstStyle/>
                    <a:p>
                      <a:pPr algn="r"/>
                      <a:r>
                        <a:rPr lang="en-IN" sz="2400" dirty="0"/>
                        <a:t>6.50</a:t>
                      </a:r>
                    </a:p>
                  </a:txBody>
                  <a:tcPr/>
                </a:tc>
                <a:tc>
                  <a:txBody>
                    <a:bodyPr/>
                    <a:lstStyle/>
                    <a:p>
                      <a:pPr algn="r"/>
                      <a:r>
                        <a:rPr lang="en-IN" sz="2400" dirty="0"/>
                        <a:t>3.50</a:t>
                      </a:r>
                    </a:p>
                  </a:txBody>
                  <a:tcPr/>
                </a:tc>
                <a:extLst>
                  <a:ext uri="{0D108BD9-81ED-4DB2-BD59-A6C34878D82A}">
                    <a16:rowId xmlns:a16="http://schemas.microsoft.com/office/drawing/2014/main" val="2185224781"/>
                  </a:ext>
                </a:extLst>
              </a:tr>
              <a:tr h="370840">
                <a:tc>
                  <a:txBody>
                    <a:bodyPr/>
                    <a:lstStyle/>
                    <a:p>
                      <a:r>
                        <a:rPr lang="en-US" sz="2400" b="1" i="1" dirty="0"/>
                        <a:t>Basic EPS</a:t>
                      </a:r>
                      <a:endParaRPr lang="en-IN" sz="2400" b="1" i="1" dirty="0"/>
                    </a:p>
                  </a:txBody>
                  <a:tcPr/>
                </a:tc>
                <a:tc>
                  <a:txBody>
                    <a:bodyPr/>
                    <a:lstStyle/>
                    <a:p>
                      <a:pPr algn="r"/>
                      <a:r>
                        <a:rPr lang="en-IN" sz="2400" dirty="0"/>
                        <a:t>28.68</a:t>
                      </a:r>
                    </a:p>
                  </a:txBody>
                  <a:tcPr/>
                </a:tc>
                <a:tc>
                  <a:txBody>
                    <a:bodyPr/>
                    <a:lstStyle/>
                    <a:p>
                      <a:pPr algn="r"/>
                      <a:r>
                        <a:rPr lang="en-IN" sz="2400" dirty="0"/>
                        <a:t>10.83</a:t>
                      </a:r>
                    </a:p>
                  </a:txBody>
                  <a:tcPr/>
                </a:tc>
                <a:tc>
                  <a:txBody>
                    <a:bodyPr/>
                    <a:lstStyle/>
                    <a:p>
                      <a:pPr algn="r"/>
                      <a:r>
                        <a:rPr lang="en-IN" sz="2400" dirty="0"/>
                        <a:t>7.81</a:t>
                      </a:r>
                    </a:p>
                  </a:txBody>
                  <a:tcPr/>
                </a:tc>
                <a:tc>
                  <a:txBody>
                    <a:bodyPr/>
                    <a:lstStyle/>
                    <a:p>
                      <a:pPr algn="r"/>
                      <a:r>
                        <a:rPr lang="en-IN" sz="2400" dirty="0"/>
                        <a:t>16.07</a:t>
                      </a:r>
                    </a:p>
                  </a:txBody>
                  <a:tcPr/>
                </a:tc>
                <a:tc>
                  <a:txBody>
                    <a:bodyPr/>
                    <a:lstStyle/>
                    <a:p>
                      <a:pPr algn="r"/>
                      <a:r>
                        <a:rPr lang="en-IN" sz="2400" dirty="0"/>
                        <a:t>6.97</a:t>
                      </a:r>
                    </a:p>
                  </a:txBody>
                  <a:tcPr/>
                </a:tc>
                <a:extLst>
                  <a:ext uri="{0D108BD9-81ED-4DB2-BD59-A6C34878D82A}">
                    <a16:rowId xmlns:a16="http://schemas.microsoft.com/office/drawing/2014/main" val="2866895115"/>
                  </a:ext>
                </a:extLst>
              </a:tr>
              <a:tr h="370840">
                <a:tc>
                  <a:txBody>
                    <a:bodyPr/>
                    <a:lstStyle/>
                    <a:p>
                      <a:r>
                        <a:rPr lang="en-US" sz="2400" b="1" i="1" dirty="0"/>
                        <a:t>Dividend Payout Ratio  in % </a:t>
                      </a:r>
                      <a:endParaRPr lang="en-IN" sz="2400" b="1" i="1" dirty="0"/>
                    </a:p>
                  </a:txBody>
                  <a:tcPr/>
                </a:tc>
                <a:tc>
                  <a:txBody>
                    <a:bodyPr/>
                    <a:lstStyle/>
                    <a:p>
                      <a:pPr algn="r"/>
                      <a:r>
                        <a:rPr lang="en-IN" sz="2400" b="1" dirty="0"/>
                        <a:t>36.61</a:t>
                      </a:r>
                    </a:p>
                  </a:txBody>
                  <a:tcPr/>
                </a:tc>
                <a:tc>
                  <a:txBody>
                    <a:bodyPr/>
                    <a:lstStyle/>
                    <a:p>
                      <a:pPr algn="r"/>
                      <a:r>
                        <a:rPr lang="en-IN" sz="2400" b="1" dirty="0"/>
                        <a:t>46.17</a:t>
                      </a:r>
                    </a:p>
                  </a:txBody>
                  <a:tcPr/>
                </a:tc>
                <a:tc>
                  <a:txBody>
                    <a:bodyPr/>
                    <a:lstStyle/>
                    <a:p>
                      <a:pPr algn="r"/>
                      <a:r>
                        <a:rPr lang="en-IN" sz="2400" b="1" dirty="0"/>
                        <a:t>57.62</a:t>
                      </a:r>
                    </a:p>
                  </a:txBody>
                  <a:tcPr/>
                </a:tc>
                <a:tc>
                  <a:txBody>
                    <a:bodyPr/>
                    <a:lstStyle/>
                    <a:p>
                      <a:pPr algn="r"/>
                      <a:r>
                        <a:rPr lang="en-IN" sz="2400" b="1" dirty="0"/>
                        <a:t>40.45</a:t>
                      </a:r>
                    </a:p>
                  </a:txBody>
                  <a:tcPr/>
                </a:tc>
                <a:tc>
                  <a:txBody>
                    <a:bodyPr/>
                    <a:lstStyle/>
                    <a:p>
                      <a:pPr algn="r"/>
                      <a:r>
                        <a:rPr lang="en-IN" sz="2400" b="1" dirty="0"/>
                        <a:t>50.22</a:t>
                      </a:r>
                    </a:p>
                  </a:txBody>
                  <a:tcPr/>
                </a:tc>
                <a:extLst>
                  <a:ext uri="{0D108BD9-81ED-4DB2-BD59-A6C34878D82A}">
                    <a16:rowId xmlns:a16="http://schemas.microsoft.com/office/drawing/2014/main" val="1768596027"/>
                  </a:ext>
                </a:extLst>
              </a:tr>
              <a:tr h="370840">
                <a:tc>
                  <a:txBody>
                    <a:bodyPr/>
                    <a:lstStyle/>
                    <a:p>
                      <a:r>
                        <a:rPr lang="en-US" sz="2400" b="1" dirty="0"/>
                        <a:t>Average DPR in %</a:t>
                      </a:r>
                      <a:endParaRPr lang="en-IN" sz="2400" b="1" dirty="0"/>
                    </a:p>
                  </a:txBody>
                  <a:tcPr/>
                </a:tc>
                <a:tc>
                  <a:txBody>
                    <a:bodyPr/>
                    <a:lstStyle/>
                    <a:p>
                      <a:pPr algn="r"/>
                      <a:r>
                        <a:rPr lang="en-IN" sz="2400" b="1" dirty="0"/>
                        <a:t>30.00/ 70.36</a:t>
                      </a:r>
                    </a:p>
                  </a:txBody>
                  <a:tcPr/>
                </a:tc>
                <a:tc>
                  <a:txBody>
                    <a:bodyPr/>
                    <a:lstStyle/>
                    <a:p>
                      <a:pPr algn="r"/>
                      <a:r>
                        <a:rPr lang="en-IN" sz="2400" dirty="0"/>
                        <a:t>=42.64 </a:t>
                      </a:r>
                    </a:p>
                    <a:p>
                      <a:pPr algn="r"/>
                      <a:r>
                        <a:rPr lang="en-IN" sz="2400" dirty="0"/>
                        <a:t>= </a:t>
                      </a:r>
                      <a:r>
                        <a:rPr lang="en-IN" sz="2400" b="1" dirty="0"/>
                        <a:t>43%</a:t>
                      </a:r>
                      <a:r>
                        <a:rPr lang="en-IN" sz="2400" dirty="0"/>
                        <a:t>  </a:t>
                      </a:r>
                    </a:p>
                  </a:txBody>
                  <a:tcPr/>
                </a:tc>
                <a:tc>
                  <a:txBody>
                    <a:bodyPr/>
                    <a:lstStyle/>
                    <a:p>
                      <a:pPr algn="r"/>
                      <a:endParaRPr lang="en-IN" sz="2400" dirty="0"/>
                    </a:p>
                  </a:txBody>
                  <a:tcPr/>
                </a:tc>
                <a:tc>
                  <a:txBody>
                    <a:bodyPr/>
                    <a:lstStyle/>
                    <a:p>
                      <a:pPr algn="r"/>
                      <a:endParaRPr lang="en-IN" sz="2400" dirty="0"/>
                    </a:p>
                  </a:txBody>
                  <a:tcPr/>
                </a:tc>
                <a:tc>
                  <a:txBody>
                    <a:bodyPr/>
                    <a:lstStyle/>
                    <a:p>
                      <a:pPr algn="r"/>
                      <a:endParaRPr lang="en-IN" sz="2400" dirty="0"/>
                    </a:p>
                  </a:txBody>
                  <a:tcPr/>
                </a:tc>
                <a:extLst>
                  <a:ext uri="{0D108BD9-81ED-4DB2-BD59-A6C34878D82A}">
                    <a16:rowId xmlns:a16="http://schemas.microsoft.com/office/drawing/2014/main" val="3879119408"/>
                  </a:ext>
                </a:extLst>
              </a:tr>
            </a:tbl>
          </a:graphicData>
        </a:graphic>
      </p:graphicFrame>
    </p:spTree>
    <p:extLst>
      <p:ext uri="{BB962C8B-B14F-4D97-AF65-F5344CB8AC3E}">
        <p14:creationId xmlns:p14="http://schemas.microsoft.com/office/powerpoint/2010/main" val="787224947"/>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98A42-664B-4DEE-B88B-4DDCC035170D}"/>
              </a:ext>
            </a:extLst>
          </p:cNvPr>
          <p:cNvSpPr>
            <a:spLocks noGrp="1"/>
          </p:cNvSpPr>
          <p:nvPr>
            <p:ph type="title"/>
          </p:nvPr>
        </p:nvSpPr>
        <p:spPr/>
        <p:txBody>
          <a:bodyPr>
            <a:noAutofit/>
          </a:bodyPr>
          <a:lstStyle/>
          <a:p>
            <a:pPr algn="ctr"/>
            <a:r>
              <a:rPr lang="en-US" sz="3200" dirty="0"/>
              <a:t> </a:t>
            </a:r>
            <a:r>
              <a:rPr lang="en-US" sz="3200" b="1" dirty="0"/>
              <a:t>ROE of </a:t>
            </a:r>
            <a:r>
              <a:rPr lang="en-US" sz="3200" b="1" u="sng" dirty="0"/>
              <a:t>NALCO</a:t>
            </a:r>
            <a:r>
              <a:rPr lang="en-US" sz="3200" b="1" dirty="0"/>
              <a:t> for the last 5 years &amp; its Average </a:t>
            </a:r>
            <a:br>
              <a:rPr lang="en-US" sz="3200" b="1" dirty="0"/>
            </a:br>
            <a:r>
              <a:rPr lang="en-US" sz="3200" b="1" dirty="0"/>
              <a:t>( </a:t>
            </a:r>
            <a:r>
              <a:rPr lang="en-US" sz="3200" b="1" u="sng" dirty="0"/>
              <a:t>Moneycontrol.com</a:t>
            </a:r>
            <a:r>
              <a:rPr lang="en-US" sz="3200" b="1" dirty="0"/>
              <a:t>; refer Financials, then Ratios </a:t>
            </a:r>
            <a:br>
              <a:rPr lang="en-US" sz="3200" b="1" dirty="0"/>
            </a:br>
            <a:r>
              <a:rPr lang="en-US" sz="3200" b="1" dirty="0"/>
              <a:t>and then Return ratios )</a:t>
            </a:r>
            <a:endParaRPr lang="en-IN" sz="3200" b="1" dirty="0"/>
          </a:p>
        </p:txBody>
      </p:sp>
      <p:graphicFrame>
        <p:nvGraphicFramePr>
          <p:cNvPr id="4" name="Table 4">
            <a:extLst>
              <a:ext uri="{FF2B5EF4-FFF2-40B4-BE49-F238E27FC236}">
                <a16:creationId xmlns:a16="http://schemas.microsoft.com/office/drawing/2014/main" id="{AD152CE1-FCA7-4F81-A0C6-C38960E0D569}"/>
              </a:ext>
            </a:extLst>
          </p:cNvPr>
          <p:cNvGraphicFramePr>
            <a:graphicFrameLocks noGrp="1"/>
          </p:cNvGraphicFramePr>
          <p:nvPr>
            <p:ph idx="1"/>
          </p:nvPr>
        </p:nvGraphicFramePr>
        <p:xfrm>
          <a:off x="838200" y="2389591"/>
          <a:ext cx="10515600" cy="1737360"/>
        </p:xfrm>
        <a:graphic>
          <a:graphicData uri="http://schemas.openxmlformats.org/drawingml/2006/table">
            <a:tbl>
              <a:tblPr firstRow="1" bandRow="1">
                <a:tableStyleId>{21E4AEA4-8DFA-4A89-87EB-49C32662AFE0}</a:tableStyleId>
              </a:tblPr>
              <a:tblGrid>
                <a:gridCol w="1752600">
                  <a:extLst>
                    <a:ext uri="{9D8B030D-6E8A-4147-A177-3AD203B41FA5}">
                      <a16:colId xmlns:a16="http://schemas.microsoft.com/office/drawing/2014/main" val="2955746128"/>
                    </a:ext>
                  </a:extLst>
                </a:gridCol>
                <a:gridCol w="1752600">
                  <a:extLst>
                    <a:ext uri="{9D8B030D-6E8A-4147-A177-3AD203B41FA5}">
                      <a16:colId xmlns:a16="http://schemas.microsoft.com/office/drawing/2014/main" val="108144269"/>
                    </a:ext>
                  </a:extLst>
                </a:gridCol>
                <a:gridCol w="1752600">
                  <a:extLst>
                    <a:ext uri="{9D8B030D-6E8A-4147-A177-3AD203B41FA5}">
                      <a16:colId xmlns:a16="http://schemas.microsoft.com/office/drawing/2014/main" val="2195941269"/>
                    </a:ext>
                  </a:extLst>
                </a:gridCol>
                <a:gridCol w="1752600">
                  <a:extLst>
                    <a:ext uri="{9D8B030D-6E8A-4147-A177-3AD203B41FA5}">
                      <a16:colId xmlns:a16="http://schemas.microsoft.com/office/drawing/2014/main" val="996710189"/>
                    </a:ext>
                  </a:extLst>
                </a:gridCol>
                <a:gridCol w="1752600">
                  <a:extLst>
                    <a:ext uri="{9D8B030D-6E8A-4147-A177-3AD203B41FA5}">
                      <a16:colId xmlns:a16="http://schemas.microsoft.com/office/drawing/2014/main" val="1579356880"/>
                    </a:ext>
                  </a:extLst>
                </a:gridCol>
                <a:gridCol w="1752600">
                  <a:extLst>
                    <a:ext uri="{9D8B030D-6E8A-4147-A177-3AD203B41FA5}">
                      <a16:colId xmlns:a16="http://schemas.microsoft.com/office/drawing/2014/main" val="2207470606"/>
                    </a:ext>
                  </a:extLst>
                </a:gridCol>
              </a:tblGrid>
              <a:tr h="0">
                <a:tc>
                  <a:txBody>
                    <a:bodyPr/>
                    <a:lstStyle/>
                    <a:p>
                      <a:r>
                        <a:rPr lang="en-US" sz="2400" dirty="0"/>
                        <a:t>Particulars</a:t>
                      </a:r>
                      <a:endParaRPr lang="en-IN" sz="2400" dirty="0"/>
                    </a:p>
                  </a:txBody>
                  <a:tcPr/>
                </a:tc>
                <a:tc>
                  <a:txBody>
                    <a:bodyPr/>
                    <a:lstStyle/>
                    <a:p>
                      <a:r>
                        <a:rPr lang="en-IN" sz="2400" dirty="0"/>
                        <a:t>March 2025</a:t>
                      </a:r>
                    </a:p>
                  </a:txBody>
                  <a:tcPr/>
                </a:tc>
                <a:tc>
                  <a:txBody>
                    <a:bodyPr/>
                    <a:lstStyle/>
                    <a:p>
                      <a:r>
                        <a:rPr lang="en-IN" sz="2400" dirty="0"/>
                        <a:t>2024</a:t>
                      </a:r>
                    </a:p>
                  </a:txBody>
                  <a:tcPr/>
                </a:tc>
                <a:tc>
                  <a:txBody>
                    <a:bodyPr/>
                    <a:lstStyle/>
                    <a:p>
                      <a:r>
                        <a:rPr lang="en-IN" sz="2400" dirty="0"/>
                        <a:t> 2023</a:t>
                      </a:r>
                    </a:p>
                  </a:txBody>
                  <a:tcPr/>
                </a:tc>
                <a:tc>
                  <a:txBody>
                    <a:bodyPr/>
                    <a:lstStyle/>
                    <a:p>
                      <a:r>
                        <a:rPr lang="en-US" sz="2400" dirty="0"/>
                        <a:t> 2022</a:t>
                      </a:r>
                      <a:endParaRPr lang="en-IN" sz="2400" dirty="0"/>
                    </a:p>
                  </a:txBody>
                  <a:tcPr/>
                </a:tc>
                <a:tc>
                  <a:txBody>
                    <a:bodyPr/>
                    <a:lstStyle/>
                    <a:p>
                      <a:r>
                        <a:rPr lang="en-US" sz="2400" dirty="0"/>
                        <a:t>2021</a:t>
                      </a:r>
                      <a:endParaRPr lang="en-IN" sz="2400" dirty="0"/>
                    </a:p>
                  </a:txBody>
                  <a:tcPr/>
                </a:tc>
                <a:extLst>
                  <a:ext uri="{0D108BD9-81ED-4DB2-BD59-A6C34878D82A}">
                    <a16:rowId xmlns:a16="http://schemas.microsoft.com/office/drawing/2014/main" val="913232642"/>
                  </a:ext>
                </a:extLst>
              </a:tr>
              <a:tr h="370840">
                <a:tc>
                  <a:txBody>
                    <a:bodyPr/>
                    <a:lstStyle/>
                    <a:p>
                      <a:r>
                        <a:rPr lang="en-US" sz="2400" b="1" dirty="0"/>
                        <a:t>ROE  in % </a:t>
                      </a:r>
                      <a:endParaRPr lang="en-IN" sz="2400" b="1" i="1" dirty="0"/>
                    </a:p>
                  </a:txBody>
                  <a:tcPr/>
                </a:tc>
                <a:tc>
                  <a:txBody>
                    <a:bodyPr/>
                    <a:lstStyle/>
                    <a:p>
                      <a:pPr algn="r"/>
                      <a:r>
                        <a:rPr lang="en-IN" sz="2400" b="1" dirty="0"/>
                        <a:t>29.58</a:t>
                      </a:r>
                    </a:p>
                  </a:txBody>
                  <a:tcPr/>
                </a:tc>
                <a:tc>
                  <a:txBody>
                    <a:bodyPr/>
                    <a:lstStyle/>
                    <a:p>
                      <a:pPr algn="r"/>
                      <a:r>
                        <a:rPr lang="en-IN" sz="2400" b="1" dirty="0"/>
                        <a:t>13.82</a:t>
                      </a:r>
                    </a:p>
                  </a:txBody>
                  <a:tcPr/>
                </a:tc>
                <a:tc>
                  <a:txBody>
                    <a:bodyPr/>
                    <a:lstStyle/>
                    <a:p>
                      <a:pPr algn="r"/>
                      <a:r>
                        <a:rPr lang="en-IN" sz="2400" b="1" dirty="0"/>
                        <a:t>10.92</a:t>
                      </a:r>
                    </a:p>
                  </a:txBody>
                  <a:tcPr/>
                </a:tc>
                <a:tc>
                  <a:txBody>
                    <a:bodyPr/>
                    <a:lstStyle/>
                    <a:p>
                      <a:pPr algn="r"/>
                      <a:r>
                        <a:rPr lang="en-IN" sz="2400" b="1" dirty="0"/>
                        <a:t>23.51</a:t>
                      </a:r>
                    </a:p>
                  </a:txBody>
                  <a:tcPr/>
                </a:tc>
                <a:tc>
                  <a:txBody>
                    <a:bodyPr/>
                    <a:lstStyle/>
                    <a:p>
                      <a:pPr algn="r"/>
                      <a:r>
                        <a:rPr lang="en-IN" sz="2400" b="1" dirty="0"/>
                        <a:t>12.16</a:t>
                      </a:r>
                    </a:p>
                  </a:txBody>
                  <a:tcPr/>
                </a:tc>
                <a:extLst>
                  <a:ext uri="{0D108BD9-81ED-4DB2-BD59-A6C34878D82A}">
                    <a16:rowId xmlns:a16="http://schemas.microsoft.com/office/drawing/2014/main" val="1768596027"/>
                  </a:ext>
                </a:extLst>
              </a:tr>
              <a:tr h="370840">
                <a:tc>
                  <a:txBody>
                    <a:bodyPr/>
                    <a:lstStyle/>
                    <a:p>
                      <a:r>
                        <a:rPr lang="en-US" sz="2400" b="1" dirty="0"/>
                        <a:t>Average ROE in %</a:t>
                      </a:r>
                      <a:endParaRPr lang="en-IN" sz="2400" b="1" dirty="0"/>
                    </a:p>
                  </a:txBody>
                  <a:tcPr/>
                </a:tc>
                <a:tc>
                  <a:txBody>
                    <a:bodyPr/>
                    <a:lstStyle/>
                    <a:p>
                      <a:pPr algn="r"/>
                      <a:r>
                        <a:rPr lang="en-IN" sz="2400" b="1" dirty="0"/>
                        <a:t>18.00 %</a:t>
                      </a:r>
                    </a:p>
                  </a:txBody>
                  <a:tcPr/>
                </a:tc>
                <a:tc>
                  <a:txBody>
                    <a:bodyPr/>
                    <a:lstStyle/>
                    <a:p>
                      <a:pPr algn="r"/>
                      <a:endParaRPr lang="en-IN" sz="2400" dirty="0"/>
                    </a:p>
                  </a:txBody>
                  <a:tcPr/>
                </a:tc>
                <a:tc>
                  <a:txBody>
                    <a:bodyPr/>
                    <a:lstStyle/>
                    <a:p>
                      <a:pPr algn="r"/>
                      <a:endParaRPr lang="en-IN" sz="2400" dirty="0"/>
                    </a:p>
                  </a:txBody>
                  <a:tcPr/>
                </a:tc>
                <a:tc>
                  <a:txBody>
                    <a:bodyPr/>
                    <a:lstStyle/>
                    <a:p>
                      <a:pPr algn="r"/>
                      <a:endParaRPr lang="en-IN" sz="2400" dirty="0"/>
                    </a:p>
                  </a:txBody>
                  <a:tcPr/>
                </a:tc>
                <a:tc>
                  <a:txBody>
                    <a:bodyPr/>
                    <a:lstStyle/>
                    <a:p>
                      <a:pPr algn="r"/>
                      <a:endParaRPr lang="en-IN" sz="2400" dirty="0"/>
                    </a:p>
                  </a:txBody>
                  <a:tcPr/>
                </a:tc>
                <a:extLst>
                  <a:ext uri="{0D108BD9-81ED-4DB2-BD59-A6C34878D82A}">
                    <a16:rowId xmlns:a16="http://schemas.microsoft.com/office/drawing/2014/main" val="3879119408"/>
                  </a:ext>
                </a:extLst>
              </a:tr>
            </a:tbl>
          </a:graphicData>
        </a:graphic>
      </p:graphicFrame>
    </p:spTree>
    <p:extLst>
      <p:ext uri="{BB962C8B-B14F-4D97-AF65-F5344CB8AC3E}">
        <p14:creationId xmlns:p14="http://schemas.microsoft.com/office/powerpoint/2010/main" val="3555650902"/>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CAE9D-195F-4586-AFDD-1BD13B4A552E}"/>
              </a:ext>
            </a:extLst>
          </p:cNvPr>
          <p:cNvSpPr>
            <a:spLocks noGrp="1"/>
          </p:cNvSpPr>
          <p:nvPr>
            <p:ph type="title"/>
          </p:nvPr>
        </p:nvSpPr>
        <p:spPr/>
        <p:txBody>
          <a:bodyPr/>
          <a:lstStyle/>
          <a:p>
            <a:r>
              <a:rPr lang="en-US" b="1" dirty="0"/>
              <a:t>Fundamental growth rate for </a:t>
            </a:r>
            <a:r>
              <a:rPr lang="en-US" b="1" u="sng" dirty="0"/>
              <a:t>NALCO</a:t>
            </a:r>
            <a:r>
              <a:rPr lang="en-US" b="1" dirty="0"/>
              <a:t> based on 5-year average ROE &amp; DPR </a:t>
            </a:r>
            <a:endParaRPr lang="en-IN" b="1" dirty="0"/>
          </a:p>
        </p:txBody>
      </p:sp>
      <p:sp>
        <p:nvSpPr>
          <p:cNvPr id="3" name="Content Placeholder 2">
            <a:extLst>
              <a:ext uri="{FF2B5EF4-FFF2-40B4-BE49-F238E27FC236}">
                <a16:creationId xmlns:a16="http://schemas.microsoft.com/office/drawing/2014/main" id="{D439B8FF-745B-48CD-A594-493DE1A6FE7E}"/>
              </a:ext>
            </a:extLst>
          </p:cNvPr>
          <p:cNvSpPr>
            <a:spLocks noGrp="1"/>
          </p:cNvSpPr>
          <p:nvPr>
            <p:ph idx="1"/>
          </p:nvPr>
        </p:nvSpPr>
        <p:spPr/>
        <p:txBody>
          <a:bodyPr/>
          <a:lstStyle/>
          <a:p>
            <a:r>
              <a:rPr lang="en-US" dirty="0"/>
              <a:t>g = ROE * (1-DPR)</a:t>
            </a:r>
          </a:p>
          <a:p>
            <a:endParaRPr lang="en-US" dirty="0"/>
          </a:p>
          <a:p>
            <a:r>
              <a:rPr lang="en-US" dirty="0"/>
              <a:t>5 Year avg ROE = 18.00 %</a:t>
            </a:r>
          </a:p>
          <a:p>
            <a:r>
              <a:rPr lang="en-US" dirty="0"/>
              <a:t>5 year avg DPR =  43 %</a:t>
            </a:r>
          </a:p>
          <a:p>
            <a:endParaRPr lang="en-US" dirty="0"/>
          </a:p>
          <a:p>
            <a:pPr marL="0" indent="0">
              <a:buNone/>
            </a:pPr>
            <a:r>
              <a:rPr lang="en-US" b="1" dirty="0"/>
              <a:t>Fundamental growth rate </a:t>
            </a:r>
            <a:r>
              <a:rPr lang="en-US" dirty="0"/>
              <a:t>=  18.00* (1- 0.43) = </a:t>
            </a:r>
            <a:r>
              <a:rPr lang="en-US" b="1" dirty="0"/>
              <a:t>10.26 % ;  2 stage growth firm </a:t>
            </a:r>
            <a:endParaRPr lang="en-IN" b="1" dirty="0"/>
          </a:p>
        </p:txBody>
      </p:sp>
    </p:spTree>
    <p:extLst>
      <p:ext uri="{BB962C8B-B14F-4D97-AF65-F5344CB8AC3E}">
        <p14:creationId xmlns:p14="http://schemas.microsoft.com/office/powerpoint/2010/main" val="2760511682"/>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9654D-2987-4163-8709-1F59985A8204}"/>
              </a:ext>
            </a:extLst>
          </p:cNvPr>
          <p:cNvSpPr>
            <a:spLocks noGrp="1"/>
          </p:cNvSpPr>
          <p:nvPr>
            <p:ph type="title"/>
          </p:nvPr>
        </p:nvSpPr>
        <p:spPr/>
        <p:txBody>
          <a:bodyPr/>
          <a:lstStyle/>
          <a:p>
            <a:pPr algn="ctr"/>
            <a:r>
              <a:rPr lang="en-US" b="1" dirty="0"/>
              <a:t> COE for NALCO </a:t>
            </a:r>
            <a:endParaRPr lang="en-IN" b="1" dirty="0"/>
          </a:p>
        </p:txBody>
      </p:sp>
      <p:sp>
        <p:nvSpPr>
          <p:cNvPr id="3" name="Content Placeholder 2">
            <a:extLst>
              <a:ext uri="{FF2B5EF4-FFF2-40B4-BE49-F238E27FC236}">
                <a16:creationId xmlns:a16="http://schemas.microsoft.com/office/drawing/2014/main" id="{B882D781-FD61-441C-ADF0-26BDCF0B7435}"/>
              </a:ext>
            </a:extLst>
          </p:cNvPr>
          <p:cNvSpPr>
            <a:spLocks noGrp="1"/>
          </p:cNvSpPr>
          <p:nvPr>
            <p:ph idx="1"/>
          </p:nvPr>
        </p:nvSpPr>
        <p:spPr/>
        <p:txBody>
          <a:bodyPr/>
          <a:lstStyle/>
          <a:p>
            <a:r>
              <a:rPr lang="en-US" b="1" dirty="0"/>
              <a:t>Risk free rate (for India) </a:t>
            </a:r>
          </a:p>
          <a:p>
            <a:pPr marL="0" indent="0">
              <a:buNone/>
            </a:pPr>
            <a:endParaRPr lang="en-US" dirty="0"/>
          </a:p>
          <a:p>
            <a:pPr marL="0" indent="0">
              <a:buNone/>
            </a:pPr>
            <a:r>
              <a:rPr lang="en-US" i="1" u="sng" dirty="0"/>
              <a:t>Yield on 40 year Indian govt bond </a:t>
            </a:r>
            <a:r>
              <a:rPr lang="en-US" dirty="0"/>
              <a:t>= </a:t>
            </a:r>
            <a:r>
              <a:rPr lang="en-US" b="1" dirty="0"/>
              <a:t>7.35 % ( on 27 Nov 2025)</a:t>
            </a:r>
          </a:p>
          <a:p>
            <a:pPr marL="0" indent="0">
              <a:buNone/>
            </a:pPr>
            <a:endParaRPr lang="en-US" dirty="0"/>
          </a:p>
          <a:p>
            <a:pPr marL="0" indent="0">
              <a:buNone/>
            </a:pPr>
            <a:endParaRPr lang="en-US" dirty="0"/>
          </a:p>
          <a:p>
            <a:pPr marL="0" indent="0">
              <a:buNone/>
            </a:pPr>
            <a:r>
              <a:rPr lang="en-US" b="1" dirty="0"/>
              <a:t>Source: Investing.com</a:t>
            </a:r>
            <a:r>
              <a:rPr lang="en-US" dirty="0"/>
              <a:t> database </a:t>
            </a:r>
            <a:endParaRPr lang="en-IN" dirty="0"/>
          </a:p>
        </p:txBody>
      </p:sp>
    </p:spTree>
    <p:extLst>
      <p:ext uri="{BB962C8B-B14F-4D97-AF65-F5344CB8AC3E}">
        <p14:creationId xmlns:p14="http://schemas.microsoft.com/office/powerpoint/2010/main" val="4151897692"/>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45F7B-50DF-4DF9-9CD8-2AE103A66225}"/>
              </a:ext>
            </a:extLst>
          </p:cNvPr>
          <p:cNvSpPr>
            <a:spLocks noGrp="1"/>
          </p:cNvSpPr>
          <p:nvPr>
            <p:ph type="title"/>
          </p:nvPr>
        </p:nvSpPr>
        <p:spPr/>
        <p:txBody>
          <a:bodyPr/>
          <a:lstStyle/>
          <a:p>
            <a:pPr algn="ctr"/>
            <a:r>
              <a:rPr lang="en-US" b="1" dirty="0"/>
              <a:t>COE for NALCO </a:t>
            </a:r>
            <a:endParaRPr lang="en-IN" b="1" dirty="0"/>
          </a:p>
        </p:txBody>
      </p:sp>
      <p:sp>
        <p:nvSpPr>
          <p:cNvPr id="3" name="Content Placeholder 2">
            <a:extLst>
              <a:ext uri="{FF2B5EF4-FFF2-40B4-BE49-F238E27FC236}">
                <a16:creationId xmlns:a16="http://schemas.microsoft.com/office/drawing/2014/main" id="{E96947BE-6180-4C60-8081-50CAC4E6ECFF}"/>
              </a:ext>
            </a:extLst>
          </p:cNvPr>
          <p:cNvSpPr>
            <a:spLocks noGrp="1"/>
          </p:cNvSpPr>
          <p:nvPr>
            <p:ph idx="1"/>
          </p:nvPr>
        </p:nvSpPr>
        <p:spPr/>
        <p:txBody>
          <a:bodyPr>
            <a:normAutofit/>
          </a:bodyPr>
          <a:lstStyle/>
          <a:p>
            <a:r>
              <a:rPr lang="en-US" b="1" dirty="0"/>
              <a:t>Market Risk Premium ( MRP)</a:t>
            </a:r>
          </a:p>
          <a:p>
            <a:endParaRPr lang="en-US" dirty="0"/>
          </a:p>
          <a:p>
            <a:r>
              <a:rPr lang="en-US" b="1" i="1" u="sng" dirty="0"/>
              <a:t>India @ 7.46 %</a:t>
            </a:r>
          </a:p>
          <a:p>
            <a:endParaRPr lang="en-US" dirty="0"/>
          </a:p>
          <a:p>
            <a:pPr marL="0" indent="0">
              <a:buNone/>
            </a:pPr>
            <a:endParaRPr lang="en-US" dirty="0"/>
          </a:p>
          <a:p>
            <a:pPr marL="0" indent="0">
              <a:buNone/>
            </a:pPr>
            <a:r>
              <a:rPr lang="en-US" b="1" dirty="0"/>
              <a:t>July 2025 update by Aswath Damodaran</a:t>
            </a:r>
            <a:endParaRPr lang="en-IN" b="1" dirty="0"/>
          </a:p>
        </p:txBody>
      </p:sp>
    </p:spTree>
    <p:extLst>
      <p:ext uri="{BB962C8B-B14F-4D97-AF65-F5344CB8AC3E}">
        <p14:creationId xmlns:p14="http://schemas.microsoft.com/office/powerpoint/2010/main" val="1648532064"/>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00FD8-B411-44F3-BAB7-70EF8AEB899B}"/>
              </a:ext>
            </a:extLst>
          </p:cNvPr>
          <p:cNvSpPr>
            <a:spLocks noGrp="1"/>
          </p:cNvSpPr>
          <p:nvPr>
            <p:ph type="title"/>
          </p:nvPr>
        </p:nvSpPr>
        <p:spPr/>
        <p:txBody>
          <a:bodyPr/>
          <a:lstStyle/>
          <a:p>
            <a:pPr algn="ctr"/>
            <a:r>
              <a:rPr lang="en-US" b="1" dirty="0"/>
              <a:t>Equity Beta for </a:t>
            </a:r>
            <a:r>
              <a:rPr lang="en-US" b="1" dirty="0">
                <a:solidFill>
                  <a:prstClr val="black"/>
                </a:solidFill>
                <a:latin typeface="Calibri Light" panose="020F0302020204030204"/>
              </a:rPr>
              <a:t>Nalco</a:t>
            </a:r>
            <a:endParaRPr lang="en-IN" b="1" dirty="0"/>
          </a:p>
        </p:txBody>
      </p:sp>
      <p:sp>
        <p:nvSpPr>
          <p:cNvPr id="3" name="Content Placeholder 2">
            <a:extLst>
              <a:ext uri="{FF2B5EF4-FFF2-40B4-BE49-F238E27FC236}">
                <a16:creationId xmlns:a16="http://schemas.microsoft.com/office/drawing/2014/main" id="{E51DED3D-FA78-4394-A7BD-EB5395FB042D}"/>
              </a:ext>
            </a:extLst>
          </p:cNvPr>
          <p:cNvSpPr>
            <a:spLocks noGrp="1"/>
          </p:cNvSpPr>
          <p:nvPr>
            <p:ph idx="1"/>
          </p:nvPr>
        </p:nvSpPr>
        <p:spPr/>
        <p:txBody>
          <a:bodyPr/>
          <a:lstStyle/>
          <a:p>
            <a:pPr marL="0" indent="0">
              <a:buNone/>
            </a:pPr>
            <a:r>
              <a:rPr lang="en-US" b="1" dirty="0"/>
              <a:t>Beta = 1.61</a:t>
            </a:r>
          </a:p>
          <a:p>
            <a:pPr marL="0" indent="0">
              <a:buNone/>
            </a:pPr>
            <a:endParaRPr lang="en-US" dirty="0"/>
          </a:p>
          <a:p>
            <a:pPr marL="0" indent="0">
              <a:buNone/>
            </a:pPr>
            <a:r>
              <a:rPr lang="en-US" b="1" dirty="0"/>
              <a:t>Source: </a:t>
            </a:r>
            <a:r>
              <a:rPr lang="en-US" dirty="0"/>
              <a:t>Moneycontrol.com   ( </a:t>
            </a:r>
            <a:r>
              <a:rPr lang="en-US" b="1" dirty="0"/>
              <a:t>as on 27 Nov 2025</a:t>
            </a:r>
            <a:r>
              <a:rPr lang="en-US" dirty="0"/>
              <a:t>)</a:t>
            </a:r>
            <a:endParaRPr lang="en-IN" dirty="0"/>
          </a:p>
        </p:txBody>
      </p:sp>
    </p:spTree>
    <p:extLst>
      <p:ext uri="{BB962C8B-B14F-4D97-AF65-F5344CB8AC3E}">
        <p14:creationId xmlns:p14="http://schemas.microsoft.com/office/powerpoint/2010/main" val="3813966680"/>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C923D-E35F-48C9-9343-DB9A94F96C4F}"/>
              </a:ext>
            </a:extLst>
          </p:cNvPr>
          <p:cNvSpPr>
            <a:spLocks noGrp="1"/>
          </p:cNvSpPr>
          <p:nvPr>
            <p:ph type="title"/>
          </p:nvPr>
        </p:nvSpPr>
        <p:spPr/>
        <p:txBody>
          <a:bodyPr/>
          <a:lstStyle/>
          <a:p>
            <a:pPr algn="ctr"/>
            <a:r>
              <a:rPr lang="en-US" b="1" dirty="0"/>
              <a:t>Cost of Equity for NALCO</a:t>
            </a:r>
            <a:endParaRPr lang="en-IN" b="1" dirty="0"/>
          </a:p>
        </p:txBody>
      </p:sp>
      <p:sp>
        <p:nvSpPr>
          <p:cNvPr id="3" name="Content Placeholder 2">
            <a:extLst>
              <a:ext uri="{FF2B5EF4-FFF2-40B4-BE49-F238E27FC236}">
                <a16:creationId xmlns:a16="http://schemas.microsoft.com/office/drawing/2014/main" id="{77CF720A-C88C-49C3-9083-269DB4055AF2}"/>
              </a:ext>
            </a:extLst>
          </p:cNvPr>
          <p:cNvSpPr>
            <a:spLocks noGrp="1"/>
          </p:cNvSpPr>
          <p:nvPr>
            <p:ph idx="1"/>
          </p:nvPr>
        </p:nvSpPr>
        <p:spPr/>
        <p:txBody>
          <a:bodyPr>
            <a:normAutofit lnSpcReduction="10000"/>
          </a:bodyPr>
          <a:lstStyle/>
          <a:p>
            <a:r>
              <a:rPr lang="en-US" b="1" dirty="0"/>
              <a:t>Rf</a:t>
            </a:r>
            <a:r>
              <a:rPr lang="en-US" dirty="0"/>
              <a:t> = 7.35 %</a:t>
            </a:r>
          </a:p>
          <a:p>
            <a:r>
              <a:rPr lang="en-US" b="1" dirty="0"/>
              <a:t>MRP</a:t>
            </a:r>
            <a:r>
              <a:rPr lang="en-US" dirty="0"/>
              <a:t>= 7.46%</a:t>
            </a:r>
          </a:p>
          <a:p>
            <a:r>
              <a:rPr lang="en-US" b="1" dirty="0"/>
              <a:t>Beta</a:t>
            </a:r>
            <a:r>
              <a:rPr lang="en-US" dirty="0"/>
              <a:t>  = 1.61</a:t>
            </a:r>
          </a:p>
          <a:p>
            <a:endParaRPr lang="en-US" dirty="0"/>
          </a:p>
          <a:p>
            <a:r>
              <a:rPr lang="en-US" b="1" u="sng" dirty="0"/>
              <a:t>COE</a:t>
            </a:r>
            <a:r>
              <a:rPr lang="en-US" dirty="0"/>
              <a:t> = 7.35% + (1.61* 7.46%) = </a:t>
            </a:r>
            <a:r>
              <a:rPr lang="en-US" b="1" u="sng" dirty="0"/>
              <a:t>19.36% for High Growth Phase </a:t>
            </a:r>
          </a:p>
          <a:p>
            <a:pPr marL="0" indent="0">
              <a:buNone/>
            </a:pPr>
            <a:r>
              <a:rPr lang="en-US" b="1" u="sng" dirty="0">
                <a:highlight>
                  <a:srgbClr val="FFFF00"/>
                </a:highlight>
              </a:rPr>
              <a:t>For Stable Phase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St phase Beta of 1.2</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Rf of 6% and MRP of 6%</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Then </a:t>
            </a:r>
            <a:r>
              <a:rPr kumimoji="0" lang="en-US" sz="2800" b="1" i="0" u="none" strike="noStrike" kern="1200" cap="none" spc="0" normalizeH="0" baseline="0" noProof="0" dirty="0" err="1">
                <a:ln>
                  <a:noFill/>
                </a:ln>
                <a:solidFill>
                  <a:prstClr val="black"/>
                </a:solidFill>
                <a:effectLst/>
                <a:uLnTx/>
                <a:uFillTx/>
                <a:latin typeface="Calibri" panose="020F0502020204030204"/>
                <a:ea typeface="+mn-ea"/>
                <a:cs typeface="+mn-cs"/>
              </a:rPr>
              <a:t>St.Phase</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 COE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6 + (1.2*6) =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13.2%</a:t>
            </a:r>
          </a:p>
          <a:p>
            <a:endParaRPr lang="en-IN" b="1" u="sng" dirty="0"/>
          </a:p>
        </p:txBody>
      </p:sp>
    </p:spTree>
    <p:extLst>
      <p:ext uri="{BB962C8B-B14F-4D97-AF65-F5344CB8AC3E}">
        <p14:creationId xmlns:p14="http://schemas.microsoft.com/office/powerpoint/2010/main" val="2295208642"/>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8C153-6A4E-70BB-F56A-06A6EE5775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640FC4-FC68-B109-0E30-7E0376568577}"/>
              </a:ext>
            </a:extLst>
          </p:cNvPr>
          <p:cNvSpPr>
            <a:spLocks noGrp="1"/>
          </p:cNvSpPr>
          <p:nvPr>
            <p:ph type="title"/>
          </p:nvPr>
        </p:nvSpPr>
        <p:spPr/>
        <p:txBody>
          <a:bodyPr/>
          <a:lstStyle/>
          <a:p>
            <a:pPr algn="ctr"/>
            <a:r>
              <a:rPr lang="en-US" b="1" dirty="0"/>
              <a:t> PE for a High Growth Firm </a:t>
            </a:r>
            <a:endParaRPr lang="en-IN" b="1" dirty="0"/>
          </a:p>
        </p:txBody>
      </p:sp>
      <p:sp>
        <p:nvSpPr>
          <p:cNvPr id="3" name="Content Placeholder 2">
            <a:extLst>
              <a:ext uri="{FF2B5EF4-FFF2-40B4-BE49-F238E27FC236}">
                <a16:creationId xmlns:a16="http://schemas.microsoft.com/office/drawing/2014/main" id="{F057561F-F857-9C79-20FF-8D5D1D3C0FCE}"/>
              </a:ext>
            </a:extLst>
          </p:cNvPr>
          <p:cNvSpPr>
            <a:spLocks noGrp="1"/>
          </p:cNvSpPr>
          <p:nvPr>
            <p:ph idx="1"/>
          </p:nvPr>
        </p:nvSpPr>
        <p:spPr/>
        <p:txBody>
          <a:bodyPr>
            <a:normAutofit fontScale="92500" lnSpcReduction="20000"/>
          </a:bodyPr>
          <a:lstStyle/>
          <a:p>
            <a:r>
              <a:rPr lang="en-US" b="1" dirty="0"/>
              <a:t>Two stage model (PE of high growth phase + PE of stable phase)</a:t>
            </a:r>
          </a:p>
          <a:p>
            <a:pPr marL="514350" indent="-514350">
              <a:buAutoNum type="arabicPeriod"/>
            </a:pPr>
            <a:r>
              <a:rPr lang="en-US" b="1" u="sng" dirty="0"/>
              <a:t>High growth stage or Phase</a:t>
            </a:r>
          </a:p>
          <a:p>
            <a:pPr marL="0" indent="0">
              <a:buNone/>
            </a:pPr>
            <a:r>
              <a:rPr lang="en-US" dirty="0"/>
              <a:t> = DPR hg *(1+ g hg) *( 1- [ {1+g hg}^n / {1+ COE hg }^n])   </a:t>
            </a:r>
          </a:p>
          <a:p>
            <a:pPr marL="0" indent="0">
              <a:buNone/>
            </a:pPr>
            <a:r>
              <a:rPr lang="en-US" dirty="0"/>
              <a:t>     -----------------------------------------------------------------</a:t>
            </a:r>
          </a:p>
          <a:p>
            <a:pPr marL="0" indent="0">
              <a:buNone/>
            </a:pPr>
            <a:r>
              <a:rPr lang="en-US" dirty="0"/>
              <a:t>                          COE hg – g hg</a:t>
            </a:r>
          </a:p>
          <a:p>
            <a:pPr marL="0" indent="0">
              <a:buNone/>
            </a:pPr>
            <a:r>
              <a:rPr lang="en-US" b="1" u="sng" dirty="0"/>
              <a:t>2. Stable stage or Phase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DPR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 g hg)^n * (1+g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COE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g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(1+ COE  hg)^n</a:t>
            </a:r>
          </a:p>
          <a:p>
            <a:pPr marL="0" indent="0">
              <a:buNone/>
            </a:pPr>
            <a:endParaRPr lang="en-IN" dirty="0"/>
          </a:p>
        </p:txBody>
      </p:sp>
    </p:spTree>
    <p:extLst>
      <p:ext uri="{BB962C8B-B14F-4D97-AF65-F5344CB8AC3E}">
        <p14:creationId xmlns:p14="http://schemas.microsoft.com/office/powerpoint/2010/main" val="588362793"/>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5ABF8-1912-450D-22A1-B22EF04EE0B8}"/>
              </a:ext>
            </a:extLst>
          </p:cNvPr>
          <p:cNvSpPr>
            <a:spLocks noGrp="1"/>
          </p:cNvSpPr>
          <p:nvPr>
            <p:ph type="title"/>
          </p:nvPr>
        </p:nvSpPr>
        <p:spPr/>
        <p:txBody>
          <a:bodyPr/>
          <a:lstStyle/>
          <a:p>
            <a:r>
              <a:rPr lang="en-US" b="1" dirty="0"/>
              <a:t>PE ratio for NALCO- High Growth (HG) Phase </a:t>
            </a:r>
          </a:p>
        </p:txBody>
      </p:sp>
      <p:sp>
        <p:nvSpPr>
          <p:cNvPr id="3" name="Content Placeholder 2">
            <a:extLst>
              <a:ext uri="{FF2B5EF4-FFF2-40B4-BE49-F238E27FC236}">
                <a16:creationId xmlns:a16="http://schemas.microsoft.com/office/drawing/2014/main" id="{E4B265BA-A375-5BA1-D09A-ACD9DDF976E4}"/>
              </a:ext>
            </a:extLst>
          </p:cNvPr>
          <p:cNvSpPr>
            <a:spLocks noGrp="1"/>
          </p:cNvSpPr>
          <p:nvPr>
            <p:ph idx="1"/>
          </p:nvPr>
        </p:nvSpPr>
        <p:spPr/>
        <p:txBody>
          <a:bodyPr/>
          <a:lstStyle/>
          <a:p>
            <a:r>
              <a:rPr lang="en-US" b="1" dirty="0"/>
              <a:t>DPR = 43 %</a:t>
            </a:r>
          </a:p>
          <a:p>
            <a:r>
              <a:rPr lang="en-US" b="1" dirty="0"/>
              <a:t>G = 10.26 %</a:t>
            </a:r>
          </a:p>
          <a:p>
            <a:r>
              <a:rPr lang="en-US" b="1" dirty="0"/>
              <a:t>COE = 19.36</a:t>
            </a:r>
          </a:p>
          <a:p>
            <a:r>
              <a:rPr lang="en-US" b="1" dirty="0"/>
              <a:t>Length of HG Phase =n= let us assume 10 years </a:t>
            </a:r>
          </a:p>
        </p:txBody>
      </p:sp>
    </p:spTree>
    <p:extLst>
      <p:ext uri="{BB962C8B-B14F-4D97-AF65-F5344CB8AC3E}">
        <p14:creationId xmlns:p14="http://schemas.microsoft.com/office/powerpoint/2010/main" val="1405358865"/>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C2B4C-8978-3D33-FDFD-B56F056C8E9E}"/>
              </a:ext>
            </a:extLst>
          </p:cNvPr>
          <p:cNvSpPr>
            <a:spLocks noGrp="1"/>
          </p:cNvSpPr>
          <p:nvPr>
            <p:ph type="title"/>
          </p:nvPr>
        </p:nvSpPr>
        <p:spPr/>
        <p:txBody>
          <a:bodyPr/>
          <a:lstStyle/>
          <a:p>
            <a:pPr algn="ctr"/>
            <a:r>
              <a:rPr lang="en-US" b="1" dirty="0"/>
              <a:t>PE of Nalco – HG Phase </a:t>
            </a:r>
          </a:p>
        </p:txBody>
      </p:sp>
      <p:sp>
        <p:nvSpPr>
          <p:cNvPr id="3" name="Content Placeholder 2">
            <a:extLst>
              <a:ext uri="{FF2B5EF4-FFF2-40B4-BE49-F238E27FC236}">
                <a16:creationId xmlns:a16="http://schemas.microsoft.com/office/drawing/2014/main" id="{99172965-C989-9E78-8730-89CD7BA620CC}"/>
              </a:ext>
            </a:extLst>
          </p:cNvPr>
          <p:cNvSpPr>
            <a:spLocks noGrp="1"/>
          </p:cNvSpPr>
          <p:nvPr>
            <p:ph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 DPR hg *(1+ g hg) *( 1- [ {1+g hg}^n / {1+ COE hg }^n])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COE hg – g hg</a:t>
            </a:r>
          </a:p>
          <a:p>
            <a:pPr marL="0" marR="0" lvl="0" indent="0" algn="l" defTabSz="914400" rtl="0" eaLnBrk="1" fontAlgn="auto" latinLnBrk="0" hangingPunct="1">
              <a:lnSpc>
                <a:spcPct val="90000"/>
              </a:lnSpc>
              <a:spcBef>
                <a:spcPts val="1000"/>
              </a:spcBef>
              <a:spcAft>
                <a:spcPts val="0"/>
              </a:spcAft>
              <a:buClrTx/>
              <a:buSzTx/>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0.43 *(1.1026) *( 1- [ {1.1026}^</a:t>
            </a:r>
            <a:r>
              <a:rPr lang="en-US" sz="2600" dirty="0">
                <a:solidFill>
                  <a:prstClr val="black"/>
                </a:solidFill>
                <a:latin typeface="Calibri" panose="020F0502020204030204"/>
              </a:rPr>
              <a:t>10</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 {1.1936 }^10])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0.1936 – 0.1026</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prstClr val="black"/>
                </a:solidFill>
                <a:latin typeface="Calibri" panose="020F0502020204030204"/>
              </a:rPr>
              <a:t>= 0.4741 * (1- {2.6557/5.8693} ) / 0.091 = </a:t>
            </a:r>
            <a:r>
              <a:rPr lang="en-US" sz="2600" dirty="0">
                <a:solidFill>
                  <a:prstClr val="black"/>
                </a:solidFill>
                <a:highlight>
                  <a:srgbClr val="FFFF00"/>
                </a:highlight>
                <a:latin typeface="Calibri" panose="020F0502020204030204"/>
              </a:rPr>
              <a:t>2.85 times</a:t>
            </a:r>
            <a:endParaRPr kumimoji="0" lang="en-US" sz="26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a:p>
            <a:endParaRPr lang="en-US" dirty="0"/>
          </a:p>
        </p:txBody>
      </p:sp>
    </p:spTree>
    <p:extLst>
      <p:ext uri="{BB962C8B-B14F-4D97-AF65-F5344CB8AC3E}">
        <p14:creationId xmlns:p14="http://schemas.microsoft.com/office/powerpoint/2010/main" val="1680345464"/>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1BB80-C4C7-CACB-3467-846538D0DD25}"/>
              </a:ext>
            </a:extLst>
          </p:cNvPr>
          <p:cNvSpPr>
            <a:spLocks noGrp="1"/>
          </p:cNvSpPr>
          <p:nvPr>
            <p:ph type="title"/>
          </p:nvPr>
        </p:nvSpPr>
        <p:spPr/>
        <p:txBody>
          <a:bodyPr/>
          <a:lstStyle/>
          <a:p>
            <a:pPr algn="ctr"/>
            <a:r>
              <a:rPr lang="en-US" dirty="0"/>
              <a:t> </a:t>
            </a:r>
            <a:r>
              <a:rPr lang="en-US" b="1" dirty="0"/>
              <a:t>PE of Nalco- Stable Phase(</a:t>
            </a:r>
            <a:r>
              <a:rPr lang="en-US" b="1" dirty="0" err="1"/>
              <a:t>st</a:t>
            </a:r>
            <a:r>
              <a:rPr lang="en-US" b="1" dirty="0"/>
              <a:t>) </a:t>
            </a:r>
          </a:p>
        </p:txBody>
      </p:sp>
      <p:sp>
        <p:nvSpPr>
          <p:cNvPr id="3" name="Content Placeholder 2">
            <a:extLst>
              <a:ext uri="{FF2B5EF4-FFF2-40B4-BE49-F238E27FC236}">
                <a16:creationId xmlns:a16="http://schemas.microsoft.com/office/drawing/2014/main" id="{60579388-68D6-2F9A-7D05-D073AA5AED30}"/>
              </a:ext>
            </a:extLst>
          </p:cNvPr>
          <p:cNvSpPr>
            <a:spLocks noGrp="1"/>
          </p:cNvSpPr>
          <p:nvPr>
            <p:ph idx="1"/>
          </p:nvPr>
        </p:nvSpPr>
        <p:spPr/>
        <p:txBody>
          <a:bodyPr/>
          <a:lstStyle/>
          <a:p>
            <a:r>
              <a:rPr lang="en-US" dirty="0"/>
              <a:t>Assumptions</a:t>
            </a:r>
          </a:p>
          <a:p>
            <a:r>
              <a:rPr lang="en-US" dirty="0"/>
              <a:t>DPR St = 70 %</a:t>
            </a:r>
          </a:p>
          <a:p>
            <a:r>
              <a:rPr lang="en-US" dirty="0"/>
              <a:t>(1+g hg )^n = 2.6557</a:t>
            </a:r>
          </a:p>
          <a:p>
            <a:r>
              <a:rPr lang="en-US" dirty="0"/>
              <a:t>G </a:t>
            </a:r>
            <a:r>
              <a:rPr lang="en-US" dirty="0" err="1"/>
              <a:t>st</a:t>
            </a:r>
            <a:r>
              <a:rPr lang="en-US" dirty="0"/>
              <a:t> phase = 6 %</a:t>
            </a:r>
          </a:p>
          <a:p>
            <a:r>
              <a:rPr lang="en-US" dirty="0"/>
              <a:t>COE </a:t>
            </a:r>
            <a:r>
              <a:rPr lang="en-US" dirty="0" err="1"/>
              <a:t>st</a:t>
            </a:r>
            <a:r>
              <a:rPr lang="en-US" dirty="0"/>
              <a:t> phase = 13.2 %</a:t>
            </a:r>
          </a:p>
          <a:p>
            <a:r>
              <a:rPr lang="en-US" dirty="0"/>
              <a:t>(1+coe hg )^n = 5.8693</a:t>
            </a:r>
          </a:p>
          <a:p>
            <a:pPr marL="0" indent="0">
              <a:buNone/>
            </a:pPr>
            <a:endParaRPr lang="en-US" dirty="0"/>
          </a:p>
        </p:txBody>
      </p:sp>
    </p:spTree>
    <p:extLst>
      <p:ext uri="{BB962C8B-B14F-4D97-AF65-F5344CB8AC3E}">
        <p14:creationId xmlns:p14="http://schemas.microsoft.com/office/powerpoint/2010/main" val="3791775821"/>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56C2D-2867-D549-5E47-21194EB250C5}"/>
              </a:ext>
            </a:extLst>
          </p:cNvPr>
          <p:cNvSpPr>
            <a:spLocks noGrp="1"/>
          </p:cNvSpPr>
          <p:nvPr>
            <p:ph type="title"/>
          </p:nvPr>
        </p:nvSpPr>
        <p:spPr/>
        <p:txBody>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PE of Nalco- Stable Phase</a:t>
            </a:r>
            <a:endParaRPr lang="en-US" dirty="0"/>
          </a:p>
        </p:txBody>
      </p:sp>
      <p:sp>
        <p:nvSpPr>
          <p:cNvPr id="3" name="Content Placeholder 2">
            <a:extLst>
              <a:ext uri="{FF2B5EF4-FFF2-40B4-BE49-F238E27FC236}">
                <a16:creationId xmlns:a16="http://schemas.microsoft.com/office/drawing/2014/main" id="{02A500B1-6B0B-BD28-DBD1-D1E065B989D1}"/>
              </a:ext>
            </a:extLst>
          </p:cNvPr>
          <p:cNvSpPr>
            <a:spLocks noGrp="1"/>
          </p:cNvSpPr>
          <p:nvPr>
            <p:ph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                DPR </a:t>
            </a:r>
            <a:r>
              <a:rPr kumimoji="0" lang="en-US" sz="26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*(1+ g hg)^n * (1+g </a:t>
            </a:r>
            <a:r>
              <a:rPr kumimoji="0" lang="en-US" sz="26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 COE </a:t>
            </a:r>
            <a:r>
              <a:rPr kumimoji="0" lang="en-US" sz="26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 g </a:t>
            </a:r>
            <a:r>
              <a:rPr kumimoji="0" lang="en-US" sz="26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 (1+ COE  hg)^n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prstClr val="black"/>
                </a:solidFill>
                <a:latin typeface="Calibri" panose="020F0502020204030204"/>
              </a:rPr>
              <a:t>=  0.70 (2.6557) (1.06) / (0.132-0.06) (5.8693)</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prstClr val="black"/>
                </a:solidFill>
                <a:latin typeface="Calibri" panose="020F0502020204030204"/>
              </a:rPr>
              <a:t>= 1.9705 / 0.4226</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prstClr val="black"/>
                </a:solidFill>
                <a:latin typeface="Calibri" panose="020F0502020204030204"/>
              </a:rPr>
              <a:t>= </a:t>
            </a:r>
            <a:r>
              <a:rPr lang="en-US" sz="2600" dirty="0">
                <a:solidFill>
                  <a:prstClr val="black"/>
                </a:solidFill>
                <a:highlight>
                  <a:srgbClr val="FFFF00"/>
                </a:highlight>
                <a:latin typeface="Calibri" panose="020F0502020204030204"/>
              </a:rPr>
              <a:t>4.66 times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p:txBody>
      </p:sp>
    </p:spTree>
    <p:extLst>
      <p:ext uri="{BB962C8B-B14F-4D97-AF65-F5344CB8AC3E}">
        <p14:creationId xmlns:p14="http://schemas.microsoft.com/office/powerpoint/2010/main" val="2829110340"/>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921F3-A548-4879-A806-3DC93B53E361}"/>
              </a:ext>
            </a:extLst>
          </p:cNvPr>
          <p:cNvSpPr>
            <a:spLocks noGrp="1"/>
          </p:cNvSpPr>
          <p:nvPr>
            <p:ph type="title"/>
          </p:nvPr>
        </p:nvSpPr>
        <p:spPr/>
        <p:txBody>
          <a:bodyPr/>
          <a:lstStyle/>
          <a:p>
            <a:pPr algn="ctr"/>
            <a:r>
              <a:rPr lang="en-US" b="1" dirty="0"/>
              <a:t>PE ratio using Fundamentals for </a:t>
            </a:r>
            <a:r>
              <a:rPr lang="en-US" b="1" u="sng" dirty="0">
                <a:solidFill>
                  <a:prstClr val="black"/>
                </a:solidFill>
                <a:latin typeface="Calibri Light" panose="020F0302020204030204"/>
              </a:rPr>
              <a:t>NALCO</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a:t>
            </a:r>
            <a:b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based on 5 year avg data)</a:t>
            </a:r>
            <a:endParaRPr lang="en-IN" b="1" dirty="0"/>
          </a:p>
        </p:txBody>
      </p:sp>
      <p:sp>
        <p:nvSpPr>
          <p:cNvPr id="3" name="Content Placeholder 2">
            <a:extLst>
              <a:ext uri="{FF2B5EF4-FFF2-40B4-BE49-F238E27FC236}">
                <a16:creationId xmlns:a16="http://schemas.microsoft.com/office/drawing/2014/main" id="{1240F283-F58D-4FD2-8A84-F648C5BE9940}"/>
              </a:ext>
            </a:extLst>
          </p:cNvPr>
          <p:cNvSpPr>
            <a:spLocks noGrp="1"/>
          </p:cNvSpPr>
          <p:nvPr>
            <p:ph idx="1"/>
          </p:nvPr>
        </p:nvSpPr>
        <p:spPr/>
        <p:txBody>
          <a:bodyPr>
            <a:normAutofit fontScale="92500" lnSpcReduction="10000"/>
          </a:bodyPr>
          <a:lstStyle/>
          <a:p>
            <a:r>
              <a:rPr lang="en-US" dirty="0"/>
              <a:t> </a:t>
            </a:r>
            <a:r>
              <a:rPr lang="en-US" b="1" dirty="0"/>
              <a:t>Total Predicted PE </a:t>
            </a:r>
            <a:r>
              <a:rPr lang="en-US" dirty="0"/>
              <a:t>= PE hg phase + PE </a:t>
            </a:r>
            <a:r>
              <a:rPr lang="en-US" dirty="0" err="1"/>
              <a:t>st</a:t>
            </a:r>
            <a:r>
              <a:rPr lang="en-US" dirty="0"/>
              <a:t> phase = 2.85 + 4.66 =</a:t>
            </a:r>
          </a:p>
          <a:p>
            <a:pPr marL="0" indent="0">
              <a:buNone/>
            </a:pPr>
            <a:endParaRPr lang="en-US" dirty="0"/>
          </a:p>
          <a:p>
            <a:pPr marL="0" indent="0">
              <a:buNone/>
            </a:pPr>
            <a:r>
              <a:rPr lang="en-US" b="1" dirty="0"/>
              <a:t>= 7.51 times</a:t>
            </a:r>
          </a:p>
          <a:p>
            <a:pPr marL="0" indent="0">
              <a:buNone/>
            </a:pPr>
            <a:endParaRPr lang="en-US" u="sng" dirty="0"/>
          </a:p>
          <a:p>
            <a:pPr marL="0" indent="0">
              <a:buNone/>
            </a:pPr>
            <a:r>
              <a:rPr lang="en-US" b="1" i="1" dirty="0"/>
              <a:t>Predicted Price = 7.51* INR 28.68* (1 + 0.1936/360 * 237 = 1.13) = </a:t>
            </a:r>
            <a:r>
              <a:rPr lang="en-US" b="1" i="1" dirty="0">
                <a:highlight>
                  <a:srgbClr val="FFFF00"/>
                </a:highlight>
              </a:rPr>
              <a:t>INR 243.39  on 27 Nov 2025</a:t>
            </a:r>
          </a:p>
          <a:p>
            <a:pPr marL="0" indent="0">
              <a:buNone/>
            </a:pPr>
            <a:endParaRPr lang="en-US" b="1" i="1" dirty="0">
              <a:highlight>
                <a:srgbClr val="FFFF00"/>
              </a:highlight>
            </a:endParaRPr>
          </a:p>
          <a:p>
            <a:pPr marL="0" indent="0">
              <a:buNone/>
            </a:pPr>
            <a:r>
              <a:rPr lang="en-US" b="1" i="1" dirty="0"/>
              <a:t>  </a:t>
            </a:r>
            <a:r>
              <a:rPr lang="en-US" u="sng" dirty="0"/>
              <a:t>VS Actual </a:t>
            </a:r>
            <a:r>
              <a:rPr lang="en-US" b="1" u="sng" dirty="0"/>
              <a:t>CMP @ INR 261.33</a:t>
            </a:r>
          </a:p>
          <a:p>
            <a:pPr marL="0" indent="0">
              <a:buNone/>
            </a:pPr>
            <a:r>
              <a:rPr lang="en-US" b="1" dirty="0"/>
              <a:t>52 W low High </a:t>
            </a:r>
            <a:r>
              <a:rPr lang="en-US" u="sng" dirty="0"/>
              <a:t>: INR  137.75   – 271.89  as on </a:t>
            </a:r>
            <a:r>
              <a:rPr lang="en-US" b="1" u="sng" dirty="0"/>
              <a:t>27 Nov 2025       Slightly </a:t>
            </a:r>
            <a:r>
              <a:rPr lang="en-US" b="1" u="sng" dirty="0">
                <a:highlight>
                  <a:srgbClr val="FFFF00"/>
                </a:highlight>
              </a:rPr>
              <a:t>Overvalued</a:t>
            </a:r>
            <a:endParaRPr lang="en-IN" b="1" u="sng" dirty="0">
              <a:highlight>
                <a:srgbClr val="FFFF00"/>
              </a:highlight>
            </a:endParaRPr>
          </a:p>
        </p:txBody>
      </p:sp>
    </p:spTree>
    <p:extLst>
      <p:ext uri="{BB962C8B-B14F-4D97-AF65-F5344CB8AC3E}">
        <p14:creationId xmlns:p14="http://schemas.microsoft.com/office/powerpoint/2010/main" val="616596094"/>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77E63-D64A-8F63-6A1F-59AC349B4B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83DBFC-A450-6972-500F-FB04CBE5A005}"/>
              </a:ext>
            </a:extLst>
          </p:cNvPr>
          <p:cNvSpPr>
            <a:spLocks noGrp="1"/>
          </p:cNvSpPr>
          <p:nvPr>
            <p:ph type="title"/>
          </p:nvPr>
        </p:nvSpPr>
        <p:spPr/>
        <p:txBody>
          <a:bodyPr>
            <a:normAutofit fontScale="90000"/>
          </a:bodyPr>
          <a:lstStyle/>
          <a:p>
            <a:pPr algn="ctr"/>
            <a:r>
              <a:rPr lang="en-US" b="1" dirty="0">
                <a:highlight>
                  <a:srgbClr val="FFFF00"/>
                </a:highlight>
              </a:rPr>
              <a:t>Revised PE ratio</a:t>
            </a:r>
            <a:br>
              <a:rPr lang="en-US" b="1" dirty="0">
                <a:highlight>
                  <a:srgbClr val="FFFF00"/>
                </a:highlight>
              </a:rPr>
            </a:br>
            <a:r>
              <a:rPr lang="en-US" b="1" dirty="0">
                <a:highlight>
                  <a:srgbClr val="FFFF00"/>
                </a:highlight>
              </a:rPr>
              <a:t> using Fundamentals for </a:t>
            </a:r>
            <a:r>
              <a:rPr lang="en-US" b="1" u="sng" dirty="0">
                <a:solidFill>
                  <a:prstClr val="black"/>
                </a:solidFill>
                <a:highlight>
                  <a:srgbClr val="FFFF00"/>
                </a:highlight>
                <a:latin typeface="Calibri Light" panose="020F0302020204030204"/>
              </a:rPr>
              <a:t>NALCO</a:t>
            </a:r>
            <a:r>
              <a:rPr kumimoji="0" lang="en-US" sz="4400" b="1" i="0" u="none" strike="noStrike" kern="1200" cap="none" spc="0" normalizeH="0" baseline="0" noProof="0" dirty="0">
                <a:ln>
                  <a:noFill/>
                </a:ln>
                <a:solidFill>
                  <a:prstClr val="black"/>
                </a:solidFill>
                <a:effectLst/>
                <a:highlight>
                  <a:srgbClr val="FFFF00"/>
                </a:highlight>
                <a:uLnTx/>
                <a:uFillTx/>
                <a:latin typeface="Calibri Light" panose="020F0302020204030204"/>
                <a:ea typeface="+mj-ea"/>
                <a:cs typeface="+mj-cs"/>
              </a:rPr>
              <a:t> </a:t>
            </a:r>
            <a:br>
              <a:rPr kumimoji="0" lang="en-US" sz="4400" b="1" i="0" u="none" strike="noStrike" kern="1200" cap="none" spc="0" normalizeH="0" baseline="0" noProof="0" dirty="0">
                <a:ln>
                  <a:noFill/>
                </a:ln>
                <a:solidFill>
                  <a:prstClr val="black"/>
                </a:solidFill>
                <a:effectLst/>
                <a:highlight>
                  <a:srgbClr val="FFFF00"/>
                </a:highlight>
                <a:uLnTx/>
                <a:uFillTx/>
                <a:latin typeface="Calibri Light" panose="020F0302020204030204"/>
                <a:ea typeface="+mj-ea"/>
                <a:cs typeface="+mj-cs"/>
              </a:rPr>
            </a:br>
            <a:r>
              <a:rPr kumimoji="0" lang="en-US" sz="4400" b="1" i="0" u="none" strike="noStrike" kern="1200" cap="none" spc="0" normalizeH="0" baseline="0" noProof="0" dirty="0">
                <a:ln>
                  <a:noFill/>
                </a:ln>
                <a:solidFill>
                  <a:prstClr val="black"/>
                </a:solidFill>
                <a:effectLst/>
                <a:highlight>
                  <a:srgbClr val="FFFF00"/>
                </a:highlight>
                <a:uLnTx/>
                <a:uFillTx/>
                <a:latin typeface="Calibri Light" panose="020F0302020204030204"/>
                <a:ea typeface="+mj-ea"/>
                <a:cs typeface="+mj-cs"/>
              </a:rPr>
              <a:t>( </a:t>
            </a:r>
            <a:r>
              <a:rPr lang="en-US" b="1" dirty="0">
                <a:solidFill>
                  <a:prstClr val="black"/>
                </a:solidFill>
                <a:highlight>
                  <a:srgbClr val="FFFF00"/>
                </a:highlight>
                <a:latin typeface="Calibri Light" panose="020F0302020204030204"/>
              </a:rPr>
              <a:t>Revised DPR of 60% &amp; g </a:t>
            </a:r>
            <a:r>
              <a:rPr lang="en-US" b="1" dirty="0" err="1">
                <a:solidFill>
                  <a:prstClr val="black"/>
                </a:solidFill>
                <a:highlight>
                  <a:srgbClr val="FFFF00"/>
                </a:highlight>
                <a:latin typeface="Calibri Light" panose="020F0302020204030204"/>
              </a:rPr>
              <a:t>st</a:t>
            </a:r>
            <a:r>
              <a:rPr lang="en-US" b="1" dirty="0">
                <a:solidFill>
                  <a:prstClr val="black"/>
                </a:solidFill>
                <a:highlight>
                  <a:srgbClr val="FFFF00"/>
                </a:highlight>
                <a:latin typeface="Calibri Light" panose="020F0302020204030204"/>
              </a:rPr>
              <a:t> phase at 4 % &amp; </a:t>
            </a:r>
            <a:r>
              <a:rPr lang="en-US" b="1" dirty="0" err="1">
                <a:solidFill>
                  <a:prstClr val="black"/>
                </a:solidFill>
                <a:highlight>
                  <a:srgbClr val="FFFF00"/>
                </a:highlight>
                <a:latin typeface="Calibri Light" panose="020F0302020204030204"/>
              </a:rPr>
              <a:t>st</a:t>
            </a:r>
            <a:r>
              <a:rPr lang="en-US" b="1" dirty="0">
                <a:solidFill>
                  <a:prstClr val="black"/>
                </a:solidFill>
                <a:highlight>
                  <a:srgbClr val="FFFF00"/>
                </a:highlight>
                <a:latin typeface="Calibri Light" panose="020F0302020204030204"/>
              </a:rPr>
              <a:t> COE at 13.2 % in stable phase </a:t>
            </a:r>
            <a:r>
              <a:rPr kumimoji="0" lang="en-US" sz="4400" b="1" i="0" u="none" strike="noStrike" kern="1200" cap="none" spc="0" normalizeH="0" baseline="0" noProof="0" dirty="0">
                <a:ln>
                  <a:noFill/>
                </a:ln>
                <a:solidFill>
                  <a:prstClr val="black"/>
                </a:solidFill>
                <a:effectLst/>
                <a:highlight>
                  <a:srgbClr val="FFFF00"/>
                </a:highlight>
                <a:uLnTx/>
                <a:uFillTx/>
                <a:latin typeface="Calibri Light" panose="020F0302020204030204"/>
                <a:ea typeface="+mj-ea"/>
                <a:cs typeface="+mj-cs"/>
              </a:rPr>
              <a:t>)</a:t>
            </a:r>
            <a:endParaRPr lang="en-IN" b="1" dirty="0">
              <a:highlight>
                <a:srgbClr val="FFFF00"/>
              </a:highlight>
            </a:endParaRPr>
          </a:p>
        </p:txBody>
      </p:sp>
      <p:sp>
        <p:nvSpPr>
          <p:cNvPr id="3" name="Content Placeholder 2">
            <a:extLst>
              <a:ext uri="{FF2B5EF4-FFF2-40B4-BE49-F238E27FC236}">
                <a16:creationId xmlns:a16="http://schemas.microsoft.com/office/drawing/2014/main" id="{D580E86A-231D-551B-F28A-0BB8B4659F2C}"/>
              </a:ext>
            </a:extLst>
          </p:cNvPr>
          <p:cNvSpPr>
            <a:spLocks noGrp="1"/>
          </p:cNvSpPr>
          <p:nvPr>
            <p:ph idx="1"/>
          </p:nvPr>
        </p:nvSpPr>
        <p:spPr>
          <a:xfrm>
            <a:off x="717176" y="2141537"/>
            <a:ext cx="10515600" cy="4351338"/>
          </a:xfrm>
        </p:spPr>
        <p:txBody>
          <a:bodyPr>
            <a:normAutofit/>
          </a:bodyPr>
          <a:lstStyle/>
          <a:p>
            <a:r>
              <a:rPr lang="en-US" dirty="0"/>
              <a:t>Keeping HG phase estimates as it is ( </a:t>
            </a:r>
            <a:r>
              <a:rPr lang="en-US" b="1" dirty="0"/>
              <a:t>HG PE =2.85 </a:t>
            </a:r>
            <a:r>
              <a:rPr lang="en-US" dirty="0"/>
              <a: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DPR St = 60 %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(1+g hg )^n = 2.6557</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G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phase = 4 %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COE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phase = 13.2 %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(1+coe hg )^n = 5.8693</a:t>
            </a:r>
          </a:p>
          <a:p>
            <a:pPr marL="0" indent="0">
              <a:buNone/>
            </a:pPr>
            <a:endParaRPr lang="en-US" u="sng" dirty="0"/>
          </a:p>
        </p:txBody>
      </p:sp>
    </p:spTree>
    <p:extLst>
      <p:ext uri="{BB962C8B-B14F-4D97-AF65-F5344CB8AC3E}">
        <p14:creationId xmlns:p14="http://schemas.microsoft.com/office/powerpoint/2010/main" val="2584556671"/>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D4E57-030E-5E2A-7D72-99A300C98C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0F90A1-F214-E4B7-D468-7C4330D8A634}"/>
              </a:ext>
            </a:extLst>
          </p:cNvPr>
          <p:cNvSpPr>
            <a:spLocks noGrp="1"/>
          </p:cNvSpPr>
          <p:nvPr>
            <p:ph type="title"/>
          </p:nvPr>
        </p:nvSpPr>
        <p:spPr/>
        <p:txBody>
          <a:bodyPr/>
          <a:lstStyle/>
          <a:p>
            <a:r>
              <a:rPr kumimoji="0" lang="en-US" sz="4400" b="1" i="0" u="none" strike="noStrike" kern="1200" cap="none" spc="0" normalizeH="0" baseline="0" noProof="0" dirty="0">
                <a:ln>
                  <a:noFill/>
                </a:ln>
                <a:solidFill>
                  <a:prstClr val="black"/>
                </a:solidFill>
                <a:effectLst/>
                <a:highlight>
                  <a:srgbClr val="FFFF00"/>
                </a:highlight>
                <a:uLnTx/>
                <a:uFillTx/>
                <a:latin typeface="Calibri Light" panose="020F0302020204030204"/>
                <a:ea typeface="+mj-ea"/>
                <a:cs typeface="+mj-cs"/>
              </a:rPr>
              <a:t>Revised PE of Nalco- Stable Phase</a:t>
            </a:r>
            <a:endParaRPr lang="en-US" dirty="0">
              <a:highlight>
                <a:srgbClr val="FFFF00"/>
              </a:highlight>
            </a:endParaRPr>
          </a:p>
        </p:txBody>
      </p:sp>
      <p:sp>
        <p:nvSpPr>
          <p:cNvPr id="3" name="Content Placeholder 2">
            <a:extLst>
              <a:ext uri="{FF2B5EF4-FFF2-40B4-BE49-F238E27FC236}">
                <a16:creationId xmlns:a16="http://schemas.microsoft.com/office/drawing/2014/main" id="{7CB91DDC-0904-8F42-E347-CD779F97DBD3}"/>
              </a:ext>
            </a:extLst>
          </p:cNvPr>
          <p:cNvSpPr>
            <a:spLocks noGrp="1"/>
          </p:cNvSpPr>
          <p:nvPr>
            <p:ph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                DPR </a:t>
            </a:r>
            <a:r>
              <a:rPr kumimoji="0" lang="en-US" sz="26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*(1+ g hg)^n * (1+g </a:t>
            </a:r>
            <a:r>
              <a:rPr kumimoji="0" lang="en-US" sz="26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 COE </a:t>
            </a:r>
            <a:r>
              <a:rPr kumimoji="0" lang="en-US" sz="26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 g </a:t>
            </a:r>
            <a:r>
              <a:rPr kumimoji="0" lang="en-US" sz="26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 (1+ COE  hg)^n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prstClr val="black"/>
                </a:solidFill>
                <a:latin typeface="Calibri" panose="020F0502020204030204"/>
              </a:rPr>
              <a:t>=  0.60 (2.6557) (1.04) / (0.132-0.04) (5.8693)</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prstClr val="black"/>
                </a:solidFill>
                <a:latin typeface="Calibri" panose="020F0502020204030204"/>
              </a:rPr>
              <a:t>= 1.6572 / 0.5400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prstClr val="black"/>
                </a:solidFill>
                <a:latin typeface="Calibri" panose="020F0502020204030204"/>
              </a:rPr>
              <a:t>= </a:t>
            </a:r>
            <a:r>
              <a:rPr lang="en-US" sz="2600" dirty="0">
                <a:solidFill>
                  <a:prstClr val="black"/>
                </a:solidFill>
                <a:highlight>
                  <a:srgbClr val="FFFF00"/>
                </a:highlight>
                <a:latin typeface="Calibri" panose="020F0502020204030204"/>
              </a:rPr>
              <a:t>3.07 times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p:txBody>
      </p:sp>
    </p:spTree>
    <p:extLst>
      <p:ext uri="{BB962C8B-B14F-4D97-AF65-F5344CB8AC3E}">
        <p14:creationId xmlns:p14="http://schemas.microsoft.com/office/powerpoint/2010/main" val="616587349"/>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EBF10-34BD-434D-CEE9-D61D01AAEE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85860E-6897-F2DE-090B-91DBAA15ADAD}"/>
              </a:ext>
            </a:extLst>
          </p:cNvPr>
          <p:cNvSpPr>
            <a:spLocks noGrp="1"/>
          </p:cNvSpPr>
          <p:nvPr>
            <p:ph type="title"/>
          </p:nvPr>
        </p:nvSpPr>
        <p:spPr/>
        <p:txBody>
          <a:bodyPr>
            <a:normAutofit fontScale="90000"/>
          </a:bodyPr>
          <a:lstStyle/>
          <a:p>
            <a:pPr algn="ctr"/>
            <a:r>
              <a:rPr lang="en-US" b="1" dirty="0">
                <a:highlight>
                  <a:srgbClr val="FFFF00"/>
                </a:highlight>
              </a:rPr>
              <a:t>Revised PE ratio using Fundamentals for </a:t>
            </a:r>
            <a:r>
              <a:rPr lang="en-US" b="1" u="sng" dirty="0">
                <a:solidFill>
                  <a:prstClr val="black"/>
                </a:solidFill>
                <a:highlight>
                  <a:srgbClr val="FFFF00"/>
                </a:highlight>
                <a:latin typeface="Calibri Light" panose="020F0302020204030204"/>
              </a:rPr>
              <a:t>NALCO</a:t>
            </a:r>
            <a:r>
              <a:rPr kumimoji="0" lang="en-US" sz="4400" b="1" i="0" u="none" strike="noStrike" kern="1200" cap="none" spc="0" normalizeH="0" baseline="0" noProof="0" dirty="0">
                <a:ln>
                  <a:noFill/>
                </a:ln>
                <a:solidFill>
                  <a:prstClr val="black"/>
                </a:solidFill>
                <a:effectLst/>
                <a:highlight>
                  <a:srgbClr val="FFFF00"/>
                </a:highlight>
                <a:uLnTx/>
                <a:uFillTx/>
                <a:latin typeface="Calibri Light" panose="020F0302020204030204"/>
                <a:ea typeface="+mj-ea"/>
                <a:cs typeface="+mj-cs"/>
              </a:rPr>
              <a:t> </a:t>
            </a:r>
            <a:b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a:t>
            </a:r>
            <a:r>
              <a:rPr kumimoji="0" lang="en-US" sz="4400" b="1" i="0" u="none" strike="noStrike" kern="1200" cap="none" spc="0" normalizeH="0" baseline="0" noProof="0" dirty="0">
                <a:ln>
                  <a:noFill/>
                </a:ln>
                <a:solidFill>
                  <a:prstClr val="black"/>
                </a:solidFill>
                <a:effectLst/>
                <a:highlight>
                  <a:srgbClr val="FFFF00"/>
                </a:highlight>
                <a:uLnTx/>
                <a:uFillTx/>
                <a:latin typeface="Calibri Light" panose="020F0302020204030204"/>
                <a:ea typeface="+mj-ea"/>
                <a:cs typeface="+mj-cs"/>
              </a:rPr>
              <a:t>Revised DPR of 60% &amp; g </a:t>
            </a:r>
            <a:r>
              <a:rPr kumimoji="0" lang="en-US" sz="4400" b="1" i="0" u="none" strike="noStrike" kern="1200" cap="none" spc="0" normalizeH="0" baseline="0" noProof="0" dirty="0" err="1">
                <a:ln>
                  <a:noFill/>
                </a:ln>
                <a:solidFill>
                  <a:prstClr val="black"/>
                </a:solidFill>
                <a:effectLst/>
                <a:highlight>
                  <a:srgbClr val="FFFF00"/>
                </a:highlight>
                <a:uLnTx/>
                <a:uFillTx/>
                <a:latin typeface="Calibri Light" panose="020F0302020204030204"/>
                <a:ea typeface="+mj-ea"/>
                <a:cs typeface="+mj-cs"/>
              </a:rPr>
              <a:t>st</a:t>
            </a:r>
            <a:r>
              <a:rPr kumimoji="0" lang="en-US" sz="4400" b="1" i="0" u="none" strike="noStrike" kern="1200" cap="none" spc="0" normalizeH="0" baseline="0" noProof="0" dirty="0">
                <a:ln>
                  <a:noFill/>
                </a:ln>
                <a:solidFill>
                  <a:prstClr val="black"/>
                </a:solidFill>
                <a:effectLst/>
                <a:highlight>
                  <a:srgbClr val="FFFF00"/>
                </a:highlight>
                <a:uLnTx/>
                <a:uFillTx/>
                <a:latin typeface="Calibri Light" panose="020F0302020204030204"/>
                <a:ea typeface="+mj-ea"/>
                <a:cs typeface="+mj-cs"/>
              </a:rPr>
              <a:t> phase at 4 % &amp; </a:t>
            </a:r>
            <a:r>
              <a:rPr kumimoji="0" lang="en-US" sz="4400" b="1" i="0" u="none" strike="noStrike" kern="1200" cap="none" spc="0" normalizeH="0" baseline="0" noProof="0" dirty="0" err="1">
                <a:ln>
                  <a:noFill/>
                </a:ln>
                <a:solidFill>
                  <a:prstClr val="black"/>
                </a:solidFill>
                <a:effectLst/>
                <a:highlight>
                  <a:srgbClr val="FFFF00"/>
                </a:highlight>
                <a:uLnTx/>
                <a:uFillTx/>
                <a:latin typeface="Calibri Light" panose="020F0302020204030204"/>
                <a:ea typeface="+mj-ea"/>
                <a:cs typeface="+mj-cs"/>
              </a:rPr>
              <a:t>st</a:t>
            </a:r>
            <a:r>
              <a:rPr kumimoji="0" lang="en-US" sz="4400" b="1" i="0" u="none" strike="noStrike" kern="1200" cap="none" spc="0" normalizeH="0" baseline="0" noProof="0" dirty="0">
                <a:ln>
                  <a:noFill/>
                </a:ln>
                <a:solidFill>
                  <a:prstClr val="black"/>
                </a:solidFill>
                <a:effectLst/>
                <a:highlight>
                  <a:srgbClr val="FFFF00"/>
                </a:highlight>
                <a:uLnTx/>
                <a:uFillTx/>
                <a:latin typeface="Calibri Light" panose="020F0302020204030204"/>
                <a:ea typeface="+mj-ea"/>
                <a:cs typeface="+mj-cs"/>
              </a:rPr>
              <a:t> COE at 13.2 % in stable phase </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a:t>
            </a:r>
            <a:endParaRPr lang="en-IN" b="1" dirty="0"/>
          </a:p>
        </p:txBody>
      </p:sp>
      <p:sp>
        <p:nvSpPr>
          <p:cNvPr id="3" name="Content Placeholder 2">
            <a:extLst>
              <a:ext uri="{FF2B5EF4-FFF2-40B4-BE49-F238E27FC236}">
                <a16:creationId xmlns:a16="http://schemas.microsoft.com/office/drawing/2014/main" id="{FB60BA0F-AB61-0EB0-443A-AE4A4984DA6D}"/>
              </a:ext>
            </a:extLst>
          </p:cNvPr>
          <p:cNvSpPr>
            <a:spLocks noGrp="1"/>
          </p:cNvSpPr>
          <p:nvPr>
            <p:ph idx="1"/>
          </p:nvPr>
        </p:nvSpPr>
        <p:spPr/>
        <p:txBody>
          <a:bodyPr>
            <a:normAutofit fontScale="92500"/>
          </a:bodyPr>
          <a:lstStyle/>
          <a:p>
            <a:r>
              <a:rPr lang="en-US" dirty="0"/>
              <a:t> </a:t>
            </a:r>
            <a:r>
              <a:rPr lang="en-US" b="1" dirty="0"/>
              <a:t>Total Predicted PE </a:t>
            </a:r>
            <a:r>
              <a:rPr lang="en-US" dirty="0"/>
              <a:t>= PE hg phase + PE </a:t>
            </a:r>
            <a:r>
              <a:rPr lang="en-US" dirty="0" err="1"/>
              <a:t>st</a:t>
            </a:r>
            <a:r>
              <a:rPr lang="en-US" dirty="0"/>
              <a:t> phase = 2.85 + 3.07 =</a:t>
            </a:r>
          </a:p>
          <a:p>
            <a:pPr marL="0" indent="0">
              <a:buNone/>
            </a:pPr>
            <a:endParaRPr lang="en-US" dirty="0"/>
          </a:p>
          <a:p>
            <a:pPr marL="0" indent="0">
              <a:buNone/>
            </a:pPr>
            <a:r>
              <a:rPr lang="en-US" b="1" dirty="0"/>
              <a:t>= 5.92 times</a:t>
            </a:r>
          </a:p>
          <a:p>
            <a:pPr marL="0" indent="0">
              <a:buNone/>
            </a:pPr>
            <a:endParaRPr lang="en-US" u="sng" dirty="0"/>
          </a:p>
          <a:p>
            <a:pPr marL="0" indent="0">
              <a:buNone/>
            </a:pPr>
            <a:r>
              <a:rPr lang="en-US" b="1" i="1" dirty="0"/>
              <a:t>Predicted Price = 5.92* INR 28.68* (1 + 0.1936/360 * 237 = 1.13) = </a:t>
            </a:r>
            <a:r>
              <a:rPr lang="en-US" b="1" i="1" dirty="0">
                <a:highlight>
                  <a:srgbClr val="FFFF00"/>
                </a:highlight>
              </a:rPr>
              <a:t>INR 191.86 vs 243.39 (base case)  on 27 Nov 2025</a:t>
            </a:r>
          </a:p>
          <a:p>
            <a:pPr marL="0" indent="0">
              <a:buNone/>
            </a:pPr>
            <a:endParaRPr lang="en-US" b="1" i="1" dirty="0">
              <a:highlight>
                <a:srgbClr val="FFFF00"/>
              </a:highlight>
            </a:endParaRPr>
          </a:p>
          <a:p>
            <a:pPr marL="0" indent="0">
              <a:buNone/>
            </a:pPr>
            <a:r>
              <a:rPr lang="en-US" b="1" i="1" dirty="0"/>
              <a:t>  </a:t>
            </a:r>
            <a:r>
              <a:rPr lang="en-US" u="sng" dirty="0"/>
              <a:t>VS Actual </a:t>
            </a:r>
            <a:r>
              <a:rPr lang="en-US" b="1" u="sng" dirty="0"/>
              <a:t>CMP @ INR 261.33</a:t>
            </a:r>
          </a:p>
          <a:p>
            <a:pPr marL="0" indent="0">
              <a:buNone/>
            </a:pPr>
            <a:r>
              <a:rPr lang="en-US" b="1" dirty="0"/>
              <a:t>52 W low High </a:t>
            </a:r>
            <a:r>
              <a:rPr lang="en-US" u="sng" dirty="0"/>
              <a:t>: INR  137.75   – 271.89  as on </a:t>
            </a:r>
            <a:r>
              <a:rPr lang="en-US" b="1" u="sng" dirty="0"/>
              <a:t>27 Nov 2025       </a:t>
            </a:r>
            <a:r>
              <a:rPr lang="en-US" b="1" u="sng" dirty="0">
                <a:highlight>
                  <a:srgbClr val="FFFF00"/>
                </a:highlight>
              </a:rPr>
              <a:t>Overvalued</a:t>
            </a:r>
            <a:endParaRPr lang="en-IN" b="1" u="sng" dirty="0">
              <a:highlight>
                <a:srgbClr val="FFFF00"/>
              </a:highlight>
            </a:endParaRPr>
          </a:p>
        </p:txBody>
      </p:sp>
    </p:spTree>
    <p:extLst>
      <p:ext uri="{BB962C8B-B14F-4D97-AF65-F5344CB8AC3E}">
        <p14:creationId xmlns:p14="http://schemas.microsoft.com/office/powerpoint/2010/main" val="2151974066"/>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205FD-537F-D10E-1598-819E50269B6E}"/>
              </a:ext>
            </a:extLst>
          </p:cNvPr>
          <p:cNvSpPr>
            <a:spLocks noGrp="1"/>
          </p:cNvSpPr>
          <p:nvPr>
            <p:ph type="ctrTitle"/>
          </p:nvPr>
        </p:nvSpPr>
        <p:spPr/>
        <p:txBody>
          <a:bodyPr/>
          <a:lstStyle/>
          <a:p>
            <a:r>
              <a:rPr lang="en-US" dirty="0"/>
              <a:t>PGDF 24-26</a:t>
            </a:r>
            <a:br>
              <a:rPr lang="en-US" dirty="0"/>
            </a:br>
            <a:r>
              <a:rPr lang="en-US" dirty="0"/>
              <a:t>FAL</a:t>
            </a:r>
          </a:p>
        </p:txBody>
      </p:sp>
      <p:sp>
        <p:nvSpPr>
          <p:cNvPr id="3" name="Subtitle 2">
            <a:extLst>
              <a:ext uri="{FF2B5EF4-FFF2-40B4-BE49-F238E27FC236}">
                <a16:creationId xmlns:a16="http://schemas.microsoft.com/office/drawing/2014/main" id="{33B251AC-A94A-5421-6155-4845ACB6C32D}"/>
              </a:ext>
            </a:extLst>
          </p:cNvPr>
          <p:cNvSpPr>
            <a:spLocks noGrp="1"/>
          </p:cNvSpPr>
          <p:nvPr>
            <p:ph type="subTitle" idx="1"/>
          </p:nvPr>
        </p:nvSpPr>
        <p:spPr/>
        <p:txBody>
          <a:bodyPr/>
          <a:lstStyle/>
          <a:p>
            <a:r>
              <a:rPr lang="en-US" dirty="0"/>
              <a:t>Session 9 (21-dec-2025)</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FC744235-AEFB-1BA3-95F1-D02696789BE0}"/>
                  </a:ext>
                </a:extLst>
              </p14:cNvPr>
              <p14:cNvContentPartPr/>
              <p14:nvPr/>
            </p14:nvContentPartPr>
            <p14:xfrm>
              <a:off x="1325160" y="1224720"/>
              <a:ext cx="700920" cy="722880"/>
            </p14:xfrm>
          </p:contentPart>
        </mc:Choice>
        <mc:Fallback xmlns="">
          <p:pic>
            <p:nvPicPr>
              <p:cNvPr id="4" name="Ink 3">
                <a:extLst>
                  <a:ext uri="{FF2B5EF4-FFF2-40B4-BE49-F238E27FC236}">
                    <a16:creationId xmlns:a16="http://schemas.microsoft.com/office/drawing/2014/main" id="{FC744235-AEFB-1BA3-95F1-D02696789BE0}"/>
                  </a:ext>
                </a:extLst>
              </p:cNvPr>
              <p:cNvPicPr/>
              <p:nvPr/>
            </p:nvPicPr>
            <p:blipFill>
              <a:blip r:embed="rId3"/>
              <a:stretch>
                <a:fillRect/>
              </a:stretch>
            </p:blipFill>
            <p:spPr>
              <a:xfrm>
                <a:off x="1315800" y="1215360"/>
                <a:ext cx="719640" cy="741600"/>
              </a:xfrm>
              <a:prstGeom prst="rect">
                <a:avLst/>
              </a:prstGeom>
            </p:spPr>
          </p:pic>
        </mc:Fallback>
      </mc:AlternateContent>
    </p:spTree>
    <p:extLst>
      <p:ext uri="{BB962C8B-B14F-4D97-AF65-F5344CB8AC3E}">
        <p14:creationId xmlns:p14="http://schemas.microsoft.com/office/powerpoint/2010/main" val="1518797175"/>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51766-4789-BD62-B6C2-B97C9F643673}"/>
              </a:ext>
            </a:extLst>
          </p:cNvPr>
          <p:cNvSpPr>
            <a:spLocks noGrp="1"/>
          </p:cNvSpPr>
          <p:nvPr>
            <p:ph type="title"/>
          </p:nvPr>
        </p:nvSpPr>
        <p:spPr/>
        <p:txBody>
          <a:bodyPr/>
          <a:lstStyle/>
          <a:p>
            <a:r>
              <a:rPr lang="en-US" dirty="0"/>
              <a:t>For Discussion in Session 9</a:t>
            </a:r>
          </a:p>
        </p:txBody>
      </p:sp>
      <p:sp>
        <p:nvSpPr>
          <p:cNvPr id="3" name="Content Placeholder 2">
            <a:extLst>
              <a:ext uri="{FF2B5EF4-FFF2-40B4-BE49-F238E27FC236}">
                <a16:creationId xmlns:a16="http://schemas.microsoft.com/office/drawing/2014/main" id="{21BAE07B-B174-F4A5-A843-48A75FA9F38C}"/>
              </a:ext>
            </a:extLst>
          </p:cNvPr>
          <p:cNvSpPr>
            <a:spLocks noGrp="1"/>
          </p:cNvSpPr>
          <p:nvPr>
            <p:ph idx="1"/>
          </p:nvPr>
        </p:nvSpPr>
        <p:spPr/>
        <p:txBody>
          <a:bodyPr/>
          <a:lstStyle/>
          <a:p>
            <a:r>
              <a:rPr lang="en-US" dirty="0"/>
              <a:t>PE of a 2 Stage Growth Firm</a:t>
            </a:r>
          </a:p>
          <a:p>
            <a:r>
              <a:rPr lang="en-US" dirty="0"/>
              <a:t>PE of a 3 Stage Growth Firm</a:t>
            </a:r>
          </a:p>
        </p:txBody>
      </p:sp>
    </p:spTree>
    <p:extLst>
      <p:ext uri="{BB962C8B-B14F-4D97-AF65-F5344CB8AC3E}">
        <p14:creationId xmlns:p14="http://schemas.microsoft.com/office/powerpoint/2010/main" val="4246170697"/>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6F3D3-9367-4EF1-AB38-C50D606501DD}"/>
              </a:ext>
            </a:extLst>
          </p:cNvPr>
          <p:cNvSpPr>
            <a:spLocks noGrp="1"/>
          </p:cNvSpPr>
          <p:nvPr>
            <p:ph type="title"/>
          </p:nvPr>
        </p:nvSpPr>
        <p:spPr/>
        <p:txBody>
          <a:bodyPr/>
          <a:lstStyle/>
          <a:p>
            <a:pPr algn="ctr"/>
            <a:r>
              <a:rPr lang="en-US" b="1" dirty="0"/>
              <a:t> PE for a High Growth Firm </a:t>
            </a:r>
            <a:endParaRPr lang="en-IN" b="1" dirty="0"/>
          </a:p>
        </p:txBody>
      </p:sp>
      <p:sp>
        <p:nvSpPr>
          <p:cNvPr id="3" name="Content Placeholder 2">
            <a:extLst>
              <a:ext uri="{FF2B5EF4-FFF2-40B4-BE49-F238E27FC236}">
                <a16:creationId xmlns:a16="http://schemas.microsoft.com/office/drawing/2014/main" id="{398663B2-1B0B-457F-A5FD-E3474B46F7C3}"/>
              </a:ext>
            </a:extLst>
          </p:cNvPr>
          <p:cNvSpPr>
            <a:spLocks noGrp="1"/>
          </p:cNvSpPr>
          <p:nvPr>
            <p:ph idx="1"/>
          </p:nvPr>
        </p:nvSpPr>
        <p:spPr/>
        <p:txBody>
          <a:bodyPr>
            <a:normAutofit fontScale="92500" lnSpcReduction="20000"/>
          </a:bodyPr>
          <a:lstStyle/>
          <a:p>
            <a:r>
              <a:rPr lang="en-US" b="1" dirty="0"/>
              <a:t>Two stage model (PE of high growth phase + PE of stable phase)</a:t>
            </a:r>
          </a:p>
          <a:p>
            <a:pPr marL="514350" indent="-514350">
              <a:buAutoNum type="arabicPeriod"/>
            </a:pPr>
            <a:r>
              <a:rPr lang="en-US" b="1" u="sng" dirty="0"/>
              <a:t>High growth stage or Phase</a:t>
            </a:r>
          </a:p>
          <a:p>
            <a:pPr marL="0" indent="0">
              <a:buNone/>
            </a:pPr>
            <a:r>
              <a:rPr lang="en-US" dirty="0"/>
              <a:t> = DPR hg *(1+ g hg) *( 1- [ {1+g hg}^n / {1+ COE hg }^n])   </a:t>
            </a:r>
          </a:p>
          <a:p>
            <a:pPr marL="0" indent="0">
              <a:buNone/>
            </a:pPr>
            <a:r>
              <a:rPr lang="en-US" dirty="0"/>
              <a:t>     -----------------------------------------------------------------</a:t>
            </a:r>
          </a:p>
          <a:p>
            <a:pPr marL="0" indent="0">
              <a:buNone/>
            </a:pPr>
            <a:r>
              <a:rPr lang="en-US" dirty="0"/>
              <a:t>                          COE hg – g hg</a:t>
            </a:r>
          </a:p>
          <a:p>
            <a:pPr marL="0" indent="0">
              <a:buNone/>
            </a:pPr>
            <a:r>
              <a:rPr lang="en-US" b="1" u="sng" dirty="0"/>
              <a:t>2. Stable stage or Phase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DPR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 g hg)^n * (1+g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COE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g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(1+ COE  hg)^n</a:t>
            </a:r>
          </a:p>
          <a:p>
            <a:pPr marL="0" indent="0">
              <a:buNone/>
            </a:pPr>
            <a:endParaRPr lang="en-IN" dirty="0"/>
          </a:p>
        </p:txBody>
      </p:sp>
    </p:spTree>
    <p:extLst>
      <p:ext uri="{BB962C8B-B14F-4D97-AF65-F5344CB8AC3E}">
        <p14:creationId xmlns:p14="http://schemas.microsoft.com/office/powerpoint/2010/main" val="169627019"/>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CC2F7-6354-8506-6ADB-3B94E62216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8B3D78-AD7D-0DE9-0214-A95D0576732F}"/>
              </a:ext>
            </a:extLst>
          </p:cNvPr>
          <p:cNvSpPr>
            <a:spLocks noGrp="1"/>
          </p:cNvSpPr>
          <p:nvPr>
            <p:ph type="title"/>
          </p:nvPr>
        </p:nvSpPr>
        <p:spPr/>
        <p:txBody>
          <a:bodyPr/>
          <a:lstStyle/>
          <a:p>
            <a:pPr algn="ctr"/>
            <a:r>
              <a:rPr lang="en-US" b="1" dirty="0"/>
              <a:t>F Score -Profitability For </a:t>
            </a:r>
            <a:r>
              <a:rPr lang="en-US" b="1" u="sng" dirty="0"/>
              <a:t>UTCL</a:t>
            </a:r>
            <a:r>
              <a:rPr lang="en-US" b="1" dirty="0"/>
              <a:t> in 2024</a:t>
            </a:r>
            <a:endParaRPr lang="en-IN" b="1" dirty="0"/>
          </a:p>
        </p:txBody>
      </p:sp>
      <p:graphicFrame>
        <p:nvGraphicFramePr>
          <p:cNvPr id="4" name="Table 4">
            <a:extLst>
              <a:ext uri="{FF2B5EF4-FFF2-40B4-BE49-F238E27FC236}">
                <a16:creationId xmlns:a16="http://schemas.microsoft.com/office/drawing/2014/main" id="{281C9B5C-6F9A-2C95-65BF-FBED7E48C649}"/>
              </a:ext>
            </a:extLst>
          </p:cNvPr>
          <p:cNvGraphicFramePr>
            <a:graphicFrameLocks noGrp="1"/>
          </p:cNvGraphicFramePr>
          <p:nvPr>
            <p:ph idx="1"/>
          </p:nvPr>
        </p:nvGraphicFramePr>
        <p:xfrm>
          <a:off x="743919" y="1825625"/>
          <a:ext cx="10609878" cy="2865120"/>
        </p:xfrm>
        <a:graphic>
          <a:graphicData uri="http://schemas.openxmlformats.org/drawingml/2006/table">
            <a:tbl>
              <a:tblPr firstRow="1" bandRow="1">
                <a:tableStyleId>{5C22544A-7EE6-4342-B048-85BDC9FD1C3A}</a:tableStyleId>
              </a:tblPr>
              <a:tblGrid>
                <a:gridCol w="3599480">
                  <a:extLst>
                    <a:ext uri="{9D8B030D-6E8A-4147-A177-3AD203B41FA5}">
                      <a16:colId xmlns:a16="http://schemas.microsoft.com/office/drawing/2014/main" val="1657150462"/>
                    </a:ext>
                  </a:extLst>
                </a:gridCol>
                <a:gridCol w="3505199">
                  <a:extLst>
                    <a:ext uri="{9D8B030D-6E8A-4147-A177-3AD203B41FA5}">
                      <a16:colId xmlns:a16="http://schemas.microsoft.com/office/drawing/2014/main" val="1260453881"/>
                    </a:ext>
                  </a:extLst>
                </a:gridCol>
                <a:gridCol w="3505199">
                  <a:extLst>
                    <a:ext uri="{9D8B030D-6E8A-4147-A177-3AD203B41FA5}">
                      <a16:colId xmlns:a16="http://schemas.microsoft.com/office/drawing/2014/main" val="1342327081"/>
                    </a:ext>
                  </a:extLst>
                </a:gridCol>
              </a:tblGrid>
              <a:tr h="370840">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370840">
                <a:tc>
                  <a:txBody>
                    <a:bodyPr/>
                    <a:lstStyle/>
                    <a:p>
                      <a:r>
                        <a:rPr lang="en-US" b="1" dirty="0"/>
                        <a:t>ROA</a:t>
                      </a:r>
                      <a:r>
                        <a:rPr lang="en-US" dirty="0"/>
                        <a:t>  ( = Net Income/Total Assets)</a:t>
                      </a:r>
                      <a:endParaRPr lang="en-IN" dirty="0"/>
                    </a:p>
                  </a:txBody>
                  <a:tcPr/>
                </a:tc>
                <a:tc>
                  <a:txBody>
                    <a:bodyPr/>
                    <a:lstStyle/>
                    <a:p>
                      <a:r>
                        <a:rPr lang="en-US" dirty="0"/>
                        <a:t>6982 / 100802 = 6.93%</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747710908"/>
                  </a:ext>
                </a:extLst>
              </a:tr>
              <a:tr h="370840">
                <a:tc>
                  <a:txBody>
                    <a:bodyPr/>
                    <a:lstStyle/>
                    <a:p>
                      <a:r>
                        <a:rPr lang="en-US" b="1" dirty="0"/>
                        <a:t>CFO</a:t>
                      </a:r>
                      <a:r>
                        <a:rPr lang="en-US" dirty="0"/>
                        <a:t> ( in INR Cr)</a:t>
                      </a:r>
                      <a:endParaRPr lang="en-IN" dirty="0"/>
                    </a:p>
                  </a:txBody>
                  <a:tcPr/>
                </a:tc>
                <a:tc>
                  <a:txBody>
                    <a:bodyPr/>
                    <a:lstStyle/>
                    <a:p>
                      <a:r>
                        <a:rPr lang="en-US" dirty="0"/>
                        <a:t>9069</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241102518"/>
                  </a:ext>
                </a:extLst>
              </a:tr>
              <a:tr h="370840">
                <a:tc>
                  <a:txBody>
                    <a:bodyPr/>
                    <a:lstStyle/>
                    <a:p>
                      <a:r>
                        <a:rPr lang="en-US" b="1" dirty="0"/>
                        <a:t>CFO/Net Income </a:t>
                      </a:r>
                      <a:endParaRPr lang="en-IN" b="1" dirty="0"/>
                    </a:p>
                  </a:txBody>
                  <a:tcPr/>
                </a:tc>
                <a:tc>
                  <a:txBody>
                    <a:bodyPr/>
                    <a:lstStyle/>
                    <a:p>
                      <a:r>
                        <a:rPr lang="en-US" dirty="0"/>
                        <a:t>9069 / 6982  = 1.30</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3554876901"/>
                  </a:ext>
                </a:extLst>
              </a:tr>
              <a:tr h="370840">
                <a:tc>
                  <a:txBody>
                    <a:bodyPr/>
                    <a:lstStyle/>
                    <a:p>
                      <a:r>
                        <a:rPr lang="en-US" b="1" dirty="0"/>
                        <a:t>Change in ROA </a:t>
                      </a:r>
                    </a:p>
                    <a:p>
                      <a:r>
                        <a:rPr lang="en-US" dirty="0"/>
                        <a:t>(PY =  5069/91387</a:t>
                      </a:r>
                      <a:endParaRPr lang="en-IN" dirty="0"/>
                    </a:p>
                  </a:txBody>
                  <a:tcPr/>
                </a:tc>
                <a:tc>
                  <a:txBody>
                    <a:bodyPr/>
                    <a:lstStyle/>
                    <a:p>
                      <a:r>
                        <a:rPr lang="en-US" dirty="0"/>
                        <a:t>CY ROA : 6.93 %</a:t>
                      </a:r>
                    </a:p>
                    <a:p>
                      <a:r>
                        <a:rPr lang="en-US" dirty="0"/>
                        <a:t>PY ROA : 5.55 %</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90149803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6011773"/>
                  </a:ext>
                </a:extLst>
              </a:tr>
              <a:tr h="370840">
                <a:tc>
                  <a:txBody>
                    <a:bodyPr/>
                    <a:lstStyle/>
                    <a:p>
                      <a:r>
                        <a:rPr lang="en-US" b="1" dirty="0"/>
                        <a:t>Total Score on Parameter</a:t>
                      </a:r>
                      <a:endParaRPr lang="en-IN" b="1" dirty="0"/>
                    </a:p>
                  </a:txBody>
                  <a:tcPr/>
                </a:tc>
                <a:tc>
                  <a:txBody>
                    <a:bodyPr/>
                    <a:lstStyle/>
                    <a:p>
                      <a:endParaRPr lang="en-IN" b="1" dirty="0"/>
                    </a:p>
                  </a:txBody>
                  <a:tcPr/>
                </a:tc>
                <a:tc>
                  <a:txBody>
                    <a:bodyPr/>
                    <a:lstStyle/>
                    <a:p>
                      <a:r>
                        <a:rPr lang="en-US" b="1" dirty="0"/>
                        <a:t>4</a:t>
                      </a:r>
                      <a:endParaRPr lang="en-IN" b="1" dirty="0"/>
                    </a:p>
                  </a:txBody>
                  <a:tcPr/>
                </a:tc>
                <a:extLst>
                  <a:ext uri="{0D108BD9-81ED-4DB2-BD59-A6C34878D82A}">
                    <a16:rowId xmlns:a16="http://schemas.microsoft.com/office/drawing/2014/main" val="2835161304"/>
                  </a:ext>
                </a:extLst>
              </a:tr>
            </a:tbl>
          </a:graphicData>
        </a:graphic>
      </p:graphicFrame>
    </p:spTree>
    <p:extLst>
      <p:ext uri="{BB962C8B-B14F-4D97-AF65-F5344CB8AC3E}">
        <p14:creationId xmlns:p14="http://schemas.microsoft.com/office/powerpoint/2010/main" val="2988651799"/>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285BE-87A0-D68B-20AC-CD6A7E5DBB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7ADCA8-44CA-AAF1-F1FE-4E9C42013DAB}"/>
              </a:ext>
            </a:extLst>
          </p:cNvPr>
          <p:cNvSpPr>
            <a:spLocks noGrp="1"/>
          </p:cNvSpPr>
          <p:nvPr>
            <p:ph type="title"/>
          </p:nvPr>
        </p:nvSpPr>
        <p:spPr/>
        <p:txBody>
          <a:bodyPr/>
          <a:lstStyle/>
          <a:p>
            <a:pPr algn="ctr"/>
            <a:r>
              <a:rPr lang="en-US" b="1" dirty="0"/>
              <a:t>F Score –Liquidity, Leverage &amp; source of funding For </a:t>
            </a:r>
            <a:r>
              <a:rPr lang="en-US" b="1" u="sng" dirty="0"/>
              <a:t>UTCL</a:t>
            </a:r>
            <a:r>
              <a:rPr lang="en-US" b="1" dirty="0"/>
              <a:t> in 2024</a:t>
            </a:r>
            <a:endParaRPr lang="en-IN" b="1" dirty="0"/>
          </a:p>
        </p:txBody>
      </p:sp>
      <p:graphicFrame>
        <p:nvGraphicFramePr>
          <p:cNvPr id="4" name="Table 4">
            <a:extLst>
              <a:ext uri="{FF2B5EF4-FFF2-40B4-BE49-F238E27FC236}">
                <a16:creationId xmlns:a16="http://schemas.microsoft.com/office/drawing/2014/main" id="{BCECDC98-7A63-F2D2-8856-992CC5363EC4}"/>
              </a:ext>
            </a:extLst>
          </p:cNvPr>
          <p:cNvGraphicFramePr>
            <a:graphicFrameLocks noGrp="1"/>
          </p:cNvGraphicFramePr>
          <p:nvPr>
            <p:ph idx="1"/>
          </p:nvPr>
        </p:nvGraphicFramePr>
        <p:xfrm>
          <a:off x="838200" y="1825625"/>
          <a:ext cx="10515597" cy="3134360"/>
        </p:xfrm>
        <a:graphic>
          <a:graphicData uri="http://schemas.openxmlformats.org/drawingml/2006/table">
            <a:tbl>
              <a:tblPr firstRow="1" bandRow="1">
                <a:tableStyleId>{21E4AEA4-8DFA-4A89-87EB-49C32662AFE0}</a:tableStyleId>
              </a:tblPr>
              <a:tblGrid>
                <a:gridCol w="3505199">
                  <a:extLst>
                    <a:ext uri="{9D8B030D-6E8A-4147-A177-3AD203B41FA5}">
                      <a16:colId xmlns:a16="http://schemas.microsoft.com/office/drawing/2014/main" val="1657150462"/>
                    </a:ext>
                  </a:extLst>
                </a:gridCol>
                <a:gridCol w="3505199">
                  <a:extLst>
                    <a:ext uri="{9D8B030D-6E8A-4147-A177-3AD203B41FA5}">
                      <a16:colId xmlns:a16="http://schemas.microsoft.com/office/drawing/2014/main" val="1260453881"/>
                    </a:ext>
                  </a:extLst>
                </a:gridCol>
                <a:gridCol w="3505199">
                  <a:extLst>
                    <a:ext uri="{9D8B030D-6E8A-4147-A177-3AD203B41FA5}">
                      <a16:colId xmlns:a16="http://schemas.microsoft.com/office/drawing/2014/main" val="1342327081"/>
                    </a:ext>
                  </a:extLst>
                </a:gridCol>
              </a:tblGrid>
              <a:tr h="370840">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370840">
                <a:tc>
                  <a:txBody>
                    <a:bodyPr/>
                    <a:lstStyle/>
                    <a:p>
                      <a:r>
                        <a:rPr lang="en-US" b="1" dirty="0"/>
                        <a:t>Current Ratio </a:t>
                      </a:r>
                      <a:r>
                        <a:rPr lang="en-US" dirty="0"/>
                        <a:t>CY &amp; Prev. Year </a:t>
                      </a:r>
                      <a:endParaRPr lang="en-IN" dirty="0"/>
                    </a:p>
                  </a:txBody>
                  <a:tcPr/>
                </a:tc>
                <a:tc>
                  <a:txBody>
                    <a:bodyPr/>
                    <a:lstStyle/>
                    <a:p>
                      <a:r>
                        <a:rPr lang="en-US" dirty="0"/>
                        <a:t>CY =  23158/ 26906 = 0.86 </a:t>
                      </a:r>
                    </a:p>
                    <a:p>
                      <a:r>
                        <a:rPr lang="en-US" dirty="0"/>
                        <a:t>PY=  20743 /  23432=  0.89</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747710908"/>
                  </a:ext>
                </a:extLst>
              </a:tr>
              <a:tr h="370840">
                <a:tc>
                  <a:txBody>
                    <a:bodyPr/>
                    <a:lstStyle/>
                    <a:p>
                      <a:r>
                        <a:rPr lang="en-US" dirty="0"/>
                        <a:t>Current year</a:t>
                      </a:r>
                      <a:r>
                        <a:rPr lang="en-US" b="1" dirty="0"/>
                        <a:t> LTD </a:t>
                      </a:r>
                      <a:r>
                        <a:rPr lang="en-US" dirty="0"/>
                        <a:t>&amp; that of previous year </a:t>
                      </a:r>
                      <a:endParaRPr lang="en-IN" dirty="0"/>
                    </a:p>
                  </a:txBody>
                  <a:tcPr/>
                </a:tc>
                <a:tc>
                  <a:txBody>
                    <a:bodyPr/>
                    <a:lstStyle/>
                    <a:p>
                      <a:r>
                        <a:rPr lang="en-US" dirty="0"/>
                        <a:t>5308 &amp; 5356</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241102518"/>
                  </a:ext>
                </a:extLst>
              </a:tr>
              <a:tr h="370840">
                <a:tc>
                  <a:txBody>
                    <a:bodyPr/>
                    <a:lstStyle/>
                    <a:p>
                      <a:r>
                        <a:rPr lang="en-US" b="1" dirty="0"/>
                        <a:t>Equity issuance </a:t>
                      </a:r>
                      <a:endParaRPr lang="en-IN" b="1" dirty="0"/>
                    </a:p>
                  </a:txBody>
                  <a:tcPr/>
                </a:tc>
                <a:tc>
                  <a:txBody>
                    <a:bodyPr/>
                    <a:lstStyle/>
                    <a:p>
                      <a:r>
                        <a:rPr lang="en-US" dirty="0"/>
                        <a:t>No</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355487690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90149803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6011773"/>
                  </a:ext>
                </a:extLst>
              </a:tr>
              <a:tr h="370840">
                <a:tc>
                  <a:txBody>
                    <a:bodyPr/>
                    <a:lstStyle/>
                    <a:p>
                      <a:r>
                        <a:rPr lang="en-US" b="1" dirty="0"/>
                        <a:t>Total Score on Parameter </a:t>
                      </a:r>
                      <a:endParaRPr lang="en-IN" b="1" dirty="0"/>
                    </a:p>
                  </a:txBody>
                  <a:tcPr/>
                </a:tc>
                <a:tc>
                  <a:txBody>
                    <a:bodyPr/>
                    <a:lstStyle/>
                    <a:p>
                      <a:endParaRPr lang="en-IN" b="1" dirty="0"/>
                    </a:p>
                  </a:txBody>
                  <a:tcPr/>
                </a:tc>
                <a:tc>
                  <a:txBody>
                    <a:bodyPr/>
                    <a:lstStyle/>
                    <a:p>
                      <a:r>
                        <a:rPr lang="en-US" b="1" dirty="0"/>
                        <a:t>2</a:t>
                      </a:r>
                      <a:endParaRPr lang="en-IN" b="1" dirty="0"/>
                    </a:p>
                  </a:txBody>
                  <a:tcPr/>
                </a:tc>
                <a:extLst>
                  <a:ext uri="{0D108BD9-81ED-4DB2-BD59-A6C34878D82A}">
                    <a16:rowId xmlns:a16="http://schemas.microsoft.com/office/drawing/2014/main" val="2835161304"/>
                  </a:ext>
                </a:extLst>
              </a:tr>
            </a:tbl>
          </a:graphicData>
        </a:graphic>
      </p:graphicFrame>
    </p:spTree>
    <p:extLst>
      <p:ext uri="{BB962C8B-B14F-4D97-AF65-F5344CB8AC3E}">
        <p14:creationId xmlns:p14="http://schemas.microsoft.com/office/powerpoint/2010/main" val="3491503732"/>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0840F-68B1-71AD-6183-336DD047BC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FF8E24-174C-A128-276B-F125AA76F236}"/>
              </a:ext>
            </a:extLst>
          </p:cNvPr>
          <p:cNvSpPr>
            <a:spLocks noGrp="1"/>
          </p:cNvSpPr>
          <p:nvPr>
            <p:ph type="title"/>
          </p:nvPr>
        </p:nvSpPr>
        <p:spPr/>
        <p:txBody>
          <a:bodyPr/>
          <a:lstStyle/>
          <a:p>
            <a:pPr algn="ctr"/>
            <a:r>
              <a:rPr lang="en-US" b="1" dirty="0"/>
              <a:t>F Score –Operating Efficiency of </a:t>
            </a:r>
            <a:r>
              <a:rPr lang="en-US" b="1" u="sng" dirty="0"/>
              <a:t>UTCL</a:t>
            </a:r>
            <a:r>
              <a:rPr lang="en-US" b="1" dirty="0"/>
              <a:t> in 2024</a:t>
            </a:r>
            <a:endParaRPr lang="en-IN" b="1" dirty="0"/>
          </a:p>
        </p:txBody>
      </p:sp>
      <p:graphicFrame>
        <p:nvGraphicFramePr>
          <p:cNvPr id="4" name="Table 4">
            <a:extLst>
              <a:ext uri="{FF2B5EF4-FFF2-40B4-BE49-F238E27FC236}">
                <a16:creationId xmlns:a16="http://schemas.microsoft.com/office/drawing/2014/main" id="{B4324AA1-715D-D24E-B05A-8F1613FCCB4B}"/>
              </a:ext>
            </a:extLst>
          </p:cNvPr>
          <p:cNvGraphicFramePr>
            <a:graphicFrameLocks noGrp="1"/>
          </p:cNvGraphicFramePr>
          <p:nvPr>
            <p:ph idx="1"/>
          </p:nvPr>
        </p:nvGraphicFramePr>
        <p:xfrm>
          <a:off x="838203" y="1524635"/>
          <a:ext cx="10515597" cy="4968240"/>
        </p:xfrm>
        <a:graphic>
          <a:graphicData uri="http://schemas.openxmlformats.org/drawingml/2006/table">
            <a:tbl>
              <a:tblPr firstRow="1" bandRow="1">
                <a:tableStyleId>{F5AB1C69-6EDB-4FF4-983F-18BD219EF322}</a:tableStyleId>
              </a:tblPr>
              <a:tblGrid>
                <a:gridCol w="3505199">
                  <a:extLst>
                    <a:ext uri="{9D8B030D-6E8A-4147-A177-3AD203B41FA5}">
                      <a16:colId xmlns:a16="http://schemas.microsoft.com/office/drawing/2014/main" val="1657150462"/>
                    </a:ext>
                  </a:extLst>
                </a:gridCol>
                <a:gridCol w="4899075">
                  <a:extLst>
                    <a:ext uri="{9D8B030D-6E8A-4147-A177-3AD203B41FA5}">
                      <a16:colId xmlns:a16="http://schemas.microsoft.com/office/drawing/2014/main" val="1260453881"/>
                    </a:ext>
                  </a:extLst>
                </a:gridCol>
                <a:gridCol w="2111323">
                  <a:extLst>
                    <a:ext uri="{9D8B030D-6E8A-4147-A177-3AD203B41FA5}">
                      <a16:colId xmlns:a16="http://schemas.microsoft.com/office/drawing/2014/main" val="1342327081"/>
                    </a:ext>
                  </a:extLst>
                </a:gridCol>
              </a:tblGrid>
              <a:tr h="370840">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370840">
                <a:tc>
                  <a:txBody>
                    <a:bodyPr/>
                    <a:lstStyle/>
                    <a:p>
                      <a:r>
                        <a:rPr lang="en-US" b="1" dirty="0"/>
                        <a:t>GPM</a:t>
                      </a:r>
                      <a:r>
                        <a:rPr lang="en-US" dirty="0"/>
                        <a:t> CY &amp; Prev. Year </a:t>
                      </a:r>
                      <a:endParaRPr lang="en-IN" dirty="0"/>
                    </a:p>
                  </a:txBody>
                  <a:tcPr/>
                </a:tc>
                <a:tc>
                  <a:txBody>
                    <a:bodyPr/>
                    <a:lstStyle/>
                    <a:p>
                      <a:r>
                        <a:rPr lang="en-US" dirty="0"/>
                        <a:t>CY =   51724/ 69810  = 74.09 %</a:t>
                      </a:r>
                    </a:p>
                    <a:p>
                      <a:r>
                        <a:rPr lang="en-US" dirty="0"/>
                        <a:t>PY=  46996 /  62338  = 75.39 %</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747710908"/>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241102518"/>
                  </a:ext>
                </a:extLst>
              </a:tr>
              <a:tr h="370840">
                <a:tc>
                  <a:txBody>
                    <a:bodyPr/>
                    <a:lstStyle/>
                    <a:p>
                      <a:r>
                        <a:rPr lang="en-US" b="1" dirty="0"/>
                        <a:t>Asset Turn </a:t>
                      </a:r>
                      <a:r>
                        <a:rPr lang="en-US" dirty="0"/>
                        <a:t>CY&amp; PY</a:t>
                      </a:r>
                    </a:p>
                    <a:p>
                      <a:r>
                        <a:rPr lang="en-US" dirty="0"/>
                        <a:t>(= Net Revenue/ Total Assets)</a:t>
                      </a:r>
                      <a:endParaRPr lang="en-IN" dirty="0"/>
                    </a:p>
                  </a:txBody>
                  <a:tcPr/>
                </a:tc>
                <a:tc>
                  <a:txBody>
                    <a:bodyPr/>
                    <a:lstStyle/>
                    <a:p>
                      <a:r>
                        <a:rPr lang="en-US" dirty="0"/>
                        <a:t>CY =  69810 / 100802   =  0. 693 Times</a:t>
                      </a:r>
                    </a:p>
                    <a:p>
                      <a:r>
                        <a:rPr lang="en-US" dirty="0"/>
                        <a:t>PY = 62338 / 91387 = 0. 682  Times </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355487690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90149803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6011773"/>
                  </a:ext>
                </a:extLst>
              </a:tr>
              <a:tr h="370840">
                <a:tc>
                  <a:txBody>
                    <a:bodyPr/>
                    <a:lstStyle/>
                    <a:p>
                      <a:r>
                        <a:rPr lang="en-US" b="1" dirty="0"/>
                        <a:t>Total Score on Parameter </a:t>
                      </a:r>
                      <a:endParaRPr lang="en-IN" b="1" dirty="0"/>
                    </a:p>
                  </a:txBody>
                  <a:tcPr/>
                </a:tc>
                <a:tc>
                  <a:txBody>
                    <a:bodyPr/>
                    <a:lstStyle/>
                    <a:p>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835161304"/>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621547453"/>
                  </a:ext>
                </a:extLst>
              </a:tr>
              <a:tr h="370840">
                <a:tc>
                  <a:txBody>
                    <a:bodyPr/>
                    <a:lstStyle/>
                    <a:p>
                      <a:r>
                        <a:rPr lang="en-US" b="1" dirty="0"/>
                        <a:t>CGS</a:t>
                      </a:r>
                      <a:r>
                        <a:rPr lang="en-US" dirty="0"/>
                        <a:t> = Cost of material consumed + purchase of stock in trade +Op &amp; Direct exp + Changes in inventories of FG,WIP and stock in trade + D&amp; A + Employee Benefit Expenses</a:t>
                      </a:r>
                      <a:endParaRPr lang="en-IN" dirty="0"/>
                    </a:p>
                  </a:txBody>
                  <a:tcPr/>
                </a:tc>
                <a:tc>
                  <a:txBody>
                    <a:bodyPr/>
                    <a:lstStyle/>
                    <a:p>
                      <a:r>
                        <a:rPr lang="en-US" dirty="0"/>
                        <a:t>CY: 10252+ 1734+0-83+ 3038 + 3145 = 18086</a:t>
                      </a:r>
                    </a:p>
                    <a:p>
                      <a:r>
                        <a:rPr lang="en-US" dirty="0"/>
                        <a:t>PY:</a:t>
                      </a:r>
                      <a:r>
                        <a:rPr kumimoji="0" lang="en-US" sz="1800" b="0" i="0" u="none" strike="noStrike" kern="1200" cap="none" spc="0" normalizeH="0" baseline="0" noProof="0" dirty="0">
                          <a:ln>
                            <a:noFill/>
                          </a:ln>
                          <a:solidFill>
                            <a:prstClr val="black"/>
                          </a:solidFill>
                          <a:effectLst/>
                          <a:uLnTx/>
                          <a:uFillTx/>
                          <a:latin typeface="+mn-lt"/>
                          <a:ea typeface="+mn-ea"/>
                          <a:cs typeface="+mn-cs"/>
                        </a:rPr>
                        <a:t>8933 + 1300 + 0 -518 + 2739 + 2888 =  15342</a:t>
                      </a:r>
                      <a:endParaRPr lang="en-IN" dirty="0"/>
                    </a:p>
                  </a:txBody>
                  <a:tcPr/>
                </a:tc>
                <a:tc>
                  <a:txBody>
                    <a:bodyPr/>
                    <a:lstStyle/>
                    <a:p>
                      <a:endParaRPr lang="en-IN" dirty="0"/>
                    </a:p>
                  </a:txBody>
                  <a:tcPr/>
                </a:tc>
                <a:extLst>
                  <a:ext uri="{0D108BD9-81ED-4DB2-BD59-A6C34878D82A}">
                    <a16:rowId xmlns:a16="http://schemas.microsoft.com/office/drawing/2014/main" val="3383887879"/>
                  </a:ext>
                </a:extLst>
              </a:tr>
            </a:tbl>
          </a:graphicData>
        </a:graphic>
      </p:graphicFrame>
    </p:spTree>
    <p:extLst>
      <p:ext uri="{BB962C8B-B14F-4D97-AF65-F5344CB8AC3E}">
        <p14:creationId xmlns:p14="http://schemas.microsoft.com/office/powerpoint/2010/main" val="715140085"/>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0C084-33CA-04BB-B4B7-FB54795C58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3419E7-344B-6EE0-BEAD-D23246D5451A}"/>
              </a:ext>
            </a:extLst>
          </p:cNvPr>
          <p:cNvSpPr>
            <a:spLocks noGrp="1"/>
          </p:cNvSpPr>
          <p:nvPr>
            <p:ph type="title"/>
          </p:nvPr>
        </p:nvSpPr>
        <p:spPr/>
        <p:txBody>
          <a:bodyPr/>
          <a:lstStyle/>
          <a:p>
            <a:r>
              <a:rPr lang="en-US" b="1" dirty="0"/>
              <a:t>F score –UTCL </a:t>
            </a:r>
            <a:r>
              <a:rPr lang="en-US" dirty="0"/>
              <a:t>in 2024</a:t>
            </a:r>
            <a:endParaRPr lang="en-IN" dirty="0"/>
          </a:p>
        </p:txBody>
      </p:sp>
      <p:sp>
        <p:nvSpPr>
          <p:cNvPr id="3" name="Content Placeholder 2">
            <a:extLst>
              <a:ext uri="{FF2B5EF4-FFF2-40B4-BE49-F238E27FC236}">
                <a16:creationId xmlns:a16="http://schemas.microsoft.com/office/drawing/2014/main" id="{7C9479A5-52F0-7413-C581-8D1382444808}"/>
              </a:ext>
            </a:extLst>
          </p:cNvPr>
          <p:cNvSpPr>
            <a:spLocks noGrp="1"/>
          </p:cNvSpPr>
          <p:nvPr>
            <p:ph idx="1"/>
          </p:nvPr>
        </p:nvSpPr>
        <p:spPr/>
        <p:txBody>
          <a:bodyPr/>
          <a:lstStyle/>
          <a:p>
            <a:r>
              <a:rPr lang="en-US" dirty="0"/>
              <a:t>Profitability = 4</a:t>
            </a:r>
          </a:p>
          <a:p>
            <a:r>
              <a:rPr lang="en-US" dirty="0" err="1"/>
              <a:t>Liquidity,leverage</a:t>
            </a:r>
            <a:r>
              <a:rPr lang="en-US" dirty="0"/>
              <a:t> &amp; source of funding = 2</a:t>
            </a:r>
          </a:p>
          <a:p>
            <a:r>
              <a:rPr lang="en-US" dirty="0"/>
              <a:t>Operating Efficiency = 1</a:t>
            </a:r>
          </a:p>
          <a:p>
            <a:endParaRPr lang="en-US" dirty="0"/>
          </a:p>
          <a:p>
            <a:r>
              <a:rPr lang="en-US" b="1" dirty="0"/>
              <a:t>Total F score = 7</a:t>
            </a:r>
          </a:p>
          <a:p>
            <a:endParaRPr lang="en-US" b="1" dirty="0"/>
          </a:p>
          <a:p>
            <a:r>
              <a:rPr lang="en-US" b="1" dirty="0"/>
              <a:t> </a:t>
            </a:r>
            <a:r>
              <a:rPr lang="en-US" b="1" dirty="0">
                <a:highlight>
                  <a:srgbClr val="FFFF00"/>
                </a:highlight>
              </a:rPr>
              <a:t>Grey zone- Higher End </a:t>
            </a:r>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1036754115"/>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8EB3-93AE-4B40-9E34-C30D6C14CFAD}"/>
              </a:ext>
            </a:extLst>
          </p:cNvPr>
          <p:cNvSpPr>
            <a:spLocks noGrp="1"/>
          </p:cNvSpPr>
          <p:nvPr>
            <p:ph type="title"/>
          </p:nvPr>
        </p:nvSpPr>
        <p:spPr/>
        <p:txBody>
          <a:bodyPr/>
          <a:lstStyle/>
          <a:p>
            <a:pPr algn="ctr"/>
            <a:r>
              <a:rPr lang="en-US" b="1" dirty="0"/>
              <a:t>F Score -Profitability For </a:t>
            </a:r>
            <a:r>
              <a:rPr lang="en-US" b="1" u="sng" dirty="0"/>
              <a:t>UTCL</a:t>
            </a:r>
            <a:r>
              <a:rPr lang="en-US" b="1" dirty="0"/>
              <a:t> in 2023</a:t>
            </a:r>
            <a:endParaRPr lang="en-IN" b="1" dirty="0"/>
          </a:p>
        </p:txBody>
      </p:sp>
      <p:graphicFrame>
        <p:nvGraphicFramePr>
          <p:cNvPr id="4" name="Table 4">
            <a:extLst>
              <a:ext uri="{FF2B5EF4-FFF2-40B4-BE49-F238E27FC236}">
                <a16:creationId xmlns:a16="http://schemas.microsoft.com/office/drawing/2014/main" id="{690DDB7D-5A4A-4BDC-9A13-6F27101B087E}"/>
              </a:ext>
            </a:extLst>
          </p:cNvPr>
          <p:cNvGraphicFramePr>
            <a:graphicFrameLocks noGrp="1"/>
          </p:cNvGraphicFramePr>
          <p:nvPr>
            <p:ph idx="1"/>
          </p:nvPr>
        </p:nvGraphicFramePr>
        <p:xfrm>
          <a:off x="743919" y="1825625"/>
          <a:ext cx="10609878" cy="2865120"/>
        </p:xfrm>
        <a:graphic>
          <a:graphicData uri="http://schemas.openxmlformats.org/drawingml/2006/table">
            <a:tbl>
              <a:tblPr firstRow="1" bandRow="1">
                <a:tableStyleId>{5C22544A-7EE6-4342-B048-85BDC9FD1C3A}</a:tableStyleId>
              </a:tblPr>
              <a:tblGrid>
                <a:gridCol w="3599480">
                  <a:extLst>
                    <a:ext uri="{9D8B030D-6E8A-4147-A177-3AD203B41FA5}">
                      <a16:colId xmlns:a16="http://schemas.microsoft.com/office/drawing/2014/main" val="1657150462"/>
                    </a:ext>
                  </a:extLst>
                </a:gridCol>
                <a:gridCol w="3505199">
                  <a:extLst>
                    <a:ext uri="{9D8B030D-6E8A-4147-A177-3AD203B41FA5}">
                      <a16:colId xmlns:a16="http://schemas.microsoft.com/office/drawing/2014/main" val="1260453881"/>
                    </a:ext>
                  </a:extLst>
                </a:gridCol>
                <a:gridCol w="3505199">
                  <a:extLst>
                    <a:ext uri="{9D8B030D-6E8A-4147-A177-3AD203B41FA5}">
                      <a16:colId xmlns:a16="http://schemas.microsoft.com/office/drawing/2014/main" val="1342327081"/>
                    </a:ext>
                  </a:extLst>
                </a:gridCol>
              </a:tblGrid>
              <a:tr h="370840">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370840">
                <a:tc>
                  <a:txBody>
                    <a:bodyPr/>
                    <a:lstStyle/>
                    <a:p>
                      <a:r>
                        <a:rPr lang="en-US" b="1" dirty="0"/>
                        <a:t>ROA</a:t>
                      </a:r>
                      <a:r>
                        <a:rPr lang="en-US" dirty="0"/>
                        <a:t>  ( = Net Income/Total Assets)</a:t>
                      </a:r>
                      <a:endParaRPr lang="en-IN" dirty="0"/>
                    </a:p>
                  </a:txBody>
                  <a:tcPr/>
                </a:tc>
                <a:tc>
                  <a:txBody>
                    <a:bodyPr/>
                    <a:lstStyle/>
                    <a:p>
                      <a:r>
                        <a:rPr lang="en-US" dirty="0"/>
                        <a:t>5069 / 91387 = 5.55 %</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747710908"/>
                  </a:ext>
                </a:extLst>
              </a:tr>
              <a:tr h="370840">
                <a:tc>
                  <a:txBody>
                    <a:bodyPr/>
                    <a:lstStyle/>
                    <a:p>
                      <a:r>
                        <a:rPr lang="en-US" b="1" dirty="0"/>
                        <a:t>CFO</a:t>
                      </a:r>
                      <a:r>
                        <a:rPr lang="en-US" dirty="0"/>
                        <a:t> ( in INR Cr)</a:t>
                      </a:r>
                      <a:endParaRPr lang="en-IN" dirty="0"/>
                    </a:p>
                  </a:txBody>
                  <a:tcPr/>
                </a:tc>
                <a:tc>
                  <a:txBody>
                    <a:bodyPr/>
                    <a:lstStyle/>
                    <a:p>
                      <a:r>
                        <a:rPr lang="en-US" dirty="0"/>
                        <a:t>9069</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241102518"/>
                  </a:ext>
                </a:extLst>
              </a:tr>
              <a:tr h="370840">
                <a:tc>
                  <a:txBody>
                    <a:bodyPr/>
                    <a:lstStyle/>
                    <a:p>
                      <a:r>
                        <a:rPr lang="en-US" b="1" dirty="0"/>
                        <a:t>CFO/Net Income </a:t>
                      </a:r>
                      <a:endParaRPr lang="en-IN" b="1" dirty="0"/>
                    </a:p>
                  </a:txBody>
                  <a:tcPr/>
                </a:tc>
                <a:tc>
                  <a:txBody>
                    <a:bodyPr/>
                    <a:lstStyle/>
                    <a:p>
                      <a:r>
                        <a:rPr lang="en-US" dirty="0"/>
                        <a:t>9069 / 5069  = 1.79</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3554876901"/>
                  </a:ext>
                </a:extLst>
              </a:tr>
              <a:tr h="370840">
                <a:tc>
                  <a:txBody>
                    <a:bodyPr/>
                    <a:lstStyle/>
                    <a:p>
                      <a:r>
                        <a:rPr lang="en-US" b="1" dirty="0"/>
                        <a:t>Change in ROA </a:t>
                      </a:r>
                    </a:p>
                    <a:p>
                      <a:r>
                        <a:rPr lang="en-US" dirty="0"/>
                        <a:t>(PY =  7333/83828</a:t>
                      </a:r>
                      <a:endParaRPr lang="en-IN" dirty="0"/>
                    </a:p>
                  </a:txBody>
                  <a:tcPr/>
                </a:tc>
                <a:tc>
                  <a:txBody>
                    <a:bodyPr/>
                    <a:lstStyle/>
                    <a:p>
                      <a:r>
                        <a:rPr lang="en-US" dirty="0"/>
                        <a:t>Cy ROA :  5.55%</a:t>
                      </a:r>
                    </a:p>
                    <a:p>
                      <a:r>
                        <a:rPr lang="en-US" dirty="0"/>
                        <a:t>PY ROA : 8.75  %</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90149803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6011773"/>
                  </a:ext>
                </a:extLst>
              </a:tr>
              <a:tr h="370840">
                <a:tc>
                  <a:txBody>
                    <a:bodyPr/>
                    <a:lstStyle/>
                    <a:p>
                      <a:r>
                        <a:rPr lang="en-US" b="1" dirty="0"/>
                        <a:t>Total Score on Parameter</a:t>
                      </a:r>
                      <a:endParaRPr lang="en-IN" b="1" dirty="0"/>
                    </a:p>
                  </a:txBody>
                  <a:tcPr/>
                </a:tc>
                <a:tc>
                  <a:txBody>
                    <a:bodyPr/>
                    <a:lstStyle/>
                    <a:p>
                      <a:endParaRPr lang="en-IN" b="1" dirty="0"/>
                    </a:p>
                  </a:txBody>
                  <a:tcPr/>
                </a:tc>
                <a:tc>
                  <a:txBody>
                    <a:bodyPr/>
                    <a:lstStyle/>
                    <a:p>
                      <a:r>
                        <a:rPr lang="en-US" b="1" dirty="0"/>
                        <a:t>3</a:t>
                      </a:r>
                      <a:endParaRPr lang="en-IN" b="1" dirty="0"/>
                    </a:p>
                  </a:txBody>
                  <a:tcPr/>
                </a:tc>
                <a:extLst>
                  <a:ext uri="{0D108BD9-81ED-4DB2-BD59-A6C34878D82A}">
                    <a16:rowId xmlns:a16="http://schemas.microsoft.com/office/drawing/2014/main" val="2835161304"/>
                  </a:ext>
                </a:extLst>
              </a:tr>
            </a:tbl>
          </a:graphicData>
        </a:graphic>
      </p:graphicFrame>
    </p:spTree>
    <p:extLst>
      <p:ext uri="{BB962C8B-B14F-4D97-AF65-F5344CB8AC3E}">
        <p14:creationId xmlns:p14="http://schemas.microsoft.com/office/powerpoint/2010/main" val="4048101785"/>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8EB3-93AE-4B40-9E34-C30D6C14CFAD}"/>
              </a:ext>
            </a:extLst>
          </p:cNvPr>
          <p:cNvSpPr>
            <a:spLocks noGrp="1"/>
          </p:cNvSpPr>
          <p:nvPr>
            <p:ph type="title"/>
          </p:nvPr>
        </p:nvSpPr>
        <p:spPr/>
        <p:txBody>
          <a:bodyPr/>
          <a:lstStyle/>
          <a:p>
            <a:pPr algn="ctr"/>
            <a:r>
              <a:rPr lang="en-US" b="1" dirty="0"/>
              <a:t>F Score –Liquidity, Leverage &amp; source of funding For </a:t>
            </a:r>
            <a:r>
              <a:rPr lang="en-US" b="1" u="sng" dirty="0"/>
              <a:t>UTCL</a:t>
            </a:r>
            <a:r>
              <a:rPr lang="en-US" b="1" dirty="0"/>
              <a:t> in 2023</a:t>
            </a:r>
            <a:endParaRPr lang="en-IN" b="1" dirty="0"/>
          </a:p>
        </p:txBody>
      </p:sp>
      <p:graphicFrame>
        <p:nvGraphicFramePr>
          <p:cNvPr id="4" name="Table 4">
            <a:extLst>
              <a:ext uri="{FF2B5EF4-FFF2-40B4-BE49-F238E27FC236}">
                <a16:creationId xmlns:a16="http://schemas.microsoft.com/office/drawing/2014/main" id="{690DDB7D-5A4A-4BDC-9A13-6F27101B087E}"/>
              </a:ext>
            </a:extLst>
          </p:cNvPr>
          <p:cNvGraphicFramePr>
            <a:graphicFrameLocks noGrp="1"/>
          </p:cNvGraphicFramePr>
          <p:nvPr>
            <p:ph idx="1"/>
          </p:nvPr>
        </p:nvGraphicFramePr>
        <p:xfrm>
          <a:off x="838200" y="1825625"/>
          <a:ext cx="10515597" cy="3134360"/>
        </p:xfrm>
        <a:graphic>
          <a:graphicData uri="http://schemas.openxmlformats.org/drawingml/2006/table">
            <a:tbl>
              <a:tblPr firstRow="1" bandRow="1">
                <a:tableStyleId>{21E4AEA4-8DFA-4A89-87EB-49C32662AFE0}</a:tableStyleId>
              </a:tblPr>
              <a:tblGrid>
                <a:gridCol w="3505199">
                  <a:extLst>
                    <a:ext uri="{9D8B030D-6E8A-4147-A177-3AD203B41FA5}">
                      <a16:colId xmlns:a16="http://schemas.microsoft.com/office/drawing/2014/main" val="1657150462"/>
                    </a:ext>
                  </a:extLst>
                </a:gridCol>
                <a:gridCol w="3505199">
                  <a:extLst>
                    <a:ext uri="{9D8B030D-6E8A-4147-A177-3AD203B41FA5}">
                      <a16:colId xmlns:a16="http://schemas.microsoft.com/office/drawing/2014/main" val="1260453881"/>
                    </a:ext>
                  </a:extLst>
                </a:gridCol>
                <a:gridCol w="3505199">
                  <a:extLst>
                    <a:ext uri="{9D8B030D-6E8A-4147-A177-3AD203B41FA5}">
                      <a16:colId xmlns:a16="http://schemas.microsoft.com/office/drawing/2014/main" val="1342327081"/>
                    </a:ext>
                  </a:extLst>
                </a:gridCol>
              </a:tblGrid>
              <a:tr h="370840">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370840">
                <a:tc>
                  <a:txBody>
                    <a:bodyPr/>
                    <a:lstStyle/>
                    <a:p>
                      <a:r>
                        <a:rPr lang="en-US" b="1" dirty="0"/>
                        <a:t>Current Ratio </a:t>
                      </a:r>
                      <a:r>
                        <a:rPr lang="en-US" dirty="0"/>
                        <a:t>CY &amp; Prev. Year </a:t>
                      </a:r>
                      <a:endParaRPr lang="en-IN" dirty="0"/>
                    </a:p>
                  </a:txBody>
                  <a:tcPr/>
                </a:tc>
                <a:tc>
                  <a:txBody>
                    <a:bodyPr/>
                    <a:lstStyle/>
                    <a:p>
                      <a:r>
                        <a:rPr lang="en-US" dirty="0"/>
                        <a:t>CY =  20743 / 23432 = 0.89 </a:t>
                      </a:r>
                    </a:p>
                    <a:p>
                      <a:r>
                        <a:rPr lang="en-US" dirty="0"/>
                        <a:t>PY=  17489 /  20155=  0.87</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747710908"/>
                  </a:ext>
                </a:extLst>
              </a:tr>
              <a:tr h="370840">
                <a:tc>
                  <a:txBody>
                    <a:bodyPr/>
                    <a:lstStyle/>
                    <a:p>
                      <a:r>
                        <a:rPr lang="en-US" dirty="0"/>
                        <a:t>Current year</a:t>
                      </a:r>
                      <a:r>
                        <a:rPr lang="en-US" b="1" dirty="0"/>
                        <a:t> LTD </a:t>
                      </a:r>
                      <a:r>
                        <a:rPr lang="en-US" dirty="0"/>
                        <a:t>&amp; that of previous year </a:t>
                      </a:r>
                      <a:endParaRPr lang="en-IN" dirty="0"/>
                    </a:p>
                  </a:txBody>
                  <a:tcPr/>
                </a:tc>
                <a:tc>
                  <a:txBody>
                    <a:bodyPr/>
                    <a:lstStyle/>
                    <a:p>
                      <a:r>
                        <a:rPr lang="en-US" dirty="0"/>
                        <a:t>5356 &amp; 5303</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2241102518"/>
                  </a:ext>
                </a:extLst>
              </a:tr>
              <a:tr h="370840">
                <a:tc>
                  <a:txBody>
                    <a:bodyPr/>
                    <a:lstStyle/>
                    <a:p>
                      <a:r>
                        <a:rPr lang="en-US" b="1" dirty="0"/>
                        <a:t>Equity issuance </a:t>
                      </a:r>
                      <a:endParaRPr lang="en-IN" b="1" dirty="0"/>
                    </a:p>
                  </a:txBody>
                  <a:tcPr/>
                </a:tc>
                <a:tc>
                  <a:txBody>
                    <a:bodyPr/>
                    <a:lstStyle/>
                    <a:p>
                      <a:r>
                        <a:rPr lang="en-US" dirty="0"/>
                        <a:t>Yes</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355487690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90149803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6011773"/>
                  </a:ext>
                </a:extLst>
              </a:tr>
              <a:tr h="370840">
                <a:tc>
                  <a:txBody>
                    <a:bodyPr/>
                    <a:lstStyle/>
                    <a:p>
                      <a:r>
                        <a:rPr lang="en-US" b="1" dirty="0"/>
                        <a:t>Total Score on Parameter </a:t>
                      </a:r>
                      <a:endParaRPr lang="en-IN" b="1" dirty="0"/>
                    </a:p>
                  </a:txBody>
                  <a:tcPr/>
                </a:tc>
                <a:tc>
                  <a:txBody>
                    <a:bodyPr/>
                    <a:lstStyle/>
                    <a:p>
                      <a:endParaRPr lang="en-IN" b="1" dirty="0"/>
                    </a:p>
                  </a:txBody>
                  <a:tcPr/>
                </a:tc>
                <a:tc>
                  <a:txBody>
                    <a:bodyPr/>
                    <a:lstStyle/>
                    <a:p>
                      <a:r>
                        <a:rPr lang="en-US" b="1" dirty="0"/>
                        <a:t>1</a:t>
                      </a:r>
                      <a:endParaRPr lang="en-IN" b="1" dirty="0"/>
                    </a:p>
                  </a:txBody>
                  <a:tcPr/>
                </a:tc>
                <a:extLst>
                  <a:ext uri="{0D108BD9-81ED-4DB2-BD59-A6C34878D82A}">
                    <a16:rowId xmlns:a16="http://schemas.microsoft.com/office/drawing/2014/main" val="2835161304"/>
                  </a:ext>
                </a:extLst>
              </a:tr>
            </a:tbl>
          </a:graphicData>
        </a:graphic>
      </p:graphicFrame>
    </p:spTree>
    <p:extLst>
      <p:ext uri="{BB962C8B-B14F-4D97-AF65-F5344CB8AC3E}">
        <p14:creationId xmlns:p14="http://schemas.microsoft.com/office/powerpoint/2010/main" val="739401542"/>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8EB3-93AE-4B40-9E34-C30D6C14CFAD}"/>
              </a:ext>
            </a:extLst>
          </p:cNvPr>
          <p:cNvSpPr>
            <a:spLocks noGrp="1"/>
          </p:cNvSpPr>
          <p:nvPr>
            <p:ph type="title"/>
          </p:nvPr>
        </p:nvSpPr>
        <p:spPr/>
        <p:txBody>
          <a:bodyPr/>
          <a:lstStyle/>
          <a:p>
            <a:pPr algn="ctr"/>
            <a:r>
              <a:rPr lang="en-US" b="1" dirty="0"/>
              <a:t>F Score –Operating Efficiency of </a:t>
            </a:r>
            <a:r>
              <a:rPr lang="en-US" b="1" u="sng" dirty="0"/>
              <a:t>UTCL</a:t>
            </a:r>
            <a:r>
              <a:rPr lang="en-US" b="1" dirty="0"/>
              <a:t> in 2023</a:t>
            </a:r>
            <a:endParaRPr lang="en-IN" b="1" dirty="0"/>
          </a:p>
        </p:txBody>
      </p:sp>
      <p:graphicFrame>
        <p:nvGraphicFramePr>
          <p:cNvPr id="4" name="Table 4">
            <a:extLst>
              <a:ext uri="{FF2B5EF4-FFF2-40B4-BE49-F238E27FC236}">
                <a16:creationId xmlns:a16="http://schemas.microsoft.com/office/drawing/2014/main" id="{690DDB7D-5A4A-4BDC-9A13-6F27101B087E}"/>
              </a:ext>
            </a:extLst>
          </p:cNvPr>
          <p:cNvGraphicFramePr>
            <a:graphicFrameLocks noGrp="1"/>
          </p:cNvGraphicFramePr>
          <p:nvPr>
            <p:ph idx="1"/>
          </p:nvPr>
        </p:nvGraphicFramePr>
        <p:xfrm>
          <a:off x="838203" y="1524635"/>
          <a:ext cx="10515597" cy="4968240"/>
        </p:xfrm>
        <a:graphic>
          <a:graphicData uri="http://schemas.openxmlformats.org/drawingml/2006/table">
            <a:tbl>
              <a:tblPr firstRow="1" bandRow="1">
                <a:tableStyleId>{F5AB1C69-6EDB-4FF4-983F-18BD219EF322}</a:tableStyleId>
              </a:tblPr>
              <a:tblGrid>
                <a:gridCol w="3505199">
                  <a:extLst>
                    <a:ext uri="{9D8B030D-6E8A-4147-A177-3AD203B41FA5}">
                      <a16:colId xmlns:a16="http://schemas.microsoft.com/office/drawing/2014/main" val="1657150462"/>
                    </a:ext>
                  </a:extLst>
                </a:gridCol>
                <a:gridCol w="4899075">
                  <a:extLst>
                    <a:ext uri="{9D8B030D-6E8A-4147-A177-3AD203B41FA5}">
                      <a16:colId xmlns:a16="http://schemas.microsoft.com/office/drawing/2014/main" val="1260453881"/>
                    </a:ext>
                  </a:extLst>
                </a:gridCol>
                <a:gridCol w="2111323">
                  <a:extLst>
                    <a:ext uri="{9D8B030D-6E8A-4147-A177-3AD203B41FA5}">
                      <a16:colId xmlns:a16="http://schemas.microsoft.com/office/drawing/2014/main" val="1342327081"/>
                    </a:ext>
                  </a:extLst>
                </a:gridCol>
              </a:tblGrid>
              <a:tr h="370840">
                <a:tc>
                  <a:txBody>
                    <a:bodyPr/>
                    <a:lstStyle/>
                    <a:p>
                      <a:r>
                        <a:rPr lang="en-US" dirty="0"/>
                        <a:t>Parameter</a:t>
                      </a:r>
                      <a:endParaRPr lang="en-IN" dirty="0"/>
                    </a:p>
                  </a:txBody>
                  <a:tcPr/>
                </a:tc>
                <a:tc>
                  <a:txBody>
                    <a:bodyPr/>
                    <a:lstStyle/>
                    <a:p>
                      <a:r>
                        <a:rPr lang="en-US" dirty="0"/>
                        <a:t>Result</a:t>
                      </a:r>
                      <a:endParaRPr lang="en-IN" dirty="0"/>
                    </a:p>
                  </a:txBody>
                  <a:tcPr/>
                </a:tc>
                <a:tc>
                  <a:txBody>
                    <a:bodyPr/>
                    <a:lstStyle/>
                    <a:p>
                      <a:r>
                        <a:rPr lang="en-US" dirty="0"/>
                        <a:t>Score</a:t>
                      </a:r>
                      <a:endParaRPr lang="en-IN" dirty="0"/>
                    </a:p>
                  </a:txBody>
                  <a:tcPr/>
                </a:tc>
                <a:extLst>
                  <a:ext uri="{0D108BD9-81ED-4DB2-BD59-A6C34878D82A}">
                    <a16:rowId xmlns:a16="http://schemas.microsoft.com/office/drawing/2014/main" val="4238155461"/>
                  </a:ext>
                </a:extLst>
              </a:tr>
              <a:tr h="370840">
                <a:tc>
                  <a:txBody>
                    <a:bodyPr/>
                    <a:lstStyle/>
                    <a:p>
                      <a:r>
                        <a:rPr lang="en-US" b="1" dirty="0"/>
                        <a:t>GPM</a:t>
                      </a:r>
                      <a:r>
                        <a:rPr lang="en-US" dirty="0"/>
                        <a:t> CY &amp; Prev. Year </a:t>
                      </a:r>
                      <a:endParaRPr lang="en-IN" dirty="0"/>
                    </a:p>
                  </a:txBody>
                  <a:tcPr/>
                </a:tc>
                <a:tc>
                  <a:txBody>
                    <a:bodyPr/>
                    <a:lstStyle/>
                    <a:p>
                      <a:r>
                        <a:rPr lang="en-US" dirty="0"/>
                        <a:t>CY =  46996 / 62338  = 75.39 %</a:t>
                      </a:r>
                    </a:p>
                    <a:p>
                      <a:r>
                        <a:rPr lang="en-US" dirty="0"/>
                        <a:t>PY=  38493 /  51708  = 74.44 %</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747710908"/>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241102518"/>
                  </a:ext>
                </a:extLst>
              </a:tr>
              <a:tr h="370840">
                <a:tc>
                  <a:txBody>
                    <a:bodyPr/>
                    <a:lstStyle/>
                    <a:p>
                      <a:r>
                        <a:rPr lang="en-US" b="1" dirty="0"/>
                        <a:t>Asset Turn </a:t>
                      </a:r>
                      <a:r>
                        <a:rPr lang="en-US" dirty="0"/>
                        <a:t>CY&amp; PY</a:t>
                      </a:r>
                    </a:p>
                    <a:p>
                      <a:r>
                        <a:rPr lang="en-US" dirty="0"/>
                        <a:t>(= Net Revenue/ Total Assets)</a:t>
                      </a:r>
                      <a:endParaRPr lang="en-IN" dirty="0"/>
                    </a:p>
                  </a:txBody>
                  <a:tcPr/>
                </a:tc>
                <a:tc>
                  <a:txBody>
                    <a:bodyPr/>
                    <a:lstStyle/>
                    <a:p>
                      <a:r>
                        <a:rPr lang="en-US" dirty="0"/>
                        <a:t>CY = 62338 / 91387   =  0. 682 Times</a:t>
                      </a:r>
                    </a:p>
                    <a:p>
                      <a:r>
                        <a:rPr lang="en-US" dirty="0"/>
                        <a:t>PY = 51708 / 83828  = 0. 617   Times </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355487690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90149803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666011773"/>
                  </a:ext>
                </a:extLst>
              </a:tr>
              <a:tr h="370840">
                <a:tc>
                  <a:txBody>
                    <a:bodyPr/>
                    <a:lstStyle/>
                    <a:p>
                      <a:r>
                        <a:rPr lang="en-US" b="1" dirty="0"/>
                        <a:t>Total Score on Parameter </a:t>
                      </a:r>
                      <a:endParaRPr lang="en-IN" b="1" dirty="0"/>
                    </a:p>
                  </a:txBody>
                  <a:tcPr/>
                </a:tc>
                <a:tc>
                  <a:txBody>
                    <a:bodyPr/>
                    <a:lstStyle/>
                    <a:p>
                      <a:endParaRPr lang="en-IN" dirty="0"/>
                    </a:p>
                  </a:txBody>
                  <a:tcPr/>
                </a:tc>
                <a:tc>
                  <a:txBody>
                    <a:bodyPr/>
                    <a:lstStyle/>
                    <a:p>
                      <a:r>
                        <a:rPr lang="en-US" dirty="0"/>
                        <a:t>2</a:t>
                      </a:r>
                      <a:endParaRPr lang="en-IN" dirty="0"/>
                    </a:p>
                  </a:txBody>
                  <a:tcPr/>
                </a:tc>
                <a:extLst>
                  <a:ext uri="{0D108BD9-81ED-4DB2-BD59-A6C34878D82A}">
                    <a16:rowId xmlns:a16="http://schemas.microsoft.com/office/drawing/2014/main" val="2835161304"/>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621547453"/>
                  </a:ext>
                </a:extLst>
              </a:tr>
              <a:tr h="370840">
                <a:tc>
                  <a:txBody>
                    <a:bodyPr/>
                    <a:lstStyle/>
                    <a:p>
                      <a:r>
                        <a:rPr lang="en-US" b="1" dirty="0"/>
                        <a:t>CGS</a:t>
                      </a:r>
                      <a:r>
                        <a:rPr lang="en-US" dirty="0"/>
                        <a:t> = Cost of material consumed + purchase of stock in trade +Op &amp; Direct exp + Changes in inventories of FG,WIP and stock in trade + D&amp; A + Employee Benefit Expenses</a:t>
                      </a:r>
                      <a:endParaRPr lang="en-IN" dirty="0"/>
                    </a:p>
                  </a:txBody>
                  <a:tcPr/>
                </a:tc>
                <a:tc>
                  <a:txBody>
                    <a:bodyPr/>
                    <a:lstStyle/>
                    <a:p>
                      <a:r>
                        <a:rPr lang="en-US" dirty="0"/>
                        <a:t>CY: 8933 + 1300 + 0 -518 + 2739 + 2888 =  15342</a:t>
                      </a:r>
                    </a:p>
                    <a:p>
                      <a:r>
                        <a:rPr lang="en-US" dirty="0"/>
                        <a:t>PY: </a:t>
                      </a:r>
                      <a:r>
                        <a:rPr kumimoji="0" lang="en-US" sz="1800" b="0" i="0" u="none" strike="noStrike" kern="1200" cap="none" spc="0" normalizeH="0" baseline="0" noProof="0" dirty="0">
                          <a:ln>
                            <a:noFill/>
                          </a:ln>
                          <a:solidFill>
                            <a:prstClr val="black"/>
                          </a:solidFill>
                          <a:effectLst/>
                          <a:uLnTx/>
                          <a:uFillTx/>
                          <a:latin typeface="+mn-lt"/>
                          <a:ea typeface="+mn-ea"/>
                          <a:cs typeface="+mn-cs"/>
                        </a:rPr>
                        <a:t>7096 + 1252 +0 – 383 + 2535 + 2715 = 13215</a:t>
                      </a:r>
                      <a:endParaRPr lang="en-IN" dirty="0"/>
                    </a:p>
                  </a:txBody>
                  <a:tcPr/>
                </a:tc>
                <a:tc>
                  <a:txBody>
                    <a:bodyPr/>
                    <a:lstStyle/>
                    <a:p>
                      <a:endParaRPr lang="en-IN" dirty="0"/>
                    </a:p>
                  </a:txBody>
                  <a:tcPr/>
                </a:tc>
                <a:extLst>
                  <a:ext uri="{0D108BD9-81ED-4DB2-BD59-A6C34878D82A}">
                    <a16:rowId xmlns:a16="http://schemas.microsoft.com/office/drawing/2014/main" val="3383887879"/>
                  </a:ext>
                </a:extLst>
              </a:tr>
            </a:tbl>
          </a:graphicData>
        </a:graphic>
      </p:graphicFrame>
    </p:spTree>
    <p:extLst>
      <p:ext uri="{BB962C8B-B14F-4D97-AF65-F5344CB8AC3E}">
        <p14:creationId xmlns:p14="http://schemas.microsoft.com/office/powerpoint/2010/main" val="4027550908"/>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AD799-E17B-4256-AB92-D23BDC2D599D}"/>
              </a:ext>
            </a:extLst>
          </p:cNvPr>
          <p:cNvSpPr>
            <a:spLocks noGrp="1"/>
          </p:cNvSpPr>
          <p:nvPr>
            <p:ph type="title"/>
          </p:nvPr>
        </p:nvSpPr>
        <p:spPr/>
        <p:txBody>
          <a:bodyPr/>
          <a:lstStyle/>
          <a:p>
            <a:r>
              <a:rPr lang="en-US" b="1" dirty="0"/>
              <a:t>F score –UTCL </a:t>
            </a:r>
            <a:r>
              <a:rPr lang="en-US" dirty="0"/>
              <a:t>in 2023</a:t>
            </a:r>
            <a:endParaRPr lang="en-IN" dirty="0"/>
          </a:p>
        </p:txBody>
      </p:sp>
      <p:sp>
        <p:nvSpPr>
          <p:cNvPr id="3" name="Content Placeholder 2">
            <a:extLst>
              <a:ext uri="{FF2B5EF4-FFF2-40B4-BE49-F238E27FC236}">
                <a16:creationId xmlns:a16="http://schemas.microsoft.com/office/drawing/2014/main" id="{BDBBEB56-6C81-4563-90A8-D3FD994E46B1}"/>
              </a:ext>
            </a:extLst>
          </p:cNvPr>
          <p:cNvSpPr>
            <a:spLocks noGrp="1"/>
          </p:cNvSpPr>
          <p:nvPr>
            <p:ph idx="1"/>
          </p:nvPr>
        </p:nvSpPr>
        <p:spPr/>
        <p:txBody>
          <a:bodyPr/>
          <a:lstStyle/>
          <a:p>
            <a:r>
              <a:rPr lang="en-US" dirty="0"/>
              <a:t>Profitability = 3</a:t>
            </a:r>
          </a:p>
          <a:p>
            <a:r>
              <a:rPr lang="en-US" dirty="0" err="1"/>
              <a:t>Liquidity,leverage</a:t>
            </a:r>
            <a:r>
              <a:rPr lang="en-US" dirty="0"/>
              <a:t> &amp; source of funding = 1</a:t>
            </a:r>
          </a:p>
          <a:p>
            <a:r>
              <a:rPr lang="en-US" dirty="0"/>
              <a:t>Operating Efficiency = 2</a:t>
            </a:r>
          </a:p>
          <a:p>
            <a:endParaRPr lang="en-US" dirty="0"/>
          </a:p>
          <a:p>
            <a:r>
              <a:rPr lang="en-US" b="1" dirty="0"/>
              <a:t>Total F score = 6</a:t>
            </a:r>
          </a:p>
          <a:p>
            <a:endParaRPr lang="en-US" b="1" dirty="0"/>
          </a:p>
          <a:p>
            <a:r>
              <a:rPr lang="en-US" b="1" dirty="0"/>
              <a:t> </a:t>
            </a:r>
            <a:r>
              <a:rPr lang="en-US" b="1" dirty="0">
                <a:highlight>
                  <a:srgbClr val="FFFF00"/>
                </a:highlight>
              </a:rPr>
              <a:t>Grey zone- Above Median </a:t>
            </a:r>
          </a:p>
          <a:p>
            <a:endParaRPr lang="en-US" dirty="0"/>
          </a:p>
          <a:p>
            <a:endParaRPr lang="en-US" dirty="0"/>
          </a:p>
          <a:p>
            <a:endParaRPr lang="en-US" dirty="0"/>
          </a:p>
          <a:p>
            <a:endParaRPr lang="en-IN" dirty="0"/>
          </a:p>
        </p:txBody>
      </p:sp>
    </p:spTree>
    <p:extLst>
      <p:ext uri="{BB962C8B-B14F-4D97-AF65-F5344CB8AC3E}">
        <p14:creationId xmlns:p14="http://schemas.microsoft.com/office/powerpoint/2010/main" val="2425158135"/>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DF78B-F432-DDBB-0B1A-D922A4EBDE9F}"/>
              </a:ext>
            </a:extLst>
          </p:cNvPr>
          <p:cNvSpPr>
            <a:spLocks noGrp="1"/>
          </p:cNvSpPr>
          <p:nvPr>
            <p:ph type="title"/>
          </p:nvPr>
        </p:nvSpPr>
        <p:spPr/>
        <p:txBody>
          <a:bodyPr/>
          <a:lstStyle/>
          <a:p>
            <a:pPr algn="ctr"/>
            <a:r>
              <a:rPr lang="en-US" b="1" dirty="0"/>
              <a:t> F Score of UTCL – 2025,2024 vs 2023</a:t>
            </a:r>
          </a:p>
        </p:txBody>
      </p:sp>
      <p:graphicFrame>
        <p:nvGraphicFramePr>
          <p:cNvPr id="4" name="Content Placeholder 3">
            <a:extLst>
              <a:ext uri="{FF2B5EF4-FFF2-40B4-BE49-F238E27FC236}">
                <a16:creationId xmlns:a16="http://schemas.microsoft.com/office/drawing/2014/main" id="{3AE7B7A9-1A07-BF4A-DC2D-F52979D0EE74}"/>
              </a:ext>
            </a:extLst>
          </p:cNvPr>
          <p:cNvGraphicFramePr>
            <a:graphicFrameLocks noGrp="1"/>
          </p:cNvGraphicFramePr>
          <p:nvPr>
            <p:ph idx="1"/>
          </p:nvPr>
        </p:nvGraphicFramePr>
        <p:xfrm>
          <a:off x="838200" y="1825625"/>
          <a:ext cx="10515600" cy="2026920"/>
        </p:xfrm>
        <a:graphic>
          <a:graphicData uri="http://schemas.openxmlformats.org/drawingml/2006/table">
            <a:tbl>
              <a:tblPr firstRow="1" bandRow="1">
                <a:tableStyleId>{93296810-A885-4BE3-A3E7-6D5BEEA58F35}</a:tableStyleId>
              </a:tblPr>
              <a:tblGrid>
                <a:gridCol w="2103120">
                  <a:extLst>
                    <a:ext uri="{9D8B030D-6E8A-4147-A177-3AD203B41FA5}">
                      <a16:colId xmlns:a16="http://schemas.microsoft.com/office/drawing/2014/main" val="4129746229"/>
                    </a:ext>
                  </a:extLst>
                </a:gridCol>
                <a:gridCol w="2103120">
                  <a:extLst>
                    <a:ext uri="{9D8B030D-6E8A-4147-A177-3AD203B41FA5}">
                      <a16:colId xmlns:a16="http://schemas.microsoft.com/office/drawing/2014/main" val="3232465151"/>
                    </a:ext>
                  </a:extLst>
                </a:gridCol>
                <a:gridCol w="2103120">
                  <a:extLst>
                    <a:ext uri="{9D8B030D-6E8A-4147-A177-3AD203B41FA5}">
                      <a16:colId xmlns:a16="http://schemas.microsoft.com/office/drawing/2014/main" val="2339721542"/>
                    </a:ext>
                  </a:extLst>
                </a:gridCol>
                <a:gridCol w="2103120">
                  <a:extLst>
                    <a:ext uri="{9D8B030D-6E8A-4147-A177-3AD203B41FA5}">
                      <a16:colId xmlns:a16="http://schemas.microsoft.com/office/drawing/2014/main" val="3625255784"/>
                    </a:ext>
                  </a:extLst>
                </a:gridCol>
                <a:gridCol w="2103120">
                  <a:extLst>
                    <a:ext uri="{9D8B030D-6E8A-4147-A177-3AD203B41FA5}">
                      <a16:colId xmlns:a16="http://schemas.microsoft.com/office/drawing/2014/main" val="3199858763"/>
                    </a:ext>
                  </a:extLst>
                </a:gridCol>
              </a:tblGrid>
              <a:tr h="370840">
                <a:tc>
                  <a:txBody>
                    <a:bodyPr/>
                    <a:lstStyle/>
                    <a:p>
                      <a:r>
                        <a:rPr lang="en-US" dirty="0"/>
                        <a:t>Year </a:t>
                      </a:r>
                    </a:p>
                  </a:txBody>
                  <a:tcPr/>
                </a:tc>
                <a:tc>
                  <a:txBody>
                    <a:bodyPr/>
                    <a:lstStyle/>
                    <a:p>
                      <a:r>
                        <a:rPr lang="en-US" dirty="0"/>
                        <a:t>Profitability </a:t>
                      </a:r>
                    </a:p>
                  </a:txBody>
                  <a:tcPr/>
                </a:tc>
                <a:tc>
                  <a:txBody>
                    <a:bodyPr/>
                    <a:lstStyle/>
                    <a:p>
                      <a:r>
                        <a:rPr lang="en-US" dirty="0"/>
                        <a:t>Leverage, Liquidity and Source of Funding</a:t>
                      </a:r>
                    </a:p>
                  </a:txBody>
                  <a:tcPr/>
                </a:tc>
                <a:tc>
                  <a:txBody>
                    <a:bodyPr/>
                    <a:lstStyle/>
                    <a:p>
                      <a:r>
                        <a:rPr lang="en-US" dirty="0"/>
                        <a:t>Operating Efficiency</a:t>
                      </a:r>
                    </a:p>
                  </a:txBody>
                  <a:tcPr/>
                </a:tc>
                <a:tc>
                  <a:txBody>
                    <a:bodyPr/>
                    <a:lstStyle/>
                    <a:p>
                      <a:r>
                        <a:rPr lang="en-US" dirty="0"/>
                        <a:t>Total F score </a:t>
                      </a:r>
                    </a:p>
                  </a:txBody>
                  <a:tcPr/>
                </a:tc>
                <a:extLst>
                  <a:ext uri="{0D108BD9-81ED-4DB2-BD59-A6C34878D82A}">
                    <a16:rowId xmlns:a16="http://schemas.microsoft.com/office/drawing/2014/main" val="2481238912"/>
                  </a:ext>
                </a:extLst>
              </a:tr>
              <a:tr h="370840">
                <a:tc>
                  <a:txBody>
                    <a:bodyPr/>
                    <a:lstStyle/>
                    <a:p>
                      <a:r>
                        <a:rPr lang="en-US" b="1" dirty="0"/>
                        <a:t>2025</a:t>
                      </a:r>
                    </a:p>
                  </a:txBody>
                  <a:tcPr/>
                </a:tc>
                <a:tc>
                  <a:txBody>
                    <a:bodyPr/>
                    <a:lstStyle/>
                    <a:p>
                      <a:r>
                        <a:rPr lang="en-US" dirty="0"/>
                        <a:t>3</a:t>
                      </a:r>
                    </a:p>
                  </a:txBody>
                  <a:tcPr/>
                </a:tc>
                <a:tc>
                  <a:txBody>
                    <a:bodyPr/>
                    <a:lstStyle/>
                    <a:p>
                      <a:r>
                        <a:rPr lang="en-US" dirty="0"/>
                        <a:t>0</a:t>
                      </a:r>
                    </a:p>
                  </a:txBody>
                  <a:tcPr/>
                </a:tc>
                <a:tc>
                  <a:txBody>
                    <a:bodyPr/>
                    <a:lstStyle/>
                    <a:p>
                      <a:r>
                        <a:rPr lang="en-US" dirty="0"/>
                        <a:t>0</a:t>
                      </a:r>
                    </a:p>
                  </a:txBody>
                  <a:tcPr/>
                </a:tc>
                <a:tc>
                  <a:txBody>
                    <a:bodyPr/>
                    <a:lstStyle/>
                    <a:p>
                      <a:r>
                        <a:rPr lang="en-US" dirty="0"/>
                        <a:t>3</a:t>
                      </a:r>
                    </a:p>
                  </a:txBody>
                  <a:tcPr/>
                </a:tc>
                <a:extLst>
                  <a:ext uri="{0D108BD9-81ED-4DB2-BD59-A6C34878D82A}">
                    <a16:rowId xmlns:a16="http://schemas.microsoft.com/office/drawing/2014/main" val="310138183"/>
                  </a:ext>
                </a:extLst>
              </a:tr>
              <a:tr h="370840">
                <a:tc>
                  <a:txBody>
                    <a:bodyPr/>
                    <a:lstStyle/>
                    <a:p>
                      <a:r>
                        <a:rPr lang="en-US" b="1" dirty="0"/>
                        <a:t>2024</a:t>
                      </a:r>
                    </a:p>
                  </a:txBody>
                  <a:tcPr/>
                </a:tc>
                <a:tc>
                  <a:txBody>
                    <a:bodyPr/>
                    <a:lstStyle/>
                    <a:p>
                      <a:r>
                        <a:rPr lang="en-US" b="1" dirty="0"/>
                        <a:t>4</a:t>
                      </a:r>
                    </a:p>
                  </a:txBody>
                  <a:tcPr/>
                </a:tc>
                <a:tc>
                  <a:txBody>
                    <a:bodyPr/>
                    <a:lstStyle/>
                    <a:p>
                      <a:r>
                        <a:rPr lang="en-US" b="1" dirty="0"/>
                        <a:t>2</a:t>
                      </a:r>
                    </a:p>
                  </a:txBody>
                  <a:tcPr/>
                </a:tc>
                <a:tc>
                  <a:txBody>
                    <a:bodyPr/>
                    <a:lstStyle/>
                    <a:p>
                      <a:r>
                        <a:rPr lang="en-US" dirty="0"/>
                        <a:t>1</a:t>
                      </a:r>
                    </a:p>
                  </a:txBody>
                  <a:tcPr/>
                </a:tc>
                <a:tc>
                  <a:txBody>
                    <a:bodyPr/>
                    <a:lstStyle/>
                    <a:p>
                      <a:r>
                        <a:rPr lang="en-US" b="1" dirty="0"/>
                        <a:t>7</a:t>
                      </a:r>
                    </a:p>
                  </a:txBody>
                  <a:tcPr/>
                </a:tc>
                <a:extLst>
                  <a:ext uri="{0D108BD9-81ED-4DB2-BD59-A6C34878D82A}">
                    <a16:rowId xmlns:a16="http://schemas.microsoft.com/office/drawing/2014/main" val="1863137880"/>
                  </a:ext>
                </a:extLst>
              </a:tr>
              <a:tr h="370840">
                <a:tc>
                  <a:txBody>
                    <a:bodyPr/>
                    <a:lstStyle/>
                    <a:p>
                      <a:r>
                        <a:rPr lang="en-US" b="1" dirty="0"/>
                        <a:t>2023</a:t>
                      </a:r>
                    </a:p>
                  </a:txBody>
                  <a:tcPr/>
                </a:tc>
                <a:tc>
                  <a:txBody>
                    <a:bodyPr/>
                    <a:lstStyle/>
                    <a:p>
                      <a:r>
                        <a:rPr lang="en-US" dirty="0"/>
                        <a:t>3</a:t>
                      </a:r>
                    </a:p>
                  </a:txBody>
                  <a:tcPr/>
                </a:tc>
                <a:tc>
                  <a:txBody>
                    <a:bodyPr/>
                    <a:lstStyle/>
                    <a:p>
                      <a:r>
                        <a:rPr lang="en-US" dirty="0"/>
                        <a:t>1</a:t>
                      </a:r>
                    </a:p>
                  </a:txBody>
                  <a:tcPr/>
                </a:tc>
                <a:tc>
                  <a:txBody>
                    <a:bodyPr/>
                    <a:lstStyle/>
                    <a:p>
                      <a:r>
                        <a:rPr lang="en-US" b="1" dirty="0"/>
                        <a:t>2</a:t>
                      </a:r>
                    </a:p>
                  </a:txBody>
                  <a:tcPr/>
                </a:tc>
                <a:tc>
                  <a:txBody>
                    <a:bodyPr/>
                    <a:lstStyle/>
                    <a:p>
                      <a:r>
                        <a:rPr lang="en-US" dirty="0"/>
                        <a:t>6</a:t>
                      </a:r>
                    </a:p>
                  </a:txBody>
                  <a:tcPr/>
                </a:tc>
                <a:extLst>
                  <a:ext uri="{0D108BD9-81ED-4DB2-BD59-A6C34878D82A}">
                    <a16:rowId xmlns:a16="http://schemas.microsoft.com/office/drawing/2014/main" val="1284582527"/>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72DB7DF3-DFCE-6148-BD76-801DD9ACC549}"/>
                  </a:ext>
                </a:extLst>
              </p14:cNvPr>
              <p14:cNvContentPartPr/>
              <p14:nvPr/>
            </p14:nvContentPartPr>
            <p14:xfrm>
              <a:off x="4926600" y="2200320"/>
              <a:ext cx="6823440" cy="3130560"/>
            </p14:xfrm>
          </p:contentPart>
        </mc:Choice>
        <mc:Fallback xmlns="">
          <p:pic>
            <p:nvPicPr>
              <p:cNvPr id="3" name="Ink 2">
                <a:extLst>
                  <a:ext uri="{FF2B5EF4-FFF2-40B4-BE49-F238E27FC236}">
                    <a16:creationId xmlns:a16="http://schemas.microsoft.com/office/drawing/2014/main" id="{72DB7DF3-DFCE-6148-BD76-801DD9ACC549}"/>
                  </a:ext>
                </a:extLst>
              </p:cNvPr>
              <p:cNvPicPr/>
              <p:nvPr/>
            </p:nvPicPr>
            <p:blipFill>
              <a:blip r:embed="rId3"/>
              <a:stretch>
                <a:fillRect/>
              </a:stretch>
            </p:blipFill>
            <p:spPr>
              <a:xfrm>
                <a:off x="4917240" y="2190960"/>
                <a:ext cx="6842160" cy="3149280"/>
              </a:xfrm>
              <a:prstGeom prst="rect">
                <a:avLst/>
              </a:prstGeom>
            </p:spPr>
          </p:pic>
        </mc:Fallback>
      </mc:AlternateContent>
    </p:spTree>
    <p:extLst>
      <p:ext uri="{BB962C8B-B14F-4D97-AF65-F5344CB8AC3E}">
        <p14:creationId xmlns:p14="http://schemas.microsoft.com/office/powerpoint/2010/main" val="1678195394"/>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60152-55A4-90E2-4AE3-AE36BDAF62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AE41A4-BCD0-2E46-D1BD-22497A123266}"/>
              </a:ext>
            </a:extLst>
          </p:cNvPr>
          <p:cNvSpPr>
            <a:spLocks noGrp="1"/>
          </p:cNvSpPr>
          <p:nvPr>
            <p:ph type="title"/>
          </p:nvPr>
        </p:nvSpPr>
        <p:spPr>
          <a:xfrm>
            <a:off x="694508" y="247559"/>
            <a:ext cx="10515600" cy="1325563"/>
          </a:xfrm>
        </p:spPr>
        <p:txBody>
          <a:bodyPr/>
          <a:lstStyle/>
          <a:p>
            <a:r>
              <a:rPr lang="en-US" b="1" dirty="0" err="1"/>
              <a:t>Beneish</a:t>
            </a:r>
            <a:r>
              <a:rPr lang="en-US" b="1" dirty="0"/>
              <a:t> M Score  </a:t>
            </a:r>
            <a:r>
              <a:rPr lang="en-US" b="1" u="sng" dirty="0"/>
              <a:t>UTCL</a:t>
            </a:r>
            <a:r>
              <a:rPr lang="en-US" b="1" dirty="0"/>
              <a:t> -2025</a:t>
            </a:r>
            <a:endParaRPr lang="en-IN" b="1" dirty="0"/>
          </a:p>
        </p:txBody>
      </p:sp>
      <p:sp>
        <p:nvSpPr>
          <p:cNvPr id="3" name="Content Placeholder 2">
            <a:extLst>
              <a:ext uri="{FF2B5EF4-FFF2-40B4-BE49-F238E27FC236}">
                <a16:creationId xmlns:a16="http://schemas.microsoft.com/office/drawing/2014/main" id="{6F472692-185B-40DA-C62D-9E4E4CF21186}"/>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079255268"/>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3844A-9517-9FE2-599B-655E307B6A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8DC6EF-97F9-2141-C787-2199E023BFCA}"/>
              </a:ext>
            </a:extLst>
          </p:cNvPr>
          <p:cNvSpPr>
            <a:spLocks noGrp="1"/>
          </p:cNvSpPr>
          <p:nvPr>
            <p:ph type="title"/>
          </p:nvPr>
        </p:nvSpPr>
        <p:spPr/>
        <p:txBody>
          <a:bodyPr/>
          <a:lstStyle/>
          <a:p>
            <a:pPr algn="ctr"/>
            <a:r>
              <a:rPr lang="en-US" b="1" dirty="0"/>
              <a:t>M Score</a:t>
            </a:r>
            <a:endParaRPr lang="en-IN" b="1" dirty="0"/>
          </a:p>
        </p:txBody>
      </p:sp>
      <p:sp>
        <p:nvSpPr>
          <p:cNvPr id="3" name="Content Placeholder 2">
            <a:extLst>
              <a:ext uri="{FF2B5EF4-FFF2-40B4-BE49-F238E27FC236}">
                <a16:creationId xmlns:a16="http://schemas.microsoft.com/office/drawing/2014/main" id="{55673FB0-7AA3-6C66-95FD-65DD5CFEB4DE}"/>
              </a:ext>
            </a:extLst>
          </p:cNvPr>
          <p:cNvSpPr>
            <a:spLocks noGrp="1"/>
          </p:cNvSpPr>
          <p:nvPr>
            <p:ph idx="1"/>
          </p:nvPr>
        </p:nvSpPr>
        <p:spPr/>
        <p:txBody>
          <a:bodyPr>
            <a:normAutofit fontScale="92500"/>
          </a:bodyPr>
          <a:lstStyle/>
          <a:p>
            <a:pPr marL="0" indent="0">
              <a:buNone/>
            </a:pPr>
            <a:r>
              <a:rPr lang="en-US" dirty="0"/>
              <a:t> = -4.840</a:t>
            </a:r>
          </a:p>
          <a:p>
            <a:pPr marL="0" indent="0">
              <a:buNone/>
            </a:pPr>
            <a:r>
              <a:rPr lang="en-US" dirty="0"/>
              <a:t>+ 0.920 ( DSRI)</a:t>
            </a:r>
          </a:p>
          <a:p>
            <a:pPr marL="0" indent="0">
              <a:buNone/>
            </a:pPr>
            <a:r>
              <a:rPr lang="en-US" dirty="0"/>
              <a:t>+0.528 (GMI)</a:t>
            </a:r>
          </a:p>
          <a:p>
            <a:pPr marL="0" indent="0">
              <a:buNone/>
            </a:pPr>
            <a:r>
              <a:rPr lang="en-US" dirty="0"/>
              <a:t>+0.404 (AQ)                 </a:t>
            </a:r>
            <a:r>
              <a:rPr lang="en-US" b="1" dirty="0"/>
              <a:t>if M score &gt;  (-1.78) , then the firm is manipulating </a:t>
            </a:r>
          </a:p>
          <a:p>
            <a:pPr marL="0" indent="0">
              <a:buNone/>
            </a:pPr>
            <a:r>
              <a:rPr lang="en-US" dirty="0"/>
              <a:t>+0.892 (SGI)</a:t>
            </a:r>
          </a:p>
          <a:p>
            <a:pPr marL="0" indent="0">
              <a:buNone/>
            </a:pPr>
            <a:r>
              <a:rPr lang="en-US" dirty="0"/>
              <a:t>+0.115 (DEPI)</a:t>
            </a:r>
          </a:p>
          <a:p>
            <a:pPr marL="0" indent="0">
              <a:buNone/>
            </a:pPr>
            <a:r>
              <a:rPr lang="en-US" dirty="0"/>
              <a:t>-0.172 (SGAI)</a:t>
            </a:r>
          </a:p>
          <a:p>
            <a:pPr marL="0" indent="0">
              <a:buNone/>
            </a:pPr>
            <a:r>
              <a:rPr lang="en-US" dirty="0"/>
              <a:t>-0.327 (LVGI)</a:t>
            </a:r>
          </a:p>
          <a:p>
            <a:pPr marL="0" indent="0">
              <a:buNone/>
            </a:pPr>
            <a:r>
              <a:rPr lang="en-US" dirty="0"/>
              <a:t>+4.697 ( TATA)</a:t>
            </a:r>
            <a:endParaRPr lang="en-IN" dirty="0"/>
          </a:p>
        </p:txBody>
      </p:sp>
    </p:spTree>
    <p:extLst>
      <p:ext uri="{BB962C8B-B14F-4D97-AF65-F5344CB8AC3E}">
        <p14:creationId xmlns:p14="http://schemas.microsoft.com/office/powerpoint/2010/main" val="1346013848"/>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5D898-F09E-6AA6-3531-A5C8483FE6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134B1D-23CF-208F-7867-7F0166F489E7}"/>
              </a:ext>
            </a:extLst>
          </p:cNvPr>
          <p:cNvSpPr>
            <a:spLocks noGrp="1"/>
          </p:cNvSpPr>
          <p:nvPr>
            <p:ph type="title"/>
          </p:nvPr>
        </p:nvSpPr>
        <p:spPr/>
        <p:txBody>
          <a:bodyPr/>
          <a:lstStyle/>
          <a:p>
            <a:pPr algn="ctr"/>
            <a:r>
              <a:rPr lang="en-US" b="1" dirty="0"/>
              <a:t>1.What is the DSRI for </a:t>
            </a:r>
            <a:r>
              <a:rPr lang="en-US" b="1" u="sng" dirty="0"/>
              <a:t>UTCL in 2025</a:t>
            </a:r>
            <a:r>
              <a:rPr lang="en-US" b="1" dirty="0"/>
              <a:t>?</a:t>
            </a:r>
            <a:endParaRPr lang="en-IN" b="1" dirty="0"/>
          </a:p>
        </p:txBody>
      </p:sp>
      <p:sp>
        <p:nvSpPr>
          <p:cNvPr id="3" name="Content Placeholder 2">
            <a:extLst>
              <a:ext uri="{FF2B5EF4-FFF2-40B4-BE49-F238E27FC236}">
                <a16:creationId xmlns:a16="http://schemas.microsoft.com/office/drawing/2014/main" id="{7C8D390A-57B4-58B8-F127-EF9EFBE76081}"/>
              </a:ext>
            </a:extLst>
          </p:cNvPr>
          <p:cNvSpPr>
            <a:spLocks noGrp="1"/>
          </p:cNvSpPr>
          <p:nvPr>
            <p:ph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Net Receivable t / Sales t) /  ( Net Receivable t-1 / Sales t-1)</a:t>
            </a:r>
            <a:endPar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r>
              <a:rPr lang="en-IN" dirty="0"/>
              <a:t> = ( 5890  /  74936  )            /           (4278 /  69810)</a:t>
            </a:r>
          </a:p>
          <a:p>
            <a:pPr marL="0" indent="0">
              <a:buNone/>
            </a:pPr>
            <a:endParaRPr lang="en-IN" dirty="0"/>
          </a:p>
          <a:p>
            <a:pPr marL="0" indent="0">
              <a:buNone/>
            </a:pPr>
            <a:r>
              <a:rPr lang="en-IN" dirty="0"/>
              <a:t>=  (0.0786) / (0.0613) </a:t>
            </a:r>
          </a:p>
          <a:p>
            <a:pPr marL="0" indent="0">
              <a:buNone/>
            </a:pPr>
            <a:endParaRPr lang="en-IN" dirty="0"/>
          </a:p>
          <a:p>
            <a:pPr marL="0" indent="0">
              <a:buNone/>
            </a:pPr>
            <a:r>
              <a:rPr lang="en-IN" b="1" dirty="0"/>
              <a:t>= 1.2822</a:t>
            </a:r>
          </a:p>
          <a:p>
            <a:pPr marL="0" indent="0">
              <a:buNone/>
            </a:pPr>
            <a:endParaRPr lang="en-IN" dirty="0"/>
          </a:p>
          <a:p>
            <a:pPr marL="0" indent="0">
              <a:buNone/>
            </a:pPr>
            <a:r>
              <a:rPr lang="en-IN" dirty="0"/>
              <a:t>Weighted DSRI = 0.920 * 1.2822= </a:t>
            </a:r>
            <a:r>
              <a:rPr lang="en-IN" b="1" dirty="0"/>
              <a:t>1.18</a:t>
            </a:r>
          </a:p>
        </p:txBody>
      </p:sp>
    </p:spTree>
    <p:extLst>
      <p:ext uri="{BB962C8B-B14F-4D97-AF65-F5344CB8AC3E}">
        <p14:creationId xmlns:p14="http://schemas.microsoft.com/office/powerpoint/2010/main" val="1089697281"/>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59229-DFED-2CC0-93FF-E2E594E6E8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7361E9-BDD6-7C69-9A34-3157E896C204}"/>
              </a:ext>
            </a:extLst>
          </p:cNvPr>
          <p:cNvSpPr>
            <a:spLocks noGrp="1"/>
          </p:cNvSpPr>
          <p:nvPr>
            <p:ph type="title"/>
          </p:nvPr>
        </p:nvSpPr>
        <p:spPr/>
        <p:txBody>
          <a:bodyPr/>
          <a:lstStyle/>
          <a:p>
            <a:pPr algn="ctr"/>
            <a:r>
              <a:rPr lang="en-US" b="1" dirty="0"/>
              <a:t>2. What is the GMI for </a:t>
            </a:r>
            <a:r>
              <a:rPr lang="en-US" b="1" u="sng" dirty="0"/>
              <a:t>UTCL in 2025</a:t>
            </a:r>
            <a:r>
              <a:rPr lang="en-US" b="1" dirty="0"/>
              <a:t>? </a:t>
            </a:r>
            <a:endParaRPr lang="en-IN" b="1" dirty="0"/>
          </a:p>
        </p:txBody>
      </p:sp>
      <p:sp>
        <p:nvSpPr>
          <p:cNvPr id="3" name="Content Placeholder 2">
            <a:extLst>
              <a:ext uri="{FF2B5EF4-FFF2-40B4-BE49-F238E27FC236}">
                <a16:creationId xmlns:a16="http://schemas.microsoft.com/office/drawing/2014/main" id="{02538473-0371-798A-BEB6-FA02DA02A36A}"/>
              </a:ext>
            </a:extLst>
          </p:cNvPr>
          <p:cNvSpPr>
            <a:spLocks noGrp="1"/>
          </p:cNvSpPr>
          <p:nvPr>
            <p:ph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Sales t-1  - COGS t-1 / Sales t-1)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Sales t  - COGS t / Sales 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[( 69810 -18086 )/ 69810] / [ ( </a:t>
            </a:r>
            <a:r>
              <a:rPr lang="en-US" dirty="0">
                <a:solidFill>
                  <a:prstClr val="black"/>
                </a:solidFill>
                <a:latin typeface="Calibri" panose="020F0502020204030204"/>
              </a:rPr>
              <a:t>74936</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dirty="0">
                <a:solidFill>
                  <a:prstClr val="black"/>
                </a:solidFill>
                <a:latin typeface="Calibri" panose="020F0502020204030204"/>
              </a:rPr>
              <a:t>21324</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r>
              <a:rPr lang="en-US" dirty="0">
                <a:solidFill>
                  <a:prstClr val="black"/>
                </a:solidFill>
                <a:latin typeface="Calibri" panose="020F0502020204030204"/>
              </a:rPr>
              <a:t> 74936</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0.7409/ 0.7154  =  </a:t>
            </a:r>
            <a:r>
              <a:rPr lang="en-US" b="1" dirty="0">
                <a:solidFill>
                  <a:prstClr val="black"/>
                </a:solidFill>
                <a:latin typeface="Calibri" panose="020F0502020204030204"/>
              </a:rPr>
              <a:t>1.0356</a:t>
            </a:r>
            <a:endPar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b="1" dirty="0">
                <a:solidFill>
                  <a:prstClr val="black"/>
                </a:solidFill>
                <a:latin typeface="Calibri" panose="020F0502020204030204"/>
              </a:rPr>
              <a:t> Weighted GMI  = 0.528* 1.0356 = 0.55</a:t>
            </a:r>
            <a:endParaRPr kumimoji="0" lang="en-IN" sz="2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IN" dirty="0"/>
          </a:p>
        </p:txBody>
      </p:sp>
    </p:spTree>
    <p:extLst>
      <p:ext uri="{BB962C8B-B14F-4D97-AF65-F5344CB8AC3E}">
        <p14:creationId xmlns:p14="http://schemas.microsoft.com/office/powerpoint/2010/main" val="2126364998"/>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09BA3-49AD-2998-4C74-0220730FA3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5AC6E7-AA22-5E83-90CB-181B6BB1AE89}"/>
              </a:ext>
            </a:extLst>
          </p:cNvPr>
          <p:cNvSpPr>
            <a:spLocks noGrp="1"/>
          </p:cNvSpPr>
          <p:nvPr>
            <p:ph type="title"/>
          </p:nvPr>
        </p:nvSpPr>
        <p:spPr/>
        <p:txBody>
          <a:bodyPr/>
          <a:lstStyle/>
          <a:p>
            <a:pPr algn="ctr"/>
            <a:r>
              <a:rPr lang="en-US" b="1" dirty="0"/>
              <a:t>3. What is the AQI for </a:t>
            </a:r>
            <a:r>
              <a:rPr lang="en-US" b="1" u="sng" dirty="0"/>
              <a:t>UTCL in 2025</a:t>
            </a:r>
            <a:r>
              <a:rPr lang="en-US" b="1" dirty="0"/>
              <a:t> ?</a:t>
            </a:r>
            <a:br>
              <a:rPr lang="en-US" b="1" dirty="0"/>
            </a:br>
            <a:r>
              <a:rPr lang="en-US" b="1" dirty="0"/>
              <a:t>(PPE= Tangible assets + Capital WIP)</a:t>
            </a:r>
            <a:endParaRPr lang="en-IN" b="1" dirty="0"/>
          </a:p>
        </p:txBody>
      </p:sp>
      <p:sp>
        <p:nvSpPr>
          <p:cNvPr id="3" name="Content Placeholder 2">
            <a:extLst>
              <a:ext uri="{FF2B5EF4-FFF2-40B4-BE49-F238E27FC236}">
                <a16:creationId xmlns:a16="http://schemas.microsoft.com/office/drawing/2014/main" id="{5DC3EAC1-0411-0E72-FCC2-B221428AFD14}"/>
              </a:ext>
            </a:extLst>
          </p:cNvPr>
          <p:cNvSpPr>
            <a:spLocks noGrp="1"/>
          </p:cNvSpPr>
          <p:nvPr>
            <p:ph idx="1"/>
          </p:nvPr>
        </p:nvSpPr>
        <p:spPr/>
        <p:txBody>
          <a:bodyPr>
            <a:normAutofit fontScale="92500"/>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 ({ CA t +PPE t+ Securities t}/ TA 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 ({ CA t-1 +PPE t-1+ Securities t-1}/ TA t-1)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 ({ 23737 + 76851 + </a:t>
            </a:r>
            <a:r>
              <a:rPr lang="en-US" dirty="0">
                <a:solidFill>
                  <a:prstClr val="black"/>
                </a:solidFill>
                <a:latin typeface="Calibri" panose="020F0502020204030204"/>
              </a:rPr>
              <a:t>6188</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lang="en-US" dirty="0">
                <a:solidFill>
                  <a:prstClr val="black"/>
                </a:solidFill>
                <a:latin typeface="Calibri" panose="020F0502020204030204"/>
              </a:rPr>
              <a:t>2297</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lang="en-US" dirty="0">
                <a:solidFill>
                  <a:prstClr val="black"/>
                </a:solidFill>
                <a:latin typeface="Calibri" panose="020F0502020204030204"/>
              </a:rPr>
              <a:t>133697</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1- ({ </a:t>
            </a:r>
            <a:r>
              <a:rPr lang="en-US" dirty="0">
                <a:solidFill>
                  <a:prstClr val="black"/>
                </a:solidFill>
                <a:latin typeface="Calibri" panose="020F0502020204030204"/>
              </a:rPr>
              <a:t>23158</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lang="en-US" dirty="0">
                <a:solidFill>
                  <a:prstClr val="black"/>
                </a:solidFill>
                <a:latin typeface="Calibri" panose="020F0502020204030204"/>
              </a:rPr>
              <a:t>51042</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+6783 + 2764}/  100802)          = 0.1842 / 0.1692  = 1.0</a:t>
            </a:r>
            <a:r>
              <a:rPr lang="en-US" b="1" dirty="0">
                <a:solidFill>
                  <a:prstClr val="black"/>
                </a:solidFill>
                <a:latin typeface="Calibri" panose="020F0502020204030204"/>
              </a:rPr>
              <a:t>887</a:t>
            </a:r>
            <a:endPar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b="1"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Weighted AQ = 0.404* </a:t>
            </a:r>
            <a:r>
              <a:rPr lang="en-US" b="1" dirty="0">
                <a:solidFill>
                  <a:prstClr val="black"/>
                </a:solidFill>
                <a:latin typeface="Calibri" panose="020F0502020204030204"/>
              </a:rPr>
              <a:t>0.8845</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 = 0.44</a:t>
            </a:r>
            <a:endParaRPr lang="en-IN" dirty="0"/>
          </a:p>
        </p:txBody>
      </p:sp>
    </p:spTree>
    <p:extLst>
      <p:ext uri="{BB962C8B-B14F-4D97-AF65-F5344CB8AC3E}">
        <p14:creationId xmlns:p14="http://schemas.microsoft.com/office/powerpoint/2010/main" val="3995561238"/>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C7469-2258-2955-4754-2C1B6BE0F0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197AE6-440C-6BBD-3DAB-A0577FC8DB39}"/>
              </a:ext>
            </a:extLst>
          </p:cNvPr>
          <p:cNvSpPr>
            <a:spLocks noGrp="1"/>
          </p:cNvSpPr>
          <p:nvPr>
            <p:ph type="title"/>
          </p:nvPr>
        </p:nvSpPr>
        <p:spPr/>
        <p:txBody>
          <a:bodyPr/>
          <a:lstStyle/>
          <a:p>
            <a:pPr algn="ctr"/>
            <a:r>
              <a:rPr lang="en-US" b="1" dirty="0"/>
              <a:t>4. What is Sales Growth Index ( SGI) for </a:t>
            </a:r>
            <a:r>
              <a:rPr lang="en-US" b="1" u="sng" dirty="0"/>
              <a:t>UTCL in 2025</a:t>
            </a:r>
            <a:r>
              <a:rPr lang="en-US" b="1" dirty="0"/>
              <a:t>?</a:t>
            </a:r>
            <a:endParaRPr lang="en-IN" b="1" dirty="0"/>
          </a:p>
        </p:txBody>
      </p:sp>
      <p:sp>
        <p:nvSpPr>
          <p:cNvPr id="3" name="Content Placeholder 2">
            <a:extLst>
              <a:ext uri="{FF2B5EF4-FFF2-40B4-BE49-F238E27FC236}">
                <a16:creationId xmlns:a16="http://schemas.microsoft.com/office/drawing/2014/main" id="{3D914670-5190-25D4-83F6-2F3507B4E0E3}"/>
              </a:ext>
            </a:extLst>
          </p:cNvPr>
          <p:cNvSpPr>
            <a:spLocks noGrp="1"/>
          </p:cNvSpPr>
          <p:nvPr>
            <p:ph idx="1"/>
          </p:nvPr>
        </p:nvSpPr>
        <p:spPr/>
        <p:txBody>
          <a:bodyPr/>
          <a:lstStyle/>
          <a:p>
            <a:pPr marL="0" indent="0">
              <a:buNone/>
            </a:pPr>
            <a:r>
              <a:rPr lang="en-US" dirty="0"/>
              <a:t>= Sales t  /  Sales t-1</a:t>
            </a:r>
          </a:p>
          <a:p>
            <a:pPr marL="0" indent="0">
              <a:buNone/>
            </a:pPr>
            <a:endParaRPr lang="en-US" dirty="0"/>
          </a:p>
          <a:p>
            <a:pPr marL="0" indent="0">
              <a:buNone/>
            </a:pPr>
            <a:r>
              <a:rPr lang="en-US" dirty="0"/>
              <a:t>=  74936 /  69810  = 1.0734</a:t>
            </a:r>
          </a:p>
          <a:p>
            <a:pPr marL="0" indent="0">
              <a:buNone/>
            </a:pPr>
            <a:endParaRPr lang="en-US" dirty="0"/>
          </a:p>
          <a:p>
            <a:pPr marL="0" indent="0">
              <a:buNone/>
            </a:pPr>
            <a:r>
              <a:rPr lang="en-US" b="1" dirty="0"/>
              <a:t>Weighted SGI </a:t>
            </a:r>
            <a:r>
              <a:rPr lang="en-US" dirty="0"/>
              <a:t>= 0.892* 1.0734</a:t>
            </a:r>
          </a:p>
          <a:p>
            <a:pPr marL="0" indent="0">
              <a:buNone/>
            </a:pPr>
            <a:r>
              <a:rPr lang="en-US" dirty="0"/>
              <a:t>                         = </a:t>
            </a:r>
            <a:r>
              <a:rPr lang="en-US" b="1" dirty="0"/>
              <a:t>0.96</a:t>
            </a:r>
            <a:endParaRPr lang="en-IN" b="1" dirty="0"/>
          </a:p>
        </p:txBody>
      </p:sp>
    </p:spTree>
    <p:extLst>
      <p:ext uri="{BB962C8B-B14F-4D97-AF65-F5344CB8AC3E}">
        <p14:creationId xmlns:p14="http://schemas.microsoft.com/office/powerpoint/2010/main" val="24179942"/>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E5BF6-BBFF-9A22-AF3B-2868E77097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A3879B-C433-B705-2CA8-EC2AAB72A6C8}"/>
              </a:ext>
            </a:extLst>
          </p:cNvPr>
          <p:cNvSpPr>
            <a:spLocks noGrp="1"/>
          </p:cNvSpPr>
          <p:nvPr>
            <p:ph type="title"/>
          </p:nvPr>
        </p:nvSpPr>
        <p:spPr/>
        <p:txBody>
          <a:bodyPr>
            <a:normAutofit fontScale="90000"/>
          </a:bodyPr>
          <a:lstStyle/>
          <a:p>
            <a:pPr algn="ctr"/>
            <a:r>
              <a:rPr lang="en-US" b="1" dirty="0"/>
              <a:t>5. What is the Depreciation Index ( DEPI) for </a:t>
            </a:r>
            <a:r>
              <a:rPr lang="en-US" b="1" u="sng" dirty="0"/>
              <a:t>UTCL in 2025 </a:t>
            </a:r>
            <a:r>
              <a:rPr lang="en-US" b="1" dirty="0"/>
              <a:t>?( PPE here = </a:t>
            </a:r>
            <a:r>
              <a:rPr lang="en-US" b="1" dirty="0" err="1"/>
              <a:t>Tang.assets</a:t>
            </a:r>
            <a:r>
              <a:rPr lang="en-US" b="1" dirty="0"/>
              <a:t> + </a:t>
            </a:r>
            <a:r>
              <a:rPr lang="en-US" b="1" dirty="0" err="1"/>
              <a:t>Intang.assets</a:t>
            </a:r>
            <a:r>
              <a:rPr lang="en-US" b="1" dirty="0"/>
              <a:t>)</a:t>
            </a:r>
            <a:endParaRPr lang="en-IN" b="1" dirty="0"/>
          </a:p>
        </p:txBody>
      </p:sp>
      <p:sp>
        <p:nvSpPr>
          <p:cNvPr id="3" name="Content Placeholder 2">
            <a:extLst>
              <a:ext uri="{FF2B5EF4-FFF2-40B4-BE49-F238E27FC236}">
                <a16:creationId xmlns:a16="http://schemas.microsoft.com/office/drawing/2014/main" id="{83744589-8CF3-1070-189D-5DD80808AAA0}"/>
              </a:ext>
            </a:extLst>
          </p:cNvPr>
          <p:cNvSpPr>
            <a:spLocks noGrp="1"/>
          </p:cNvSpPr>
          <p:nvPr>
            <p:ph idx="1"/>
          </p:nvPr>
        </p:nvSpPr>
        <p:spPr/>
        <p:txBody>
          <a:bodyPr/>
          <a:lstStyle/>
          <a:p>
            <a:pPr marL="0" indent="0">
              <a:buNone/>
            </a:pPr>
            <a:r>
              <a:rPr lang="en-US" dirty="0"/>
              <a:t> ( Dep t-1 / {PPE t-1 +Dep t-1})</a:t>
            </a:r>
          </a:p>
          <a:p>
            <a:pPr marL="0" indent="0">
              <a:buNone/>
            </a:pPr>
            <a:r>
              <a:rPr lang="en-US" dirty="0"/>
              <a:t>                    /</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Dep t / {PPE t +Dep t})</a:t>
            </a:r>
          </a:p>
          <a:p>
            <a:pPr marL="0" indent="0">
              <a:buNone/>
            </a:pPr>
            <a:endParaRPr lang="en-US" dirty="0">
              <a:solidFill>
                <a:prstClr val="black"/>
              </a:solidFill>
              <a:latin typeface="Calibri" panose="020F0502020204030204"/>
            </a:endParaRPr>
          </a:p>
          <a:p>
            <a:pPr marL="0" indent="0">
              <a:buNone/>
            </a:pPr>
            <a:r>
              <a:rPr lang="en-US" dirty="0">
                <a:solidFill>
                  <a:prstClr val="black"/>
                </a:solidFill>
                <a:latin typeface="Calibri" panose="020F0502020204030204"/>
              </a:rPr>
              <a:t>= {3145 /  51042 +5490+3145} /  {4015 / 76851 +10032+4015}   = 0.0527 /0.0442 = </a:t>
            </a:r>
            <a:r>
              <a:rPr lang="en-US" b="1" dirty="0">
                <a:solidFill>
                  <a:prstClr val="black"/>
                </a:solidFill>
                <a:latin typeface="Calibri" panose="020F0502020204030204"/>
              </a:rPr>
              <a:t>1.1923</a:t>
            </a:r>
          </a:p>
          <a:p>
            <a:pPr marL="0" indent="0">
              <a:buNone/>
            </a:pPr>
            <a:endParaRPr lang="en-US" dirty="0">
              <a:solidFill>
                <a:prstClr val="black"/>
              </a:solidFill>
              <a:latin typeface="Calibri" panose="020F0502020204030204"/>
            </a:endParaRPr>
          </a:p>
          <a:p>
            <a:pPr marL="0" indent="0">
              <a:buNone/>
            </a:pPr>
            <a:r>
              <a:rPr lang="en-US" b="1" dirty="0">
                <a:solidFill>
                  <a:prstClr val="black"/>
                </a:solidFill>
                <a:latin typeface="Calibri" panose="020F0502020204030204"/>
              </a:rPr>
              <a:t>Weighted DEPI </a:t>
            </a:r>
            <a:r>
              <a:rPr lang="en-US" dirty="0">
                <a:solidFill>
                  <a:prstClr val="black"/>
                </a:solidFill>
                <a:latin typeface="Calibri" panose="020F0502020204030204"/>
              </a:rPr>
              <a:t>= 0.115*1.1923  </a:t>
            </a:r>
            <a:r>
              <a:rPr lang="en-US" b="1" dirty="0">
                <a:solidFill>
                  <a:prstClr val="black"/>
                </a:solidFill>
                <a:latin typeface="Calibri" panose="020F0502020204030204"/>
              </a:rPr>
              <a:t>=  0.14</a:t>
            </a:r>
            <a:endParaRPr lang="en-IN" b="1" dirty="0"/>
          </a:p>
        </p:txBody>
      </p:sp>
    </p:spTree>
    <p:extLst>
      <p:ext uri="{BB962C8B-B14F-4D97-AF65-F5344CB8AC3E}">
        <p14:creationId xmlns:p14="http://schemas.microsoft.com/office/powerpoint/2010/main" val="1106347468"/>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4A2C3-BDC8-B298-A46D-76E581104A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04F31D-4844-1EBE-D6C1-DE872EA5C4B5}"/>
              </a:ext>
            </a:extLst>
          </p:cNvPr>
          <p:cNvSpPr>
            <a:spLocks noGrp="1"/>
          </p:cNvSpPr>
          <p:nvPr>
            <p:ph type="title"/>
          </p:nvPr>
        </p:nvSpPr>
        <p:spPr/>
        <p:txBody>
          <a:bodyPr/>
          <a:lstStyle/>
          <a:p>
            <a:pPr algn="ctr"/>
            <a:r>
              <a:rPr lang="en-US" b="1" dirty="0"/>
              <a:t>6. What is the SGA expense Index (  SGAI) for </a:t>
            </a:r>
            <a:r>
              <a:rPr lang="en-US" b="1" u="sng" dirty="0"/>
              <a:t>UTCL in 2025</a:t>
            </a:r>
            <a:r>
              <a:rPr lang="en-US" b="1" dirty="0"/>
              <a:t>?</a:t>
            </a:r>
            <a:endParaRPr lang="en-IN" b="1" dirty="0"/>
          </a:p>
        </p:txBody>
      </p:sp>
      <p:sp>
        <p:nvSpPr>
          <p:cNvPr id="3" name="Content Placeholder 2">
            <a:extLst>
              <a:ext uri="{FF2B5EF4-FFF2-40B4-BE49-F238E27FC236}">
                <a16:creationId xmlns:a16="http://schemas.microsoft.com/office/drawing/2014/main" id="{C900441E-A78E-2358-62E9-DA517FDC459F}"/>
              </a:ext>
            </a:extLst>
          </p:cNvPr>
          <p:cNvSpPr>
            <a:spLocks noGrp="1"/>
          </p:cNvSpPr>
          <p:nvPr>
            <p:ph idx="1"/>
          </p:nvPr>
        </p:nvSpPr>
        <p:spPr/>
        <p:txBody>
          <a:bodyPr/>
          <a:lstStyle/>
          <a:p>
            <a:pPr marL="0" indent="0">
              <a:buNone/>
            </a:pPr>
            <a:r>
              <a:rPr lang="en-US" dirty="0"/>
              <a:t>= ( SGA expense t/ Sales t) / (SGA expense t-1/ Sales t-1)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SGA expenses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Other expenses </a:t>
            </a:r>
            <a:endPar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US" dirty="0"/>
          </a:p>
          <a:p>
            <a:pPr marL="0" indent="0">
              <a:buNone/>
            </a:pPr>
            <a:r>
              <a:rPr lang="en-US" dirty="0"/>
              <a:t>= (46089 / 74936 ) /  ( 42999/ 69810)  = 0.6150/ 0.6159  = </a:t>
            </a:r>
            <a:r>
              <a:rPr lang="en-US" b="1" dirty="0"/>
              <a:t>0.9985</a:t>
            </a:r>
          </a:p>
          <a:p>
            <a:pPr marL="0" indent="0">
              <a:buNone/>
            </a:pPr>
            <a:endParaRPr lang="en-US" b="1" dirty="0"/>
          </a:p>
          <a:p>
            <a:pPr marL="0" indent="0">
              <a:buNone/>
            </a:pPr>
            <a:r>
              <a:rPr lang="en-US" b="1" dirty="0"/>
              <a:t>Weighted SGAI =  -0.172 * 0.9985 = -0.17</a:t>
            </a:r>
            <a:endParaRPr lang="en-IN" b="1" dirty="0"/>
          </a:p>
        </p:txBody>
      </p:sp>
    </p:spTree>
    <p:extLst>
      <p:ext uri="{BB962C8B-B14F-4D97-AF65-F5344CB8AC3E}">
        <p14:creationId xmlns:p14="http://schemas.microsoft.com/office/powerpoint/2010/main" val="741028261"/>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45B3B-3610-FEB6-D5C8-112848A585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FD2E11-6805-33F1-ECE3-B143F5FAACCF}"/>
              </a:ext>
            </a:extLst>
          </p:cNvPr>
          <p:cNvSpPr>
            <a:spLocks noGrp="1"/>
          </p:cNvSpPr>
          <p:nvPr>
            <p:ph type="title"/>
          </p:nvPr>
        </p:nvSpPr>
        <p:spPr/>
        <p:txBody>
          <a:bodyPr/>
          <a:lstStyle/>
          <a:p>
            <a:pPr algn="ctr"/>
            <a:r>
              <a:rPr lang="en-US" b="1" dirty="0"/>
              <a:t>7.What is the Leverage Index ( LVGI) for  </a:t>
            </a:r>
            <a:r>
              <a:rPr lang="en-US" b="1" u="sng" dirty="0"/>
              <a:t>UTCL in 2025</a:t>
            </a:r>
            <a:r>
              <a:rPr lang="en-US" b="1" dirty="0"/>
              <a:t>?</a:t>
            </a:r>
            <a:endParaRPr lang="en-IN" b="1" dirty="0"/>
          </a:p>
        </p:txBody>
      </p:sp>
      <p:sp>
        <p:nvSpPr>
          <p:cNvPr id="3" name="Content Placeholder 2">
            <a:extLst>
              <a:ext uri="{FF2B5EF4-FFF2-40B4-BE49-F238E27FC236}">
                <a16:creationId xmlns:a16="http://schemas.microsoft.com/office/drawing/2014/main" id="{9299BD3C-F92F-38D1-3B63-CC0DD7BFD781}"/>
              </a:ext>
            </a:extLst>
          </p:cNvPr>
          <p:cNvSpPr>
            <a:spLocks noGrp="1"/>
          </p:cNvSpPr>
          <p:nvPr>
            <p:ph idx="1"/>
          </p:nvPr>
        </p:nvSpPr>
        <p:spPr/>
        <p:txBody>
          <a:bodyPr>
            <a:normAutofit lnSpcReduction="10000"/>
          </a:bodyPr>
          <a:lstStyle/>
          <a:p>
            <a:pPr marL="0" indent="0">
              <a:buNone/>
            </a:pPr>
            <a:endParaRPr lang="en-US" dirty="0"/>
          </a:p>
          <a:p>
            <a:pPr marL="0" indent="0">
              <a:buNone/>
            </a:pPr>
            <a:r>
              <a:rPr lang="en-IN" dirty="0"/>
              <a:t>= ( {CL t+ TLTD t }/ TA t)</a:t>
            </a:r>
          </a:p>
          <a:p>
            <a:pPr marL="0" indent="0">
              <a:buNone/>
            </a:pPr>
            <a:r>
              <a:rPr lang="en-IN" dirty="0"/>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 {CL t-1+ TLTD t-1 }/ TA t-1)</a:t>
            </a:r>
          </a:p>
          <a:p>
            <a:pPr marL="0" indent="0">
              <a:buNone/>
            </a:pPr>
            <a:endParaRPr lang="en-IN" dirty="0"/>
          </a:p>
          <a:p>
            <a:pPr marL="0" indent="0">
              <a:buNone/>
            </a:pPr>
            <a:r>
              <a:rPr lang="en-IN" dirty="0"/>
              <a:t>= ( {32365+15781}/ 133697 )  /  ( {26906+5308}/ 100802 ) </a:t>
            </a:r>
          </a:p>
          <a:p>
            <a:pPr marL="0" indent="0">
              <a:buNone/>
            </a:pPr>
            <a:r>
              <a:rPr lang="en-IN" dirty="0"/>
              <a:t>= 0.3601/0.3196 = </a:t>
            </a:r>
            <a:r>
              <a:rPr lang="en-IN" b="1" dirty="0"/>
              <a:t>1.1267</a:t>
            </a:r>
          </a:p>
          <a:p>
            <a:pPr marL="0" indent="0">
              <a:buNone/>
            </a:pPr>
            <a:endParaRPr lang="en-IN" b="1" dirty="0"/>
          </a:p>
          <a:p>
            <a:pPr marL="0" indent="0">
              <a:buNone/>
            </a:pPr>
            <a:r>
              <a:rPr lang="en-IN" b="1" dirty="0"/>
              <a:t>Weighted LVGI = -0.327 * 1.1267 = -0.37</a:t>
            </a:r>
          </a:p>
        </p:txBody>
      </p:sp>
    </p:spTree>
    <p:extLst>
      <p:ext uri="{BB962C8B-B14F-4D97-AF65-F5344CB8AC3E}">
        <p14:creationId xmlns:p14="http://schemas.microsoft.com/office/powerpoint/2010/main" val="1323190430"/>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6AC5C-D79A-F652-A31A-B3D3A61FDA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D69113-2998-80AE-535F-5EBE22FAA72C}"/>
              </a:ext>
            </a:extLst>
          </p:cNvPr>
          <p:cNvSpPr>
            <a:spLocks noGrp="1"/>
          </p:cNvSpPr>
          <p:nvPr>
            <p:ph type="title"/>
          </p:nvPr>
        </p:nvSpPr>
        <p:spPr/>
        <p:txBody>
          <a:bodyPr/>
          <a:lstStyle/>
          <a:p>
            <a:pPr algn="ctr"/>
            <a:r>
              <a:rPr lang="en-US" b="1" dirty="0"/>
              <a:t>8. What is the Total Accruals to Total Assets (TATA) for </a:t>
            </a:r>
            <a:r>
              <a:rPr lang="en-US" b="1" u="sng" dirty="0"/>
              <a:t>UTCL in 2025</a:t>
            </a:r>
            <a:r>
              <a:rPr lang="en-US" b="1" dirty="0"/>
              <a:t>?</a:t>
            </a:r>
            <a:endParaRPr lang="en-IN" b="1" dirty="0"/>
          </a:p>
        </p:txBody>
      </p:sp>
      <p:sp>
        <p:nvSpPr>
          <p:cNvPr id="3" name="Content Placeholder 2">
            <a:extLst>
              <a:ext uri="{FF2B5EF4-FFF2-40B4-BE49-F238E27FC236}">
                <a16:creationId xmlns:a16="http://schemas.microsoft.com/office/drawing/2014/main" id="{BD4B27FA-513F-3B00-1CEB-BE4A354B9094}"/>
              </a:ext>
            </a:extLst>
          </p:cNvPr>
          <p:cNvSpPr>
            <a:spLocks noGrp="1"/>
          </p:cNvSpPr>
          <p:nvPr>
            <p:ph idx="1"/>
          </p:nvPr>
        </p:nvSpPr>
        <p:spPr/>
        <p:txBody>
          <a:bodyPr/>
          <a:lstStyle/>
          <a:p>
            <a:pPr marL="0" indent="0">
              <a:buNone/>
            </a:pPr>
            <a:r>
              <a:rPr lang="en-US" dirty="0"/>
              <a:t>= </a:t>
            </a:r>
          </a:p>
          <a:p>
            <a:pPr marL="0" indent="0">
              <a:buNone/>
            </a:pPr>
            <a:r>
              <a:rPr lang="en-US" dirty="0"/>
              <a:t>(Income from Continuing Operations t-CFO t ) / TA t</a:t>
            </a:r>
          </a:p>
          <a:p>
            <a:pPr marL="0" indent="0">
              <a:buNone/>
            </a:pPr>
            <a:endParaRPr lang="en-US" dirty="0"/>
          </a:p>
          <a:p>
            <a:pPr marL="0" indent="0">
              <a:buNone/>
            </a:pPr>
            <a:r>
              <a:rPr lang="en-US" dirty="0"/>
              <a:t>= (6050- 10673)  /  133697     = -0.0346</a:t>
            </a:r>
          </a:p>
          <a:p>
            <a:pPr marL="0" indent="0">
              <a:buNone/>
            </a:pPr>
            <a:endParaRPr lang="en-US" dirty="0"/>
          </a:p>
          <a:p>
            <a:pPr marL="0" indent="0">
              <a:buNone/>
            </a:pPr>
            <a:r>
              <a:rPr lang="en-US" b="1" dirty="0"/>
              <a:t>Weighted TATA  </a:t>
            </a:r>
            <a:r>
              <a:rPr lang="en-US" dirty="0"/>
              <a:t>= 4.697 *(-0.0346)  = </a:t>
            </a:r>
            <a:r>
              <a:rPr lang="en-US" b="1" dirty="0"/>
              <a:t>-0.16</a:t>
            </a:r>
            <a:endParaRPr lang="en-IN" dirty="0"/>
          </a:p>
        </p:txBody>
      </p:sp>
    </p:spTree>
    <p:extLst>
      <p:ext uri="{BB962C8B-B14F-4D97-AF65-F5344CB8AC3E}">
        <p14:creationId xmlns:p14="http://schemas.microsoft.com/office/powerpoint/2010/main" val="4158138752"/>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EF349-D16B-2CD2-C2DD-B5913C2099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D4655D-7911-C38A-E428-4B29BEC500FF}"/>
              </a:ext>
            </a:extLst>
          </p:cNvPr>
          <p:cNvSpPr>
            <a:spLocks noGrp="1"/>
          </p:cNvSpPr>
          <p:nvPr>
            <p:ph type="title"/>
          </p:nvPr>
        </p:nvSpPr>
        <p:spPr/>
        <p:txBody>
          <a:bodyPr/>
          <a:lstStyle/>
          <a:p>
            <a:r>
              <a:rPr lang="en-US" dirty="0"/>
              <a:t>Figures for </a:t>
            </a:r>
            <a:r>
              <a:rPr lang="en-US" b="1" u="sng" dirty="0"/>
              <a:t>UTCL </a:t>
            </a:r>
            <a:r>
              <a:rPr lang="en-US" dirty="0"/>
              <a:t>&amp; Inferences in 2025 </a:t>
            </a:r>
            <a:endParaRPr lang="en-IN" dirty="0"/>
          </a:p>
        </p:txBody>
      </p:sp>
      <p:graphicFrame>
        <p:nvGraphicFramePr>
          <p:cNvPr id="4" name="Table 4">
            <a:extLst>
              <a:ext uri="{FF2B5EF4-FFF2-40B4-BE49-F238E27FC236}">
                <a16:creationId xmlns:a16="http://schemas.microsoft.com/office/drawing/2014/main" id="{15DA6D1C-532C-184A-25FB-4B8F54345546}"/>
              </a:ext>
            </a:extLst>
          </p:cNvPr>
          <p:cNvGraphicFramePr>
            <a:graphicFrameLocks noGrp="1"/>
          </p:cNvGraphicFramePr>
          <p:nvPr>
            <p:ph idx="1"/>
          </p:nvPr>
        </p:nvGraphicFramePr>
        <p:xfrm>
          <a:off x="838200" y="1825625"/>
          <a:ext cx="10515600" cy="4394200"/>
        </p:xfrm>
        <a:graphic>
          <a:graphicData uri="http://schemas.openxmlformats.org/drawingml/2006/table">
            <a:tbl>
              <a:tblPr firstRow="1" bandRow="1">
                <a:tableStyleId>{93296810-A885-4BE3-A3E7-6D5BEEA58F35}</a:tableStyleId>
              </a:tblPr>
              <a:tblGrid>
                <a:gridCol w="2103120">
                  <a:extLst>
                    <a:ext uri="{9D8B030D-6E8A-4147-A177-3AD203B41FA5}">
                      <a16:colId xmlns:a16="http://schemas.microsoft.com/office/drawing/2014/main" val="1964040091"/>
                    </a:ext>
                  </a:extLst>
                </a:gridCol>
                <a:gridCol w="2103120">
                  <a:extLst>
                    <a:ext uri="{9D8B030D-6E8A-4147-A177-3AD203B41FA5}">
                      <a16:colId xmlns:a16="http://schemas.microsoft.com/office/drawing/2014/main" val="3825861203"/>
                    </a:ext>
                  </a:extLst>
                </a:gridCol>
                <a:gridCol w="2103120">
                  <a:extLst>
                    <a:ext uri="{9D8B030D-6E8A-4147-A177-3AD203B41FA5}">
                      <a16:colId xmlns:a16="http://schemas.microsoft.com/office/drawing/2014/main" val="1015777851"/>
                    </a:ext>
                  </a:extLst>
                </a:gridCol>
                <a:gridCol w="2103120">
                  <a:extLst>
                    <a:ext uri="{9D8B030D-6E8A-4147-A177-3AD203B41FA5}">
                      <a16:colId xmlns:a16="http://schemas.microsoft.com/office/drawing/2014/main" val="2025075330"/>
                    </a:ext>
                  </a:extLst>
                </a:gridCol>
                <a:gridCol w="2103120">
                  <a:extLst>
                    <a:ext uri="{9D8B030D-6E8A-4147-A177-3AD203B41FA5}">
                      <a16:colId xmlns:a16="http://schemas.microsoft.com/office/drawing/2014/main" val="3084581915"/>
                    </a:ext>
                  </a:extLst>
                </a:gridCol>
              </a:tblGrid>
              <a:tr h="370840">
                <a:tc>
                  <a:txBody>
                    <a:bodyPr/>
                    <a:lstStyle/>
                    <a:p>
                      <a:r>
                        <a:rPr lang="en-US" dirty="0"/>
                        <a:t>Variable</a:t>
                      </a:r>
                      <a:endParaRPr lang="en-IN" dirty="0"/>
                    </a:p>
                  </a:txBody>
                  <a:tcPr/>
                </a:tc>
                <a:tc>
                  <a:txBody>
                    <a:bodyPr/>
                    <a:lstStyle/>
                    <a:p>
                      <a:r>
                        <a:rPr lang="en-US" dirty="0"/>
                        <a:t>Expectation</a:t>
                      </a:r>
                      <a:endParaRPr lang="en-IN" dirty="0"/>
                    </a:p>
                  </a:txBody>
                  <a:tcPr/>
                </a:tc>
                <a:tc>
                  <a:txBody>
                    <a:bodyPr/>
                    <a:lstStyle/>
                    <a:p>
                      <a:r>
                        <a:rPr lang="en-US" dirty="0" err="1"/>
                        <a:t>C.Year</a:t>
                      </a:r>
                      <a:endParaRPr lang="en-IN" dirty="0"/>
                    </a:p>
                  </a:txBody>
                  <a:tcPr/>
                </a:tc>
                <a:tc>
                  <a:txBody>
                    <a:bodyPr/>
                    <a:lstStyle/>
                    <a:p>
                      <a:r>
                        <a:rPr lang="en-US" dirty="0" err="1"/>
                        <a:t>Prev.year</a:t>
                      </a:r>
                      <a:endParaRPr lang="en-IN" dirty="0"/>
                    </a:p>
                  </a:txBody>
                  <a:tcPr/>
                </a:tc>
                <a:tc>
                  <a:txBody>
                    <a:bodyPr/>
                    <a:lstStyle/>
                    <a:p>
                      <a:r>
                        <a:rPr lang="en-US" dirty="0"/>
                        <a:t>Inference </a:t>
                      </a:r>
                      <a:endParaRPr lang="en-IN" dirty="0"/>
                    </a:p>
                  </a:txBody>
                  <a:tcPr/>
                </a:tc>
                <a:extLst>
                  <a:ext uri="{0D108BD9-81ED-4DB2-BD59-A6C34878D82A}">
                    <a16:rowId xmlns:a16="http://schemas.microsoft.com/office/drawing/2014/main" val="3285547125"/>
                  </a:ext>
                </a:extLst>
              </a:tr>
              <a:tr h="370840">
                <a:tc>
                  <a:txBody>
                    <a:bodyPr/>
                    <a:lstStyle/>
                    <a:p>
                      <a:r>
                        <a:rPr lang="en-US" b="0" dirty="0"/>
                        <a:t>1. </a:t>
                      </a:r>
                      <a:r>
                        <a:rPr lang="en-US" b="1" dirty="0"/>
                        <a:t>DSRI</a:t>
                      </a:r>
                      <a:endParaRPr lang="en-IN" b="1" dirty="0"/>
                    </a:p>
                  </a:txBody>
                  <a:tcPr/>
                </a:tc>
                <a:tc>
                  <a:txBody>
                    <a:bodyPr/>
                    <a:lstStyle/>
                    <a:p>
                      <a:r>
                        <a:rPr lang="en-US" dirty="0" err="1"/>
                        <a:t>C.Year</a:t>
                      </a:r>
                      <a:r>
                        <a:rPr lang="en-US" dirty="0"/>
                        <a:t> to be lower</a:t>
                      </a:r>
                      <a:endParaRPr lang="en-IN" dirty="0"/>
                    </a:p>
                  </a:txBody>
                  <a:tcPr/>
                </a:tc>
                <a:tc>
                  <a:txBody>
                    <a:bodyPr/>
                    <a:lstStyle/>
                    <a:p>
                      <a:r>
                        <a:rPr lang="en-IN" sz="2400" b="1" dirty="0"/>
                        <a:t>0.0786</a:t>
                      </a:r>
                    </a:p>
                  </a:txBody>
                  <a:tcPr/>
                </a:tc>
                <a:tc>
                  <a:txBody>
                    <a:bodyPr/>
                    <a:lstStyle/>
                    <a:p>
                      <a:r>
                        <a:rPr lang="en-IN" sz="2400" b="0" dirty="0"/>
                        <a:t>0.0613</a:t>
                      </a:r>
                    </a:p>
                  </a:txBody>
                  <a:tcPr/>
                </a:tc>
                <a:tc>
                  <a:txBody>
                    <a:bodyPr/>
                    <a:lstStyle/>
                    <a:p>
                      <a:r>
                        <a:rPr lang="en-US" b="1" dirty="0"/>
                        <a:t>Manipulative</a:t>
                      </a:r>
                      <a:endParaRPr lang="en-IN" b="1" dirty="0"/>
                    </a:p>
                  </a:txBody>
                  <a:tcPr/>
                </a:tc>
                <a:extLst>
                  <a:ext uri="{0D108BD9-81ED-4DB2-BD59-A6C34878D82A}">
                    <a16:rowId xmlns:a16="http://schemas.microsoft.com/office/drawing/2014/main" val="3621002685"/>
                  </a:ext>
                </a:extLst>
              </a:tr>
              <a:tr h="370840">
                <a:tc>
                  <a:txBody>
                    <a:bodyPr/>
                    <a:lstStyle/>
                    <a:p>
                      <a:r>
                        <a:rPr lang="en-US" b="1" dirty="0"/>
                        <a:t>2. GMI</a:t>
                      </a:r>
                      <a:endParaRPr lang="en-IN" b="1" dirty="0"/>
                    </a:p>
                  </a:txBody>
                  <a:tcPr/>
                </a:tc>
                <a:tc>
                  <a:txBody>
                    <a:bodyPr/>
                    <a:lstStyle/>
                    <a:p>
                      <a:r>
                        <a:rPr lang="en-US" dirty="0" err="1"/>
                        <a:t>C.Year</a:t>
                      </a:r>
                      <a:r>
                        <a:rPr lang="en-US" dirty="0"/>
                        <a:t> GPM to be higher</a:t>
                      </a:r>
                      <a:endParaRPr lang="en-IN" dirty="0"/>
                    </a:p>
                  </a:txBody>
                  <a:tcPr/>
                </a:tc>
                <a:tc>
                  <a:txBody>
                    <a:bodyPr/>
                    <a:lstStyle/>
                    <a:p>
                      <a:r>
                        <a:rPr kumimoji="0" lang="en-US" sz="2400" b="1" i="0" u="none" strike="noStrike" kern="1200" cap="none" spc="0" normalizeH="0" baseline="0" noProof="0" dirty="0">
                          <a:ln>
                            <a:noFill/>
                          </a:ln>
                          <a:solidFill>
                            <a:prstClr val="black"/>
                          </a:solidFill>
                          <a:effectLst/>
                          <a:uLnTx/>
                          <a:uFillTx/>
                          <a:latin typeface="+mn-lt"/>
                          <a:ea typeface="+mn-ea"/>
                          <a:cs typeface="+mn-cs"/>
                        </a:rPr>
                        <a:t> </a:t>
                      </a:r>
                      <a:r>
                        <a:rPr kumimoji="0" lang="en-US" sz="2400" b="0" i="0" u="none" strike="noStrike" kern="1200" cap="none" spc="0" normalizeH="0" baseline="0" noProof="0" dirty="0">
                          <a:ln>
                            <a:noFill/>
                          </a:ln>
                          <a:solidFill>
                            <a:prstClr val="black"/>
                          </a:solidFill>
                          <a:effectLst/>
                          <a:uLnTx/>
                          <a:uFillTx/>
                          <a:latin typeface="+mn-lt"/>
                          <a:ea typeface="+mn-ea"/>
                          <a:cs typeface="+mn-cs"/>
                        </a:rPr>
                        <a:t>0.7154</a:t>
                      </a:r>
                      <a:endParaRPr lang="en-IN" sz="2400" b="0" dirty="0"/>
                    </a:p>
                  </a:txBody>
                  <a:tcPr/>
                </a:tc>
                <a:tc>
                  <a:txBody>
                    <a:bodyPr/>
                    <a:lstStyle/>
                    <a:p>
                      <a:r>
                        <a:rPr lang="en-US" sz="2400" b="1" dirty="0"/>
                        <a:t>0.7409</a:t>
                      </a:r>
                      <a:endParaRPr lang="en-IN" sz="2400" b="1" dirty="0"/>
                    </a:p>
                  </a:txBody>
                  <a:tcPr/>
                </a:tc>
                <a:tc>
                  <a:txBody>
                    <a:bodyPr/>
                    <a:lstStyle/>
                    <a:p>
                      <a:r>
                        <a:rPr lang="en-US" b="1" dirty="0"/>
                        <a:t>Manipulative</a:t>
                      </a:r>
                      <a:endParaRPr lang="en-IN" b="1" dirty="0"/>
                    </a:p>
                  </a:txBody>
                  <a:tcPr/>
                </a:tc>
                <a:extLst>
                  <a:ext uri="{0D108BD9-81ED-4DB2-BD59-A6C34878D82A}">
                    <a16:rowId xmlns:a16="http://schemas.microsoft.com/office/drawing/2014/main" val="4176768138"/>
                  </a:ext>
                </a:extLst>
              </a:tr>
              <a:tr h="370840">
                <a:tc>
                  <a:txBody>
                    <a:bodyPr/>
                    <a:lstStyle/>
                    <a:p>
                      <a:r>
                        <a:rPr lang="en-US" b="0" dirty="0"/>
                        <a:t>3. </a:t>
                      </a:r>
                      <a:r>
                        <a:rPr lang="en-US" b="1" dirty="0"/>
                        <a:t>Asset Quality</a:t>
                      </a:r>
                      <a:endParaRPr lang="en-IN" b="1" dirty="0"/>
                    </a:p>
                  </a:txBody>
                  <a:tcPr/>
                </a:tc>
                <a:tc>
                  <a:txBody>
                    <a:bodyPr/>
                    <a:lstStyle/>
                    <a:p>
                      <a:r>
                        <a:rPr lang="en-US" dirty="0" err="1"/>
                        <a:t>C.Year</a:t>
                      </a:r>
                      <a:r>
                        <a:rPr lang="en-US" dirty="0"/>
                        <a:t> to be lower </a:t>
                      </a:r>
                      <a:endParaRPr lang="en-IN" dirty="0"/>
                    </a:p>
                  </a:txBody>
                  <a:tcPr/>
                </a:tc>
                <a:tc>
                  <a:txBody>
                    <a:bodyPr/>
                    <a:lstStyle/>
                    <a:p>
                      <a:r>
                        <a:rPr kumimoji="0" lang="en-US" sz="2400" b="1" i="0" u="none" strike="noStrike" kern="1200" cap="none" spc="0" normalizeH="0" baseline="0" noProof="0" dirty="0">
                          <a:ln>
                            <a:noFill/>
                          </a:ln>
                          <a:solidFill>
                            <a:prstClr val="black"/>
                          </a:solidFill>
                          <a:effectLst/>
                          <a:uLnTx/>
                          <a:uFillTx/>
                          <a:latin typeface="+mn-lt"/>
                          <a:ea typeface="+mn-ea"/>
                          <a:cs typeface="+mn-cs"/>
                        </a:rPr>
                        <a:t>0.1842</a:t>
                      </a:r>
                      <a:endParaRPr lang="en-IN" sz="2400" b="1" dirty="0"/>
                    </a:p>
                  </a:txBody>
                  <a:tcPr/>
                </a:tc>
                <a:tc>
                  <a:txBody>
                    <a:bodyPr/>
                    <a:lstStyle/>
                    <a:p>
                      <a:r>
                        <a:rPr lang="en-US" sz="2400" b="0" dirty="0"/>
                        <a:t>0.1692</a:t>
                      </a:r>
                      <a:endParaRPr lang="en-IN" sz="2400" b="0" dirty="0"/>
                    </a:p>
                  </a:txBody>
                  <a:tcPr/>
                </a:tc>
                <a:tc>
                  <a:txBody>
                    <a:bodyPr/>
                    <a:lstStyle/>
                    <a:p>
                      <a:r>
                        <a:rPr lang="en-US" b="1" dirty="0"/>
                        <a:t>Manipulative</a:t>
                      </a:r>
                      <a:endParaRPr lang="en-IN" b="1" dirty="0"/>
                    </a:p>
                  </a:txBody>
                  <a:tcPr/>
                </a:tc>
                <a:extLst>
                  <a:ext uri="{0D108BD9-81ED-4DB2-BD59-A6C34878D82A}">
                    <a16:rowId xmlns:a16="http://schemas.microsoft.com/office/drawing/2014/main" val="2772290962"/>
                  </a:ext>
                </a:extLst>
              </a:tr>
              <a:tr h="370840">
                <a:tc>
                  <a:txBody>
                    <a:bodyPr/>
                    <a:lstStyle/>
                    <a:p>
                      <a:r>
                        <a:rPr lang="en-US" b="1" dirty="0"/>
                        <a:t>4. SGI</a:t>
                      </a:r>
                      <a:endParaRPr lang="en-IN" b="1" dirty="0"/>
                    </a:p>
                  </a:txBody>
                  <a:tcPr/>
                </a:tc>
                <a:tc>
                  <a:txBody>
                    <a:bodyPr/>
                    <a:lstStyle/>
                    <a:p>
                      <a:r>
                        <a:rPr lang="en-US" dirty="0"/>
                        <a:t>C. Year to be lower </a:t>
                      </a:r>
                      <a:endParaRPr lang="en-IN" dirty="0"/>
                    </a:p>
                  </a:txBody>
                  <a:tcPr/>
                </a:tc>
                <a:tc>
                  <a:txBody>
                    <a:bodyPr/>
                    <a:lstStyle/>
                    <a:p>
                      <a:r>
                        <a:rPr lang="en-US" sz="2400" b="1" dirty="0"/>
                        <a:t>74936</a:t>
                      </a:r>
                      <a:endParaRPr lang="en-IN" sz="2400" b="1" dirty="0"/>
                    </a:p>
                  </a:txBody>
                  <a:tcPr/>
                </a:tc>
                <a:tc>
                  <a:txBody>
                    <a:bodyPr/>
                    <a:lstStyle/>
                    <a:p>
                      <a:r>
                        <a:rPr lang="en-US" sz="2400" b="0" dirty="0"/>
                        <a:t>69810</a:t>
                      </a:r>
                      <a:endParaRPr lang="en-IN" sz="2400" b="0" dirty="0"/>
                    </a:p>
                  </a:txBody>
                  <a:tcPr/>
                </a:tc>
                <a:tc>
                  <a:txBody>
                    <a:bodyPr/>
                    <a:lstStyle/>
                    <a:p>
                      <a:r>
                        <a:rPr lang="en-US" b="1" dirty="0"/>
                        <a:t>Manipulative</a:t>
                      </a:r>
                      <a:endParaRPr lang="en-IN" b="1" dirty="0"/>
                    </a:p>
                  </a:txBody>
                  <a:tcPr/>
                </a:tc>
                <a:extLst>
                  <a:ext uri="{0D108BD9-81ED-4DB2-BD59-A6C34878D82A}">
                    <a16:rowId xmlns:a16="http://schemas.microsoft.com/office/drawing/2014/main" val="1250424188"/>
                  </a:ext>
                </a:extLst>
              </a:tr>
              <a:tr h="370840">
                <a:tc>
                  <a:txBody>
                    <a:bodyPr/>
                    <a:lstStyle/>
                    <a:p>
                      <a:r>
                        <a:rPr lang="en-US" b="1" dirty="0"/>
                        <a:t>5.  DEPI</a:t>
                      </a:r>
                      <a:endParaRPr lang="en-IN" b="1" dirty="0"/>
                    </a:p>
                  </a:txBody>
                  <a:tcPr/>
                </a:tc>
                <a:tc>
                  <a:txBody>
                    <a:bodyPr/>
                    <a:lstStyle/>
                    <a:p>
                      <a:r>
                        <a:rPr lang="en-US" dirty="0" err="1"/>
                        <a:t>C.Year</a:t>
                      </a:r>
                      <a:r>
                        <a:rPr lang="en-US" dirty="0"/>
                        <a:t> to be higher</a:t>
                      </a:r>
                      <a:endParaRPr lang="en-IN" dirty="0"/>
                    </a:p>
                  </a:txBody>
                  <a:tcPr/>
                </a:tc>
                <a:tc>
                  <a:txBody>
                    <a:bodyPr/>
                    <a:lstStyle/>
                    <a:p>
                      <a:r>
                        <a:rPr lang="en-US" sz="2400" b="0" dirty="0"/>
                        <a:t>0.0442</a:t>
                      </a:r>
                      <a:endParaRPr lang="en-IN" sz="2400" b="0" dirty="0"/>
                    </a:p>
                  </a:txBody>
                  <a:tcPr/>
                </a:tc>
                <a:tc>
                  <a:txBody>
                    <a:bodyPr/>
                    <a:lstStyle/>
                    <a:p>
                      <a:r>
                        <a:rPr lang="en-US" sz="2400" b="1" dirty="0"/>
                        <a:t>0.0527</a:t>
                      </a:r>
                      <a:endParaRPr lang="en-IN" sz="2400" b="1" dirty="0"/>
                    </a:p>
                  </a:txBody>
                  <a:tcPr/>
                </a:tc>
                <a:tc>
                  <a:txBody>
                    <a:bodyPr/>
                    <a:lstStyle/>
                    <a:p>
                      <a:r>
                        <a:rPr lang="en-US" b="1" dirty="0"/>
                        <a:t>Manipulative</a:t>
                      </a:r>
                      <a:endParaRPr lang="en-IN" b="1" dirty="0"/>
                    </a:p>
                  </a:txBody>
                  <a:tcPr/>
                </a:tc>
                <a:extLst>
                  <a:ext uri="{0D108BD9-81ED-4DB2-BD59-A6C34878D82A}">
                    <a16:rowId xmlns:a16="http://schemas.microsoft.com/office/drawing/2014/main" val="178529724"/>
                  </a:ext>
                </a:extLst>
              </a:tr>
              <a:tr h="370840">
                <a:tc>
                  <a:txBody>
                    <a:bodyPr/>
                    <a:lstStyle/>
                    <a:p>
                      <a:r>
                        <a:rPr lang="en-US" b="1" dirty="0"/>
                        <a:t>6.  SGAI</a:t>
                      </a:r>
                      <a:endParaRPr lang="en-IN" b="1" dirty="0"/>
                    </a:p>
                  </a:txBody>
                  <a:tcPr/>
                </a:tc>
                <a:tc>
                  <a:txBody>
                    <a:bodyPr/>
                    <a:lstStyle/>
                    <a:p>
                      <a:r>
                        <a:rPr lang="en-US" dirty="0" err="1"/>
                        <a:t>C.Year</a:t>
                      </a:r>
                      <a:r>
                        <a:rPr lang="en-US" dirty="0"/>
                        <a:t> to be higher</a:t>
                      </a:r>
                      <a:endParaRPr lang="en-IN" dirty="0"/>
                    </a:p>
                  </a:txBody>
                  <a:tcPr/>
                </a:tc>
                <a:tc>
                  <a:txBody>
                    <a:bodyPr/>
                    <a:lstStyle/>
                    <a:p>
                      <a:r>
                        <a:rPr lang="en-US" sz="2400" b="0" dirty="0"/>
                        <a:t>0.6150</a:t>
                      </a:r>
                      <a:endParaRPr lang="en-IN" sz="2400" b="0" dirty="0"/>
                    </a:p>
                  </a:txBody>
                  <a:tcPr/>
                </a:tc>
                <a:tc>
                  <a:txBody>
                    <a:bodyPr/>
                    <a:lstStyle/>
                    <a:p>
                      <a:r>
                        <a:rPr lang="en-US" sz="2400" b="1" dirty="0"/>
                        <a:t>0.6159</a:t>
                      </a:r>
                      <a:endParaRPr lang="en-IN" sz="2400" b="1" dirty="0"/>
                    </a:p>
                  </a:txBody>
                  <a:tcPr/>
                </a:tc>
                <a:tc>
                  <a:txBody>
                    <a:bodyPr/>
                    <a:lstStyle/>
                    <a:p>
                      <a:r>
                        <a:rPr lang="en-US" b="1" dirty="0"/>
                        <a:t>Manipulative</a:t>
                      </a:r>
                      <a:endParaRPr lang="en-IN" b="1" dirty="0"/>
                    </a:p>
                  </a:txBody>
                  <a:tcPr/>
                </a:tc>
                <a:extLst>
                  <a:ext uri="{0D108BD9-81ED-4DB2-BD59-A6C34878D82A}">
                    <a16:rowId xmlns:a16="http://schemas.microsoft.com/office/drawing/2014/main" val="2748651567"/>
                  </a:ext>
                </a:extLst>
              </a:tr>
              <a:tr h="370840">
                <a:tc>
                  <a:txBody>
                    <a:bodyPr/>
                    <a:lstStyle/>
                    <a:p>
                      <a:r>
                        <a:rPr lang="en-US" b="0" dirty="0"/>
                        <a:t>7. LVGI</a:t>
                      </a:r>
                      <a:endParaRPr lang="en-IN" b="0" dirty="0"/>
                    </a:p>
                  </a:txBody>
                  <a:tcPr/>
                </a:tc>
                <a:tc>
                  <a:txBody>
                    <a:bodyPr/>
                    <a:lstStyle/>
                    <a:p>
                      <a:r>
                        <a:rPr lang="en-US" dirty="0" err="1"/>
                        <a:t>C.Year</a:t>
                      </a:r>
                      <a:r>
                        <a:rPr lang="en-US" dirty="0"/>
                        <a:t> to be higher</a:t>
                      </a:r>
                      <a:endParaRPr lang="en-IN" dirty="0"/>
                    </a:p>
                  </a:txBody>
                  <a:tcPr/>
                </a:tc>
                <a:tc>
                  <a:txBody>
                    <a:bodyPr/>
                    <a:lstStyle/>
                    <a:p>
                      <a:r>
                        <a:rPr lang="en-US" sz="2400" b="1" dirty="0"/>
                        <a:t>0.3601</a:t>
                      </a:r>
                      <a:endParaRPr lang="en-IN" sz="2400" b="1" dirty="0"/>
                    </a:p>
                  </a:txBody>
                  <a:tcPr/>
                </a:tc>
                <a:tc>
                  <a:txBody>
                    <a:bodyPr/>
                    <a:lstStyle/>
                    <a:p>
                      <a:r>
                        <a:rPr lang="en-US" sz="2400" b="0" dirty="0"/>
                        <a:t>0.3196</a:t>
                      </a:r>
                      <a:endParaRPr lang="en-IN" sz="2400" b="0" dirty="0"/>
                    </a:p>
                  </a:txBody>
                  <a:tcPr/>
                </a:tc>
                <a:tc>
                  <a:txBody>
                    <a:bodyPr/>
                    <a:lstStyle/>
                    <a:p>
                      <a:r>
                        <a:rPr lang="en-US" b="0" dirty="0"/>
                        <a:t>Non-Manipulative</a:t>
                      </a:r>
                      <a:endParaRPr lang="en-IN" b="0" dirty="0"/>
                    </a:p>
                  </a:txBody>
                  <a:tcPr/>
                </a:tc>
                <a:extLst>
                  <a:ext uri="{0D108BD9-81ED-4DB2-BD59-A6C34878D82A}">
                    <a16:rowId xmlns:a16="http://schemas.microsoft.com/office/drawing/2014/main" val="1042543517"/>
                  </a:ext>
                </a:extLst>
              </a:tr>
              <a:tr h="370840">
                <a:tc>
                  <a:txBody>
                    <a:bodyPr/>
                    <a:lstStyle/>
                    <a:p>
                      <a:r>
                        <a:rPr lang="en-US" dirty="0"/>
                        <a:t>8.TATA</a:t>
                      </a:r>
                      <a:endParaRPr lang="en-IN" dirty="0"/>
                    </a:p>
                  </a:txBody>
                  <a:tcPr/>
                </a:tc>
                <a:tc>
                  <a:txBody>
                    <a:bodyPr/>
                    <a:lstStyle/>
                    <a:p>
                      <a:r>
                        <a:rPr lang="en-US" dirty="0"/>
                        <a:t>To be negative (lower)</a:t>
                      </a:r>
                      <a:endParaRPr lang="en-IN" dirty="0"/>
                    </a:p>
                  </a:txBody>
                  <a:tcPr/>
                </a:tc>
                <a:tc>
                  <a:txBody>
                    <a:bodyPr/>
                    <a:lstStyle/>
                    <a:p>
                      <a:r>
                        <a:rPr lang="en-US" sz="2400" b="1" dirty="0"/>
                        <a:t>-0.0346</a:t>
                      </a:r>
                      <a:endParaRPr lang="en-IN" sz="2400" b="1" dirty="0"/>
                    </a:p>
                  </a:txBody>
                  <a:tcPr/>
                </a:tc>
                <a:tc>
                  <a:txBody>
                    <a:bodyPr/>
                    <a:lstStyle/>
                    <a:p>
                      <a:endParaRPr lang="en-IN" sz="2400" dirty="0"/>
                    </a:p>
                  </a:txBody>
                  <a:tcPr/>
                </a:tc>
                <a:tc>
                  <a:txBody>
                    <a:bodyPr/>
                    <a:lstStyle/>
                    <a:p>
                      <a:r>
                        <a:rPr lang="en-US" dirty="0"/>
                        <a:t>Non-Manipulative</a:t>
                      </a:r>
                      <a:endParaRPr lang="en-IN" dirty="0"/>
                    </a:p>
                  </a:txBody>
                  <a:tcPr/>
                </a:tc>
                <a:extLst>
                  <a:ext uri="{0D108BD9-81ED-4DB2-BD59-A6C34878D82A}">
                    <a16:rowId xmlns:a16="http://schemas.microsoft.com/office/drawing/2014/main" val="2329578791"/>
                  </a:ext>
                </a:extLst>
              </a:tr>
            </a:tbl>
          </a:graphicData>
        </a:graphic>
      </p:graphicFrame>
    </p:spTree>
    <p:extLst>
      <p:ext uri="{BB962C8B-B14F-4D97-AF65-F5344CB8AC3E}">
        <p14:creationId xmlns:p14="http://schemas.microsoft.com/office/powerpoint/2010/main" val="441253364"/>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1090E-E26B-E5AF-144D-D2C3423F97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6B1860-338B-1615-6C96-331A4FD50E42}"/>
              </a:ext>
            </a:extLst>
          </p:cNvPr>
          <p:cNvSpPr>
            <a:spLocks noGrp="1"/>
          </p:cNvSpPr>
          <p:nvPr>
            <p:ph type="title"/>
          </p:nvPr>
        </p:nvSpPr>
        <p:spPr>
          <a:xfrm>
            <a:off x="683217" y="0"/>
            <a:ext cx="10515600" cy="1325563"/>
          </a:xfrm>
        </p:spPr>
        <p:txBody>
          <a:bodyPr/>
          <a:lstStyle/>
          <a:p>
            <a:pPr algn="ctr"/>
            <a:r>
              <a:rPr lang="en-US" dirty="0"/>
              <a:t> </a:t>
            </a:r>
            <a:r>
              <a:rPr lang="en-US" b="1" dirty="0"/>
              <a:t>M score for </a:t>
            </a:r>
            <a:r>
              <a:rPr lang="en-US" b="1" u="sng" dirty="0"/>
              <a:t>UTCL in 2025</a:t>
            </a:r>
            <a:endParaRPr lang="en-IN" b="1" u="sng" dirty="0"/>
          </a:p>
        </p:txBody>
      </p:sp>
      <p:graphicFrame>
        <p:nvGraphicFramePr>
          <p:cNvPr id="4" name="Table 4">
            <a:extLst>
              <a:ext uri="{FF2B5EF4-FFF2-40B4-BE49-F238E27FC236}">
                <a16:creationId xmlns:a16="http://schemas.microsoft.com/office/drawing/2014/main" id="{FE2EDF51-0246-503A-F67A-D55023FCC8AF}"/>
              </a:ext>
            </a:extLst>
          </p:cNvPr>
          <p:cNvGraphicFramePr>
            <a:graphicFrameLocks noGrp="1"/>
          </p:cNvGraphicFramePr>
          <p:nvPr>
            <p:ph idx="1"/>
          </p:nvPr>
        </p:nvGraphicFramePr>
        <p:xfrm>
          <a:off x="838200" y="1110343"/>
          <a:ext cx="10515600" cy="44450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627983963"/>
                    </a:ext>
                  </a:extLst>
                </a:gridCol>
                <a:gridCol w="5257800">
                  <a:extLst>
                    <a:ext uri="{9D8B030D-6E8A-4147-A177-3AD203B41FA5}">
                      <a16:colId xmlns:a16="http://schemas.microsoft.com/office/drawing/2014/main" val="849865216"/>
                    </a:ext>
                  </a:extLst>
                </a:gridCol>
              </a:tblGrid>
              <a:tr h="140725">
                <a:tc>
                  <a:txBody>
                    <a:bodyPr/>
                    <a:lstStyle/>
                    <a:p>
                      <a:r>
                        <a:rPr lang="en-US" dirty="0"/>
                        <a:t>Particulars</a:t>
                      </a:r>
                      <a:endParaRPr lang="en-IN" dirty="0"/>
                    </a:p>
                  </a:txBody>
                  <a:tcPr/>
                </a:tc>
                <a:tc>
                  <a:txBody>
                    <a:bodyPr/>
                    <a:lstStyle/>
                    <a:p>
                      <a:r>
                        <a:rPr lang="en-US" dirty="0"/>
                        <a:t>Weighted Score </a:t>
                      </a:r>
                      <a:endParaRPr lang="en-IN" dirty="0"/>
                    </a:p>
                  </a:txBody>
                  <a:tcPr/>
                </a:tc>
                <a:extLst>
                  <a:ext uri="{0D108BD9-81ED-4DB2-BD59-A6C34878D82A}">
                    <a16:rowId xmlns:a16="http://schemas.microsoft.com/office/drawing/2014/main" val="3295253086"/>
                  </a:ext>
                </a:extLst>
              </a:tr>
              <a:tr h="370840">
                <a:tc>
                  <a:txBody>
                    <a:bodyPr/>
                    <a:lstStyle/>
                    <a:p>
                      <a:r>
                        <a:rPr lang="en-US" dirty="0"/>
                        <a:t>Intercept</a:t>
                      </a:r>
                      <a:endParaRPr lang="en-IN" dirty="0"/>
                    </a:p>
                  </a:txBody>
                  <a:tcPr/>
                </a:tc>
                <a:tc>
                  <a:txBody>
                    <a:bodyPr/>
                    <a:lstStyle/>
                    <a:p>
                      <a:pPr algn="r"/>
                      <a:r>
                        <a:rPr lang="en-US" dirty="0"/>
                        <a:t>-4.840</a:t>
                      </a:r>
                      <a:endParaRPr lang="en-IN" dirty="0"/>
                    </a:p>
                  </a:txBody>
                  <a:tcPr/>
                </a:tc>
                <a:extLst>
                  <a:ext uri="{0D108BD9-81ED-4DB2-BD59-A6C34878D82A}">
                    <a16:rowId xmlns:a16="http://schemas.microsoft.com/office/drawing/2014/main" val="1747668614"/>
                  </a:ext>
                </a:extLst>
              </a:tr>
              <a:tr h="370840">
                <a:tc>
                  <a:txBody>
                    <a:bodyPr/>
                    <a:lstStyle/>
                    <a:p>
                      <a:r>
                        <a:rPr lang="en-US" dirty="0"/>
                        <a:t>DSRI</a:t>
                      </a:r>
                      <a:endParaRPr lang="en-IN" dirty="0"/>
                    </a:p>
                  </a:txBody>
                  <a:tcPr/>
                </a:tc>
                <a:tc>
                  <a:txBody>
                    <a:bodyPr/>
                    <a:lstStyle/>
                    <a:p>
                      <a:pPr algn="r"/>
                      <a:r>
                        <a:rPr lang="en-US" dirty="0"/>
                        <a:t>+1.18</a:t>
                      </a:r>
                      <a:endParaRPr lang="en-IN" dirty="0"/>
                    </a:p>
                  </a:txBody>
                  <a:tcPr/>
                </a:tc>
                <a:extLst>
                  <a:ext uri="{0D108BD9-81ED-4DB2-BD59-A6C34878D82A}">
                    <a16:rowId xmlns:a16="http://schemas.microsoft.com/office/drawing/2014/main" val="3498042954"/>
                  </a:ext>
                </a:extLst>
              </a:tr>
              <a:tr h="370840">
                <a:tc>
                  <a:txBody>
                    <a:bodyPr/>
                    <a:lstStyle/>
                    <a:p>
                      <a:r>
                        <a:rPr lang="en-US" dirty="0"/>
                        <a:t>GMI</a:t>
                      </a:r>
                      <a:endParaRPr lang="en-IN" dirty="0"/>
                    </a:p>
                  </a:txBody>
                  <a:tcPr/>
                </a:tc>
                <a:tc>
                  <a:txBody>
                    <a:bodyPr/>
                    <a:lstStyle/>
                    <a:p>
                      <a:pPr algn="r"/>
                      <a:r>
                        <a:rPr lang="en-US" dirty="0"/>
                        <a:t>+0.55</a:t>
                      </a:r>
                      <a:endParaRPr lang="en-IN" dirty="0"/>
                    </a:p>
                  </a:txBody>
                  <a:tcPr/>
                </a:tc>
                <a:extLst>
                  <a:ext uri="{0D108BD9-81ED-4DB2-BD59-A6C34878D82A}">
                    <a16:rowId xmlns:a16="http://schemas.microsoft.com/office/drawing/2014/main" val="3018574681"/>
                  </a:ext>
                </a:extLst>
              </a:tr>
              <a:tr h="370840">
                <a:tc>
                  <a:txBody>
                    <a:bodyPr/>
                    <a:lstStyle/>
                    <a:p>
                      <a:r>
                        <a:rPr lang="en-US" dirty="0"/>
                        <a:t>AQ</a:t>
                      </a:r>
                      <a:endParaRPr lang="en-IN" dirty="0"/>
                    </a:p>
                  </a:txBody>
                  <a:tcPr/>
                </a:tc>
                <a:tc>
                  <a:txBody>
                    <a:bodyPr/>
                    <a:lstStyle/>
                    <a:p>
                      <a:pPr algn="r"/>
                      <a:r>
                        <a:rPr lang="en-US" dirty="0"/>
                        <a:t>+0.44 </a:t>
                      </a:r>
                      <a:endParaRPr lang="en-IN" dirty="0"/>
                    </a:p>
                  </a:txBody>
                  <a:tcPr/>
                </a:tc>
                <a:extLst>
                  <a:ext uri="{0D108BD9-81ED-4DB2-BD59-A6C34878D82A}">
                    <a16:rowId xmlns:a16="http://schemas.microsoft.com/office/drawing/2014/main" val="166528039"/>
                  </a:ext>
                </a:extLst>
              </a:tr>
              <a:tr h="370840">
                <a:tc>
                  <a:txBody>
                    <a:bodyPr/>
                    <a:lstStyle/>
                    <a:p>
                      <a:r>
                        <a:rPr lang="en-US" dirty="0"/>
                        <a:t>SGI</a:t>
                      </a:r>
                      <a:endParaRPr lang="en-IN" dirty="0"/>
                    </a:p>
                  </a:txBody>
                  <a:tcPr/>
                </a:tc>
                <a:tc>
                  <a:txBody>
                    <a:bodyPr/>
                    <a:lstStyle/>
                    <a:p>
                      <a:pPr algn="r"/>
                      <a:r>
                        <a:rPr lang="en-US" dirty="0"/>
                        <a:t>+0.96</a:t>
                      </a:r>
                      <a:endParaRPr lang="en-IN" dirty="0"/>
                    </a:p>
                  </a:txBody>
                  <a:tcPr/>
                </a:tc>
                <a:extLst>
                  <a:ext uri="{0D108BD9-81ED-4DB2-BD59-A6C34878D82A}">
                    <a16:rowId xmlns:a16="http://schemas.microsoft.com/office/drawing/2014/main" val="2903197624"/>
                  </a:ext>
                </a:extLst>
              </a:tr>
              <a:tr h="370840">
                <a:tc>
                  <a:txBody>
                    <a:bodyPr/>
                    <a:lstStyle/>
                    <a:p>
                      <a:r>
                        <a:rPr lang="en-US" dirty="0"/>
                        <a:t>DEPI</a:t>
                      </a:r>
                      <a:endParaRPr lang="en-IN" dirty="0"/>
                    </a:p>
                  </a:txBody>
                  <a:tcPr/>
                </a:tc>
                <a:tc>
                  <a:txBody>
                    <a:bodyPr/>
                    <a:lstStyle/>
                    <a:p>
                      <a:pPr algn="r"/>
                      <a:r>
                        <a:rPr lang="en-US" dirty="0"/>
                        <a:t>+0.14</a:t>
                      </a:r>
                      <a:endParaRPr lang="en-IN" dirty="0"/>
                    </a:p>
                  </a:txBody>
                  <a:tcPr/>
                </a:tc>
                <a:extLst>
                  <a:ext uri="{0D108BD9-81ED-4DB2-BD59-A6C34878D82A}">
                    <a16:rowId xmlns:a16="http://schemas.microsoft.com/office/drawing/2014/main" val="3245711694"/>
                  </a:ext>
                </a:extLst>
              </a:tr>
              <a:tr h="370840">
                <a:tc>
                  <a:txBody>
                    <a:bodyPr/>
                    <a:lstStyle/>
                    <a:p>
                      <a:r>
                        <a:rPr lang="en-US" dirty="0"/>
                        <a:t>SGAI</a:t>
                      </a:r>
                      <a:endParaRPr lang="en-IN" dirty="0"/>
                    </a:p>
                  </a:txBody>
                  <a:tcPr/>
                </a:tc>
                <a:tc>
                  <a:txBody>
                    <a:bodyPr/>
                    <a:lstStyle/>
                    <a:p>
                      <a:pPr algn="r"/>
                      <a:r>
                        <a:rPr lang="en-US" dirty="0"/>
                        <a:t>-0.17</a:t>
                      </a:r>
                      <a:endParaRPr lang="en-IN" dirty="0"/>
                    </a:p>
                  </a:txBody>
                  <a:tcPr/>
                </a:tc>
                <a:extLst>
                  <a:ext uri="{0D108BD9-81ED-4DB2-BD59-A6C34878D82A}">
                    <a16:rowId xmlns:a16="http://schemas.microsoft.com/office/drawing/2014/main" val="2632190822"/>
                  </a:ext>
                </a:extLst>
              </a:tr>
              <a:tr h="370840">
                <a:tc>
                  <a:txBody>
                    <a:bodyPr/>
                    <a:lstStyle/>
                    <a:p>
                      <a:r>
                        <a:rPr lang="en-US" dirty="0"/>
                        <a:t>LVGI</a:t>
                      </a:r>
                      <a:endParaRPr lang="en-IN" dirty="0"/>
                    </a:p>
                  </a:txBody>
                  <a:tcPr/>
                </a:tc>
                <a:tc>
                  <a:txBody>
                    <a:bodyPr/>
                    <a:lstStyle/>
                    <a:p>
                      <a:pPr algn="r"/>
                      <a:r>
                        <a:rPr lang="en-US" dirty="0"/>
                        <a:t>-0.37</a:t>
                      </a:r>
                      <a:endParaRPr lang="en-IN" dirty="0"/>
                    </a:p>
                  </a:txBody>
                  <a:tcPr/>
                </a:tc>
                <a:extLst>
                  <a:ext uri="{0D108BD9-81ED-4DB2-BD59-A6C34878D82A}">
                    <a16:rowId xmlns:a16="http://schemas.microsoft.com/office/drawing/2014/main" val="2346951370"/>
                  </a:ext>
                </a:extLst>
              </a:tr>
              <a:tr h="370840">
                <a:tc>
                  <a:txBody>
                    <a:bodyPr/>
                    <a:lstStyle/>
                    <a:p>
                      <a:r>
                        <a:rPr lang="en-US" dirty="0"/>
                        <a:t>TATA</a:t>
                      </a:r>
                      <a:endParaRPr lang="en-IN" dirty="0"/>
                    </a:p>
                  </a:txBody>
                  <a:tcPr/>
                </a:tc>
                <a:tc>
                  <a:txBody>
                    <a:bodyPr/>
                    <a:lstStyle/>
                    <a:p>
                      <a:pPr algn="r"/>
                      <a:r>
                        <a:rPr lang="en-US" dirty="0"/>
                        <a:t>-0.16</a:t>
                      </a:r>
                    </a:p>
                  </a:txBody>
                  <a:tcPr/>
                </a:tc>
                <a:extLst>
                  <a:ext uri="{0D108BD9-81ED-4DB2-BD59-A6C34878D82A}">
                    <a16:rowId xmlns:a16="http://schemas.microsoft.com/office/drawing/2014/main" val="3092916429"/>
                  </a:ext>
                </a:extLst>
              </a:tr>
              <a:tr h="370840">
                <a:tc>
                  <a:txBody>
                    <a:bodyPr/>
                    <a:lstStyle/>
                    <a:p>
                      <a:endParaRPr lang="en-IN" b="1" dirty="0"/>
                    </a:p>
                  </a:txBody>
                  <a:tcPr/>
                </a:tc>
                <a:tc>
                  <a:txBody>
                    <a:bodyPr/>
                    <a:lstStyle/>
                    <a:p>
                      <a:pPr algn="r"/>
                      <a:endParaRPr lang="en-US" b="1" dirty="0"/>
                    </a:p>
                  </a:txBody>
                  <a:tcPr/>
                </a:tc>
                <a:extLst>
                  <a:ext uri="{0D108BD9-81ED-4DB2-BD59-A6C34878D82A}">
                    <a16:rowId xmlns:a16="http://schemas.microsoft.com/office/drawing/2014/main" val="705462096"/>
                  </a:ext>
                </a:extLst>
              </a:tr>
              <a:tr h="370840">
                <a:tc>
                  <a:txBody>
                    <a:bodyPr/>
                    <a:lstStyle/>
                    <a:p>
                      <a:r>
                        <a:rPr lang="en-US" b="1" dirty="0"/>
                        <a:t>M Score </a:t>
                      </a:r>
                      <a:endParaRPr lang="en-IN" b="1" dirty="0"/>
                    </a:p>
                  </a:txBody>
                  <a:tcPr/>
                </a:tc>
                <a:tc>
                  <a:txBody>
                    <a:bodyPr/>
                    <a:lstStyle/>
                    <a:p>
                      <a:pPr algn="r"/>
                      <a:r>
                        <a:rPr lang="en-US" b="1" dirty="0"/>
                        <a:t>-2.27</a:t>
                      </a:r>
                    </a:p>
                  </a:txBody>
                  <a:tcPr/>
                </a:tc>
                <a:extLst>
                  <a:ext uri="{0D108BD9-81ED-4DB2-BD59-A6C34878D82A}">
                    <a16:rowId xmlns:a16="http://schemas.microsoft.com/office/drawing/2014/main" val="1608878203"/>
                  </a:ext>
                </a:extLst>
              </a:tr>
            </a:tbl>
          </a:graphicData>
        </a:graphic>
      </p:graphicFrame>
    </p:spTree>
    <p:extLst>
      <p:ext uri="{BB962C8B-B14F-4D97-AF65-F5344CB8AC3E}">
        <p14:creationId xmlns:p14="http://schemas.microsoft.com/office/powerpoint/2010/main" val="4156016301"/>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75F00-52D4-4FD4-C33E-593A647A4B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6BBB0F-EBD0-A2E7-420C-6D3AF60F1806}"/>
              </a:ext>
            </a:extLst>
          </p:cNvPr>
          <p:cNvSpPr>
            <a:spLocks noGrp="1"/>
          </p:cNvSpPr>
          <p:nvPr>
            <p:ph type="title"/>
          </p:nvPr>
        </p:nvSpPr>
        <p:spPr/>
        <p:txBody>
          <a:bodyPr/>
          <a:lstStyle/>
          <a:p>
            <a:pPr algn="ctr"/>
            <a:r>
              <a:rPr lang="en-US" b="1" dirty="0"/>
              <a:t> Inference in 2025 </a:t>
            </a:r>
            <a:endParaRPr lang="en-IN" b="1" dirty="0"/>
          </a:p>
        </p:txBody>
      </p:sp>
      <p:sp>
        <p:nvSpPr>
          <p:cNvPr id="3" name="Content Placeholder 2">
            <a:extLst>
              <a:ext uri="{FF2B5EF4-FFF2-40B4-BE49-F238E27FC236}">
                <a16:creationId xmlns:a16="http://schemas.microsoft.com/office/drawing/2014/main" id="{6EB12A9D-E5C3-C9DF-7246-C7512785DD8B}"/>
              </a:ext>
            </a:extLst>
          </p:cNvPr>
          <p:cNvSpPr>
            <a:spLocks noGrp="1"/>
          </p:cNvSpPr>
          <p:nvPr>
            <p:ph idx="1"/>
          </p:nvPr>
        </p:nvSpPr>
        <p:spPr/>
        <p:txBody>
          <a:bodyPr/>
          <a:lstStyle/>
          <a:p>
            <a:pPr marL="0" indent="0">
              <a:buNone/>
            </a:pPr>
            <a:r>
              <a:rPr lang="en-US" b="1" dirty="0"/>
              <a:t>If M score &gt;  -1.78 </a:t>
            </a:r>
            <a:r>
              <a:rPr lang="en-US" dirty="0"/>
              <a:t>, then firm is manipulating its financials</a:t>
            </a:r>
          </a:p>
          <a:p>
            <a:pPr marL="0" indent="0">
              <a:buNone/>
            </a:pPr>
            <a:endParaRPr lang="en-US" dirty="0"/>
          </a:p>
          <a:p>
            <a:pPr marL="0" indent="0">
              <a:buNone/>
            </a:pPr>
            <a:r>
              <a:rPr lang="en-US" b="1" dirty="0"/>
              <a:t>UTCL’s</a:t>
            </a:r>
            <a:r>
              <a:rPr lang="en-US" dirty="0"/>
              <a:t> M score is </a:t>
            </a:r>
            <a:r>
              <a:rPr lang="en-US" b="1" dirty="0"/>
              <a:t>-2.27, it is not manipulating its financials in 2025</a:t>
            </a:r>
            <a:endParaRPr lang="en-IN" b="1" dirty="0"/>
          </a:p>
        </p:txBody>
      </p:sp>
    </p:spTree>
    <p:extLst>
      <p:ext uri="{BB962C8B-B14F-4D97-AF65-F5344CB8AC3E}">
        <p14:creationId xmlns:p14="http://schemas.microsoft.com/office/powerpoint/2010/main" val="1828159543"/>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22A5F-EAC8-BC1E-B710-68BB8B8EFD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645049-4D22-D09F-0B02-4FCFBC85D728}"/>
              </a:ext>
            </a:extLst>
          </p:cNvPr>
          <p:cNvSpPr>
            <a:spLocks noGrp="1"/>
          </p:cNvSpPr>
          <p:nvPr>
            <p:ph type="title"/>
          </p:nvPr>
        </p:nvSpPr>
        <p:spPr>
          <a:xfrm>
            <a:off x="694508" y="247559"/>
            <a:ext cx="10515600" cy="1325563"/>
          </a:xfrm>
        </p:spPr>
        <p:txBody>
          <a:bodyPr/>
          <a:lstStyle/>
          <a:p>
            <a:r>
              <a:rPr lang="en-US" b="1" dirty="0" err="1"/>
              <a:t>Beneish</a:t>
            </a:r>
            <a:r>
              <a:rPr lang="en-US" b="1" dirty="0"/>
              <a:t> M Score  </a:t>
            </a:r>
            <a:r>
              <a:rPr lang="en-US" b="1" u="sng" dirty="0"/>
              <a:t>UTCL</a:t>
            </a:r>
            <a:r>
              <a:rPr lang="en-US" b="1" dirty="0"/>
              <a:t> -2024</a:t>
            </a:r>
            <a:endParaRPr lang="en-IN" b="1" dirty="0"/>
          </a:p>
        </p:txBody>
      </p:sp>
      <p:sp>
        <p:nvSpPr>
          <p:cNvPr id="3" name="Content Placeholder 2">
            <a:extLst>
              <a:ext uri="{FF2B5EF4-FFF2-40B4-BE49-F238E27FC236}">
                <a16:creationId xmlns:a16="http://schemas.microsoft.com/office/drawing/2014/main" id="{34B0B480-2579-7EF1-0B86-EBFE27B76BFD}"/>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648761443"/>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536C2-BD3B-C37D-AC60-97EE1BB2FF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597E65-B17D-A7B0-26DC-7BA05D4266C5}"/>
              </a:ext>
            </a:extLst>
          </p:cNvPr>
          <p:cNvSpPr>
            <a:spLocks noGrp="1"/>
          </p:cNvSpPr>
          <p:nvPr>
            <p:ph type="title"/>
          </p:nvPr>
        </p:nvSpPr>
        <p:spPr/>
        <p:txBody>
          <a:bodyPr/>
          <a:lstStyle/>
          <a:p>
            <a:pPr algn="ctr"/>
            <a:r>
              <a:rPr lang="en-US" b="1" dirty="0"/>
              <a:t>M Score</a:t>
            </a:r>
            <a:endParaRPr lang="en-IN" b="1" dirty="0"/>
          </a:p>
        </p:txBody>
      </p:sp>
      <p:sp>
        <p:nvSpPr>
          <p:cNvPr id="3" name="Content Placeholder 2">
            <a:extLst>
              <a:ext uri="{FF2B5EF4-FFF2-40B4-BE49-F238E27FC236}">
                <a16:creationId xmlns:a16="http://schemas.microsoft.com/office/drawing/2014/main" id="{CB7C04FA-4ADD-6833-733C-D35F925E5D38}"/>
              </a:ext>
            </a:extLst>
          </p:cNvPr>
          <p:cNvSpPr>
            <a:spLocks noGrp="1"/>
          </p:cNvSpPr>
          <p:nvPr>
            <p:ph idx="1"/>
          </p:nvPr>
        </p:nvSpPr>
        <p:spPr/>
        <p:txBody>
          <a:bodyPr>
            <a:normAutofit fontScale="92500"/>
          </a:bodyPr>
          <a:lstStyle/>
          <a:p>
            <a:pPr marL="0" indent="0">
              <a:buNone/>
            </a:pPr>
            <a:r>
              <a:rPr lang="en-US" dirty="0"/>
              <a:t> = -4.840</a:t>
            </a:r>
          </a:p>
          <a:p>
            <a:pPr marL="0" indent="0">
              <a:buNone/>
            </a:pPr>
            <a:r>
              <a:rPr lang="en-US" dirty="0"/>
              <a:t>+ 0.920 ( DSRI)</a:t>
            </a:r>
          </a:p>
          <a:p>
            <a:pPr marL="0" indent="0">
              <a:buNone/>
            </a:pPr>
            <a:r>
              <a:rPr lang="en-US" dirty="0"/>
              <a:t>+0.528 (GMI)</a:t>
            </a:r>
          </a:p>
          <a:p>
            <a:pPr marL="0" indent="0">
              <a:buNone/>
            </a:pPr>
            <a:r>
              <a:rPr lang="en-US" dirty="0"/>
              <a:t>+0.404 (AQ)                 </a:t>
            </a:r>
            <a:r>
              <a:rPr lang="en-US" b="1" dirty="0"/>
              <a:t>if M score &gt;  (-1.78) , then the firm is manipulating </a:t>
            </a:r>
          </a:p>
          <a:p>
            <a:pPr marL="0" indent="0">
              <a:buNone/>
            </a:pPr>
            <a:r>
              <a:rPr lang="en-US" dirty="0"/>
              <a:t>+0.892 (SGI)</a:t>
            </a:r>
          </a:p>
          <a:p>
            <a:pPr marL="0" indent="0">
              <a:buNone/>
            </a:pPr>
            <a:r>
              <a:rPr lang="en-US" dirty="0"/>
              <a:t>+0.115 (DEPI)</a:t>
            </a:r>
          </a:p>
          <a:p>
            <a:pPr marL="0" indent="0">
              <a:buNone/>
            </a:pPr>
            <a:r>
              <a:rPr lang="en-US" dirty="0"/>
              <a:t>-0.172 (SGAI)</a:t>
            </a:r>
          </a:p>
          <a:p>
            <a:pPr marL="0" indent="0">
              <a:buNone/>
            </a:pPr>
            <a:r>
              <a:rPr lang="en-US" dirty="0"/>
              <a:t>-0.327 (LVGI)</a:t>
            </a:r>
          </a:p>
          <a:p>
            <a:pPr marL="0" indent="0">
              <a:buNone/>
            </a:pPr>
            <a:r>
              <a:rPr lang="en-US" dirty="0"/>
              <a:t>+4.697 ( TATA)</a:t>
            </a:r>
            <a:endParaRPr lang="en-IN" dirty="0"/>
          </a:p>
        </p:txBody>
      </p:sp>
    </p:spTree>
    <p:extLst>
      <p:ext uri="{BB962C8B-B14F-4D97-AF65-F5344CB8AC3E}">
        <p14:creationId xmlns:p14="http://schemas.microsoft.com/office/powerpoint/2010/main" val="1584543134"/>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5447D-0393-8B86-6714-5305D53F3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7FB5B-6FDC-4233-8F65-063566E84339}"/>
              </a:ext>
            </a:extLst>
          </p:cNvPr>
          <p:cNvSpPr>
            <a:spLocks noGrp="1"/>
          </p:cNvSpPr>
          <p:nvPr>
            <p:ph type="title"/>
          </p:nvPr>
        </p:nvSpPr>
        <p:spPr/>
        <p:txBody>
          <a:bodyPr/>
          <a:lstStyle/>
          <a:p>
            <a:pPr algn="ctr"/>
            <a:r>
              <a:rPr lang="en-US" b="1" dirty="0"/>
              <a:t>1.What is the DSRI for </a:t>
            </a:r>
            <a:r>
              <a:rPr lang="en-US" b="1" u="sng" dirty="0"/>
              <a:t>UTCL in 2024</a:t>
            </a:r>
            <a:r>
              <a:rPr lang="en-US" b="1" dirty="0"/>
              <a:t>?</a:t>
            </a:r>
            <a:endParaRPr lang="en-IN" b="1" dirty="0"/>
          </a:p>
        </p:txBody>
      </p:sp>
      <p:sp>
        <p:nvSpPr>
          <p:cNvPr id="3" name="Content Placeholder 2">
            <a:extLst>
              <a:ext uri="{FF2B5EF4-FFF2-40B4-BE49-F238E27FC236}">
                <a16:creationId xmlns:a16="http://schemas.microsoft.com/office/drawing/2014/main" id="{ABE093B3-3F5C-BC85-A9D7-36538F2C33B5}"/>
              </a:ext>
            </a:extLst>
          </p:cNvPr>
          <p:cNvSpPr>
            <a:spLocks noGrp="1"/>
          </p:cNvSpPr>
          <p:nvPr>
            <p:ph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Net Receivable t / Sales t) /  ( Net Receivable t-1 / Sales t-1)</a:t>
            </a:r>
            <a:endPar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r>
              <a:rPr lang="en-IN" dirty="0"/>
              <a:t> = ( 4278  /  69810  )            /           ( 3867 /  62338)</a:t>
            </a:r>
          </a:p>
          <a:p>
            <a:pPr marL="0" indent="0">
              <a:buNone/>
            </a:pPr>
            <a:endParaRPr lang="en-IN" dirty="0"/>
          </a:p>
          <a:p>
            <a:pPr marL="0" indent="0">
              <a:buNone/>
            </a:pPr>
            <a:r>
              <a:rPr lang="en-IN" dirty="0"/>
              <a:t>=  (0.0613) / (0.0620) </a:t>
            </a:r>
          </a:p>
          <a:p>
            <a:pPr marL="0" indent="0">
              <a:buNone/>
            </a:pPr>
            <a:endParaRPr lang="en-IN" dirty="0"/>
          </a:p>
          <a:p>
            <a:pPr marL="0" indent="0">
              <a:buNone/>
            </a:pPr>
            <a:r>
              <a:rPr lang="en-IN" b="1" dirty="0"/>
              <a:t>= 0.9887</a:t>
            </a:r>
          </a:p>
          <a:p>
            <a:pPr marL="0" indent="0">
              <a:buNone/>
            </a:pPr>
            <a:endParaRPr lang="en-IN" dirty="0"/>
          </a:p>
          <a:p>
            <a:pPr marL="0" indent="0">
              <a:buNone/>
            </a:pPr>
            <a:r>
              <a:rPr lang="en-IN" dirty="0"/>
              <a:t>Weighted DSRI = 0.920 * 0.9887= </a:t>
            </a:r>
            <a:r>
              <a:rPr lang="en-IN" b="1" dirty="0"/>
              <a:t>0.91</a:t>
            </a:r>
          </a:p>
        </p:txBody>
      </p:sp>
    </p:spTree>
    <p:extLst>
      <p:ext uri="{BB962C8B-B14F-4D97-AF65-F5344CB8AC3E}">
        <p14:creationId xmlns:p14="http://schemas.microsoft.com/office/powerpoint/2010/main" val="3090760549"/>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0BCE0-3D79-62F3-E3FF-FC74E7EBEE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4604F0-53C6-BAC2-EC4E-82BB8326F57B}"/>
              </a:ext>
            </a:extLst>
          </p:cNvPr>
          <p:cNvSpPr>
            <a:spLocks noGrp="1"/>
          </p:cNvSpPr>
          <p:nvPr>
            <p:ph type="title"/>
          </p:nvPr>
        </p:nvSpPr>
        <p:spPr/>
        <p:txBody>
          <a:bodyPr/>
          <a:lstStyle/>
          <a:p>
            <a:pPr algn="ctr"/>
            <a:r>
              <a:rPr lang="en-US" b="1" dirty="0"/>
              <a:t>2. What is the GMI for </a:t>
            </a:r>
            <a:r>
              <a:rPr lang="en-US" b="1" u="sng" dirty="0"/>
              <a:t>UTCL in 2024</a:t>
            </a:r>
            <a:r>
              <a:rPr lang="en-US" b="1" dirty="0"/>
              <a:t>? </a:t>
            </a:r>
            <a:endParaRPr lang="en-IN" b="1" dirty="0"/>
          </a:p>
        </p:txBody>
      </p:sp>
      <p:sp>
        <p:nvSpPr>
          <p:cNvPr id="3" name="Content Placeholder 2">
            <a:extLst>
              <a:ext uri="{FF2B5EF4-FFF2-40B4-BE49-F238E27FC236}">
                <a16:creationId xmlns:a16="http://schemas.microsoft.com/office/drawing/2014/main" id="{80B9660C-4E36-42AC-A5BD-DDDF3DCCEE92}"/>
              </a:ext>
            </a:extLst>
          </p:cNvPr>
          <p:cNvSpPr>
            <a:spLocks noGrp="1"/>
          </p:cNvSpPr>
          <p:nvPr>
            <p:ph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Sales t-1  - COGS t-1 / Sales t-1)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Sales t  - COGS t / Sales 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[( 62338 -15342 )/ 62338] / [ ( 69810 -18086)/</a:t>
            </a:r>
            <a:r>
              <a:rPr lang="en-US" dirty="0">
                <a:solidFill>
                  <a:prstClr val="black"/>
                </a:solidFill>
                <a:latin typeface="Calibri" panose="020F0502020204030204"/>
              </a:rPr>
              <a:t> 69810</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0.7539/ 0.7409   =  </a:t>
            </a:r>
            <a:r>
              <a:rPr lang="en-US" b="1" dirty="0">
                <a:solidFill>
                  <a:prstClr val="black"/>
                </a:solidFill>
                <a:latin typeface="Calibri" panose="020F0502020204030204"/>
              </a:rPr>
              <a:t>1.0175</a:t>
            </a:r>
            <a:endPar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b="1" dirty="0">
                <a:solidFill>
                  <a:prstClr val="black"/>
                </a:solidFill>
                <a:latin typeface="Calibri" panose="020F0502020204030204"/>
              </a:rPr>
              <a:t> Weighted GMI  = 0.528* 1.0175 = 0.54</a:t>
            </a:r>
            <a:endParaRPr kumimoji="0" lang="en-IN" sz="2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IN" dirty="0"/>
          </a:p>
        </p:txBody>
      </p:sp>
    </p:spTree>
    <p:extLst>
      <p:ext uri="{BB962C8B-B14F-4D97-AF65-F5344CB8AC3E}">
        <p14:creationId xmlns:p14="http://schemas.microsoft.com/office/powerpoint/2010/main" val="2723896139"/>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4306D-1EC1-4EC4-7FFD-4A9768759C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73E6C5-912E-98A4-84AC-99C53F572392}"/>
              </a:ext>
            </a:extLst>
          </p:cNvPr>
          <p:cNvSpPr>
            <a:spLocks noGrp="1"/>
          </p:cNvSpPr>
          <p:nvPr>
            <p:ph type="title"/>
          </p:nvPr>
        </p:nvSpPr>
        <p:spPr/>
        <p:txBody>
          <a:bodyPr/>
          <a:lstStyle/>
          <a:p>
            <a:pPr algn="ctr"/>
            <a:r>
              <a:rPr lang="en-US" b="1" dirty="0"/>
              <a:t>3. What is the AQI for </a:t>
            </a:r>
            <a:r>
              <a:rPr lang="en-US" b="1" u="sng" dirty="0"/>
              <a:t>UTCL in 2024</a:t>
            </a:r>
            <a:r>
              <a:rPr lang="en-US" b="1" dirty="0"/>
              <a:t> ?</a:t>
            </a:r>
            <a:br>
              <a:rPr lang="en-US" b="1" dirty="0"/>
            </a:br>
            <a:r>
              <a:rPr lang="en-US" b="1" dirty="0"/>
              <a:t>(PPE= Tangible assets + Capital WIP)</a:t>
            </a:r>
            <a:endParaRPr lang="en-IN" b="1" dirty="0"/>
          </a:p>
        </p:txBody>
      </p:sp>
      <p:sp>
        <p:nvSpPr>
          <p:cNvPr id="3" name="Content Placeholder 2">
            <a:extLst>
              <a:ext uri="{FF2B5EF4-FFF2-40B4-BE49-F238E27FC236}">
                <a16:creationId xmlns:a16="http://schemas.microsoft.com/office/drawing/2014/main" id="{2B80BBAD-0299-CFDF-A279-E461277E729C}"/>
              </a:ext>
            </a:extLst>
          </p:cNvPr>
          <p:cNvSpPr>
            <a:spLocks noGrp="1"/>
          </p:cNvSpPr>
          <p:nvPr>
            <p:ph idx="1"/>
          </p:nvPr>
        </p:nvSpPr>
        <p:spPr/>
        <p:txBody>
          <a:bodyPr>
            <a:normAutofit fontScale="92500"/>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 ({ CA t +PPE t+ Securities t}/ TA 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 ({ CA t-1 +PPE t-1+ Securities t-1}/ TA t-1)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 ({ 23158 + </a:t>
            </a:r>
            <a:r>
              <a:rPr lang="en-US" dirty="0">
                <a:solidFill>
                  <a:prstClr val="black"/>
                </a:solidFill>
                <a:latin typeface="Calibri" panose="020F0502020204030204"/>
              </a:rPr>
              <a:t>51042</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lang="en-US" dirty="0">
                <a:solidFill>
                  <a:prstClr val="black"/>
                </a:solidFill>
                <a:latin typeface="Calibri" panose="020F0502020204030204"/>
              </a:rPr>
              <a:t>6783</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lang="en-US" dirty="0">
                <a:solidFill>
                  <a:prstClr val="black"/>
                </a:solidFill>
                <a:latin typeface="Calibri" panose="020F0502020204030204"/>
              </a:rPr>
              <a:t>2764</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lang="en-US" dirty="0">
                <a:solidFill>
                  <a:prstClr val="black"/>
                </a:solidFill>
                <a:latin typeface="Calibri" panose="020F0502020204030204"/>
              </a:rPr>
              <a:t>100802</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1- ({ </a:t>
            </a:r>
            <a:r>
              <a:rPr lang="en-US" dirty="0">
                <a:solidFill>
                  <a:prstClr val="black"/>
                </a:solidFill>
                <a:latin typeface="Calibri" panose="020F0502020204030204"/>
              </a:rPr>
              <a:t>20743</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+ 47671+4035 + 1460}/  91387)          = 0.1692 / 0.1913  = </a:t>
            </a:r>
            <a:r>
              <a:rPr lang="en-US" b="1" dirty="0">
                <a:solidFill>
                  <a:prstClr val="black"/>
                </a:solidFill>
                <a:latin typeface="Calibri" panose="020F0502020204030204"/>
              </a:rPr>
              <a:t>0.8845</a:t>
            </a:r>
            <a:endPar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b="1"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Weighted AQ = 0.404* </a:t>
            </a:r>
            <a:r>
              <a:rPr lang="en-US" b="1" dirty="0">
                <a:solidFill>
                  <a:prstClr val="black"/>
                </a:solidFill>
                <a:latin typeface="Calibri" panose="020F0502020204030204"/>
              </a:rPr>
              <a:t>0.8845</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 = 0.36</a:t>
            </a:r>
            <a:endParaRPr lang="en-IN" dirty="0"/>
          </a:p>
        </p:txBody>
      </p:sp>
    </p:spTree>
    <p:extLst>
      <p:ext uri="{BB962C8B-B14F-4D97-AF65-F5344CB8AC3E}">
        <p14:creationId xmlns:p14="http://schemas.microsoft.com/office/powerpoint/2010/main" val="3452650316"/>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4924C-C573-2685-52DE-1D1BCBCEB6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49DB3C-75E8-C46B-86AC-3411679C5139}"/>
              </a:ext>
            </a:extLst>
          </p:cNvPr>
          <p:cNvSpPr>
            <a:spLocks noGrp="1"/>
          </p:cNvSpPr>
          <p:nvPr>
            <p:ph type="title"/>
          </p:nvPr>
        </p:nvSpPr>
        <p:spPr/>
        <p:txBody>
          <a:bodyPr/>
          <a:lstStyle/>
          <a:p>
            <a:pPr algn="ctr"/>
            <a:r>
              <a:rPr lang="en-US" b="1" dirty="0"/>
              <a:t>4. What is Sales Growth Index ( SGI) for </a:t>
            </a:r>
            <a:r>
              <a:rPr lang="en-US" b="1" u="sng" dirty="0"/>
              <a:t>UTCL in 2024</a:t>
            </a:r>
            <a:r>
              <a:rPr lang="en-US" b="1" dirty="0"/>
              <a:t>?</a:t>
            </a:r>
            <a:endParaRPr lang="en-IN" b="1" dirty="0"/>
          </a:p>
        </p:txBody>
      </p:sp>
      <p:sp>
        <p:nvSpPr>
          <p:cNvPr id="3" name="Content Placeholder 2">
            <a:extLst>
              <a:ext uri="{FF2B5EF4-FFF2-40B4-BE49-F238E27FC236}">
                <a16:creationId xmlns:a16="http://schemas.microsoft.com/office/drawing/2014/main" id="{10D15BAD-5C81-CE4A-BD60-691D2111F95E}"/>
              </a:ext>
            </a:extLst>
          </p:cNvPr>
          <p:cNvSpPr>
            <a:spLocks noGrp="1"/>
          </p:cNvSpPr>
          <p:nvPr>
            <p:ph idx="1"/>
          </p:nvPr>
        </p:nvSpPr>
        <p:spPr/>
        <p:txBody>
          <a:bodyPr/>
          <a:lstStyle/>
          <a:p>
            <a:pPr marL="0" indent="0">
              <a:buNone/>
            </a:pPr>
            <a:r>
              <a:rPr lang="en-US" dirty="0"/>
              <a:t>= Sales t  /  Sales t-1</a:t>
            </a:r>
          </a:p>
          <a:p>
            <a:pPr marL="0" indent="0">
              <a:buNone/>
            </a:pPr>
            <a:endParaRPr lang="en-US" dirty="0"/>
          </a:p>
          <a:p>
            <a:pPr marL="0" indent="0">
              <a:buNone/>
            </a:pPr>
            <a:r>
              <a:rPr lang="en-US" dirty="0"/>
              <a:t>= 69810 /  62338  = 1.1199</a:t>
            </a:r>
          </a:p>
          <a:p>
            <a:pPr marL="0" indent="0">
              <a:buNone/>
            </a:pPr>
            <a:endParaRPr lang="en-US" dirty="0"/>
          </a:p>
          <a:p>
            <a:pPr marL="0" indent="0">
              <a:buNone/>
            </a:pPr>
            <a:r>
              <a:rPr lang="en-US" b="1" dirty="0"/>
              <a:t>Weighted SGI </a:t>
            </a:r>
            <a:r>
              <a:rPr lang="en-US" dirty="0"/>
              <a:t>= 0.892* 1.1199</a:t>
            </a:r>
          </a:p>
          <a:p>
            <a:pPr marL="0" indent="0">
              <a:buNone/>
            </a:pPr>
            <a:r>
              <a:rPr lang="en-US" dirty="0"/>
              <a:t>                         = </a:t>
            </a:r>
            <a:r>
              <a:rPr lang="en-US" b="1" dirty="0"/>
              <a:t>1.00</a:t>
            </a:r>
            <a:endParaRPr lang="en-IN" b="1" dirty="0"/>
          </a:p>
        </p:txBody>
      </p:sp>
    </p:spTree>
    <p:extLst>
      <p:ext uri="{BB962C8B-B14F-4D97-AF65-F5344CB8AC3E}">
        <p14:creationId xmlns:p14="http://schemas.microsoft.com/office/powerpoint/2010/main" val="647314664"/>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6B4C4-F173-369A-E055-14D4E99C9D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AF6D99-D7A2-E92A-80F8-8F71C14E7122}"/>
              </a:ext>
            </a:extLst>
          </p:cNvPr>
          <p:cNvSpPr>
            <a:spLocks noGrp="1"/>
          </p:cNvSpPr>
          <p:nvPr>
            <p:ph type="title"/>
          </p:nvPr>
        </p:nvSpPr>
        <p:spPr/>
        <p:txBody>
          <a:bodyPr>
            <a:normAutofit fontScale="90000"/>
          </a:bodyPr>
          <a:lstStyle/>
          <a:p>
            <a:pPr algn="ctr"/>
            <a:r>
              <a:rPr lang="en-US" b="1" dirty="0"/>
              <a:t>5. What is the Depreciation Index ( DEPI) for </a:t>
            </a:r>
            <a:r>
              <a:rPr lang="en-US" b="1" u="sng" dirty="0"/>
              <a:t>UTCL in 2024 </a:t>
            </a:r>
            <a:r>
              <a:rPr lang="en-US" b="1" dirty="0"/>
              <a:t>?( PPE here = </a:t>
            </a:r>
            <a:r>
              <a:rPr lang="en-US" b="1" dirty="0" err="1"/>
              <a:t>Tang.assets</a:t>
            </a:r>
            <a:r>
              <a:rPr lang="en-US" b="1" dirty="0"/>
              <a:t> + </a:t>
            </a:r>
            <a:r>
              <a:rPr lang="en-US" b="1" dirty="0" err="1"/>
              <a:t>Intang.assets</a:t>
            </a:r>
            <a:r>
              <a:rPr lang="en-US" b="1" dirty="0"/>
              <a:t>)</a:t>
            </a:r>
            <a:endParaRPr lang="en-IN" b="1" dirty="0"/>
          </a:p>
        </p:txBody>
      </p:sp>
      <p:sp>
        <p:nvSpPr>
          <p:cNvPr id="3" name="Content Placeholder 2">
            <a:extLst>
              <a:ext uri="{FF2B5EF4-FFF2-40B4-BE49-F238E27FC236}">
                <a16:creationId xmlns:a16="http://schemas.microsoft.com/office/drawing/2014/main" id="{59B451B6-FBDB-7408-123F-FF4BE3842512}"/>
              </a:ext>
            </a:extLst>
          </p:cNvPr>
          <p:cNvSpPr>
            <a:spLocks noGrp="1"/>
          </p:cNvSpPr>
          <p:nvPr>
            <p:ph idx="1"/>
          </p:nvPr>
        </p:nvSpPr>
        <p:spPr/>
        <p:txBody>
          <a:bodyPr/>
          <a:lstStyle/>
          <a:p>
            <a:pPr marL="0" indent="0">
              <a:buNone/>
            </a:pPr>
            <a:r>
              <a:rPr lang="en-US" dirty="0"/>
              <a:t> ( Dep t-1 / {PPE t-1 +Dep t-1})</a:t>
            </a:r>
          </a:p>
          <a:p>
            <a:pPr marL="0" indent="0">
              <a:buNone/>
            </a:pPr>
            <a:r>
              <a:rPr lang="en-US" dirty="0"/>
              <a:t>                    /</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Dep t / {PPE t +Dep t})</a:t>
            </a:r>
          </a:p>
          <a:p>
            <a:pPr marL="0" indent="0">
              <a:buNone/>
            </a:pPr>
            <a:endParaRPr lang="en-US" dirty="0">
              <a:solidFill>
                <a:prstClr val="black"/>
              </a:solidFill>
              <a:latin typeface="Calibri" panose="020F0502020204030204"/>
            </a:endParaRPr>
          </a:p>
          <a:p>
            <a:pPr marL="0" indent="0">
              <a:buNone/>
            </a:pPr>
            <a:r>
              <a:rPr lang="en-US" dirty="0">
                <a:solidFill>
                  <a:prstClr val="black"/>
                </a:solidFill>
                <a:latin typeface="Calibri" panose="020F0502020204030204"/>
              </a:rPr>
              <a:t>= {2888 /  47671 +5579+2888} /  {3145 / 51042 +5490+3145}   = 0.0514 /0.0527 = </a:t>
            </a:r>
            <a:r>
              <a:rPr lang="en-US" b="1" dirty="0">
                <a:solidFill>
                  <a:prstClr val="black"/>
                </a:solidFill>
                <a:latin typeface="Calibri" panose="020F0502020204030204"/>
              </a:rPr>
              <a:t>0.9753</a:t>
            </a:r>
          </a:p>
          <a:p>
            <a:pPr marL="0" indent="0">
              <a:buNone/>
            </a:pPr>
            <a:endParaRPr lang="en-US" dirty="0">
              <a:solidFill>
                <a:prstClr val="black"/>
              </a:solidFill>
              <a:latin typeface="Calibri" panose="020F0502020204030204"/>
            </a:endParaRPr>
          </a:p>
          <a:p>
            <a:pPr marL="0" indent="0">
              <a:buNone/>
            </a:pPr>
            <a:r>
              <a:rPr lang="en-US" b="1" dirty="0">
                <a:solidFill>
                  <a:prstClr val="black"/>
                </a:solidFill>
                <a:latin typeface="Calibri" panose="020F0502020204030204"/>
              </a:rPr>
              <a:t>Weighted DEPI </a:t>
            </a:r>
            <a:r>
              <a:rPr lang="en-US" dirty="0">
                <a:solidFill>
                  <a:prstClr val="black"/>
                </a:solidFill>
                <a:latin typeface="Calibri" panose="020F0502020204030204"/>
              </a:rPr>
              <a:t>= 0.115*0.9753  </a:t>
            </a:r>
            <a:r>
              <a:rPr lang="en-US" b="1" dirty="0">
                <a:solidFill>
                  <a:prstClr val="black"/>
                </a:solidFill>
                <a:latin typeface="Calibri" panose="020F0502020204030204"/>
              </a:rPr>
              <a:t>=  0.11</a:t>
            </a:r>
            <a:endParaRPr lang="en-IN" b="1" dirty="0"/>
          </a:p>
        </p:txBody>
      </p:sp>
    </p:spTree>
    <p:extLst>
      <p:ext uri="{BB962C8B-B14F-4D97-AF65-F5344CB8AC3E}">
        <p14:creationId xmlns:p14="http://schemas.microsoft.com/office/powerpoint/2010/main" val="1605699326"/>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5EC5A-155C-3EB7-505F-27166C1514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9D5EE5-54F2-E6EB-84C3-69979DBC848D}"/>
              </a:ext>
            </a:extLst>
          </p:cNvPr>
          <p:cNvSpPr>
            <a:spLocks noGrp="1"/>
          </p:cNvSpPr>
          <p:nvPr>
            <p:ph type="title"/>
          </p:nvPr>
        </p:nvSpPr>
        <p:spPr/>
        <p:txBody>
          <a:bodyPr/>
          <a:lstStyle/>
          <a:p>
            <a:pPr algn="ctr"/>
            <a:r>
              <a:rPr lang="en-US" b="1" dirty="0"/>
              <a:t>6. What is the SGA expense Index (  SGAI) for </a:t>
            </a:r>
            <a:r>
              <a:rPr lang="en-US" b="1" u="sng" dirty="0"/>
              <a:t>UTCL in 2024</a:t>
            </a:r>
            <a:r>
              <a:rPr lang="en-US" b="1" dirty="0"/>
              <a:t>?</a:t>
            </a:r>
            <a:endParaRPr lang="en-IN" b="1" dirty="0"/>
          </a:p>
        </p:txBody>
      </p:sp>
      <p:sp>
        <p:nvSpPr>
          <p:cNvPr id="3" name="Content Placeholder 2">
            <a:extLst>
              <a:ext uri="{FF2B5EF4-FFF2-40B4-BE49-F238E27FC236}">
                <a16:creationId xmlns:a16="http://schemas.microsoft.com/office/drawing/2014/main" id="{9B3FE569-EEFF-0A89-C890-90403E49D293}"/>
              </a:ext>
            </a:extLst>
          </p:cNvPr>
          <p:cNvSpPr>
            <a:spLocks noGrp="1"/>
          </p:cNvSpPr>
          <p:nvPr>
            <p:ph idx="1"/>
          </p:nvPr>
        </p:nvSpPr>
        <p:spPr/>
        <p:txBody>
          <a:bodyPr/>
          <a:lstStyle/>
          <a:p>
            <a:pPr marL="0" indent="0">
              <a:buNone/>
            </a:pPr>
            <a:r>
              <a:rPr lang="en-US" dirty="0"/>
              <a:t>= ( SGA expense t/ Sales t) / (SGA expense t-1/ Sales t-1)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SGA expenses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Other expenses </a:t>
            </a:r>
            <a:endPar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US" dirty="0"/>
          </a:p>
          <a:p>
            <a:pPr marL="0" indent="0">
              <a:buNone/>
            </a:pPr>
            <a:r>
              <a:rPr lang="en-US" dirty="0"/>
              <a:t>= (42999 / 69810 ) /  ( 40166/ 62338)  = 0.6159/ 0.6443  = </a:t>
            </a:r>
            <a:r>
              <a:rPr lang="en-US" b="1" dirty="0"/>
              <a:t>0.9559</a:t>
            </a:r>
          </a:p>
          <a:p>
            <a:pPr marL="0" indent="0">
              <a:buNone/>
            </a:pPr>
            <a:endParaRPr lang="en-US" b="1" dirty="0"/>
          </a:p>
          <a:p>
            <a:pPr marL="0" indent="0">
              <a:buNone/>
            </a:pPr>
            <a:r>
              <a:rPr lang="en-US" b="1" dirty="0"/>
              <a:t>Weighted SGAI =  -0.172 * 0.9559  = -0.16</a:t>
            </a:r>
            <a:endParaRPr lang="en-IN" b="1" dirty="0"/>
          </a:p>
        </p:txBody>
      </p:sp>
    </p:spTree>
    <p:extLst>
      <p:ext uri="{BB962C8B-B14F-4D97-AF65-F5344CB8AC3E}">
        <p14:creationId xmlns:p14="http://schemas.microsoft.com/office/powerpoint/2010/main" val="227829962"/>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6F3C5-8080-8FB7-405E-0A25FB674C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27856E-DB4C-AD41-600B-08FEF7D4F7D6}"/>
              </a:ext>
            </a:extLst>
          </p:cNvPr>
          <p:cNvSpPr>
            <a:spLocks noGrp="1"/>
          </p:cNvSpPr>
          <p:nvPr>
            <p:ph type="title"/>
          </p:nvPr>
        </p:nvSpPr>
        <p:spPr/>
        <p:txBody>
          <a:bodyPr/>
          <a:lstStyle/>
          <a:p>
            <a:pPr algn="ctr"/>
            <a:r>
              <a:rPr lang="en-US" b="1" dirty="0"/>
              <a:t>7.What is the Leverage Index ( LVGI) for  </a:t>
            </a:r>
            <a:r>
              <a:rPr lang="en-US" b="1" u="sng" dirty="0"/>
              <a:t>UTCL in 2024</a:t>
            </a:r>
            <a:r>
              <a:rPr lang="en-US" b="1" dirty="0"/>
              <a:t>?</a:t>
            </a:r>
            <a:endParaRPr lang="en-IN" b="1" dirty="0"/>
          </a:p>
        </p:txBody>
      </p:sp>
      <p:sp>
        <p:nvSpPr>
          <p:cNvPr id="3" name="Content Placeholder 2">
            <a:extLst>
              <a:ext uri="{FF2B5EF4-FFF2-40B4-BE49-F238E27FC236}">
                <a16:creationId xmlns:a16="http://schemas.microsoft.com/office/drawing/2014/main" id="{B81FF477-8714-49E7-7A97-7BDC89B7740C}"/>
              </a:ext>
            </a:extLst>
          </p:cNvPr>
          <p:cNvSpPr>
            <a:spLocks noGrp="1"/>
          </p:cNvSpPr>
          <p:nvPr>
            <p:ph idx="1"/>
          </p:nvPr>
        </p:nvSpPr>
        <p:spPr/>
        <p:txBody>
          <a:bodyPr>
            <a:normAutofit lnSpcReduction="10000"/>
          </a:bodyPr>
          <a:lstStyle/>
          <a:p>
            <a:pPr marL="0" indent="0">
              <a:buNone/>
            </a:pPr>
            <a:endParaRPr lang="en-US" dirty="0"/>
          </a:p>
          <a:p>
            <a:pPr marL="0" indent="0">
              <a:buNone/>
            </a:pPr>
            <a:r>
              <a:rPr lang="en-IN" dirty="0"/>
              <a:t>= ( {CL t+ TLTD t }/ TA t)</a:t>
            </a:r>
          </a:p>
          <a:p>
            <a:pPr marL="0" indent="0">
              <a:buNone/>
            </a:pPr>
            <a:r>
              <a:rPr lang="en-IN" dirty="0"/>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 {CL t-1+ TLTD t-1 }/ TA t-1)</a:t>
            </a:r>
          </a:p>
          <a:p>
            <a:pPr marL="0" indent="0">
              <a:buNone/>
            </a:pPr>
            <a:endParaRPr lang="en-IN" dirty="0"/>
          </a:p>
          <a:p>
            <a:pPr marL="0" indent="0">
              <a:buNone/>
            </a:pPr>
            <a:r>
              <a:rPr lang="en-IN" dirty="0"/>
              <a:t>= ( {26906+5308}/ 100802 )  /  ( {23432+5356}/ 91387 ) </a:t>
            </a:r>
          </a:p>
          <a:p>
            <a:pPr marL="0" indent="0">
              <a:buNone/>
            </a:pPr>
            <a:r>
              <a:rPr lang="en-IN" dirty="0"/>
              <a:t>= 0.3196/0.3150 = </a:t>
            </a:r>
            <a:r>
              <a:rPr lang="en-IN" b="1" dirty="0"/>
              <a:t>1.0146</a:t>
            </a:r>
          </a:p>
          <a:p>
            <a:pPr marL="0" indent="0">
              <a:buNone/>
            </a:pPr>
            <a:endParaRPr lang="en-IN" b="1" dirty="0"/>
          </a:p>
          <a:p>
            <a:pPr marL="0" indent="0">
              <a:buNone/>
            </a:pPr>
            <a:r>
              <a:rPr lang="en-IN" b="1" dirty="0"/>
              <a:t>Weighted LVGI = -0.327 * 1.0146 = -0.33</a:t>
            </a:r>
          </a:p>
        </p:txBody>
      </p:sp>
    </p:spTree>
    <p:extLst>
      <p:ext uri="{BB962C8B-B14F-4D97-AF65-F5344CB8AC3E}">
        <p14:creationId xmlns:p14="http://schemas.microsoft.com/office/powerpoint/2010/main" val="1275847341"/>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A6731-309B-58E7-B6BC-037DEA78F6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6D5B00-EEB4-B31F-E49A-F398A0D7CA33}"/>
              </a:ext>
            </a:extLst>
          </p:cNvPr>
          <p:cNvSpPr>
            <a:spLocks noGrp="1"/>
          </p:cNvSpPr>
          <p:nvPr>
            <p:ph type="title"/>
          </p:nvPr>
        </p:nvSpPr>
        <p:spPr/>
        <p:txBody>
          <a:bodyPr/>
          <a:lstStyle/>
          <a:p>
            <a:pPr algn="ctr"/>
            <a:r>
              <a:rPr lang="en-US" b="1" dirty="0"/>
              <a:t>8. What is the Total Accruals to Total Assets (TATA) for </a:t>
            </a:r>
            <a:r>
              <a:rPr lang="en-US" b="1" u="sng" dirty="0"/>
              <a:t>UTCL in 2024</a:t>
            </a:r>
            <a:r>
              <a:rPr lang="en-US" b="1" dirty="0"/>
              <a:t>?</a:t>
            </a:r>
            <a:endParaRPr lang="en-IN" b="1" dirty="0"/>
          </a:p>
        </p:txBody>
      </p:sp>
      <p:sp>
        <p:nvSpPr>
          <p:cNvPr id="3" name="Content Placeholder 2">
            <a:extLst>
              <a:ext uri="{FF2B5EF4-FFF2-40B4-BE49-F238E27FC236}">
                <a16:creationId xmlns:a16="http://schemas.microsoft.com/office/drawing/2014/main" id="{5E390063-BDA0-BC10-B25D-0B1DB669E2E7}"/>
              </a:ext>
            </a:extLst>
          </p:cNvPr>
          <p:cNvSpPr>
            <a:spLocks noGrp="1"/>
          </p:cNvSpPr>
          <p:nvPr>
            <p:ph idx="1"/>
          </p:nvPr>
        </p:nvSpPr>
        <p:spPr/>
        <p:txBody>
          <a:bodyPr/>
          <a:lstStyle/>
          <a:p>
            <a:pPr marL="0" indent="0">
              <a:buNone/>
            </a:pPr>
            <a:r>
              <a:rPr lang="en-US" dirty="0"/>
              <a:t>= </a:t>
            </a:r>
          </a:p>
          <a:p>
            <a:pPr marL="0" indent="0">
              <a:buNone/>
            </a:pPr>
            <a:r>
              <a:rPr lang="en-US" dirty="0"/>
              <a:t>(Income from Continuing Operations t-CFO t ) / TA t</a:t>
            </a:r>
          </a:p>
          <a:p>
            <a:pPr marL="0" indent="0">
              <a:buNone/>
            </a:pPr>
            <a:endParaRPr lang="en-US" dirty="0"/>
          </a:p>
          <a:p>
            <a:pPr marL="0" indent="0">
              <a:buNone/>
            </a:pPr>
            <a:r>
              <a:rPr lang="en-US" dirty="0"/>
              <a:t>= (6982- 10898)  /  100802     = -0.0388</a:t>
            </a:r>
          </a:p>
          <a:p>
            <a:pPr marL="0" indent="0">
              <a:buNone/>
            </a:pPr>
            <a:endParaRPr lang="en-US" dirty="0"/>
          </a:p>
          <a:p>
            <a:pPr marL="0" indent="0">
              <a:buNone/>
            </a:pPr>
            <a:r>
              <a:rPr lang="en-US" b="1" dirty="0"/>
              <a:t>Weighted TATA  </a:t>
            </a:r>
            <a:r>
              <a:rPr lang="en-US" dirty="0"/>
              <a:t>= 4.697 *(-0.0388)  = </a:t>
            </a:r>
            <a:r>
              <a:rPr lang="en-US" b="1" dirty="0"/>
              <a:t>-0.18</a:t>
            </a:r>
            <a:endParaRPr lang="en-IN" dirty="0"/>
          </a:p>
        </p:txBody>
      </p:sp>
    </p:spTree>
    <p:extLst>
      <p:ext uri="{BB962C8B-B14F-4D97-AF65-F5344CB8AC3E}">
        <p14:creationId xmlns:p14="http://schemas.microsoft.com/office/powerpoint/2010/main" val="756737120"/>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6CB7F-F822-2238-06BE-8584FC5516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3EF257-F2DE-66C9-CF4E-93536DD7AE3E}"/>
              </a:ext>
            </a:extLst>
          </p:cNvPr>
          <p:cNvSpPr>
            <a:spLocks noGrp="1"/>
          </p:cNvSpPr>
          <p:nvPr>
            <p:ph type="title"/>
          </p:nvPr>
        </p:nvSpPr>
        <p:spPr/>
        <p:txBody>
          <a:bodyPr/>
          <a:lstStyle/>
          <a:p>
            <a:r>
              <a:rPr lang="en-US" dirty="0"/>
              <a:t>Figures for </a:t>
            </a:r>
            <a:r>
              <a:rPr lang="en-US" b="1" u="sng" dirty="0"/>
              <a:t>UTCL </a:t>
            </a:r>
            <a:r>
              <a:rPr lang="en-US" dirty="0"/>
              <a:t>&amp; Inferences in 2024 </a:t>
            </a:r>
            <a:endParaRPr lang="en-IN" dirty="0"/>
          </a:p>
        </p:txBody>
      </p:sp>
      <p:graphicFrame>
        <p:nvGraphicFramePr>
          <p:cNvPr id="4" name="Table 4">
            <a:extLst>
              <a:ext uri="{FF2B5EF4-FFF2-40B4-BE49-F238E27FC236}">
                <a16:creationId xmlns:a16="http://schemas.microsoft.com/office/drawing/2014/main" id="{DDEC235D-10F2-5765-9D4A-7DED6DE03C9D}"/>
              </a:ext>
            </a:extLst>
          </p:cNvPr>
          <p:cNvGraphicFramePr>
            <a:graphicFrameLocks noGrp="1"/>
          </p:cNvGraphicFramePr>
          <p:nvPr>
            <p:ph idx="1"/>
          </p:nvPr>
        </p:nvGraphicFramePr>
        <p:xfrm>
          <a:off x="838200" y="1825625"/>
          <a:ext cx="10515600" cy="4394200"/>
        </p:xfrm>
        <a:graphic>
          <a:graphicData uri="http://schemas.openxmlformats.org/drawingml/2006/table">
            <a:tbl>
              <a:tblPr firstRow="1" bandRow="1">
                <a:tableStyleId>{93296810-A885-4BE3-A3E7-6D5BEEA58F35}</a:tableStyleId>
              </a:tblPr>
              <a:tblGrid>
                <a:gridCol w="2103120">
                  <a:extLst>
                    <a:ext uri="{9D8B030D-6E8A-4147-A177-3AD203B41FA5}">
                      <a16:colId xmlns:a16="http://schemas.microsoft.com/office/drawing/2014/main" val="1964040091"/>
                    </a:ext>
                  </a:extLst>
                </a:gridCol>
                <a:gridCol w="2103120">
                  <a:extLst>
                    <a:ext uri="{9D8B030D-6E8A-4147-A177-3AD203B41FA5}">
                      <a16:colId xmlns:a16="http://schemas.microsoft.com/office/drawing/2014/main" val="3825861203"/>
                    </a:ext>
                  </a:extLst>
                </a:gridCol>
                <a:gridCol w="2103120">
                  <a:extLst>
                    <a:ext uri="{9D8B030D-6E8A-4147-A177-3AD203B41FA5}">
                      <a16:colId xmlns:a16="http://schemas.microsoft.com/office/drawing/2014/main" val="1015777851"/>
                    </a:ext>
                  </a:extLst>
                </a:gridCol>
                <a:gridCol w="2103120">
                  <a:extLst>
                    <a:ext uri="{9D8B030D-6E8A-4147-A177-3AD203B41FA5}">
                      <a16:colId xmlns:a16="http://schemas.microsoft.com/office/drawing/2014/main" val="2025075330"/>
                    </a:ext>
                  </a:extLst>
                </a:gridCol>
                <a:gridCol w="2103120">
                  <a:extLst>
                    <a:ext uri="{9D8B030D-6E8A-4147-A177-3AD203B41FA5}">
                      <a16:colId xmlns:a16="http://schemas.microsoft.com/office/drawing/2014/main" val="3084581915"/>
                    </a:ext>
                  </a:extLst>
                </a:gridCol>
              </a:tblGrid>
              <a:tr h="370840">
                <a:tc>
                  <a:txBody>
                    <a:bodyPr/>
                    <a:lstStyle/>
                    <a:p>
                      <a:r>
                        <a:rPr lang="en-US" dirty="0"/>
                        <a:t>Variable</a:t>
                      </a:r>
                      <a:endParaRPr lang="en-IN" dirty="0"/>
                    </a:p>
                  </a:txBody>
                  <a:tcPr/>
                </a:tc>
                <a:tc>
                  <a:txBody>
                    <a:bodyPr/>
                    <a:lstStyle/>
                    <a:p>
                      <a:r>
                        <a:rPr lang="en-US" dirty="0"/>
                        <a:t>Expectation</a:t>
                      </a:r>
                      <a:endParaRPr lang="en-IN" dirty="0"/>
                    </a:p>
                  </a:txBody>
                  <a:tcPr/>
                </a:tc>
                <a:tc>
                  <a:txBody>
                    <a:bodyPr/>
                    <a:lstStyle/>
                    <a:p>
                      <a:r>
                        <a:rPr lang="en-US" dirty="0" err="1"/>
                        <a:t>C.Year</a:t>
                      </a:r>
                      <a:endParaRPr lang="en-IN" dirty="0"/>
                    </a:p>
                  </a:txBody>
                  <a:tcPr/>
                </a:tc>
                <a:tc>
                  <a:txBody>
                    <a:bodyPr/>
                    <a:lstStyle/>
                    <a:p>
                      <a:r>
                        <a:rPr lang="en-US" dirty="0" err="1"/>
                        <a:t>Prev.year</a:t>
                      </a:r>
                      <a:endParaRPr lang="en-IN" dirty="0"/>
                    </a:p>
                  </a:txBody>
                  <a:tcPr/>
                </a:tc>
                <a:tc>
                  <a:txBody>
                    <a:bodyPr/>
                    <a:lstStyle/>
                    <a:p>
                      <a:r>
                        <a:rPr lang="en-US" dirty="0"/>
                        <a:t>Inference </a:t>
                      </a:r>
                      <a:endParaRPr lang="en-IN" dirty="0"/>
                    </a:p>
                  </a:txBody>
                  <a:tcPr/>
                </a:tc>
                <a:extLst>
                  <a:ext uri="{0D108BD9-81ED-4DB2-BD59-A6C34878D82A}">
                    <a16:rowId xmlns:a16="http://schemas.microsoft.com/office/drawing/2014/main" val="3285547125"/>
                  </a:ext>
                </a:extLst>
              </a:tr>
              <a:tr h="370840">
                <a:tc>
                  <a:txBody>
                    <a:bodyPr/>
                    <a:lstStyle/>
                    <a:p>
                      <a:r>
                        <a:rPr lang="en-US" b="0" dirty="0"/>
                        <a:t>1. DSRI</a:t>
                      </a:r>
                      <a:endParaRPr lang="en-IN" b="0" dirty="0"/>
                    </a:p>
                  </a:txBody>
                  <a:tcPr/>
                </a:tc>
                <a:tc>
                  <a:txBody>
                    <a:bodyPr/>
                    <a:lstStyle/>
                    <a:p>
                      <a:r>
                        <a:rPr lang="en-US" dirty="0" err="1"/>
                        <a:t>C.Year</a:t>
                      </a:r>
                      <a:r>
                        <a:rPr lang="en-US" dirty="0"/>
                        <a:t> to be lower</a:t>
                      </a:r>
                      <a:endParaRPr lang="en-IN" dirty="0"/>
                    </a:p>
                  </a:txBody>
                  <a:tcPr/>
                </a:tc>
                <a:tc>
                  <a:txBody>
                    <a:bodyPr/>
                    <a:lstStyle/>
                    <a:p>
                      <a:r>
                        <a:rPr lang="en-IN" sz="2400" b="0" dirty="0"/>
                        <a:t>0.0613</a:t>
                      </a:r>
                    </a:p>
                  </a:txBody>
                  <a:tcPr/>
                </a:tc>
                <a:tc>
                  <a:txBody>
                    <a:bodyPr/>
                    <a:lstStyle/>
                    <a:p>
                      <a:r>
                        <a:rPr lang="en-IN" sz="2400" b="1" dirty="0"/>
                        <a:t>0.0620</a:t>
                      </a:r>
                    </a:p>
                  </a:txBody>
                  <a:tcPr/>
                </a:tc>
                <a:tc>
                  <a:txBody>
                    <a:bodyPr/>
                    <a:lstStyle/>
                    <a:p>
                      <a:r>
                        <a:rPr lang="en-US" b="0" dirty="0"/>
                        <a:t>Non-Manipulative</a:t>
                      </a:r>
                      <a:endParaRPr lang="en-IN" b="0" dirty="0"/>
                    </a:p>
                  </a:txBody>
                  <a:tcPr/>
                </a:tc>
                <a:extLst>
                  <a:ext uri="{0D108BD9-81ED-4DB2-BD59-A6C34878D82A}">
                    <a16:rowId xmlns:a16="http://schemas.microsoft.com/office/drawing/2014/main" val="3621002685"/>
                  </a:ext>
                </a:extLst>
              </a:tr>
              <a:tr h="370840">
                <a:tc>
                  <a:txBody>
                    <a:bodyPr/>
                    <a:lstStyle/>
                    <a:p>
                      <a:r>
                        <a:rPr lang="en-US" b="1" dirty="0"/>
                        <a:t>2. GMI</a:t>
                      </a:r>
                      <a:endParaRPr lang="en-IN" b="1" dirty="0"/>
                    </a:p>
                  </a:txBody>
                  <a:tcPr/>
                </a:tc>
                <a:tc>
                  <a:txBody>
                    <a:bodyPr/>
                    <a:lstStyle/>
                    <a:p>
                      <a:r>
                        <a:rPr lang="en-US" dirty="0" err="1"/>
                        <a:t>c.Year</a:t>
                      </a:r>
                      <a:r>
                        <a:rPr lang="en-US" dirty="0"/>
                        <a:t> GPM to be higher</a:t>
                      </a:r>
                      <a:endParaRPr lang="en-IN" dirty="0"/>
                    </a:p>
                  </a:txBody>
                  <a:tcPr/>
                </a:tc>
                <a:tc>
                  <a:txBody>
                    <a:bodyPr/>
                    <a:lstStyle/>
                    <a:p>
                      <a:r>
                        <a:rPr kumimoji="0" lang="en-US" sz="2400" b="1" i="0" u="none" strike="noStrike" kern="1200" cap="none" spc="0" normalizeH="0" baseline="0" noProof="0" dirty="0">
                          <a:ln>
                            <a:noFill/>
                          </a:ln>
                          <a:solidFill>
                            <a:prstClr val="black"/>
                          </a:solidFill>
                          <a:effectLst/>
                          <a:uLnTx/>
                          <a:uFillTx/>
                          <a:latin typeface="+mn-lt"/>
                          <a:ea typeface="+mn-ea"/>
                          <a:cs typeface="+mn-cs"/>
                        </a:rPr>
                        <a:t> </a:t>
                      </a:r>
                      <a:r>
                        <a:rPr kumimoji="0" lang="en-US" sz="2400" b="0" i="0" u="none" strike="noStrike" kern="1200" cap="none" spc="0" normalizeH="0" baseline="0" noProof="0" dirty="0">
                          <a:ln>
                            <a:noFill/>
                          </a:ln>
                          <a:solidFill>
                            <a:prstClr val="black"/>
                          </a:solidFill>
                          <a:effectLst/>
                          <a:uLnTx/>
                          <a:uFillTx/>
                          <a:latin typeface="+mn-lt"/>
                          <a:ea typeface="+mn-ea"/>
                          <a:cs typeface="+mn-cs"/>
                        </a:rPr>
                        <a:t>0.7409</a:t>
                      </a:r>
                      <a:endParaRPr lang="en-IN" sz="2400" b="0" dirty="0"/>
                    </a:p>
                  </a:txBody>
                  <a:tcPr/>
                </a:tc>
                <a:tc>
                  <a:txBody>
                    <a:bodyPr/>
                    <a:lstStyle/>
                    <a:p>
                      <a:r>
                        <a:rPr lang="en-US" sz="2400" b="1" dirty="0"/>
                        <a:t>0.7539</a:t>
                      </a:r>
                      <a:endParaRPr lang="en-IN" sz="2400" b="1" dirty="0"/>
                    </a:p>
                  </a:txBody>
                  <a:tcPr/>
                </a:tc>
                <a:tc>
                  <a:txBody>
                    <a:bodyPr/>
                    <a:lstStyle/>
                    <a:p>
                      <a:r>
                        <a:rPr lang="en-US" b="1" dirty="0"/>
                        <a:t>Manipulative</a:t>
                      </a:r>
                      <a:endParaRPr lang="en-IN" b="1" dirty="0"/>
                    </a:p>
                  </a:txBody>
                  <a:tcPr/>
                </a:tc>
                <a:extLst>
                  <a:ext uri="{0D108BD9-81ED-4DB2-BD59-A6C34878D82A}">
                    <a16:rowId xmlns:a16="http://schemas.microsoft.com/office/drawing/2014/main" val="4176768138"/>
                  </a:ext>
                </a:extLst>
              </a:tr>
              <a:tr h="370840">
                <a:tc>
                  <a:txBody>
                    <a:bodyPr/>
                    <a:lstStyle/>
                    <a:p>
                      <a:r>
                        <a:rPr lang="en-US" b="0" dirty="0"/>
                        <a:t>3. Asset Quality</a:t>
                      </a:r>
                      <a:endParaRPr lang="en-IN" b="0" dirty="0"/>
                    </a:p>
                  </a:txBody>
                  <a:tcPr/>
                </a:tc>
                <a:tc>
                  <a:txBody>
                    <a:bodyPr/>
                    <a:lstStyle/>
                    <a:p>
                      <a:r>
                        <a:rPr lang="en-US" dirty="0" err="1"/>
                        <a:t>C.Year</a:t>
                      </a:r>
                      <a:r>
                        <a:rPr lang="en-US" dirty="0"/>
                        <a:t> to be lower </a:t>
                      </a:r>
                      <a:endParaRPr lang="en-IN" dirty="0"/>
                    </a:p>
                  </a:txBody>
                  <a:tcPr/>
                </a:tc>
                <a:tc>
                  <a:txBody>
                    <a:bodyPr/>
                    <a:lstStyle/>
                    <a:p>
                      <a:r>
                        <a:rPr kumimoji="0" lang="en-US" sz="2400" b="0" i="0" u="none" strike="noStrike" kern="1200" cap="none" spc="0" normalizeH="0" baseline="0" noProof="0" dirty="0">
                          <a:ln>
                            <a:noFill/>
                          </a:ln>
                          <a:solidFill>
                            <a:prstClr val="black"/>
                          </a:solidFill>
                          <a:effectLst/>
                          <a:uLnTx/>
                          <a:uFillTx/>
                          <a:latin typeface="+mn-lt"/>
                          <a:ea typeface="+mn-ea"/>
                          <a:cs typeface="+mn-cs"/>
                        </a:rPr>
                        <a:t>0.1692</a:t>
                      </a:r>
                      <a:endParaRPr lang="en-IN" sz="2400" b="0" dirty="0"/>
                    </a:p>
                  </a:txBody>
                  <a:tcPr/>
                </a:tc>
                <a:tc>
                  <a:txBody>
                    <a:bodyPr/>
                    <a:lstStyle/>
                    <a:p>
                      <a:r>
                        <a:rPr lang="en-US" sz="2400" b="1" dirty="0"/>
                        <a:t>0.1913</a:t>
                      </a:r>
                      <a:endParaRPr lang="en-IN" sz="2400" b="1" dirty="0"/>
                    </a:p>
                  </a:txBody>
                  <a:tcPr/>
                </a:tc>
                <a:tc>
                  <a:txBody>
                    <a:bodyPr/>
                    <a:lstStyle/>
                    <a:p>
                      <a:r>
                        <a:rPr lang="en-US" b="0" dirty="0"/>
                        <a:t>Non-Manipulative</a:t>
                      </a:r>
                      <a:endParaRPr lang="en-IN" b="0" dirty="0"/>
                    </a:p>
                  </a:txBody>
                  <a:tcPr/>
                </a:tc>
                <a:extLst>
                  <a:ext uri="{0D108BD9-81ED-4DB2-BD59-A6C34878D82A}">
                    <a16:rowId xmlns:a16="http://schemas.microsoft.com/office/drawing/2014/main" val="2772290962"/>
                  </a:ext>
                </a:extLst>
              </a:tr>
              <a:tr h="370840">
                <a:tc>
                  <a:txBody>
                    <a:bodyPr/>
                    <a:lstStyle/>
                    <a:p>
                      <a:r>
                        <a:rPr lang="en-US" b="1" dirty="0"/>
                        <a:t>4. SGI</a:t>
                      </a:r>
                      <a:endParaRPr lang="en-IN" b="1" dirty="0"/>
                    </a:p>
                  </a:txBody>
                  <a:tcPr/>
                </a:tc>
                <a:tc>
                  <a:txBody>
                    <a:bodyPr/>
                    <a:lstStyle/>
                    <a:p>
                      <a:r>
                        <a:rPr lang="en-US" dirty="0"/>
                        <a:t>C. Year to be lower </a:t>
                      </a:r>
                      <a:endParaRPr lang="en-IN" dirty="0"/>
                    </a:p>
                  </a:txBody>
                  <a:tcPr/>
                </a:tc>
                <a:tc>
                  <a:txBody>
                    <a:bodyPr/>
                    <a:lstStyle/>
                    <a:p>
                      <a:r>
                        <a:rPr lang="en-US" sz="2400" b="1" dirty="0"/>
                        <a:t>69810</a:t>
                      </a:r>
                      <a:endParaRPr lang="en-IN" sz="2400" b="1" dirty="0"/>
                    </a:p>
                  </a:txBody>
                  <a:tcPr/>
                </a:tc>
                <a:tc>
                  <a:txBody>
                    <a:bodyPr/>
                    <a:lstStyle/>
                    <a:p>
                      <a:r>
                        <a:rPr lang="en-US" sz="2400" b="0" dirty="0"/>
                        <a:t>62338</a:t>
                      </a:r>
                      <a:endParaRPr lang="en-IN" sz="2400" b="0" dirty="0"/>
                    </a:p>
                  </a:txBody>
                  <a:tcPr/>
                </a:tc>
                <a:tc>
                  <a:txBody>
                    <a:bodyPr/>
                    <a:lstStyle/>
                    <a:p>
                      <a:r>
                        <a:rPr lang="en-US" b="1" dirty="0"/>
                        <a:t>Manipulative</a:t>
                      </a:r>
                      <a:endParaRPr lang="en-IN" b="1" dirty="0"/>
                    </a:p>
                  </a:txBody>
                  <a:tcPr/>
                </a:tc>
                <a:extLst>
                  <a:ext uri="{0D108BD9-81ED-4DB2-BD59-A6C34878D82A}">
                    <a16:rowId xmlns:a16="http://schemas.microsoft.com/office/drawing/2014/main" val="1250424188"/>
                  </a:ext>
                </a:extLst>
              </a:tr>
              <a:tr h="370840">
                <a:tc>
                  <a:txBody>
                    <a:bodyPr/>
                    <a:lstStyle/>
                    <a:p>
                      <a:r>
                        <a:rPr lang="en-US" b="0" dirty="0"/>
                        <a:t>5.  DEPI</a:t>
                      </a:r>
                      <a:endParaRPr lang="en-IN" b="0" dirty="0"/>
                    </a:p>
                  </a:txBody>
                  <a:tcPr/>
                </a:tc>
                <a:tc>
                  <a:txBody>
                    <a:bodyPr/>
                    <a:lstStyle/>
                    <a:p>
                      <a:r>
                        <a:rPr lang="en-US" dirty="0" err="1"/>
                        <a:t>C.Year</a:t>
                      </a:r>
                      <a:r>
                        <a:rPr lang="en-US" dirty="0"/>
                        <a:t> to be higher</a:t>
                      </a:r>
                      <a:endParaRPr lang="en-IN" dirty="0"/>
                    </a:p>
                  </a:txBody>
                  <a:tcPr/>
                </a:tc>
                <a:tc>
                  <a:txBody>
                    <a:bodyPr/>
                    <a:lstStyle/>
                    <a:p>
                      <a:r>
                        <a:rPr lang="en-US" sz="2400" b="1" dirty="0"/>
                        <a:t>0.0527</a:t>
                      </a:r>
                      <a:endParaRPr lang="en-IN" sz="2400" b="1" dirty="0"/>
                    </a:p>
                  </a:txBody>
                  <a:tcPr/>
                </a:tc>
                <a:tc>
                  <a:txBody>
                    <a:bodyPr/>
                    <a:lstStyle/>
                    <a:p>
                      <a:r>
                        <a:rPr lang="en-US" sz="2400" b="0" dirty="0"/>
                        <a:t>0.0514</a:t>
                      </a:r>
                      <a:endParaRPr lang="en-IN" sz="2400" b="0" dirty="0"/>
                    </a:p>
                  </a:txBody>
                  <a:tcPr/>
                </a:tc>
                <a:tc>
                  <a:txBody>
                    <a:bodyPr/>
                    <a:lstStyle/>
                    <a:p>
                      <a:r>
                        <a:rPr lang="en-US" b="0" dirty="0"/>
                        <a:t>Non-Manipulative</a:t>
                      </a:r>
                      <a:endParaRPr lang="en-IN" b="0" dirty="0"/>
                    </a:p>
                  </a:txBody>
                  <a:tcPr/>
                </a:tc>
                <a:extLst>
                  <a:ext uri="{0D108BD9-81ED-4DB2-BD59-A6C34878D82A}">
                    <a16:rowId xmlns:a16="http://schemas.microsoft.com/office/drawing/2014/main" val="178529724"/>
                  </a:ext>
                </a:extLst>
              </a:tr>
              <a:tr h="370840">
                <a:tc>
                  <a:txBody>
                    <a:bodyPr/>
                    <a:lstStyle/>
                    <a:p>
                      <a:r>
                        <a:rPr lang="en-US" b="1" dirty="0"/>
                        <a:t>6.  SGAI</a:t>
                      </a:r>
                      <a:endParaRPr lang="en-IN" b="1" dirty="0"/>
                    </a:p>
                  </a:txBody>
                  <a:tcPr/>
                </a:tc>
                <a:tc>
                  <a:txBody>
                    <a:bodyPr/>
                    <a:lstStyle/>
                    <a:p>
                      <a:r>
                        <a:rPr lang="en-US" dirty="0" err="1"/>
                        <a:t>C.Year</a:t>
                      </a:r>
                      <a:r>
                        <a:rPr lang="en-US" dirty="0"/>
                        <a:t> to be higher</a:t>
                      </a:r>
                      <a:endParaRPr lang="en-IN" dirty="0"/>
                    </a:p>
                  </a:txBody>
                  <a:tcPr/>
                </a:tc>
                <a:tc>
                  <a:txBody>
                    <a:bodyPr/>
                    <a:lstStyle/>
                    <a:p>
                      <a:r>
                        <a:rPr lang="en-US" sz="2400" b="0" dirty="0"/>
                        <a:t>0.6159</a:t>
                      </a:r>
                      <a:endParaRPr lang="en-IN" sz="2400" b="0" dirty="0"/>
                    </a:p>
                  </a:txBody>
                  <a:tcPr/>
                </a:tc>
                <a:tc>
                  <a:txBody>
                    <a:bodyPr/>
                    <a:lstStyle/>
                    <a:p>
                      <a:r>
                        <a:rPr lang="en-US" sz="2400" b="1" dirty="0"/>
                        <a:t>0.6443</a:t>
                      </a:r>
                      <a:endParaRPr lang="en-IN" sz="2400" b="1" dirty="0"/>
                    </a:p>
                  </a:txBody>
                  <a:tcPr/>
                </a:tc>
                <a:tc>
                  <a:txBody>
                    <a:bodyPr/>
                    <a:lstStyle/>
                    <a:p>
                      <a:r>
                        <a:rPr lang="en-US" b="1" dirty="0"/>
                        <a:t>Manipulative</a:t>
                      </a:r>
                      <a:endParaRPr lang="en-IN" b="1" dirty="0"/>
                    </a:p>
                  </a:txBody>
                  <a:tcPr/>
                </a:tc>
                <a:extLst>
                  <a:ext uri="{0D108BD9-81ED-4DB2-BD59-A6C34878D82A}">
                    <a16:rowId xmlns:a16="http://schemas.microsoft.com/office/drawing/2014/main" val="2748651567"/>
                  </a:ext>
                </a:extLst>
              </a:tr>
              <a:tr h="370840">
                <a:tc>
                  <a:txBody>
                    <a:bodyPr/>
                    <a:lstStyle/>
                    <a:p>
                      <a:r>
                        <a:rPr lang="en-US" b="0" dirty="0"/>
                        <a:t>7. LVGI</a:t>
                      </a:r>
                      <a:endParaRPr lang="en-IN" b="0" dirty="0"/>
                    </a:p>
                  </a:txBody>
                  <a:tcPr/>
                </a:tc>
                <a:tc>
                  <a:txBody>
                    <a:bodyPr/>
                    <a:lstStyle/>
                    <a:p>
                      <a:r>
                        <a:rPr lang="en-US" dirty="0" err="1"/>
                        <a:t>C.Year</a:t>
                      </a:r>
                      <a:r>
                        <a:rPr lang="en-US" dirty="0"/>
                        <a:t> to be higher</a:t>
                      </a:r>
                      <a:endParaRPr lang="en-IN" dirty="0"/>
                    </a:p>
                  </a:txBody>
                  <a:tcPr/>
                </a:tc>
                <a:tc>
                  <a:txBody>
                    <a:bodyPr/>
                    <a:lstStyle/>
                    <a:p>
                      <a:r>
                        <a:rPr lang="en-US" sz="2400" b="1" dirty="0"/>
                        <a:t>0.3196</a:t>
                      </a:r>
                      <a:endParaRPr lang="en-IN" sz="2400" b="1" dirty="0"/>
                    </a:p>
                  </a:txBody>
                  <a:tcPr/>
                </a:tc>
                <a:tc>
                  <a:txBody>
                    <a:bodyPr/>
                    <a:lstStyle/>
                    <a:p>
                      <a:r>
                        <a:rPr lang="en-US" sz="2400" b="0" dirty="0"/>
                        <a:t>0.3150</a:t>
                      </a:r>
                      <a:endParaRPr lang="en-IN" sz="2400" b="0" dirty="0"/>
                    </a:p>
                  </a:txBody>
                  <a:tcPr/>
                </a:tc>
                <a:tc>
                  <a:txBody>
                    <a:bodyPr/>
                    <a:lstStyle/>
                    <a:p>
                      <a:r>
                        <a:rPr lang="en-US" b="0" dirty="0"/>
                        <a:t>Non-Manipulative</a:t>
                      </a:r>
                      <a:endParaRPr lang="en-IN" b="0" dirty="0"/>
                    </a:p>
                  </a:txBody>
                  <a:tcPr/>
                </a:tc>
                <a:extLst>
                  <a:ext uri="{0D108BD9-81ED-4DB2-BD59-A6C34878D82A}">
                    <a16:rowId xmlns:a16="http://schemas.microsoft.com/office/drawing/2014/main" val="1042543517"/>
                  </a:ext>
                </a:extLst>
              </a:tr>
              <a:tr h="370840">
                <a:tc>
                  <a:txBody>
                    <a:bodyPr/>
                    <a:lstStyle/>
                    <a:p>
                      <a:r>
                        <a:rPr lang="en-US" dirty="0"/>
                        <a:t>8.TATA</a:t>
                      </a:r>
                      <a:endParaRPr lang="en-IN" dirty="0"/>
                    </a:p>
                  </a:txBody>
                  <a:tcPr/>
                </a:tc>
                <a:tc>
                  <a:txBody>
                    <a:bodyPr/>
                    <a:lstStyle/>
                    <a:p>
                      <a:r>
                        <a:rPr lang="en-US" dirty="0"/>
                        <a:t>To be negative (lower)</a:t>
                      </a:r>
                      <a:endParaRPr lang="en-IN" dirty="0"/>
                    </a:p>
                  </a:txBody>
                  <a:tcPr/>
                </a:tc>
                <a:tc>
                  <a:txBody>
                    <a:bodyPr/>
                    <a:lstStyle/>
                    <a:p>
                      <a:r>
                        <a:rPr lang="en-US" sz="2400" b="1" dirty="0"/>
                        <a:t>-0.0388</a:t>
                      </a:r>
                      <a:endParaRPr lang="en-IN" sz="2400" b="1" dirty="0"/>
                    </a:p>
                  </a:txBody>
                  <a:tcPr/>
                </a:tc>
                <a:tc>
                  <a:txBody>
                    <a:bodyPr/>
                    <a:lstStyle/>
                    <a:p>
                      <a:endParaRPr lang="en-IN" sz="2400" dirty="0"/>
                    </a:p>
                  </a:txBody>
                  <a:tcPr/>
                </a:tc>
                <a:tc>
                  <a:txBody>
                    <a:bodyPr/>
                    <a:lstStyle/>
                    <a:p>
                      <a:r>
                        <a:rPr lang="en-US" dirty="0"/>
                        <a:t>Non-Manipulative</a:t>
                      </a:r>
                      <a:endParaRPr lang="en-IN" dirty="0"/>
                    </a:p>
                  </a:txBody>
                  <a:tcPr/>
                </a:tc>
                <a:extLst>
                  <a:ext uri="{0D108BD9-81ED-4DB2-BD59-A6C34878D82A}">
                    <a16:rowId xmlns:a16="http://schemas.microsoft.com/office/drawing/2014/main" val="2329578791"/>
                  </a:ext>
                </a:extLst>
              </a:tr>
            </a:tbl>
          </a:graphicData>
        </a:graphic>
      </p:graphicFrame>
    </p:spTree>
    <p:extLst>
      <p:ext uri="{BB962C8B-B14F-4D97-AF65-F5344CB8AC3E}">
        <p14:creationId xmlns:p14="http://schemas.microsoft.com/office/powerpoint/2010/main" val="1191228420"/>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20C4B-22BF-5D3B-2184-1DA53ECAB7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CEE68D-3F33-BC9D-E429-D45389A27124}"/>
              </a:ext>
            </a:extLst>
          </p:cNvPr>
          <p:cNvSpPr>
            <a:spLocks noGrp="1"/>
          </p:cNvSpPr>
          <p:nvPr>
            <p:ph type="title"/>
          </p:nvPr>
        </p:nvSpPr>
        <p:spPr>
          <a:xfrm>
            <a:off x="683217" y="0"/>
            <a:ext cx="10515600" cy="1325563"/>
          </a:xfrm>
        </p:spPr>
        <p:txBody>
          <a:bodyPr/>
          <a:lstStyle/>
          <a:p>
            <a:pPr algn="ctr"/>
            <a:r>
              <a:rPr lang="en-US" dirty="0"/>
              <a:t> </a:t>
            </a:r>
            <a:r>
              <a:rPr lang="en-US" b="1" dirty="0"/>
              <a:t>M score for </a:t>
            </a:r>
            <a:r>
              <a:rPr lang="en-US" b="1" u="sng" dirty="0"/>
              <a:t>UTCL in 2024</a:t>
            </a:r>
            <a:endParaRPr lang="en-IN" b="1" u="sng" dirty="0"/>
          </a:p>
        </p:txBody>
      </p:sp>
      <p:graphicFrame>
        <p:nvGraphicFramePr>
          <p:cNvPr id="4" name="Table 4">
            <a:extLst>
              <a:ext uri="{FF2B5EF4-FFF2-40B4-BE49-F238E27FC236}">
                <a16:creationId xmlns:a16="http://schemas.microsoft.com/office/drawing/2014/main" id="{98086FCD-C0F5-50B9-D4A5-C01413851E24}"/>
              </a:ext>
            </a:extLst>
          </p:cNvPr>
          <p:cNvGraphicFramePr>
            <a:graphicFrameLocks noGrp="1"/>
          </p:cNvGraphicFramePr>
          <p:nvPr>
            <p:ph idx="1"/>
          </p:nvPr>
        </p:nvGraphicFramePr>
        <p:xfrm>
          <a:off x="838200" y="1110343"/>
          <a:ext cx="10515600" cy="44450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627983963"/>
                    </a:ext>
                  </a:extLst>
                </a:gridCol>
                <a:gridCol w="5257800">
                  <a:extLst>
                    <a:ext uri="{9D8B030D-6E8A-4147-A177-3AD203B41FA5}">
                      <a16:colId xmlns:a16="http://schemas.microsoft.com/office/drawing/2014/main" val="849865216"/>
                    </a:ext>
                  </a:extLst>
                </a:gridCol>
              </a:tblGrid>
              <a:tr h="140725">
                <a:tc>
                  <a:txBody>
                    <a:bodyPr/>
                    <a:lstStyle/>
                    <a:p>
                      <a:r>
                        <a:rPr lang="en-US" dirty="0"/>
                        <a:t>Particulars</a:t>
                      </a:r>
                      <a:endParaRPr lang="en-IN" dirty="0"/>
                    </a:p>
                  </a:txBody>
                  <a:tcPr/>
                </a:tc>
                <a:tc>
                  <a:txBody>
                    <a:bodyPr/>
                    <a:lstStyle/>
                    <a:p>
                      <a:r>
                        <a:rPr lang="en-US" dirty="0"/>
                        <a:t>Weighted Score </a:t>
                      </a:r>
                      <a:endParaRPr lang="en-IN" dirty="0"/>
                    </a:p>
                  </a:txBody>
                  <a:tcPr/>
                </a:tc>
                <a:extLst>
                  <a:ext uri="{0D108BD9-81ED-4DB2-BD59-A6C34878D82A}">
                    <a16:rowId xmlns:a16="http://schemas.microsoft.com/office/drawing/2014/main" val="3295253086"/>
                  </a:ext>
                </a:extLst>
              </a:tr>
              <a:tr h="370840">
                <a:tc>
                  <a:txBody>
                    <a:bodyPr/>
                    <a:lstStyle/>
                    <a:p>
                      <a:r>
                        <a:rPr lang="en-US" dirty="0"/>
                        <a:t>Intercept</a:t>
                      </a:r>
                      <a:endParaRPr lang="en-IN" dirty="0"/>
                    </a:p>
                  </a:txBody>
                  <a:tcPr/>
                </a:tc>
                <a:tc>
                  <a:txBody>
                    <a:bodyPr/>
                    <a:lstStyle/>
                    <a:p>
                      <a:pPr algn="r"/>
                      <a:r>
                        <a:rPr lang="en-US" dirty="0"/>
                        <a:t>-4.840</a:t>
                      </a:r>
                      <a:endParaRPr lang="en-IN" dirty="0"/>
                    </a:p>
                  </a:txBody>
                  <a:tcPr/>
                </a:tc>
                <a:extLst>
                  <a:ext uri="{0D108BD9-81ED-4DB2-BD59-A6C34878D82A}">
                    <a16:rowId xmlns:a16="http://schemas.microsoft.com/office/drawing/2014/main" val="1747668614"/>
                  </a:ext>
                </a:extLst>
              </a:tr>
              <a:tr h="370840">
                <a:tc>
                  <a:txBody>
                    <a:bodyPr/>
                    <a:lstStyle/>
                    <a:p>
                      <a:r>
                        <a:rPr lang="en-US" dirty="0"/>
                        <a:t>DSRI</a:t>
                      </a:r>
                      <a:endParaRPr lang="en-IN" dirty="0"/>
                    </a:p>
                  </a:txBody>
                  <a:tcPr/>
                </a:tc>
                <a:tc>
                  <a:txBody>
                    <a:bodyPr/>
                    <a:lstStyle/>
                    <a:p>
                      <a:pPr algn="r"/>
                      <a:r>
                        <a:rPr lang="en-US" dirty="0"/>
                        <a:t>+0.91</a:t>
                      </a:r>
                      <a:endParaRPr lang="en-IN" dirty="0"/>
                    </a:p>
                  </a:txBody>
                  <a:tcPr/>
                </a:tc>
                <a:extLst>
                  <a:ext uri="{0D108BD9-81ED-4DB2-BD59-A6C34878D82A}">
                    <a16:rowId xmlns:a16="http://schemas.microsoft.com/office/drawing/2014/main" val="3498042954"/>
                  </a:ext>
                </a:extLst>
              </a:tr>
              <a:tr h="370840">
                <a:tc>
                  <a:txBody>
                    <a:bodyPr/>
                    <a:lstStyle/>
                    <a:p>
                      <a:r>
                        <a:rPr lang="en-US" dirty="0"/>
                        <a:t>GMI</a:t>
                      </a:r>
                      <a:endParaRPr lang="en-IN" dirty="0"/>
                    </a:p>
                  </a:txBody>
                  <a:tcPr/>
                </a:tc>
                <a:tc>
                  <a:txBody>
                    <a:bodyPr/>
                    <a:lstStyle/>
                    <a:p>
                      <a:pPr algn="r"/>
                      <a:r>
                        <a:rPr lang="en-US" dirty="0"/>
                        <a:t>+0.54</a:t>
                      </a:r>
                      <a:endParaRPr lang="en-IN" dirty="0"/>
                    </a:p>
                  </a:txBody>
                  <a:tcPr/>
                </a:tc>
                <a:extLst>
                  <a:ext uri="{0D108BD9-81ED-4DB2-BD59-A6C34878D82A}">
                    <a16:rowId xmlns:a16="http://schemas.microsoft.com/office/drawing/2014/main" val="3018574681"/>
                  </a:ext>
                </a:extLst>
              </a:tr>
              <a:tr h="370840">
                <a:tc>
                  <a:txBody>
                    <a:bodyPr/>
                    <a:lstStyle/>
                    <a:p>
                      <a:r>
                        <a:rPr lang="en-US" dirty="0"/>
                        <a:t>AQ</a:t>
                      </a:r>
                      <a:endParaRPr lang="en-IN" dirty="0"/>
                    </a:p>
                  </a:txBody>
                  <a:tcPr/>
                </a:tc>
                <a:tc>
                  <a:txBody>
                    <a:bodyPr/>
                    <a:lstStyle/>
                    <a:p>
                      <a:pPr algn="r"/>
                      <a:r>
                        <a:rPr lang="en-US" dirty="0"/>
                        <a:t>+0.36 </a:t>
                      </a:r>
                      <a:endParaRPr lang="en-IN" dirty="0"/>
                    </a:p>
                  </a:txBody>
                  <a:tcPr/>
                </a:tc>
                <a:extLst>
                  <a:ext uri="{0D108BD9-81ED-4DB2-BD59-A6C34878D82A}">
                    <a16:rowId xmlns:a16="http://schemas.microsoft.com/office/drawing/2014/main" val="166528039"/>
                  </a:ext>
                </a:extLst>
              </a:tr>
              <a:tr h="370840">
                <a:tc>
                  <a:txBody>
                    <a:bodyPr/>
                    <a:lstStyle/>
                    <a:p>
                      <a:r>
                        <a:rPr lang="en-US" dirty="0"/>
                        <a:t>SGI</a:t>
                      </a:r>
                      <a:endParaRPr lang="en-IN" dirty="0"/>
                    </a:p>
                  </a:txBody>
                  <a:tcPr/>
                </a:tc>
                <a:tc>
                  <a:txBody>
                    <a:bodyPr/>
                    <a:lstStyle/>
                    <a:p>
                      <a:pPr algn="r"/>
                      <a:r>
                        <a:rPr lang="en-US" dirty="0"/>
                        <a:t>+1.00</a:t>
                      </a:r>
                      <a:endParaRPr lang="en-IN" dirty="0"/>
                    </a:p>
                  </a:txBody>
                  <a:tcPr/>
                </a:tc>
                <a:extLst>
                  <a:ext uri="{0D108BD9-81ED-4DB2-BD59-A6C34878D82A}">
                    <a16:rowId xmlns:a16="http://schemas.microsoft.com/office/drawing/2014/main" val="2903197624"/>
                  </a:ext>
                </a:extLst>
              </a:tr>
              <a:tr h="370840">
                <a:tc>
                  <a:txBody>
                    <a:bodyPr/>
                    <a:lstStyle/>
                    <a:p>
                      <a:r>
                        <a:rPr lang="en-US" dirty="0"/>
                        <a:t>DEPI</a:t>
                      </a:r>
                      <a:endParaRPr lang="en-IN" dirty="0"/>
                    </a:p>
                  </a:txBody>
                  <a:tcPr/>
                </a:tc>
                <a:tc>
                  <a:txBody>
                    <a:bodyPr/>
                    <a:lstStyle/>
                    <a:p>
                      <a:pPr algn="r"/>
                      <a:r>
                        <a:rPr lang="en-US" dirty="0"/>
                        <a:t>+0.11</a:t>
                      </a:r>
                      <a:endParaRPr lang="en-IN" dirty="0"/>
                    </a:p>
                  </a:txBody>
                  <a:tcPr/>
                </a:tc>
                <a:extLst>
                  <a:ext uri="{0D108BD9-81ED-4DB2-BD59-A6C34878D82A}">
                    <a16:rowId xmlns:a16="http://schemas.microsoft.com/office/drawing/2014/main" val="3245711694"/>
                  </a:ext>
                </a:extLst>
              </a:tr>
              <a:tr h="370840">
                <a:tc>
                  <a:txBody>
                    <a:bodyPr/>
                    <a:lstStyle/>
                    <a:p>
                      <a:r>
                        <a:rPr lang="en-US" dirty="0"/>
                        <a:t>SGAI</a:t>
                      </a:r>
                      <a:endParaRPr lang="en-IN" dirty="0"/>
                    </a:p>
                  </a:txBody>
                  <a:tcPr/>
                </a:tc>
                <a:tc>
                  <a:txBody>
                    <a:bodyPr/>
                    <a:lstStyle/>
                    <a:p>
                      <a:pPr algn="r"/>
                      <a:r>
                        <a:rPr lang="en-US" dirty="0"/>
                        <a:t>-0.16</a:t>
                      </a:r>
                      <a:endParaRPr lang="en-IN" dirty="0"/>
                    </a:p>
                  </a:txBody>
                  <a:tcPr/>
                </a:tc>
                <a:extLst>
                  <a:ext uri="{0D108BD9-81ED-4DB2-BD59-A6C34878D82A}">
                    <a16:rowId xmlns:a16="http://schemas.microsoft.com/office/drawing/2014/main" val="2632190822"/>
                  </a:ext>
                </a:extLst>
              </a:tr>
              <a:tr h="370840">
                <a:tc>
                  <a:txBody>
                    <a:bodyPr/>
                    <a:lstStyle/>
                    <a:p>
                      <a:r>
                        <a:rPr lang="en-US" dirty="0"/>
                        <a:t>LVGI</a:t>
                      </a:r>
                      <a:endParaRPr lang="en-IN" dirty="0"/>
                    </a:p>
                  </a:txBody>
                  <a:tcPr/>
                </a:tc>
                <a:tc>
                  <a:txBody>
                    <a:bodyPr/>
                    <a:lstStyle/>
                    <a:p>
                      <a:pPr algn="r"/>
                      <a:r>
                        <a:rPr lang="en-US" dirty="0"/>
                        <a:t>-0.33</a:t>
                      </a:r>
                      <a:endParaRPr lang="en-IN" dirty="0"/>
                    </a:p>
                  </a:txBody>
                  <a:tcPr/>
                </a:tc>
                <a:extLst>
                  <a:ext uri="{0D108BD9-81ED-4DB2-BD59-A6C34878D82A}">
                    <a16:rowId xmlns:a16="http://schemas.microsoft.com/office/drawing/2014/main" val="2346951370"/>
                  </a:ext>
                </a:extLst>
              </a:tr>
              <a:tr h="370840">
                <a:tc>
                  <a:txBody>
                    <a:bodyPr/>
                    <a:lstStyle/>
                    <a:p>
                      <a:r>
                        <a:rPr lang="en-US" dirty="0"/>
                        <a:t>TATA</a:t>
                      </a:r>
                      <a:endParaRPr lang="en-IN" dirty="0"/>
                    </a:p>
                  </a:txBody>
                  <a:tcPr/>
                </a:tc>
                <a:tc>
                  <a:txBody>
                    <a:bodyPr/>
                    <a:lstStyle/>
                    <a:p>
                      <a:pPr algn="r"/>
                      <a:r>
                        <a:rPr lang="en-US" dirty="0"/>
                        <a:t>-0.18</a:t>
                      </a:r>
                    </a:p>
                  </a:txBody>
                  <a:tcPr/>
                </a:tc>
                <a:extLst>
                  <a:ext uri="{0D108BD9-81ED-4DB2-BD59-A6C34878D82A}">
                    <a16:rowId xmlns:a16="http://schemas.microsoft.com/office/drawing/2014/main" val="3092916429"/>
                  </a:ext>
                </a:extLst>
              </a:tr>
              <a:tr h="370840">
                <a:tc>
                  <a:txBody>
                    <a:bodyPr/>
                    <a:lstStyle/>
                    <a:p>
                      <a:endParaRPr lang="en-IN" b="1" dirty="0"/>
                    </a:p>
                  </a:txBody>
                  <a:tcPr/>
                </a:tc>
                <a:tc>
                  <a:txBody>
                    <a:bodyPr/>
                    <a:lstStyle/>
                    <a:p>
                      <a:pPr algn="r"/>
                      <a:endParaRPr lang="en-US" b="1" dirty="0"/>
                    </a:p>
                  </a:txBody>
                  <a:tcPr/>
                </a:tc>
                <a:extLst>
                  <a:ext uri="{0D108BD9-81ED-4DB2-BD59-A6C34878D82A}">
                    <a16:rowId xmlns:a16="http://schemas.microsoft.com/office/drawing/2014/main" val="705462096"/>
                  </a:ext>
                </a:extLst>
              </a:tr>
              <a:tr h="370840">
                <a:tc>
                  <a:txBody>
                    <a:bodyPr/>
                    <a:lstStyle/>
                    <a:p>
                      <a:r>
                        <a:rPr lang="en-US" b="1" dirty="0"/>
                        <a:t>M Score </a:t>
                      </a:r>
                      <a:endParaRPr lang="en-IN" b="1" dirty="0"/>
                    </a:p>
                  </a:txBody>
                  <a:tcPr/>
                </a:tc>
                <a:tc>
                  <a:txBody>
                    <a:bodyPr/>
                    <a:lstStyle/>
                    <a:p>
                      <a:pPr algn="r"/>
                      <a:r>
                        <a:rPr lang="en-US" b="1" dirty="0"/>
                        <a:t>-2.59</a:t>
                      </a:r>
                    </a:p>
                  </a:txBody>
                  <a:tcPr/>
                </a:tc>
                <a:extLst>
                  <a:ext uri="{0D108BD9-81ED-4DB2-BD59-A6C34878D82A}">
                    <a16:rowId xmlns:a16="http://schemas.microsoft.com/office/drawing/2014/main" val="1608878203"/>
                  </a:ext>
                </a:extLst>
              </a:tr>
            </a:tbl>
          </a:graphicData>
        </a:graphic>
      </p:graphicFrame>
    </p:spTree>
    <p:extLst>
      <p:ext uri="{BB962C8B-B14F-4D97-AF65-F5344CB8AC3E}">
        <p14:creationId xmlns:p14="http://schemas.microsoft.com/office/powerpoint/2010/main" val="3856227640"/>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D1935-5B83-3BF2-B246-B620F4AEBE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DDF5F7-4C3E-2DE8-9DAA-0EE201BB9F9D}"/>
              </a:ext>
            </a:extLst>
          </p:cNvPr>
          <p:cNvSpPr>
            <a:spLocks noGrp="1"/>
          </p:cNvSpPr>
          <p:nvPr>
            <p:ph type="title"/>
          </p:nvPr>
        </p:nvSpPr>
        <p:spPr/>
        <p:txBody>
          <a:bodyPr/>
          <a:lstStyle/>
          <a:p>
            <a:pPr algn="ctr"/>
            <a:r>
              <a:rPr lang="en-US" b="1" dirty="0"/>
              <a:t> Inference in 2024 </a:t>
            </a:r>
            <a:endParaRPr lang="en-IN" b="1" dirty="0"/>
          </a:p>
        </p:txBody>
      </p:sp>
      <p:sp>
        <p:nvSpPr>
          <p:cNvPr id="3" name="Content Placeholder 2">
            <a:extLst>
              <a:ext uri="{FF2B5EF4-FFF2-40B4-BE49-F238E27FC236}">
                <a16:creationId xmlns:a16="http://schemas.microsoft.com/office/drawing/2014/main" id="{5778005F-D72E-D0E5-BC63-491EFAF17B54}"/>
              </a:ext>
            </a:extLst>
          </p:cNvPr>
          <p:cNvSpPr>
            <a:spLocks noGrp="1"/>
          </p:cNvSpPr>
          <p:nvPr>
            <p:ph idx="1"/>
          </p:nvPr>
        </p:nvSpPr>
        <p:spPr/>
        <p:txBody>
          <a:bodyPr/>
          <a:lstStyle/>
          <a:p>
            <a:pPr marL="0" indent="0">
              <a:buNone/>
            </a:pPr>
            <a:r>
              <a:rPr lang="en-US" b="1" dirty="0"/>
              <a:t>If M score &gt;  -1.78 </a:t>
            </a:r>
            <a:r>
              <a:rPr lang="en-US" dirty="0"/>
              <a:t>, then firm is manipulating its financials</a:t>
            </a:r>
          </a:p>
          <a:p>
            <a:pPr marL="0" indent="0">
              <a:buNone/>
            </a:pPr>
            <a:endParaRPr lang="en-US" dirty="0"/>
          </a:p>
          <a:p>
            <a:pPr marL="0" indent="0">
              <a:buNone/>
            </a:pPr>
            <a:r>
              <a:rPr lang="en-US" b="1" dirty="0"/>
              <a:t>UTCL’s</a:t>
            </a:r>
            <a:r>
              <a:rPr lang="en-US" dirty="0"/>
              <a:t> M score is </a:t>
            </a:r>
            <a:r>
              <a:rPr lang="en-US" b="1" dirty="0"/>
              <a:t>-2.59, it is not manipulating its financials in 2024</a:t>
            </a:r>
            <a:endParaRPr lang="en-IN" b="1" dirty="0"/>
          </a:p>
        </p:txBody>
      </p:sp>
    </p:spTree>
    <p:extLst>
      <p:ext uri="{BB962C8B-B14F-4D97-AF65-F5344CB8AC3E}">
        <p14:creationId xmlns:p14="http://schemas.microsoft.com/office/powerpoint/2010/main" val="1820198996"/>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4E0EC-C9BE-469E-A120-733B304F8776}"/>
              </a:ext>
            </a:extLst>
          </p:cNvPr>
          <p:cNvSpPr>
            <a:spLocks noGrp="1"/>
          </p:cNvSpPr>
          <p:nvPr>
            <p:ph type="title"/>
          </p:nvPr>
        </p:nvSpPr>
        <p:spPr>
          <a:xfrm>
            <a:off x="694508" y="247559"/>
            <a:ext cx="10515600" cy="1325563"/>
          </a:xfrm>
        </p:spPr>
        <p:txBody>
          <a:bodyPr/>
          <a:lstStyle/>
          <a:p>
            <a:r>
              <a:rPr lang="en-US" b="1" dirty="0" err="1"/>
              <a:t>Beneish</a:t>
            </a:r>
            <a:r>
              <a:rPr lang="en-US" b="1" dirty="0"/>
              <a:t> M Score  </a:t>
            </a:r>
            <a:r>
              <a:rPr lang="en-US" b="1" u="sng" dirty="0"/>
              <a:t>UTCL</a:t>
            </a:r>
            <a:r>
              <a:rPr lang="en-US" b="1" dirty="0"/>
              <a:t> -2023</a:t>
            </a:r>
            <a:endParaRPr lang="en-IN" b="1" dirty="0"/>
          </a:p>
        </p:txBody>
      </p:sp>
      <p:sp>
        <p:nvSpPr>
          <p:cNvPr id="3" name="Content Placeholder 2">
            <a:extLst>
              <a:ext uri="{FF2B5EF4-FFF2-40B4-BE49-F238E27FC236}">
                <a16:creationId xmlns:a16="http://schemas.microsoft.com/office/drawing/2014/main" id="{3112D8AE-4B1F-4F83-9AED-1965D6D2095D}"/>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354907770"/>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21FE9-010F-4DE6-AB41-098637229206}"/>
              </a:ext>
            </a:extLst>
          </p:cNvPr>
          <p:cNvSpPr>
            <a:spLocks noGrp="1"/>
          </p:cNvSpPr>
          <p:nvPr>
            <p:ph type="title"/>
          </p:nvPr>
        </p:nvSpPr>
        <p:spPr/>
        <p:txBody>
          <a:bodyPr/>
          <a:lstStyle/>
          <a:p>
            <a:pPr algn="ctr"/>
            <a:r>
              <a:rPr lang="en-US" b="1" dirty="0"/>
              <a:t>M Score</a:t>
            </a:r>
            <a:endParaRPr lang="en-IN" b="1" dirty="0"/>
          </a:p>
        </p:txBody>
      </p:sp>
      <p:sp>
        <p:nvSpPr>
          <p:cNvPr id="3" name="Content Placeholder 2">
            <a:extLst>
              <a:ext uri="{FF2B5EF4-FFF2-40B4-BE49-F238E27FC236}">
                <a16:creationId xmlns:a16="http://schemas.microsoft.com/office/drawing/2014/main" id="{241236A9-3B6E-48AC-9A01-63B0829680C4}"/>
              </a:ext>
            </a:extLst>
          </p:cNvPr>
          <p:cNvSpPr>
            <a:spLocks noGrp="1"/>
          </p:cNvSpPr>
          <p:nvPr>
            <p:ph idx="1"/>
          </p:nvPr>
        </p:nvSpPr>
        <p:spPr/>
        <p:txBody>
          <a:bodyPr>
            <a:normAutofit fontScale="92500"/>
          </a:bodyPr>
          <a:lstStyle/>
          <a:p>
            <a:pPr marL="0" indent="0">
              <a:buNone/>
            </a:pPr>
            <a:r>
              <a:rPr lang="en-US" dirty="0"/>
              <a:t> = -4.840</a:t>
            </a:r>
          </a:p>
          <a:p>
            <a:pPr marL="0" indent="0">
              <a:buNone/>
            </a:pPr>
            <a:r>
              <a:rPr lang="en-US" dirty="0"/>
              <a:t>+ 0.920 ( DSRI)</a:t>
            </a:r>
          </a:p>
          <a:p>
            <a:pPr marL="0" indent="0">
              <a:buNone/>
            </a:pPr>
            <a:r>
              <a:rPr lang="en-US" dirty="0"/>
              <a:t>+0.528 (GMI)</a:t>
            </a:r>
          </a:p>
          <a:p>
            <a:pPr marL="0" indent="0">
              <a:buNone/>
            </a:pPr>
            <a:r>
              <a:rPr lang="en-US" dirty="0"/>
              <a:t>+0.404 (AQ)                 </a:t>
            </a:r>
            <a:r>
              <a:rPr lang="en-US" b="1" dirty="0"/>
              <a:t>if M score &gt;  (-1.78) , then the firm is manipulating </a:t>
            </a:r>
          </a:p>
          <a:p>
            <a:pPr marL="0" indent="0">
              <a:buNone/>
            </a:pPr>
            <a:r>
              <a:rPr lang="en-US" dirty="0"/>
              <a:t>+0.892 (SGI)</a:t>
            </a:r>
          </a:p>
          <a:p>
            <a:pPr marL="0" indent="0">
              <a:buNone/>
            </a:pPr>
            <a:r>
              <a:rPr lang="en-US" dirty="0"/>
              <a:t>+0.115 (DEPI)</a:t>
            </a:r>
          </a:p>
          <a:p>
            <a:pPr marL="0" indent="0">
              <a:buNone/>
            </a:pPr>
            <a:r>
              <a:rPr lang="en-US" dirty="0"/>
              <a:t>-0.172 (SGAI)</a:t>
            </a:r>
          </a:p>
          <a:p>
            <a:pPr marL="0" indent="0">
              <a:buNone/>
            </a:pPr>
            <a:r>
              <a:rPr lang="en-US" dirty="0"/>
              <a:t>-0.327 (LVGI)</a:t>
            </a:r>
          </a:p>
          <a:p>
            <a:pPr marL="0" indent="0">
              <a:buNone/>
            </a:pPr>
            <a:r>
              <a:rPr lang="en-US" dirty="0"/>
              <a:t>+4.697 ( TATA)</a:t>
            </a:r>
            <a:endParaRPr lang="en-IN" dirty="0"/>
          </a:p>
        </p:txBody>
      </p:sp>
    </p:spTree>
    <p:extLst>
      <p:ext uri="{BB962C8B-B14F-4D97-AF65-F5344CB8AC3E}">
        <p14:creationId xmlns:p14="http://schemas.microsoft.com/office/powerpoint/2010/main" val="3436219983"/>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08970-F1B1-4106-A591-B85C3700FF83}"/>
              </a:ext>
            </a:extLst>
          </p:cNvPr>
          <p:cNvSpPr>
            <a:spLocks noGrp="1"/>
          </p:cNvSpPr>
          <p:nvPr>
            <p:ph type="title"/>
          </p:nvPr>
        </p:nvSpPr>
        <p:spPr/>
        <p:txBody>
          <a:bodyPr/>
          <a:lstStyle/>
          <a:p>
            <a:pPr algn="ctr"/>
            <a:r>
              <a:rPr lang="en-US" b="1" dirty="0"/>
              <a:t>1.What is the DSRI for </a:t>
            </a:r>
            <a:r>
              <a:rPr lang="en-US" b="1" u="sng" dirty="0"/>
              <a:t>UTCL in 2023</a:t>
            </a:r>
            <a:r>
              <a:rPr lang="en-US" b="1" dirty="0"/>
              <a:t>?</a:t>
            </a:r>
            <a:endParaRPr lang="en-IN" b="1" dirty="0"/>
          </a:p>
        </p:txBody>
      </p:sp>
      <p:sp>
        <p:nvSpPr>
          <p:cNvPr id="3" name="Content Placeholder 2">
            <a:extLst>
              <a:ext uri="{FF2B5EF4-FFF2-40B4-BE49-F238E27FC236}">
                <a16:creationId xmlns:a16="http://schemas.microsoft.com/office/drawing/2014/main" id="{E987ABC3-4CD5-4980-B809-BF08647E8996}"/>
              </a:ext>
            </a:extLst>
          </p:cNvPr>
          <p:cNvSpPr>
            <a:spLocks noGrp="1"/>
          </p:cNvSpPr>
          <p:nvPr>
            <p:ph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Net Receivable t / Sales t) /  ( Net Receivable t-1 / Sales t-1)</a:t>
            </a:r>
            <a:endPar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r>
              <a:rPr lang="en-IN" dirty="0"/>
              <a:t> = ( 3867  /  62338  )            /           ( 3072 /  51708)</a:t>
            </a:r>
          </a:p>
          <a:p>
            <a:pPr marL="0" indent="0">
              <a:buNone/>
            </a:pPr>
            <a:endParaRPr lang="en-IN" dirty="0"/>
          </a:p>
          <a:p>
            <a:pPr marL="0" indent="0">
              <a:buNone/>
            </a:pPr>
            <a:r>
              <a:rPr lang="en-IN" dirty="0"/>
              <a:t>=  (0.0620) / (0.0594) </a:t>
            </a:r>
          </a:p>
          <a:p>
            <a:pPr marL="0" indent="0">
              <a:buNone/>
            </a:pPr>
            <a:endParaRPr lang="en-IN" dirty="0"/>
          </a:p>
          <a:p>
            <a:pPr marL="0" indent="0">
              <a:buNone/>
            </a:pPr>
            <a:r>
              <a:rPr lang="en-IN" b="1" dirty="0"/>
              <a:t>= 1.0438</a:t>
            </a:r>
          </a:p>
          <a:p>
            <a:pPr marL="0" indent="0">
              <a:buNone/>
            </a:pPr>
            <a:endParaRPr lang="en-IN" dirty="0"/>
          </a:p>
          <a:p>
            <a:pPr marL="0" indent="0">
              <a:buNone/>
            </a:pPr>
            <a:r>
              <a:rPr lang="en-IN" dirty="0"/>
              <a:t>Weighted DSRI = 0.920 * 1.0438= </a:t>
            </a:r>
            <a:r>
              <a:rPr lang="en-IN" b="1" dirty="0"/>
              <a:t>0.96</a:t>
            </a:r>
          </a:p>
        </p:txBody>
      </p:sp>
    </p:spTree>
    <p:extLst>
      <p:ext uri="{BB962C8B-B14F-4D97-AF65-F5344CB8AC3E}">
        <p14:creationId xmlns:p14="http://schemas.microsoft.com/office/powerpoint/2010/main" val="1829764328"/>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9DA75-36B1-4F30-B639-BC0BE2E181F1}"/>
              </a:ext>
            </a:extLst>
          </p:cNvPr>
          <p:cNvSpPr>
            <a:spLocks noGrp="1"/>
          </p:cNvSpPr>
          <p:nvPr>
            <p:ph type="title"/>
          </p:nvPr>
        </p:nvSpPr>
        <p:spPr/>
        <p:txBody>
          <a:bodyPr/>
          <a:lstStyle/>
          <a:p>
            <a:pPr algn="ctr"/>
            <a:r>
              <a:rPr lang="en-US" b="1" dirty="0"/>
              <a:t>2. What is the GMI for </a:t>
            </a:r>
            <a:r>
              <a:rPr lang="en-US" b="1" u="sng" dirty="0"/>
              <a:t>UTCL in 2023</a:t>
            </a:r>
            <a:r>
              <a:rPr lang="en-US" b="1" dirty="0"/>
              <a:t>? </a:t>
            </a:r>
            <a:endParaRPr lang="en-IN" b="1" dirty="0"/>
          </a:p>
        </p:txBody>
      </p:sp>
      <p:sp>
        <p:nvSpPr>
          <p:cNvPr id="3" name="Content Placeholder 2">
            <a:extLst>
              <a:ext uri="{FF2B5EF4-FFF2-40B4-BE49-F238E27FC236}">
                <a16:creationId xmlns:a16="http://schemas.microsoft.com/office/drawing/2014/main" id="{56FF476D-A87D-4C37-8EF1-ADC41CC00281}"/>
              </a:ext>
            </a:extLst>
          </p:cNvPr>
          <p:cNvSpPr>
            <a:spLocks noGrp="1"/>
          </p:cNvSpPr>
          <p:nvPr>
            <p:ph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Sales t-1  - COGS t-1 / Sales t-1)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Sales t  - COGS t / Sales 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lang="en-US" dirty="0">
                <a:solidFill>
                  <a:prstClr val="black"/>
                </a:solidFill>
                <a:latin typeface="Calibri" panose="020F0502020204030204"/>
              </a:rPr>
              <a:t>51708</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-13215 )/ </a:t>
            </a:r>
            <a:r>
              <a:rPr lang="en-US" dirty="0">
                <a:solidFill>
                  <a:prstClr val="black"/>
                </a:solidFill>
                <a:latin typeface="Calibri" panose="020F0502020204030204"/>
              </a:rPr>
              <a:t>51708</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 ( 62338 -15342)/</a:t>
            </a:r>
            <a:r>
              <a:rPr lang="en-US" dirty="0">
                <a:solidFill>
                  <a:prstClr val="black"/>
                </a:solidFill>
                <a:latin typeface="Calibri" panose="020F0502020204030204"/>
              </a:rPr>
              <a:t> 62338</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0.7444/ 0.7539   =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0.9874</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b="1" dirty="0">
                <a:solidFill>
                  <a:prstClr val="black"/>
                </a:solidFill>
                <a:latin typeface="Calibri" panose="020F0502020204030204"/>
              </a:rPr>
              <a:t> Weighted GMI  = 0.528* 0.9874 = 0.52</a:t>
            </a:r>
            <a:endParaRPr kumimoji="0" lang="en-IN" sz="2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IN" dirty="0"/>
          </a:p>
        </p:txBody>
      </p:sp>
    </p:spTree>
    <p:extLst>
      <p:ext uri="{BB962C8B-B14F-4D97-AF65-F5344CB8AC3E}">
        <p14:creationId xmlns:p14="http://schemas.microsoft.com/office/powerpoint/2010/main" val="760793665"/>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8866E-B02F-411C-9973-35012859E1CA}"/>
              </a:ext>
            </a:extLst>
          </p:cNvPr>
          <p:cNvSpPr>
            <a:spLocks noGrp="1"/>
          </p:cNvSpPr>
          <p:nvPr>
            <p:ph type="title"/>
          </p:nvPr>
        </p:nvSpPr>
        <p:spPr/>
        <p:txBody>
          <a:bodyPr/>
          <a:lstStyle/>
          <a:p>
            <a:pPr algn="ctr"/>
            <a:r>
              <a:rPr lang="en-US" b="1" dirty="0"/>
              <a:t>3. What is the AQ for </a:t>
            </a:r>
            <a:r>
              <a:rPr lang="en-US" b="1" u="sng" dirty="0"/>
              <a:t>UTCL</a:t>
            </a:r>
            <a:r>
              <a:rPr lang="en-US" b="1" dirty="0"/>
              <a:t> in 2023?</a:t>
            </a:r>
            <a:br>
              <a:rPr lang="en-US" b="1" dirty="0"/>
            </a:br>
            <a:r>
              <a:rPr lang="en-US" b="1" dirty="0"/>
              <a:t>(PPE= Tangible assets + Capital WIP)</a:t>
            </a:r>
            <a:endParaRPr lang="en-IN" b="1" dirty="0"/>
          </a:p>
        </p:txBody>
      </p:sp>
      <p:sp>
        <p:nvSpPr>
          <p:cNvPr id="3" name="Content Placeholder 2">
            <a:extLst>
              <a:ext uri="{FF2B5EF4-FFF2-40B4-BE49-F238E27FC236}">
                <a16:creationId xmlns:a16="http://schemas.microsoft.com/office/drawing/2014/main" id="{40514A28-9EC8-468C-8B48-8AC8D2F46EC7}"/>
              </a:ext>
            </a:extLst>
          </p:cNvPr>
          <p:cNvSpPr>
            <a:spLocks noGrp="1"/>
          </p:cNvSpPr>
          <p:nvPr>
            <p:ph idx="1"/>
          </p:nvPr>
        </p:nvSpPr>
        <p:spPr/>
        <p:txBody>
          <a:bodyPr>
            <a:normAutofit fontScale="92500"/>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 ({ CA t +PPE t+ Securities t}/ TA 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 ({ CA t-1 +PPE t-1+ Securities t-1}/ TA t-1)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 ({ 20743 + 47671 + 4035 + 1460 }/  91387)</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1- ({ 17489 + 43771+4777 + 1372}/  83828)          = 0.1913 / 0.1959  = </a:t>
            </a:r>
            <a:r>
              <a:rPr lang="en-US" b="1" dirty="0">
                <a:solidFill>
                  <a:prstClr val="black"/>
                </a:solidFill>
                <a:latin typeface="Calibri" panose="020F0502020204030204"/>
              </a:rPr>
              <a:t>0.9765</a:t>
            </a:r>
            <a:endPar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b="1"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Weighted AQ = 0.404* </a:t>
            </a:r>
            <a:r>
              <a:rPr lang="en-US" b="1" dirty="0">
                <a:solidFill>
                  <a:prstClr val="black"/>
                </a:solidFill>
                <a:latin typeface="Calibri" panose="020F0502020204030204"/>
              </a:rPr>
              <a:t>0.9765</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 = 0.39</a:t>
            </a:r>
            <a:endParaRPr lang="en-IN" dirty="0"/>
          </a:p>
        </p:txBody>
      </p:sp>
    </p:spTree>
    <p:extLst>
      <p:ext uri="{BB962C8B-B14F-4D97-AF65-F5344CB8AC3E}">
        <p14:creationId xmlns:p14="http://schemas.microsoft.com/office/powerpoint/2010/main" val="3568955201"/>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56280-D0CE-4DDF-AD4E-900FA4609A07}"/>
              </a:ext>
            </a:extLst>
          </p:cNvPr>
          <p:cNvSpPr>
            <a:spLocks noGrp="1"/>
          </p:cNvSpPr>
          <p:nvPr>
            <p:ph type="title"/>
          </p:nvPr>
        </p:nvSpPr>
        <p:spPr/>
        <p:txBody>
          <a:bodyPr/>
          <a:lstStyle/>
          <a:p>
            <a:pPr algn="ctr"/>
            <a:r>
              <a:rPr lang="en-US" b="1" dirty="0"/>
              <a:t>4. What is Sales Growth Index ( SGI) for </a:t>
            </a:r>
            <a:r>
              <a:rPr lang="en-US" b="1" u="sng" dirty="0"/>
              <a:t>UTCL in 2023</a:t>
            </a:r>
            <a:r>
              <a:rPr lang="en-US" b="1" dirty="0"/>
              <a:t>?</a:t>
            </a:r>
            <a:endParaRPr lang="en-IN" b="1" dirty="0"/>
          </a:p>
        </p:txBody>
      </p:sp>
      <p:sp>
        <p:nvSpPr>
          <p:cNvPr id="3" name="Content Placeholder 2">
            <a:extLst>
              <a:ext uri="{FF2B5EF4-FFF2-40B4-BE49-F238E27FC236}">
                <a16:creationId xmlns:a16="http://schemas.microsoft.com/office/drawing/2014/main" id="{F564BD1D-2268-4782-BC39-7C6EC667AE1A}"/>
              </a:ext>
            </a:extLst>
          </p:cNvPr>
          <p:cNvSpPr>
            <a:spLocks noGrp="1"/>
          </p:cNvSpPr>
          <p:nvPr>
            <p:ph idx="1"/>
          </p:nvPr>
        </p:nvSpPr>
        <p:spPr/>
        <p:txBody>
          <a:bodyPr/>
          <a:lstStyle/>
          <a:p>
            <a:pPr marL="0" indent="0">
              <a:buNone/>
            </a:pPr>
            <a:r>
              <a:rPr lang="en-US" dirty="0"/>
              <a:t>= Sales t  /  Sales t-1</a:t>
            </a:r>
          </a:p>
          <a:p>
            <a:pPr marL="0" indent="0">
              <a:buNone/>
            </a:pPr>
            <a:endParaRPr lang="en-US" dirty="0"/>
          </a:p>
          <a:p>
            <a:pPr marL="0" indent="0">
              <a:buNone/>
            </a:pPr>
            <a:r>
              <a:rPr lang="en-US" dirty="0"/>
              <a:t>= 62338 /  51708  = 1.2056</a:t>
            </a:r>
          </a:p>
          <a:p>
            <a:pPr marL="0" indent="0">
              <a:buNone/>
            </a:pPr>
            <a:endParaRPr lang="en-US" dirty="0"/>
          </a:p>
          <a:p>
            <a:pPr marL="0" indent="0">
              <a:buNone/>
            </a:pPr>
            <a:r>
              <a:rPr lang="en-US" b="1" dirty="0"/>
              <a:t>Weighted SGI </a:t>
            </a:r>
            <a:r>
              <a:rPr lang="en-US" dirty="0"/>
              <a:t>= 0.892* 1.2056</a:t>
            </a:r>
          </a:p>
          <a:p>
            <a:pPr marL="0" indent="0">
              <a:buNone/>
            </a:pPr>
            <a:r>
              <a:rPr lang="en-US" dirty="0"/>
              <a:t>                         = </a:t>
            </a:r>
            <a:r>
              <a:rPr lang="en-US" b="1" dirty="0"/>
              <a:t>1.08</a:t>
            </a:r>
            <a:endParaRPr lang="en-IN" b="1" dirty="0"/>
          </a:p>
        </p:txBody>
      </p:sp>
    </p:spTree>
    <p:extLst>
      <p:ext uri="{BB962C8B-B14F-4D97-AF65-F5344CB8AC3E}">
        <p14:creationId xmlns:p14="http://schemas.microsoft.com/office/powerpoint/2010/main" val="1005966231"/>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E317F-1921-40C0-AD94-251088F64E5C}"/>
              </a:ext>
            </a:extLst>
          </p:cNvPr>
          <p:cNvSpPr>
            <a:spLocks noGrp="1"/>
          </p:cNvSpPr>
          <p:nvPr>
            <p:ph type="title"/>
          </p:nvPr>
        </p:nvSpPr>
        <p:spPr/>
        <p:txBody>
          <a:bodyPr>
            <a:normAutofit fontScale="90000"/>
          </a:bodyPr>
          <a:lstStyle/>
          <a:p>
            <a:pPr algn="ctr"/>
            <a:r>
              <a:rPr lang="en-US" b="1" dirty="0"/>
              <a:t>5. What is the Depreciation Index ( DEPI) for </a:t>
            </a:r>
            <a:r>
              <a:rPr lang="en-US" b="1" u="sng" dirty="0"/>
              <a:t>UTCL in 2023</a:t>
            </a:r>
            <a:r>
              <a:rPr lang="en-US" b="1" dirty="0"/>
              <a:t>?( PPE here = </a:t>
            </a:r>
            <a:r>
              <a:rPr lang="en-US" b="1" dirty="0" err="1"/>
              <a:t>Tang.assets</a:t>
            </a:r>
            <a:r>
              <a:rPr lang="en-US" b="1" dirty="0"/>
              <a:t> + </a:t>
            </a:r>
            <a:r>
              <a:rPr lang="en-US" b="1" dirty="0" err="1"/>
              <a:t>Intang.assets</a:t>
            </a:r>
            <a:r>
              <a:rPr lang="en-US" b="1" dirty="0"/>
              <a:t>)</a:t>
            </a:r>
            <a:endParaRPr lang="en-IN" b="1" dirty="0"/>
          </a:p>
        </p:txBody>
      </p:sp>
      <p:sp>
        <p:nvSpPr>
          <p:cNvPr id="3" name="Content Placeholder 2">
            <a:extLst>
              <a:ext uri="{FF2B5EF4-FFF2-40B4-BE49-F238E27FC236}">
                <a16:creationId xmlns:a16="http://schemas.microsoft.com/office/drawing/2014/main" id="{AC9650E8-2BDC-4B23-8B38-46EB80CA6619}"/>
              </a:ext>
            </a:extLst>
          </p:cNvPr>
          <p:cNvSpPr>
            <a:spLocks noGrp="1"/>
          </p:cNvSpPr>
          <p:nvPr>
            <p:ph idx="1"/>
          </p:nvPr>
        </p:nvSpPr>
        <p:spPr/>
        <p:txBody>
          <a:bodyPr/>
          <a:lstStyle/>
          <a:p>
            <a:pPr marL="0" indent="0">
              <a:buNone/>
            </a:pPr>
            <a:r>
              <a:rPr lang="en-US" dirty="0"/>
              <a:t> ( Dep t-1 / {PPE t-1 +Dep t-1})</a:t>
            </a:r>
          </a:p>
          <a:p>
            <a:pPr marL="0" indent="0">
              <a:buNone/>
            </a:pPr>
            <a:r>
              <a:rPr lang="en-US" dirty="0"/>
              <a:t>                    /</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Dep t / {PPE t +Dep t})</a:t>
            </a:r>
          </a:p>
          <a:p>
            <a:pPr marL="0" indent="0">
              <a:buNone/>
            </a:pPr>
            <a:endParaRPr lang="en-US" dirty="0">
              <a:solidFill>
                <a:prstClr val="black"/>
              </a:solidFill>
              <a:latin typeface="Calibri" panose="020F0502020204030204"/>
            </a:endParaRPr>
          </a:p>
          <a:p>
            <a:pPr marL="0" indent="0">
              <a:buNone/>
            </a:pPr>
            <a:r>
              <a:rPr lang="en-US" dirty="0">
                <a:solidFill>
                  <a:prstClr val="black"/>
                </a:solidFill>
                <a:latin typeface="Calibri" panose="020F0502020204030204"/>
              </a:rPr>
              <a:t>= {2715 /  43771 +5467+2715} /  {2888 / 47671 +5579+2888}   = 0.0523 /0.0514 = </a:t>
            </a:r>
            <a:r>
              <a:rPr lang="en-US" b="1" dirty="0">
                <a:solidFill>
                  <a:prstClr val="black"/>
                </a:solidFill>
                <a:latin typeface="Calibri" panose="020F0502020204030204"/>
              </a:rPr>
              <a:t>1.0175</a:t>
            </a:r>
          </a:p>
          <a:p>
            <a:pPr marL="0" indent="0">
              <a:buNone/>
            </a:pPr>
            <a:endParaRPr lang="en-US" dirty="0">
              <a:solidFill>
                <a:prstClr val="black"/>
              </a:solidFill>
              <a:latin typeface="Calibri" panose="020F0502020204030204"/>
            </a:endParaRPr>
          </a:p>
          <a:p>
            <a:pPr marL="0" indent="0">
              <a:buNone/>
            </a:pPr>
            <a:r>
              <a:rPr lang="en-US" b="1" dirty="0">
                <a:solidFill>
                  <a:prstClr val="black"/>
                </a:solidFill>
                <a:latin typeface="Calibri" panose="020F0502020204030204"/>
              </a:rPr>
              <a:t>Weighted DEPI </a:t>
            </a:r>
            <a:r>
              <a:rPr lang="en-US" dirty="0">
                <a:solidFill>
                  <a:prstClr val="black"/>
                </a:solidFill>
                <a:latin typeface="Calibri" panose="020F0502020204030204"/>
              </a:rPr>
              <a:t>= 0.115*1.0175  </a:t>
            </a:r>
            <a:r>
              <a:rPr lang="en-US" b="1" dirty="0">
                <a:solidFill>
                  <a:prstClr val="black"/>
                </a:solidFill>
                <a:latin typeface="Calibri" panose="020F0502020204030204"/>
              </a:rPr>
              <a:t>=  0.12</a:t>
            </a:r>
            <a:endParaRPr lang="en-IN" b="1" dirty="0"/>
          </a:p>
        </p:txBody>
      </p:sp>
    </p:spTree>
    <p:extLst>
      <p:ext uri="{BB962C8B-B14F-4D97-AF65-F5344CB8AC3E}">
        <p14:creationId xmlns:p14="http://schemas.microsoft.com/office/powerpoint/2010/main" val="1139463127"/>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322C3-4C13-46AD-8328-15D43DC305BB}"/>
              </a:ext>
            </a:extLst>
          </p:cNvPr>
          <p:cNvSpPr>
            <a:spLocks noGrp="1"/>
          </p:cNvSpPr>
          <p:nvPr>
            <p:ph type="title"/>
          </p:nvPr>
        </p:nvSpPr>
        <p:spPr/>
        <p:txBody>
          <a:bodyPr/>
          <a:lstStyle/>
          <a:p>
            <a:pPr algn="ctr"/>
            <a:r>
              <a:rPr lang="en-US" b="1" dirty="0"/>
              <a:t>6. What is the SGA expense Index (  SGAI) for </a:t>
            </a:r>
            <a:r>
              <a:rPr lang="en-US" b="1" u="sng" dirty="0"/>
              <a:t>UTCL in 2023</a:t>
            </a:r>
            <a:r>
              <a:rPr lang="en-US" b="1" dirty="0"/>
              <a:t>?</a:t>
            </a:r>
            <a:endParaRPr lang="en-IN" b="1" dirty="0"/>
          </a:p>
        </p:txBody>
      </p:sp>
      <p:sp>
        <p:nvSpPr>
          <p:cNvPr id="3" name="Content Placeholder 2">
            <a:extLst>
              <a:ext uri="{FF2B5EF4-FFF2-40B4-BE49-F238E27FC236}">
                <a16:creationId xmlns:a16="http://schemas.microsoft.com/office/drawing/2014/main" id="{0C694AB1-E1F7-428B-8904-3F2948468ACD}"/>
              </a:ext>
            </a:extLst>
          </p:cNvPr>
          <p:cNvSpPr>
            <a:spLocks noGrp="1"/>
          </p:cNvSpPr>
          <p:nvPr>
            <p:ph idx="1"/>
          </p:nvPr>
        </p:nvSpPr>
        <p:spPr/>
        <p:txBody>
          <a:bodyPr/>
          <a:lstStyle/>
          <a:p>
            <a:pPr marL="0" indent="0">
              <a:buNone/>
            </a:pPr>
            <a:r>
              <a:rPr lang="en-US" dirty="0"/>
              <a:t>= ( SGA expense t/ Sales t) / (SGA expense t-1/ Sales t-1)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SGA expenses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Other expenses </a:t>
            </a:r>
            <a:endPar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US" dirty="0"/>
          </a:p>
          <a:p>
            <a:pPr marL="0" indent="0">
              <a:buNone/>
            </a:pPr>
            <a:r>
              <a:rPr lang="en-US" dirty="0"/>
              <a:t>= (40166 / 62338 ) /  ( 30585/ 51708)  = 0.6443/ 0.5915  = </a:t>
            </a:r>
            <a:r>
              <a:rPr lang="en-US" b="1" dirty="0"/>
              <a:t>1.0893</a:t>
            </a:r>
          </a:p>
          <a:p>
            <a:pPr marL="0" indent="0">
              <a:buNone/>
            </a:pPr>
            <a:endParaRPr lang="en-US" b="1" dirty="0"/>
          </a:p>
          <a:p>
            <a:pPr marL="0" indent="0">
              <a:buNone/>
            </a:pPr>
            <a:r>
              <a:rPr lang="en-US" b="1" dirty="0"/>
              <a:t>Weighted SGAI =  -0.172 * 1.0893  = -0.19</a:t>
            </a:r>
            <a:endParaRPr lang="en-IN" b="1" dirty="0"/>
          </a:p>
        </p:txBody>
      </p:sp>
    </p:spTree>
    <p:extLst>
      <p:ext uri="{BB962C8B-B14F-4D97-AF65-F5344CB8AC3E}">
        <p14:creationId xmlns:p14="http://schemas.microsoft.com/office/powerpoint/2010/main" val="2400822955"/>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AFE96-BF99-4FEA-BEC9-F60A78865BFE}"/>
              </a:ext>
            </a:extLst>
          </p:cNvPr>
          <p:cNvSpPr>
            <a:spLocks noGrp="1"/>
          </p:cNvSpPr>
          <p:nvPr>
            <p:ph type="title"/>
          </p:nvPr>
        </p:nvSpPr>
        <p:spPr/>
        <p:txBody>
          <a:bodyPr/>
          <a:lstStyle/>
          <a:p>
            <a:pPr algn="ctr"/>
            <a:r>
              <a:rPr lang="en-US" b="1" dirty="0"/>
              <a:t>7.What is the Leverage Index ( LVGI) for  </a:t>
            </a:r>
            <a:r>
              <a:rPr lang="en-US" b="1" u="sng" dirty="0"/>
              <a:t>UTCL in 2023</a:t>
            </a:r>
            <a:r>
              <a:rPr lang="en-US" b="1" dirty="0"/>
              <a:t>?</a:t>
            </a:r>
            <a:endParaRPr lang="en-IN" b="1" dirty="0"/>
          </a:p>
        </p:txBody>
      </p:sp>
      <p:sp>
        <p:nvSpPr>
          <p:cNvPr id="3" name="Content Placeholder 2">
            <a:extLst>
              <a:ext uri="{FF2B5EF4-FFF2-40B4-BE49-F238E27FC236}">
                <a16:creationId xmlns:a16="http://schemas.microsoft.com/office/drawing/2014/main" id="{99DC81EE-9FA1-441A-A248-EA84AAB58971}"/>
              </a:ext>
            </a:extLst>
          </p:cNvPr>
          <p:cNvSpPr>
            <a:spLocks noGrp="1"/>
          </p:cNvSpPr>
          <p:nvPr>
            <p:ph idx="1"/>
          </p:nvPr>
        </p:nvSpPr>
        <p:spPr/>
        <p:txBody>
          <a:bodyPr>
            <a:normAutofit lnSpcReduction="10000"/>
          </a:bodyPr>
          <a:lstStyle/>
          <a:p>
            <a:pPr marL="0" indent="0">
              <a:buNone/>
            </a:pPr>
            <a:endParaRPr lang="en-US" dirty="0"/>
          </a:p>
          <a:p>
            <a:pPr marL="0" indent="0">
              <a:buNone/>
            </a:pPr>
            <a:r>
              <a:rPr lang="en-IN" dirty="0"/>
              <a:t>= ( {CL t+ TLTD t }/ TA t)</a:t>
            </a:r>
          </a:p>
          <a:p>
            <a:pPr marL="0" indent="0">
              <a:buNone/>
            </a:pPr>
            <a:r>
              <a:rPr lang="en-IN" dirty="0"/>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 {CL t-1+ TLTD t-1 }/ TA t-1)</a:t>
            </a:r>
          </a:p>
          <a:p>
            <a:pPr marL="0" indent="0">
              <a:buNone/>
            </a:pPr>
            <a:endParaRPr lang="en-IN" dirty="0"/>
          </a:p>
          <a:p>
            <a:pPr marL="0" indent="0">
              <a:buNone/>
            </a:pPr>
            <a:r>
              <a:rPr lang="en-IN" dirty="0"/>
              <a:t>= ( {23432+5356}/ 91387 )  /  ( {20155+5303}/ 83828 ) </a:t>
            </a:r>
          </a:p>
          <a:p>
            <a:pPr marL="0" indent="0">
              <a:buNone/>
            </a:pPr>
            <a:r>
              <a:rPr lang="en-IN" dirty="0"/>
              <a:t>= 0.3150/0.3037 = </a:t>
            </a:r>
            <a:r>
              <a:rPr lang="en-IN" b="1" dirty="0"/>
              <a:t>1.0372</a:t>
            </a:r>
          </a:p>
          <a:p>
            <a:pPr marL="0" indent="0">
              <a:buNone/>
            </a:pPr>
            <a:endParaRPr lang="en-IN" b="1" dirty="0"/>
          </a:p>
          <a:p>
            <a:pPr marL="0" indent="0">
              <a:buNone/>
            </a:pPr>
            <a:r>
              <a:rPr lang="en-IN" b="1" dirty="0"/>
              <a:t>Weighted LVGI = -0.327 * 1.0372 = -0.34</a:t>
            </a:r>
          </a:p>
        </p:txBody>
      </p:sp>
    </p:spTree>
    <p:extLst>
      <p:ext uri="{BB962C8B-B14F-4D97-AF65-F5344CB8AC3E}">
        <p14:creationId xmlns:p14="http://schemas.microsoft.com/office/powerpoint/2010/main" val="901163328"/>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4EB64-8D01-4F26-9C69-150475B299F3}"/>
              </a:ext>
            </a:extLst>
          </p:cNvPr>
          <p:cNvSpPr>
            <a:spLocks noGrp="1"/>
          </p:cNvSpPr>
          <p:nvPr>
            <p:ph type="title"/>
          </p:nvPr>
        </p:nvSpPr>
        <p:spPr/>
        <p:txBody>
          <a:bodyPr/>
          <a:lstStyle/>
          <a:p>
            <a:pPr algn="ctr"/>
            <a:r>
              <a:rPr lang="en-US" b="1" dirty="0"/>
              <a:t>8. What is the Total Accruals to Total Assets (TATA) for </a:t>
            </a:r>
            <a:r>
              <a:rPr lang="en-US" b="1" u="sng" dirty="0"/>
              <a:t>UTCL in 2023</a:t>
            </a:r>
            <a:r>
              <a:rPr lang="en-US" b="1" dirty="0"/>
              <a:t>?</a:t>
            </a:r>
            <a:endParaRPr lang="en-IN" b="1" dirty="0"/>
          </a:p>
        </p:txBody>
      </p:sp>
      <p:sp>
        <p:nvSpPr>
          <p:cNvPr id="3" name="Content Placeholder 2">
            <a:extLst>
              <a:ext uri="{FF2B5EF4-FFF2-40B4-BE49-F238E27FC236}">
                <a16:creationId xmlns:a16="http://schemas.microsoft.com/office/drawing/2014/main" id="{1ED28183-633A-4393-BF8D-CCEBC1A322DC}"/>
              </a:ext>
            </a:extLst>
          </p:cNvPr>
          <p:cNvSpPr>
            <a:spLocks noGrp="1"/>
          </p:cNvSpPr>
          <p:nvPr>
            <p:ph idx="1"/>
          </p:nvPr>
        </p:nvSpPr>
        <p:spPr/>
        <p:txBody>
          <a:bodyPr/>
          <a:lstStyle/>
          <a:p>
            <a:pPr marL="0" indent="0">
              <a:buNone/>
            </a:pPr>
            <a:r>
              <a:rPr lang="en-US" dirty="0"/>
              <a:t>= </a:t>
            </a:r>
          </a:p>
          <a:p>
            <a:pPr marL="0" indent="0">
              <a:buNone/>
            </a:pPr>
            <a:r>
              <a:rPr lang="en-US" dirty="0"/>
              <a:t>(Income from Continuing Operations t-CFO t ) / TA t</a:t>
            </a:r>
          </a:p>
          <a:p>
            <a:pPr marL="0" indent="0">
              <a:buNone/>
            </a:pPr>
            <a:endParaRPr lang="en-US" dirty="0"/>
          </a:p>
          <a:p>
            <a:pPr marL="0" indent="0">
              <a:buNone/>
            </a:pPr>
            <a:r>
              <a:rPr lang="en-US" dirty="0"/>
              <a:t>= (5069- 9069)  /  91387     = -0.0438</a:t>
            </a:r>
          </a:p>
          <a:p>
            <a:pPr marL="0" indent="0">
              <a:buNone/>
            </a:pPr>
            <a:endParaRPr lang="en-US" dirty="0"/>
          </a:p>
          <a:p>
            <a:pPr marL="0" indent="0">
              <a:buNone/>
            </a:pPr>
            <a:r>
              <a:rPr lang="en-US" b="1" dirty="0"/>
              <a:t>Weighted TATA  </a:t>
            </a:r>
            <a:r>
              <a:rPr lang="en-US" dirty="0"/>
              <a:t>= 4.697 *(-0.0438)  = </a:t>
            </a:r>
            <a:r>
              <a:rPr lang="en-US" b="1" dirty="0"/>
              <a:t>-0.21</a:t>
            </a:r>
            <a:endParaRPr lang="en-IN" dirty="0"/>
          </a:p>
        </p:txBody>
      </p:sp>
    </p:spTree>
    <p:extLst>
      <p:ext uri="{BB962C8B-B14F-4D97-AF65-F5344CB8AC3E}">
        <p14:creationId xmlns:p14="http://schemas.microsoft.com/office/powerpoint/2010/main" val="103835199"/>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ACAB0-D467-4FF3-9CE3-5DF232B6E8A0}"/>
              </a:ext>
            </a:extLst>
          </p:cNvPr>
          <p:cNvSpPr>
            <a:spLocks noGrp="1"/>
          </p:cNvSpPr>
          <p:nvPr>
            <p:ph type="title"/>
          </p:nvPr>
        </p:nvSpPr>
        <p:spPr/>
        <p:txBody>
          <a:bodyPr/>
          <a:lstStyle/>
          <a:p>
            <a:r>
              <a:rPr lang="en-US" dirty="0"/>
              <a:t>Figures for </a:t>
            </a:r>
            <a:r>
              <a:rPr lang="en-US" b="1" u="sng" dirty="0"/>
              <a:t>UTCL </a:t>
            </a:r>
            <a:r>
              <a:rPr lang="en-US" dirty="0"/>
              <a:t>&amp; Inferences in 2023 </a:t>
            </a:r>
            <a:endParaRPr lang="en-IN" dirty="0"/>
          </a:p>
        </p:txBody>
      </p:sp>
      <p:graphicFrame>
        <p:nvGraphicFramePr>
          <p:cNvPr id="4" name="Table 4">
            <a:extLst>
              <a:ext uri="{FF2B5EF4-FFF2-40B4-BE49-F238E27FC236}">
                <a16:creationId xmlns:a16="http://schemas.microsoft.com/office/drawing/2014/main" id="{F9739597-C4D7-4D92-B4DC-07E4C835E398}"/>
              </a:ext>
            </a:extLst>
          </p:cNvPr>
          <p:cNvGraphicFramePr>
            <a:graphicFrameLocks noGrp="1"/>
          </p:cNvGraphicFramePr>
          <p:nvPr>
            <p:ph idx="1"/>
          </p:nvPr>
        </p:nvGraphicFramePr>
        <p:xfrm>
          <a:off x="838200" y="1825625"/>
          <a:ext cx="10515600" cy="4394200"/>
        </p:xfrm>
        <a:graphic>
          <a:graphicData uri="http://schemas.openxmlformats.org/drawingml/2006/table">
            <a:tbl>
              <a:tblPr firstRow="1" bandRow="1">
                <a:tableStyleId>{93296810-A885-4BE3-A3E7-6D5BEEA58F35}</a:tableStyleId>
              </a:tblPr>
              <a:tblGrid>
                <a:gridCol w="2103120">
                  <a:extLst>
                    <a:ext uri="{9D8B030D-6E8A-4147-A177-3AD203B41FA5}">
                      <a16:colId xmlns:a16="http://schemas.microsoft.com/office/drawing/2014/main" val="1964040091"/>
                    </a:ext>
                  </a:extLst>
                </a:gridCol>
                <a:gridCol w="2103120">
                  <a:extLst>
                    <a:ext uri="{9D8B030D-6E8A-4147-A177-3AD203B41FA5}">
                      <a16:colId xmlns:a16="http://schemas.microsoft.com/office/drawing/2014/main" val="3825861203"/>
                    </a:ext>
                  </a:extLst>
                </a:gridCol>
                <a:gridCol w="2103120">
                  <a:extLst>
                    <a:ext uri="{9D8B030D-6E8A-4147-A177-3AD203B41FA5}">
                      <a16:colId xmlns:a16="http://schemas.microsoft.com/office/drawing/2014/main" val="1015777851"/>
                    </a:ext>
                  </a:extLst>
                </a:gridCol>
                <a:gridCol w="2103120">
                  <a:extLst>
                    <a:ext uri="{9D8B030D-6E8A-4147-A177-3AD203B41FA5}">
                      <a16:colId xmlns:a16="http://schemas.microsoft.com/office/drawing/2014/main" val="2025075330"/>
                    </a:ext>
                  </a:extLst>
                </a:gridCol>
                <a:gridCol w="2103120">
                  <a:extLst>
                    <a:ext uri="{9D8B030D-6E8A-4147-A177-3AD203B41FA5}">
                      <a16:colId xmlns:a16="http://schemas.microsoft.com/office/drawing/2014/main" val="3084581915"/>
                    </a:ext>
                  </a:extLst>
                </a:gridCol>
              </a:tblGrid>
              <a:tr h="370840">
                <a:tc>
                  <a:txBody>
                    <a:bodyPr/>
                    <a:lstStyle/>
                    <a:p>
                      <a:r>
                        <a:rPr lang="en-US" dirty="0"/>
                        <a:t>Variable</a:t>
                      </a:r>
                      <a:endParaRPr lang="en-IN" dirty="0"/>
                    </a:p>
                  </a:txBody>
                  <a:tcPr/>
                </a:tc>
                <a:tc>
                  <a:txBody>
                    <a:bodyPr/>
                    <a:lstStyle/>
                    <a:p>
                      <a:r>
                        <a:rPr lang="en-US" dirty="0"/>
                        <a:t>Expectation</a:t>
                      </a:r>
                      <a:endParaRPr lang="en-IN" dirty="0"/>
                    </a:p>
                  </a:txBody>
                  <a:tcPr/>
                </a:tc>
                <a:tc>
                  <a:txBody>
                    <a:bodyPr/>
                    <a:lstStyle/>
                    <a:p>
                      <a:r>
                        <a:rPr lang="en-US" dirty="0" err="1"/>
                        <a:t>C.Year</a:t>
                      </a:r>
                      <a:endParaRPr lang="en-IN" dirty="0"/>
                    </a:p>
                  </a:txBody>
                  <a:tcPr/>
                </a:tc>
                <a:tc>
                  <a:txBody>
                    <a:bodyPr/>
                    <a:lstStyle/>
                    <a:p>
                      <a:r>
                        <a:rPr lang="en-US" dirty="0" err="1"/>
                        <a:t>Prev.year</a:t>
                      </a:r>
                      <a:endParaRPr lang="en-IN" dirty="0"/>
                    </a:p>
                  </a:txBody>
                  <a:tcPr/>
                </a:tc>
                <a:tc>
                  <a:txBody>
                    <a:bodyPr/>
                    <a:lstStyle/>
                    <a:p>
                      <a:r>
                        <a:rPr lang="en-US" dirty="0"/>
                        <a:t>Inference </a:t>
                      </a:r>
                      <a:endParaRPr lang="en-IN" dirty="0"/>
                    </a:p>
                  </a:txBody>
                  <a:tcPr/>
                </a:tc>
                <a:extLst>
                  <a:ext uri="{0D108BD9-81ED-4DB2-BD59-A6C34878D82A}">
                    <a16:rowId xmlns:a16="http://schemas.microsoft.com/office/drawing/2014/main" val="3285547125"/>
                  </a:ext>
                </a:extLst>
              </a:tr>
              <a:tr h="370840">
                <a:tc>
                  <a:txBody>
                    <a:bodyPr/>
                    <a:lstStyle/>
                    <a:p>
                      <a:r>
                        <a:rPr lang="en-US" b="1" dirty="0"/>
                        <a:t>1. DSRI</a:t>
                      </a:r>
                      <a:endParaRPr lang="en-IN" b="1" dirty="0"/>
                    </a:p>
                  </a:txBody>
                  <a:tcPr/>
                </a:tc>
                <a:tc>
                  <a:txBody>
                    <a:bodyPr/>
                    <a:lstStyle/>
                    <a:p>
                      <a:r>
                        <a:rPr lang="en-US" dirty="0" err="1"/>
                        <a:t>C.Year</a:t>
                      </a:r>
                      <a:r>
                        <a:rPr lang="en-US" dirty="0"/>
                        <a:t> to be lower</a:t>
                      </a:r>
                      <a:endParaRPr lang="en-IN" dirty="0"/>
                    </a:p>
                  </a:txBody>
                  <a:tcPr/>
                </a:tc>
                <a:tc>
                  <a:txBody>
                    <a:bodyPr/>
                    <a:lstStyle/>
                    <a:p>
                      <a:r>
                        <a:rPr lang="en-IN" sz="2400" b="1" dirty="0"/>
                        <a:t>0.0620</a:t>
                      </a:r>
                    </a:p>
                  </a:txBody>
                  <a:tcPr/>
                </a:tc>
                <a:tc>
                  <a:txBody>
                    <a:bodyPr/>
                    <a:lstStyle/>
                    <a:p>
                      <a:r>
                        <a:rPr lang="en-IN" sz="2400" b="0" dirty="0"/>
                        <a:t>0.0594</a:t>
                      </a:r>
                    </a:p>
                  </a:txBody>
                  <a:tcPr/>
                </a:tc>
                <a:tc>
                  <a:txBody>
                    <a:bodyPr/>
                    <a:lstStyle/>
                    <a:p>
                      <a:r>
                        <a:rPr lang="en-US" b="1" dirty="0"/>
                        <a:t>Manipulative</a:t>
                      </a:r>
                      <a:endParaRPr lang="en-IN" b="1" dirty="0"/>
                    </a:p>
                  </a:txBody>
                  <a:tcPr/>
                </a:tc>
                <a:extLst>
                  <a:ext uri="{0D108BD9-81ED-4DB2-BD59-A6C34878D82A}">
                    <a16:rowId xmlns:a16="http://schemas.microsoft.com/office/drawing/2014/main" val="3621002685"/>
                  </a:ext>
                </a:extLst>
              </a:tr>
              <a:tr h="370840">
                <a:tc>
                  <a:txBody>
                    <a:bodyPr/>
                    <a:lstStyle/>
                    <a:p>
                      <a:r>
                        <a:rPr lang="en-US" dirty="0"/>
                        <a:t>2. GMI</a:t>
                      </a:r>
                      <a:endParaRPr lang="en-IN" dirty="0"/>
                    </a:p>
                  </a:txBody>
                  <a:tcPr/>
                </a:tc>
                <a:tc>
                  <a:txBody>
                    <a:bodyPr/>
                    <a:lstStyle/>
                    <a:p>
                      <a:r>
                        <a:rPr lang="en-US" dirty="0" err="1"/>
                        <a:t>c.Year</a:t>
                      </a:r>
                      <a:r>
                        <a:rPr lang="en-US" dirty="0"/>
                        <a:t> GPM to be higher</a:t>
                      </a:r>
                      <a:endParaRPr lang="en-IN" dirty="0"/>
                    </a:p>
                  </a:txBody>
                  <a:tcPr/>
                </a:tc>
                <a:tc>
                  <a:txBody>
                    <a:bodyPr/>
                    <a:lstStyle/>
                    <a:p>
                      <a:r>
                        <a:rPr kumimoji="0" lang="en-US" sz="2400" b="1" i="0" u="none" strike="noStrike" kern="1200" cap="none" spc="0" normalizeH="0" baseline="0" noProof="0" dirty="0">
                          <a:ln>
                            <a:noFill/>
                          </a:ln>
                          <a:solidFill>
                            <a:prstClr val="black"/>
                          </a:solidFill>
                          <a:effectLst/>
                          <a:uLnTx/>
                          <a:uFillTx/>
                          <a:latin typeface="+mn-lt"/>
                          <a:ea typeface="+mn-ea"/>
                          <a:cs typeface="+mn-cs"/>
                        </a:rPr>
                        <a:t> 0.7539</a:t>
                      </a:r>
                      <a:endParaRPr lang="en-IN" sz="2400" b="1" dirty="0"/>
                    </a:p>
                  </a:txBody>
                  <a:tcPr/>
                </a:tc>
                <a:tc>
                  <a:txBody>
                    <a:bodyPr/>
                    <a:lstStyle/>
                    <a:p>
                      <a:r>
                        <a:rPr lang="en-US" sz="2400" b="0" dirty="0"/>
                        <a:t>0.7444</a:t>
                      </a:r>
                      <a:endParaRPr lang="en-IN" sz="2400" b="0" dirty="0"/>
                    </a:p>
                  </a:txBody>
                  <a:tcPr/>
                </a:tc>
                <a:tc>
                  <a:txBody>
                    <a:bodyPr/>
                    <a:lstStyle/>
                    <a:p>
                      <a:r>
                        <a:rPr lang="en-US" dirty="0"/>
                        <a:t>Non-manipulative</a:t>
                      </a:r>
                      <a:endParaRPr lang="en-IN" dirty="0"/>
                    </a:p>
                  </a:txBody>
                  <a:tcPr/>
                </a:tc>
                <a:extLst>
                  <a:ext uri="{0D108BD9-81ED-4DB2-BD59-A6C34878D82A}">
                    <a16:rowId xmlns:a16="http://schemas.microsoft.com/office/drawing/2014/main" val="4176768138"/>
                  </a:ext>
                </a:extLst>
              </a:tr>
              <a:tr h="370840">
                <a:tc>
                  <a:txBody>
                    <a:bodyPr/>
                    <a:lstStyle/>
                    <a:p>
                      <a:r>
                        <a:rPr lang="en-US" b="0" dirty="0"/>
                        <a:t>3. Asset Quality</a:t>
                      </a:r>
                      <a:endParaRPr lang="en-IN" b="0" dirty="0"/>
                    </a:p>
                  </a:txBody>
                  <a:tcPr/>
                </a:tc>
                <a:tc>
                  <a:txBody>
                    <a:bodyPr/>
                    <a:lstStyle/>
                    <a:p>
                      <a:r>
                        <a:rPr lang="en-US" dirty="0" err="1"/>
                        <a:t>C.Year</a:t>
                      </a:r>
                      <a:r>
                        <a:rPr lang="en-US" dirty="0"/>
                        <a:t> to be lower </a:t>
                      </a:r>
                      <a:endParaRPr lang="en-IN" dirty="0"/>
                    </a:p>
                  </a:txBody>
                  <a:tcPr/>
                </a:tc>
                <a:tc>
                  <a:txBody>
                    <a:bodyPr/>
                    <a:lstStyle/>
                    <a:p>
                      <a:r>
                        <a:rPr kumimoji="0" lang="en-US" sz="2400" b="0" i="0" u="none" strike="noStrike" kern="1200" cap="none" spc="0" normalizeH="0" baseline="0" noProof="0" dirty="0">
                          <a:ln>
                            <a:noFill/>
                          </a:ln>
                          <a:solidFill>
                            <a:prstClr val="black"/>
                          </a:solidFill>
                          <a:effectLst/>
                          <a:uLnTx/>
                          <a:uFillTx/>
                          <a:latin typeface="+mn-lt"/>
                          <a:ea typeface="+mn-ea"/>
                          <a:cs typeface="+mn-cs"/>
                        </a:rPr>
                        <a:t>0.1913</a:t>
                      </a:r>
                      <a:endParaRPr lang="en-IN" sz="2400" b="0" dirty="0"/>
                    </a:p>
                  </a:txBody>
                  <a:tcPr/>
                </a:tc>
                <a:tc>
                  <a:txBody>
                    <a:bodyPr/>
                    <a:lstStyle/>
                    <a:p>
                      <a:r>
                        <a:rPr lang="en-US" sz="2400" b="1" dirty="0"/>
                        <a:t>0.1959</a:t>
                      </a:r>
                      <a:endParaRPr lang="en-IN" sz="2400" b="1" dirty="0"/>
                    </a:p>
                  </a:txBody>
                  <a:tcPr/>
                </a:tc>
                <a:tc>
                  <a:txBody>
                    <a:bodyPr/>
                    <a:lstStyle/>
                    <a:p>
                      <a:r>
                        <a:rPr lang="en-US" b="0" dirty="0"/>
                        <a:t>Non-Manipulative</a:t>
                      </a:r>
                      <a:endParaRPr lang="en-IN" b="0" dirty="0"/>
                    </a:p>
                  </a:txBody>
                  <a:tcPr/>
                </a:tc>
                <a:extLst>
                  <a:ext uri="{0D108BD9-81ED-4DB2-BD59-A6C34878D82A}">
                    <a16:rowId xmlns:a16="http://schemas.microsoft.com/office/drawing/2014/main" val="2772290962"/>
                  </a:ext>
                </a:extLst>
              </a:tr>
              <a:tr h="370840">
                <a:tc>
                  <a:txBody>
                    <a:bodyPr/>
                    <a:lstStyle/>
                    <a:p>
                      <a:r>
                        <a:rPr lang="en-US" b="1" dirty="0"/>
                        <a:t>4. SGI</a:t>
                      </a:r>
                      <a:endParaRPr lang="en-IN" b="1" dirty="0"/>
                    </a:p>
                  </a:txBody>
                  <a:tcPr/>
                </a:tc>
                <a:tc>
                  <a:txBody>
                    <a:bodyPr/>
                    <a:lstStyle/>
                    <a:p>
                      <a:r>
                        <a:rPr lang="en-US" dirty="0"/>
                        <a:t>C. Year to be lower </a:t>
                      </a:r>
                      <a:endParaRPr lang="en-IN" dirty="0"/>
                    </a:p>
                  </a:txBody>
                  <a:tcPr/>
                </a:tc>
                <a:tc>
                  <a:txBody>
                    <a:bodyPr/>
                    <a:lstStyle/>
                    <a:p>
                      <a:r>
                        <a:rPr lang="en-US" sz="2400" b="1" dirty="0"/>
                        <a:t>62338</a:t>
                      </a:r>
                      <a:endParaRPr lang="en-IN" sz="2400" b="1" dirty="0"/>
                    </a:p>
                  </a:txBody>
                  <a:tcPr/>
                </a:tc>
                <a:tc>
                  <a:txBody>
                    <a:bodyPr/>
                    <a:lstStyle/>
                    <a:p>
                      <a:r>
                        <a:rPr lang="en-US" sz="2400" b="0" dirty="0"/>
                        <a:t>51708</a:t>
                      </a:r>
                      <a:endParaRPr lang="en-IN" sz="2400" b="0" dirty="0"/>
                    </a:p>
                  </a:txBody>
                  <a:tcPr/>
                </a:tc>
                <a:tc>
                  <a:txBody>
                    <a:bodyPr/>
                    <a:lstStyle/>
                    <a:p>
                      <a:r>
                        <a:rPr lang="en-US" b="1" dirty="0"/>
                        <a:t>Manipulative</a:t>
                      </a:r>
                      <a:endParaRPr lang="en-IN" b="1" dirty="0"/>
                    </a:p>
                  </a:txBody>
                  <a:tcPr/>
                </a:tc>
                <a:extLst>
                  <a:ext uri="{0D108BD9-81ED-4DB2-BD59-A6C34878D82A}">
                    <a16:rowId xmlns:a16="http://schemas.microsoft.com/office/drawing/2014/main" val="1250424188"/>
                  </a:ext>
                </a:extLst>
              </a:tr>
              <a:tr h="370840">
                <a:tc>
                  <a:txBody>
                    <a:bodyPr/>
                    <a:lstStyle/>
                    <a:p>
                      <a:r>
                        <a:rPr lang="en-US" b="1" dirty="0"/>
                        <a:t>5.  DEPI</a:t>
                      </a:r>
                      <a:endParaRPr lang="en-IN" b="1" dirty="0"/>
                    </a:p>
                  </a:txBody>
                  <a:tcPr/>
                </a:tc>
                <a:tc>
                  <a:txBody>
                    <a:bodyPr/>
                    <a:lstStyle/>
                    <a:p>
                      <a:r>
                        <a:rPr lang="en-US" dirty="0" err="1"/>
                        <a:t>C.Year</a:t>
                      </a:r>
                      <a:r>
                        <a:rPr lang="en-US" dirty="0"/>
                        <a:t> to be higher</a:t>
                      </a:r>
                      <a:endParaRPr lang="en-IN" dirty="0"/>
                    </a:p>
                  </a:txBody>
                  <a:tcPr/>
                </a:tc>
                <a:tc>
                  <a:txBody>
                    <a:bodyPr/>
                    <a:lstStyle/>
                    <a:p>
                      <a:r>
                        <a:rPr lang="en-US" sz="2400" b="0" dirty="0"/>
                        <a:t>0.0514</a:t>
                      </a:r>
                      <a:endParaRPr lang="en-IN" sz="2400" b="0" dirty="0"/>
                    </a:p>
                  </a:txBody>
                  <a:tcPr/>
                </a:tc>
                <a:tc>
                  <a:txBody>
                    <a:bodyPr/>
                    <a:lstStyle/>
                    <a:p>
                      <a:r>
                        <a:rPr lang="en-US" sz="2400" b="1" dirty="0"/>
                        <a:t>0.0523</a:t>
                      </a:r>
                      <a:endParaRPr lang="en-IN" sz="2400" b="1" dirty="0"/>
                    </a:p>
                  </a:txBody>
                  <a:tcPr/>
                </a:tc>
                <a:tc>
                  <a:txBody>
                    <a:bodyPr/>
                    <a:lstStyle/>
                    <a:p>
                      <a:r>
                        <a:rPr lang="en-US" b="1" dirty="0"/>
                        <a:t>Manipulative</a:t>
                      </a:r>
                      <a:endParaRPr lang="en-IN" b="1" dirty="0"/>
                    </a:p>
                  </a:txBody>
                  <a:tcPr/>
                </a:tc>
                <a:extLst>
                  <a:ext uri="{0D108BD9-81ED-4DB2-BD59-A6C34878D82A}">
                    <a16:rowId xmlns:a16="http://schemas.microsoft.com/office/drawing/2014/main" val="178529724"/>
                  </a:ext>
                </a:extLst>
              </a:tr>
              <a:tr h="370840">
                <a:tc>
                  <a:txBody>
                    <a:bodyPr/>
                    <a:lstStyle/>
                    <a:p>
                      <a:r>
                        <a:rPr lang="en-US" dirty="0"/>
                        <a:t>6.  SGAI</a:t>
                      </a:r>
                      <a:endParaRPr lang="en-IN" dirty="0"/>
                    </a:p>
                  </a:txBody>
                  <a:tcPr/>
                </a:tc>
                <a:tc>
                  <a:txBody>
                    <a:bodyPr/>
                    <a:lstStyle/>
                    <a:p>
                      <a:r>
                        <a:rPr lang="en-US" dirty="0" err="1"/>
                        <a:t>C.Year</a:t>
                      </a:r>
                      <a:r>
                        <a:rPr lang="en-US" dirty="0"/>
                        <a:t> to be higher</a:t>
                      </a:r>
                      <a:endParaRPr lang="en-IN" dirty="0"/>
                    </a:p>
                  </a:txBody>
                  <a:tcPr/>
                </a:tc>
                <a:tc>
                  <a:txBody>
                    <a:bodyPr/>
                    <a:lstStyle/>
                    <a:p>
                      <a:r>
                        <a:rPr lang="en-US" sz="2400" b="1" dirty="0"/>
                        <a:t>0.6443</a:t>
                      </a:r>
                      <a:endParaRPr lang="en-IN" sz="2400" b="1" dirty="0"/>
                    </a:p>
                  </a:txBody>
                  <a:tcPr/>
                </a:tc>
                <a:tc>
                  <a:txBody>
                    <a:bodyPr/>
                    <a:lstStyle/>
                    <a:p>
                      <a:r>
                        <a:rPr lang="en-US" sz="2400" dirty="0"/>
                        <a:t>0.5915</a:t>
                      </a:r>
                      <a:endParaRPr lang="en-IN" sz="2400" dirty="0"/>
                    </a:p>
                  </a:txBody>
                  <a:tcPr/>
                </a:tc>
                <a:tc>
                  <a:txBody>
                    <a:bodyPr/>
                    <a:lstStyle/>
                    <a:p>
                      <a:r>
                        <a:rPr lang="en-US" dirty="0"/>
                        <a:t>Non- Manipulative</a:t>
                      </a:r>
                      <a:endParaRPr lang="en-IN" dirty="0"/>
                    </a:p>
                  </a:txBody>
                  <a:tcPr/>
                </a:tc>
                <a:extLst>
                  <a:ext uri="{0D108BD9-81ED-4DB2-BD59-A6C34878D82A}">
                    <a16:rowId xmlns:a16="http://schemas.microsoft.com/office/drawing/2014/main" val="2748651567"/>
                  </a:ext>
                </a:extLst>
              </a:tr>
              <a:tr h="370840">
                <a:tc>
                  <a:txBody>
                    <a:bodyPr/>
                    <a:lstStyle/>
                    <a:p>
                      <a:r>
                        <a:rPr lang="en-US" b="0" dirty="0"/>
                        <a:t>7. LVGI</a:t>
                      </a:r>
                      <a:endParaRPr lang="en-IN" b="0" dirty="0"/>
                    </a:p>
                  </a:txBody>
                  <a:tcPr/>
                </a:tc>
                <a:tc>
                  <a:txBody>
                    <a:bodyPr/>
                    <a:lstStyle/>
                    <a:p>
                      <a:r>
                        <a:rPr lang="en-US" dirty="0" err="1"/>
                        <a:t>C.Year</a:t>
                      </a:r>
                      <a:r>
                        <a:rPr lang="en-US" dirty="0"/>
                        <a:t> to be higher</a:t>
                      </a:r>
                      <a:endParaRPr lang="en-IN" dirty="0"/>
                    </a:p>
                  </a:txBody>
                  <a:tcPr/>
                </a:tc>
                <a:tc>
                  <a:txBody>
                    <a:bodyPr/>
                    <a:lstStyle/>
                    <a:p>
                      <a:r>
                        <a:rPr lang="en-US" sz="2400" b="1" dirty="0"/>
                        <a:t>0.3150</a:t>
                      </a:r>
                      <a:endParaRPr lang="en-IN" sz="2400" b="1" dirty="0"/>
                    </a:p>
                  </a:txBody>
                  <a:tcPr/>
                </a:tc>
                <a:tc>
                  <a:txBody>
                    <a:bodyPr/>
                    <a:lstStyle/>
                    <a:p>
                      <a:r>
                        <a:rPr lang="en-US" sz="2400" b="0" dirty="0"/>
                        <a:t>0.3037</a:t>
                      </a:r>
                      <a:endParaRPr lang="en-IN" sz="2400" b="0" dirty="0"/>
                    </a:p>
                  </a:txBody>
                  <a:tcPr/>
                </a:tc>
                <a:tc>
                  <a:txBody>
                    <a:bodyPr/>
                    <a:lstStyle/>
                    <a:p>
                      <a:r>
                        <a:rPr lang="en-US" b="0" dirty="0"/>
                        <a:t>Non-Manipulative</a:t>
                      </a:r>
                      <a:endParaRPr lang="en-IN" b="0" dirty="0"/>
                    </a:p>
                  </a:txBody>
                  <a:tcPr/>
                </a:tc>
                <a:extLst>
                  <a:ext uri="{0D108BD9-81ED-4DB2-BD59-A6C34878D82A}">
                    <a16:rowId xmlns:a16="http://schemas.microsoft.com/office/drawing/2014/main" val="1042543517"/>
                  </a:ext>
                </a:extLst>
              </a:tr>
              <a:tr h="370840">
                <a:tc>
                  <a:txBody>
                    <a:bodyPr/>
                    <a:lstStyle/>
                    <a:p>
                      <a:r>
                        <a:rPr lang="en-US" dirty="0"/>
                        <a:t>8.TATA</a:t>
                      </a:r>
                      <a:endParaRPr lang="en-IN" dirty="0"/>
                    </a:p>
                  </a:txBody>
                  <a:tcPr/>
                </a:tc>
                <a:tc>
                  <a:txBody>
                    <a:bodyPr/>
                    <a:lstStyle/>
                    <a:p>
                      <a:r>
                        <a:rPr lang="en-US" dirty="0"/>
                        <a:t>To be negative (lower)</a:t>
                      </a:r>
                      <a:endParaRPr lang="en-IN" dirty="0"/>
                    </a:p>
                  </a:txBody>
                  <a:tcPr/>
                </a:tc>
                <a:tc>
                  <a:txBody>
                    <a:bodyPr/>
                    <a:lstStyle/>
                    <a:p>
                      <a:r>
                        <a:rPr lang="en-US" sz="2400" b="1" dirty="0"/>
                        <a:t>-0.0438</a:t>
                      </a:r>
                      <a:endParaRPr lang="en-IN" sz="2400" b="1" dirty="0"/>
                    </a:p>
                  </a:txBody>
                  <a:tcPr/>
                </a:tc>
                <a:tc>
                  <a:txBody>
                    <a:bodyPr/>
                    <a:lstStyle/>
                    <a:p>
                      <a:endParaRPr lang="en-IN" sz="2400" dirty="0"/>
                    </a:p>
                  </a:txBody>
                  <a:tcPr/>
                </a:tc>
                <a:tc>
                  <a:txBody>
                    <a:bodyPr/>
                    <a:lstStyle/>
                    <a:p>
                      <a:r>
                        <a:rPr lang="en-US" dirty="0"/>
                        <a:t>Non-Manipulative</a:t>
                      </a:r>
                      <a:endParaRPr lang="en-IN" dirty="0"/>
                    </a:p>
                  </a:txBody>
                  <a:tcPr/>
                </a:tc>
                <a:extLst>
                  <a:ext uri="{0D108BD9-81ED-4DB2-BD59-A6C34878D82A}">
                    <a16:rowId xmlns:a16="http://schemas.microsoft.com/office/drawing/2014/main" val="2329578791"/>
                  </a:ext>
                </a:extLst>
              </a:tr>
            </a:tbl>
          </a:graphicData>
        </a:graphic>
      </p:graphicFrame>
    </p:spTree>
    <p:extLst>
      <p:ext uri="{BB962C8B-B14F-4D97-AF65-F5344CB8AC3E}">
        <p14:creationId xmlns:p14="http://schemas.microsoft.com/office/powerpoint/2010/main" val="3639601898"/>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71108-EE44-402A-9068-87399141CC67}"/>
              </a:ext>
            </a:extLst>
          </p:cNvPr>
          <p:cNvSpPr>
            <a:spLocks noGrp="1"/>
          </p:cNvSpPr>
          <p:nvPr>
            <p:ph type="title"/>
          </p:nvPr>
        </p:nvSpPr>
        <p:spPr>
          <a:xfrm>
            <a:off x="683217" y="0"/>
            <a:ext cx="10515600" cy="1325563"/>
          </a:xfrm>
        </p:spPr>
        <p:txBody>
          <a:bodyPr/>
          <a:lstStyle/>
          <a:p>
            <a:pPr algn="ctr"/>
            <a:r>
              <a:rPr lang="en-US" dirty="0"/>
              <a:t> </a:t>
            </a:r>
            <a:r>
              <a:rPr lang="en-US" b="1" dirty="0"/>
              <a:t>M score for </a:t>
            </a:r>
            <a:r>
              <a:rPr lang="en-US" b="1" u="sng" dirty="0"/>
              <a:t>UTCL in 2023</a:t>
            </a:r>
            <a:endParaRPr lang="en-IN" b="1" u="sng" dirty="0"/>
          </a:p>
        </p:txBody>
      </p:sp>
      <p:graphicFrame>
        <p:nvGraphicFramePr>
          <p:cNvPr id="4" name="Table 4">
            <a:extLst>
              <a:ext uri="{FF2B5EF4-FFF2-40B4-BE49-F238E27FC236}">
                <a16:creationId xmlns:a16="http://schemas.microsoft.com/office/drawing/2014/main" id="{F43D9390-BAF6-4A5C-A872-B57DF90A70DF}"/>
              </a:ext>
            </a:extLst>
          </p:cNvPr>
          <p:cNvGraphicFramePr>
            <a:graphicFrameLocks noGrp="1"/>
          </p:cNvGraphicFramePr>
          <p:nvPr>
            <p:ph idx="1"/>
          </p:nvPr>
        </p:nvGraphicFramePr>
        <p:xfrm>
          <a:off x="838200" y="1110343"/>
          <a:ext cx="10515600" cy="44450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627983963"/>
                    </a:ext>
                  </a:extLst>
                </a:gridCol>
                <a:gridCol w="5257800">
                  <a:extLst>
                    <a:ext uri="{9D8B030D-6E8A-4147-A177-3AD203B41FA5}">
                      <a16:colId xmlns:a16="http://schemas.microsoft.com/office/drawing/2014/main" val="849865216"/>
                    </a:ext>
                  </a:extLst>
                </a:gridCol>
              </a:tblGrid>
              <a:tr h="140725">
                <a:tc>
                  <a:txBody>
                    <a:bodyPr/>
                    <a:lstStyle/>
                    <a:p>
                      <a:r>
                        <a:rPr lang="en-US" dirty="0"/>
                        <a:t>Particulars</a:t>
                      </a:r>
                      <a:endParaRPr lang="en-IN" dirty="0"/>
                    </a:p>
                  </a:txBody>
                  <a:tcPr/>
                </a:tc>
                <a:tc>
                  <a:txBody>
                    <a:bodyPr/>
                    <a:lstStyle/>
                    <a:p>
                      <a:r>
                        <a:rPr lang="en-US" dirty="0"/>
                        <a:t>Weighted Score </a:t>
                      </a:r>
                      <a:endParaRPr lang="en-IN" dirty="0"/>
                    </a:p>
                  </a:txBody>
                  <a:tcPr/>
                </a:tc>
                <a:extLst>
                  <a:ext uri="{0D108BD9-81ED-4DB2-BD59-A6C34878D82A}">
                    <a16:rowId xmlns:a16="http://schemas.microsoft.com/office/drawing/2014/main" val="3295253086"/>
                  </a:ext>
                </a:extLst>
              </a:tr>
              <a:tr h="370840">
                <a:tc>
                  <a:txBody>
                    <a:bodyPr/>
                    <a:lstStyle/>
                    <a:p>
                      <a:r>
                        <a:rPr lang="en-US" dirty="0"/>
                        <a:t>Intercept</a:t>
                      </a:r>
                      <a:endParaRPr lang="en-IN" dirty="0"/>
                    </a:p>
                  </a:txBody>
                  <a:tcPr/>
                </a:tc>
                <a:tc>
                  <a:txBody>
                    <a:bodyPr/>
                    <a:lstStyle/>
                    <a:p>
                      <a:pPr algn="r"/>
                      <a:r>
                        <a:rPr lang="en-US" dirty="0"/>
                        <a:t>-4.840</a:t>
                      </a:r>
                      <a:endParaRPr lang="en-IN" dirty="0"/>
                    </a:p>
                  </a:txBody>
                  <a:tcPr/>
                </a:tc>
                <a:extLst>
                  <a:ext uri="{0D108BD9-81ED-4DB2-BD59-A6C34878D82A}">
                    <a16:rowId xmlns:a16="http://schemas.microsoft.com/office/drawing/2014/main" val="1747668614"/>
                  </a:ext>
                </a:extLst>
              </a:tr>
              <a:tr h="370840">
                <a:tc>
                  <a:txBody>
                    <a:bodyPr/>
                    <a:lstStyle/>
                    <a:p>
                      <a:r>
                        <a:rPr lang="en-US" dirty="0"/>
                        <a:t>DSRI</a:t>
                      </a:r>
                      <a:endParaRPr lang="en-IN" dirty="0"/>
                    </a:p>
                  </a:txBody>
                  <a:tcPr/>
                </a:tc>
                <a:tc>
                  <a:txBody>
                    <a:bodyPr/>
                    <a:lstStyle/>
                    <a:p>
                      <a:pPr algn="r"/>
                      <a:r>
                        <a:rPr lang="en-US" dirty="0"/>
                        <a:t>+0.96</a:t>
                      </a:r>
                      <a:endParaRPr lang="en-IN" dirty="0"/>
                    </a:p>
                  </a:txBody>
                  <a:tcPr/>
                </a:tc>
                <a:extLst>
                  <a:ext uri="{0D108BD9-81ED-4DB2-BD59-A6C34878D82A}">
                    <a16:rowId xmlns:a16="http://schemas.microsoft.com/office/drawing/2014/main" val="3498042954"/>
                  </a:ext>
                </a:extLst>
              </a:tr>
              <a:tr h="370840">
                <a:tc>
                  <a:txBody>
                    <a:bodyPr/>
                    <a:lstStyle/>
                    <a:p>
                      <a:r>
                        <a:rPr lang="en-US" dirty="0"/>
                        <a:t>GMI</a:t>
                      </a:r>
                      <a:endParaRPr lang="en-IN" dirty="0"/>
                    </a:p>
                  </a:txBody>
                  <a:tcPr/>
                </a:tc>
                <a:tc>
                  <a:txBody>
                    <a:bodyPr/>
                    <a:lstStyle/>
                    <a:p>
                      <a:pPr algn="r"/>
                      <a:r>
                        <a:rPr lang="en-US" dirty="0"/>
                        <a:t>+0.52</a:t>
                      </a:r>
                      <a:endParaRPr lang="en-IN" dirty="0"/>
                    </a:p>
                  </a:txBody>
                  <a:tcPr/>
                </a:tc>
                <a:extLst>
                  <a:ext uri="{0D108BD9-81ED-4DB2-BD59-A6C34878D82A}">
                    <a16:rowId xmlns:a16="http://schemas.microsoft.com/office/drawing/2014/main" val="3018574681"/>
                  </a:ext>
                </a:extLst>
              </a:tr>
              <a:tr h="370840">
                <a:tc>
                  <a:txBody>
                    <a:bodyPr/>
                    <a:lstStyle/>
                    <a:p>
                      <a:r>
                        <a:rPr lang="en-US" dirty="0"/>
                        <a:t>AQ</a:t>
                      </a:r>
                      <a:endParaRPr lang="en-IN" dirty="0"/>
                    </a:p>
                  </a:txBody>
                  <a:tcPr/>
                </a:tc>
                <a:tc>
                  <a:txBody>
                    <a:bodyPr/>
                    <a:lstStyle/>
                    <a:p>
                      <a:pPr algn="r"/>
                      <a:r>
                        <a:rPr lang="en-US" dirty="0"/>
                        <a:t>+0.39 </a:t>
                      </a:r>
                      <a:endParaRPr lang="en-IN" dirty="0"/>
                    </a:p>
                  </a:txBody>
                  <a:tcPr/>
                </a:tc>
                <a:extLst>
                  <a:ext uri="{0D108BD9-81ED-4DB2-BD59-A6C34878D82A}">
                    <a16:rowId xmlns:a16="http://schemas.microsoft.com/office/drawing/2014/main" val="166528039"/>
                  </a:ext>
                </a:extLst>
              </a:tr>
              <a:tr h="370840">
                <a:tc>
                  <a:txBody>
                    <a:bodyPr/>
                    <a:lstStyle/>
                    <a:p>
                      <a:r>
                        <a:rPr lang="en-US" dirty="0"/>
                        <a:t>SGI</a:t>
                      </a:r>
                      <a:endParaRPr lang="en-IN" dirty="0"/>
                    </a:p>
                  </a:txBody>
                  <a:tcPr/>
                </a:tc>
                <a:tc>
                  <a:txBody>
                    <a:bodyPr/>
                    <a:lstStyle/>
                    <a:p>
                      <a:pPr algn="r"/>
                      <a:r>
                        <a:rPr lang="en-US" dirty="0"/>
                        <a:t>+1.08</a:t>
                      </a:r>
                      <a:endParaRPr lang="en-IN" dirty="0"/>
                    </a:p>
                  </a:txBody>
                  <a:tcPr/>
                </a:tc>
                <a:extLst>
                  <a:ext uri="{0D108BD9-81ED-4DB2-BD59-A6C34878D82A}">
                    <a16:rowId xmlns:a16="http://schemas.microsoft.com/office/drawing/2014/main" val="2903197624"/>
                  </a:ext>
                </a:extLst>
              </a:tr>
              <a:tr h="370840">
                <a:tc>
                  <a:txBody>
                    <a:bodyPr/>
                    <a:lstStyle/>
                    <a:p>
                      <a:r>
                        <a:rPr lang="en-US" dirty="0"/>
                        <a:t>DEPI</a:t>
                      </a:r>
                      <a:endParaRPr lang="en-IN" dirty="0"/>
                    </a:p>
                  </a:txBody>
                  <a:tcPr/>
                </a:tc>
                <a:tc>
                  <a:txBody>
                    <a:bodyPr/>
                    <a:lstStyle/>
                    <a:p>
                      <a:pPr algn="r"/>
                      <a:r>
                        <a:rPr lang="en-US" dirty="0"/>
                        <a:t>+0.12</a:t>
                      </a:r>
                      <a:endParaRPr lang="en-IN" dirty="0"/>
                    </a:p>
                  </a:txBody>
                  <a:tcPr/>
                </a:tc>
                <a:extLst>
                  <a:ext uri="{0D108BD9-81ED-4DB2-BD59-A6C34878D82A}">
                    <a16:rowId xmlns:a16="http://schemas.microsoft.com/office/drawing/2014/main" val="3245711694"/>
                  </a:ext>
                </a:extLst>
              </a:tr>
              <a:tr h="370840">
                <a:tc>
                  <a:txBody>
                    <a:bodyPr/>
                    <a:lstStyle/>
                    <a:p>
                      <a:r>
                        <a:rPr lang="en-US" dirty="0"/>
                        <a:t>SGAI</a:t>
                      </a:r>
                      <a:endParaRPr lang="en-IN" dirty="0"/>
                    </a:p>
                  </a:txBody>
                  <a:tcPr/>
                </a:tc>
                <a:tc>
                  <a:txBody>
                    <a:bodyPr/>
                    <a:lstStyle/>
                    <a:p>
                      <a:pPr algn="r"/>
                      <a:r>
                        <a:rPr lang="en-US" dirty="0"/>
                        <a:t>-0.19</a:t>
                      </a:r>
                      <a:endParaRPr lang="en-IN" dirty="0"/>
                    </a:p>
                  </a:txBody>
                  <a:tcPr/>
                </a:tc>
                <a:extLst>
                  <a:ext uri="{0D108BD9-81ED-4DB2-BD59-A6C34878D82A}">
                    <a16:rowId xmlns:a16="http://schemas.microsoft.com/office/drawing/2014/main" val="2632190822"/>
                  </a:ext>
                </a:extLst>
              </a:tr>
              <a:tr h="370840">
                <a:tc>
                  <a:txBody>
                    <a:bodyPr/>
                    <a:lstStyle/>
                    <a:p>
                      <a:r>
                        <a:rPr lang="en-US" dirty="0"/>
                        <a:t>LVGI</a:t>
                      </a:r>
                      <a:endParaRPr lang="en-IN" dirty="0"/>
                    </a:p>
                  </a:txBody>
                  <a:tcPr/>
                </a:tc>
                <a:tc>
                  <a:txBody>
                    <a:bodyPr/>
                    <a:lstStyle/>
                    <a:p>
                      <a:pPr algn="r"/>
                      <a:r>
                        <a:rPr lang="en-US" dirty="0"/>
                        <a:t>-0.34</a:t>
                      </a:r>
                      <a:endParaRPr lang="en-IN" dirty="0"/>
                    </a:p>
                  </a:txBody>
                  <a:tcPr/>
                </a:tc>
                <a:extLst>
                  <a:ext uri="{0D108BD9-81ED-4DB2-BD59-A6C34878D82A}">
                    <a16:rowId xmlns:a16="http://schemas.microsoft.com/office/drawing/2014/main" val="2346951370"/>
                  </a:ext>
                </a:extLst>
              </a:tr>
              <a:tr h="370840">
                <a:tc>
                  <a:txBody>
                    <a:bodyPr/>
                    <a:lstStyle/>
                    <a:p>
                      <a:r>
                        <a:rPr lang="en-US" dirty="0"/>
                        <a:t>TATA</a:t>
                      </a:r>
                      <a:endParaRPr lang="en-IN" dirty="0"/>
                    </a:p>
                  </a:txBody>
                  <a:tcPr/>
                </a:tc>
                <a:tc>
                  <a:txBody>
                    <a:bodyPr/>
                    <a:lstStyle/>
                    <a:p>
                      <a:pPr algn="r"/>
                      <a:r>
                        <a:rPr lang="en-US" dirty="0"/>
                        <a:t>-0.21</a:t>
                      </a:r>
                    </a:p>
                  </a:txBody>
                  <a:tcPr/>
                </a:tc>
                <a:extLst>
                  <a:ext uri="{0D108BD9-81ED-4DB2-BD59-A6C34878D82A}">
                    <a16:rowId xmlns:a16="http://schemas.microsoft.com/office/drawing/2014/main" val="3092916429"/>
                  </a:ext>
                </a:extLst>
              </a:tr>
              <a:tr h="370840">
                <a:tc>
                  <a:txBody>
                    <a:bodyPr/>
                    <a:lstStyle/>
                    <a:p>
                      <a:endParaRPr lang="en-IN" b="1" dirty="0"/>
                    </a:p>
                  </a:txBody>
                  <a:tcPr/>
                </a:tc>
                <a:tc>
                  <a:txBody>
                    <a:bodyPr/>
                    <a:lstStyle/>
                    <a:p>
                      <a:pPr algn="r"/>
                      <a:endParaRPr lang="en-US" b="1" dirty="0"/>
                    </a:p>
                  </a:txBody>
                  <a:tcPr/>
                </a:tc>
                <a:extLst>
                  <a:ext uri="{0D108BD9-81ED-4DB2-BD59-A6C34878D82A}">
                    <a16:rowId xmlns:a16="http://schemas.microsoft.com/office/drawing/2014/main" val="705462096"/>
                  </a:ext>
                </a:extLst>
              </a:tr>
              <a:tr h="370840">
                <a:tc>
                  <a:txBody>
                    <a:bodyPr/>
                    <a:lstStyle/>
                    <a:p>
                      <a:r>
                        <a:rPr lang="en-US" b="1" dirty="0"/>
                        <a:t>M Score </a:t>
                      </a:r>
                      <a:endParaRPr lang="en-IN" b="1" dirty="0"/>
                    </a:p>
                  </a:txBody>
                  <a:tcPr/>
                </a:tc>
                <a:tc>
                  <a:txBody>
                    <a:bodyPr/>
                    <a:lstStyle/>
                    <a:p>
                      <a:pPr algn="r"/>
                      <a:r>
                        <a:rPr lang="en-US" b="1" dirty="0"/>
                        <a:t>-2.51</a:t>
                      </a:r>
                    </a:p>
                  </a:txBody>
                  <a:tcPr/>
                </a:tc>
                <a:extLst>
                  <a:ext uri="{0D108BD9-81ED-4DB2-BD59-A6C34878D82A}">
                    <a16:rowId xmlns:a16="http://schemas.microsoft.com/office/drawing/2014/main" val="1608878203"/>
                  </a:ext>
                </a:extLst>
              </a:tr>
            </a:tbl>
          </a:graphicData>
        </a:graphic>
      </p:graphicFrame>
    </p:spTree>
    <p:extLst>
      <p:ext uri="{BB962C8B-B14F-4D97-AF65-F5344CB8AC3E}">
        <p14:creationId xmlns:p14="http://schemas.microsoft.com/office/powerpoint/2010/main" val="845053705"/>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C49F7-9522-41D3-973D-1399992536F5}"/>
              </a:ext>
            </a:extLst>
          </p:cNvPr>
          <p:cNvSpPr>
            <a:spLocks noGrp="1"/>
          </p:cNvSpPr>
          <p:nvPr>
            <p:ph type="title"/>
          </p:nvPr>
        </p:nvSpPr>
        <p:spPr/>
        <p:txBody>
          <a:bodyPr/>
          <a:lstStyle/>
          <a:p>
            <a:pPr algn="ctr"/>
            <a:r>
              <a:rPr lang="en-US" b="1" dirty="0"/>
              <a:t> Inference </a:t>
            </a:r>
            <a:endParaRPr lang="en-IN" b="1" dirty="0"/>
          </a:p>
        </p:txBody>
      </p:sp>
      <p:sp>
        <p:nvSpPr>
          <p:cNvPr id="3" name="Content Placeholder 2">
            <a:extLst>
              <a:ext uri="{FF2B5EF4-FFF2-40B4-BE49-F238E27FC236}">
                <a16:creationId xmlns:a16="http://schemas.microsoft.com/office/drawing/2014/main" id="{B5E8EA67-20FF-46C9-83B3-A3D88C379434}"/>
              </a:ext>
            </a:extLst>
          </p:cNvPr>
          <p:cNvSpPr>
            <a:spLocks noGrp="1"/>
          </p:cNvSpPr>
          <p:nvPr>
            <p:ph idx="1"/>
          </p:nvPr>
        </p:nvSpPr>
        <p:spPr/>
        <p:txBody>
          <a:bodyPr/>
          <a:lstStyle/>
          <a:p>
            <a:pPr marL="0" indent="0">
              <a:buNone/>
            </a:pPr>
            <a:r>
              <a:rPr lang="en-US" b="1" dirty="0"/>
              <a:t>If M score &gt;  -1.78 </a:t>
            </a:r>
            <a:r>
              <a:rPr lang="en-US" dirty="0"/>
              <a:t>, then firm is manipulating its financials</a:t>
            </a:r>
          </a:p>
          <a:p>
            <a:pPr marL="0" indent="0">
              <a:buNone/>
            </a:pPr>
            <a:endParaRPr lang="en-US" dirty="0"/>
          </a:p>
          <a:p>
            <a:pPr marL="0" indent="0">
              <a:buNone/>
            </a:pPr>
            <a:r>
              <a:rPr lang="en-US" b="1" dirty="0"/>
              <a:t>UTCL’s</a:t>
            </a:r>
            <a:r>
              <a:rPr lang="en-US" dirty="0"/>
              <a:t> M score is </a:t>
            </a:r>
            <a:r>
              <a:rPr lang="en-US" b="1" dirty="0"/>
              <a:t>-2.51, it is not manipulating its financials in 2023</a:t>
            </a:r>
            <a:endParaRPr lang="en-IN" b="1" dirty="0"/>
          </a:p>
        </p:txBody>
      </p:sp>
    </p:spTree>
    <p:extLst>
      <p:ext uri="{BB962C8B-B14F-4D97-AF65-F5344CB8AC3E}">
        <p14:creationId xmlns:p14="http://schemas.microsoft.com/office/powerpoint/2010/main" val="3108407813"/>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52800-D41A-D368-272E-67627407E6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41A665-E0FD-334E-2D15-3D8B2F5886CB}"/>
              </a:ext>
            </a:extLst>
          </p:cNvPr>
          <p:cNvSpPr>
            <a:spLocks noGrp="1"/>
          </p:cNvSpPr>
          <p:nvPr>
            <p:ph type="title"/>
          </p:nvPr>
        </p:nvSpPr>
        <p:spPr>
          <a:xfrm>
            <a:off x="838200" y="0"/>
            <a:ext cx="10515600" cy="1325563"/>
          </a:xfrm>
        </p:spPr>
        <p:txBody>
          <a:bodyPr/>
          <a:lstStyle/>
          <a:p>
            <a:pPr algn="ctr"/>
            <a:r>
              <a:rPr lang="en-US" b="1" dirty="0"/>
              <a:t>Benford Analysis- </a:t>
            </a:r>
            <a:r>
              <a:rPr lang="en-US" b="1" u="sng" dirty="0"/>
              <a:t>UTCL</a:t>
            </a:r>
            <a:br>
              <a:rPr lang="en-US" b="1" dirty="0"/>
            </a:br>
            <a:r>
              <a:rPr lang="en-US" b="1" dirty="0">
                <a:highlight>
                  <a:srgbClr val="FFFF00"/>
                </a:highlight>
              </a:rPr>
              <a:t>Manipulative</a:t>
            </a:r>
            <a:r>
              <a:rPr lang="en-US" b="1" dirty="0"/>
              <a:t> -2025,2024 &amp; 2023</a:t>
            </a:r>
            <a:endParaRPr lang="en-IN" b="1" dirty="0"/>
          </a:p>
        </p:txBody>
      </p:sp>
      <p:graphicFrame>
        <p:nvGraphicFramePr>
          <p:cNvPr id="4" name="Table 4">
            <a:extLst>
              <a:ext uri="{FF2B5EF4-FFF2-40B4-BE49-F238E27FC236}">
                <a16:creationId xmlns:a16="http://schemas.microsoft.com/office/drawing/2014/main" id="{B558CA84-6F83-1DD2-180A-D85D80389D0B}"/>
              </a:ext>
            </a:extLst>
          </p:cNvPr>
          <p:cNvGraphicFramePr>
            <a:graphicFrameLocks noGrp="1"/>
          </p:cNvGraphicFramePr>
          <p:nvPr>
            <p:ph idx="1"/>
          </p:nvPr>
        </p:nvGraphicFramePr>
        <p:xfrm>
          <a:off x="836908" y="1325563"/>
          <a:ext cx="10516892" cy="4679779"/>
        </p:xfrm>
        <a:graphic>
          <a:graphicData uri="http://schemas.openxmlformats.org/drawingml/2006/table">
            <a:tbl>
              <a:tblPr firstRow="1" bandRow="1">
                <a:tableStyleId>{93296810-A885-4BE3-A3E7-6D5BEEA58F35}</a:tableStyleId>
              </a:tblPr>
              <a:tblGrid>
                <a:gridCol w="1689316">
                  <a:extLst>
                    <a:ext uri="{9D8B030D-6E8A-4147-A177-3AD203B41FA5}">
                      <a16:colId xmlns:a16="http://schemas.microsoft.com/office/drawing/2014/main" val="70499462"/>
                    </a:ext>
                  </a:extLst>
                </a:gridCol>
                <a:gridCol w="1534332">
                  <a:extLst>
                    <a:ext uri="{9D8B030D-6E8A-4147-A177-3AD203B41FA5}">
                      <a16:colId xmlns:a16="http://schemas.microsoft.com/office/drawing/2014/main" val="1717881344"/>
                    </a:ext>
                  </a:extLst>
                </a:gridCol>
                <a:gridCol w="2386739">
                  <a:extLst>
                    <a:ext uri="{9D8B030D-6E8A-4147-A177-3AD203B41FA5}">
                      <a16:colId xmlns:a16="http://schemas.microsoft.com/office/drawing/2014/main" val="3464438138"/>
                    </a:ext>
                  </a:extLst>
                </a:gridCol>
                <a:gridCol w="2803385">
                  <a:extLst>
                    <a:ext uri="{9D8B030D-6E8A-4147-A177-3AD203B41FA5}">
                      <a16:colId xmlns:a16="http://schemas.microsoft.com/office/drawing/2014/main" val="1292362560"/>
                    </a:ext>
                  </a:extLst>
                </a:gridCol>
                <a:gridCol w="2103120">
                  <a:extLst>
                    <a:ext uri="{9D8B030D-6E8A-4147-A177-3AD203B41FA5}">
                      <a16:colId xmlns:a16="http://schemas.microsoft.com/office/drawing/2014/main" val="1491208820"/>
                    </a:ext>
                  </a:extLst>
                </a:gridCol>
              </a:tblGrid>
              <a:tr h="370840">
                <a:tc>
                  <a:txBody>
                    <a:bodyPr/>
                    <a:lstStyle/>
                    <a:p>
                      <a:r>
                        <a:rPr lang="en-US" dirty="0"/>
                        <a:t>Leading Digit</a:t>
                      </a:r>
                      <a:endParaRPr lang="en-IN" dirty="0"/>
                    </a:p>
                  </a:txBody>
                  <a:tcPr/>
                </a:tc>
                <a:tc>
                  <a:txBody>
                    <a:bodyPr/>
                    <a:lstStyle/>
                    <a:p>
                      <a:r>
                        <a:rPr lang="en-US" dirty="0"/>
                        <a:t>Count</a:t>
                      </a:r>
                      <a:endParaRPr lang="en-IN" dirty="0"/>
                    </a:p>
                  </a:txBody>
                  <a:tcPr/>
                </a:tc>
                <a:tc>
                  <a:txBody>
                    <a:bodyPr/>
                    <a:lstStyle/>
                    <a:p>
                      <a:r>
                        <a:rPr lang="en-US" dirty="0"/>
                        <a:t>Actual Distribution</a:t>
                      </a:r>
                      <a:endParaRPr lang="en-IN" dirty="0"/>
                    </a:p>
                  </a:txBody>
                  <a:tcPr/>
                </a:tc>
                <a:tc>
                  <a:txBody>
                    <a:bodyPr/>
                    <a:lstStyle/>
                    <a:p>
                      <a:r>
                        <a:rPr lang="en-US" dirty="0"/>
                        <a:t>Expected Distribution</a:t>
                      </a:r>
                      <a:endParaRPr lang="en-IN" dirty="0"/>
                    </a:p>
                  </a:txBody>
                  <a:tcPr/>
                </a:tc>
                <a:tc>
                  <a:txBody>
                    <a:bodyPr/>
                    <a:lstStyle/>
                    <a:p>
                      <a:r>
                        <a:rPr lang="en-US" dirty="0"/>
                        <a:t>Cumulative Difference</a:t>
                      </a:r>
                      <a:endParaRPr lang="en-IN" dirty="0"/>
                    </a:p>
                  </a:txBody>
                  <a:tcPr/>
                </a:tc>
                <a:extLst>
                  <a:ext uri="{0D108BD9-81ED-4DB2-BD59-A6C34878D82A}">
                    <a16:rowId xmlns:a16="http://schemas.microsoft.com/office/drawing/2014/main" val="2624523885"/>
                  </a:ext>
                </a:extLst>
              </a:tr>
              <a:tr h="370840">
                <a:tc>
                  <a:txBody>
                    <a:bodyPr/>
                    <a:lstStyle/>
                    <a:p>
                      <a:pPr algn="r" fontAlgn="b"/>
                      <a:r>
                        <a:rPr lang="en-US" sz="2000" b="0" u="none" strike="noStrike" dirty="0">
                          <a:solidFill>
                            <a:srgbClr val="000000"/>
                          </a:solidFill>
                          <a:effectLst/>
                        </a:rPr>
                        <a:t>1</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US" sz="2000" b="0" i="0" u="none" strike="noStrike" dirty="0">
                          <a:solidFill>
                            <a:srgbClr val="000000"/>
                          </a:solidFill>
                          <a:effectLst/>
                          <a:latin typeface="Calibri" panose="020F0502020204030204" pitchFamily="34" charset="0"/>
                        </a:rPr>
                        <a:t>35</a:t>
                      </a:r>
                    </a:p>
                  </a:txBody>
                  <a:tcPr marL="9525" marR="9525" marT="9525" marB="0" anchor="b"/>
                </a:tc>
                <a:tc>
                  <a:txBody>
                    <a:bodyPr/>
                    <a:lstStyle/>
                    <a:p>
                      <a:pPr algn="r" fontAlgn="b">
                        <a:buNone/>
                      </a:pPr>
                      <a:r>
                        <a:rPr lang="en-US" sz="2000" b="0" i="0" u="none" strike="noStrike">
                          <a:solidFill>
                            <a:srgbClr val="000000"/>
                          </a:solidFill>
                          <a:effectLst/>
                          <a:latin typeface="Calibri" panose="020F0502020204030204" pitchFamily="34" charset="0"/>
                        </a:rPr>
                        <a:t>20.2</a:t>
                      </a:r>
                    </a:p>
                  </a:txBody>
                  <a:tcPr marL="9525" marR="9525" marT="9525" marB="0" anchor="b"/>
                </a:tc>
                <a:tc>
                  <a:txBody>
                    <a:bodyPr/>
                    <a:lstStyle/>
                    <a:p>
                      <a:pPr algn="r" fontAlgn="b"/>
                      <a:r>
                        <a:rPr lang="en-US" sz="2000" b="0" u="none" strike="noStrike">
                          <a:solidFill>
                            <a:srgbClr val="000000"/>
                          </a:solidFill>
                          <a:effectLst/>
                        </a:rPr>
                        <a:t>30.1</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US" sz="2000" b="0" i="0" u="none" strike="noStrike" dirty="0">
                          <a:solidFill>
                            <a:srgbClr val="000000"/>
                          </a:solidFill>
                          <a:effectLst/>
                          <a:latin typeface="Calibri" panose="020F0502020204030204" pitchFamily="34" charset="0"/>
                        </a:rPr>
                        <a:t>9.9</a:t>
                      </a:r>
                    </a:p>
                  </a:txBody>
                  <a:tcPr marL="9525" marR="9525" marT="9525" marB="0" anchor="b"/>
                </a:tc>
                <a:extLst>
                  <a:ext uri="{0D108BD9-81ED-4DB2-BD59-A6C34878D82A}">
                    <a16:rowId xmlns:a16="http://schemas.microsoft.com/office/drawing/2014/main" val="1483303297"/>
                  </a:ext>
                </a:extLst>
              </a:tr>
              <a:tr h="370840">
                <a:tc>
                  <a:txBody>
                    <a:bodyPr/>
                    <a:lstStyle/>
                    <a:p>
                      <a:pPr algn="r" fontAlgn="b"/>
                      <a:r>
                        <a:rPr lang="en-US" sz="2000" b="0" u="none" strike="noStrike">
                          <a:solidFill>
                            <a:srgbClr val="000000"/>
                          </a:solidFill>
                          <a:effectLst/>
                        </a:rPr>
                        <a:t>2</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US" sz="2000" b="0" i="0" u="none" strike="noStrike" dirty="0">
                          <a:solidFill>
                            <a:srgbClr val="000000"/>
                          </a:solidFill>
                          <a:effectLst/>
                          <a:latin typeface="Calibri" panose="020F0502020204030204" pitchFamily="34" charset="0"/>
                        </a:rPr>
                        <a:t>23</a:t>
                      </a:r>
                    </a:p>
                  </a:txBody>
                  <a:tcPr marL="9525" marR="9525" marT="9525" marB="0" anchor="b"/>
                </a:tc>
                <a:tc>
                  <a:txBody>
                    <a:bodyPr/>
                    <a:lstStyle/>
                    <a:p>
                      <a:pPr algn="r" fontAlgn="b">
                        <a:buNone/>
                      </a:pPr>
                      <a:r>
                        <a:rPr lang="en-US" sz="2000" b="0" i="0" u="none" strike="noStrike">
                          <a:solidFill>
                            <a:srgbClr val="000000"/>
                          </a:solidFill>
                          <a:effectLst/>
                          <a:latin typeface="Calibri" panose="020F0502020204030204" pitchFamily="34" charset="0"/>
                        </a:rPr>
                        <a:t>13.3</a:t>
                      </a:r>
                    </a:p>
                  </a:txBody>
                  <a:tcPr marL="9525" marR="9525" marT="9525" marB="0" anchor="b"/>
                </a:tc>
                <a:tc>
                  <a:txBody>
                    <a:bodyPr/>
                    <a:lstStyle/>
                    <a:p>
                      <a:pPr algn="r" fontAlgn="b"/>
                      <a:r>
                        <a:rPr lang="en-US" sz="2000" b="0" u="none" strike="noStrike">
                          <a:solidFill>
                            <a:srgbClr val="000000"/>
                          </a:solidFill>
                          <a:effectLst/>
                        </a:rPr>
                        <a:t>17.6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US" sz="2000" b="0" i="0" u="none" strike="noStrike">
                          <a:solidFill>
                            <a:srgbClr val="000000"/>
                          </a:solidFill>
                          <a:effectLst/>
                          <a:latin typeface="Calibri" panose="020F0502020204030204" pitchFamily="34" charset="0"/>
                        </a:rPr>
                        <a:t>14.2</a:t>
                      </a:r>
                    </a:p>
                  </a:txBody>
                  <a:tcPr marL="9525" marR="9525" marT="9525" marB="0" anchor="b"/>
                </a:tc>
                <a:extLst>
                  <a:ext uri="{0D108BD9-81ED-4DB2-BD59-A6C34878D82A}">
                    <a16:rowId xmlns:a16="http://schemas.microsoft.com/office/drawing/2014/main" val="1690059723"/>
                  </a:ext>
                </a:extLst>
              </a:tr>
              <a:tr h="331299">
                <a:tc>
                  <a:txBody>
                    <a:bodyPr/>
                    <a:lstStyle/>
                    <a:p>
                      <a:pPr algn="r" fontAlgn="b"/>
                      <a:r>
                        <a:rPr lang="en-US" sz="2000" b="0" u="none" strike="noStrike">
                          <a:solidFill>
                            <a:srgbClr val="000000"/>
                          </a:solidFill>
                          <a:effectLst/>
                        </a:rPr>
                        <a:t>3</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US" sz="2000" b="0" i="0" u="none" strike="noStrike">
                          <a:solidFill>
                            <a:srgbClr val="000000"/>
                          </a:solidFill>
                          <a:effectLst/>
                          <a:latin typeface="Calibri" panose="020F0502020204030204" pitchFamily="34" charset="0"/>
                        </a:rPr>
                        <a:t>12</a:t>
                      </a:r>
                    </a:p>
                  </a:txBody>
                  <a:tcPr marL="9525" marR="9525" marT="9525" marB="0" anchor="b"/>
                </a:tc>
                <a:tc>
                  <a:txBody>
                    <a:bodyPr/>
                    <a:lstStyle/>
                    <a:p>
                      <a:pPr algn="r" fontAlgn="b">
                        <a:buNone/>
                      </a:pPr>
                      <a:r>
                        <a:rPr lang="en-US" sz="2000" b="0" i="0" u="none" strike="noStrike" dirty="0">
                          <a:solidFill>
                            <a:srgbClr val="000000"/>
                          </a:solidFill>
                          <a:effectLst/>
                          <a:latin typeface="Calibri" panose="020F0502020204030204" pitchFamily="34" charset="0"/>
                        </a:rPr>
                        <a:t>6.9</a:t>
                      </a:r>
                    </a:p>
                  </a:txBody>
                  <a:tcPr marL="9525" marR="9525" marT="9525" marB="0" anchor="b"/>
                </a:tc>
                <a:tc>
                  <a:txBody>
                    <a:bodyPr/>
                    <a:lstStyle/>
                    <a:p>
                      <a:pPr algn="r" fontAlgn="b"/>
                      <a:r>
                        <a:rPr lang="en-US" sz="2000" b="0" u="none" strike="noStrike">
                          <a:solidFill>
                            <a:srgbClr val="000000"/>
                          </a:solidFill>
                          <a:effectLst/>
                        </a:rPr>
                        <a:t>12.5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US" sz="2000" b="0" i="0" u="none" strike="noStrike">
                          <a:solidFill>
                            <a:srgbClr val="000000"/>
                          </a:solidFill>
                          <a:effectLst/>
                          <a:latin typeface="Calibri" panose="020F0502020204030204" pitchFamily="34" charset="0"/>
                        </a:rPr>
                        <a:t>19.8</a:t>
                      </a:r>
                    </a:p>
                  </a:txBody>
                  <a:tcPr marL="9525" marR="9525" marT="9525" marB="0" anchor="b"/>
                </a:tc>
                <a:extLst>
                  <a:ext uri="{0D108BD9-81ED-4DB2-BD59-A6C34878D82A}">
                    <a16:rowId xmlns:a16="http://schemas.microsoft.com/office/drawing/2014/main" val="2721579077"/>
                  </a:ext>
                </a:extLst>
              </a:tr>
              <a:tr h="370840">
                <a:tc>
                  <a:txBody>
                    <a:bodyPr/>
                    <a:lstStyle/>
                    <a:p>
                      <a:pPr algn="r" fontAlgn="b"/>
                      <a:r>
                        <a:rPr lang="en-US" sz="2000" b="0" u="none" strike="noStrike">
                          <a:solidFill>
                            <a:srgbClr val="000000"/>
                          </a:solidFill>
                          <a:effectLst/>
                        </a:rPr>
                        <a:t>4</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US" sz="2000" b="0" i="0" u="none" strike="noStrike">
                          <a:solidFill>
                            <a:srgbClr val="000000"/>
                          </a:solidFill>
                          <a:effectLst/>
                          <a:latin typeface="Calibri" panose="020F0502020204030204" pitchFamily="34" charset="0"/>
                        </a:rPr>
                        <a:t>11</a:t>
                      </a:r>
                    </a:p>
                  </a:txBody>
                  <a:tcPr marL="9525" marR="9525" marT="9525" marB="0" anchor="b"/>
                </a:tc>
                <a:tc>
                  <a:txBody>
                    <a:bodyPr/>
                    <a:lstStyle/>
                    <a:p>
                      <a:pPr algn="r" fontAlgn="b">
                        <a:buNone/>
                      </a:pPr>
                      <a:r>
                        <a:rPr lang="en-US" sz="2000" b="0" i="0" u="none" strike="noStrike" dirty="0">
                          <a:solidFill>
                            <a:srgbClr val="000000"/>
                          </a:solidFill>
                          <a:effectLst/>
                          <a:latin typeface="Calibri" panose="020F0502020204030204" pitchFamily="34" charset="0"/>
                        </a:rPr>
                        <a:t>6.4</a:t>
                      </a:r>
                    </a:p>
                  </a:txBody>
                  <a:tcPr marL="9525" marR="9525" marT="9525" marB="0" anchor="b"/>
                </a:tc>
                <a:tc>
                  <a:txBody>
                    <a:bodyPr/>
                    <a:lstStyle/>
                    <a:p>
                      <a:pPr algn="r" fontAlgn="b"/>
                      <a:r>
                        <a:rPr lang="en-US" sz="2000" b="0" u="none" strike="noStrike">
                          <a:solidFill>
                            <a:srgbClr val="000000"/>
                          </a:solidFill>
                          <a:effectLst/>
                        </a:rPr>
                        <a:t>9.7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US" sz="2000" b="0" i="0" u="none" strike="noStrike" dirty="0">
                          <a:solidFill>
                            <a:srgbClr val="000000"/>
                          </a:solidFill>
                          <a:effectLst/>
                          <a:highlight>
                            <a:srgbClr val="FFFF00"/>
                          </a:highlight>
                          <a:latin typeface="Calibri" panose="020F0502020204030204" pitchFamily="34" charset="0"/>
                        </a:rPr>
                        <a:t>23.1</a:t>
                      </a:r>
                    </a:p>
                  </a:txBody>
                  <a:tcPr marL="9525" marR="9525" marT="9525" marB="0" anchor="b"/>
                </a:tc>
                <a:extLst>
                  <a:ext uri="{0D108BD9-81ED-4DB2-BD59-A6C34878D82A}">
                    <a16:rowId xmlns:a16="http://schemas.microsoft.com/office/drawing/2014/main" val="2827338517"/>
                  </a:ext>
                </a:extLst>
              </a:tr>
              <a:tr h="370840">
                <a:tc>
                  <a:txBody>
                    <a:bodyPr/>
                    <a:lstStyle/>
                    <a:p>
                      <a:pPr algn="r" fontAlgn="b"/>
                      <a:r>
                        <a:rPr lang="en-US" sz="2000" b="0" u="none" strike="noStrike">
                          <a:solidFill>
                            <a:srgbClr val="000000"/>
                          </a:solidFill>
                          <a:effectLst/>
                        </a:rPr>
                        <a:t>5</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US" sz="2000" b="0" i="0" u="none" strike="noStrike">
                          <a:solidFill>
                            <a:srgbClr val="000000"/>
                          </a:solidFill>
                          <a:effectLst/>
                          <a:latin typeface="Calibri" panose="020F0502020204030204" pitchFamily="34" charset="0"/>
                        </a:rPr>
                        <a:t>24</a:t>
                      </a:r>
                    </a:p>
                  </a:txBody>
                  <a:tcPr marL="9525" marR="9525" marT="9525" marB="0" anchor="b"/>
                </a:tc>
                <a:tc>
                  <a:txBody>
                    <a:bodyPr/>
                    <a:lstStyle/>
                    <a:p>
                      <a:pPr algn="r" fontAlgn="b">
                        <a:buNone/>
                      </a:pPr>
                      <a:r>
                        <a:rPr lang="en-US" sz="2000" b="0" i="0" u="none" strike="noStrike">
                          <a:solidFill>
                            <a:srgbClr val="000000"/>
                          </a:solidFill>
                          <a:effectLst/>
                          <a:latin typeface="Calibri" panose="020F0502020204030204" pitchFamily="34" charset="0"/>
                        </a:rPr>
                        <a:t>13.9</a:t>
                      </a:r>
                    </a:p>
                  </a:txBody>
                  <a:tcPr marL="9525" marR="9525" marT="9525" marB="0" anchor="b"/>
                </a:tc>
                <a:tc>
                  <a:txBody>
                    <a:bodyPr/>
                    <a:lstStyle/>
                    <a:p>
                      <a:pPr algn="r" fontAlgn="b"/>
                      <a:r>
                        <a:rPr lang="en-US" sz="2000" b="0" u="none" strike="noStrike" dirty="0">
                          <a:solidFill>
                            <a:srgbClr val="000000"/>
                          </a:solidFill>
                          <a:effectLst/>
                        </a:rPr>
                        <a:t>7.9</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US" sz="2000" b="0" i="0" u="none" strike="noStrike">
                          <a:solidFill>
                            <a:srgbClr val="000000"/>
                          </a:solidFill>
                          <a:effectLst/>
                          <a:latin typeface="Calibri" panose="020F0502020204030204" pitchFamily="34" charset="0"/>
                        </a:rPr>
                        <a:t>17.1</a:t>
                      </a:r>
                    </a:p>
                  </a:txBody>
                  <a:tcPr marL="9525" marR="9525" marT="9525" marB="0" anchor="b"/>
                </a:tc>
                <a:extLst>
                  <a:ext uri="{0D108BD9-81ED-4DB2-BD59-A6C34878D82A}">
                    <a16:rowId xmlns:a16="http://schemas.microsoft.com/office/drawing/2014/main" val="749361511"/>
                  </a:ext>
                </a:extLst>
              </a:tr>
              <a:tr h="370840">
                <a:tc>
                  <a:txBody>
                    <a:bodyPr/>
                    <a:lstStyle/>
                    <a:p>
                      <a:pPr algn="r" fontAlgn="b"/>
                      <a:r>
                        <a:rPr lang="en-US" sz="2000" b="0" u="none" strike="noStrike">
                          <a:solidFill>
                            <a:srgbClr val="000000"/>
                          </a:solidFill>
                          <a:effectLst/>
                        </a:rPr>
                        <a:t>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US" sz="2000" b="0" i="0" u="none" strike="noStrike">
                          <a:solidFill>
                            <a:srgbClr val="000000"/>
                          </a:solidFill>
                          <a:effectLst/>
                          <a:latin typeface="Calibri" panose="020F0502020204030204" pitchFamily="34" charset="0"/>
                        </a:rPr>
                        <a:t>22</a:t>
                      </a:r>
                    </a:p>
                  </a:txBody>
                  <a:tcPr marL="9525" marR="9525" marT="9525" marB="0" anchor="b"/>
                </a:tc>
                <a:tc>
                  <a:txBody>
                    <a:bodyPr/>
                    <a:lstStyle/>
                    <a:p>
                      <a:pPr algn="r" fontAlgn="b">
                        <a:buNone/>
                      </a:pPr>
                      <a:r>
                        <a:rPr lang="en-US" sz="2000" b="0" i="0" u="none" strike="noStrike">
                          <a:solidFill>
                            <a:srgbClr val="000000"/>
                          </a:solidFill>
                          <a:effectLst/>
                          <a:latin typeface="Calibri" panose="020F0502020204030204" pitchFamily="34" charset="0"/>
                        </a:rPr>
                        <a:t>12.7</a:t>
                      </a:r>
                    </a:p>
                  </a:txBody>
                  <a:tcPr marL="9525" marR="9525" marT="9525" marB="0" anchor="b"/>
                </a:tc>
                <a:tc>
                  <a:txBody>
                    <a:bodyPr/>
                    <a:lstStyle/>
                    <a:p>
                      <a:pPr algn="r" fontAlgn="b"/>
                      <a:r>
                        <a:rPr lang="en-US" sz="2000" b="0" u="none" strike="noStrike" dirty="0">
                          <a:solidFill>
                            <a:srgbClr val="000000"/>
                          </a:solidFill>
                          <a:effectLst/>
                        </a:rPr>
                        <a:t>6.7</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US" sz="2000" b="0" i="0" u="none" strike="noStrike">
                          <a:solidFill>
                            <a:srgbClr val="000000"/>
                          </a:solidFill>
                          <a:effectLst/>
                          <a:latin typeface="Calibri" panose="020F0502020204030204" pitchFamily="34" charset="0"/>
                        </a:rPr>
                        <a:t>11.1</a:t>
                      </a:r>
                    </a:p>
                  </a:txBody>
                  <a:tcPr marL="9525" marR="9525" marT="9525" marB="0" anchor="b"/>
                </a:tc>
                <a:extLst>
                  <a:ext uri="{0D108BD9-81ED-4DB2-BD59-A6C34878D82A}">
                    <a16:rowId xmlns:a16="http://schemas.microsoft.com/office/drawing/2014/main" val="2621775035"/>
                  </a:ext>
                </a:extLst>
              </a:tr>
              <a:tr h="370840">
                <a:tc>
                  <a:txBody>
                    <a:bodyPr/>
                    <a:lstStyle/>
                    <a:p>
                      <a:pPr algn="r" fontAlgn="b"/>
                      <a:r>
                        <a:rPr lang="en-US" sz="2000" b="0" u="none" strike="noStrike">
                          <a:solidFill>
                            <a:srgbClr val="000000"/>
                          </a:solidFill>
                          <a:effectLst/>
                        </a:rPr>
                        <a:t>7</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US" sz="2000" b="0" i="0" u="none" strike="noStrike">
                          <a:solidFill>
                            <a:srgbClr val="000000"/>
                          </a:solidFill>
                          <a:effectLst/>
                          <a:latin typeface="Calibri" panose="020F0502020204030204" pitchFamily="34" charset="0"/>
                        </a:rPr>
                        <a:t>23</a:t>
                      </a:r>
                    </a:p>
                  </a:txBody>
                  <a:tcPr marL="9525" marR="9525" marT="9525" marB="0" anchor="b"/>
                </a:tc>
                <a:tc>
                  <a:txBody>
                    <a:bodyPr/>
                    <a:lstStyle/>
                    <a:p>
                      <a:pPr algn="r" fontAlgn="b">
                        <a:buNone/>
                      </a:pPr>
                      <a:r>
                        <a:rPr lang="en-US" sz="2000" b="0" i="0" u="none" strike="noStrike">
                          <a:solidFill>
                            <a:srgbClr val="000000"/>
                          </a:solidFill>
                          <a:effectLst/>
                          <a:latin typeface="Calibri" panose="020F0502020204030204" pitchFamily="34" charset="0"/>
                        </a:rPr>
                        <a:t>13.3</a:t>
                      </a:r>
                    </a:p>
                  </a:txBody>
                  <a:tcPr marL="9525" marR="9525" marT="9525" marB="0" anchor="b"/>
                </a:tc>
                <a:tc>
                  <a:txBody>
                    <a:bodyPr/>
                    <a:lstStyle/>
                    <a:p>
                      <a:pPr algn="r" fontAlgn="b"/>
                      <a:r>
                        <a:rPr lang="en-US" sz="2000" b="0" u="none" strike="noStrike" dirty="0">
                          <a:solidFill>
                            <a:srgbClr val="000000"/>
                          </a:solidFill>
                          <a:effectLst/>
                        </a:rPr>
                        <a:t>5.8</a:t>
                      </a:r>
                      <a:endParaRPr lang="en-US" sz="20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US" sz="2000" b="0" i="0" u="none" strike="noStrike" dirty="0">
                          <a:solidFill>
                            <a:srgbClr val="000000"/>
                          </a:solidFill>
                          <a:effectLst/>
                          <a:latin typeface="Calibri" panose="020F0502020204030204" pitchFamily="34" charset="0"/>
                        </a:rPr>
                        <a:t>3.6</a:t>
                      </a:r>
                    </a:p>
                  </a:txBody>
                  <a:tcPr marL="9525" marR="9525" marT="9525" marB="0" anchor="b"/>
                </a:tc>
                <a:extLst>
                  <a:ext uri="{0D108BD9-81ED-4DB2-BD59-A6C34878D82A}">
                    <a16:rowId xmlns:a16="http://schemas.microsoft.com/office/drawing/2014/main" val="1787749854"/>
                  </a:ext>
                </a:extLst>
              </a:tr>
              <a:tr h="370840">
                <a:tc>
                  <a:txBody>
                    <a:bodyPr/>
                    <a:lstStyle/>
                    <a:p>
                      <a:pPr algn="r" fontAlgn="b"/>
                      <a:r>
                        <a:rPr lang="en-US" sz="2000" b="0" u="none" strike="noStrike">
                          <a:solidFill>
                            <a:srgbClr val="000000"/>
                          </a:solidFill>
                          <a:effectLst/>
                        </a:rPr>
                        <a:t>8</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US" sz="2000" b="0" i="0" u="none" strike="noStrike">
                          <a:solidFill>
                            <a:srgbClr val="000000"/>
                          </a:solidFill>
                          <a:effectLst/>
                          <a:latin typeface="Calibri" panose="020F0502020204030204" pitchFamily="34" charset="0"/>
                        </a:rPr>
                        <a:t>10</a:t>
                      </a:r>
                    </a:p>
                  </a:txBody>
                  <a:tcPr marL="9525" marR="9525" marT="9525" marB="0" anchor="b"/>
                </a:tc>
                <a:tc>
                  <a:txBody>
                    <a:bodyPr/>
                    <a:lstStyle/>
                    <a:p>
                      <a:pPr algn="r" fontAlgn="b">
                        <a:buNone/>
                      </a:pPr>
                      <a:r>
                        <a:rPr lang="en-US" sz="2000" b="0" i="0" u="none" strike="noStrike">
                          <a:solidFill>
                            <a:srgbClr val="000000"/>
                          </a:solidFill>
                          <a:effectLst/>
                          <a:latin typeface="Calibri" panose="020F0502020204030204" pitchFamily="34" charset="0"/>
                        </a:rPr>
                        <a:t>5.8</a:t>
                      </a:r>
                    </a:p>
                  </a:txBody>
                  <a:tcPr marL="9525" marR="9525" marT="9525" marB="0" anchor="b"/>
                </a:tc>
                <a:tc>
                  <a:txBody>
                    <a:bodyPr/>
                    <a:lstStyle/>
                    <a:p>
                      <a:pPr algn="r" fontAlgn="b"/>
                      <a:r>
                        <a:rPr lang="en-US" sz="2000" b="0" u="none" strike="noStrike">
                          <a:solidFill>
                            <a:srgbClr val="000000"/>
                          </a:solidFill>
                          <a:effectLst/>
                        </a:rPr>
                        <a:t>5.1</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US" sz="2000" b="0" i="0" u="none" strike="noStrike" dirty="0">
                          <a:solidFill>
                            <a:srgbClr val="000000"/>
                          </a:solidFill>
                          <a:effectLst/>
                          <a:latin typeface="Calibri" panose="020F0502020204030204" pitchFamily="34" charset="0"/>
                        </a:rPr>
                        <a:t>2.9</a:t>
                      </a:r>
                    </a:p>
                  </a:txBody>
                  <a:tcPr marL="9525" marR="9525" marT="9525" marB="0" anchor="b"/>
                </a:tc>
                <a:extLst>
                  <a:ext uri="{0D108BD9-81ED-4DB2-BD59-A6C34878D82A}">
                    <a16:rowId xmlns:a16="http://schemas.microsoft.com/office/drawing/2014/main" val="1773171624"/>
                  </a:ext>
                </a:extLst>
              </a:tr>
              <a:tr h="370840">
                <a:tc>
                  <a:txBody>
                    <a:bodyPr/>
                    <a:lstStyle/>
                    <a:p>
                      <a:pPr algn="r" fontAlgn="b"/>
                      <a:r>
                        <a:rPr lang="en-US" sz="2000" b="0" u="none" strike="noStrike">
                          <a:solidFill>
                            <a:srgbClr val="000000"/>
                          </a:solidFill>
                          <a:effectLst/>
                        </a:rPr>
                        <a:t>9</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US" sz="2000" b="0" i="0" u="none" strike="noStrike">
                          <a:solidFill>
                            <a:srgbClr val="000000"/>
                          </a:solidFill>
                          <a:effectLst/>
                          <a:latin typeface="Calibri" panose="020F0502020204030204" pitchFamily="34" charset="0"/>
                        </a:rPr>
                        <a:t>13</a:t>
                      </a:r>
                    </a:p>
                  </a:txBody>
                  <a:tcPr marL="9525" marR="9525" marT="9525" marB="0" anchor="b"/>
                </a:tc>
                <a:tc>
                  <a:txBody>
                    <a:bodyPr/>
                    <a:lstStyle/>
                    <a:p>
                      <a:pPr algn="r" fontAlgn="b">
                        <a:buNone/>
                      </a:pPr>
                      <a:r>
                        <a:rPr lang="en-US" sz="2000" b="0" i="0" u="none" strike="noStrike" dirty="0">
                          <a:solidFill>
                            <a:srgbClr val="000000"/>
                          </a:solidFill>
                          <a:effectLst/>
                          <a:latin typeface="Calibri" panose="020F0502020204030204" pitchFamily="34" charset="0"/>
                        </a:rPr>
                        <a:t>7.5</a:t>
                      </a:r>
                    </a:p>
                  </a:txBody>
                  <a:tcPr marL="9525" marR="9525" marT="9525" marB="0" anchor="b"/>
                </a:tc>
                <a:tc>
                  <a:txBody>
                    <a:bodyPr/>
                    <a:lstStyle/>
                    <a:p>
                      <a:pPr algn="r" fontAlgn="b"/>
                      <a:r>
                        <a:rPr lang="en-US" sz="2000" b="0" u="none" strike="noStrike">
                          <a:solidFill>
                            <a:srgbClr val="000000"/>
                          </a:solidFill>
                          <a:effectLst/>
                        </a:rPr>
                        <a:t>4.6</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n-US" sz="2000" b="0" i="0" u="none" strike="noStrike" dirty="0">
                          <a:solidFill>
                            <a:srgbClr val="000000"/>
                          </a:solidFill>
                          <a:effectLst/>
                          <a:latin typeface="Calibri" panose="020F0502020204030204" pitchFamily="34" charset="0"/>
                        </a:rPr>
                        <a:t>0</a:t>
                      </a:r>
                    </a:p>
                  </a:txBody>
                  <a:tcPr marL="9525" marR="9525" marT="9525" marB="0" anchor="b"/>
                </a:tc>
                <a:extLst>
                  <a:ext uri="{0D108BD9-81ED-4DB2-BD59-A6C34878D82A}">
                    <a16:rowId xmlns:a16="http://schemas.microsoft.com/office/drawing/2014/main" val="201017475"/>
                  </a:ext>
                </a:extLst>
              </a:tr>
              <a:tr h="370840">
                <a:tc>
                  <a:txBody>
                    <a:bodyPr/>
                    <a:lstStyle/>
                    <a:p>
                      <a:pPr algn="l"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u="none" strike="noStrike">
                          <a:solidFill>
                            <a:srgbClr val="000000"/>
                          </a:solidFill>
                          <a:effectLst/>
                        </a:rPr>
                        <a:t>172</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u="none" strike="noStrike">
                          <a:solidFill>
                            <a:srgbClr val="000000"/>
                          </a:solidFill>
                          <a:effectLst/>
                        </a:rPr>
                        <a:t>100</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2000" b="0" u="none" strike="noStrike" dirty="0">
                          <a:solidFill>
                            <a:srgbClr val="000000"/>
                          </a:solidFill>
                          <a:effectLst/>
                          <a:highlight>
                            <a:srgbClr val="FFFF00"/>
                          </a:highlight>
                        </a:rPr>
                        <a:t>KS</a:t>
                      </a:r>
                      <a:endParaRPr lang="en-US" sz="2000" b="0" i="0" u="none" strike="noStrike" dirty="0">
                        <a:solidFill>
                          <a:srgbClr val="000000"/>
                        </a:solidFill>
                        <a:effectLst/>
                        <a:highlight>
                          <a:srgbClr val="FFFF00"/>
                        </a:highlight>
                        <a:latin typeface="Calibri" panose="020F0502020204030204" pitchFamily="34" charset="0"/>
                      </a:endParaRPr>
                    </a:p>
                  </a:txBody>
                  <a:tcPr marL="9525" marR="9525" marT="9525" marB="0" anchor="b"/>
                </a:tc>
                <a:tc>
                  <a:txBody>
                    <a:bodyPr/>
                    <a:lstStyle/>
                    <a:p>
                      <a:pPr algn="r" fontAlgn="b"/>
                      <a:r>
                        <a:rPr lang="en-US" sz="2000" b="0" i="0" u="none" strike="noStrike" dirty="0">
                          <a:solidFill>
                            <a:srgbClr val="000000"/>
                          </a:solidFill>
                          <a:effectLst/>
                          <a:highlight>
                            <a:srgbClr val="FFFF00"/>
                          </a:highlight>
                          <a:latin typeface="Calibri" panose="020F0502020204030204" pitchFamily="34" charset="0"/>
                        </a:rPr>
                        <a:t>23.1</a:t>
                      </a:r>
                    </a:p>
                  </a:txBody>
                  <a:tcPr marL="9525" marR="9525" marT="9525" marB="0" anchor="b"/>
                </a:tc>
                <a:extLst>
                  <a:ext uri="{0D108BD9-81ED-4DB2-BD59-A6C34878D82A}">
                    <a16:rowId xmlns:a16="http://schemas.microsoft.com/office/drawing/2014/main" val="1271032335"/>
                  </a:ext>
                </a:extLst>
              </a:tr>
              <a:tr h="370840">
                <a:tc>
                  <a:txBody>
                    <a:bodyPr/>
                    <a:lstStyle/>
                    <a:p>
                      <a:pPr algn="l"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2000" b="0" u="none" strike="noStrike">
                          <a:solidFill>
                            <a:srgbClr val="000000"/>
                          </a:solidFill>
                          <a:effectLst/>
                        </a:rPr>
                        <a:t>Cut-off</a:t>
                      </a:r>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u="none" strike="noStrike" dirty="0">
                          <a:solidFill>
                            <a:srgbClr val="000000"/>
                          </a:solidFill>
                          <a:effectLst/>
                        </a:rPr>
                        <a:t>10.37</a:t>
                      </a:r>
                      <a:endParaRPr lang="en-US"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78700726"/>
                  </a:ext>
                </a:extLst>
              </a:tr>
            </a:tbl>
          </a:graphicData>
        </a:graphic>
      </p:graphicFrame>
    </p:spTree>
    <p:extLst>
      <p:ext uri="{BB962C8B-B14F-4D97-AF65-F5344CB8AC3E}">
        <p14:creationId xmlns:p14="http://schemas.microsoft.com/office/powerpoint/2010/main" val="4015980371"/>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596AC-6BAC-4CBE-A601-63C27AC01D5D}"/>
              </a:ext>
            </a:extLst>
          </p:cNvPr>
          <p:cNvSpPr>
            <a:spLocks noGrp="1"/>
          </p:cNvSpPr>
          <p:nvPr>
            <p:ph type="title"/>
          </p:nvPr>
        </p:nvSpPr>
        <p:spPr>
          <a:xfrm>
            <a:off x="838200" y="0"/>
            <a:ext cx="10515600" cy="1325563"/>
          </a:xfrm>
        </p:spPr>
        <p:txBody>
          <a:bodyPr/>
          <a:lstStyle/>
          <a:p>
            <a:pPr algn="ctr"/>
            <a:r>
              <a:rPr lang="en-US" b="1" dirty="0"/>
              <a:t>Benford Analysis- </a:t>
            </a:r>
            <a:r>
              <a:rPr lang="en-US" b="1" u="sng" dirty="0"/>
              <a:t>UTCL</a:t>
            </a:r>
            <a:br>
              <a:rPr lang="en-US" b="1" dirty="0"/>
            </a:br>
            <a:r>
              <a:rPr lang="en-US" b="1" dirty="0">
                <a:highlight>
                  <a:srgbClr val="FFFF00"/>
                </a:highlight>
              </a:rPr>
              <a:t>Manipulative</a:t>
            </a:r>
            <a:r>
              <a:rPr lang="en-US" b="1" dirty="0"/>
              <a:t> -2024,2023 &amp; 2022</a:t>
            </a:r>
            <a:endParaRPr lang="en-IN" b="1" dirty="0"/>
          </a:p>
        </p:txBody>
      </p:sp>
      <p:graphicFrame>
        <p:nvGraphicFramePr>
          <p:cNvPr id="4" name="Table 4">
            <a:extLst>
              <a:ext uri="{FF2B5EF4-FFF2-40B4-BE49-F238E27FC236}">
                <a16:creationId xmlns:a16="http://schemas.microsoft.com/office/drawing/2014/main" id="{B8140AB4-F606-46B8-93E9-0A16CFB3BFE7}"/>
              </a:ext>
            </a:extLst>
          </p:cNvPr>
          <p:cNvGraphicFramePr>
            <a:graphicFrameLocks noGrp="1"/>
          </p:cNvGraphicFramePr>
          <p:nvPr>
            <p:ph idx="1"/>
          </p:nvPr>
        </p:nvGraphicFramePr>
        <p:xfrm>
          <a:off x="836908" y="1325563"/>
          <a:ext cx="10516892" cy="4679779"/>
        </p:xfrm>
        <a:graphic>
          <a:graphicData uri="http://schemas.openxmlformats.org/drawingml/2006/table">
            <a:tbl>
              <a:tblPr firstRow="1" bandRow="1">
                <a:tableStyleId>{21E4AEA4-8DFA-4A89-87EB-49C32662AFE0}</a:tableStyleId>
              </a:tblPr>
              <a:tblGrid>
                <a:gridCol w="1689316">
                  <a:extLst>
                    <a:ext uri="{9D8B030D-6E8A-4147-A177-3AD203B41FA5}">
                      <a16:colId xmlns:a16="http://schemas.microsoft.com/office/drawing/2014/main" val="70499462"/>
                    </a:ext>
                  </a:extLst>
                </a:gridCol>
                <a:gridCol w="1534332">
                  <a:extLst>
                    <a:ext uri="{9D8B030D-6E8A-4147-A177-3AD203B41FA5}">
                      <a16:colId xmlns:a16="http://schemas.microsoft.com/office/drawing/2014/main" val="1717881344"/>
                    </a:ext>
                  </a:extLst>
                </a:gridCol>
                <a:gridCol w="2386739">
                  <a:extLst>
                    <a:ext uri="{9D8B030D-6E8A-4147-A177-3AD203B41FA5}">
                      <a16:colId xmlns:a16="http://schemas.microsoft.com/office/drawing/2014/main" val="3464438138"/>
                    </a:ext>
                  </a:extLst>
                </a:gridCol>
                <a:gridCol w="2803385">
                  <a:extLst>
                    <a:ext uri="{9D8B030D-6E8A-4147-A177-3AD203B41FA5}">
                      <a16:colId xmlns:a16="http://schemas.microsoft.com/office/drawing/2014/main" val="1292362560"/>
                    </a:ext>
                  </a:extLst>
                </a:gridCol>
                <a:gridCol w="2103120">
                  <a:extLst>
                    <a:ext uri="{9D8B030D-6E8A-4147-A177-3AD203B41FA5}">
                      <a16:colId xmlns:a16="http://schemas.microsoft.com/office/drawing/2014/main" val="1491208820"/>
                    </a:ext>
                  </a:extLst>
                </a:gridCol>
              </a:tblGrid>
              <a:tr h="370840">
                <a:tc>
                  <a:txBody>
                    <a:bodyPr/>
                    <a:lstStyle/>
                    <a:p>
                      <a:r>
                        <a:rPr lang="en-US" dirty="0"/>
                        <a:t>Leading Digit</a:t>
                      </a:r>
                      <a:endParaRPr lang="en-IN" dirty="0"/>
                    </a:p>
                  </a:txBody>
                  <a:tcPr/>
                </a:tc>
                <a:tc>
                  <a:txBody>
                    <a:bodyPr/>
                    <a:lstStyle/>
                    <a:p>
                      <a:r>
                        <a:rPr lang="en-US" dirty="0"/>
                        <a:t>Count</a:t>
                      </a:r>
                      <a:endParaRPr lang="en-IN" dirty="0"/>
                    </a:p>
                  </a:txBody>
                  <a:tcPr/>
                </a:tc>
                <a:tc>
                  <a:txBody>
                    <a:bodyPr/>
                    <a:lstStyle/>
                    <a:p>
                      <a:r>
                        <a:rPr lang="en-US" dirty="0"/>
                        <a:t>Actual Distribution</a:t>
                      </a:r>
                      <a:endParaRPr lang="en-IN" dirty="0"/>
                    </a:p>
                  </a:txBody>
                  <a:tcPr/>
                </a:tc>
                <a:tc>
                  <a:txBody>
                    <a:bodyPr/>
                    <a:lstStyle/>
                    <a:p>
                      <a:r>
                        <a:rPr lang="en-US" dirty="0"/>
                        <a:t>Expected Distribution</a:t>
                      </a:r>
                      <a:endParaRPr lang="en-IN" dirty="0"/>
                    </a:p>
                  </a:txBody>
                  <a:tcPr/>
                </a:tc>
                <a:tc>
                  <a:txBody>
                    <a:bodyPr/>
                    <a:lstStyle/>
                    <a:p>
                      <a:r>
                        <a:rPr lang="en-US" dirty="0"/>
                        <a:t>Cumulative Difference</a:t>
                      </a:r>
                      <a:endParaRPr lang="en-IN" dirty="0"/>
                    </a:p>
                  </a:txBody>
                  <a:tcPr/>
                </a:tc>
                <a:extLst>
                  <a:ext uri="{0D108BD9-81ED-4DB2-BD59-A6C34878D82A}">
                    <a16:rowId xmlns:a16="http://schemas.microsoft.com/office/drawing/2014/main" val="2624523885"/>
                  </a:ext>
                </a:extLst>
              </a:tr>
              <a:tr h="370840">
                <a:tc>
                  <a:txBody>
                    <a:bodyPr/>
                    <a:lstStyle/>
                    <a:p>
                      <a:pPr algn="r" fontAlgn="b"/>
                      <a:r>
                        <a:rPr lang="en-US" sz="20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29</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16.9</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30.1</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13.2</a:t>
                      </a:r>
                    </a:p>
                  </a:txBody>
                  <a:tcPr marL="9525" marR="9525" marT="9525" marB="0" anchor="b"/>
                </a:tc>
                <a:extLst>
                  <a:ext uri="{0D108BD9-81ED-4DB2-BD59-A6C34878D82A}">
                    <a16:rowId xmlns:a16="http://schemas.microsoft.com/office/drawing/2014/main" val="1483303297"/>
                  </a:ext>
                </a:extLst>
              </a:tr>
              <a:tr h="370840">
                <a:tc>
                  <a:txBody>
                    <a:bodyPr/>
                    <a:lstStyle/>
                    <a:p>
                      <a:pPr algn="r" fontAlgn="b"/>
                      <a:r>
                        <a:rPr lang="en-US" sz="2000" b="0" i="0" u="none" strike="noStrike">
                          <a:solidFill>
                            <a:srgbClr val="000000"/>
                          </a:solidFill>
                          <a:effectLst/>
                          <a:latin typeface="Calibri" panose="020F0502020204030204" pitchFamily="34" charset="0"/>
                        </a:rPr>
                        <a:t>2</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25</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14.5</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17.6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16.3</a:t>
                      </a:r>
                    </a:p>
                  </a:txBody>
                  <a:tcPr marL="9525" marR="9525" marT="9525" marB="0" anchor="b"/>
                </a:tc>
                <a:extLst>
                  <a:ext uri="{0D108BD9-81ED-4DB2-BD59-A6C34878D82A}">
                    <a16:rowId xmlns:a16="http://schemas.microsoft.com/office/drawing/2014/main" val="1690059723"/>
                  </a:ext>
                </a:extLst>
              </a:tr>
              <a:tr h="331299">
                <a:tc>
                  <a:txBody>
                    <a:bodyPr/>
                    <a:lstStyle/>
                    <a:p>
                      <a:pPr algn="r" fontAlgn="b"/>
                      <a:r>
                        <a:rPr lang="en-US" sz="2000" b="0" i="0" u="none" strike="noStrike">
                          <a:solidFill>
                            <a:srgbClr val="000000"/>
                          </a:solidFill>
                          <a:effectLst/>
                          <a:latin typeface="Calibri" panose="020F0502020204030204" pitchFamily="34" charset="0"/>
                        </a:rPr>
                        <a:t>3</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12</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7</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12.5</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21.8</a:t>
                      </a:r>
                    </a:p>
                  </a:txBody>
                  <a:tcPr marL="9525" marR="9525" marT="9525" marB="0" anchor="b"/>
                </a:tc>
                <a:extLst>
                  <a:ext uri="{0D108BD9-81ED-4DB2-BD59-A6C34878D82A}">
                    <a16:rowId xmlns:a16="http://schemas.microsoft.com/office/drawing/2014/main" val="2721579077"/>
                  </a:ext>
                </a:extLst>
              </a:tr>
              <a:tr h="370840">
                <a:tc>
                  <a:txBody>
                    <a:bodyPr/>
                    <a:lstStyle/>
                    <a:p>
                      <a:pPr algn="r" fontAlgn="b"/>
                      <a:r>
                        <a:rPr lang="en-US" sz="2000" b="0" i="0" u="none" strike="noStrike">
                          <a:solidFill>
                            <a:srgbClr val="000000"/>
                          </a:solidFill>
                          <a:effectLst/>
                          <a:latin typeface="Calibri" panose="020F0502020204030204" pitchFamily="34" charset="0"/>
                        </a:rPr>
                        <a:t>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13</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7.6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9.7</a:t>
                      </a:r>
                    </a:p>
                  </a:txBody>
                  <a:tcPr marL="9525" marR="9525" marT="9525" marB="0" anchor="b"/>
                </a:tc>
                <a:tc>
                  <a:txBody>
                    <a:bodyPr/>
                    <a:lstStyle/>
                    <a:p>
                      <a:pPr algn="r" fontAlgn="b"/>
                      <a:r>
                        <a:rPr lang="en-US" sz="2000" b="0" i="0" u="none" strike="noStrike" dirty="0">
                          <a:solidFill>
                            <a:srgbClr val="000000"/>
                          </a:solidFill>
                          <a:effectLst/>
                          <a:highlight>
                            <a:srgbClr val="FFFF00"/>
                          </a:highlight>
                          <a:latin typeface="Calibri" panose="020F0502020204030204" pitchFamily="34" charset="0"/>
                        </a:rPr>
                        <a:t>23.9</a:t>
                      </a:r>
                    </a:p>
                  </a:txBody>
                  <a:tcPr marL="9525" marR="9525" marT="9525" marB="0" anchor="b"/>
                </a:tc>
                <a:extLst>
                  <a:ext uri="{0D108BD9-81ED-4DB2-BD59-A6C34878D82A}">
                    <a16:rowId xmlns:a16="http://schemas.microsoft.com/office/drawing/2014/main" val="2827338517"/>
                  </a:ext>
                </a:extLst>
              </a:tr>
              <a:tr h="370840">
                <a:tc>
                  <a:txBody>
                    <a:bodyPr/>
                    <a:lstStyle/>
                    <a:p>
                      <a:pPr algn="r" fontAlgn="b"/>
                      <a:r>
                        <a:rPr lang="en-US" sz="2000" b="0" i="0" u="none" strike="noStrike">
                          <a:solidFill>
                            <a:srgbClr val="000000"/>
                          </a:solidFill>
                          <a:effectLst/>
                          <a:latin typeface="Calibri" panose="020F0502020204030204" pitchFamily="34" charset="0"/>
                        </a:rPr>
                        <a:t>5</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34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19.8</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7.9</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12</a:t>
                      </a:r>
                    </a:p>
                  </a:txBody>
                  <a:tcPr marL="9525" marR="9525" marT="9525" marB="0" anchor="b"/>
                </a:tc>
                <a:extLst>
                  <a:ext uri="{0D108BD9-81ED-4DB2-BD59-A6C34878D82A}">
                    <a16:rowId xmlns:a16="http://schemas.microsoft.com/office/drawing/2014/main" val="749361511"/>
                  </a:ext>
                </a:extLst>
              </a:tr>
              <a:tr h="370840">
                <a:tc>
                  <a:txBody>
                    <a:bodyPr/>
                    <a:lstStyle/>
                    <a:p>
                      <a:pPr algn="r" fontAlgn="b"/>
                      <a:r>
                        <a:rPr lang="en-US" sz="2000" b="0" i="0" u="none" strike="noStrike">
                          <a:solidFill>
                            <a:srgbClr val="000000"/>
                          </a:solidFill>
                          <a:effectLst/>
                          <a:latin typeface="Calibri" panose="020F0502020204030204" pitchFamily="34" charset="0"/>
                        </a:rPr>
                        <a:t>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19</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11</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6.7</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7.7</a:t>
                      </a:r>
                    </a:p>
                  </a:txBody>
                  <a:tcPr marL="9525" marR="9525" marT="9525" marB="0" anchor="b"/>
                </a:tc>
                <a:extLst>
                  <a:ext uri="{0D108BD9-81ED-4DB2-BD59-A6C34878D82A}">
                    <a16:rowId xmlns:a16="http://schemas.microsoft.com/office/drawing/2014/main" val="2621775035"/>
                  </a:ext>
                </a:extLst>
              </a:tr>
              <a:tr h="370840">
                <a:tc>
                  <a:txBody>
                    <a:bodyPr/>
                    <a:lstStyle/>
                    <a:p>
                      <a:pPr algn="r" fontAlgn="b"/>
                      <a:r>
                        <a:rPr lang="en-US" sz="2000" b="0" i="0" u="none" strike="noStrike">
                          <a:solidFill>
                            <a:srgbClr val="000000"/>
                          </a:solidFill>
                          <a:effectLst/>
                          <a:latin typeface="Calibri" panose="020F0502020204030204" pitchFamily="34" charset="0"/>
                        </a:rPr>
                        <a:t>7</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9.3</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5.8</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4.2</a:t>
                      </a:r>
                    </a:p>
                  </a:txBody>
                  <a:tcPr marL="9525" marR="9525" marT="9525" marB="0" anchor="b"/>
                </a:tc>
                <a:extLst>
                  <a:ext uri="{0D108BD9-81ED-4DB2-BD59-A6C34878D82A}">
                    <a16:rowId xmlns:a16="http://schemas.microsoft.com/office/drawing/2014/main" val="1787749854"/>
                  </a:ext>
                </a:extLst>
              </a:tr>
              <a:tr h="370840">
                <a:tc>
                  <a:txBody>
                    <a:bodyPr/>
                    <a:lstStyle/>
                    <a:p>
                      <a:pPr algn="r" fontAlgn="b"/>
                      <a:r>
                        <a:rPr lang="en-US" sz="2000" b="0" i="0" u="none" strike="noStrike">
                          <a:solidFill>
                            <a:srgbClr val="000000"/>
                          </a:solidFill>
                          <a:effectLst/>
                          <a:latin typeface="Calibri" panose="020F0502020204030204" pitchFamily="34" charset="0"/>
                        </a:rPr>
                        <a:t>8</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12</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7</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5.1</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2.3</a:t>
                      </a:r>
                    </a:p>
                  </a:txBody>
                  <a:tcPr marL="9525" marR="9525" marT="9525" marB="0" anchor="b"/>
                </a:tc>
                <a:extLst>
                  <a:ext uri="{0D108BD9-81ED-4DB2-BD59-A6C34878D82A}">
                    <a16:rowId xmlns:a16="http://schemas.microsoft.com/office/drawing/2014/main" val="1773171624"/>
                  </a:ext>
                </a:extLst>
              </a:tr>
              <a:tr h="370840">
                <a:tc>
                  <a:txBody>
                    <a:bodyPr/>
                    <a:lstStyle/>
                    <a:p>
                      <a:pPr algn="r" fontAlgn="b"/>
                      <a:r>
                        <a:rPr lang="en-US" sz="2000" b="0" i="0" u="none" strike="noStrike">
                          <a:solidFill>
                            <a:srgbClr val="000000"/>
                          </a:solidFill>
                          <a:effectLst/>
                          <a:latin typeface="Calibri" panose="020F0502020204030204" pitchFamily="34" charset="0"/>
                        </a:rPr>
                        <a:t>9</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12</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7</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4.6</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0</a:t>
                      </a:r>
                    </a:p>
                  </a:txBody>
                  <a:tcPr marL="9525" marR="9525" marT="9525" marB="0" anchor="b"/>
                </a:tc>
                <a:extLst>
                  <a:ext uri="{0D108BD9-81ED-4DB2-BD59-A6C34878D82A}">
                    <a16:rowId xmlns:a16="http://schemas.microsoft.com/office/drawing/2014/main" val="201017475"/>
                  </a:ext>
                </a:extLst>
              </a:tr>
              <a:tr h="370840">
                <a:tc>
                  <a:txBody>
                    <a:bodyPr/>
                    <a:lstStyle/>
                    <a:p>
                      <a:pPr algn="l"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172</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100</a:t>
                      </a:r>
                    </a:p>
                  </a:txBody>
                  <a:tcPr marL="9525" marR="9525" marT="9525" marB="0" anchor="b"/>
                </a:tc>
                <a:tc>
                  <a:txBody>
                    <a:bodyPr/>
                    <a:lstStyle/>
                    <a:p>
                      <a:pPr algn="l" fontAlgn="b"/>
                      <a:r>
                        <a:rPr lang="en-US" sz="2000" b="0" i="0" u="none" strike="noStrike" dirty="0">
                          <a:solidFill>
                            <a:srgbClr val="000000"/>
                          </a:solidFill>
                          <a:effectLst/>
                          <a:highlight>
                            <a:srgbClr val="FFFF00"/>
                          </a:highlight>
                          <a:latin typeface="Calibri" panose="020F0502020204030204" pitchFamily="34" charset="0"/>
                        </a:rPr>
                        <a:t>KS</a:t>
                      </a:r>
                    </a:p>
                  </a:txBody>
                  <a:tcPr marL="9525" marR="9525" marT="9525" marB="0" anchor="b"/>
                </a:tc>
                <a:tc>
                  <a:txBody>
                    <a:bodyPr/>
                    <a:lstStyle/>
                    <a:p>
                      <a:pPr algn="r" fontAlgn="b"/>
                      <a:r>
                        <a:rPr lang="en-US" sz="2000" b="0" i="0" u="none" strike="noStrike" dirty="0">
                          <a:solidFill>
                            <a:srgbClr val="000000"/>
                          </a:solidFill>
                          <a:effectLst/>
                          <a:highlight>
                            <a:srgbClr val="FFFF00"/>
                          </a:highlight>
                          <a:latin typeface="Calibri" panose="020F0502020204030204" pitchFamily="34" charset="0"/>
                        </a:rPr>
                        <a:t>23.9</a:t>
                      </a:r>
                    </a:p>
                  </a:txBody>
                  <a:tcPr marL="9525" marR="9525" marT="9525" marB="0" anchor="b"/>
                </a:tc>
                <a:extLst>
                  <a:ext uri="{0D108BD9-81ED-4DB2-BD59-A6C34878D82A}">
                    <a16:rowId xmlns:a16="http://schemas.microsoft.com/office/drawing/2014/main" val="1271032335"/>
                  </a:ext>
                </a:extLst>
              </a:tr>
              <a:tr h="370840">
                <a:tc>
                  <a:txBody>
                    <a:bodyPr/>
                    <a:lstStyle/>
                    <a:p>
                      <a:pPr algn="l"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2000" b="0" i="0" u="none" strike="noStrike">
                          <a:solidFill>
                            <a:srgbClr val="000000"/>
                          </a:solidFill>
                          <a:effectLst/>
                          <a:latin typeface="Calibri" panose="020F0502020204030204" pitchFamily="34" charset="0"/>
                        </a:rPr>
                        <a:t>Cut-off</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10.37</a:t>
                      </a:r>
                    </a:p>
                  </a:txBody>
                  <a:tcPr marL="9525" marR="9525" marT="9525" marB="0" anchor="b"/>
                </a:tc>
                <a:extLst>
                  <a:ext uri="{0D108BD9-81ED-4DB2-BD59-A6C34878D82A}">
                    <a16:rowId xmlns:a16="http://schemas.microsoft.com/office/drawing/2014/main" val="78700726"/>
                  </a:ext>
                </a:extLst>
              </a:tr>
            </a:tbl>
          </a:graphicData>
        </a:graphic>
      </p:graphicFrame>
    </p:spTree>
    <p:extLst>
      <p:ext uri="{BB962C8B-B14F-4D97-AF65-F5344CB8AC3E}">
        <p14:creationId xmlns:p14="http://schemas.microsoft.com/office/powerpoint/2010/main" val="2556206946"/>
      </p:ext>
    </p:extLst>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596AC-6BAC-4CBE-A601-63C27AC01D5D}"/>
              </a:ext>
            </a:extLst>
          </p:cNvPr>
          <p:cNvSpPr>
            <a:spLocks noGrp="1"/>
          </p:cNvSpPr>
          <p:nvPr>
            <p:ph type="title"/>
          </p:nvPr>
        </p:nvSpPr>
        <p:spPr>
          <a:xfrm>
            <a:off x="838200" y="0"/>
            <a:ext cx="10515600" cy="1325563"/>
          </a:xfrm>
        </p:spPr>
        <p:txBody>
          <a:bodyPr/>
          <a:lstStyle/>
          <a:p>
            <a:pPr algn="ctr"/>
            <a:r>
              <a:rPr lang="en-US" b="1" dirty="0"/>
              <a:t>Benford Analysis- </a:t>
            </a:r>
            <a:r>
              <a:rPr lang="en-US" b="1" u="sng" dirty="0"/>
              <a:t>UTCL</a:t>
            </a:r>
            <a:br>
              <a:rPr lang="en-US" b="1" dirty="0"/>
            </a:br>
            <a:r>
              <a:rPr lang="en-US" b="1" dirty="0">
                <a:highlight>
                  <a:srgbClr val="FFFF00"/>
                </a:highlight>
              </a:rPr>
              <a:t>Manipulative</a:t>
            </a:r>
            <a:r>
              <a:rPr lang="en-US" b="1" dirty="0"/>
              <a:t> – 2023,2022 &amp;2021 </a:t>
            </a:r>
            <a:endParaRPr lang="en-IN" b="1" dirty="0"/>
          </a:p>
        </p:txBody>
      </p:sp>
      <p:graphicFrame>
        <p:nvGraphicFramePr>
          <p:cNvPr id="4" name="Table 4">
            <a:extLst>
              <a:ext uri="{FF2B5EF4-FFF2-40B4-BE49-F238E27FC236}">
                <a16:creationId xmlns:a16="http://schemas.microsoft.com/office/drawing/2014/main" id="{B8140AB4-F606-46B8-93E9-0A16CFB3BFE7}"/>
              </a:ext>
            </a:extLst>
          </p:cNvPr>
          <p:cNvGraphicFramePr>
            <a:graphicFrameLocks noGrp="1"/>
          </p:cNvGraphicFramePr>
          <p:nvPr>
            <p:ph idx="1"/>
          </p:nvPr>
        </p:nvGraphicFramePr>
        <p:xfrm>
          <a:off x="836908" y="1325563"/>
          <a:ext cx="10516892" cy="4679779"/>
        </p:xfrm>
        <a:graphic>
          <a:graphicData uri="http://schemas.openxmlformats.org/drawingml/2006/table">
            <a:tbl>
              <a:tblPr firstRow="1" bandRow="1">
                <a:tableStyleId>{073A0DAA-6AF3-43AB-8588-CEC1D06C72B9}</a:tableStyleId>
              </a:tblPr>
              <a:tblGrid>
                <a:gridCol w="1689316">
                  <a:extLst>
                    <a:ext uri="{9D8B030D-6E8A-4147-A177-3AD203B41FA5}">
                      <a16:colId xmlns:a16="http://schemas.microsoft.com/office/drawing/2014/main" val="70499462"/>
                    </a:ext>
                  </a:extLst>
                </a:gridCol>
                <a:gridCol w="1534332">
                  <a:extLst>
                    <a:ext uri="{9D8B030D-6E8A-4147-A177-3AD203B41FA5}">
                      <a16:colId xmlns:a16="http://schemas.microsoft.com/office/drawing/2014/main" val="1717881344"/>
                    </a:ext>
                  </a:extLst>
                </a:gridCol>
                <a:gridCol w="2386739">
                  <a:extLst>
                    <a:ext uri="{9D8B030D-6E8A-4147-A177-3AD203B41FA5}">
                      <a16:colId xmlns:a16="http://schemas.microsoft.com/office/drawing/2014/main" val="3464438138"/>
                    </a:ext>
                  </a:extLst>
                </a:gridCol>
                <a:gridCol w="2803385">
                  <a:extLst>
                    <a:ext uri="{9D8B030D-6E8A-4147-A177-3AD203B41FA5}">
                      <a16:colId xmlns:a16="http://schemas.microsoft.com/office/drawing/2014/main" val="1292362560"/>
                    </a:ext>
                  </a:extLst>
                </a:gridCol>
                <a:gridCol w="2103120">
                  <a:extLst>
                    <a:ext uri="{9D8B030D-6E8A-4147-A177-3AD203B41FA5}">
                      <a16:colId xmlns:a16="http://schemas.microsoft.com/office/drawing/2014/main" val="1491208820"/>
                    </a:ext>
                  </a:extLst>
                </a:gridCol>
              </a:tblGrid>
              <a:tr h="370840">
                <a:tc>
                  <a:txBody>
                    <a:bodyPr/>
                    <a:lstStyle/>
                    <a:p>
                      <a:r>
                        <a:rPr lang="en-US" dirty="0"/>
                        <a:t>Leading Digit</a:t>
                      </a:r>
                      <a:endParaRPr lang="en-IN" dirty="0"/>
                    </a:p>
                  </a:txBody>
                  <a:tcPr/>
                </a:tc>
                <a:tc>
                  <a:txBody>
                    <a:bodyPr/>
                    <a:lstStyle/>
                    <a:p>
                      <a:r>
                        <a:rPr lang="en-US" dirty="0"/>
                        <a:t>Count</a:t>
                      </a:r>
                      <a:endParaRPr lang="en-IN" dirty="0"/>
                    </a:p>
                  </a:txBody>
                  <a:tcPr/>
                </a:tc>
                <a:tc>
                  <a:txBody>
                    <a:bodyPr/>
                    <a:lstStyle/>
                    <a:p>
                      <a:r>
                        <a:rPr lang="en-US" dirty="0"/>
                        <a:t>Actual Distribution</a:t>
                      </a:r>
                      <a:endParaRPr lang="en-IN" dirty="0"/>
                    </a:p>
                  </a:txBody>
                  <a:tcPr/>
                </a:tc>
                <a:tc>
                  <a:txBody>
                    <a:bodyPr/>
                    <a:lstStyle/>
                    <a:p>
                      <a:r>
                        <a:rPr lang="en-US" dirty="0"/>
                        <a:t>Expected Distribution</a:t>
                      </a:r>
                      <a:endParaRPr lang="en-IN" dirty="0"/>
                    </a:p>
                  </a:txBody>
                  <a:tcPr/>
                </a:tc>
                <a:tc>
                  <a:txBody>
                    <a:bodyPr/>
                    <a:lstStyle/>
                    <a:p>
                      <a:r>
                        <a:rPr lang="en-US" dirty="0"/>
                        <a:t>Cumulative Difference</a:t>
                      </a:r>
                      <a:endParaRPr lang="en-IN" dirty="0"/>
                    </a:p>
                  </a:txBody>
                  <a:tcPr/>
                </a:tc>
                <a:extLst>
                  <a:ext uri="{0D108BD9-81ED-4DB2-BD59-A6C34878D82A}">
                    <a16:rowId xmlns:a16="http://schemas.microsoft.com/office/drawing/2014/main" val="2624523885"/>
                  </a:ext>
                </a:extLst>
              </a:tr>
              <a:tr h="370840">
                <a:tc>
                  <a:txBody>
                    <a:bodyPr/>
                    <a:lstStyle/>
                    <a:p>
                      <a:pPr algn="r" fontAlgn="b"/>
                      <a:r>
                        <a:rPr lang="en-US" sz="2000" b="0" i="0" u="none" strike="noStrike" dirty="0">
                          <a:solidFill>
                            <a:srgbClr val="000000"/>
                          </a:solidFill>
                          <a:effectLst/>
                          <a:latin typeface="Calibri" panose="020F0502020204030204" pitchFamily="34" charset="0"/>
                        </a:rPr>
                        <a:t>1</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32</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18.7</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30.1</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11.4</a:t>
                      </a:r>
                    </a:p>
                  </a:txBody>
                  <a:tcPr marL="9525" marR="9525" marT="9525" marB="0" anchor="b"/>
                </a:tc>
                <a:extLst>
                  <a:ext uri="{0D108BD9-81ED-4DB2-BD59-A6C34878D82A}">
                    <a16:rowId xmlns:a16="http://schemas.microsoft.com/office/drawing/2014/main" val="1483303297"/>
                  </a:ext>
                </a:extLst>
              </a:tr>
              <a:tr h="370840">
                <a:tc>
                  <a:txBody>
                    <a:bodyPr/>
                    <a:lstStyle/>
                    <a:p>
                      <a:pPr algn="r" fontAlgn="b"/>
                      <a:r>
                        <a:rPr lang="en-US" sz="2000" b="0" i="0" u="none" strike="noStrike">
                          <a:solidFill>
                            <a:srgbClr val="000000"/>
                          </a:solidFill>
                          <a:effectLst/>
                          <a:latin typeface="Calibri" panose="020F0502020204030204" pitchFamily="34" charset="0"/>
                        </a:rPr>
                        <a:t>2</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28</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16.4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17.6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12.6</a:t>
                      </a:r>
                    </a:p>
                  </a:txBody>
                  <a:tcPr marL="9525" marR="9525" marT="9525" marB="0" anchor="b"/>
                </a:tc>
                <a:extLst>
                  <a:ext uri="{0D108BD9-81ED-4DB2-BD59-A6C34878D82A}">
                    <a16:rowId xmlns:a16="http://schemas.microsoft.com/office/drawing/2014/main" val="1690059723"/>
                  </a:ext>
                </a:extLst>
              </a:tr>
              <a:tr h="331299">
                <a:tc>
                  <a:txBody>
                    <a:bodyPr/>
                    <a:lstStyle/>
                    <a:p>
                      <a:pPr algn="r" fontAlgn="b"/>
                      <a:r>
                        <a:rPr lang="en-US" sz="2000" b="0" i="0" u="none" strike="noStrike">
                          <a:solidFill>
                            <a:srgbClr val="000000"/>
                          </a:solidFill>
                          <a:effectLst/>
                          <a:latin typeface="Calibri" panose="020F0502020204030204" pitchFamily="34" charset="0"/>
                        </a:rPr>
                        <a:t>3</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12</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7</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12.5</a:t>
                      </a:r>
                    </a:p>
                  </a:txBody>
                  <a:tcPr marL="9525" marR="9525" marT="9525" marB="0" anchor="b"/>
                </a:tc>
                <a:tc>
                  <a:txBody>
                    <a:bodyPr/>
                    <a:lstStyle/>
                    <a:p>
                      <a:pPr algn="r" fontAlgn="b"/>
                      <a:r>
                        <a:rPr lang="en-US" sz="2000" b="0" i="0" u="none" strike="noStrike" dirty="0">
                          <a:solidFill>
                            <a:srgbClr val="000000"/>
                          </a:solidFill>
                          <a:effectLst/>
                          <a:highlight>
                            <a:srgbClr val="FFFF00"/>
                          </a:highlight>
                          <a:latin typeface="Calibri" panose="020F0502020204030204" pitchFamily="34" charset="0"/>
                        </a:rPr>
                        <a:t>18.1</a:t>
                      </a:r>
                    </a:p>
                  </a:txBody>
                  <a:tcPr marL="9525" marR="9525" marT="9525" marB="0" anchor="b"/>
                </a:tc>
                <a:extLst>
                  <a:ext uri="{0D108BD9-81ED-4DB2-BD59-A6C34878D82A}">
                    <a16:rowId xmlns:a16="http://schemas.microsoft.com/office/drawing/2014/main" val="2721579077"/>
                  </a:ext>
                </a:extLst>
              </a:tr>
              <a:tr h="370840">
                <a:tc>
                  <a:txBody>
                    <a:bodyPr/>
                    <a:lstStyle/>
                    <a:p>
                      <a:pPr algn="r" fontAlgn="b"/>
                      <a:r>
                        <a:rPr lang="en-US" sz="2000" b="0" i="0" u="none" strike="noStrike">
                          <a:solidFill>
                            <a:srgbClr val="000000"/>
                          </a:solidFill>
                          <a:effectLst/>
                          <a:latin typeface="Calibri" panose="020F0502020204030204" pitchFamily="34" charset="0"/>
                        </a:rPr>
                        <a:t>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22</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12.9</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9.7</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14.9</a:t>
                      </a:r>
                    </a:p>
                  </a:txBody>
                  <a:tcPr marL="9525" marR="9525" marT="9525" marB="0" anchor="b"/>
                </a:tc>
                <a:extLst>
                  <a:ext uri="{0D108BD9-81ED-4DB2-BD59-A6C34878D82A}">
                    <a16:rowId xmlns:a16="http://schemas.microsoft.com/office/drawing/2014/main" val="2827338517"/>
                  </a:ext>
                </a:extLst>
              </a:tr>
              <a:tr h="370840">
                <a:tc>
                  <a:txBody>
                    <a:bodyPr/>
                    <a:lstStyle/>
                    <a:p>
                      <a:pPr algn="r" fontAlgn="b"/>
                      <a:r>
                        <a:rPr lang="en-US" sz="2000" b="0" i="0" u="none" strike="noStrike">
                          <a:solidFill>
                            <a:srgbClr val="000000"/>
                          </a:solidFill>
                          <a:effectLst/>
                          <a:latin typeface="Calibri" panose="020F0502020204030204" pitchFamily="34" charset="0"/>
                        </a:rPr>
                        <a:t>5</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31</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18.1</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7.9</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4.7</a:t>
                      </a:r>
                    </a:p>
                  </a:txBody>
                  <a:tcPr marL="9525" marR="9525" marT="9525" marB="0" anchor="b"/>
                </a:tc>
                <a:extLst>
                  <a:ext uri="{0D108BD9-81ED-4DB2-BD59-A6C34878D82A}">
                    <a16:rowId xmlns:a16="http://schemas.microsoft.com/office/drawing/2014/main" val="749361511"/>
                  </a:ext>
                </a:extLst>
              </a:tr>
              <a:tr h="370840">
                <a:tc>
                  <a:txBody>
                    <a:bodyPr/>
                    <a:lstStyle/>
                    <a:p>
                      <a:pPr algn="r" fontAlgn="b"/>
                      <a:r>
                        <a:rPr lang="en-US" sz="2000" b="0" i="0" u="none" strike="noStrike">
                          <a:solidFill>
                            <a:srgbClr val="000000"/>
                          </a:solidFill>
                          <a:effectLst/>
                          <a:latin typeface="Calibri" panose="020F0502020204030204" pitchFamily="34" charset="0"/>
                        </a:rPr>
                        <a:t>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13</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7.6</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6.7</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3.8</a:t>
                      </a:r>
                    </a:p>
                  </a:txBody>
                  <a:tcPr marL="9525" marR="9525" marT="9525" marB="0" anchor="b"/>
                </a:tc>
                <a:extLst>
                  <a:ext uri="{0D108BD9-81ED-4DB2-BD59-A6C34878D82A}">
                    <a16:rowId xmlns:a16="http://schemas.microsoft.com/office/drawing/2014/main" val="2621775035"/>
                  </a:ext>
                </a:extLst>
              </a:tr>
              <a:tr h="370840">
                <a:tc>
                  <a:txBody>
                    <a:bodyPr/>
                    <a:lstStyle/>
                    <a:p>
                      <a:pPr algn="r" fontAlgn="b"/>
                      <a:r>
                        <a:rPr lang="en-US" sz="2000" b="0" i="0" u="none" strike="noStrike">
                          <a:solidFill>
                            <a:srgbClr val="000000"/>
                          </a:solidFill>
                          <a:effectLst/>
                          <a:latin typeface="Calibri" panose="020F0502020204030204" pitchFamily="34" charset="0"/>
                        </a:rPr>
                        <a:t>7</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8.2</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5.8</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1.4</a:t>
                      </a:r>
                    </a:p>
                  </a:txBody>
                  <a:tcPr marL="9525" marR="9525" marT="9525" marB="0" anchor="b"/>
                </a:tc>
                <a:extLst>
                  <a:ext uri="{0D108BD9-81ED-4DB2-BD59-A6C34878D82A}">
                    <a16:rowId xmlns:a16="http://schemas.microsoft.com/office/drawing/2014/main" val="1787749854"/>
                  </a:ext>
                </a:extLst>
              </a:tr>
              <a:tr h="370840">
                <a:tc>
                  <a:txBody>
                    <a:bodyPr/>
                    <a:lstStyle/>
                    <a:p>
                      <a:pPr algn="r" fontAlgn="b"/>
                      <a:r>
                        <a:rPr lang="en-US" sz="2000" b="0" i="0" u="none" strike="noStrike">
                          <a:solidFill>
                            <a:srgbClr val="000000"/>
                          </a:solidFill>
                          <a:effectLst/>
                          <a:latin typeface="Calibri" panose="020F0502020204030204" pitchFamily="34" charset="0"/>
                        </a:rPr>
                        <a:t>8</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11</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6.4</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5.1</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0.1</a:t>
                      </a:r>
                    </a:p>
                  </a:txBody>
                  <a:tcPr marL="9525" marR="9525" marT="9525" marB="0" anchor="b"/>
                </a:tc>
                <a:extLst>
                  <a:ext uri="{0D108BD9-81ED-4DB2-BD59-A6C34878D82A}">
                    <a16:rowId xmlns:a16="http://schemas.microsoft.com/office/drawing/2014/main" val="1773171624"/>
                  </a:ext>
                </a:extLst>
              </a:tr>
              <a:tr h="370840">
                <a:tc>
                  <a:txBody>
                    <a:bodyPr/>
                    <a:lstStyle/>
                    <a:p>
                      <a:pPr algn="r" fontAlgn="b"/>
                      <a:r>
                        <a:rPr lang="en-US" sz="2000" b="0" i="0" u="none" strike="noStrike">
                          <a:solidFill>
                            <a:srgbClr val="000000"/>
                          </a:solidFill>
                          <a:effectLst/>
                          <a:latin typeface="Calibri" panose="020F0502020204030204" pitchFamily="34" charset="0"/>
                        </a:rPr>
                        <a:t>9</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8</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4.7</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4.6</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0</a:t>
                      </a:r>
                    </a:p>
                  </a:txBody>
                  <a:tcPr marL="9525" marR="9525" marT="9525" marB="0" anchor="b"/>
                </a:tc>
                <a:extLst>
                  <a:ext uri="{0D108BD9-81ED-4DB2-BD59-A6C34878D82A}">
                    <a16:rowId xmlns:a16="http://schemas.microsoft.com/office/drawing/2014/main" val="201017475"/>
                  </a:ext>
                </a:extLst>
              </a:tr>
              <a:tr h="370840">
                <a:tc>
                  <a:txBody>
                    <a:bodyPr/>
                    <a:lstStyle/>
                    <a:p>
                      <a:pPr algn="l"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171</a:t>
                      </a:r>
                    </a:p>
                  </a:txBody>
                  <a:tcPr marL="9525" marR="9525" marT="9525" marB="0" anchor="b"/>
                </a:tc>
                <a:tc>
                  <a:txBody>
                    <a:bodyPr/>
                    <a:lstStyle/>
                    <a:p>
                      <a:pPr algn="r" fontAlgn="b"/>
                      <a:r>
                        <a:rPr lang="en-US" sz="2000" b="0" i="0" u="none" strike="noStrike">
                          <a:solidFill>
                            <a:srgbClr val="000000"/>
                          </a:solidFill>
                          <a:effectLst/>
                          <a:latin typeface="Calibri" panose="020F0502020204030204" pitchFamily="34" charset="0"/>
                        </a:rPr>
                        <a:t>100</a:t>
                      </a:r>
                    </a:p>
                  </a:txBody>
                  <a:tcPr marL="9525" marR="9525" marT="9525" marB="0" anchor="b"/>
                </a:tc>
                <a:tc>
                  <a:txBody>
                    <a:bodyPr/>
                    <a:lstStyle/>
                    <a:p>
                      <a:pPr algn="l" fontAlgn="b"/>
                      <a:r>
                        <a:rPr lang="en-US" sz="2000" b="0" i="0" u="none" strike="noStrike" dirty="0">
                          <a:solidFill>
                            <a:srgbClr val="000000"/>
                          </a:solidFill>
                          <a:effectLst/>
                          <a:highlight>
                            <a:srgbClr val="FFFF00"/>
                          </a:highlight>
                          <a:latin typeface="Calibri" panose="020F0502020204030204" pitchFamily="34" charset="0"/>
                        </a:rPr>
                        <a:t>KS</a:t>
                      </a:r>
                    </a:p>
                  </a:txBody>
                  <a:tcPr marL="9525" marR="9525" marT="9525" marB="0" anchor="b"/>
                </a:tc>
                <a:tc>
                  <a:txBody>
                    <a:bodyPr/>
                    <a:lstStyle/>
                    <a:p>
                      <a:pPr algn="r" fontAlgn="b"/>
                      <a:r>
                        <a:rPr lang="en-US" sz="2000" b="0" i="0" u="none" strike="noStrike" dirty="0">
                          <a:solidFill>
                            <a:srgbClr val="000000"/>
                          </a:solidFill>
                          <a:effectLst/>
                          <a:highlight>
                            <a:srgbClr val="FFFF00"/>
                          </a:highlight>
                          <a:latin typeface="Calibri" panose="020F0502020204030204" pitchFamily="34" charset="0"/>
                        </a:rPr>
                        <a:t>18.1</a:t>
                      </a:r>
                    </a:p>
                  </a:txBody>
                  <a:tcPr marL="9525" marR="9525" marT="9525" marB="0" anchor="b"/>
                </a:tc>
                <a:extLst>
                  <a:ext uri="{0D108BD9-81ED-4DB2-BD59-A6C34878D82A}">
                    <a16:rowId xmlns:a16="http://schemas.microsoft.com/office/drawing/2014/main" val="1271032335"/>
                  </a:ext>
                </a:extLst>
              </a:tr>
              <a:tr h="370840">
                <a:tc>
                  <a:txBody>
                    <a:bodyPr/>
                    <a:lstStyle/>
                    <a:p>
                      <a:pPr algn="l"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US" sz="2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US" sz="2000" b="0" i="0" u="none" strike="noStrike">
                          <a:solidFill>
                            <a:srgbClr val="000000"/>
                          </a:solidFill>
                          <a:effectLst/>
                          <a:latin typeface="Calibri" panose="020F0502020204030204" pitchFamily="34" charset="0"/>
                        </a:rPr>
                        <a:t>Cut-off</a:t>
                      </a:r>
                    </a:p>
                  </a:txBody>
                  <a:tcPr marL="9525" marR="9525" marT="9525" marB="0" anchor="b"/>
                </a:tc>
                <a:tc>
                  <a:txBody>
                    <a:bodyPr/>
                    <a:lstStyle/>
                    <a:p>
                      <a:pPr algn="r" fontAlgn="b"/>
                      <a:r>
                        <a:rPr lang="en-US" sz="2000" b="0" i="0" u="none" strike="noStrike" dirty="0">
                          <a:solidFill>
                            <a:srgbClr val="000000"/>
                          </a:solidFill>
                          <a:effectLst/>
                          <a:latin typeface="Calibri" panose="020F0502020204030204" pitchFamily="34" charset="0"/>
                        </a:rPr>
                        <a:t>10.4</a:t>
                      </a:r>
                    </a:p>
                  </a:txBody>
                  <a:tcPr marL="9525" marR="9525" marT="9525" marB="0" anchor="b"/>
                </a:tc>
                <a:extLst>
                  <a:ext uri="{0D108BD9-81ED-4DB2-BD59-A6C34878D82A}">
                    <a16:rowId xmlns:a16="http://schemas.microsoft.com/office/drawing/2014/main" val="78700726"/>
                  </a:ext>
                </a:extLst>
              </a:tr>
            </a:tbl>
          </a:graphicData>
        </a:graphic>
      </p:graphicFrame>
    </p:spTree>
    <p:extLst>
      <p:ext uri="{BB962C8B-B14F-4D97-AF65-F5344CB8AC3E}">
        <p14:creationId xmlns:p14="http://schemas.microsoft.com/office/powerpoint/2010/main" val="3197370409"/>
      </p:ext>
    </p:extLst>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D9347-784C-4895-8428-E1B6262AE643}"/>
              </a:ext>
            </a:extLst>
          </p:cNvPr>
          <p:cNvSpPr>
            <a:spLocks noGrp="1"/>
          </p:cNvSpPr>
          <p:nvPr>
            <p:ph type="title"/>
          </p:nvPr>
        </p:nvSpPr>
        <p:spPr/>
        <p:txBody>
          <a:bodyPr/>
          <a:lstStyle/>
          <a:p>
            <a:pPr algn="ctr"/>
            <a:r>
              <a:rPr lang="en-US" b="1" dirty="0"/>
              <a:t>Ultra Tech Cements Ltd  (UTCL)</a:t>
            </a:r>
            <a:endParaRPr lang="en-IN" b="1" dirty="0"/>
          </a:p>
        </p:txBody>
      </p:sp>
      <p:sp>
        <p:nvSpPr>
          <p:cNvPr id="3" name="Content Placeholder 2">
            <a:extLst>
              <a:ext uri="{FF2B5EF4-FFF2-40B4-BE49-F238E27FC236}">
                <a16:creationId xmlns:a16="http://schemas.microsoft.com/office/drawing/2014/main" id="{55C2B6C2-B9EC-49B7-BCDE-F2BF46017AE7}"/>
              </a:ext>
            </a:extLst>
          </p:cNvPr>
          <p:cNvSpPr>
            <a:spLocks noGrp="1"/>
          </p:cNvSpPr>
          <p:nvPr>
            <p:ph idx="1"/>
          </p:nvPr>
        </p:nvSpPr>
        <p:spPr/>
        <p:txBody>
          <a:bodyPr/>
          <a:lstStyle/>
          <a:p>
            <a:r>
              <a:rPr lang="en-US" b="1" dirty="0"/>
              <a:t>High growth firm test </a:t>
            </a:r>
          </a:p>
          <a:p>
            <a:r>
              <a:rPr lang="en-US" dirty="0"/>
              <a:t>ROE (FY March 2025) = 8.54 %</a:t>
            </a:r>
          </a:p>
          <a:p>
            <a:r>
              <a:rPr lang="en-US" dirty="0"/>
              <a:t>DPR (FY March 2025) = 77.50/205.30 = 37.75%</a:t>
            </a:r>
          </a:p>
          <a:p>
            <a:r>
              <a:rPr lang="en-US" b="1" dirty="0"/>
              <a:t>Fundamental growth rate </a:t>
            </a:r>
            <a:r>
              <a:rPr lang="en-US" dirty="0"/>
              <a:t>= 8.54* (1-0.3775) = </a:t>
            </a:r>
            <a:r>
              <a:rPr lang="en-US" b="1" dirty="0"/>
              <a:t>5.32%</a:t>
            </a:r>
          </a:p>
          <a:p>
            <a:pPr marL="0" indent="0">
              <a:buNone/>
            </a:pPr>
            <a:endParaRPr lang="en-IN"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50D7573C-E515-BFEB-08AA-AD12C6E16E9E}"/>
                  </a:ext>
                </a:extLst>
              </p14:cNvPr>
              <p14:cNvContentPartPr/>
              <p14:nvPr/>
            </p14:nvContentPartPr>
            <p14:xfrm>
              <a:off x="8467920" y="3338640"/>
              <a:ext cx="815400" cy="871200"/>
            </p14:xfrm>
          </p:contentPart>
        </mc:Choice>
        <mc:Fallback xmlns="">
          <p:pic>
            <p:nvPicPr>
              <p:cNvPr id="4" name="Ink 3">
                <a:extLst>
                  <a:ext uri="{FF2B5EF4-FFF2-40B4-BE49-F238E27FC236}">
                    <a16:creationId xmlns:a16="http://schemas.microsoft.com/office/drawing/2014/main" id="{50D7573C-E515-BFEB-08AA-AD12C6E16E9E}"/>
                  </a:ext>
                </a:extLst>
              </p:cNvPr>
              <p:cNvPicPr/>
              <p:nvPr/>
            </p:nvPicPr>
            <p:blipFill>
              <a:blip r:embed="rId4"/>
              <a:stretch>
                <a:fillRect/>
              </a:stretch>
            </p:blipFill>
            <p:spPr>
              <a:xfrm>
                <a:off x="8458560" y="3329280"/>
                <a:ext cx="834120" cy="889920"/>
              </a:xfrm>
              <a:prstGeom prst="rect">
                <a:avLst/>
              </a:prstGeom>
            </p:spPr>
          </p:pic>
        </mc:Fallback>
      </mc:AlternateContent>
    </p:spTree>
    <p:extLst>
      <p:ext uri="{BB962C8B-B14F-4D97-AF65-F5344CB8AC3E}">
        <p14:creationId xmlns:p14="http://schemas.microsoft.com/office/powerpoint/2010/main" val="1375967385"/>
      </p:ext>
    </p:extLst>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98A42-664B-4DEE-B88B-4DDCC035170D}"/>
              </a:ext>
            </a:extLst>
          </p:cNvPr>
          <p:cNvSpPr>
            <a:spLocks noGrp="1"/>
          </p:cNvSpPr>
          <p:nvPr>
            <p:ph type="title"/>
          </p:nvPr>
        </p:nvSpPr>
        <p:spPr/>
        <p:txBody>
          <a:bodyPr>
            <a:noAutofit/>
          </a:bodyPr>
          <a:lstStyle/>
          <a:p>
            <a:pPr algn="ctr"/>
            <a:r>
              <a:rPr lang="en-US" sz="3200" dirty="0"/>
              <a:t> </a:t>
            </a:r>
            <a:r>
              <a:rPr lang="en-US" sz="3200" b="1" dirty="0"/>
              <a:t>DPR of </a:t>
            </a:r>
            <a:r>
              <a:rPr lang="en-US" sz="3200" b="1" u="sng" dirty="0"/>
              <a:t>UTCL</a:t>
            </a:r>
            <a:r>
              <a:rPr lang="en-US" sz="3200" b="1" dirty="0"/>
              <a:t> for the last 5 years &amp; its Average </a:t>
            </a:r>
            <a:br>
              <a:rPr lang="en-US" sz="3200" b="1" dirty="0"/>
            </a:br>
            <a:r>
              <a:rPr lang="en-US" sz="3200" b="1" dirty="0"/>
              <a:t>( </a:t>
            </a:r>
            <a:r>
              <a:rPr lang="en-US" sz="3200" b="1" u="sng" dirty="0"/>
              <a:t>Moneycontrol.com</a:t>
            </a:r>
            <a:r>
              <a:rPr lang="en-US" sz="3200" b="1" dirty="0"/>
              <a:t>; refer Financials, then Ratios </a:t>
            </a:r>
            <a:br>
              <a:rPr lang="en-US" sz="3200" b="1" dirty="0"/>
            </a:br>
            <a:r>
              <a:rPr lang="en-US" sz="3200" b="1" dirty="0"/>
              <a:t>and then per share ratios )</a:t>
            </a:r>
            <a:endParaRPr lang="en-IN" sz="3200" b="1" dirty="0"/>
          </a:p>
        </p:txBody>
      </p:sp>
      <p:graphicFrame>
        <p:nvGraphicFramePr>
          <p:cNvPr id="4" name="Table 4">
            <a:extLst>
              <a:ext uri="{FF2B5EF4-FFF2-40B4-BE49-F238E27FC236}">
                <a16:creationId xmlns:a16="http://schemas.microsoft.com/office/drawing/2014/main" id="{AD152CE1-FCA7-4F81-A0C6-C38960E0D569}"/>
              </a:ext>
            </a:extLst>
          </p:cNvPr>
          <p:cNvGraphicFramePr>
            <a:graphicFrameLocks noGrp="1"/>
          </p:cNvGraphicFramePr>
          <p:nvPr>
            <p:ph idx="1"/>
          </p:nvPr>
        </p:nvGraphicFramePr>
        <p:xfrm>
          <a:off x="838200" y="2389591"/>
          <a:ext cx="8988162" cy="3383280"/>
        </p:xfrm>
        <a:graphic>
          <a:graphicData uri="http://schemas.openxmlformats.org/drawingml/2006/table">
            <a:tbl>
              <a:tblPr firstRow="1" bandRow="1">
                <a:tableStyleId>{5C22544A-7EE6-4342-B048-85BDC9FD1C3A}</a:tableStyleId>
              </a:tblPr>
              <a:tblGrid>
                <a:gridCol w="1527437">
                  <a:extLst>
                    <a:ext uri="{9D8B030D-6E8A-4147-A177-3AD203B41FA5}">
                      <a16:colId xmlns:a16="http://schemas.microsoft.com/office/drawing/2014/main" val="2955746128"/>
                    </a:ext>
                  </a:extLst>
                </a:gridCol>
                <a:gridCol w="1703899">
                  <a:extLst>
                    <a:ext uri="{9D8B030D-6E8A-4147-A177-3AD203B41FA5}">
                      <a16:colId xmlns:a16="http://schemas.microsoft.com/office/drawing/2014/main" val="108144269"/>
                    </a:ext>
                  </a:extLst>
                </a:gridCol>
                <a:gridCol w="1350976">
                  <a:extLst>
                    <a:ext uri="{9D8B030D-6E8A-4147-A177-3AD203B41FA5}">
                      <a16:colId xmlns:a16="http://schemas.microsoft.com/office/drawing/2014/main" val="2195941269"/>
                    </a:ext>
                  </a:extLst>
                </a:gridCol>
                <a:gridCol w="1350976">
                  <a:extLst>
                    <a:ext uri="{9D8B030D-6E8A-4147-A177-3AD203B41FA5}">
                      <a16:colId xmlns:a16="http://schemas.microsoft.com/office/drawing/2014/main" val="3225228449"/>
                    </a:ext>
                  </a:extLst>
                </a:gridCol>
                <a:gridCol w="1527437">
                  <a:extLst>
                    <a:ext uri="{9D8B030D-6E8A-4147-A177-3AD203B41FA5}">
                      <a16:colId xmlns:a16="http://schemas.microsoft.com/office/drawing/2014/main" val="996710189"/>
                    </a:ext>
                  </a:extLst>
                </a:gridCol>
                <a:gridCol w="1527437">
                  <a:extLst>
                    <a:ext uri="{9D8B030D-6E8A-4147-A177-3AD203B41FA5}">
                      <a16:colId xmlns:a16="http://schemas.microsoft.com/office/drawing/2014/main" val="1579356880"/>
                    </a:ext>
                  </a:extLst>
                </a:gridCol>
              </a:tblGrid>
              <a:tr h="0">
                <a:tc>
                  <a:txBody>
                    <a:bodyPr/>
                    <a:lstStyle/>
                    <a:p>
                      <a:r>
                        <a:rPr lang="en-US" sz="2400" dirty="0"/>
                        <a:t>Particulars</a:t>
                      </a:r>
                      <a:endParaRPr lang="en-IN" sz="2400" dirty="0"/>
                    </a:p>
                  </a:txBody>
                  <a:tcPr/>
                </a:tc>
                <a:tc>
                  <a:txBody>
                    <a:bodyPr/>
                    <a:lstStyle/>
                    <a:p>
                      <a:r>
                        <a:rPr lang="en-IN" sz="2400" dirty="0"/>
                        <a:t>FY 2025</a:t>
                      </a:r>
                    </a:p>
                  </a:txBody>
                  <a:tcPr/>
                </a:tc>
                <a:tc>
                  <a:txBody>
                    <a:bodyPr/>
                    <a:lstStyle/>
                    <a:p>
                      <a:r>
                        <a:rPr lang="en-IN" sz="2400" dirty="0"/>
                        <a:t>FY 2024</a:t>
                      </a:r>
                    </a:p>
                  </a:txBody>
                  <a:tcPr/>
                </a:tc>
                <a:tc>
                  <a:txBody>
                    <a:bodyPr/>
                    <a:lstStyle/>
                    <a:p>
                      <a:r>
                        <a:rPr lang="en-IN" sz="2400" dirty="0"/>
                        <a:t> 2023</a:t>
                      </a:r>
                    </a:p>
                  </a:txBody>
                  <a:tcPr/>
                </a:tc>
                <a:tc>
                  <a:txBody>
                    <a:bodyPr/>
                    <a:lstStyle/>
                    <a:p>
                      <a:r>
                        <a:rPr lang="en-US" sz="2400" dirty="0"/>
                        <a:t>    2022</a:t>
                      </a:r>
                      <a:endParaRPr lang="en-IN" sz="2400" dirty="0"/>
                    </a:p>
                  </a:txBody>
                  <a:tcPr/>
                </a:tc>
                <a:tc>
                  <a:txBody>
                    <a:bodyPr/>
                    <a:lstStyle/>
                    <a:p>
                      <a:r>
                        <a:rPr lang="en-US" sz="2400" dirty="0"/>
                        <a:t>2021</a:t>
                      </a:r>
                      <a:endParaRPr lang="en-IN" sz="2400" dirty="0"/>
                    </a:p>
                  </a:txBody>
                  <a:tcPr/>
                </a:tc>
                <a:extLst>
                  <a:ext uri="{0D108BD9-81ED-4DB2-BD59-A6C34878D82A}">
                    <a16:rowId xmlns:a16="http://schemas.microsoft.com/office/drawing/2014/main" val="913232642"/>
                  </a:ext>
                </a:extLst>
              </a:tr>
              <a:tr h="370840">
                <a:tc>
                  <a:txBody>
                    <a:bodyPr/>
                    <a:lstStyle/>
                    <a:p>
                      <a:r>
                        <a:rPr lang="en-US" sz="2400" b="1" i="1" dirty="0"/>
                        <a:t>DPS in INR </a:t>
                      </a:r>
                      <a:endParaRPr lang="en-IN" sz="2400" b="1" i="1" dirty="0"/>
                    </a:p>
                  </a:txBody>
                  <a:tcPr/>
                </a:tc>
                <a:tc>
                  <a:txBody>
                    <a:bodyPr/>
                    <a:lstStyle/>
                    <a:p>
                      <a:pPr algn="r"/>
                      <a:r>
                        <a:rPr lang="en-IN" sz="2400" dirty="0"/>
                        <a:t>77.50</a:t>
                      </a:r>
                    </a:p>
                  </a:txBody>
                  <a:tcPr/>
                </a:tc>
                <a:tc>
                  <a:txBody>
                    <a:bodyPr/>
                    <a:lstStyle/>
                    <a:p>
                      <a:pPr algn="r"/>
                      <a:r>
                        <a:rPr lang="en-IN" sz="2400" dirty="0"/>
                        <a:t>70</a:t>
                      </a:r>
                    </a:p>
                  </a:txBody>
                  <a:tcPr/>
                </a:tc>
                <a:tc>
                  <a:txBody>
                    <a:bodyPr/>
                    <a:lstStyle/>
                    <a:p>
                      <a:pPr algn="r"/>
                      <a:r>
                        <a:rPr lang="en-IN" sz="2400" dirty="0"/>
                        <a:t>38</a:t>
                      </a:r>
                    </a:p>
                  </a:txBody>
                  <a:tcPr/>
                </a:tc>
                <a:tc>
                  <a:txBody>
                    <a:bodyPr/>
                    <a:lstStyle/>
                    <a:p>
                      <a:pPr algn="r"/>
                      <a:r>
                        <a:rPr lang="en-IN" sz="2400" dirty="0"/>
                        <a:t>38</a:t>
                      </a:r>
                    </a:p>
                  </a:txBody>
                  <a:tcPr/>
                </a:tc>
                <a:tc>
                  <a:txBody>
                    <a:bodyPr/>
                    <a:lstStyle/>
                    <a:p>
                      <a:pPr algn="r"/>
                      <a:r>
                        <a:rPr lang="en-IN" sz="2400" dirty="0"/>
                        <a:t>37</a:t>
                      </a:r>
                    </a:p>
                  </a:txBody>
                  <a:tcPr/>
                </a:tc>
                <a:extLst>
                  <a:ext uri="{0D108BD9-81ED-4DB2-BD59-A6C34878D82A}">
                    <a16:rowId xmlns:a16="http://schemas.microsoft.com/office/drawing/2014/main" val="2185224781"/>
                  </a:ext>
                </a:extLst>
              </a:tr>
              <a:tr h="370840">
                <a:tc>
                  <a:txBody>
                    <a:bodyPr/>
                    <a:lstStyle/>
                    <a:p>
                      <a:r>
                        <a:rPr lang="en-US" sz="2400" b="1" i="1" dirty="0"/>
                        <a:t>Basic EPS</a:t>
                      </a:r>
                      <a:endParaRPr lang="en-IN" sz="2400" b="1" i="1" dirty="0"/>
                    </a:p>
                  </a:txBody>
                  <a:tcPr/>
                </a:tc>
                <a:tc>
                  <a:txBody>
                    <a:bodyPr/>
                    <a:lstStyle/>
                    <a:p>
                      <a:pPr algn="r"/>
                      <a:r>
                        <a:rPr lang="en-IN" sz="2400" dirty="0"/>
                        <a:t>205.30</a:t>
                      </a:r>
                    </a:p>
                  </a:txBody>
                  <a:tcPr/>
                </a:tc>
                <a:tc>
                  <a:txBody>
                    <a:bodyPr/>
                    <a:lstStyle/>
                    <a:p>
                      <a:pPr algn="r"/>
                      <a:r>
                        <a:rPr lang="en-IN" sz="2400" dirty="0"/>
                        <a:t>243.05</a:t>
                      </a:r>
                    </a:p>
                  </a:txBody>
                  <a:tcPr/>
                </a:tc>
                <a:tc>
                  <a:txBody>
                    <a:bodyPr/>
                    <a:lstStyle/>
                    <a:p>
                      <a:pPr algn="r"/>
                      <a:r>
                        <a:rPr lang="en-IN" sz="2400" dirty="0"/>
                        <a:t>175.63</a:t>
                      </a:r>
                    </a:p>
                  </a:txBody>
                  <a:tcPr/>
                </a:tc>
                <a:tc>
                  <a:txBody>
                    <a:bodyPr/>
                    <a:lstStyle/>
                    <a:p>
                      <a:pPr algn="r"/>
                      <a:r>
                        <a:rPr lang="en-IN" sz="2400" dirty="0"/>
                        <a:t>254.64</a:t>
                      </a:r>
                    </a:p>
                  </a:txBody>
                  <a:tcPr/>
                </a:tc>
                <a:tc>
                  <a:txBody>
                    <a:bodyPr/>
                    <a:lstStyle/>
                    <a:p>
                      <a:pPr algn="r"/>
                      <a:r>
                        <a:rPr lang="en-IN" sz="2400" dirty="0"/>
                        <a:t>189.40</a:t>
                      </a:r>
                    </a:p>
                  </a:txBody>
                  <a:tcPr/>
                </a:tc>
                <a:extLst>
                  <a:ext uri="{0D108BD9-81ED-4DB2-BD59-A6C34878D82A}">
                    <a16:rowId xmlns:a16="http://schemas.microsoft.com/office/drawing/2014/main" val="2866895115"/>
                  </a:ext>
                </a:extLst>
              </a:tr>
              <a:tr h="370840">
                <a:tc>
                  <a:txBody>
                    <a:bodyPr/>
                    <a:lstStyle/>
                    <a:p>
                      <a:r>
                        <a:rPr lang="en-US" sz="2400" b="1" i="1" dirty="0"/>
                        <a:t>Dividend Payout Ratio  in % </a:t>
                      </a:r>
                      <a:endParaRPr lang="en-IN" sz="2400" b="1" i="1" dirty="0"/>
                    </a:p>
                  </a:txBody>
                  <a:tcPr/>
                </a:tc>
                <a:tc>
                  <a:txBody>
                    <a:bodyPr/>
                    <a:lstStyle/>
                    <a:p>
                      <a:pPr algn="r"/>
                      <a:r>
                        <a:rPr lang="en-IN" sz="2400" b="1" dirty="0"/>
                        <a:t>37.75</a:t>
                      </a:r>
                    </a:p>
                  </a:txBody>
                  <a:tcPr/>
                </a:tc>
                <a:tc>
                  <a:txBody>
                    <a:bodyPr/>
                    <a:lstStyle/>
                    <a:p>
                      <a:pPr algn="r"/>
                      <a:r>
                        <a:rPr lang="en-IN" sz="2400" b="1" dirty="0"/>
                        <a:t>28.80</a:t>
                      </a:r>
                    </a:p>
                  </a:txBody>
                  <a:tcPr/>
                </a:tc>
                <a:tc>
                  <a:txBody>
                    <a:bodyPr/>
                    <a:lstStyle/>
                    <a:p>
                      <a:pPr algn="r"/>
                      <a:r>
                        <a:rPr lang="en-IN" sz="2400" b="1" dirty="0"/>
                        <a:t>21.64</a:t>
                      </a:r>
                    </a:p>
                  </a:txBody>
                  <a:tcPr/>
                </a:tc>
                <a:tc>
                  <a:txBody>
                    <a:bodyPr/>
                    <a:lstStyle/>
                    <a:p>
                      <a:pPr algn="r"/>
                      <a:r>
                        <a:rPr lang="en-IN" sz="2400" b="1" dirty="0"/>
                        <a:t>14.92</a:t>
                      </a:r>
                    </a:p>
                  </a:txBody>
                  <a:tcPr/>
                </a:tc>
                <a:tc>
                  <a:txBody>
                    <a:bodyPr/>
                    <a:lstStyle/>
                    <a:p>
                      <a:pPr algn="r"/>
                      <a:r>
                        <a:rPr lang="en-IN" sz="2400" b="1" dirty="0"/>
                        <a:t>19.54</a:t>
                      </a:r>
                    </a:p>
                  </a:txBody>
                  <a:tcPr/>
                </a:tc>
                <a:extLst>
                  <a:ext uri="{0D108BD9-81ED-4DB2-BD59-A6C34878D82A}">
                    <a16:rowId xmlns:a16="http://schemas.microsoft.com/office/drawing/2014/main" val="1768596027"/>
                  </a:ext>
                </a:extLst>
              </a:tr>
              <a:tr h="370840">
                <a:tc>
                  <a:txBody>
                    <a:bodyPr/>
                    <a:lstStyle/>
                    <a:p>
                      <a:r>
                        <a:rPr lang="en-US" sz="2400" b="1" dirty="0"/>
                        <a:t>Average DPR in %</a:t>
                      </a:r>
                      <a:endParaRPr lang="en-IN" sz="2400" b="1" dirty="0"/>
                    </a:p>
                  </a:txBody>
                  <a:tcPr/>
                </a:tc>
                <a:tc>
                  <a:txBody>
                    <a:bodyPr/>
                    <a:lstStyle/>
                    <a:p>
                      <a:pPr algn="r"/>
                      <a:r>
                        <a:rPr lang="en-IN" sz="2400" b="1" dirty="0"/>
                        <a:t>260.50/ 1068.02=</a:t>
                      </a:r>
                    </a:p>
                  </a:txBody>
                  <a:tcPr/>
                </a:tc>
                <a:tc>
                  <a:txBody>
                    <a:bodyPr/>
                    <a:lstStyle/>
                    <a:p>
                      <a:pPr algn="r"/>
                      <a:r>
                        <a:rPr lang="en-IN" sz="2400" b="1" dirty="0"/>
                        <a:t>24.39 % </a:t>
                      </a:r>
                    </a:p>
                  </a:txBody>
                  <a:tcPr/>
                </a:tc>
                <a:tc>
                  <a:txBody>
                    <a:bodyPr/>
                    <a:lstStyle/>
                    <a:p>
                      <a:pPr algn="r"/>
                      <a:endParaRPr lang="en-IN" sz="2400" b="1" dirty="0"/>
                    </a:p>
                  </a:txBody>
                  <a:tcPr/>
                </a:tc>
                <a:tc>
                  <a:txBody>
                    <a:bodyPr/>
                    <a:lstStyle/>
                    <a:p>
                      <a:pPr algn="r"/>
                      <a:endParaRPr lang="en-IN" sz="2400" dirty="0"/>
                    </a:p>
                  </a:txBody>
                  <a:tcPr/>
                </a:tc>
                <a:tc>
                  <a:txBody>
                    <a:bodyPr/>
                    <a:lstStyle/>
                    <a:p>
                      <a:pPr algn="r"/>
                      <a:endParaRPr lang="en-IN" sz="2400" dirty="0"/>
                    </a:p>
                  </a:txBody>
                  <a:tcPr/>
                </a:tc>
                <a:extLst>
                  <a:ext uri="{0D108BD9-81ED-4DB2-BD59-A6C34878D82A}">
                    <a16:rowId xmlns:a16="http://schemas.microsoft.com/office/drawing/2014/main" val="3879119408"/>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1212D2FD-526C-4DE8-A349-196C1C7FFFCF}"/>
                  </a:ext>
                </a:extLst>
              </p14:cNvPr>
              <p14:cNvContentPartPr/>
              <p14:nvPr/>
            </p14:nvContentPartPr>
            <p14:xfrm>
              <a:off x="4550760" y="1281600"/>
              <a:ext cx="7076880" cy="5091480"/>
            </p14:xfrm>
          </p:contentPart>
        </mc:Choice>
        <mc:Fallback xmlns="">
          <p:pic>
            <p:nvPicPr>
              <p:cNvPr id="3" name="Ink 2">
                <a:extLst>
                  <a:ext uri="{FF2B5EF4-FFF2-40B4-BE49-F238E27FC236}">
                    <a16:creationId xmlns:a16="http://schemas.microsoft.com/office/drawing/2014/main" id="{1212D2FD-526C-4DE8-A349-196C1C7FFFCF}"/>
                  </a:ext>
                </a:extLst>
              </p:cNvPr>
              <p:cNvPicPr/>
              <p:nvPr/>
            </p:nvPicPr>
            <p:blipFill>
              <a:blip r:embed="rId3"/>
              <a:stretch>
                <a:fillRect/>
              </a:stretch>
            </p:blipFill>
            <p:spPr>
              <a:xfrm>
                <a:off x="4541400" y="1272240"/>
                <a:ext cx="7095600" cy="5110200"/>
              </a:xfrm>
              <a:prstGeom prst="rect">
                <a:avLst/>
              </a:prstGeom>
            </p:spPr>
          </p:pic>
        </mc:Fallback>
      </mc:AlternateContent>
    </p:spTree>
    <p:extLst>
      <p:ext uri="{BB962C8B-B14F-4D97-AF65-F5344CB8AC3E}">
        <p14:creationId xmlns:p14="http://schemas.microsoft.com/office/powerpoint/2010/main" val="2877891542"/>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98A42-664B-4DEE-B88B-4DDCC035170D}"/>
              </a:ext>
            </a:extLst>
          </p:cNvPr>
          <p:cNvSpPr>
            <a:spLocks noGrp="1"/>
          </p:cNvSpPr>
          <p:nvPr>
            <p:ph type="title"/>
          </p:nvPr>
        </p:nvSpPr>
        <p:spPr/>
        <p:txBody>
          <a:bodyPr>
            <a:noAutofit/>
          </a:bodyPr>
          <a:lstStyle/>
          <a:p>
            <a:pPr algn="ctr"/>
            <a:r>
              <a:rPr lang="en-US" sz="3200" dirty="0"/>
              <a:t> </a:t>
            </a:r>
            <a:r>
              <a:rPr lang="en-US" sz="3200" b="1" dirty="0"/>
              <a:t>ROE of UTCL  for the last 5 years &amp; its Average </a:t>
            </a:r>
            <a:br>
              <a:rPr lang="en-US" sz="3200" b="1" dirty="0"/>
            </a:br>
            <a:r>
              <a:rPr lang="en-US" sz="3200" b="1" dirty="0"/>
              <a:t>( </a:t>
            </a:r>
            <a:r>
              <a:rPr lang="en-US" sz="3200" b="1" u="sng" dirty="0"/>
              <a:t>Moneycontrol.com</a:t>
            </a:r>
            <a:r>
              <a:rPr lang="en-US" sz="3200" b="1" dirty="0"/>
              <a:t>; refer Financials, then Ratios </a:t>
            </a:r>
            <a:br>
              <a:rPr lang="en-US" sz="3200" b="1" dirty="0"/>
            </a:br>
            <a:r>
              <a:rPr lang="en-US" sz="3200" b="1" dirty="0"/>
              <a:t>and then Return ratios )</a:t>
            </a:r>
            <a:endParaRPr lang="en-IN" sz="3200" b="1" dirty="0"/>
          </a:p>
        </p:txBody>
      </p:sp>
      <p:graphicFrame>
        <p:nvGraphicFramePr>
          <p:cNvPr id="4" name="Table 4">
            <a:extLst>
              <a:ext uri="{FF2B5EF4-FFF2-40B4-BE49-F238E27FC236}">
                <a16:creationId xmlns:a16="http://schemas.microsoft.com/office/drawing/2014/main" id="{AD152CE1-FCA7-4F81-A0C6-C38960E0D569}"/>
              </a:ext>
            </a:extLst>
          </p:cNvPr>
          <p:cNvGraphicFramePr>
            <a:graphicFrameLocks noGrp="1"/>
          </p:cNvGraphicFramePr>
          <p:nvPr>
            <p:ph idx="1"/>
          </p:nvPr>
        </p:nvGraphicFramePr>
        <p:xfrm>
          <a:off x="838200" y="2389591"/>
          <a:ext cx="10515600" cy="1737360"/>
        </p:xfrm>
        <a:graphic>
          <a:graphicData uri="http://schemas.openxmlformats.org/drawingml/2006/table">
            <a:tbl>
              <a:tblPr firstRow="1" bandRow="1">
                <a:tableStyleId>{21E4AEA4-8DFA-4A89-87EB-49C32662AFE0}</a:tableStyleId>
              </a:tblPr>
              <a:tblGrid>
                <a:gridCol w="1752600">
                  <a:extLst>
                    <a:ext uri="{9D8B030D-6E8A-4147-A177-3AD203B41FA5}">
                      <a16:colId xmlns:a16="http://schemas.microsoft.com/office/drawing/2014/main" val="2955746128"/>
                    </a:ext>
                  </a:extLst>
                </a:gridCol>
                <a:gridCol w="1752600">
                  <a:extLst>
                    <a:ext uri="{9D8B030D-6E8A-4147-A177-3AD203B41FA5}">
                      <a16:colId xmlns:a16="http://schemas.microsoft.com/office/drawing/2014/main" val="108144269"/>
                    </a:ext>
                  </a:extLst>
                </a:gridCol>
                <a:gridCol w="1752600">
                  <a:extLst>
                    <a:ext uri="{9D8B030D-6E8A-4147-A177-3AD203B41FA5}">
                      <a16:colId xmlns:a16="http://schemas.microsoft.com/office/drawing/2014/main" val="2195941269"/>
                    </a:ext>
                  </a:extLst>
                </a:gridCol>
                <a:gridCol w="1752600">
                  <a:extLst>
                    <a:ext uri="{9D8B030D-6E8A-4147-A177-3AD203B41FA5}">
                      <a16:colId xmlns:a16="http://schemas.microsoft.com/office/drawing/2014/main" val="996710189"/>
                    </a:ext>
                  </a:extLst>
                </a:gridCol>
                <a:gridCol w="1752600">
                  <a:extLst>
                    <a:ext uri="{9D8B030D-6E8A-4147-A177-3AD203B41FA5}">
                      <a16:colId xmlns:a16="http://schemas.microsoft.com/office/drawing/2014/main" val="1579356880"/>
                    </a:ext>
                  </a:extLst>
                </a:gridCol>
                <a:gridCol w="1752600">
                  <a:extLst>
                    <a:ext uri="{9D8B030D-6E8A-4147-A177-3AD203B41FA5}">
                      <a16:colId xmlns:a16="http://schemas.microsoft.com/office/drawing/2014/main" val="2207470606"/>
                    </a:ext>
                  </a:extLst>
                </a:gridCol>
              </a:tblGrid>
              <a:tr h="0">
                <a:tc>
                  <a:txBody>
                    <a:bodyPr/>
                    <a:lstStyle/>
                    <a:p>
                      <a:r>
                        <a:rPr lang="en-US" sz="2400" dirty="0"/>
                        <a:t>Particulars</a:t>
                      </a:r>
                      <a:endParaRPr lang="en-IN" sz="2400" dirty="0"/>
                    </a:p>
                  </a:txBody>
                  <a:tcPr/>
                </a:tc>
                <a:tc>
                  <a:txBody>
                    <a:bodyPr/>
                    <a:lstStyle/>
                    <a:p>
                      <a:r>
                        <a:rPr lang="en-IN" sz="2400" dirty="0"/>
                        <a:t>FY 2025</a:t>
                      </a:r>
                    </a:p>
                  </a:txBody>
                  <a:tcPr/>
                </a:tc>
                <a:tc>
                  <a:txBody>
                    <a:bodyPr/>
                    <a:lstStyle/>
                    <a:p>
                      <a:r>
                        <a:rPr lang="en-IN" sz="2400" dirty="0"/>
                        <a:t>FY 2024</a:t>
                      </a:r>
                    </a:p>
                  </a:txBody>
                  <a:tcPr/>
                </a:tc>
                <a:tc>
                  <a:txBody>
                    <a:bodyPr/>
                    <a:lstStyle/>
                    <a:p>
                      <a:r>
                        <a:rPr lang="en-IN" sz="2400" dirty="0"/>
                        <a:t> 2023</a:t>
                      </a:r>
                    </a:p>
                  </a:txBody>
                  <a:tcPr/>
                </a:tc>
                <a:tc>
                  <a:txBody>
                    <a:bodyPr/>
                    <a:lstStyle/>
                    <a:p>
                      <a:r>
                        <a:rPr lang="en-US" sz="2400" dirty="0"/>
                        <a:t>   2022</a:t>
                      </a:r>
                      <a:endParaRPr lang="en-IN" sz="2400" dirty="0"/>
                    </a:p>
                  </a:txBody>
                  <a:tcPr/>
                </a:tc>
                <a:tc>
                  <a:txBody>
                    <a:bodyPr/>
                    <a:lstStyle/>
                    <a:p>
                      <a:r>
                        <a:rPr lang="en-US" sz="2400" dirty="0"/>
                        <a:t>2021</a:t>
                      </a:r>
                      <a:endParaRPr lang="en-IN" sz="2400" dirty="0"/>
                    </a:p>
                  </a:txBody>
                  <a:tcPr/>
                </a:tc>
                <a:extLst>
                  <a:ext uri="{0D108BD9-81ED-4DB2-BD59-A6C34878D82A}">
                    <a16:rowId xmlns:a16="http://schemas.microsoft.com/office/drawing/2014/main" val="913232642"/>
                  </a:ext>
                </a:extLst>
              </a:tr>
              <a:tr h="370840">
                <a:tc>
                  <a:txBody>
                    <a:bodyPr/>
                    <a:lstStyle/>
                    <a:p>
                      <a:r>
                        <a:rPr lang="en-US" sz="2400" b="1" dirty="0"/>
                        <a:t>ROE  in % </a:t>
                      </a:r>
                      <a:endParaRPr lang="en-IN" sz="2400" b="1" i="1" dirty="0"/>
                    </a:p>
                  </a:txBody>
                  <a:tcPr/>
                </a:tc>
                <a:tc>
                  <a:txBody>
                    <a:bodyPr/>
                    <a:lstStyle/>
                    <a:p>
                      <a:pPr algn="r"/>
                      <a:r>
                        <a:rPr lang="en-IN" sz="2400" b="1" dirty="0"/>
                        <a:t>8.54</a:t>
                      </a:r>
                    </a:p>
                  </a:txBody>
                  <a:tcPr/>
                </a:tc>
                <a:tc>
                  <a:txBody>
                    <a:bodyPr/>
                    <a:lstStyle/>
                    <a:p>
                      <a:pPr algn="r"/>
                      <a:r>
                        <a:rPr lang="en-IN" sz="2400" b="1" dirty="0"/>
                        <a:t>11.63</a:t>
                      </a:r>
                    </a:p>
                  </a:txBody>
                  <a:tcPr/>
                </a:tc>
                <a:tc>
                  <a:txBody>
                    <a:bodyPr/>
                    <a:lstStyle/>
                    <a:p>
                      <a:pPr algn="r"/>
                      <a:r>
                        <a:rPr lang="en-IN" sz="2400" b="1" dirty="0"/>
                        <a:t>9.32</a:t>
                      </a:r>
                    </a:p>
                  </a:txBody>
                  <a:tcPr/>
                </a:tc>
                <a:tc>
                  <a:txBody>
                    <a:bodyPr/>
                    <a:lstStyle/>
                    <a:p>
                      <a:pPr algn="r"/>
                      <a:r>
                        <a:rPr lang="en-IN" sz="2400" b="1" dirty="0"/>
                        <a:t>14.56</a:t>
                      </a:r>
                    </a:p>
                  </a:txBody>
                  <a:tcPr/>
                </a:tc>
                <a:tc>
                  <a:txBody>
                    <a:bodyPr/>
                    <a:lstStyle/>
                    <a:p>
                      <a:pPr algn="r"/>
                      <a:r>
                        <a:rPr lang="en-IN" sz="2400" b="1" dirty="0"/>
                        <a:t>12.36</a:t>
                      </a:r>
                    </a:p>
                  </a:txBody>
                  <a:tcPr/>
                </a:tc>
                <a:extLst>
                  <a:ext uri="{0D108BD9-81ED-4DB2-BD59-A6C34878D82A}">
                    <a16:rowId xmlns:a16="http://schemas.microsoft.com/office/drawing/2014/main" val="1768596027"/>
                  </a:ext>
                </a:extLst>
              </a:tr>
              <a:tr h="370840">
                <a:tc>
                  <a:txBody>
                    <a:bodyPr/>
                    <a:lstStyle/>
                    <a:p>
                      <a:r>
                        <a:rPr lang="en-US" sz="2400" b="1" dirty="0"/>
                        <a:t>Average ROE in %</a:t>
                      </a:r>
                      <a:endParaRPr lang="en-IN" sz="2400" b="1" dirty="0"/>
                    </a:p>
                  </a:txBody>
                  <a:tcPr/>
                </a:tc>
                <a:tc>
                  <a:txBody>
                    <a:bodyPr/>
                    <a:lstStyle/>
                    <a:p>
                      <a:pPr algn="r"/>
                      <a:r>
                        <a:rPr lang="en-IN" sz="2400" b="1" dirty="0"/>
                        <a:t>11.28</a:t>
                      </a:r>
                    </a:p>
                  </a:txBody>
                  <a:tcPr/>
                </a:tc>
                <a:tc>
                  <a:txBody>
                    <a:bodyPr/>
                    <a:lstStyle/>
                    <a:p>
                      <a:pPr algn="r"/>
                      <a:endParaRPr lang="en-IN" sz="2400" dirty="0"/>
                    </a:p>
                  </a:txBody>
                  <a:tcPr/>
                </a:tc>
                <a:tc>
                  <a:txBody>
                    <a:bodyPr/>
                    <a:lstStyle/>
                    <a:p>
                      <a:pPr algn="r"/>
                      <a:endParaRPr lang="en-IN" sz="2400" dirty="0"/>
                    </a:p>
                  </a:txBody>
                  <a:tcPr/>
                </a:tc>
                <a:tc>
                  <a:txBody>
                    <a:bodyPr/>
                    <a:lstStyle/>
                    <a:p>
                      <a:pPr algn="r"/>
                      <a:endParaRPr lang="en-IN" sz="2400" dirty="0"/>
                    </a:p>
                  </a:txBody>
                  <a:tcPr/>
                </a:tc>
                <a:tc>
                  <a:txBody>
                    <a:bodyPr/>
                    <a:lstStyle/>
                    <a:p>
                      <a:pPr algn="r"/>
                      <a:endParaRPr lang="en-IN" sz="2400" dirty="0"/>
                    </a:p>
                  </a:txBody>
                  <a:tcPr/>
                </a:tc>
                <a:extLst>
                  <a:ext uri="{0D108BD9-81ED-4DB2-BD59-A6C34878D82A}">
                    <a16:rowId xmlns:a16="http://schemas.microsoft.com/office/drawing/2014/main" val="3879119408"/>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501B1F73-3DB3-E49F-BCC6-A45C3294AACD}"/>
                  </a:ext>
                </a:extLst>
              </p14:cNvPr>
              <p14:cNvContentPartPr/>
              <p14:nvPr/>
            </p14:nvContentPartPr>
            <p14:xfrm>
              <a:off x="2118600" y="3342600"/>
              <a:ext cx="9386640" cy="3425400"/>
            </p14:xfrm>
          </p:contentPart>
        </mc:Choice>
        <mc:Fallback xmlns="">
          <p:pic>
            <p:nvPicPr>
              <p:cNvPr id="3" name="Ink 2">
                <a:extLst>
                  <a:ext uri="{FF2B5EF4-FFF2-40B4-BE49-F238E27FC236}">
                    <a16:creationId xmlns:a16="http://schemas.microsoft.com/office/drawing/2014/main" id="{501B1F73-3DB3-E49F-BCC6-A45C3294AACD}"/>
                  </a:ext>
                </a:extLst>
              </p:cNvPr>
              <p:cNvPicPr/>
              <p:nvPr/>
            </p:nvPicPr>
            <p:blipFill>
              <a:blip r:embed="rId3"/>
              <a:stretch>
                <a:fillRect/>
              </a:stretch>
            </p:blipFill>
            <p:spPr>
              <a:xfrm>
                <a:off x="2109240" y="3333240"/>
                <a:ext cx="9405360" cy="3444120"/>
              </a:xfrm>
              <a:prstGeom prst="rect">
                <a:avLst/>
              </a:prstGeom>
            </p:spPr>
          </p:pic>
        </mc:Fallback>
      </mc:AlternateContent>
    </p:spTree>
    <p:extLst>
      <p:ext uri="{BB962C8B-B14F-4D97-AF65-F5344CB8AC3E}">
        <p14:creationId xmlns:p14="http://schemas.microsoft.com/office/powerpoint/2010/main" val="3612146234"/>
      </p:ext>
    </p:extLst>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0CF99-9536-4353-950E-8757D91B4D7E}"/>
              </a:ext>
            </a:extLst>
          </p:cNvPr>
          <p:cNvSpPr>
            <a:spLocks noGrp="1"/>
          </p:cNvSpPr>
          <p:nvPr>
            <p:ph type="title"/>
          </p:nvPr>
        </p:nvSpPr>
        <p:spPr/>
        <p:txBody>
          <a:bodyPr/>
          <a:lstStyle/>
          <a:p>
            <a:r>
              <a:rPr lang="en-US" b="1" dirty="0"/>
              <a:t>What is the fundamental growth rate for </a:t>
            </a:r>
            <a:r>
              <a:rPr lang="en-US" b="1" u="sng" dirty="0"/>
              <a:t>UTCL</a:t>
            </a:r>
            <a:r>
              <a:rPr lang="en-US" b="1" dirty="0"/>
              <a:t>?</a:t>
            </a:r>
            <a:endParaRPr lang="en-IN" b="1" dirty="0"/>
          </a:p>
        </p:txBody>
      </p:sp>
      <p:sp>
        <p:nvSpPr>
          <p:cNvPr id="3" name="Content Placeholder 2">
            <a:extLst>
              <a:ext uri="{FF2B5EF4-FFF2-40B4-BE49-F238E27FC236}">
                <a16:creationId xmlns:a16="http://schemas.microsoft.com/office/drawing/2014/main" id="{6B57BE51-144C-426A-B2CA-0FC0966E4003}"/>
              </a:ext>
            </a:extLst>
          </p:cNvPr>
          <p:cNvSpPr>
            <a:spLocks noGrp="1"/>
          </p:cNvSpPr>
          <p:nvPr>
            <p:ph idx="1"/>
          </p:nvPr>
        </p:nvSpPr>
        <p:spPr/>
        <p:txBody>
          <a:bodyPr/>
          <a:lstStyle/>
          <a:p>
            <a:r>
              <a:rPr lang="en-US" dirty="0"/>
              <a:t>DPR @ 24.39 %</a:t>
            </a:r>
          </a:p>
          <a:p>
            <a:endParaRPr lang="en-US" dirty="0"/>
          </a:p>
          <a:p>
            <a:r>
              <a:rPr lang="en-US" dirty="0"/>
              <a:t>ROE @11.28 %</a:t>
            </a:r>
          </a:p>
          <a:p>
            <a:endParaRPr lang="en-IN" dirty="0"/>
          </a:p>
        </p:txBody>
      </p:sp>
    </p:spTree>
    <p:extLst>
      <p:ext uri="{BB962C8B-B14F-4D97-AF65-F5344CB8AC3E}">
        <p14:creationId xmlns:p14="http://schemas.microsoft.com/office/powerpoint/2010/main" val="1654359025"/>
      </p:ext>
    </p:extLst>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EF44D-FA82-4098-AD96-43AC819CC9D5}"/>
              </a:ext>
            </a:extLst>
          </p:cNvPr>
          <p:cNvSpPr>
            <a:spLocks noGrp="1"/>
          </p:cNvSpPr>
          <p:nvPr>
            <p:ph type="title"/>
          </p:nvPr>
        </p:nvSpPr>
        <p:spPr/>
        <p:txBody>
          <a:bodyPr/>
          <a:lstStyle/>
          <a:p>
            <a:pPr algn="ctr"/>
            <a:r>
              <a:rPr lang="en-US" b="1" dirty="0"/>
              <a:t>Fundamental growth rate of UTCL </a:t>
            </a:r>
            <a:endParaRPr lang="en-IN" b="1" dirty="0"/>
          </a:p>
        </p:txBody>
      </p:sp>
      <p:sp>
        <p:nvSpPr>
          <p:cNvPr id="3" name="Content Placeholder 2">
            <a:extLst>
              <a:ext uri="{FF2B5EF4-FFF2-40B4-BE49-F238E27FC236}">
                <a16:creationId xmlns:a16="http://schemas.microsoft.com/office/drawing/2014/main" id="{1D263C48-FDFA-49DF-9785-0E8447725089}"/>
              </a:ext>
            </a:extLst>
          </p:cNvPr>
          <p:cNvSpPr>
            <a:spLocks noGrp="1"/>
          </p:cNvSpPr>
          <p:nvPr>
            <p:ph idx="1"/>
          </p:nvPr>
        </p:nvSpPr>
        <p:spPr/>
        <p:txBody>
          <a:bodyPr/>
          <a:lstStyle/>
          <a:p>
            <a:pPr marL="0" indent="0">
              <a:buNone/>
            </a:pPr>
            <a:r>
              <a:rPr lang="en-US" b="1" dirty="0"/>
              <a:t>ROE </a:t>
            </a:r>
            <a:r>
              <a:rPr lang="en-US" dirty="0"/>
              <a:t>: 11.28 %</a:t>
            </a:r>
          </a:p>
          <a:p>
            <a:pPr marL="0" indent="0">
              <a:buNone/>
            </a:pPr>
            <a:r>
              <a:rPr lang="en-US" b="1" dirty="0"/>
              <a:t>DPR</a:t>
            </a:r>
            <a:r>
              <a:rPr lang="en-US" dirty="0"/>
              <a:t> : 24.39 %</a:t>
            </a:r>
          </a:p>
          <a:p>
            <a:pPr marL="0" indent="0">
              <a:buNone/>
            </a:pPr>
            <a:r>
              <a:rPr lang="en-US" b="1" dirty="0"/>
              <a:t>Fundamental growth rate </a:t>
            </a:r>
            <a:r>
              <a:rPr lang="en-US" dirty="0"/>
              <a:t>= 11.28% ( 1-0.2439) = </a:t>
            </a:r>
            <a:r>
              <a:rPr lang="en-US" b="1" dirty="0"/>
              <a:t>8.53%</a:t>
            </a:r>
          </a:p>
          <a:p>
            <a:pPr marL="0" indent="0">
              <a:buNone/>
            </a:pPr>
            <a:r>
              <a:rPr lang="en-US" dirty="0"/>
              <a:t> </a:t>
            </a:r>
          </a:p>
          <a:p>
            <a:pPr marL="0" indent="0">
              <a:buNone/>
            </a:pPr>
            <a:r>
              <a:rPr lang="en-US" b="1" dirty="0"/>
              <a:t>Long Run growth rate for India </a:t>
            </a:r>
            <a:r>
              <a:rPr lang="en-US" dirty="0"/>
              <a:t>= 6%</a:t>
            </a:r>
          </a:p>
          <a:p>
            <a:pPr marL="0" indent="0">
              <a:buNone/>
            </a:pPr>
            <a:endParaRPr lang="en-US" dirty="0"/>
          </a:p>
          <a:p>
            <a:pPr marL="0" indent="0">
              <a:buNone/>
            </a:pPr>
            <a:r>
              <a:rPr lang="en-US" dirty="0"/>
              <a:t>Hence , </a:t>
            </a:r>
            <a:r>
              <a:rPr lang="en-US" b="1" dirty="0"/>
              <a:t>the firm is a 2- stage growth candidate</a:t>
            </a:r>
            <a:endParaRPr lang="en-IN"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B43423A9-550F-EDC3-975F-F524F9AB1253}"/>
                  </a:ext>
                </a:extLst>
              </p14:cNvPr>
              <p14:cNvContentPartPr/>
              <p14:nvPr/>
            </p14:nvContentPartPr>
            <p14:xfrm>
              <a:off x="7752600" y="2448720"/>
              <a:ext cx="1955160" cy="1229040"/>
            </p14:xfrm>
          </p:contentPart>
        </mc:Choice>
        <mc:Fallback xmlns="">
          <p:pic>
            <p:nvPicPr>
              <p:cNvPr id="4" name="Ink 3">
                <a:extLst>
                  <a:ext uri="{FF2B5EF4-FFF2-40B4-BE49-F238E27FC236}">
                    <a16:creationId xmlns:a16="http://schemas.microsoft.com/office/drawing/2014/main" id="{B43423A9-550F-EDC3-975F-F524F9AB1253}"/>
                  </a:ext>
                </a:extLst>
              </p:cNvPr>
              <p:cNvPicPr/>
              <p:nvPr/>
            </p:nvPicPr>
            <p:blipFill>
              <a:blip r:embed="rId3"/>
              <a:stretch>
                <a:fillRect/>
              </a:stretch>
            </p:blipFill>
            <p:spPr>
              <a:xfrm>
                <a:off x="7743240" y="2439360"/>
                <a:ext cx="1973880" cy="1247760"/>
              </a:xfrm>
              <a:prstGeom prst="rect">
                <a:avLst/>
              </a:prstGeom>
            </p:spPr>
          </p:pic>
        </mc:Fallback>
      </mc:AlternateContent>
    </p:spTree>
    <p:extLst>
      <p:ext uri="{BB962C8B-B14F-4D97-AF65-F5344CB8AC3E}">
        <p14:creationId xmlns:p14="http://schemas.microsoft.com/office/powerpoint/2010/main" val="384570984"/>
      </p:ext>
    </p:extLst>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8AAEB-526F-4053-8623-0C2722AEBB11}"/>
              </a:ext>
            </a:extLst>
          </p:cNvPr>
          <p:cNvSpPr>
            <a:spLocks noGrp="1"/>
          </p:cNvSpPr>
          <p:nvPr>
            <p:ph type="title"/>
          </p:nvPr>
        </p:nvSpPr>
        <p:spPr>
          <a:xfrm>
            <a:off x="636722" y="-378794"/>
            <a:ext cx="10515600" cy="1325563"/>
          </a:xfrm>
        </p:spPr>
        <p:txBody>
          <a:bodyPr/>
          <a:lstStyle/>
          <a:p>
            <a:pPr algn="ctr"/>
            <a:r>
              <a:rPr lang="en-US" b="1" dirty="0"/>
              <a:t>Assumptions</a:t>
            </a:r>
            <a:endParaRPr lang="en-IN" b="1" dirty="0"/>
          </a:p>
        </p:txBody>
      </p:sp>
      <p:graphicFrame>
        <p:nvGraphicFramePr>
          <p:cNvPr id="4" name="Table 4">
            <a:extLst>
              <a:ext uri="{FF2B5EF4-FFF2-40B4-BE49-F238E27FC236}">
                <a16:creationId xmlns:a16="http://schemas.microsoft.com/office/drawing/2014/main" id="{7E271543-6990-48A4-A1F0-D608FE76711E}"/>
              </a:ext>
            </a:extLst>
          </p:cNvPr>
          <p:cNvGraphicFramePr>
            <a:graphicFrameLocks noGrp="1"/>
          </p:cNvGraphicFramePr>
          <p:nvPr>
            <p:ph idx="1"/>
          </p:nvPr>
        </p:nvGraphicFramePr>
        <p:xfrm>
          <a:off x="838201" y="756242"/>
          <a:ext cx="10515597" cy="3606800"/>
        </p:xfrm>
        <a:graphic>
          <a:graphicData uri="http://schemas.openxmlformats.org/drawingml/2006/table">
            <a:tbl>
              <a:tblPr firstRow="1" bandRow="1">
                <a:tableStyleId>{93296810-A885-4BE3-A3E7-6D5BEEA58F35}</a:tableStyleId>
              </a:tblPr>
              <a:tblGrid>
                <a:gridCol w="3505199">
                  <a:extLst>
                    <a:ext uri="{9D8B030D-6E8A-4147-A177-3AD203B41FA5}">
                      <a16:colId xmlns:a16="http://schemas.microsoft.com/office/drawing/2014/main" val="1580650636"/>
                    </a:ext>
                  </a:extLst>
                </a:gridCol>
                <a:gridCol w="3505199">
                  <a:extLst>
                    <a:ext uri="{9D8B030D-6E8A-4147-A177-3AD203B41FA5}">
                      <a16:colId xmlns:a16="http://schemas.microsoft.com/office/drawing/2014/main" val="150241845"/>
                    </a:ext>
                  </a:extLst>
                </a:gridCol>
                <a:gridCol w="3505199">
                  <a:extLst>
                    <a:ext uri="{9D8B030D-6E8A-4147-A177-3AD203B41FA5}">
                      <a16:colId xmlns:a16="http://schemas.microsoft.com/office/drawing/2014/main" val="1300775679"/>
                    </a:ext>
                  </a:extLst>
                </a:gridCol>
              </a:tblGrid>
              <a:tr h="370840">
                <a:tc>
                  <a:txBody>
                    <a:bodyPr/>
                    <a:lstStyle/>
                    <a:p>
                      <a:r>
                        <a:rPr lang="en-US" dirty="0"/>
                        <a:t>Particulars</a:t>
                      </a:r>
                      <a:endParaRPr lang="en-IN" dirty="0"/>
                    </a:p>
                  </a:txBody>
                  <a:tcPr/>
                </a:tc>
                <a:tc>
                  <a:txBody>
                    <a:bodyPr/>
                    <a:lstStyle/>
                    <a:p>
                      <a:r>
                        <a:rPr lang="en-US" dirty="0"/>
                        <a:t>High Growth Phase</a:t>
                      </a:r>
                      <a:endParaRPr lang="en-IN" dirty="0"/>
                    </a:p>
                  </a:txBody>
                  <a:tcPr/>
                </a:tc>
                <a:tc>
                  <a:txBody>
                    <a:bodyPr/>
                    <a:lstStyle/>
                    <a:p>
                      <a:r>
                        <a:rPr lang="en-US" dirty="0"/>
                        <a:t>Stable Phase </a:t>
                      </a:r>
                      <a:endParaRPr lang="en-IN" dirty="0"/>
                    </a:p>
                  </a:txBody>
                  <a:tcPr/>
                </a:tc>
                <a:extLst>
                  <a:ext uri="{0D108BD9-81ED-4DB2-BD59-A6C34878D82A}">
                    <a16:rowId xmlns:a16="http://schemas.microsoft.com/office/drawing/2014/main" val="1998687277"/>
                  </a:ext>
                </a:extLst>
              </a:tr>
              <a:tr h="370840">
                <a:tc>
                  <a:txBody>
                    <a:bodyPr/>
                    <a:lstStyle/>
                    <a:p>
                      <a:r>
                        <a:rPr lang="en-US" dirty="0"/>
                        <a:t>DPR (in %) </a:t>
                      </a:r>
                      <a:endParaRPr lang="en-IN" dirty="0"/>
                    </a:p>
                  </a:txBody>
                  <a:tcPr/>
                </a:tc>
                <a:tc>
                  <a:txBody>
                    <a:bodyPr/>
                    <a:lstStyle/>
                    <a:p>
                      <a:r>
                        <a:rPr lang="en-US" dirty="0"/>
                        <a:t>24.39</a:t>
                      </a:r>
                      <a:endParaRPr lang="en-IN" dirty="0"/>
                    </a:p>
                  </a:txBody>
                  <a:tcPr/>
                </a:tc>
                <a:tc>
                  <a:txBody>
                    <a:bodyPr/>
                    <a:lstStyle/>
                    <a:p>
                      <a:r>
                        <a:rPr lang="en-US" dirty="0"/>
                        <a:t>70</a:t>
                      </a:r>
                      <a:endParaRPr lang="en-IN" dirty="0"/>
                    </a:p>
                  </a:txBody>
                  <a:tcPr/>
                </a:tc>
                <a:extLst>
                  <a:ext uri="{0D108BD9-81ED-4DB2-BD59-A6C34878D82A}">
                    <a16:rowId xmlns:a16="http://schemas.microsoft.com/office/drawing/2014/main" val="2313864700"/>
                  </a:ext>
                </a:extLst>
              </a:tr>
              <a:tr h="370840">
                <a:tc>
                  <a:txBody>
                    <a:bodyPr/>
                    <a:lstStyle/>
                    <a:p>
                      <a:r>
                        <a:rPr lang="en-US" dirty="0"/>
                        <a:t>ROE (in %)</a:t>
                      </a:r>
                      <a:endParaRPr lang="en-IN" dirty="0"/>
                    </a:p>
                  </a:txBody>
                  <a:tcPr/>
                </a:tc>
                <a:tc>
                  <a:txBody>
                    <a:bodyPr/>
                    <a:lstStyle/>
                    <a:p>
                      <a:r>
                        <a:rPr lang="en-US" dirty="0"/>
                        <a:t>11.28</a:t>
                      </a:r>
                      <a:endParaRPr lang="en-IN" dirty="0"/>
                    </a:p>
                  </a:txBody>
                  <a:tcPr/>
                </a:tc>
                <a:tc>
                  <a:txBody>
                    <a:bodyPr/>
                    <a:lstStyle/>
                    <a:p>
                      <a:r>
                        <a:rPr lang="en-US" dirty="0"/>
                        <a:t>10.80</a:t>
                      </a:r>
                      <a:endParaRPr lang="en-IN" dirty="0"/>
                    </a:p>
                  </a:txBody>
                  <a:tcPr/>
                </a:tc>
                <a:extLst>
                  <a:ext uri="{0D108BD9-81ED-4DB2-BD59-A6C34878D82A}">
                    <a16:rowId xmlns:a16="http://schemas.microsoft.com/office/drawing/2014/main" val="373082761"/>
                  </a:ext>
                </a:extLst>
              </a:tr>
              <a:tr h="370840">
                <a:tc>
                  <a:txBody>
                    <a:bodyPr/>
                    <a:lstStyle/>
                    <a:p>
                      <a:r>
                        <a:rPr lang="en-US" dirty="0"/>
                        <a:t>Length </a:t>
                      </a:r>
                      <a:endParaRPr lang="en-IN" dirty="0"/>
                    </a:p>
                  </a:txBody>
                  <a:tcPr/>
                </a:tc>
                <a:tc>
                  <a:txBody>
                    <a:bodyPr/>
                    <a:lstStyle/>
                    <a:p>
                      <a:r>
                        <a:rPr lang="en-US" dirty="0"/>
                        <a:t>10 years</a:t>
                      </a:r>
                      <a:endParaRPr lang="en-IN" dirty="0"/>
                    </a:p>
                  </a:txBody>
                  <a:tcPr/>
                </a:tc>
                <a:tc>
                  <a:txBody>
                    <a:bodyPr/>
                    <a:lstStyle/>
                    <a:p>
                      <a:r>
                        <a:rPr lang="en-US" dirty="0"/>
                        <a:t>After year 10</a:t>
                      </a:r>
                      <a:endParaRPr lang="en-IN" dirty="0"/>
                    </a:p>
                  </a:txBody>
                  <a:tcPr/>
                </a:tc>
                <a:extLst>
                  <a:ext uri="{0D108BD9-81ED-4DB2-BD59-A6C34878D82A}">
                    <a16:rowId xmlns:a16="http://schemas.microsoft.com/office/drawing/2014/main" val="1751431496"/>
                  </a:ext>
                </a:extLst>
              </a:tr>
              <a:tr h="370840">
                <a:tc>
                  <a:txBody>
                    <a:bodyPr/>
                    <a:lstStyle/>
                    <a:p>
                      <a:r>
                        <a:rPr lang="en-US" dirty="0"/>
                        <a:t>Beta </a:t>
                      </a:r>
                      <a:endParaRPr lang="en-IN" dirty="0"/>
                    </a:p>
                  </a:txBody>
                  <a:tcPr/>
                </a:tc>
                <a:tc>
                  <a:txBody>
                    <a:bodyPr/>
                    <a:lstStyle/>
                    <a:p>
                      <a:r>
                        <a:rPr lang="en-US" dirty="0"/>
                        <a:t>0.93  on 13 December 2025</a:t>
                      </a:r>
                      <a:endParaRPr lang="en-IN" dirty="0"/>
                    </a:p>
                  </a:txBody>
                  <a:tcPr/>
                </a:tc>
                <a:tc>
                  <a:txBody>
                    <a:bodyPr/>
                    <a:lstStyle/>
                    <a:p>
                      <a:r>
                        <a:rPr lang="en-US" dirty="0"/>
                        <a:t>0.8</a:t>
                      </a:r>
                      <a:endParaRPr lang="en-IN" dirty="0"/>
                    </a:p>
                  </a:txBody>
                  <a:tcPr/>
                </a:tc>
                <a:extLst>
                  <a:ext uri="{0D108BD9-81ED-4DB2-BD59-A6C34878D82A}">
                    <a16:rowId xmlns:a16="http://schemas.microsoft.com/office/drawing/2014/main" val="923341974"/>
                  </a:ext>
                </a:extLst>
              </a:tr>
              <a:tr h="370840">
                <a:tc>
                  <a:txBody>
                    <a:bodyPr/>
                    <a:lstStyle/>
                    <a:p>
                      <a:r>
                        <a:rPr lang="en-US" dirty="0"/>
                        <a:t>Rf (in %)</a:t>
                      </a:r>
                      <a:endParaRPr lang="en-IN" dirty="0"/>
                    </a:p>
                  </a:txBody>
                  <a:tcPr/>
                </a:tc>
                <a:tc>
                  <a:txBody>
                    <a:bodyPr/>
                    <a:lstStyle/>
                    <a:p>
                      <a:r>
                        <a:rPr lang="en-US" dirty="0"/>
                        <a:t>7.35</a:t>
                      </a:r>
                      <a:endParaRPr lang="en-IN" dirty="0"/>
                    </a:p>
                  </a:txBody>
                  <a:tcPr/>
                </a:tc>
                <a:tc>
                  <a:txBody>
                    <a:bodyPr/>
                    <a:lstStyle/>
                    <a:p>
                      <a:r>
                        <a:rPr lang="en-US" dirty="0"/>
                        <a:t>6</a:t>
                      </a:r>
                      <a:endParaRPr lang="en-IN" dirty="0"/>
                    </a:p>
                  </a:txBody>
                  <a:tcPr/>
                </a:tc>
                <a:extLst>
                  <a:ext uri="{0D108BD9-81ED-4DB2-BD59-A6C34878D82A}">
                    <a16:rowId xmlns:a16="http://schemas.microsoft.com/office/drawing/2014/main" val="139245298"/>
                  </a:ext>
                </a:extLst>
              </a:tr>
              <a:tr h="370840">
                <a:tc>
                  <a:txBody>
                    <a:bodyPr/>
                    <a:lstStyle/>
                    <a:p>
                      <a:r>
                        <a:rPr lang="en-US" dirty="0"/>
                        <a:t>MRP (in %)</a:t>
                      </a:r>
                      <a:endParaRPr lang="en-IN" dirty="0"/>
                    </a:p>
                  </a:txBody>
                  <a:tcPr/>
                </a:tc>
                <a:tc>
                  <a:txBody>
                    <a:bodyPr/>
                    <a:lstStyle/>
                    <a:p>
                      <a:r>
                        <a:rPr lang="en-US" dirty="0"/>
                        <a:t>7.46</a:t>
                      </a:r>
                      <a:endParaRPr lang="en-IN" dirty="0"/>
                    </a:p>
                  </a:txBody>
                  <a:tcPr/>
                </a:tc>
                <a:tc>
                  <a:txBody>
                    <a:bodyPr/>
                    <a:lstStyle/>
                    <a:p>
                      <a:r>
                        <a:rPr lang="en-US" dirty="0"/>
                        <a:t>6</a:t>
                      </a:r>
                      <a:endParaRPr lang="en-IN" dirty="0"/>
                    </a:p>
                  </a:txBody>
                  <a:tcPr/>
                </a:tc>
                <a:extLst>
                  <a:ext uri="{0D108BD9-81ED-4DB2-BD59-A6C34878D82A}">
                    <a16:rowId xmlns:a16="http://schemas.microsoft.com/office/drawing/2014/main" val="3724845477"/>
                  </a:ext>
                </a:extLst>
              </a:tr>
              <a:tr h="370840">
                <a:tc>
                  <a:txBody>
                    <a:bodyPr/>
                    <a:lstStyle/>
                    <a:p>
                      <a:r>
                        <a:rPr lang="en-US" b="1" dirty="0"/>
                        <a:t>Fundamental growth rate </a:t>
                      </a:r>
                    </a:p>
                    <a:p>
                      <a:r>
                        <a:rPr lang="en-US" b="1" dirty="0"/>
                        <a:t>(= ROE * {1-DPR})</a:t>
                      </a:r>
                      <a:endParaRPr lang="en-IN" b="1" dirty="0"/>
                    </a:p>
                  </a:txBody>
                  <a:tcPr/>
                </a:tc>
                <a:tc>
                  <a:txBody>
                    <a:bodyPr/>
                    <a:lstStyle/>
                    <a:p>
                      <a:r>
                        <a:rPr lang="en-US" b="1" dirty="0"/>
                        <a:t>11.28 (1-0.2439) = 8.53 %</a:t>
                      </a:r>
                      <a:endParaRPr lang="en-IN" b="1" dirty="0"/>
                    </a:p>
                  </a:txBody>
                  <a:tcPr/>
                </a:tc>
                <a:tc>
                  <a:txBody>
                    <a:bodyPr/>
                    <a:lstStyle/>
                    <a:p>
                      <a:r>
                        <a:rPr lang="en-US" b="1" dirty="0"/>
                        <a:t>10.80 (1-0.70) = 3.24 %</a:t>
                      </a:r>
                      <a:endParaRPr lang="en-IN" b="1" dirty="0"/>
                    </a:p>
                  </a:txBody>
                  <a:tcPr/>
                </a:tc>
                <a:extLst>
                  <a:ext uri="{0D108BD9-81ED-4DB2-BD59-A6C34878D82A}">
                    <a16:rowId xmlns:a16="http://schemas.microsoft.com/office/drawing/2014/main" val="3479757513"/>
                  </a:ext>
                </a:extLst>
              </a:tr>
              <a:tr h="370840">
                <a:tc>
                  <a:txBody>
                    <a:bodyPr/>
                    <a:lstStyle/>
                    <a:p>
                      <a:r>
                        <a:rPr lang="en-US" b="1" dirty="0"/>
                        <a:t>Cost of Equity </a:t>
                      </a:r>
                      <a:endParaRPr lang="en-IN" b="1" dirty="0"/>
                    </a:p>
                  </a:txBody>
                  <a:tcPr/>
                </a:tc>
                <a:tc>
                  <a:txBody>
                    <a:bodyPr/>
                    <a:lstStyle/>
                    <a:p>
                      <a:r>
                        <a:rPr lang="en-US" b="1" dirty="0"/>
                        <a:t>7.35 %+ (0.93*7.46 %) = 14.29 %</a:t>
                      </a:r>
                      <a:endParaRPr lang="en-IN" b="1" dirty="0"/>
                    </a:p>
                  </a:txBody>
                  <a:tcPr/>
                </a:tc>
                <a:tc>
                  <a:txBody>
                    <a:bodyPr/>
                    <a:lstStyle/>
                    <a:p>
                      <a:r>
                        <a:rPr lang="en-US" b="1" dirty="0"/>
                        <a:t>6+ (0.8*6%) = 10.80%</a:t>
                      </a:r>
                      <a:endParaRPr lang="en-IN" b="1" dirty="0"/>
                    </a:p>
                  </a:txBody>
                  <a:tcPr/>
                </a:tc>
                <a:extLst>
                  <a:ext uri="{0D108BD9-81ED-4DB2-BD59-A6C34878D82A}">
                    <a16:rowId xmlns:a16="http://schemas.microsoft.com/office/drawing/2014/main" val="3744314671"/>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388C0C83-64EF-F8FC-F451-6D9658DAFD19}"/>
                  </a:ext>
                </a:extLst>
              </p14:cNvPr>
              <p14:cNvContentPartPr/>
              <p14:nvPr/>
            </p14:nvContentPartPr>
            <p14:xfrm>
              <a:off x="367920" y="381600"/>
              <a:ext cx="11598480" cy="6498360"/>
            </p14:xfrm>
          </p:contentPart>
        </mc:Choice>
        <mc:Fallback xmlns="">
          <p:pic>
            <p:nvPicPr>
              <p:cNvPr id="3" name="Ink 2">
                <a:extLst>
                  <a:ext uri="{FF2B5EF4-FFF2-40B4-BE49-F238E27FC236}">
                    <a16:creationId xmlns:a16="http://schemas.microsoft.com/office/drawing/2014/main" id="{388C0C83-64EF-F8FC-F451-6D9658DAFD19}"/>
                  </a:ext>
                </a:extLst>
              </p:cNvPr>
              <p:cNvPicPr/>
              <p:nvPr/>
            </p:nvPicPr>
            <p:blipFill>
              <a:blip r:embed="rId4"/>
              <a:stretch>
                <a:fillRect/>
              </a:stretch>
            </p:blipFill>
            <p:spPr>
              <a:xfrm>
                <a:off x="358560" y="372240"/>
                <a:ext cx="11617200" cy="6517080"/>
              </a:xfrm>
              <a:prstGeom prst="rect">
                <a:avLst/>
              </a:prstGeom>
            </p:spPr>
          </p:pic>
        </mc:Fallback>
      </mc:AlternateContent>
    </p:spTree>
    <p:extLst>
      <p:ext uri="{BB962C8B-B14F-4D97-AF65-F5344CB8AC3E}">
        <p14:creationId xmlns:p14="http://schemas.microsoft.com/office/powerpoint/2010/main" val="4058455125"/>
      </p:ext>
    </p:extLst>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6F3D3-9367-4EF1-AB38-C50D606501DD}"/>
              </a:ext>
            </a:extLst>
          </p:cNvPr>
          <p:cNvSpPr>
            <a:spLocks noGrp="1"/>
          </p:cNvSpPr>
          <p:nvPr>
            <p:ph type="title"/>
          </p:nvPr>
        </p:nvSpPr>
        <p:spPr/>
        <p:txBody>
          <a:bodyPr/>
          <a:lstStyle/>
          <a:p>
            <a:pPr algn="ctr"/>
            <a:r>
              <a:rPr lang="en-US" b="1" dirty="0"/>
              <a:t> PE for a High Growth Firm </a:t>
            </a:r>
            <a:endParaRPr lang="en-IN" b="1" dirty="0"/>
          </a:p>
        </p:txBody>
      </p:sp>
      <p:sp>
        <p:nvSpPr>
          <p:cNvPr id="3" name="Content Placeholder 2">
            <a:extLst>
              <a:ext uri="{FF2B5EF4-FFF2-40B4-BE49-F238E27FC236}">
                <a16:creationId xmlns:a16="http://schemas.microsoft.com/office/drawing/2014/main" id="{398663B2-1B0B-457F-A5FD-E3474B46F7C3}"/>
              </a:ext>
            </a:extLst>
          </p:cNvPr>
          <p:cNvSpPr>
            <a:spLocks noGrp="1"/>
          </p:cNvSpPr>
          <p:nvPr>
            <p:ph idx="1"/>
          </p:nvPr>
        </p:nvSpPr>
        <p:spPr/>
        <p:txBody>
          <a:bodyPr>
            <a:normAutofit fontScale="92500" lnSpcReduction="20000"/>
          </a:bodyPr>
          <a:lstStyle/>
          <a:p>
            <a:r>
              <a:rPr lang="en-US" b="1" dirty="0"/>
              <a:t>Two stage model</a:t>
            </a:r>
          </a:p>
          <a:p>
            <a:pPr marL="514350" indent="-514350">
              <a:buAutoNum type="arabicPeriod"/>
            </a:pPr>
            <a:r>
              <a:rPr lang="en-US" b="1" u="sng" dirty="0"/>
              <a:t>High growth stage or Phase</a:t>
            </a:r>
          </a:p>
          <a:p>
            <a:pPr marL="0" indent="0">
              <a:buNone/>
            </a:pPr>
            <a:r>
              <a:rPr lang="en-US" dirty="0"/>
              <a:t> = DPR hg *(1+ g hg) *( 1- [ {1+g hg}^n / {1+ COE hg }^n])   </a:t>
            </a:r>
          </a:p>
          <a:p>
            <a:pPr marL="0" indent="0">
              <a:buNone/>
            </a:pPr>
            <a:r>
              <a:rPr lang="en-US" dirty="0"/>
              <a:t>     -----------------------------------------------------------------</a:t>
            </a:r>
          </a:p>
          <a:p>
            <a:pPr marL="0" indent="0">
              <a:buNone/>
            </a:pPr>
            <a:r>
              <a:rPr lang="en-US" dirty="0"/>
              <a:t>                          COE hg – g hg</a:t>
            </a:r>
          </a:p>
          <a:p>
            <a:pPr marL="0" indent="0">
              <a:buNone/>
            </a:pPr>
            <a:r>
              <a:rPr lang="en-US" b="1" u="sng" dirty="0"/>
              <a:t>2. Stable stage or Phase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DPR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 g hg)^n * (1+g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COE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g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(1+ COE  hg)^n</a:t>
            </a:r>
          </a:p>
          <a:p>
            <a:pPr marL="0" indent="0">
              <a:buNone/>
            </a:pPr>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0744AC8C-85A7-0E9E-8094-0FD06B222C24}"/>
                  </a:ext>
                </a:extLst>
              </p14:cNvPr>
              <p14:cNvContentPartPr/>
              <p14:nvPr/>
            </p14:nvContentPartPr>
            <p14:xfrm>
              <a:off x="7392960" y="2217600"/>
              <a:ext cx="4723920" cy="4617000"/>
            </p14:xfrm>
          </p:contentPart>
        </mc:Choice>
        <mc:Fallback xmlns="">
          <p:pic>
            <p:nvPicPr>
              <p:cNvPr id="4" name="Ink 3">
                <a:extLst>
                  <a:ext uri="{FF2B5EF4-FFF2-40B4-BE49-F238E27FC236}">
                    <a16:creationId xmlns:a16="http://schemas.microsoft.com/office/drawing/2014/main" id="{0744AC8C-85A7-0E9E-8094-0FD06B222C24}"/>
                  </a:ext>
                </a:extLst>
              </p:cNvPr>
              <p:cNvPicPr/>
              <p:nvPr/>
            </p:nvPicPr>
            <p:blipFill>
              <a:blip r:embed="rId3"/>
              <a:stretch>
                <a:fillRect/>
              </a:stretch>
            </p:blipFill>
            <p:spPr>
              <a:xfrm>
                <a:off x="7383600" y="2208240"/>
                <a:ext cx="4742640" cy="4635720"/>
              </a:xfrm>
              <a:prstGeom prst="rect">
                <a:avLst/>
              </a:prstGeom>
            </p:spPr>
          </p:pic>
        </mc:Fallback>
      </mc:AlternateContent>
    </p:spTree>
    <p:extLst>
      <p:ext uri="{BB962C8B-B14F-4D97-AF65-F5344CB8AC3E}">
        <p14:creationId xmlns:p14="http://schemas.microsoft.com/office/powerpoint/2010/main" val="3899392542"/>
      </p:ext>
    </p:extLst>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2428A-0E81-4CF1-ABED-509F7B988FF4}"/>
              </a:ext>
            </a:extLst>
          </p:cNvPr>
          <p:cNvSpPr>
            <a:spLocks noGrp="1"/>
          </p:cNvSpPr>
          <p:nvPr>
            <p:ph type="title"/>
          </p:nvPr>
        </p:nvSpPr>
        <p:spPr>
          <a:xfrm>
            <a:off x="621224" y="-363296"/>
            <a:ext cx="10515600" cy="1325563"/>
          </a:xfrm>
        </p:spPr>
        <p:txBody>
          <a:bodyPr/>
          <a:lstStyle/>
          <a:p>
            <a:pPr algn="ctr"/>
            <a:r>
              <a:rPr lang="en-US" b="1" dirty="0"/>
              <a:t>PE for UTCL ( 2 stage model)</a:t>
            </a:r>
            <a:endParaRPr lang="en-IN" b="1" dirty="0"/>
          </a:p>
        </p:txBody>
      </p:sp>
      <p:sp>
        <p:nvSpPr>
          <p:cNvPr id="3" name="Content Placeholder 2">
            <a:extLst>
              <a:ext uri="{FF2B5EF4-FFF2-40B4-BE49-F238E27FC236}">
                <a16:creationId xmlns:a16="http://schemas.microsoft.com/office/drawing/2014/main" id="{BFE189EB-E66C-4F45-96F7-1AA1D3B6B963}"/>
              </a:ext>
            </a:extLst>
          </p:cNvPr>
          <p:cNvSpPr>
            <a:spLocks noGrp="1"/>
          </p:cNvSpPr>
          <p:nvPr>
            <p:ph idx="1"/>
          </p:nvPr>
        </p:nvSpPr>
        <p:spPr>
          <a:xfrm>
            <a:off x="621224" y="1253331"/>
            <a:ext cx="10515600" cy="4351338"/>
          </a:xfrm>
        </p:spPr>
        <p:txBody>
          <a:bodyPr>
            <a:normAutofit fontScale="70000" lnSpcReduction="20000"/>
          </a:bodyPr>
          <a:lstStyle/>
          <a:p>
            <a:pPr marL="0" indent="0">
              <a:buNone/>
            </a:pPr>
            <a:r>
              <a:rPr lang="en-US" dirty="0"/>
              <a:t>= 0.2439 (1.0853) [ 1- {(1.0853)^10/ (1.1429)^10 }]  /   (0.1429- 0.0853)</a:t>
            </a:r>
          </a:p>
          <a:p>
            <a:pPr marL="0" indent="0">
              <a:buNone/>
            </a:pPr>
            <a:endParaRPr lang="en-US" dirty="0"/>
          </a:p>
          <a:p>
            <a:pPr marL="0" indent="0">
              <a:buNone/>
            </a:pPr>
            <a:r>
              <a:rPr lang="en-US" dirty="0"/>
              <a:t>                          +</a:t>
            </a:r>
          </a:p>
          <a:p>
            <a:pPr marL="0" indent="0">
              <a:buNone/>
            </a:pPr>
            <a:r>
              <a:rPr lang="en-US" dirty="0"/>
              <a:t>0.70 (1.0324) (1.0853)^10  /  (0.1080-0.0324) (1.1429)^10</a:t>
            </a:r>
          </a:p>
          <a:p>
            <a:pPr marL="0" indent="0">
              <a:buNone/>
            </a:pPr>
            <a:endParaRPr lang="en-US" dirty="0"/>
          </a:p>
          <a:p>
            <a:pPr marL="0" indent="0">
              <a:buNone/>
            </a:pPr>
            <a:r>
              <a:rPr lang="en-US" dirty="0"/>
              <a:t>= {0.2647[1- (2.2672/ 3.8026)] / 0.0576} + {0.70 (1.0324) (2.2672) / (0.0756*3.8026}</a:t>
            </a:r>
          </a:p>
          <a:p>
            <a:pPr marL="0" indent="0">
              <a:buNone/>
            </a:pPr>
            <a:endParaRPr lang="en-US" dirty="0"/>
          </a:p>
          <a:p>
            <a:pPr marL="0" indent="0">
              <a:buNone/>
            </a:pPr>
            <a:r>
              <a:rPr lang="en-US" dirty="0"/>
              <a:t>= 1.8557 + 5.6990 = </a:t>
            </a:r>
            <a:r>
              <a:rPr lang="en-US" b="1" dirty="0"/>
              <a:t>7.5547 times</a:t>
            </a:r>
          </a:p>
          <a:p>
            <a:pPr marL="0" indent="0">
              <a:buNone/>
            </a:pPr>
            <a:r>
              <a:rPr lang="en-US" b="1" dirty="0"/>
              <a:t>Predicted Price </a:t>
            </a:r>
            <a:r>
              <a:rPr lang="en-US" dirty="0"/>
              <a:t>= 7.55* INR 205.30 = </a:t>
            </a:r>
            <a:r>
              <a:rPr lang="en-US" b="1" dirty="0"/>
              <a:t>INR 1550.02 </a:t>
            </a:r>
            <a:r>
              <a:rPr lang="en-US" dirty="0"/>
              <a:t>on 31-03-2025</a:t>
            </a:r>
          </a:p>
          <a:p>
            <a:pPr marL="0" indent="0">
              <a:buNone/>
            </a:pPr>
            <a:r>
              <a:rPr lang="en-US" b="1" dirty="0"/>
              <a:t>Predicted price on 13 , December 2025 = 1550.02  ( 1+ 0.1429/360 * 253= 1.10)</a:t>
            </a:r>
            <a:r>
              <a:rPr lang="en-US" dirty="0"/>
              <a:t> </a:t>
            </a:r>
            <a:r>
              <a:rPr lang="en-US" b="1" dirty="0">
                <a:highlight>
                  <a:srgbClr val="FFFF00"/>
                </a:highlight>
              </a:rPr>
              <a:t>= INR 1705.02</a:t>
            </a:r>
          </a:p>
          <a:p>
            <a:pPr marL="0" indent="0">
              <a:buNone/>
            </a:pPr>
            <a:r>
              <a:rPr lang="en-US" b="1" u="sng" dirty="0"/>
              <a:t>CMP at </a:t>
            </a:r>
            <a:r>
              <a:rPr lang="en-US" b="1" dirty="0">
                <a:highlight>
                  <a:srgbClr val="FFFF00"/>
                </a:highlight>
              </a:rPr>
              <a:t>INR 11723</a:t>
            </a:r>
            <a:r>
              <a:rPr lang="en-US" b="1" dirty="0"/>
              <a:t>( 13 December 2025)</a:t>
            </a:r>
          </a:p>
          <a:p>
            <a:pPr marL="0" indent="0">
              <a:buNone/>
            </a:pPr>
            <a:r>
              <a:rPr lang="en-US" u="sng" dirty="0"/>
              <a:t>52 w LH </a:t>
            </a:r>
            <a:r>
              <a:rPr lang="en-US" b="1" dirty="0"/>
              <a:t>: 10047.85 </a:t>
            </a:r>
            <a:r>
              <a:rPr lang="en-US" dirty="0"/>
              <a:t>to </a:t>
            </a:r>
            <a:r>
              <a:rPr lang="en-US" b="1" dirty="0"/>
              <a:t>13097  </a:t>
            </a:r>
            <a:r>
              <a:rPr lang="en-US" dirty="0"/>
              <a:t>                                   </a:t>
            </a:r>
            <a:r>
              <a:rPr lang="en-US" b="1" dirty="0">
                <a:highlight>
                  <a:srgbClr val="FFFF00"/>
                </a:highlight>
              </a:rPr>
              <a:t>Highly Overvalued </a:t>
            </a:r>
            <a:endParaRPr lang="en-IN" b="1" dirty="0">
              <a:highlight>
                <a:srgbClr val="FFFF00"/>
              </a:highlight>
            </a:endParaRP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F5838FD-5E35-EAD9-AA78-D77ED1CF521D}"/>
                  </a:ext>
                </a:extLst>
              </p14:cNvPr>
              <p14:cNvContentPartPr/>
              <p14:nvPr/>
            </p14:nvContentPartPr>
            <p14:xfrm>
              <a:off x="9523080" y="4620600"/>
              <a:ext cx="1852920" cy="191160"/>
            </p14:xfrm>
          </p:contentPart>
        </mc:Choice>
        <mc:Fallback xmlns="">
          <p:pic>
            <p:nvPicPr>
              <p:cNvPr id="4" name="Ink 3">
                <a:extLst>
                  <a:ext uri="{FF2B5EF4-FFF2-40B4-BE49-F238E27FC236}">
                    <a16:creationId xmlns:a16="http://schemas.microsoft.com/office/drawing/2014/main" id="{1F5838FD-5E35-EAD9-AA78-D77ED1CF521D}"/>
                  </a:ext>
                </a:extLst>
              </p:cNvPr>
              <p:cNvPicPr/>
              <p:nvPr/>
            </p:nvPicPr>
            <p:blipFill>
              <a:blip r:embed="rId3"/>
              <a:stretch>
                <a:fillRect/>
              </a:stretch>
            </p:blipFill>
            <p:spPr>
              <a:xfrm>
                <a:off x="9513720" y="4611240"/>
                <a:ext cx="1871640" cy="209880"/>
              </a:xfrm>
              <a:prstGeom prst="rect">
                <a:avLst/>
              </a:prstGeom>
            </p:spPr>
          </p:pic>
        </mc:Fallback>
      </mc:AlternateContent>
    </p:spTree>
    <p:extLst>
      <p:ext uri="{BB962C8B-B14F-4D97-AF65-F5344CB8AC3E}">
        <p14:creationId xmlns:p14="http://schemas.microsoft.com/office/powerpoint/2010/main" val="2288659933"/>
      </p:ext>
    </p:extLst>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65C47-F3C5-40BB-921B-4FCEF2345956}"/>
              </a:ext>
            </a:extLst>
          </p:cNvPr>
          <p:cNvSpPr>
            <a:spLocks noGrp="1"/>
          </p:cNvSpPr>
          <p:nvPr>
            <p:ph type="title"/>
          </p:nvPr>
        </p:nvSpPr>
        <p:spPr/>
        <p:txBody>
          <a:bodyPr/>
          <a:lstStyle/>
          <a:p>
            <a:r>
              <a:rPr lang="en-IN" dirty="0"/>
              <a:t>Let us have revised assumptions- </a:t>
            </a:r>
            <a:r>
              <a:rPr lang="en-IN" b="1" dirty="0"/>
              <a:t>UTCL</a:t>
            </a:r>
          </a:p>
        </p:txBody>
      </p:sp>
      <p:sp>
        <p:nvSpPr>
          <p:cNvPr id="3" name="Content Placeholder 2">
            <a:extLst>
              <a:ext uri="{FF2B5EF4-FFF2-40B4-BE49-F238E27FC236}">
                <a16:creationId xmlns:a16="http://schemas.microsoft.com/office/drawing/2014/main" id="{EB2728A1-8948-40B3-8951-A7413379C577}"/>
              </a:ext>
            </a:extLst>
          </p:cNvPr>
          <p:cNvSpPr>
            <a:spLocks noGrp="1"/>
          </p:cNvSpPr>
          <p:nvPr>
            <p:ph idx="1"/>
          </p:nvPr>
        </p:nvSpPr>
        <p:spPr/>
        <p:txBody>
          <a:bodyPr/>
          <a:lstStyle/>
          <a:p>
            <a:endParaRPr lang="en-IN" dirty="0"/>
          </a:p>
        </p:txBody>
      </p:sp>
      <p:graphicFrame>
        <p:nvGraphicFramePr>
          <p:cNvPr id="5" name="Table 4">
            <a:extLst>
              <a:ext uri="{FF2B5EF4-FFF2-40B4-BE49-F238E27FC236}">
                <a16:creationId xmlns:a16="http://schemas.microsoft.com/office/drawing/2014/main" id="{73430D8F-0AF5-425A-B458-78DE96F221DC}"/>
              </a:ext>
            </a:extLst>
          </p:cNvPr>
          <p:cNvGraphicFramePr>
            <a:graphicFrameLocks/>
          </p:cNvGraphicFramePr>
          <p:nvPr/>
        </p:nvGraphicFramePr>
        <p:xfrm>
          <a:off x="500576" y="1966063"/>
          <a:ext cx="10515597" cy="3606800"/>
        </p:xfrm>
        <a:graphic>
          <a:graphicData uri="http://schemas.openxmlformats.org/drawingml/2006/table">
            <a:tbl>
              <a:tblPr firstRow="1" bandRow="1">
                <a:tableStyleId>{93296810-A885-4BE3-A3E7-6D5BEEA58F35}</a:tableStyleId>
              </a:tblPr>
              <a:tblGrid>
                <a:gridCol w="3505199">
                  <a:extLst>
                    <a:ext uri="{9D8B030D-6E8A-4147-A177-3AD203B41FA5}">
                      <a16:colId xmlns:a16="http://schemas.microsoft.com/office/drawing/2014/main" val="1580650636"/>
                    </a:ext>
                  </a:extLst>
                </a:gridCol>
                <a:gridCol w="3505199">
                  <a:extLst>
                    <a:ext uri="{9D8B030D-6E8A-4147-A177-3AD203B41FA5}">
                      <a16:colId xmlns:a16="http://schemas.microsoft.com/office/drawing/2014/main" val="150241845"/>
                    </a:ext>
                  </a:extLst>
                </a:gridCol>
                <a:gridCol w="3505199">
                  <a:extLst>
                    <a:ext uri="{9D8B030D-6E8A-4147-A177-3AD203B41FA5}">
                      <a16:colId xmlns:a16="http://schemas.microsoft.com/office/drawing/2014/main" val="1300775679"/>
                    </a:ext>
                  </a:extLst>
                </a:gridCol>
              </a:tblGrid>
              <a:tr h="370840">
                <a:tc>
                  <a:txBody>
                    <a:bodyPr/>
                    <a:lstStyle/>
                    <a:p>
                      <a:r>
                        <a:rPr lang="en-US" dirty="0"/>
                        <a:t>Particulars</a:t>
                      </a:r>
                      <a:endParaRPr lang="en-IN" dirty="0"/>
                    </a:p>
                  </a:txBody>
                  <a:tcPr/>
                </a:tc>
                <a:tc>
                  <a:txBody>
                    <a:bodyPr/>
                    <a:lstStyle/>
                    <a:p>
                      <a:r>
                        <a:rPr lang="en-US" dirty="0"/>
                        <a:t>High Growth Phase</a:t>
                      </a:r>
                      <a:endParaRPr lang="en-IN" dirty="0"/>
                    </a:p>
                  </a:txBody>
                  <a:tcPr/>
                </a:tc>
                <a:tc>
                  <a:txBody>
                    <a:bodyPr/>
                    <a:lstStyle/>
                    <a:p>
                      <a:r>
                        <a:rPr lang="en-US" dirty="0"/>
                        <a:t>Stable Phase </a:t>
                      </a:r>
                      <a:endParaRPr lang="en-IN" dirty="0"/>
                    </a:p>
                  </a:txBody>
                  <a:tcPr/>
                </a:tc>
                <a:extLst>
                  <a:ext uri="{0D108BD9-81ED-4DB2-BD59-A6C34878D82A}">
                    <a16:rowId xmlns:a16="http://schemas.microsoft.com/office/drawing/2014/main" val="1998687277"/>
                  </a:ext>
                </a:extLst>
              </a:tr>
              <a:tr h="370840">
                <a:tc>
                  <a:txBody>
                    <a:bodyPr/>
                    <a:lstStyle/>
                    <a:p>
                      <a:r>
                        <a:rPr lang="en-US" dirty="0"/>
                        <a:t>DPR (in %) </a:t>
                      </a:r>
                      <a:endParaRPr lang="en-IN" dirty="0"/>
                    </a:p>
                  </a:txBody>
                  <a:tcPr/>
                </a:tc>
                <a:tc>
                  <a:txBody>
                    <a:bodyPr/>
                    <a:lstStyle/>
                    <a:p>
                      <a:r>
                        <a:rPr lang="en-US" dirty="0"/>
                        <a:t>24.39</a:t>
                      </a:r>
                      <a:endParaRPr lang="en-IN" dirty="0"/>
                    </a:p>
                  </a:txBody>
                  <a:tcPr/>
                </a:tc>
                <a:tc>
                  <a:txBody>
                    <a:bodyPr/>
                    <a:lstStyle/>
                    <a:p>
                      <a:r>
                        <a:rPr lang="en-US" dirty="0"/>
                        <a:t>70</a:t>
                      </a:r>
                      <a:endParaRPr lang="en-IN" dirty="0"/>
                    </a:p>
                  </a:txBody>
                  <a:tcPr/>
                </a:tc>
                <a:extLst>
                  <a:ext uri="{0D108BD9-81ED-4DB2-BD59-A6C34878D82A}">
                    <a16:rowId xmlns:a16="http://schemas.microsoft.com/office/drawing/2014/main" val="2313864700"/>
                  </a:ext>
                </a:extLst>
              </a:tr>
              <a:tr h="370840">
                <a:tc>
                  <a:txBody>
                    <a:bodyPr/>
                    <a:lstStyle/>
                    <a:p>
                      <a:r>
                        <a:rPr lang="en-US" dirty="0"/>
                        <a:t>ROE (in %)</a:t>
                      </a:r>
                      <a:endParaRPr lang="en-IN" dirty="0"/>
                    </a:p>
                  </a:txBody>
                  <a:tcPr/>
                </a:tc>
                <a:tc>
                  <a:txBody>
                    <a:bodyPr/>
                    <a:lstStyle/>
                    <a:p>
                      <a:r>
                        <a:rPr lang="en-US" dirty="0"/>
                        <a:t>11.28</a:t>
                      </a:r>
                      <a:endParaRPr lang="en-IN" dirty="0"/>
                    </a:p>
                  </a:txBody>
                  <a:tcPr/>
                </a:tc>
                <a:tc>
                  <a:txBody>
                    <a:bodyPr/>
                    <a:lstStyle/>
                    <a:p>
                      <a:r>
                        <a:rPr lang="en-IN" dirty="0">
                          <a:highlight>
                            <a:srgbClr val="FFFF00"/>
                          </a:highlight>
                        </a:rPr>
                        <a:t>12</a:t>
                      </a:r>
                    </a:p>
                  </a:txBody>
                  <a:tcPr/>
                </a:tc>
                <a:extLst>
                  <a:ext uri="{0D108BD9-81ED-4DB2-BD59-A6C34878D82A}">
                    <a16:rowId xmlns:a16="http://schemas.microsoft.com/office/drawing/2014/main" val="373082761"/>
                  </a:ext>
                </a:extLst>
              </a:tr>
              <a:tr h="370840">
                <a:tc>
                  <a:txBody>
                    <a:bodyPr/>
                    <a:lstStyle/>
                    <a:p>
                      <a:r>
                        <a:rPr lang="en-US" dirty="0"/>
                        <a:t>Length </a:t>
                      </a:r>
                      <a:endParaRPr lang="en-IN" dirty="0"/>
                    </a:p>
                  </a:txBody>
                  <a:tcPr/>
                </a:tc>
                <a:tc>
                  <a:txBody>
                    <a:bodyPr/>
                    <a:lstStyle/>
                    <a:p>
                      <a:r>
                        <a:rPr lang="en-US" dirty="0">
                          <a:highlight>
                            <a:srgbClr val="FFFF00"/>
                          </a:highlight>
                        </a:rPr>
                        <a:t>15 years</a:t>
                      </a:r>
                      <a:endParaRPr lang="en-IN" dirty="0">
                        <a:highlight>
                          <a:srgbClr val="FFFF00"/>
                        </a:highlight>
                      </a:endParaRPr>
                    </a:p>
                  </a:txBody>
                  <a:tcPr/>
                </a:tc>
                <a:tc>
                  <a:txBody>
                    <a:bodyPr/>
                    <a:lstStyle/>
                    <a:p>
                      <a:r>
                        <a:rPr lang="en-US" dirty="0"/>
                        <a:t>After year 15</a:t>
                      </a:r>
                      <a:endParaRPr lang="en-IN" dirty="0"/>
                    </a:p>
                  </a:txBody>
                  <a:tcPr/>
                </a:tc>
                <a:extLst>
                  <a:ext uri="{0D108BD9-81ED-4DB2-BD59-A6C34878D82A}">
                    <a16:rowId xmlns:a16="http://schemas.microsoft.com/office/drawing/2014/main" val="1751431496"/>
                  </a:ext>
                </a:extLst>
              </a:tr>
              <a:tr h="370840">
                <a:tc>
                  <a:txBody>
                    <a:bodyPr/>
                    <a:lstStyle/>
                    <a:p>
                      <a:r>
                        <a:rPr lang="en-US" dirty="0"/>
                        <a:t>Beta </a:t>
                      </a:r>
                      <a:endParaRPr lang="en-IN" dirty="0"/>
                    </a:p>
                  </a:txBody>
                  <a:tcPr/>
                </a:tc>
                <a:tc>
                  <a:txBody>
                    <a:bodyPr/>
                    <a:lstStyle/>
                    <a:p>
                      <a:r>
                        <a:rPr lang="en-US" dirty="0"/>
                        <a:t>0.93  on 13 December 2025</a:t>
                      </a:r>
                      <a:endParaRPr lang="en-IN" dirty="0"/>
                    </a:p>
                  </a:txBody>
                  <a:tcPr/>
                </a:tc>
                <a:tc>
                  <a:txBody>
                    <a:bodyPr/>
                    <a:lstStyle/>
                    <a:p>
                      <a:r>
                        <a:rPr lang="en-US" dirty="0"/>
                        <a:t>0.8</a:t>
                      </a:r>
                      <a:endParaRPr lang="en-IN" dirty="0"/>
                    </a:p>
                  </a:txBody>
                  <a:tcPr/>
                </a:tc>
                <a:extLst>
                  <a:ext uri="{0D108BD9-81ED-4DB2-BD59-A6C34878D82A}">
                    <a16:rowId xmlns:a16="http://schemas.microsoft.com/office/drawing/2014/main" val="923341974"/>
                  </a:ext>
                </a:extLst>
              </a:tr>
              <a:tr h="370840">
                <a:tc>
                  <a:txBody>
                    <a:bodyPr/>
                    <a:lstStyle/>
                    <a:p>
                      <a:r>
                        <a:rPr lang="en-US" dirty="0"/>
                        <a:t>Rf (in %)</a:t>
                      </a:r>
                      <a:endParaRPr lang="en-IN" dirty="0"/>
                    </a:p>
                  </a:txBody>
                  <a:tcPr/>
                </a:tc>
                <a:tc>
                  <a:txBody>
                    <a:bodyPr/>
                    <a:lstStyle/>
                    <a:p>
                      <a:r>
                        <a:rPr lang="en-US" dirty="0"/>
                        <a:t>7.35</a:t>
                      </a:r>
                      <a:endParaRPr lang="en-IN" dirty="0"/>
                    </a:p>
                  </a:txBody>
                  <a:tcPr/>
                </a:tc>
                <a:tc>
                  <a:txBody>
                    <a:bodyPr/>
                    <a:lstStyle/>
                    <a:p>
                      <a:r>
                        <a:rPr lang="en-US" dirty="0"/>
                        <a:t>6</a:t>
                      </a:r>
                      <a:endParaRPr lang="en-IN" dirty="0"/>
                    </a:p>
                  </a:txBody>
                  <a:tcPr/>
                </a:tc>
                <a:extLst>
                  <a:ext uri="{0D108BD9-81ED-4DB2-BD59-A6C34878D82A}">
                    <a16:rowId xmlns:a16="http://schemas.microsoft.com/office/drawing/2014/main" val="139245298"/>
                  </a:ext>
                </a:extLst>
              </a:tr>
              <a:tr h="370840">
                <a:tc>
                  <a:txBody>
                    <a:bodyPr/>
                    <a:lstStyle/>
                    <a:p>
                      <a:r>
                        <a:rPr lang="en-US" dirty="0"/>
                        <a:t>MRP (in %)</a:t>
                      </a:r>
                      <a:endParaRPr lang="en-IN" dirty="0"/>
                    </a:p>
                  </a:txBody>
                  <a:tcPr/>
                </a:tc>
                <a:tc>
                  <a:txBody>
                    <a:bodyPr/>
                    <a:lstStyle/>
                    <a:p>
                      <a:r>
                        <a:rPr lang="en-US" dirty="0"/>
                        <a:t>7.46</a:t>
                      </a:r>
                      <a:endParaRPr lang="en-IN" dirty="0"/>
                    </a:p>
                  </a:txBody>
                  <a:tcPr/>
                </a:tc>
                <a:tc>
                  <a:txBody>
                    <a:bodyPr/>
                    <a:lstStyle/>
                    <a:p>
                      <a:r>
                        <a:rPr lang="en-US" dirty="0"/>
                        <a:t>6</a:t>
                      </a:r>
                      <a:endParaRPr lang="en-IN" dirty="0"/>
                    </a:p>
                  </a:txBody>
                  <a:tcPr/>
                </a:tc>
                <a:extLst>
                  <a:ext uri="{0D108BD9-81ED-4DB2-BD59-A6C34878D82A}">
                    <a16:rowId xmlns:a16="http://schemas.microsoft.com/office/drawing/2014/main" val="3724845477"/>
                  </a:ext>
                </a:extLst>
              </a:tr>
              <a:tr h="370840">
                <a:tc>
                  <a:txBody>
                    <a:bodyPr/>
                    <a:lstStyle/>
                    <a:p>
                      <a:r>
                        <a:rPr lang="en-US" b="1" dirty="0"/>
                        <a:t>Fundamental growth rate </a:t>
                      </a:r>
                    </a:p>
                    <a:p>
                      <a:r>
                        <a:rPr lang="en-US" b="1" dirty="0"/>
                        <a:t>(= ROE * {1-DPR})</a:t>
                      </a:r>
                      <a:endParaRPr lang="en-IN" b="1" dirty="0"/>
                    </a:p>
                  </a:txBody>
                  <a:tcPr/>
                </a:tc>
                <a:tc>
                  <a:txBody>
                    <a:bodyPr/>
                    <a:lstStyle/>
                    <a:p>
                      <a:r>
                        <a:rPr lang="en-US" b="1" dirty="0"/>
                        <a:t>11.28 (1-0.2439) = 8.53 %</a:t>
                      </a:r>
                      <a:endParaRPr lang="en-IN" b="1" dirty="0"/>
                    </a:p>
                  </a:txBody>
                  <a:tcPr/>
                </a:tc>
                <a:tc>
                  <a:txBody>
                    <a:bodyPr/>
                    <a:lstStyle/>
                    <a:p>
                      <a:r>
                        <a:rPr lang="en-US" b="1" dirty="0">
                          <a:highlight>
                            <a:srgbClr val="FFFF00"/>
                          </a:highlight>
                        </a:rPr>
                        <a:t>12 (1-0.70) = 3.60 %</a:t>
                      </a:r>
                      <a:endParaRPr lang="en-IN" b="1" dirty="0">
                        <a:highlight>
                          <a:srgbClr val="FFFF00"/>
                        </a:highlight>
                      </a:endParaRPr>
                    </a:p>
                  </a:txBody>
                  <a:tcPr/>
                </a:tc>
                <a:extLst>
                  <a:ext uri="{0D108BD9-81ED-4DB2-BD59-A6C34878D82A}">
                    <a16:rowId xmlns:a16="http://schemas.microsoft.com/office/drawing/2014/main" val="3479757513"/>
                  </a:ext>
                </a:extLst>
              </a:tr>
              <a:tr h="370840">
                <a:tc>
                  <a:txBody>
                    <a:bodyPr/>
                    <a:lstStyle/>
                    <a:p>
                      <a:r>
                        <a:rPr lang="en-US" b="1" dirty="0"/>
                        <a:t>Cost of Equity </a:t>
                      </a:r>
                      <a:endParaRPr lang="en-IN" b="1" dirty="0"/>
                    </a:p>
                  </a:txBody>
                  <a:tcPr/>
                </a:tc>
                <a:tc>
                  <a:txBody>
                    <a:bodyPr/>
                    <a:lstStyle/>
                    <a:p>
                      <a:r>
                        <a:rPr lang="en-US" b="1" dirty="0"/>
                        <a:t>7.35 %+ (0.93*7.46 %) = 14.29 %</a:t>
                      </a:r>
                      <a:endParaRPr lang="en-IN" b="1" dirty="0"/>
                    </a:p>
                  </a:txBody>
                  <a:tcPr/>
                </a:tc>
                <a:tc>
                  <a:txBody>
                    <a:bodyPr/>
                    <a:lstStyle/>
                    <a:p>
                      <a:r>
                        <a:rPr lang="en-US" b="1" dirty="0"/>
                        <a:t>6+ (0.8*6%) = 10.80%</a:t>
                      </a:r>
                      <a:endParaRPr lang="en-IN" b="1" dirty="0"/>
                    </a:p>
                  </a:txBody>
                  <a:tcPr/>
                </a:tc>
                <a:extLst>
                  <a:ext uri="{0D108BD9-81ED-4DB2-BD59-A6C34878D82A}">
                    <a16:rowId xmlns:a16="http://schemas.microsoft.com/office/drawing/2014/main" val="3744314671"/>
                  </a:ext>
                </a:extLst>
              </a:tr>
            </a:tbl>
          </a:graphicData>
        </a:graphic>
      </p:graphicFrame>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51E19669-1431-8A3E-6255-CC2A4C2F2D23}"/>
                  </a:ext>
                </a:extLst>
              </p14:cNvPr>
              <p14:cNvContentPartPr/>
              <p14:nvPr/>
            </p14:nvContentPartPr>
            <p14:xfrm>
              <a:off x="3749040" y="1663920"/>
              <a:ext cx="8153640" cy="4959720"/>
            </p14:xfrm>
          </p:contentPart>
        </mc:Choice>
        <mc:Fallback xmlns="">
          <p:pic>
            <p:nvPicPr>
              <p:cNvPr id="4" name="Ink 3">
                <a:extLst>
                  <a:ext uri="{FF2B5EF4-FFF2-40B4-BE49-F238E27FC236}">
                    <a16:creationId xmlns:a16="http://schemas.microsoft.com/office/drawing/2014/main" id="{51E19669-1431-8A3E-6255-CC2A4C2F2D23}"/>
                  </a:ext>
                </a:extLst>
              </p:cNvPr>
              <p:cNvPicPr/>
              <p:nvPr/>
            </p:nvPicPr>
            <p:blipFill>
              <a:blip r:embed="rId3"/>
              <a:stretch>
                <a:fillRect/>
              </a:stretch>
            </p:blipFill>
            <p:spPr>
              <a:xfrm>
                <a:off x="3739680" y="1654560"/>
                <a:ext cx="8172360" cy="4978440"/>
              </a:xfrm>
              <a:prstGeom prst="rect">
                <a:avLst/>
              </a:prstGeom>
            </p:spPr>
          </p:pic>
        </mc:Fallback>
      </mc:AlternateContent>
    </p:spTree>
    <p:extLst>
      <p:ext uri="{BB962C8B-B14F-4D97-AF65-F5344CB8AC3E}">
        <p14:creationId xmlns:p14="http://schemas.microsoft.com/office/powerpoint/2010/main" val="2706042869"/>
      </p:ext>
    </p:extLst>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6F3D3-9367-4EF1-AB38-C50D606501DD}"/>
              </a:ext>
            </a:extLst>
          </p:cNvPr>
          <p:cNvSpPr>
            <a:spLocks noGrp="1"/>
          </p:cNvSpPr>
          <p:nvPr>
            <p:ph type="title"/>
          </p:nvPr>
        </p:nvSpPr>
        <p:spPr/>
        <p:txBody>
          <a:bodyPr/>
          <a:lstStyle/>
          <a:p>
            <a:pPr algn="ctr"/>
            <a:r>
              <a:rPr lang="en-US" b="1" dirty="0"/>
              <a:t> PE for a High Growth Firm </a:t>
            </a:r>
            <a:endParaRPr lang="en-IN" b="1" dirty="0"/>
          </a:p>
        </p:txBody>
      </p:sp>
      <p:sp>
        <p:nvSpPr>
          <p:cNvPr id="3" name="Content Placeholder 2">
            <a:extLst>
              <a:ext uri="{FF2B5EF4-FFF2-40B4-BE49-F238E27FC236}">
                <a16:creationId xmlns:a16="http://schemas.microsoft.com/office/drawing/2014/main" id="{398663B2-1B0B-457F-A5FD-E3474B46F7C3}"/>
              </a:ext>
            </a:extLst>
          </p:cNvPr>
          <p:cNvSpPr>
            <a:spLocks noGrp="1"/>
          </p:cNvSpPr>
          <p:nvPr>
            <p:ph idx="1"/>
          </p:nvPr>
        </p:nvSpPr>
        <p:spPr/>
        <p:txBody>
          <a:bodyPr>
            <a:normAutofit fontScale="92500" lnSpcReduction="20000"/>
          </a:bodyPr>
          <a:lstStyle/>
          <a:p>
            <a:r>
              <a:rPr lang="en-US" b="1" dirty="0"/>
              <a:t>Two stage model</a:t>
            </a:r>
          </a:p>
          <a:p>
            <a:pPr marL="514350" indent="-514350">
              <a:buAutoNum type="arabicPeriod"/>
            </a:pPr>
            <a:r>
              <a:rPr lang="en-US" b="1" u="sng" dirty="0"/>
              <a:t>High growth stage or Phase</a:t>
            </a:r>
          </a:p>
          <a:p>
            <a:pPr marL="0" indent="0">
              <a:buNone/>
            </a:pPr>
            <a:r>
              <a:rPr lang="en-US" dirty="0"/>
              <a:t> = DPR hg *(1+ g hg) *( 1- [ {1+g hg}^n / {1+ COE hg }^n])   </a:t>
            </a:r>
          </a:p>
          <a:p>
            <a:pPr marL="0" indent="0">
              <a:buNone/>
            </a:pPr>
            <a:r>
              <a:rPr lang="en-US" dirty="0"/>
              <a:t>     -----------------------------------------------------------------</a:t>
            </a:r>
          </a:p>
          <a:p>
            <a:pPr marL="0" indent="0">
              <a:buNone/>
            </a:pPr>
            <a:r>
              <a:rPr lang="en-US" dirty="0"/>
              <a:t>                          COE hg – g hg</a:t>
            </a:r>
          </a:p>
          <a:p>
            <a:pPr marL="0" indent="0">
              <a:buNone/>
            </a:pPr>
            <a:r>
              <a:rPr lang="en-US" b="1" u="sng" dirty="0"/>
              <a:t>2. Stable stage or Phase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DPR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 g hg)^n * (1+g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COE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g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(1+ COE  hg)^n</a:t>
            </a:r>
          </a:p>
          <a:p>
            <a:pPr marL="0" indent="0">
              <a:buNone/>
            </a:pPr>
            <a:endParaRPr lang="en-IN" dirty="0"/>
          </a:p>
        </p:txBody>
      </p:sp>
    </p:spTree>
    <p:extLst>
      <p:ext uri="{BB962C8B-B14F-4D97-AF65-F5344CB8AC3E}">
        <p14:creationId xmlns:p14="http://schemas.microsoft.com/office/powerpoint/2010/main" val="1408989874"/>
      </p:ext>
    </p:extLst>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4A8E5-34DB-C265-8DC7-CC2EA01B2C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64AA60-7862-6825-C777-2B34B7092FA6}"/>
              </a:ext>
            </a:extLst>
          </p:cNvPr>
          <p:cNvSpPr>
            <a:spLocks noGrp="1"/>
          </p:cNvSpPr>
          <p:nvPr>
            <p:ph type="title"/>
          </p:nvPr>
        </p:nvSpPr>
        <p:spPr>
          <a:xfrm>
            <a:off x="621224" y="-363296"/>
            <a:ext cx="10515600" cy="1325563"/>
          </a:xfrm>
        </p:spPr>
        <p:txBody>
          <a:bodyPr/>
          <a:lstStyle/>
          <a:p>
            <a:pPr algn="ctr"/>
            <a:r>
              <a:rPr lang="en-US" b="1" dirty="0"/>
              <a:t>PE for UTCL ( 2 stage model)</a:t>
            </a:r>
            <a:endParaRPr lang="en-IN" b="1" dirty="0"/>
          </a:p>
        </p:txBody>
      </p:sp>
      <p:sp>
        <p:nvSpPr>
          <p:cNvPr id="3" name="Content Placeholder 2">
            <a:extLst>
              <a:ext uri="{FF2B5EF4-FFF2-40B4-BE49-F238E27FC236}">
                <a16:creationId xmlns:a16="http://schemas.microsoft.com/office/drawing/2014/main" id="{6263737E-19C6-0E17-BBC2-E54A1710FACD}"/>
              </a:ext>
            </a:extLst>
          </p:cNvPr>
          <p:cNvSpPr>
            <a:spLocks noGrp="1"/>
          </p:cNvSpPr>
          <p:nvPr>
            <p:ph idx="1"/>
          </p:nvPr>
        </p:nvSpPr>
        <p:spPr>
          <a:xfrm>
            <a:off x="621224" y="1253331"/>
            <a:ext cx="10515600" cy="4351338"/>
          </a:xfrm>
        </p:spPr>
        <p:txBody>
          <a:bodyPr>
            <a:normAutofit fontScale="92500" lnSpcReduction="10000"/>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0.2439 (1.0853) [ 1- {(1.0853)^15/ (1.1429)^15 }]  /   (0.1429- 0.0853)</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0.70 (1.0360) (1.0853)^15  /  (0.1080-0.0360) (1.1429)^15</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{0.2647[1- (3.4139/ 7.4152)] / 0.0576} + {0.70 (1.0360) (3.4139) / (0.0720*7.4152</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2.4797 + 4.6371 = </a:t>
            </a: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7.1168 times</a:t>
            </a:r>
            <a:endParaRPr lang="en-US" dirty="0"/>
          </a:p>
          <a:p>
            <a:pPr marL="0" indent="0">
              <a:buNone/>
            </a:pPr>
            <a:r>
              <a:rPr lang="en-US" dirty="0"/>
              <a:t>= </a:t>
            </a: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Predicted Price on 31-03-2025  </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7.12* INR 205.30 = </a:t>
            </a: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INR 1462</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Predicted price on 13 , December 2025 = 1462  ( 1+ 0.1429/360 * 253= 1.10)</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0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 INR 1608 vs 1705.02 (Base case)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sng" strike="noStrike" kern="1200" cap="none" spc="0" normalizeH="0" baseline="0" noProof="0" dirty="0">
                <a:ln>
                  <a:noFill/>
                </a:ln>
                <a:solidFill>
                  <a:prstClr val="black"/>
                </a:solidFill>
                <a:effectLst/>
                <a:uLnTx/>
                <a:uFillTx/>
                <a:latin typeface="Calibri" panose="020F0502020204030204"/>
                <a:ea typeface="+mn-ea"/>
                <a:cs typeface="+mn-cs"/>
              </a:rPr>
              <a:t>CMP at </a:t>
            </a:r>
            <a:r>
              <a:rPr kumimoji="0" lang="en-US" sz="20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INR 11723</a:t>
            </a: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( 13 December 2025)</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sng" strike="noStrike" kern="1200" cap="none" spc="0" normalizeH="0" baseline="0" noProof="0" dirty="0">
                <a:ln>
                  <a:noFill/>
                </a:ln>
                <a:solidFill>
                  <a:prstClr val="black"/>
                </a:solidFill>
                <a:effectLst/>
                <a:uLnTx/>
                <a:uFillTx/>
                <a:latin typeface="Calibri" panose="020F0502020204030204"/>
                <a:ea typeface="+mn-ea"/>
                <a:cs typeface="+mn-cs"/>
              </a:rPr>
              <a:t>52 w LH </a:t>
            </a: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 10047.85 </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to </a:t>
            </a:r>
            <a:r>
              <a:rPr kumimoji="0" lang="en-US" sz="2000" b="1" i="0" u="none" strike="noStrike" kern="1200" cap="none" spc="0" normalizeH="0" baseline="0" noProof="0" dirty="0">
                <a:ln>
                  <a:noFill/>
                </a:ln>
                <a:solidFill>
                  <a:prstClr val="black"/>
                </a:solidFill>
                <a:effectLst/>
                <a:uLnTx/>
                <a:uFillTx/>
                <a:latin typeface="Calibri" panose="020F0502020204030204"/>
                <a:ea typeface="+mn-ea"/>
                <a:cs typeface="+mn-cs"/>
              </a:rPr>
              <a:t>13097</a:t>
            </a:r>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E57C9C2-B0E4-7175-92A1-A898C97105DB}"/>
                  </a:ext>
                </a:extLst>
              </p14:cNvPr>
              <p14:cNvContentPartPr/>
              <p14:nvPr/>
            </p14:nvContentPartPr>
            <p14:xfrm>
              <a:off x="2414520" y="2598840"/>
              <a:ext cx="9036360" cy="4388040"/>
            </p14:xfrm>
          </p:contentPart>
        </mc:Choice>
        <mc:Fallback xmlns="">
          <p:pic>
            <p:nvPicPr>
              <p:cNvPr id="4" name="Ink 3">
                <a:extLst>
                  <a:ext uri="{FF2B5EF4-FFF2-40B4-BE49-F238E27FC236}">
                    <a16:creationId xmlns:a16="http://schemas.microsoft.com/office/drawing/2014/main" id="{1E57C9C2-B0E4-7175-92A1-A898C97105DB}"/>
                  </a:ext>
                </a:extLst>
              </p:cNvPr>
              <p:cNvPicPr/>
              <p:nvPr/>
            </p:nvPicPr>
            <p:blipFill>
              <a:blip r:embed="rId3"/>
              <a:stretch>
                <a:fillRect/>
              </a:stretch>
            </p:blipFill>
            <p:spPr>
              <a:xfrm>
                <a:off x="2405160" y="2589480"/>
                <a:ext cx="9055080" cy="4406760"/>
              </a:xfrm>
              <a:prstGeom prst="rect">
                <a:avLst/>
              </a:prstGeom>
            </p:spPr>
          </p:pic>
        </mc:Fallback>
      </mc:AlternateContent>
    </p:spTree>
    <p:extLst>
      <p:ext uri="{BB962C8B-B14F-4D97-AF65-F5344CB8AC3E}">
        <p14:creationId xmlns:p14="http://schemas.microsoft.com/office/powerpoint/2010/main" val="4029606422"/>
      </p:ext>
    </p:extLst>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BD6FE-FC32-4796-815C-761537A1BC7F}"/>
              </a:ext>
            </a:extLst>
          </p:cNvPr>
          <p:cNvSpPr>
            <a:spLocks noGrp="1"/>
          </p:cNvSpPr>
          <p:nvPr>
            <p:ph type="title"/>
          </p:nvPr>
        </p:nvSpPr>
        <p:spPr/>
        <p:txBody>
          <a:bodyPr/>
          <a:lstStyle/>
          <a:p>
            <a:pPr algn="ctr"/>
            <a:r>
              <a:rPr lang="en-US" b="1" dirty="0">
                <a:highlight>
                  <a:srgbClr val="FFFF00"/>
                </a:highlight>
              </a:rPr>
              <a:t>Three Stage Model of Growth-PE </a:t>
            </a:r>
            <a:endParaRPr lang="en-IN" b="1" dirty="0">
              <a:highlight>
                <a:srgbClr val="FFFF00"/>
              </a:highlight>
            </a:endParaRPr>
          </a:p>
        </p:txBody>
      </p:sp>
      <p:sp>
        <p:nvSpPr>
          <p:cNvPr id="3" name="Content Placeholder 2">
            <a:extLst>
              <a:ext uri="{FF2B5EF4-FFF2-40B4-BE49-F238E27FC236}">
                <a16:creationId xmlns:a16="http://schemas.microsoft.com/office/drawing/2014/main" id="{ACA2F841-9D7B-486B-A515-61B2839F0F32}"/>
              </a:ext>
            </a:extLst>
          </p:cNvPr>
          <p:cNvSpPr>
            <a:spLocks noGrp="1"/>
          </p:cNvSpPr>
          <p:nvPr>
            <p:ph idx="1"/>
          </p:nvPr>
        </p:nvSpPr>
        <p:spPr>
          <a:xfrm>
            <a:off x="838200" y="1836511"/>
            <a:ext cx="10515600" cy="4351338"/>
          </a:xfrm>
        </p:spPr>
        <p:txBody>
          <a:bodyPr>
            <a:normAutofit/>
          </a:bodyPr>
          <a:lstStyle/>
          <a:p>
            <a:pPr marL="514350" indent="-514350">
              <a:spcBef>
                <a:spcPts val="0"/>
              </a:spcBef>
              <a:buAutoNum type="arabicPeriod"/>
            </a:pPr>
            <a:r>
              <a:rPr lang="en-US" dirty="0"/>
              <a:t>High Growth Phase</a:t>
            </a:r>
          </a:p>
          <a:p>
            <a:pPr marL="514350" indent="-514350">
              <a:spcBef>
                <a:spcPts val="0"/>
              </a:spcBef>
              <a:buAutoNum type="arabicPeriod"/>
            </a:pPr>
            <a:r>
              <a:rPr lang="en-US" dirty="0"/>
              <a:t>Transition Phase </a:t>
            </a:r>
          </a:p>
          <a:p>
            <a:pPr marL="514350" indent="-514350">
              <a:spcBef>
                <a:spcPts val="0"/>
              </a:spcBef>
              <a:buAutoNum type="arabicPeriod"/>
            </a:pPr>
            <a:r>
              <a:rPr lang="en-US" dirty="0"/>
              <a:t>Stable Phase </a:t>
            </a:r>
          </a:p>
          <a:p>
            <a:pPr marL="514350" indent="-514350">
              <a:spcBef>
                <a:spcPts val="0"/>
              </a:spcBef>
              <a:buAutoNum type="arabicPeriod"/>
            </a:pPr>
            <a:r>
              <a:rPr lang="en-US" dirty="0"/>
              <a:t>Growth should be &gt; 12%. If its exact 12% then you can decide based on excess return (ROE-COE) if its high then you can decide.</a:t>
            </a:r>
          </a:p>
          <a:p>
            <a:pPr marL="0" indent="0">
              <a:buNone/>
            </a:pPr>
            <a:r>
              <a:rPr lang="en-US" dirty="0"/>
              <a:t>Let Us consider </a:t>
            </a:r>
            <a:r>
              <a:rPr lang="en-US" dirty="0">
                <a:highlight>
                  <a:srgbClr val="FFFF00"/>
                </a:highlight>
              </a:rPr>
              <a:t>INFOSYS </a:t>
            </a:r>
          </a:p>
        </p:txBody>
      </p:sp>
    </p:spTree>
    <p:extLst>
      <p:ext uri="{BB962C8B-B14F-4D97-AF65-F5344CB8AC3E}">
        <p14:creationId xmlns:p14="http://schemas.microsoft.com/office/powerpoint/2010/main" val="3008315043"/>
      </p:ext>
    </p:extLst>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A06EE-1F01-428E-80CC-AE752C8EE1A3}"/>
              </a:ext>
            </a:extLst>
          </p:cNvPr>
          <p:cNvSpPr>
            <a:spLocks noGrp="1"/>
          </p:cNvSpPr>
          <p:nvPr>
            <p:ph type="title"/>
          </p:nvPr>
        </p:nvSpPr>
        <p:spPr/>
        <p:txBody>
          <a:bodyPr/>
          <a:lstStyle/>
          <a:p>
            <a:pPr algn="ctr"/>
            <a:r>
              <a:rPr lang="en-US" b="1" dirty="0"/>
              <a:t>INFOSYS ( is a 3 stage candidate)</a:t>
            </a:r>
            <a:endParaRPr lang="en-IN" b="1" dirty="0"/>
          </a:p>
        </p:txBody>
      </p:sp>
      <p:graphicFrame>
        <p:nvGraphicFramePr>
          <p:cNvPr id="4" name="Table 4">
            <a:extLst>
              <a:ext uri="{FF2B5EF4-FFF2-40B4-BE49-F238E27FC236}">
                <a16:creationId xmlns:a16="http://schemas.microsoft.com/office/drawing/2014/main" id="{B37946E7-54DA-48CF-91AB-B64A6FC7DE70}"/>
              </a:ext>
            </a:extLst>
          </p:cNvPr>
          <p:cNvGraphicFramePr>
            <a:graphicFrameLocks noGrp="1"/>
          </p:cNvGraphicFramePr>
          <p:nvPr>
            <p:ph idx="1"/>
          </p:nvPr>
        </p:nvGraphicFramePr>
        <p:xfrm>
          <a:off x="838200" y="2027583"/>
          <a:ext cx="10515600" cy="350012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3577665059"/>
                    </a:ext>
                  </a:extLst>
                </a:gridCol>
                <a:gridCol w="1752600">
                  <a:extLst>
                    <a:ext uri="{9D8B030D-6E8A-4147-A177-3AD203B41FA5}">
                      <a16:colId xmlns:a16="http://schemas.microsoft.com/office/drawing/2014/main" val="3290545747"/>
                    </a:ext>
                  </a:extLst>
                </a:gridCol>
                <a:gridCol w="1752600">
                  <a:extLst>
                    <a:ext uri="{9D8B030D-6E8A-4147-A177-3AD203B41FA5}">
                      <a16:colId xmlns:a16="http://schemas.microsoft.com/office/drawing/2014/main" val="1024851223"/>
                    </a:ext>
                  </a:extLst>
                </a:gridCol>
                <a:gridCol w="1752600">
                  <a:extLst>
                    <a:ext uri="{9D8B030D-6E8A-4147-A177-3AD203B41FA5}">
                      <a16:colId xmlns:a16="http://schemas.microsoft.com/office/drawing/2014/main" val="4235288959"/>
                    </a:ext>
                  </a:extLst>
                </a:gridCol>
                <a:gridCol w="1752600">
                  <a:extLst>
                    <a:ext uri="{9D8B030D-6E8A-4147-A177-3AD203B41FA5}">
                      <a16:colId xmlns:a16="http://schemas.microsoft.com/office/drawing/2014/main" val="1478608210"/>
                    </a:ext>
                  </a:extLst>
                </a:gridCol>
                <a:gridCol w="1752600">
                  <a:extLst>
                    <a:ext uri="{9D8B030D-6E8A-4147-A177-3AD203B41FA5}">
                      <a16:colId xmlns:a16="http://schemas.microsoft.com/office/drawing/2014/main" val="2392319713"/>
                    </a:ext>
                  </a:extLst>
                </a:gridCol>
              </a:tblGrid>
              <a:tr h="168882">
                <a:tc>
                  <a:txBody>
                    <a:bodyPr/>
                    <a:lstStyle/>
                    <a:p>
                      <a:r>
                        <a:rPr lang="en-US" dirty="0"/>
                        <a:t>Particulars</a:t>
                      </a:r>
                      <a:endParaRPr lang="en-IN" dirty="0"/>
                    </a:p>
                  </a:txBody>
                  <a:tcPr/>
                </a:tc>
                <a:tc>
                  <a:txBody>
                    <a:bodyPr/>
                    <a:lstStyle/>
                    <a:p>
                      <a:r>
                        <a:rPr lang="en-IN" dirty="0"/>
                        <a:t>2025</a:t>
                      </a:r>
                    </a:p>
                  </a:txBody>
                  <a:tcPr/>
                </a:tc>
                <a:tc>
                  <a:txBody>
                    <a:bodyPr/>
                    <a:lstStyle/>
                    <a:p>
                      <a:r>
                        <a:rPr lang="en-IN" dirty="0"/>
                        <a:t>2024</a:t>
                      </a:r>
                    </a:p>
                  </a:txBody>
                  <a:tcPr/>
                </a:tc>
                <a:tc>
                  <a:txBody>
                    <a:bodyPr/>
                    <a:lstStyle/>
                    <a:p>
                      <a:r>
                        <a:rPr lang="en-IN" dirty="0"/>
                        <a:t>2023</a:t>
                      </a:r>
                    </a:p>
                  </a:txBody>
                  <a:tcPr/>
                </a:tc>
                <a:tc>
                  <a:txBody>
                    <a:bodyPr/>
                    <a:lstStyle/>
                    <a:p>
                      <a:r>
                        <a:rPr lang="en-IN" dirty="0"/>
                        <a:t>2022</a:t>
                      </a:r>
                    </a:p>
                  </a:txBody>
                  <a:tcPr/>
                </a:tc>
                <a:tc>
                  <a:txBody>
                    <a:bodyPr/>
                    <a:lstStyle/>
                    <a:p>
                      <a:r>
                        <a:rPr lang="en-IN" dirty="0"/>
                        <a:t>2021</a:t>
                      </a:r>
                    </a:p>
                  </a:txBody>
                  <a:tcPr/>
                </a:tc>
                <a:extLst>
                  <a:ext uri="{0D108BD9-81ED-4DB2-BD59-A6C34878D82A}">
                    <a16:rowId xmlns:a16="http://schemas.microsoft.com/office/drawing/2014/main" val="3960502522"/>
                  </a:ext>
                </a:extLst>
              </a:tr>
              <a:tr h="370840">
                <a:tc>
                  <a:txBody>
                    <a:bodyPr/>
                    <a:lstStyle/>
                    <a:p>
                      <a:r>
                        <a:rPr lang="en-US" b="1" dirty="0"/>
                        <a:t>ROE (In %)</a:t>
                      </a:r>
                      <a:endParaRPr lang="en-IN" b="1" dirty="0"/>
                    </a:p>
                  </a:txBody>
                  <a:tcPr/>
                </a:tc>
                <a:tc>
                  <a:txBody>
                    <a:bodyPr/>
                    <a:lstStyle/>
                    <a:p>
                      <a:r>
                        <a:rPr lang="en-IN" dirty="0"/>
                        <a:t>27.87</a:t>
                      </a:r>
                    </a:p>
                  </a:txBody>
                  <a:tcPr/>
                </a:tc>
                <a:tc>
                  <a:txBody>
                    <a:bodyPr/>
                    <a:lstStyle/>
                    <a:p>
                      <a:r>
                        <a:rPr lang="en-IN" dirty="0"/>
                        <a:t>29.77</a:t>
                      </a:r>
                    </a:p>
                  </a:txBody>
                  <a:tcPr/>
                </a:tc>
                <a:tc>
                  <a:txBody>
                    <a:bodyPr/>
                    <a:lstStyle/>
                    <a:p>
                      <a:r>
                        <a:rPr lang="en-IN" dirty="0"/>
                        <a:t>31.95</a:t>
                      </a:r>
                    </a:p>
                  </a:txBody>
                  <a:tcPr/>
                </a:tc>
                <a:tc>
                  <a:txBody>
                    <a:bodyPr/>
                    <a:lstStyle/>
                    <a:p>
                      <a:r>
                        <a:rPr lang="en-IN" dirty="0"/>
                        <a:t>29.34</a:t>
                      </a:r>
                    </a:p>
                  </a:txBody>
                  <a:tcPr/>
                </a:tc>
                <a:tc>
                  <a:txBody>
                    <a:bodyPr/>
                    <a:lstStyle/>
                    <a:p>
                      <a:r>
                        <a:rPr lang="en-IN" dirty="0"/>
                        <a:t>25.34</a:t>
                      </a:r>
                    </a:p>
                  </a:txBody>
                  <a:tcPr/>
                </a:tc>
                <a:extLst>
                  <a:ext uri="{0D108BD9-81ED-4DB2-BD59-A6C34878D82A}">
                    <a16:rowId xmlns:a16="http://schemas.microsoft.com/office/drawing/2014/main" val="3494825574"/>
                  </a:ext>
                </a:extLst>
              </a:tr>
              <a:tr h="370840">
                <a:tc>
                  <a:txBody>
                    <a:bodyPr/>
                    <a:lstStyle/>
                    <a:p>
                      <a:r>
                        <a:rPr lang="en-US" b="1" dirty="0"/>
                        <a:t>DPS (INR)</a:t>
                      </a:r>
                      <a:endParaRPr lang="en-IN" b="1" dirty="0"/>
                    </a:p>
                  </a:txBody>
                  <a:tcPr/>
                </a:tc>
                <a:tc>
                  <a:txBody>
                    <a:bodyPr/>
                    <a:lstStyle/>
                    <a:p>
                      <a:r>
                        <a:rPr lang="en-IN" dirty="0"/>
                        <a:t>43.00</a:t>
                      </a:r>
                    </a:p>
                  </a:txBody>
                  <a:tcPr/>
                </a:tc>
                <a:tc>
                  <a:txBody>
                    <a:bodyPr/>
                    <a:lstStyle/>
                    <a:p>
                      <a:r>
                        <a:rPr lang="en-IN" dirty="0"/>
                        <a:t>46.00</a:t>
                      </a:r>
                    </a:p>
                  </a:txBody>
                  <a:tcPr/>
                </a:tc>
                <a:tc>
                  <a:txBody>
                    <a:bodyPr/>
                    <a:lstStyle/>
                    <a:p>
                      <a:r>
                        <a:rPr lang="en-IN" dirty="0"/>
                        <a:t>34.00</a:t>
                      </a:r>
                    </a:p>
                  </a:txBody>
                  <a:tcPr/>
                </a:tc>
                <a:tc>
                  <a:txBody>
                    <a:bodyPr/>
                    <a:lstStyle/>
                    <a:p>
                      <a:r>
                        <a:rPr lang="en-IN" dirty="0"/>
                        <a:t>31.00</a:t>
                      </a:r>
                    </a:p>
                  </a:txBody>
                  <a:tcPr/>
                </a:tc>
                <a:tc>
                  <a:txBody>
                    <a:bodyPr/>
                    <a:lstStyle/>
                    <a:p>
                      <a:r>
                        <a:rPr lang="en-IN" dirty="0"/>
                        <a:t>27.00</a:t>
                      </a:r>
                    </a:p>
                  </a:txBody>
                  <a:tcPr/>
                </a:tc>
                <a:extLst>
                  <a:ext uri="{0D108BD9-81ED-4DB2-BD59-A6C34878D82A}">
                    <a16:rowId xmlns:a16="http://schemas.microsoft.com/office/drawing/2014/main" val="2542007561"/>
                  </a:ext>
                </a:extLst>
              </a:tr>
              <a:tr h="370840">
                <a:tc>
                  <a:txBody>
                    <a:bodyPr/>
                    <a:lstStyle/>
                    <a:p>
                      <a:r>
                        <a:rPr lang="en-US" b="1" dirty="0"/>
                        <a:t>EPS (INR)-Basic</a:t>
                      </a:r>
                      <a:endParaRPr lang="en-IN" b="1" dirty="0"/>
                    </a:p>
                  </a:txBody>
                  <a:tcPr/>
                </a:tc>
                <a:tc>
                  <a:txBody>
                    <a:bodyPr/>
                    <a:lstStyle/>
                    <a:p>
                      <a:r>
                        <a:rPr lang="en-IN" dirty="0"/>
                        <a:t>64.50</a:t>
                      </a:r>
                    </a:p>
                  </a:txBody>
                  <a:tcPr/>
                </a:tc>
                <a:tc>
                  <a:txBody>
                    <a:bodyPr/>
                    <a:lstStyle/>
                    <a:p>
                      <a:r>
                        <a:rPr lang="en-IN" dirty="0"/>
                        <a:t>63.39</a:t>
                      </a:r>
                    </a:p>
                  </a:txBody>
                  <a:tcPr/>
                </a:tc>
                <a:tc>
                  <a:txBody>
                    <a:bodyPr/>
                    <a:lstStyle/>
                    <a:p>
                      <a:r>
                        <a:rPr lang="en-IN" dirty="0"/>
                        <a:t>57.63</a:t>
                      </a:r>
                    </a:p>
                  </a:txBody>
                  <a:tcPr/>
                </a:tc>
                <a:tc>
                  <a:txBody>
                    <a:bodyPr/>
                    <a:lstStyle/>
                    <a:p>
                      <a:r>
                        <a:rPr lang="en-IN" dirty="0"/>
                        <a:t>52.52</a:t>
                      </a:r>
                    </a:p>
                  </a:txBody>
                  <a:tcPr/>
                </a:tc>
                <a:tc>
                  <a:txBody>
                    <a:bodyPr/>
                    <a:lstStyle/>
                    <a:p>
                      <a:r>
                        <a:rPr lang="en-IN" dirty="0"/>
                        <a:t>45.61</a:t>
                      </a:r>
                    </a:p>
                  </a:txBody>
                  <a:tcPr/>
                </a:tc>
                <a:extLst>
                  <a:ext uri="{0D108BD9-81ED-4DB2-BD59-A6C34878D82A}">
                    <a16:rowId xmlns:a16="http://schemas.microsoft.com/office/drawing/2014/main" val="2150367436"/>
                  </a:ext>
                </a:extLst>
              </a:tr>
              <a:tr h="370840">
                <a:tc>
                  <a:txBody>
                    <a:bodyPr/>
                    <a:lstStyle/>
                    <a:p>
                      <a:r>
                        <a:rPr lang="en-US" b="1" dirty="0"/>
                        <a:t>DPR (in %)</a:t>
                      </a:r>
                      <a:endParaRPr lang="en-IN" b="1"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769526980"/>
                  </a:ext>
                </a:extLst>
              </a:tr>
              <a:tr h="370840">
                <a:tc>
                  <a:txBody>
                    <a:bodyPr/>
                    <a:lstStyle/>
                    <a:p>
                      <a:r>
                        <a:rPr lang="en-US" b="1" dirty="0"/>
                        <a:t>5 </a:t>
                      </a:r>
                      <a:r>
                        <a:rPr lang="en-US" b="1" dirty="0" err="1"/>
                        <a:t>Avg.ROE</a:t>
                      </a:r>
                      <a:r>
                        <a:rPr lang="en-US" b="1" dirty="0"/>
                        <a:t> (in %)</a:t>
                      </a:r>
                      <a:endParaRPr lang="en-IN" b="1" dirty="0"/>
                    </a:p>
                  </a:txBody>
                  <a:tcPr/>
                </a:tc>
                <a:tc>
                  <a:txBody>
                    <a:bodyPr/>
                    <a:lstStyle/>
                    <a:p>
                      <a:r>
                        <a:rPr lang="en-IN" b="1" dirty="0"/>
                        <a:t>28.85= 28 %</a:t>
                      </a:r>
                    </a:p>
                  </a:txBody>
                  <a:tcPr/>
                </a:tc>
                <a:tc>
                  <a:txBody>
                    <a:bodyPr/>
                    <a:lstStyle/>
                    <a:p>
                      <a:r>
                        <a:rPr lang="en-IN" dirty="0"/>
                        <a:t>Last 3 yr </a:t>
                      </a:r>
                      <a:r>
                        <a:rPr lang="en-IN" dirty="0" err="1"/>
                        <a:t>Avg</a:t>
                      </a:r>
                      <a:r>
                        <a:rPr lang="en-IN" dirty="0"/>
                        <a:t> ROE = 29.86%</a:t>
                      </a:r>
                    </a:p>
                  </a:txBody>
                  <a:tcPr/>
                </a:tc>
                <a:tc>
                  <a:txBody>
                    <a:bodyPr/>
                    <a:lstStyle/>
                    <a:p>
                      <a:r>
                        <a:rPr lang="en-IN" dirty="0">
                          <a:highlight>
                            <a:srgbClr val="FFFF00"/>
                          </a:highlight>
                        </a:rPr>
                        <a:t>Let us take 30 %</a:t>
                      </a:r>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73283897"/>
                  </a:ext>
                </a:extLst>
              </a:tr>
              <a:tr h="370840">
                <a:tc>
                  <a:txBody>
                    <a:bodyPr/>
                    <a:lstStyle/>
                    <a:p>
                      <a:r>
                        <a:rPr lang="en-US" b="1" dirty="0"/>
                        <a:t>Avg DPR</a:t>
                      </a:r>
                      <a:endParaRPr lang="en-IN" b="1" dirty="0"/>
                    </a:p>
                  </a:txBody>
                  <a:tcPr/>
                </a:tc>
                <a:tc>
                  <a:txBody>
                    <a:bodyPr/>
                    <a:lstStyle/>
                    <a:p>
                      <a:r>
                        <a:rPr lang="en-IN" b="1" dirty="0"/>
                        <a:t>181/ 283.65</a:t>
                      </a:r>
                    </a:p>
                  </a:txBody>
                  <a:tcPr/>
                </a:tc>
                <a:tc>
                  <a:txBody>
                    <a:bodyPr/>
                    <a:lstStyle/>
                    <a:p>
                      <a:r>
                        <a:rPr lang="en-IN" dirty="0"/>
                        <a:t>= 63.81% = 64%</a:t>
                      </a:r>
                    </a:p>
                  </a:txBody>
                  <a:tcPr/>
                </a:tc>
                <a:tc>
                  <a:txBody>
                    <a:bodyPr/>
                    <a:lstStyle/>
                    <a:p>
                      <a:r>
                        <a:rPr lang="en-IN" dirty="0">
                          <a:highlight>
                            <a:srgbClr val="FFFF00"/>
                          </a:highlight>
                        </a:rPr>
                        <a:t>Let us take 60 %</a:t>
                      </a:r>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940186866"/>
                  </a:ext>
                </a:extLst>
              </a:tr>
              <a:tr h="370840">
                <a:tc>
                  <a:txBody>
                    <a:bodyPr/>
                    <a:lstStyle/>
                    <a:p>
                      <a:r>
                        <a:rPr lang="en-US" b="1" dirty="0"/>
                        <a:t>Fundamental g</a:t>
                      </a:r>
                    </a:p>
                    <a:p>
                      <a:r>
                        <a:rPr lang="en-US" b="1" dirty="0"/>
                        <a:t>= ROE*(1-DPR)</a:t>
                      </a:r>
                      <a:endParaRPr lang="en-IN" b="1" dirty="0"/>
                    </a:p>
                  </a:txBody>
                  <a:tcPr/>
                </a:tc>
                <a:tc>
                  <a:txBody>
                    <a:bodyPr/>
                    <a:lstStyle/>
                    <a:p>
                      <a:r>
                        <a:rPr lang="en-IN" b="1" dirty="0"/>
                        <a:t>30 (0.40) = </a:t>
                      </a:r>
                      <a:r>
                        <a:rPr lang="en-IN" b="1" dirty="0">
                          <a:highlight>
                            <a:srgbClr val="FFFF00"/>
                          </a:highlight>
                        </a:rPr>
                        <a:t>12.00 %</a:t>
                      </a:r>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4279277043"/>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EC39EADA-0053-5219-1611-E94AFA70989C}"/>
                  </a:ext>
                </a:extLst>
              </p14:cNvPr>
              <p14:cNvContentPartPr/>
              <p14:nvPr/>
            </p14:nvContentPartPr>
            <p14:xfrm>
              <a:off x="3238200" y="4607280"/>
              <a:ext cx="1837080" cy="563760"/>
            </p14:xfrm>
          </p:contentPart>
        </mc:Choice>
        <mc:Fallback xmlns="">
          <p:pic>
            <p:nvPicPr>
              <p:cNvPr id="3" name="Ink 2">
                <a:extLst>
                  <a:ext uri="{FF2B5EF4-FFF2-40B4-BE49-F238E27FC236}">
                    <a16:creationId xmlns:a16="http://schemas.microsoft.com/office/drawing/2014/main" id="{EC39EADA-0053-5219-1611-E94AFA70989C}"/>
                  </a:ext>
                </a:extLst>
              </p:cNvPr>
              <p:cNvPicPr/>
              <p:nvPr/>
            </p:nvPicPr>
            <p:blipFill>
              <a:blip r:embed="rId3"/>
              <a:stretch>
                <a:fillRect/>
              </a:stretch>
            </p:blipFill>
            <p:spPr>
              <a:xfrm>
                <a:off x="3228840" y="4597920"/>
                <a:ext cx="1855800" cy="582480"/>
              </a:xfrm>
              <a:prstGeom prst="rect">
                <a:avLst/>
              </a:prstGeom>
            </p:spPr>
          </p:pic>
        </mc:Fallback>
      </mc:AlternateContent>
    </p:spTree>
    <p:extLst>
      <p:ext uri="{BB962C8B-B14F-4D97-AF65-F5344CB8AC3E}">
        <p14:creationId xmlns:p14="http://schemas.microsoft.com/office/powerpoint/2010/main" val="4221309134"/>
      </p:ext>
    </p:extLst>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AD13E-73C1-459C-BF2A-458DCAB2D524}"/>
              </a:ext>
            </a:extLst>
          </p:cNvPr>
          <p:cNvSpPr>
            <a:spLocks noGrp="1"/>
          </p:cNvSpPr>
          <p:nvPr>
            <p:ph type="title"/>
          </p:nvPr>
        </p:nvSpPr>
        <p:spPr>
          <a:xfrm>
            <a:off x="838200" y="0"/>
            <a:ext cx="10515600" cy="1325563"/>
          </a:xfrm>
        </p:spPr>
        <p:txBody>
          <a:bodyPr/>
          <a:lstStyle/>
          <a:p>
            <a:pPr algn="ctr"/>
            <a:r>
              <a:rPr lang="en-US" b="1" dirty="0"/>
              <a:t>Assumptions in the computation of Fundamental PE for </a:t>
            </a:r>
            <a:r>
              <a:rPr lang="en-US" b="1" dirty="0">
                <a:highlight>
                  <a:srgbClr val="FFFF00"/>
                </a:highlight>
              </a:rPr>
              <a:t>Infosys</a:t>
            </a:r>
            <a:endParaRPr lang="en-IN" b="1" dirty="0">
              <a:highlight>
                <a:srgbClr val="FFFF00"/>
              </a:highlight>
            </a:endParaRPr>
          </a:p>
        </p:txBody>
      </p:sp>
      <p:graphicFrame>
        <p:nvGraphicFramePr>
          <p:cNvPr id="4" name="Table 4">
            <a:extLst>
              <a:ext uri="{FF2B5EF4-FFF2-40B4-BE49-F238E27FC236}">
                <a16:creationId xmlns:a16="http://schemas.microsoft.com/office/drawing/2014/main" id="{EBB5E308-6DEA-4642-BFD2-7CCB6CDC514C}"/>
              </a:ext>
            </a:extLst>
          </p:cNvPr>
          <p:cNvGraphicFramePr>
            <a:graphicFrameLocks noGrp="1"/>
          </p:cNvGraphicFramePr>
          <p:nvPr>
            <p:ph idx="1"/>
          </p:nvPr>
        </p:nvGraphicFramePr>
        <p:xfrm>
          <a:off x="838200" y="1325563"/>
          <a:ext cx="10515600" cy="5130800"/>
        </p:xfrm>
        <a:graphic>
          <a:graphicData uri="http://schemas.openxmlformats.org/drawingml/2006/table">
            <a:tbl>
              <a:tblPr firstRow="1" bandRow="1">
                <a:tableStyleId>{21E4AEA4-8DFA-4A89-87EB-49C32662AFE0}</a:tableStyleId>
              </a:tblPr>
              <a:tblGrid>
                <a:gridCol w="2628900">
                  <a:extLst>
                    <a:ext uri="{9D8B030D-6E8A-4147-A177-3AD203B41FA5}">
                      <a16:colId xmlns:a16="http://schemas.microsoft.com/office/drawing/2014/main" val="3359730896"/>
                    </a:ext>
                  </a:extLst>
                </a:gridCol>
                <a:gridCol w="2202180">
                  <a:extLst>
                    <a:ext uri="{9D8B030D-6E8A-4147-A177-3AD203B41FA5}">
                      <a16:colId xmlns:a16="http://schemas.microsoft.com/office/drawing/2014/main" val="3967438803"/>
                    </a:ext>
                  </a:extLst>
                </a:gridCol>
                <a:gridCol w="3055620">
                  <a:extLst>
                    <a:ext uri="{9D8B030D-6E8A-4147-A177-3AD203B41FA5}">
                      <a16:colId xmlns:a16="http://schemas.microsoft.com/office/drawing/2014/main" val="3218429050"/>
                    </a:ext>
                  </a:extLst>
                </a:gridCol>
                <a:gridCol w="2628900">
                  <a:extLst>
                    <a:ext uri="{9D8B030D-6E8A-4147-A177-3AD203B41FA5}">
                      <a16:colId xmlns:a16="http://schemas.microsoft.com/office/drawing/2014/main" val="3229804162"/>
                    </a:ext>
                  </a:extLst>
                </a:gridCol>
              </a:tblGrid>
              <a:tr h="370840">
                <a:tc>
                  <a:txBody>
                    <a:bodyPr/>
                    <a:lstStyle/>
                    <a:p>
                      <a:r>
                        <a:rPr lang="en-US" dirty="0"/>
                        <a:t>Particulars</a:t>
                      </a:r>
                      <a:endParaRPr lang="en-IN" dirty="0"/>
                    </a:p>
                  </a:txBody>
                  <a:tcPr/>
                </a:tc>
                <a:tc>
                  <a:txBody>
                    <a:bodyPr/>
                    <a:lstStyle/>
                    <a:p>
                      <a:r>
                        <a:rPr lang="en-US" dirty="0"/>
                        <a:t>High Growth Phase</a:t>
                      </a:r>
                      <a:endParaRPr lang="en-IN" dirty="0"/>
                    </a:p>
                  </a:txBody>
                  <a:tcPr/>
                </a:tc>
                <a:tc>
                  <a:txBody>
                    <a:bodyPr/>
                    <a:lstStyle/>
                    <a:p>
                      <a:r>
                        <a:rPr lang="en-US" dirty="0"/>
                        <a:t>Transition Phase</a:t>
                      </a:r>
                      <a:endParaRPr lang="en-IN" dirty="0"/>
                    </a:p>
                  </a:txBody>
                  <a:tcPr/>
                </a:tc>
                <a:tc>
                  <a:txBody>
                    <a:bodyPr/>
                    <a:lstStyle/>
                    <a:p>
                      <a:r>
                        <a:rPr lang="en-US" dirty="0"/>
                        <a:t>Stable Phase </a:t>
                      </a:r>
                      <a:endParaRPr lang="en-IN" dirty="0"/>
                    </a:p>
                  </a:txBody>
                  <a:tcPr/>
                </a:tc>
                <a:extLst>
                  <a:ext uri="{0D108BD9-81ED-4DB2-BD59-A6C34878D82A}">
                    <a16:rowId xmlns:a16="http://schemas.microsoft.com/office/drawing/2014/main" val="3057931776"/>
                  </a:ext>
                </a:extLst>
              </a:tr>
              <a:tr h="370840">
                <a:tc>
                  <a:txBody>
                    <a:bodyPr/>
                    <a:lstStyle/>
                    <a:p>
                      <a:r>
                        <a:rPr lang="en-US" b="1" dirty="0"/>
                        <a:t>Length (in years )</a:t>
                      </a:r>
                      <a:endParaRPr lang="en-IN" b="1" dirty="0"/>
                    </a:p>
                  </a:txBody>
                  <a:tcPr/>
                </a:tc>
                <a:tc>
                  <a:txBody>
                    <a:bodyPr/>
                    <a:lstStyle/>
                    <a:p>
                      <a:r>
                        <a:rPr lang="en-US" dirty="0"/>
                        <a:t>5 years</a:t>
                      </a:r>
                      <a:endParaRPr lang="en-IN" dirty="0"/>
                    </a:p>
                  </a:txBody>
                  <a:tcPr/>
                </a:tc>
                <a:tc>
                  <a:txBody>
                    <a:bodyPr/>
                    <a:lstStyle/>
                    <a:p>
                      <a:r>
                        <a:rPr lang="en-US" dirty="0"/>
                        <a:t>5 years (</a:t>
                      </a:r>
                      <a:r>
                        <a:rPr lang="en-US" dirty="0" err="1"/>
                        <a:t>i.e</a:t>
                      </a:r>
                      <a:r>
                        <a:rPr lang="en-US" dirty="0"/>
                        <a:t> y6 to y10)</a:t>
                      </a:r>
                      <a:endParaRPr lang="en-IN" dirty="0"/>
                    </a:p>
                  </a:txBody>
                  <a:tcPr/>
                </a:tc>
                <a:tc>
                  <a:txBody>
                    <a:bodyPr/>
                    <a:lstStyle/>
                    <a:p>
                      <a:r>
                        <a:rPr lang="en-US" dirty="0"/>
                        <a:t>After year 10</a:t>
                      </a:r>
                      <a:endParaRPr lang="en-IN" dirty="0"/>
                    </a:p>
                  </a:txBody>
                  <a:tcPr/>
                </a:tc>
                <a:extLst>
                  <a:ext uri="{0D108BD9-81ED-4DB2-BD59-A6C34878D82A}">
                    <a16:rowId xmlns:a16="http://schemas.microsoft.com/office/drawing/2014/main" val="1779586652"/>
                  </a:ext>
                </a:extLst>
              </a:tr>
              <a:tr h="370840">
                <a:tc>
                  <a:txBody>
                    <a:bodyPr/>
                    <a:lstStyle/>
                    <a:p>
                      <a:r>
                        <a:rPr lang="en-US" b="1" dirty="0"/>
                        <a:t>DPR</a:t>
                      </a:r>
                      <a:endParaRPr lang="en-IN" b="1" dirty="0"/>
                    </a:p>
                  </a:txBody>
                  <a:tcPr/>
                </a:tc>
                <a:tc>
                  <a:txBody>
                    <a:bodyPr/>
                    <a:lstStyle/>
                    <a:p>
                      <a:r>
                        <a:rPr lang="en-US" b="1" dirty="0"/>
                        <a:t>60 %</a:t>
                      </a:r>
                      <a:endParaRPr lang="en-IN" b="1" dirty="0"/>
                    </a:p>
                  </a:txBody>
                  <a:tcPr/>
                </a:tc>
                <a:tc>
                  <a:txBody>
                    <a:bodyPr/>
                    <a:lstStyle/>
                    <a:p>
                      <a:r>
                        <a:rPr lang="en-US" dirty="0"/>
                        <a:t>(80-60)/5 = </a:t>
                      </a:r>
                      <a:r>
                        <a:rPr lang="en-US" b="1" dirty="0"/>
                        <a:t>4 % </a:t>
                      </a:r>
                      <a:r>
                        <a:rPr lang="en-US" b="1" dirty="0" err="1"/>
                        <a:t>p.year</a:t>
                      </a:r>
                      <a:endParaRPr lang="en-US" b="1" dirty="0"/>
                    </a:p>
                    <a:p>
                      <a:r>
                        <a:rPr lang="en-US" b="1" dirty="0"/>
                        <a:t>Y6:</a:t>
                      </a:r>
                      <a:r>
                        <a:rPr lang="en-US" dirty="0"/>
                        <a:t> 60+4 = 64 %</a:t>
                      </a:r>
                    </a:p>
                    <a:p>
                      <a:r>
                        <a:rPr lang="en-US" b="1" dirty="0"/>
                        <a:t>Y7:</a:t>
                      </a:r>
                      <a:r>
                        <a:rPr lang="en-US" dirty="0"/>
                        <a:t> 64 + 4= 68%</a:t>
                      </a:r>
                    </a:p>
                    <a:p>
                      <a:r>
                        <a:rPr lang="en-US" b="1" dirty="0"/>
                        <a:t>Y8:</a:t>
                      </a:r>
                      <a:r>
                        <a:rPr lang="en-US" dirty="0"/>
                        <a:t> 72 %</a:t>
                      </a:r>
                    </a:p>
                    <a:p>
                      <a:r>
                        <a:rPr lang="en-US" b="1" dirty="0"/>
                        <a:t>Y9</a:t>
                      </a:r>
                      <a:r>
                        <a:rPr lang="en-US" dirty="0"/>
                        <a:t>: 76 %</a:t>
                      </a:r>
                    </a:p>
                    <a:p>
                      <a:r>
                        <a:rPr lang="en-US" b="1" dirty="0"/>
                        <a:t>Y10:</a:t>
                      </a:r>
                      <a:r>
                        <a:rPr lang="en-US" dirty="0"/>
                        <a:t> 80 %</a:t>
                      </a:r>
                      <a:endParaRPr lang="en-IN" dirty="0"/>
                    </a:p>
                  </a:txBody>
                  <a:tcPr/>
                </a:tc>
                <a:tc>
                  <a:txBody>
                    <a:bodyPr/>
                    <a:lstStyle/>
                    <a:p>
                      <a:r>
                        <a:rPr lang="en-US" b="1" dirty="0"/>
                        <a:t>80 %</a:t>
                      </a:r>
                      <a:endParaRPr lang="en-IN" b="1" dirty="0"/>
                    </a:p>
                  </a:txBody>
                  <a:tcPr/>
                </a:tc>
                <a:extLst>
                  <a:ext uri="{0D108BD9-81ED-4DB2-BD59-A6C34878D82A}">
                    <a16:rowId xmlns:a16="http://schemas.microsoft.com/office/drawing/2014/main" val="1124298241"/>
                  </a:ext>
                </a:extLst>
              </a:tr>
              <a:tr h="370840">
                <a:tc>
                  <a:txBody>
                    <a:bodyPr/>
                    <a:lstStyle/>
                    <a:p>
                      <a:r>
                        <a:rPr lang="en-US" b="1" dirty="0"/>
                        <a:t>Growth Rate</a:t>
                      </a:r>
                      <a:endParaRPr lang="en-IN" b="1" dirty="0"/>
                    </a:p>
                  </a:txBody>
                  <a:tcPr/>
                </a:tc>
                <a:tc>
                  <a:txBody>
                    <a:bodyPr/>
                    <a:lstStyle/>
                    <a:p>
                      <a:r>
                        <a:rPr lang="en-US" b="1" dirty="0"/>
                        <a:t>12.00 %</a:t>
                      </a:r>
                      <a:endParaRPr lang="en-IN" b="1" dirty="0"/>
                    </a:p>
                  </a:txBody>
                  <a:tcPr/>
                </a:tc>
                <a:tc>
                  <a:txBody>
                    <a:bodyPr/>
                    <a:lstStyle/>
                    <a:p>
                      <a:r>
                        <a:rPr lang="en-US" dirty="0"/>
                        <a:t>(12.00-6.00 )/5 = </a:t>
                      </a:r>
                      <a:r>
                        <a:rPr lang="en-US" b="1" dirty="0"/>
                        <a:t>1.20</a:t>
                      </a:r>
                    </a:p>
                    <a:p>
                      <a:r>
                        <a:rPr lang="en-US" b="1" dirty="0"/>
                        <a:t>Y6:</a:t>
                      </a:r>
                      <a:r>
                        <a:rPr lang="en-US" dirty="0"/>
                        <a:t> 10.80% ; </a:t>
                      </a:r>
                      <a:r>
                        <a:rPr lang="en-US" b="1" dirty="0"/>
                        <a:t>Y7:</a:t>
                      </a:r>
                      <a:r>
                        <a:rPr lang="en-US" dirty="0"/>
                        <a:t> 9.60 %</a:t>
                      </a:r>
                    </a:p>
                    <a:p>
                      <a:r>
                        <a:rPr lang="en-US" b="1" dirty="0"/>
                        <a:t>Y8:</a:t>
                      </a:r>
                      <a:r>
                        <a:rPr lang="en-US" dirty="0"/>
                        <a:t> 8.40 % ; </a:t>
                      </a:r>
                      <a:r>
                        <a:rPr lang="en-US" b="1" dirty="0"/>
                        <a:t>Y9</a:t>
                      </a:r>
                      <a:r>
                        <a:rPr lang="en-US" dirty="0"/>
                        <a:t>: 7.20 %</a:t>
                      </a:r>
                    </a:p>
                    <a:p>
                      <a:r>
                        <a:rPr lang="en-US" b="1" dirty="0"/>
                        <a:t>Y10:</a:t>
                      </a:r>
                      <a:r>
                        <a:rPr lang="en-US" dirty="0"/>
                        <a:t> 6%</a:t>
                      </a:r>
                      <a:endParaRPr lang="en-IN" dirty="0"/>
                    </a:p>
                  </a:txBody>
                  <a:tcPr/>
                </a:tc>
                <a:tc>
                  <a:txBody>
                    <a:bodyPr/>
                    <a:lstStyle/>
                    <a:p>
                      <a:r>
                        <a:rPr lang="en-US" b="1" dirty="0"/>
                        <a:t>6%</a:t>
                      </a:r>
                      <a:endParaRPr lang="en-IN" b="1" dirty="0"/>
                    </a:p>
                  </a:txBody>
                  <a:tcPr/>
                </a:tc>
                <a:extLst>
                  <a:ext uri="{0D108BD9-81ED-4DB2-BD59-A6C34878D82A}">
                    <a16:rowId xmlns:a16="http://schemas.microsoft.com/office/drawing/2014/main" val="2696296970"/>
                  </a:ext>
                </a:extLst>
              </a:tr>
              <a:tr h="370840">
                <a:tc>
                  <a:txBody>
                    <a:bodyPr/>
                    <a:lstStyle/>
                    <a:p>
                      <a:r>
                        <a:rPr lang="en-US" b="1" dirty="0"/>
                        <a:t>COE</a:t>
                      </a:r>
                      <a:endParaRPr lang="en-IN" b="1" dirty="0"/>
                    </a:p>
                  </a:txBody>
                  <a:tcPr/>
                </a:tc>
                <a:tc>
                  <a:txBody>
                    <a:bodyPr/>
                    <a:lstStyle/>
                    <a:p>
                      <a:r>
                        <a:rPr lang="en-US" dirty="0"/>
                        <a:t>7.35 %+ (1.22*7.46%)</a:t>
                      </a:r>
                    </a:p>
                    <a:p>
                      <a:r>
                        <a:rPr lang="en-US" dirty="0"/>
                        <a:t>= </a:t>
                      </a:r>
                      <a:r>
                        <a:rPr lang="en-US" b="1" dirty="0"/>
                        <a:t>16.45  %</a:t>
                      </a:r>
                    </a:p>
                    <a:p>
                      <a:endParaRPr lang="en-US" b="1" dirty="0"/>
                    </a:p>
                    <a:p>
                      <a:r>
                        <a:rPr lang="en-US" b="1" dirty="0"/>
                        <a:t>(18 March 2025 Beta =1.22)</a:t>
                      </a:r>
                      <a:endParaRPr lang="en-IN"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(16.45-10.80)/5 = </a:t>
                      </a:r>
                      <a:r>
                        <a:rPr kumimoji="0" lang="en-US" sz="1800" b="1" i="0" u="none" strike="noStrike" kern="1200" cap="none" spc="0" normalizeH="0" baseline="0" noProof="0" dirty="0">
                          <a:ln>
                            <a:noFill/>
                          </a:ln>
                          <a:solidFill>
                            <a:prstClr val="black"/>
                          </a:solidFill>
                          <a:effectLst/>
                          <a:uLnTx/>
                          <a:uFillTx/>
                          <a:latin typeface="+mn-lt"/>
                          <a:ea typeface="+mn-ea"/>
                          <a:cs typeface="+mn-cs"/>
                        </a:rPr>
                        <a:t>1.13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Y6:</a:t>
                      </a:r>
                      <a:r>
                        <a:rPr kumimoji="0" lang="en-US" sz="1800" b="0" i="0" u="none" strike="noStrike" kern="1200" cap="none" spc="0" normalizeH="0" baseline="0" noProof="0" dirty="0">
                          <a:ln>
                            <a:noFill/>
                          </a:ln>
                          <a:solidFill>
                            <a:prstClr val="black"/>
                          </a:solidFill>
                          <a:effectLst/>
                          <a:uLnTx/>
                          <a:uFillTx/>
                          <a:latin typeface="+mn-lt"/>
                          <a:ea typeface="+mn-ea"/>
                          <a:cs typeface="+mn-cs"/>
                        </a:rPr>
                        <a:t> 15.32% ; </a:t>
                      </a:r>
                      <a:r>
                        <a:rPr kumimoji="0" lang="en-US" sz="1800" b="1" i="0" u="none" strike="noStrike" kern="1200" cap="none" spc="0" normalizeH="0" baseline="0" noProof="0" dirty="0">
                          <a:ln>
                            <a:noFill/>
                          </a:ln>
                          <a:solidFill>
                            <a:prstClr val="black"/>
                          </a:solidFill>
                          <a:effectLst/>
                          <a:uLnTx/>
                          <a:uFillTx/>
                          <a:latin typeface="+mn-lt"/>
                          <a:ea typeface="+mn-ea"/>
                          <a:cs typeface="+mn-cs"/>
                        </a:rPr>
                        <a:t>Y7:</a:t>
                      </a:r>
                      <a:r>
                        <a:rPr kumimoji="0" lang="en-US" sz="1800" b="0" i="0" u="none" strike="noStrike" kern="1200" cap="none" spc="0" normalizeH="0" baseline="0" noProof="0" dirty="0">
                          <a:ln>
                            <a:noFill/>
                          </a:ln>
                          <a:solidFill>
                            <a:prstClr val="black"/>
                          </a:solidFill>
                          <a:effectLst/>
                          <a:uLnTx/>
                          <a:uFillTx/>
                          <a:latin typeface="+mn-lt"/>
                          <a:ea typeface="+mn-ea"/>
                          <a:cs typeface="+mn-cs"/>
                        </a:rPr>
                        <a:t> 14.19%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Y8:</a:t>
                      </a:r>
                      <a:r>
                        <a:rPr kumimoji="0" lang="en-US" sz="1800" b="0" i="0" u="none" strike="noStrike" kern="1200" cap="none" spc="0" normalizeH="0" baseline="0" noProof="0" dirty="0">
                          <a:ln>
                            <a:noFill/>
                          </a:ln>
                          <a:solidFill>
                            <a:prstClr val="black"/>
                          </a:solidFill>
                          <a:effectLst/>
                          <a:uLnTx/>
                          <a:uFillTx/>
                          <a:latin typeface="+mn-lt"/>
                          <a:ea typeface="+mn-ea"/>
                          <a:cs typeface="+mn-cs"/>
                        </a:rPr>
                        <a:t> 13.06% ; </a:t>
                      </a:r>
                      <a:r>
                        <a:rPr kumimoji="0" lang="en-US" sz="1800" b="1" i="0" u="none" strike="noStrike" kern="1200" cap="none" spc="0" normalizeH="0" baseline="0" noProof="0" dirty="0">
                          <a:ln>
                            <a:noFill/>
                          </a:ln>
                          <a:solidFill>
                            <a:prstClr val="black"/>
                          </a:solidFill>
                          <a:effectLst/>
                          <a:uLnTx/>
                          <a:uFillTx/>
                          <a:latin typeface="+mn-lt"/>
                          <a:ea typeface="+mn-ea"/>
                          <a:cs typeface="+mn-cs"/>
                        </a:rPr>
                        <a:t>Y9</a:t>
                      </a:r>
                      <a:r>
                        <a:rPr kumimoji="0" lang="en-US" sz="1800" b="0" i="0" u="none" strike="noStrike" kern="1200" cap="none" spc="0" normalizeH="0" baseline="0" noProof="0" dirty="0">
                          <a:ln>
                            <a:noFill/>
                          </a:ln>
                          <a:solidFill>
                            <a:prstClr val="black"/>
                          </a:solidFill>
                          <a:effectLst/>
                          <a:uLnTx/>
                          <a:uFillTx/>
                          <a:latin typeface="+mn-lt"/>
                          <a:ea typeface="+mn-ea"/>
                          <a:cs typeface="+mn-cs"/>
                        </a:rPr>
                        <a:t>: 11.93%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Y10:</a:t>
                      </a:r>
                      <a:r>
                        <a:rPr kumimoji="0" lang="en-US" sz="1800" b="0" i="0" u="none" strike="noStrike" kern="1200" cap="none" spc="0" normalizeH="0" baseline="0" noProof="0" dirty="0">
                          <a:ln>
                            <a:noFill/>
                          </a:ln>
                          <a:solidFill>
                            <a:prstClr val="black"/>
                          </a:solidFill>
                          <a:effectLst/>
                          <a:uLnTx/>
                          <a:uFillTx/>
                          <a:latin typeface="+mn-lt"/>
                          <a:ea typeface="+mn-ea"/>
                          <a:cs typeface="+mn-cs"/>
                        </a:rPr>
                        <a:t> 10.80%</a:t>
                      </a:r>
                      <a:endParaRPr kumimoji="0" lang="en-IN" sz="1800" b="0" i="0" u="none" strike="noStrike" kern="1200" cap="none" spc="0" normalizeH="0" baseline="0" noProof="0" dirty="0">
                        <a:ln>
                          <a:noFill/>
                        </a:ln>
                        <a:solidFill>
                          <a:prstClr val="black"/>
                        </a:solidFill>
                        <a:effectLst/>
                        <a:uLnTx/>
                        <a:uFillTx/>
                        <a:latin typeface="+mn-lt"/>
                        <a:ea typeface="+mn-ea"/>
                        <a:cs typeface="+mn-cs"/>
                      </a:endParaRPr>
                    </a:p>
                    <a:p>
                      <a:endParaRPr lang="en-IN" dirty="0"/>
                    </a:p>
                  </a:txBody>
                  <a:tcPr/>
                </a:tc>
                <a:tc>
                  <a:txBody>
                    <a:bodyPr/>
                    <a:lstStyle/>
                    <a:p>
                      <a:r>
                        <a:rPr lang="en-US" dirty="0"/>
                        <a:t>6% + (0.80*6%) = </a:t>
                      </a:r>
                      <a:r>
                        <a:rPr lang="en-US" b="1" dirty="0"/>
                        <a:t>10.80%</a:t>
                      </a:r>
                      <a:endParaRPr lang="en-IN" b="1" dirty="0"/>
                    </a:p>
                  </a:txBody>
                  <a:tcPr/>
                </a:tc>
                <a:extLst>
                  <a:ext uri="{0D108BD9-81ED-4DB2-BD59-A6C34878D82A}">
                    <a16:rowId xmlns:a16="http://schemas.microsoft.com/office/drawing/2014/main" val="4119907283"/>
                  </a:ext>
                </a:extLst>
              </a:tr>
            </a:tbl>
          </a:graphicData>
        </a:graphic>
      </p:graphicFrame>
    </p:spTree>
    <p:extLst>
      <p:ext uri="{BB962C8B-B14F-4D97-AF65-F5344CB8AC3E}">
        <p14:creationId xmlns:p14="http://schemas.microsoft.com/office/powerpoint/2010/main" val="166412989"/>
      </p:ext>
    </p:extLst>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ECFF3-E53C-4AF0-B79E-AF81652B8D5E}"/>
              </a:ext>
            </a:extLst>
          </p:cNvPr>
          <p:cNvSpPr>
            <a:spLocks noGrp="1"/>
          </p:cNvSpPr>
          <p:nvPr>
            <p:ph type="title"/>
          </p:nvPr>
        </p:nvSpPr>
        <p:spPr/>
        <p:txBody>
          <a:bodyPr/>
          <a:lstStyle/>
          <a:p>
            <a:pPr algn="ctr"/>
            <a:r>
              <a:rPr lang="en-US" b="1" dirty="0"/>
              <a:t>Infosys- High Growth PE ???</a:t>
            </a:r>
            <a:endParaRPr lang="en-IN" b="1" dirty="0"/>
          </a:p>
        </p:txBody>
      </p:sp>
      <p:sp>
        <p:nvSpPr>
          <p:cNvPr id="3" name="Content Placeholder 2">
            <a:extLst>
              <a:ext uri="{FF2B5EF4-FFF2-40B4-BE49-F238E27FC236}">
                <a16:creationId xmlns:a16="http://schemas.microsoft.com/office/drawing/2014/main" id="{1ADC04F0-B394-4706-BF44-AE17C5BEFE27}"/>
              </a:ext>
            </a:extLst>
          </p:cNvPr>
          <p:cNvSpPr>
            <a:spLocks noGrp="1"/>
          </p:cNvSpPr>
          <p:nvPr>
            <p:ph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DPR hg *(1+ g hg) *( 1- [ {1+g hg}^n / {1+ COE hg }^n])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COE hg – g hg</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600"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prstClr val="black"/>
                </a:solidFill>
                <a:latin typeface="Calibri" panose="020F0502020204030204"/>
              </a:rPr>
              <a:t>Where </a:t>
            </a:r>
            <a:r>
              <a:rPr lang="en-US" sz="2600" b="1" dirty="0">
                <a:solidFill>
                  <a:prstClr val="black"/>
                </a:solidFill>
                <a:latin typeface="Calibri" panose="020F0502020204030204"/>
              </a:rPr>
              <a:t>DPR hg = 60% ;  g hg = 12.00% ; COE hg = 16.45% : n hg = 5 years</a:t>
            </a:r>
            <a:endParaRPr lang="en-IN"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241ECB6-B7F0-C41B-0D80-A7E1D58FBC01}"/>
                  </a:ext>
                </a:extLst>
              </p14:cNvPr>
              <p14:cNvContentPartPr/>
              <p14:nvPr/>
            </p14:nvContentPartPr>
            <p14:xfrm>
              <a:off x="1743120" y="1116720"/>
              <a:ext cx="10421280" cy="6019200"/>
            </p14:xfrm>
          </p:contentPart>
        </mc:Choice>
        <mc:Fallback xmlns="">
          <p:pic>
            <p:nvPicPr>
              <p:cNvPr id="4" name="Ink 3">
                <a:extLst>
                  <a:ext uri="{FF2B5EF4-FFF2-40B4-BE49-F238E27FC236}">
                    <a16:creationId xmlns:a16="http://schemas.microsoft.com/office/drawing/2014/main" id="{1241ECB6-B7F0-C41B-0D80-A7E1D58FBC01}"/>
                  </a:ext>
                </a:extLst>
              </p:cNvPr>
              <p:cNvPicPr/>
              <p:nvPr/>
            </p:nvPicPr>
            <p:blipFill>
              <a:blip r:embed="rId3"/>
              <a:stretch>
                <a:fillRect/>
              </a:stretch>
            </p:blipFill>
            <p:spPr>
              <a:xfrm>
                <a:off x="1733760" y="1107360"/>
                <a:ext cx="10440000" cy="6037920"/>
              </a:xfrm>
              <a:prstGeom prst="rect">
                <a:avLst/>
              </a:prstGeom>
            </p:spPr>
          </p:pic>
        </mc:Fallback>
      </mc:AlternateContent>
    </p:spTree>
    <p:extLst>
      <p:ext uri="{BB962C8B-B14F-4D97-AF65-F5344CB8AC3E}">
        <p14:creationId xmlns:p14="http://schemas.microsoft.com/office/powerpoint/2010/main" val="1679561370"/>
      </p:ext>
    </p:extLst>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B635D-537F-41DA-B4E3-963B25D13BAA}"/>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High Growth PE</a:t>
            </a:r>
            <a:endParaRPr lang="en-IN" dirty="0"/>
          </a:p>
        </p:txBody>
      </p:sp>
      <p:sp>
        <p:nvSpPr>
          <p:cNvPr id="3" name="Content Placeholder 2">
            <a:extLst>
              <a:ext uri="{FF2B5EF4-FFF2-40B4-BE49-F238E27FC236}">
                <a16:creationId xmlns:a16="http://schemas.microsoft.com/office/drawing/2014/main" id="{0705010F-989C-4D89-8B33-0E0457114C99}"/>
              </a:ext>
            </a:extLst>
          </p:cNvPr>
          <p:cNvSpPr>
            <a:spLocks noGrp="1"/>
          </p:cNvSpPr>
          <p:nvPr>
            <p:ph idx="1"/>
          </p:nvPr>
        </p:nvSpPr>
        <p:spPr/>
        <p:txBody>
          <a:bodyPr/>
          <a:lstStyle/>
          <a:p>
            <a:pPr marL="0" indent="0">
              <a:buNone/>
            </a:pPr>
            <a:r>
              <a:rPr lang="en-US" dirty="0"/>
              <a:t>= 0.60(1.12)(1- [{1.12}^5/ {1.1645}^5]) /  (0.1645-0.1200)</a:t>
            </a:r>
          </a:p>
          <a:p>
            <a:pPr marL="0" indent="0">
              <a:buNone/>
            </a:pPr>
            <a:endParaRPr lang="en-US" dirty="0"/>
          </a:p>
          <a:p>
            <a:pPr marL="0" indent="0">
              <a:buNone/>
            </a:pPr>
            <a:r>
              <a:rPr lang="en-US" dirty="0"/>
              <a:t>= 0.6720 ( 1- {1.7623/ 2.1414) / 0.0445</a:t>
            </a:r>
          </a:p>
          <a:p>
            <a:pPr marL="0" indent="0">
              <a:buNone/>
            </a:pPr>
            <a:endParaRPr lang="en-US" dirty="0"/>
          </a:p>
          <a:p>
            <a:pPr marL="0" indent="0">
              <a:buNone/>
            </a:pPr>
            <a:r>
              <a:rPr lang="en-US" b="1" dirty="0"/>
              <a:t>= 2.6729  times  </a:t>
            </a:r>
            <a:endParaRPr lang="en-IN"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4699F857-092C-0FEB-1CE3-0C599A60F432}"/>
                  </a:ext>
                </a:extLst>
              </p14:cNvPr>
              <p14:cNvContentPartPr/>
              <p14:nvPr/>
            </p14:nvContentPartPr>
            <p14:xfrm>
              <a:off x="3240720" y="3375360"/>
              <a:ext cx="1735560" cy="101880"/>
            </p14:xfrm>
          </p:contentPart>
        </mc:Choice>
        <mc:Fallback xmlns="">
          <p:pic>
            <p:nvPicPr>
              <p:cNvPr id="4" name="Ink 3">
                <a:extLst>
                  <a:ext uri="{FF2B5EF4-FFF2-40B4-BE49-F238E27FC236}">
                    <a16:creationId xmlns:a16="http://schemas.microsoft.com/office/drawing/2014/main" id="{4699F857-092C-0FEB-1CE3-0C599A60F432}"/>
                  </a:ext>
                </a:extLst>
              </p:cNvPr>
              <p:cNvPicPr/>
              <p:nvPr/>
            </p:nvPicPr>
            <p:blipFill>
              <a:blip r:embed="rId3"/>
              <a:stretch>
                <a:fillRect/>
              </a:stretch>
            </p:blipFill>
            <p:spPr>
              <a:xfrm>
                <a:off x="3231360" y="3366000"/>
                <a:ext cx="1754280" cy="120600"/>
              </a:xfrm>
              <a:prstGeom prst="rect">
                <a:avLst/>
              </a:prstGeom>
            </p:spPr>
          </p:pic>
        </mc:Fallback>
      </mc:AlternateContent>
    </p:spTree>
    <p:extLst>
      <p:ext uri="{BB962C8B-B14F-4D97-AF65-F5344CB8AC3E}">
        <p14:creationId xmlns:p14="http://schemas.microsoft.com/office/powerpoint/2010/main" val="980938906"/>
      </p:ext>
    </p:extLst>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F64D0-BC4C-42F7-A6E4-EE9C4CC4527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Year 6 PE =???</a:t>
            </a:r>
            <a:endParaRPr lang="en-IN" dirty="0"/>
          </a:p>
        </p:txBody>
      </p:sp>
      <p:sp>
        <p:nvSpPr>
          <p:cNvPr id="3" name="Content Placeholder 2">
            <a:extLst>
              <a:ext uri="{FF2B5EF4-FFF2-40B4-BE49-F238E27FC236}">
                <a16:creationId xmlns:a16="http://schemas.microsoft.com/office/drawing/2014/main" id="{DFD671A4-E92E-4A54-898A-8AD3892086F7}"/>
              </a:ext>
            </a:extLst>
          </p:cNvPr>
          <p:cNvSpPr>
            <a:spLocks noGrp="1"/>
          </p:cNvSpPr>
          <p:nvPr>
            <p:ph idx="1"/>
          </p:nvPr>
        </p:nvSpPr>
        <p:spPr/>
        <p:txBody>
          <a:bodyPr/>
          <a:lstStyle/>
          <a:p>
            <a:r>
              <a:rPr lang="en-US" dirty="0"/>
              <a:t>What do we need ?</a:t>
            </a:r>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E8AF5500-5B93-C5A6-28C9-D70BED3EED52}"/>
                  </a:ext>
                </a:extLst>
              </p14:cNvPr>
              <p14:cNvContentPartPr/>
              <p14:nvPr/>
            </p14:nvContentPartPr>
            <p14:xfrm>
              <a:off x="1174320" y="850680"/>
              <a:ext cx="10535040" cy="5951160"/>
            </p14:xfrm>
          </p:contentPart>
        </mc:Choice>
        <mc:Fallback xmlns="">
          <p:pic>
            <p:nvPicPr>
              <p:cNvPr id="4" name="Ink 3">
                <a:extLst>
                  <a:ext uri="{FF2B5EF4-FFF2-40B4-BE49-F238E27FC236}">
                    <a16:creationId xmlns:a16="http://schemas.microsoft.com/office/drawing/2014/main" id="{E8AF5500-5B93-C5A6-28C9-D70BED3EED52}"/>
                  </a:ext>
                </a:extLst>
              </p:cNvPr>
              <p:cNvPicPr/>
              <p:nvPr/>
            </p:nvPicPr>
            <p:blipFill>
              <a:blip r:embed="rId3"/>
              <a:stretch>
                <a:fillRect/>
              </a:stretch>
            </p:blipFill>
            <p:spPr>
              <a:xfrm>
                <a:off x="1164960" y="841320"/>
                <a:ext cx="10553760" cy="5969880"/>
              </a:xfrm>
              <a:prstGeom prst="rect">
                <a:avLst/>
              </a:prstGeom>
            </p:spPr>
          </p:pic>
        </mc:Fallback>
      </mc:AlternateContent>
    </p:spTree>
    <p:extLst>
      <p:ext uri="{BB962C8B-B14F-4D97-AF65-F5344CB8AC3E}">
        <p14:creationId xmlns:p14="http://schemas.microsoft.com/office/powerpoint/2010/main" val="1159656410"/>
      </p:ext>
    </p:extLst>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F64D0-BC4C-42F7-A6E4-EE9C4CC4527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Year 6 PE =???</a:t>
            </a:r>
            <a:endParaRPr lang="en-IN" dirty="0"/>
          </a:p>
        </p:txBody>
      </p:sp>
      <p:sp>
        <p:nvSpPr>
          <p:cNvPr id="3" name="Content Placeholder 2">
            <a:extLst>
              <a:ext uri="{FF2B5EF4-FFF2-40B4-BE49-F238E27FC236}">
                <a16:creationId xmlns:a16="http://schemas.microsoft.com/office/drawing/2014/main" id="{DFD671A4-E92E-4A54-898A-8AD3892086F7}"/>
              </a:ext>
            </a:extLst>
          </p:cNvPr>
          <p:cNvSpPr>
            <a:spLocks noGrp="1"/>
          </p:cNvSpPr>
          <p:nvPr>
            <p:ph idx="1"/>
          </p:nvPr>
        </p:nvSpPr>
        <p:spPr/>
        <p:txBody>
          <a:bodyPr>
            <a:normAutofit/>
          </a:bodyPr>
          <a:lstStyle/>
          <a:p>
            <a:r>
              <a:rPr lang="en-US" sz="3600" dirty="0"/>
              <a:t>Year 6 DPR = 64 %  or 0.64</a:t>
            </a:r>
          </a:p>
          <a:p>
            <a:r>
              <a:rPr lang="en-US" sz="3600" dirty="0"/>
              <a:t>Year 1-5 growth factor = 1.7623</a:t>
            </a:r>
          </a:p>
          <a:p>
            <a:r>
              <a:rPr lang="en-US" sz="3600" dirty="0"/>
              <a:t>Year 6 growth rate = 10.80 % or 0.1080</a:t>
            </a:r>
          </a:p>
          <a:p>
            <a:r>
              <a:rPr lang="en-US" sz="3600" dirty="0"/>
              <a:t>Year 1-5 COE factor = 2.1414</a:t>
            </a:r>
          </a:p>
          <a:p>
            <a:r>
              <a:rPr lang="en-US" sz="3600" dirty="0"/>
              <a:t>Year 6 COE = 15.32% = 0.1532</a:t>
            </a:r>
            <a:endParaRPr lang="en-IN" sz="3600" dirty="0"/>
          </a:p>
        </p:txBody>
      </p:sp>
    </p:spTree>
    <p:extLst>
      <p:ext uri="{BB962C8B-B14F-4D97-AF65-F5344CB8AC3E}">
        <p14:creationId xmlns:p14="http://schemas.microsoft.com/office/powerpoint/2010/main" val="2628016315"/>
      </p:ext>
    </p:extLst>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204B-DC0A-4793-B4AF-A14DA4F88C4B}"/>
              </a:ext>
            </a:extLst>
          </p:cNvPr>
          <p:cNvSpPr>
            <a:spLocks noGrp="1"/>
          </p:cNvSpPr>
          <p:nvPr>
            <p:ph type="title"/>
          </p:nvPr>
        </p:nvSpPr>
        <p:spPr/>
        <p:txBody>
          <a:bodyPr/>
          <a:lstStyle/>
          <a:p>
            <a:pPr algn="ctr"/>
            <a:r>
              <a:rPr lang="en-US" b="1" dirty="0"/>
              <a:t>Infosys : Year 6 PE </a:t>
            </a:r>
            <a:endParaRPr lang="en-IN" b="1" dirty="0"/>
          </a:p>
        </p:txBody>
      </p:sp>
      <p:sp>
        <p:nvSpPr>
          <p:cNvPr id="3" name="Content Placeholder 2">
            <a:extLst>
              <a:ext uri="{FF2B5EF4-FFF2-40B4-BE49-F238E27FC236}">
                <a16:creationId xmlns:a16="http://schemas.microsoft.com/office/drawing/2014/main" id="{3A281185-5313-4B4E-ACCD-024DF39DD0C9}"/>
              </a:ext>
            </a:extLst>
          </p:cNvPr>
          <p:cNvSpPr>
            <a:spLocks noGrp="1"/>
          </p:cNvSpPr>
          <p:nvPr>
            <p:ph idx="1"/>
          </p:nvPr>
        </p:nvSpPr>
        <p:spPr/>
        <p:txBody>
          <a:bodyPr/>
          <a:lstStyle/>
          <a:p>
            <a:pPr marL="0" indent="0">
              <a:buNone/>
            </a:pPr>
            <a:r>
              <a:rPr lang="en-US" dirty="0"/>
              <a:t>= year 6 DPR * (1+G hg)^ hg period * (1+ G year 6)</a:t>
            </a:r>
          </a:p>
          <a:p>
            <a:pPr marL="0" indent="0">
              <a:buNone/>
            </a:pPr>
            <a:r>
              <a:rPr lang="en-US" dirty="0"/>
              <a:t>-----------------------------------------------------------------------</a:t>
            </a:r>
          </a:p>
          <a:p>
            <a:pPr marL="0" indent="0">
              <a:buNone/>
            </a:pPr>
            <a:r>
              <a:rPr lang="en-US" dirty="0"/>
              <a:t>            (1+ COE hg) ^ hg period  * (1+ COE year 6)</a:t>
            </a:r>
          </a:p>
          <a:p>
            <a:pPr marL="0" indent="0">
              <a:buNone/>
            </a:pPr>
            <a:endParaRPr lang="en-US" dirty="0"/>
          </a:p>
          <a:p>
            <a:pPr marL="0" indent="0">
              <a:buNone/>
            </a:pPr>
            <a:r>
              <a:rPr lang="en-US" dirty="0"/>
              <a:t>= 0.64 * (1.7623) (1.1080) /  (2.1414) (1.1532)</a:t>
            </a:r>
          </a:p>
          <a:p>
            <a:pPr marL="0" indent="0">
              <a:buNone/>
            </a:pPr>
            <a:r>
              <a:rPr lang="en-US" dirty="0"/>
              <a:t>= 0.64 (1.9526)/ 2.4695</a:t>
            </a:r>
          </a:p>
          <a:p>
            <a:pPr marL="0" indent="0">
              <a:buNone/>
            </a:pPr>
            <a:endParaRPr lang="en-US" dirty="0"/>
          </a:p>
          <a:p>
            <a:pPr marL="0" indent="0">
              <a:buNone/>
            </a:pPr>
            <a:r>
              <a:rPr lang="en-US" dirty="0"/>
              <a:t>= 1.2497 / 2.4695  = </a:t>
            </a:r>
            <a:r>
              <a:rPr lang="en-US" b="1" dirty="0"/>
              <a:t>0.5061 times </a:t>
            </a:r>
            <a:endParaRPr lang="en-IN" b="1" dirty="0"/>
          </a:p>
        </p:txBody>
      </p:sp>
    </p:spTree>
    <p:extLst>
      <p:ext uri="{BB962C8B-B14F-4D97-AF65-F5344CB8AC3E}">
        <p14:creationId xmlns:p14="http://schemas.microsoft.com/office/powerpoint/2010/main" val="3658136611"/>
      </p:ext>
    </p:extLst>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F64D0-BC4C-42F7-A6E4-EE9C4CC4527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Year 7 PE =???</a:t>
            </a:r>
            <a:endParaRPr lang="en-IN" dirty="0"/>
          </a:p>
        </p:txBody>
      </p:sp>
      <p:sp>
        <p:nvSpPr>
          <p:cNvPr id="3" name="Content Placeholder 2">
            <a:extLst>
              <a:ext uri="{FF2B5EF4-FFF2-40B4-BE49-F238E27FC236}">
                <a16:creationId xmlns:a16="http://schemas.microsoft.com/office/drawing/2014/main" id="{DFD671A4-E92E-4A54-898A-8AD3892086F7}"/>
              </a:ext>
            </a:extLst>
          </p:cNvPr>
          <p:cNvSpPr>
            <a:spLocks noGrp="1"/>
          </p:cNvSpPr>
          <p:nvPr>
            <p:ph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7 DPR = 68%  or 0.68</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1-6 growth </a:t>
            </a:r>
            <a:r>
              <a:rPr lang="en-US" sz="3600" dirty="0">
                <a:solidFill>
                  <a:prstClr val="black"/>
                </a:solidFill>
                <a:latin typeface="Calibri" panose="020F0502020204030204"/>
              </a:rPr>
              <a:t>factor</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lang="en-US" sz="3600" dirty="0">
                <a:solidFill>
                  <a:prstClr val="black"/>
                </a:solidFill>
                <a:latin typeface="Calibri" panose="020F0502020204030204"/>
              </a:rPr>
              <a:t>1.9526</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3600" dirty="0">
                <a:solidFill>
                  <a:prstClr val="black"/>
                </a:solidFill>
                <a:latin typeface="Calibri" panose="020F0502020204030204"/>
              </a:rPr>
              <a:t>Year 7 growth rate = 9.60 % </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1-6 COE factor = </a:t>
            </a:r>
            <a:r>
              <a:rPr lang="en-US" sz="3600" dirty="0">
                <a:solidFill>
                  <a:prstClr val="black"/>
                </a:solidFill>
                <a:latin typeface="Calibri" panose="020F0502020204030204"/>
              </a:rPr>
              <a:t>2.4695</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3600" dirty="0">
                <a:solidFill>
                  <a:prstClr val="black"/>
                </a:solidFill>
                <a:latin typeface="Calibri" panose="020F0502020204030204"/>
              </a:rPr>
              <a:t>Year 7 COE = 14.19 % = 0.1419</a:t>
            </a:r>
            <a:endParaRPr lang="en-IN" dirty="0"/>
          </a:p>
        </p:txBody>
      </p:sp>
    </p:spTree>
    <p:extLst>
      <p:ext uri="{BB962C8B-B14F-4D97-AF65-F5344CB8AC3E}">
        <p14:creationId xmlns:p14="http://schemas.microsoft.com/office/powerpoint/2010/main" val="3680857423"/>
      </p:ext>
    </p:extLst>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204B-DC0A-4793-B4AF-A14DA4F88C4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a:t>
            </a:r>
            <a:r>
              <a:rPr lang="en-US" b="1" dirty="0"/>
              <a:t>: Year 7 PE </a:t>
            </a:r>
            <a:endParaRPr lang="en-IN" b="1" dirty="0"/>
          </a:p>
        </p:txBody>
      </p:sp>
      <p:sp>
        <p:nvSpPr>
          <p:cNvPr id="3" name="Content Placeholder 2">
            <a:extLst>
              <a:ext uri="{FF2B5EF4-FFF2-40B4-BE49-F238E27FC236}">
                <a16:creationId xmlns:a16="http://schemas.microsoft.com/office/drawing/2014/main" id="{3A281185-5313-4B4E-ACCD-024DF39DD0C9}"/>
              </a:ext>
            </a:extLst>
          </p:cNvPr>
          <p:cNvSpPr>
            <a:spLocks noGrp="1"/>
          </p:cNvSpPr>
          <p:nvPr>
            <p:ph idx="1"/>
          </p:nvPr>
        </p:nvSpPr>
        <p:spPr/>
        <p:txBody>
          <a:bodyPr/>
          <a:lstStyle/>
          <a:p>
            <a:pPr marL="0" indent="0">
              <a:buNone/>
            </a:pPr>
            <a:r>
              <a:rPr lang="en-US" dirty="0"/>
              <a:t>= year 7 DPR * (1+G hg)^ hg period * (1+ G year 6)*(1+G y7)</a:t>
            </a:r>
          </a:p>
          <a:p>
            <a:pPr marL="0" indent="0">
              <a:buNone/>
            </a:pPr>
            <a:r>
              <a:rPr lang="en-US" dirty="0"/>
              <a:t>---------------------------------------------------------------------------------</a:t>
            </a:r>
          </a:p>
          <a:p>
            <a:pPr marL="0" indent="0">
              <a:buNone/>
            </a:pPr>
            <a:r>
              <a:rPr lang="en-US" dirty="0"/>
              <a:t>            (1+ COE hg) ^ hg period  * (1+ COE year 6)*(1+COE y7)</a:t>
            </a:r>
          </a:p>
          <a:p>
            <a:pPr marL="0" indent="0">
              <a:buNone/>
            </a:pPr>
            <a:endParaRPr lang="en-US" dirty="0"/>
          </a:p>
          <a:p>
            <a:pPr marL="0" indent="0">
              <a:buNone/>
            </a:pPr>
            <a:r>
              <a:rPr lang="en-US" dirty="0"/>
              <a:t>= 0.68 * (1.9526) (1.0960) /  (2.4695) (1.1419)</a:t>
            </a:r>
          </a:p>
          <a:p>
            <a:pPr marL="0" indent="0">
              <a:buNone/>
            </a:pPr>
            <a:r>
              <a:rPr lang="en-US" dirty="0"/>
              <a:t>= 0.68 ( 2.1400)/ 2.8199</a:t>
            </a:r>
          </a:p>
          <a:p>
            <a:pPr marL="0" indent="0">
              <a:buNone/>
            </a:pPr>
            <a:r>
              <a:rPr lang="en-US" dirty="0"/>
              <a:t>= 1.4552 / 2.8199  = </a:t>
            </a:r>
            <a:r>
              <a:rPr lang="en-US" b="1" dirty="0"/>
              <a:t>0.5160 times </a:t>
            </a:r>
            <a:endParaRPr lang="en-IN" b="1" dirty="0"/>
          </a:p>
        </p:txBody>
      </p:sp>
    </p:spTree>
    <p:extLst>
      <p:ext uri="{BB962C8B-B14F-4D97-AF65-F5344CB8AC3E}">
        <p14:creationId xmlns:p14="http://schemas.microsoft.com/office/powerpoint/2010/main" val="3604615262"/>
      </p:ext>
    </p:extLst>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F64D0-BC4C-42F7-A6E4-EE9C4CC4527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Year 8 PE =???</a:t>
            </a:r>
            <a:endParaRPr lang="en-IN" dirty="0"/>
          </a:p>
        </p:txBody>
      </p:sp>
      <p:sp>
        <p:nvSpPr>
          <p:cNvPr id="3" name="Content Placeholder 2">
            <a:extLst>
              <a:ext uri="{FF2B5EF4-FFF2-40B4-BE49-F238E27FC236}">
                <a16:creationId xmlns:a16="http://schemas.microsoft.com/office/drawing/2014/main" id="{DFD671A4-E92E-4A54-898A-8AD3892086F7}"/>
              </a:ext>
            </a:extLst>
          </p:cNvPr>
          <p:cNvSpPr>
            <a:spLocks noGrp="1"/>
          </p:cNvSpPr>
          <p:nvPr>
            <p:ph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8 DPR = </a:t>
            </a:r>
            <a:r>
              <a:rPr lang="en-US" sz="3600" dirty="0">
                <a:solidFill>
                  <a:prstClr val="black"/>
                </a:solidFill>
                <a:latin typeface="Calibri" panose="020F0502020204030204"/>
              </a:rPr>
              <a:t>72</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  or 0.72</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1-7growth </a:t>
            </a:r>
            <a:r>
              <a:rPr lang="en-US" sz="3600" dirty="0">
                <a:solidFill>
                  <a:prstClr val="black"/>
                </a:solidFill>
                <a:latin typeface="Calibri" panose="020F0502020204030204"/>
              </a:rPr>
              <a:t>factor</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lang="en-US" sz="3600" dirty="0">
                <a:solidFill>
                  <a:prstClr val="black"/>
                </a:solidFill>
                <a:latin typeface="Calibri" panose="020F0502020204030204"/>
              </a:rPr>
              <a:t>2.1400</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8 growth rate = 8.40 %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1-7 COE factor = 2.8199</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8 COE = </a:t>
            </a:r>
            <a:r>
              <a:rPr lang="en-US" sz="3600" dirty="0">
                <a:solidFill>
                  <a:prstClr val="black"/>
                </a:solidFill>
                <a:latin typeface="Calibri" panose="020F0502020204030204"/>
              </a:rPr>
              <a:t>13.06%</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 0.1306</a:t>
            </a:r>
            <a:endParaRPr lang="en-IN" dirty="0"/>
          </a:p>
        </p:txBody>
      </p:sp>
    </p:spTree>
    <p:extLst>
      <p:ext uri="{BB962C8B-B14F-4D97-AF65-F5344CB8AC3E}">
        <p14:creationId xmlns:p14="http://schemas.microsoft.com/office/powerpoint/2010/main" val="3274356696"/>
      </p:ext>
    </p:extLst>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204B-DC0A-4793-B4AF-A14DA4F88C4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a:t>
            </a:r>
            <a:r>
              <a:rPr lang="en-US" b="1" dirty="0"/>
              <a:t>: Year 8 PE </a:t>
            </a:r>
            <a:endParaRPr lang="en-IN" b="1" dirty="0"/>
          </a:p>
        </p:txBody>
      </p:sp>
      <p:sp>
        <p:nvSpPr>
          <p:cNvPr id="3" name="Content Placeholder 2">
            <a:extLst>
              <a:ext uri="{FF2B5EF4-FFF2-40B4-BE49-F238E27FC236}">
                <a16:creationId xmlns:a16="http://schemas.microsoft.com/office/drawing/2014/main" id="{3A281185-5313-4B4E-ACCD-024DF39DD0C9}"/>
              </a:ext>
            </a:extLst>
          </p:cNvPr>
          <p:cNvSpPr>
            <a:spLocks noGrp="1"/>
          </p:cNvSpPr>
          <p:nvPr>
            <p:ph idx="1"/>
          </p:nvPr>
        </p:nvSpPr>
        <p:spPr/>
        <p:txBody>
          <a:bodyPr>
            <a:normAutofit fontScale="85000" lnSpcReduction="20000"/>
          </a:bodyPr>
          <a:lstStyle/>
          <a:p>
            <a:pPr marL="0" indent="0">
              <a:buNone/>
            </a:pPr>
            <a:r>
              <a:rPr lang="en-US" dirty="0"/>
              <a:t>= year 8 DPR * (1+G hg)^ hg p * (1+ G y 6)*(1+G y7) (1+G y8)</a:t>
            </a:r>
          </a:p>
          <a:p>
            <a:pPr marL="0" indent="0">
              <a:buNone/>
            </a:pPr>
            <a:r>
              <a:rPr lang="en-US" dirty="0"/>
              <a:t>--------------------------------------------------------------------------------------</a:t>
            </a:r>
          </a:p>
          <a:p>
            <a:pPr marL="0" indent="0">
              <a:buNone/>
            </a:pPr>
            <a:r>
              <a:rPr lang="en-US" dirty="0"/>
              <a:t>            (1+ COE hg) ^ hg p  * (1+ COE y 6)*(1+COE y7)* (1+COE y8)</a:t>
            </a:r>
          </a:p>
          <a:p>
            <a:pPr marL="0" indent="0">
              <a:buNone/>
            </a:pPr>
            <a:endParaRPr lang="en-US" dirty="0"/>
          </a:p>
          <a:p>
            <a:pPr marL="0" indent="0">
              <a:buNone/>
            </a:pPr>
            <a:r>
              <a:rPr lang="en-US" dirty="0"/>
              <a:t>= 0.72 * (2.1400) (1.0840)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r>
              <a:rPr lang="en-US" dirty="0">
                <a:solidFill>
                  <a:prstClr val="black"/>
                </a:solidFill>
                <a:latin typeface="Calibri" panose="020F0502020204030204"/>
              </a:rPr>
              <a:t>2.8199</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(1.1306)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0.72 (</a:t>
            </a:r>
            <a:r>
              <a:rPr lang="en-US" dirty="0">
                <a:solidFill>
                  <a:prstClr val="black"/>
                </a:solidFill>
                <a:latin typeface="Calibri" panose="020F0502020204030204"/>
              </a:rPr>
              <a:t>2.3198</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lang="en-US" dirty="0">
                <a:solidFill>
                  <a:prstClr val="black"/>
                </a:solidFill>
                <a:latin typeface="Calibri" panose="020F0502020204030204"/>
              </a:rPr>
              <a:t>3.1882</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indent="0">
              <a:buNone/>
            </a:pPr>
            <a:r>
              <a:rPr lang="en-US" dirty="0"/>
              <a:t>= 1.6703/ 3.1882  = </a:t>
            </a:r>
            <a:r>
              <a:rPr lang="en-US" b="1" dirty="0"/>
              <a:t>0.5239  times </a:t>
            </a:r>
            <a:endParaRPr lang="en-IN" b="1" dirty="0"/>
          </a:p>
        </p:txBody>
      </p:sp>
    </p:spTree>
    <p:extLst>
      <p:ext uri="{BB962C8B-B14F-4D97-AF65-F5344CB8AC3E}">
        <p14:creationId xmlns:p14="http://schemas.microsoft.com/office/powerpoint/2010/main" val="4131180542"/>
      </p:ext>
    </p:extLst>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F64D0-BC4C-42F7-A6E4-EE9C4CC4527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Year 9 PE =???</a:t>
            </a:r>
            <a:endParaRPr lang="en-IN" dirty="0"/>
          </a:p>
        </p:txBody>
      </p:sp>
      <p:sp>
        <p:nvSpPr>
          <p:cNvPr id="3" name="Content Placeholder 2">
            <a:extLst>
              <a:ext uri="{FF2B5EF4-FFF2-40B4-BE49-F238E27FC236}">
                <a16:creationId xmlns:a16="http://schemas.microsoft.com/office/drawing/2014/main" id="{DFD671A4-E92E-4A54-898A-8AD3892086F7}"/>
              </a:ext>
            </a:extLst>
          </p:cNvPr>
          <p:cNvSpPr>
            <a:spLocks noGrp="1"/>
          </p:cNvSpPr>
          <p:nvPr>
            <p:ph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9 DPR = 76</a:t>
            </a:r>
            <a:r>
              <a:rPr lang="en-US" sz="3600" dirty="0">
                <a:solidFill>
                  <a:prstClr val="black"/>
                </a:solidFill>
                <a:latin typeface="Calibri" panose="020F0502020204030204"/>
              </a:rPr>
              <a:t> </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or 0.76</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1-8 growth </a:t>
            </a:r>
            <a:r>
              <a:rPr lang="en-US" sz="3600" dirty="0">
                <a:solidFill>
                  <a:prstClr val="black"/>
                </a:solidFill>
                <a:latin typeface="Calibri" panose="020F0502020204030204"/>
              </a:rPr>
              <a:t>factor</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lang="en-US" sz="3600" dirty="0">
                <a:solidFill>
                  <a:prstClr val="black"/>
                </a:solidFill>
                <a:latin typeface="Calibri" panose="020F0502020204030204"/>
              </a:rPr>
              <a:t>2.3198</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9 growth rate = </a:t>
            </a:r>
            <a:r>
              <a:rPr lang="en-US" sz="3600" dirty="0">
                <a:solidFill>
                  <a:prstClr val="black"/>
                </a:solidFill>
                <a:latin typeface="Calibri" panose="020F0502020204030204"/>
              </a:rPr>
              <a:t>7.20 </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1-8 COE factor = </a:t>
            </a:r>
            <a:r>
              <a:rPr lang="en-US" sz="3600" dirty="0">
                <a:solidFill>
                  <a:prstClr val="black"/>
                </a:solidFill>
                <a:latin typeface="Calibri" panose="020F0502020204030204"/>
              </a:rPr>
              <a:t>3.188</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2</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9 COE = </a:t>
            </a:r>
            <a:r>
              <a:rPr lang="en-US" sz="3600" dirty="0">
                <a:solidFill>
                  <a:prstClr val="black"/>
                </a:solidFill>
                <a:latin typeface="Calibri" panose="020F0502020204030204"/>
              </a:rPr>
              <a:t>11.93%</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 0.1193</a:t>
            </a:r>
            <a:endParaRPr lang="en-IN" dirty="0"/>
          </a:p>
        </p:txBody>
      </p:sp>
    </p:spTree>
    <p:extLst>
      <p:ext uri="{BB962C8B-B14F-4D97-AF65-F5344CB8AC3E}">
        <p14:creationId xmlns:p14="http://schemas.microsoft.com/office/powerpoint/2010/main" val="3584502447"/>
      </p:ext>
    </p:extLst>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204B-DC0A-4793-B4AF-A14DA4F88C4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a:t>
            </a:r>
            <a:r>
              <a:rPr lang="en-US" b="1" dirty="0"/>
              <a:t>: Year 9 PE </a:t>
            </a:r>
            <a:endParaRPr lang="en-IN" b="1" dirty="0"/>
          </a:p>
        </p:txBody>
      </p:sp>
      <p:sp>
        <p:nvSpPr>
          <p:cNvPr id="3" name="Content Placeholder 2">
            <a:extLst>
              <a:ext uri="{FF2B5EF4-FFF2-40B4-BE49-F238E27FC236}">
                <a16:creationId xmlns:a16="http://schemas.microsoft.com/office/drawing/2014/main" id="{3A281185-5313-4B4E-ACCD-024DF39DD0C9}"/>
              </a:ext>
            </a:extLst>
          </p:cNvPr>
          <p:cNvSpPr>
            <a:spLocks noGrp="1"/>
          </p:cNvSpPr>
          <p:nvPr>
            <p:ph idx="1"/>
          </p:nvPr>
        </p:nvSpPr>
        <p:spPr/>
        <p:txBody>
          <a:bodyPr>
            <a:normAutofit/>
          </a:bodyPr>
          <a:lstStyle/>
          <a:p>
            <a:pPr marL="0" indent="0">
              <a:buNone/>
            </a:pPr>
            <a:r>
              <a:rPr lang="en-US" dirty="0"/>
              <a:t>= year 9 DPR * (1+G hg)^ hg p * (1+ G y 6)*(1+G y7) (1+G y8) (1+Gy9)</a:t>
            </a:r>
          </a:p>
          <a:p>
            <a:pPr marL="0" indent="0">
              <a:buNone/>
            </a:pPr>
            <a:r>
              <a:rPr lang="en-US" dirty="0"/>
              <a:t>-----------------------------------------------------------------------------------------</a:t>
            </a:r>
          </a:p>
          <a:p>
            <a:pPr marL="0" indent="0">
              <a:buNone/>
            </a:pPr>
            <a:r>
              <a:rPr lang="en-US" dirty="0"/>
              <a:t>  (1+ COE hg) ^ hg p  * (1+ COE y 6)*(1+COE y7)* (1+COE y8) (1+COE y9)</a:t>
            </a:r>
          </a:p>
          <a:p>
            <a:pPr marL="0" indent="0">
              <a:buNone/>
            </a:pPr>
            <a:endParaRPr lang="en-US" dirty="0"/>
          </a:p>
          <a:p>
            <a:pPr marL="0" indent="0">
              <a:buNone/>
            </a:pPr>
            <a:r>
              <a:rPr lang="en-US" dirty="0"/>
              <a:t>= 0.76 * (2.3198) (1.072)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(3.188</a:t>
            </a:r>
            <a:r>
              <a:rPr lang="en-US" dirty="0">
                <a:solidFill>
                  <a:prstClr val="black"/>
                </a:solidFill>
                <a:latin typeface="Calibri" panose="020F0502020204030204"/>
              </a:rPr>
              <a:t>2</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(1.1</a:t>
            </a:r>
            <a:r>
              <a:rPr lang="en-US" dirty="0">
                <a:solidFill>
                  <a:prstClr val="black"/>
                </a:solidFill>
                <a:latin typeface="Calibri" panose="020F0502020204030204"/>
              </a:rPr>
              <a:t>193</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indent="0">
              <a:buNone/>
            </a:pPr>
            <a:r>
              <a:rPr lang="en-US" dirty="0">
                <a:solidFill>
                  <a:prstClr val="black"/>
                </a:solidFill>
                <a:latin typeface="Calibri" panose="020F0502020204030204"/>
              </a:rPr>
              <a:t>= 0.76 ( 2.4868) / 3.5686</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indent="0">
              <a:buNone/>
            </a:pPr>
            <a:r>
              <a:rPr lang="en-US" dirty="0"/>
              <a:t>= 1.8900/ 3.5686 = </a:t>
            </a:r>
            <a:r>
              <a:rPr lang="en-US" b="1" dirty="0"/>
              <a:t>0.5296 times </a:t>
            </a:r>
            <a:endParaRPr lang="en-IN" b="1" dirty="0"/>
          </a:p>
        </p:txBody>
      </p:sp>
    </p:spTree>
    <p:extLst>
      <p:ext uri="{BB962C8B-B14F-4D97-AF65-F5344CB8AC3E}">
        <p14:creationId xmlns:p14="http://schemas.microsoft.com/office/powerpoint/2010/main" val="337530437"/>
      </p:ext>
    </p:extLst>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F64D0-BC4C-42F7-A6E4-EE9C4CC4527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Year 10 PE =???</a:t>
            </a:r>
            <a:endParaRPr lang="en-IN" dirty="0"/>
          </a:p>
        </p:txBody>
      </p:sp>
      <p:sp>
        <p:nvSpPr>
          <p:cNvPr id="3" name="Content Placeholder 2">
            <a:extLst>
              <a:ext uri="{FF2B5EF4-FFF2-40B4-BE49-F238E27FC236}">
                <a16:creationId xmlns:a16="http://schemas.microsoft.com/office/drawing/2014/main" id="{DFD671A4-E92E-4A54-898A-8AD3892086F7}"/>
              </a:ext>
            </a:extLst>
          </p:cNvPr>
          <p:cNvSpPr>
            <a:spLocks noGrp="1"/>
          </p:cNvSpPr>
          <p:nvPr>
            <p:ph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10 DPR =80%  or 0.80</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1-9 growth </a:t>
            </a:r>
            <a:r>
              <a:rPr lang="en-US" sz="3600" dirty="0">
                <a:solidFill>
                  <a:prstClr val="black"/>
                </a:solidFill>
                <a:latin typeface="Calibri" panose="020F0502020204030204"/>
              </a:rPr>
              <a:t>factor</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lang="en-US" sz="3600" dirty="0">
                <a:solidFill>
                  <a:prstClr val="black"/>
                </a:solidFill>
                <a:latin typeface="Calibri" panose="020F0502020204030204"/>
              </a:rPr>
              <a:t>2.4868</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10 growth rate = 6%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1-9 COE factor = 3.5686</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10 COE = 0.1080 or 10.80%</a:t>
            </a:r>
            <a:endParaRPr lang="en-IN" dirty="0"/>
          </a:p>
        </p:txBody>
      </p:sp>
    </p:spTree>
    <p:extLst>
      <p:ext uri="{BB962C8B-B14F-4D97-AF65-F5344CB8AC3E}">
        <p14:creationId xmlns:p14="http://schemas.microsoft.com/office/powerpoint/2010/main" val="1846191029"/>
      </p:ext>
    </p:extLst>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204B-DC0A-4793-B4AF-A14DA4F88C4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a:t>
            </a:r>
            <a:r>
              <a:rPr lang="en-US" b="1" dirty="0"/>
              <a:t>: Year 10 PE </a:t>
            </a:r>
            <a:endParaRPr lang="en-IN" b="1" dirty="0"/>
          </a:p>
        </p:txBody>
      </p:sp>
      <p:sp>
        <p:nvSpPr>
          <p:cNvPr id="3" name="Content Placeholder 2">
            <a:extLst>
              <a:ext uri="{FF2B5EF4-FFF2-40B4-BE49-F238E27FC236}">
                <a16:creationId xmlns:a16="http://schemas.microsoft.com/office/drawing/2014/main" id="{3A281185-5313-4B4E-ACCD-024DF39DD0C9}"/>
              </a:ext>
            </a:extLst>
          </p:cNvPr>
          <p:cNvSpPr>
            <a:spLocks noGrp="1"/>
          </p:cNvSpPr>
          <p:nvPr>
            <p:ph idx="1"/>
          </p:nvPr>
        </p:nvSpPr>
        <p:spPr/>
        <p:txBody>
          <a:bodyPr>
            <a:normAutofit fontScale="92500"/>
          </a:bodyPr>
          <a:lstStyle/>
          <a:p>
            <a:pPr marL="0" indent="0">
              <a:buNone/>
            </a:pPr>
            <a:r>
              <a:rPr lang="en-US" dirty="0"/>
              <a:t>year10DPR * (1+G hg)^ hg p * (1+ Gy6)*(1+Gy7) (1+Gy8) (1+Gy9)(1+G Y 10)</a:t>
            </a:r>
          </a:p>
          <a:p>
            <a:pPr marL="0" indent="0">
              <a:buNone/>
            </a:pPr>
            <a:r>
              <a:rPr lang="en-US" dirty="0"/>
              <a:t>--------------------------------------------------------------------------------------------------</a:t>
            </a:r>
          </a:p>
          <a:p>
            <a:pPr marL="0" indent="0">
              <a:buNone/>
            </a:pPr>
            <a:r>
              <a:rPr lang="en-US" dirty="0"/>
              <a:t> (1+ COE hg) ^ hg p * (1+ COE y 6)*(1+COE y7)* (1+COE y8) (1+COE y9) (1+COE y10)</a:t>
            </a:r>
          </a:p>
          <a:p>
            <a:pPr marL="0" indent="0">
              <a:buNone/>
            </a:pPr>
            <a:endParaRPr lang="en-US" dirty="0"/>
          </a:p>
          <a:p>
            <a:pPr marL="0" indent="0">
              <a:buNone/>
            </a:pPr>
            <a:r>
              <a:rPr lang="en-US" dirty="0"/>
              <a:t>= 0.80 * (2.4868)  (1.06) /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r>
              <a:rPr lang="en-US" dirty="0">
                <a:solidFill>
                  <a:prstClr val="black"/>
                </a:solidFill>
                <a:latin typeface="Calibri" panose="020F0502020204030204"/>
              </a:rPr>
              <a:t>3.5686</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(1.1080)</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=0.80 ( 2.6360) / 3.9540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indent="0">
              <a:buNone/>
            </a:pPr>
            <a:r>
              <a:rPr lang="en-US" dirty="0"/>
              <a:t> =  2.1088 / 3.9540  = </a:t>
            </a:r>
            <a:r>
              <a:rPr lang="en-US" b="1" dirty="0"/>
              <a:t>0.5333 times </a:t>
            </a:r>
            <a:endParaRPr lang="en-IN"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47C88347-F457-406F-E364-E41ED093158E}"/>
                  </a:ext>
                </a:extLst>
              </p14:cNvPr>
              <p14:cNvContentPartPr/>
              <p14:nvPr/>
            </p14:nvContentPartPr>
            <p14:xfrm>
              <a:off x="5559480" y="5016960"/>
              <a:ext cx="1716120" cy="514080"/>
            </p14:xfrm>
          </p:contentPart>
        </mc:Choice>
        <mc:Fallback xmlns="">
          <p:pic>
            <p:nvPicPr>
              <p:cNvPr id="4" name="Ink 3">
                <a:extLst>
                  <a:ext uri="{FF2B5EF4-FFF2-40B4-BE49-F238E27FC236}">
                    <a16:creationId xmlns:a16="http://schemas.microsoft.com/office/drawing/2014/main" id="{47C88347-F457-406F-E364-E41ED093158E}"/>
                  </a:ext>
                </a:extLst>
              </p:cNvPr>
              <p:cNvPicPr/>
              <p:nvPr/>
            </p:nvPicPr>
            <p:blipFill>
              <a:blip r:embed="rId3"/>
              <a:stretch>
                <a:fillRect/>
              </a:stretch>
            </p:blipFill>
            <p:spPr>
              <a:xfrm>
                <a:off x="5550120" y="5007600"/>
                <a:ext cx="1734840" cy="532800"/>
              </a:xfrm>
              <a:prstGeom prst="rect">
                <a:avLst/>
              </a:prstGeom>
            </p:spPr>
          </p:pic>
        </mc:Fallback>
      </mc:AlternateContent>
    </p:spTree>
    <p:extLst>
      <p:ext uri="{BB962C8B-B14F-4D97-AF65-F5344CB8AC3E}">
        <p14:creationId xmlns:p14="http://schemas.microsoft.com/office/powerpoint/2010/main" val="1561363969"/>
      </p:ext>
    </p:extLst>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10724-5904-45CC-9481-26E9AE851B00}"/>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Year 6-10 PE </a:t>
            </a:r>
            <a:endParaRPr lang="en-IN" dirty="0"/>
          </a:p>
        </p:txBody>
      </p:sp>
      <p:sp>
        <p:nvSpPr>
          <p:cNvPr id="3" name="Content Placeholder 2">
            <a:extLst>
              <a:ext uri="{FF2B5EF4-FFF2-40B4-BE49-F238E27FC236}">
                <a16:creationId xmlns:a16="http://schemas.microsoft.com/office/drawing/2014/main" id="{F670B577-D80E-4F22-86B2-153AAA0201B6}"/>
              </a:ext>
            </a:extLst>
          </p:cNvPr>
          <p:cNvSpPr>
            <a:spLocks noGrp="1"/>
          </p:cNvSpPr>
          <p:nvPr>
            <p:ph idx="1"/>
          </p:nvPr>
        </p:nvSpPr>
        <p:spPr/>
        <p:txBody>
          <a:bodyPr>
            <a:normAutofit/>
          </a:bodyPr>
          <a:lstStyle/>
          <a:p>
            <a:pPr marL="0" indent="0">
              <a:buNone/>
            </a:pPr>
            <a:r>
              <a:rPr lang="en-US" sz="3600" dirty="0"/>
              <a:t>= 0.5061+ 0.5160+ 0.5239+0.5296 +0.5333 </a:t>
            </a:r>
          </a:p>
          <a:p>
            <a:pPr marL="0" indent="0">
              <a:buNone/>
            </a:pPr>
            <a:r>
              <a:rPr lang="en-US" sz="3600" dirty="0"/>
              <a:t>= </a:t>
            </a:r>
            <a:r>
              <a:rPr lang="en-US" sz="3600" b="1" dirty="0"/>
              <a:t>2.6089 times</a:t>
            </a:r>
            <a:endParaRPr lang="en-IN" sz="3600" b="1" dirty="0"/>
          </a:p>
        </p:txBody>
      </p:sp>
    </p:spTree>
    <p:extLst>
      <p:ext uri="{BB962C8B-B14F-4D97-AF65-F5344CB8AC3E}">
        <p14:creationId xmlns:p14="http://schemas.microsoft.com/office/powerpoint/2010/main" val="3713374222"/>
      </p:ext>
    </p:extLst>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B7A3C-1D46-45A5-BEBF-97D4FD92846D}"/>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Stable Phase PE </a:t>
            </a:r>
            <a:endParaRPr lang="en-IN" dirty="0"/>
          </a:p>
        </p:txBody>
      </p:sp>
      <p:sp>
        <p:nvSpPr>
          <p:cNvPr id="3" name="Content Placeholder 2">
            <a:extLst>
              <a:ext uri="{FF2B5EF4-FFF2-40B4-BE49-F238E27FC236}">
                <a16:creationId xmlns:a16="http://schemas.microsoft.com/office/drawing/2014/main" id="{B166753A-7AD7-4124-AE88-CBC0FB3D36B8}"/>
              </a:ext>
            </a:extLst>
          </p:cNvPr>
          <p:cNvSpPr>
            <a:spLocks noGrp="1"/>
          </p:cNvSpPr>
          <p:nvPr>
            <p:ph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prstClr val="black"/>
                </a:solidFill>
                <a:latin typeface="Calibri" panose="020F0502020204030204"/>
              </a:rPr>
              <a:t>St. Ph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DPR * (1+G hg)^ hg p * (1+ Gy6)*(1+Gy7) (1+Gy8) (1+Gy9)(1+G Y 10)(1+G st.ph)</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(COE st.ph – G st.ph) (1+ COE hg) ^ hg p * (1+ COE y 6)*(1+COE y7)* (1+COE y8) (1+COE y9) (1+COE y10)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600"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p:spTree>
    <p:extLst>
      <p:ext uri="{BB962C8B-B14F-4D97-AF65-F5344CB8AC3E}">
        <p14:creationId xmlns:p14="http://schemas.microsoft.com/office/powerpoint/2010/main" val="252731658"/>
      </p:ext>
    </p:extLst>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B7A3C-1D46-45A5-BEBF-97D4FD92846D}"/>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Stable Phase PE </a:t>
            </a:r>
            <a:endParaRPr lang="en-IN" dirty="0"/>
          </a:p>
        </p:txBody>
      </p:sp>
      <p:sp>
        <p:nvSpPr>
          <p:cNvPr id="3" name="Content Placeholder 2">
            <a:extLst>
              <a:ext uri="{FF2B5EF4-FFF2-40B4-BE49-F238E27FC236}">
                <a16:creationId xmlns:a16="http://schemas.microsoft.com/office/drawing/2014/main" id="{B166753A-7AD7-4124-AE88-CBC0FB3D36B8}"/>
              </a:ext>
            </a:extLst>
          </p:cNvPr>
          <p:cNvSpPr>
            <a:spLocks noGrp="1"/>
          </p:cNvSpPr>
          <p:nvPr>
            <p:ph idx="1"/>
          </p:nvPr>
        </p:nvSpPr>
        <p:spPr/>
        <p:txBody>
          <a:bodyPr>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prstClr val="black"/>
                </a:solidFill>
                <a:latin typeface="Calibri" panose="020F0502020204030204"/>
              </a:rPr>
              <a:t>St. Ph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DPR * (1+G hg)^ hg p * (1+ Gy6)*(1+Gy7) (1+Gy8) (1+Gy9)(1+G Y 10)(1+G st.ph)</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(COE st.ph – G st.ph) (1+ COE hg) ^ hg p * (1+ COE y 6)*(1+COE y7)* (1+COE y8) (1+COE y9) (1+COE y10)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600"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0.80 * (</a:t>
            </a:r>
            <a:r>
              <a:rPr lang="en-US" sz="2600" dirty="0">
                <a:solidFill>
                  <a:prstClr val="black"/>
                </a:solidFill>
                <a:latin typeface="Calibri" panose="020F0502020204030204"/>
              </a:rPr>
              <a:t>2.6360</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(1.06)  / (0.1080-0.06)</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(3.9540</a:t>
            </a:r>
            <a:r>
              <a:rPr lang="en-US" dirty="0">
                <a:solidFill>
                  <a:prstClr val="black"/>
                </a:solidFill>
                <a:latin typeface="Calibri" panose="020F0502020204030204"/>
              </a:rPr>
              <a:t>)</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prstClr val="black"/>
                </a:solidFill>
                <a:latin typeface="Calibri" panose="020F0502020204030204"/>
              </a:rPr>
              <a:t>= 2.2353 / 0.1898 = </a:t>
            </a:r>
            <a:r>
              <a:rPr lang="en-US" sz="2600" b="1" dirty="0">
                <a:solidFill>
                  <a:prstClr val="black"/>
                </a:solidFill>
                <a:latin typeface="Calibri" panose="020F0502020204030204"/>
              </a:rPr>
              <a:t>11.7771 times</a:t>
            </a:r>
            <a:endPar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DA2AD45-8D93-4903-8CCD-72876222CE3B}"/>
                  </a:ext>
                </a:extLst>
              </p14:cNvPr>
              <p14:cNvContentPartPr/>
              <p14:nvPr/>
            </p14:nvContentPartPr>
            <p14:xfrm>
              <a:off x="1360080" y="4042080"/>
              <a:ext cx="6321600" cy="2091600"/>
            </p14:xfrm>
          </p:contentPart>
        </mc:Choice>
        <mc:Fallback xmlns="">
          <p:pic>
            <p:nvPicPr>
              <p:cNvPr id="4" name="Ink 3">
                <a:extLst>
                  <a:ext uri="{FF2B5EF4-FFF2-40B4-BE49-F238E27FC236}">
                    <a16:creationId xmlns:a16="http://schemas.microsoft.com/office/drawing/2014/main" id="{1DA2AD45-8D93-4903-8CCD-72876222CE3B}"/>
                  </a:ext>
                </a:extLst>
              </p:cNvPr>
              <p:cNvPicPr/>
              <p:nvPr/>
            </p:nvPicPr>
            <p:blipFill>
              <a:blip r:embed="rId3"/>
              <a:stretch>
                <a:fillRect/>
              </a:stretch>
            </p:blipFill>
            <p:spPr>
              <a:xfrm>
                <a:off x="1350720" y="4032720"/>
                <a:ext cx="6340320" cy="2110320"/>
              </a:xfrm>
              <a:prstGeom prst="rect">
                <a:avLst/>
              </a:prstGeom>
            </p:spPr>
          </p:pic>
        </mc:Fallback>
      </mc:AlternateContent>
    </p:spTree>
    <p:extLst>
      <p:ext uri="{BB962C8B-B14F-4D97-AF65-F5344CB8AC3E}">
        <p14:creationId xmlns:p14="http://schemas.microsoft.com/office/powerpoint/2010/main" val="1887069598"/>
      </p:ext>
    </p:extLst>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62116-58FA-4A1B-870F-508435151F7E}"/>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Total PE </a:t>
            </a:r>
            <a:endParaRPr lang="en-IN" dirty="0"/>
          </a:p>
        </p:txBody>
      </p:sp>
      <p:sp>
        <p:nvSpPr>
          <p:cNvPr id="3" name="Content Placeholder 2">
            <a:extLst>
              <a:ext uri="{FF2B5EF4-FFF2-40B4-BE49-F238E27FC236}">
                <a16:creationId xmlns:a16="http://schemas.microsoft.com/office/drawing/2014/main" id="{25784235-CC32-4371-9563-07733AA48554}"/>
              </a:ext>
            </a:extLst>
          </p:cNvPr>
          <p:cNvSpPr>
            <a:spLocks noGrp="1"/>
          </p:cNvSpPr>
          <p:nvPr>
            <p:ph idx="1"/>
          </p:nvPr>
        </p:nvSpPr>
        <p:spPr/>
        <p:txBody>
          <a:bodyPr>
            <a:normAutofit fontScale="92500" lnSpcReduction="10000"/>
          </a:bodyPr>
          <a:lstStyle/>
          <a:p>
            <a:pPr marL="0" indent="0">
              <a:buNone/>
            </a:pPr>
            <a:r>
              <a:rPr lang="en-US" dirty="0"/>
              <a:t>= </a:t>
            </a:r>
            <a:r>
              <a:rPr lang="en-US" b="1" i="1" dirty="0"/>
              <a:t>PE HG phase + PE Transition phase + PE stable Phase </a:t>
            </a:r>
          </a:p>
          <a:p>
            <a:pPr marL="0" indent="0">
              <a:buNone/>
            </a:pPr>
            <a:endParaRPr lang="en-US" dirty="0"/>
          </a:p>
          <a:p>
            <a:pPr marL="0" indent="0">
              <a:buNone/>
            </a:pPr>
            <a:r>
              <a:rPr lang="en-US" dirty="0"/>
              <a:t>= 2.6729 + 2.6089 + 11.7771 = </a:t>
            </a:r>
            <a:r>
              <a:rPr lang="en-US" b="1" dirty="0"/>
              <a:t>17.0589  or </a:t>
            </a:r>
            <a:r>
              <a:rPr lang="en-US" b="1" dirty="0">
                <a:highlight>
                  <a:srgbClr val="FFFF00"/>
                </a:highlight>
              </a:rPr>
              <a:t>17.06 times</a:t>
            </a:r>
          </a:p>
          <a:p>
            <a:pPr marL="0" indent="0">
              <a:buNone/>
            </a:pPr>
            <a:r>
              <a:rPr lang="en-US" b="1" dirty="0"/>
              <a:t>Predicted Price on 31-03-25 </a:t>
            </a:r>
            <a:r>
              <a:rPr lang="en-US" dirty="0"/>
              <a:t>= 17.06* EPS of INR 64.50 = </a:t>
            </a:r>
            <a:r>
              <a:rPr lang="en-US" b="1" dirty="0"/>
              <a:t>INR 1100.37</a:t>
            </a:r>
          </a:p>
          <a:p>
            <a:pPr marL="0" indent="0">
              <a:buNone/>
            </a:pPr>
            <a:r>
              <a:rPr lang="en-US" b="1" dirty="0"/>
              <a:t>Predicted Price on 18 December 2025 = 1100.37 * ( 1+0.1645/360 *258= 1.12)   = </a:t>
            </a:r>
            <a:r>
              <a:rPr lang="en-US" b="1" dirty="0">
                <a:highlight>
                  <a:srgbClr val="FFFF00"/>
                </a:highlight>
              </a:rPr>
              <a:t>INR 1232.41</a:t>
            </a:r>
          </a:p>
          <a:p>
            <a:pPr marL="0" indent="0">
              <a:buNone/>
            </a:pPr>
            <a:endParaRPr lang="en-US" dirty="0"/>
          </a:p>
          <a:p>
            <a:pPr marL="0" indent="0">
              <a:buNone/>
            </a:pPr>
            <a:r>
              <a:rPr lang="en-US" b="1" dirty="0"/>
              <a:t>Current Market Price </a:t>
            </a:r>
            <a:r>
              <a:rPr lang="en-US" dirty="0"/>
              <a:t>@ </a:t>
            </a:r>
            <a:r>
              <a:rPr lang="en-US" b="1" u="sng" dirty="0"/>
              <a:t>INR 1626.80 </a:t>
            </a:r>
            <a:r>
              <a:rPr lang="en-US" u="sng" dirty="0"/>
              <a:t>on 18 December 2025</a:t>
            </a:r>
          </a:p>
          <a:p>
            <a:pPr marL="0" indent="0">
              <a:buNone/>
            </a:pPr>
            <a:r>
              <a:rPr lang="en-US" u="sng" dirty="0"/>
              <a:t>52 W High Low </a:t>
            </a:r>
            <a:r>
              <a:rPr lang="en-US" dirty="0"/>
              <a:t>: </a:t>
            </a:r>
            <a:r>
              <a:rPr lang="en-US" b="1" dirty="0"/>
              <a:t>INR 1307 </a:t>
            </a:r>
            <a:r>
              <a:rPr lang="en-US" dirty="0"/>
              <a:t>to</a:t>
            </a:r>
            <a:r>
              <a:rPr lang="en-US" b="1" dirty="0"/>
              <a:t> INR 1982.80</a:t>
            </a:r>
          </a:p>
          <a:p>
            <a:pPr marL="0" indent="0">
              <a:buNone/>
            </a:pPr>
            <a:r>
              <a:rPr lang="en-US" b="1" dirty="0">
                <a:highlight>
                  <a:srgbClr val="FFFF00"/>
                </a:highlight>
              </a:rPr>
              <a:t>Overvalued</a:t>
            </a:r>
            <a:endParaRPr lang="en-IN" b="1" dirty="0">
              <a:highlight>
                <a:srgbClr val="FFFF00"/>
              </a:highlight>
            </a:endParaRP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85FF6554-4059-EBD9-AE2E-0BFA6336A1BF}"/>
                  </a:ext>
                </a:extLst>
              </p14:cNvPr>
              <p14:cNvContentPartPr/>
              <p14:nvPr/>
            </p14:nvContentPartPr>
            <p14:xfrm>
              <a:off x="2928240" y="1668600"/>
              <a:ext cx="7316280" cy="4177080"/>
            </p14:xfrm>
          </p:contentPart>
        </mc:Choice>
        <mc:Fallback xmlns="">
          <p:pic>
            <p:nvPicPr>
              <p:cNvPr id="4" name="Ink 3">
                <a:extLst>
                  <a:ext uri="{FF2B5EF4-FFF2-40B4-BE49-F238E27FC236}">
                    <a16:creationId xmlns:a16="http://schemas.microsoft.com/office/drawing/2014/main" id="{85FF6554-4059-EBD9-AE2E-0BFA6336A1BF}"/>
                  </a:ext>
                </a:extLst>
              </p:cNvPr>
              <p:cNvPicPr/>
              <p:nvPr/>
            </p:nvPicPr>
            <p:blipFill>
              <a:blip r:embed="rId3"/>
              <a:stretch>
                <a:fillRect/>
              </a:stretch>
            </p:blipFill>
            <p:spPr>
              <a:xfrm>
                <a:off x="2918880" y="1659240"/>
                <a:ext cx="7335000" cy="4195800"/>
              </a:xfrm>
              <a:prstGeom prst="rect">
                <a:avLst/>
              </a:prstGeom>
            </p:spPr>
          </p:pic>
        </mc:Fallback>
      </mc:AlternateContent>
    </p:spTree>
    <p:extLst>
      <p:ext uri="{BB962C8B-B14F-4D97-AF65-F5344CB8AC3E}">
        <p14:creationId xmlns:p14="http://schemas.microsoft.com/office/powerpoint/2010/main" val="4082177526"/>
      </p:ext>
    </p:extLst>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EA44A-DAD7-44E4-8686-173028FEAA75}"/>
              </a:ext>
            </a:extLst>
          </p:cNvPr>
          <p:cNvSpPr>
            <a:spLocks noGrp="1"/>
          </p:cNvSpPr>
          <p:nvPr>
            <p:ph type="title"/>
          </p:nvPr>
        </p:nvSpPr>
        <p:spPr/>
        <p:txBody>
          <a:bodyPr/>
          <a:lstStyle/>
          <a:p>
            <a:pPr algn="ctr"/>
            <a:r>
              <a:rPr lang="en-US" dirty="0"/>
              <a:t> </a:t>
            </a:r>
            <a:r>
              <a:rPr lang="en-US" b="1" dirty="0">
                <a:highlight>
                  <a:srgbClr val="FFFF00"/>
                </a:highlight>
              </a:rPr>
              <a:t>What can We Do?</a:t>
            </a:r>
            <a:endParaRPr lang="en-IN" b="1" dirty="0">
              <a:highlight>
                <a:srgbClr val="FFFF00"/>
              </a:highlight>
            </a:endParaRPr>
          </a:p>
        </p:txBody>
      </p:sp>
      <p:sp>
        <p:nvSpPr>
          <p:cNvPr id="3" name="Content Placeholder 2">
            <a:extLst>
              <a:ext uri="{FF2B5EF4-FFF2-40B4-BE49-F238E27FC236}">
                <a16:creationId xmlns:a16="http://schemas.microsoft.com/office/drawing/2014/main" id="{FD18A5F1-62DA-4B50-B090-C94A37E13295}"/>
              </a:ext>
            </a:extLst>
          </p:cNvPr>
          <p:cNvSpPr>
            <a:spLocks noGrp="1"/>
          </p:cNvSpPr>
          <p:nvPr>
            <p:ph idx="1"/>
          </p:nvPr>
        </p:nvSpPr>
        <p:spPr/>
        <p:txBody>
          <a:bodyPr>
            <a:normAutofit/>
          </a:bodyPr>
          <a:lstStyle/>
          <a:p>
            <a:r>
              <a:rPr lang="en-US" sz="4800" dirty="0"/>
              <a:t>We may consider </a:t>
            </a:r>
            <a:r>
              <a:rPr lang="en-US" sz="4800" u="sng" dirty="0"/>
              <a:t>10 years as the length of High Growth Phase </a:t>
            </a:r>
            <a:r>
              <a:rPr lang="en-US" sz="4800" dirty="0"/>
              <a:t>; </a:t>
            </a:r>
            <a:r>
              <a:rPr lang="en-US" sz="4800" b="1" dirty="0"/>
              <a:t>5 years for transition phase</a:t>
            </a:r>
            <a:r>
              <a:rPr lang="en-US" sz="4800" dirty="0"/>
              <a:t> and </a:t>
            </a:r>
            <a:r>
              <a:rPr lang="en-US" sz="4800" u="sng" dirty="0"/>
              <a:t>stable phase to start from year 16</a:t>
            </a:r>
            <a:endParaRPr lang="en-IN" sz="4800" u="sng" dirty="0"/>
          </a:p>
        </p:txBody>
      </p:sp>
    </p:spTree>
    <p:extLst>
      <p:ext uri="{BB962C8B-B14F-4D97-AF65-F5344CB8AC3E}">
        <p14:creationId xmlns:p14="http://schemas.microsoft.com/office/powerpoint/2010/main" val="2554421448"/>
      </p:ext>
    </p:extLst>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E708E-8C3E-F76E-8594-83DF71D212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AD0F0F-1CD8-1024-5BEE-092C0D93DB18}"/>
              </a:ext>
            </a:extLst>
          </p:cNvPr>
          <p:cNvSpPr>
            <a:spLocks noGrp="1"/>
          </p:cNvSpPr>
          <p:nvPr>
            <p:ph type="title"/>
          </p:nvPr>
        </p:nvSpPr>
        <p:spPr>
          <a:xfrm>
            <a:off x="838200" y="0"/>
            <a:ext cx="10515600" cy="1325563"/>
          </a:xfrm>
        </p:spPr>
        <p:txBody>
          <a:bodyPr/>
          <a:lstStyle/>
          <a:p>
            <a:pPr algn="ctr"/>
            <a:r>
              <a:rPr lang="en-US" b="1" dirty="0"/>
              <a:t>Assumptions in the computation of Fundamental PE for </a:t>
            </a:r>
            <a:r>
              <a:rPr lang="en-US" b="1" dirty="0">
                <a:highlight>
                  <a:srgbClr val="FFFF00"/>
                </a:highlight>
              </a:rPr>
              <a:t>Infosys</a:t>
            </a:r>
            <a:endParaRPr lang="en-IN" b="1" dirty="0">
              <a:highlight>
                <a:srgbClr val="FFFF00"/>
              </a:highlight>
            </a:endParaRPr>
          </a:p>
        </p:txBody>
      </p:sp>
      <p:graphicFrame>
        <p:nvGraphicFramePr>
          <p:cNvPr id="4" name="Table 4">
            <a:extLst>
              <a:ext uri="{FF2B5EF4-FFF2-40B4-BE49-F238E27FC236}">
                <a16:creationId xmlns:a16="http://schemas.microsoft.com/office/drawing/2014/main" id="{5962AE3E-434E-39AF-3CB0-8899F003FBE2}"/>
              </a:ext>
            </a:extLst>
          </p:cNvPr>
          <p:cNvGraphicFramePr>
            <a:graphicFrameLocks noGrp="1"/>
          </p:cNvGraphicFramePr>
          <p:nvPr>
            <p:ph idx="1"/>
          </p:nvPr>
        </p:nvGraphicFramePr>
        <p:xfrm>
          <a:off x="838200" y="1325563"/>
          <a:ext cx="10515600" cy="5130800"/>
        </p:xfrm>
        <a:graphic>
          <a:graphicData uri="http://schemas.openxmlformats.org/drawingml/2006/table">
            <a:tbl>
              <a:tblPr firstRow="1" bandRow="1">
                <a:tableStyleId>{21E4AEA4-8DFA-4A89-87EB-49C32662AFE0}</a:tableStyleId>
              </a:tblPr>
              <a:tblGrid>
                <a:gridCol w="2628900">
                  <a:extLst>
                    <a:ext uri="{9D8B030D-6E8A-4147-A177-3AD203B41FA5}">
                      <a16:colId xmlns:a16="http://schemas.microsoft.com/office/drawing/2014/main" val="3359730896"/>
                    </a:ext>
                  </a:extLst>
                </a:gridCol>
                <a:gridCol w="2202180">
                  <a:extLst>
                    <a:ext uri="{9D8B030D-6E8A-4147-A177-3AD203B41FA5}">
                      <a16:colId xmlns:a16="http://schemas.microsoft.com/office/drawing/2014/main" val="3967438803"/>
                    </a:ext>
                  </a:extLst>
                </a:gridCol>
                <a:gridCol w="3055620">
                  <a:extLst>
                    <a:ext uri="{9D8B030D-6E8A-4147-A177-3AD203B41FA5}">
                      <a16:colId xmlns:a16="http://schemas.microsoft.com/office/drawing/2014/main" val="3218429050"/>
                    </a:ext>
                  </a:extLst>
                </a:gridCol>
                <a:gridCol w="2628900">
                  <a:extLst>
                    <a:ext uri="{9D8B030D-6E8A-4147-A177-3AD203B41FA5}">
                      <a16:colId xmlns:a16="http://schemas.microsoft.com/office/drawing/2014/main" val="3229804162"/>
                    </a:ext>
                  </a:extLst>
                </a:gridCol>
              </a:tblGrid>
              <a:tr h="370840">
                <a:tc>
                  <a:txBody>
                    <a:bodyPr/>
                    <a:lstStyle/>
                    <a:p>
                      <a:r>
                        <a:rPr lang="en-US" dirty="0"/>
                        <a:t>Particulars</a:t>
                      </a:r>
                      <a:endParaRPr lang="en-IN" dirty="0"/>
                    </a:p>
                  </a:txBody>
                  <a:tcPr/>
                </a:tc>
                <a:tc>
                  <a:txBody>
                    <a:bodyPr/>
                    <a:lstStyle/>
                    <a:p>
                      <a:r>
                        <a:rPr lang="en-US" dirty="0"/>
                        <a:t>High Growth Phase</a:t>
                      </a:r>
                      <a:endParaRPr lang="en-IN" dirty="0"/>
                    </a:p>
                  </a:txBody>
                  <a:tcPr/>
                </a:tc>
                <a:tc>
                  <a:txBody>
                    <a:bodyPr/>
                    <a:lstStyle/>
                    <a:p>
                      <a:r>
                        <a:rPr lang="en-US" dirty="0"/>
                        <a:t>Transition Phase</a:t>
                      </a:r>
                      <a:endParaRPr lang="en-IN" dirty="0"/>
                    </a:p>
                  </a:txBody>
                  <a:tcPr/>
                </a:tc>
                <a:tc>
                  <a:txBody>
                    <a:bodyPr/>
                    <a:lstStyle/>
                    <a:p>
                      <a:r>
                        <a:rPr lang="en-US" dirty="0"/>
                        <a:t>Stable Phase </a:t>
                      </a:r>
                      <a:endParaRPr lang="en-IN" dirty="0"/>
                    </a:p>
                  </a:txBody>
                  <a:tcPr/>
                </a:tc>
                <a:extLst>
                  <a:ext uri="{0D108BD9-81ED-4DB2-BD59-A6C34878D82A}">
                    <a16:rowId xmlns:a16="http://schemas.microsoft.com/office/drawing/2014/main" val="3057931776"/>
                  </a:ext>
                </a:extLst>
              </a:tr>
              <a:tr h="370840">
                <a:tc>
                  <a:txBody>
                    <a:bodyPr/>
                    <a:lstStyle/>
                    <a:p>
                      <a:r>
                        <a:rPr lang="en-US" b="1" dirty="0"/>
                        <a:t>Length (in years )</a:t>
                      </a:r>
                      <a:endParaRPr lang="en-IN" b="1" dirty="0"/>
                    </a:p>
                  </a:txBody>
                  <a:tcPr/>
                </a:tc>
                <a:tc>
                  <a:txBody>
                    <a:bodyPr/>
                    <a:lstStyle/>
                    <a:p>
                      <a:r>
                        <a:rPr lang="en-US" dirty="0">
                          <a:highlight>
                            <a:srgbClr val="FFFF00"/>
                          </a:highlight>
                        </a:rPr>
                        <a:t>10 years</a:t>
                      </a:r>
                      <a:endParaRPr lang="en-IN" dirty="0">
                        <a:highlight>
                          <a:srgbClr val="FFFF00"/>
                        </a:highlight>
                      </a:endParaRPr>
                    </a:p>
                  </a:txBody>
                  <a:tcPr/>
                </a:tc>
                <a:tc>
                  <a:txBody>
                    <a:bodyPr/>
                    <a:lstStyle/>
                    <a:p>
                      <a:r>
                        <a:rPr lang="en-US" dirty="0"/>
                        <a:t>5 years (</a:t>
                      </a:r>
                      <a:r>
                        <a:rPr lang="en-US" dirty="0" err="1"/>
                        <a:t>i.e</a:t>
                      </a:r>
                      <a:r>
                        <a:rPr lang="en-US" dirty="0"/>
                        <a:t> </a:t>
                      </a:r>
                      <a:r>
                        <a:rPr lang="en-US" dirty="0">
                          <a:highlight>
                            <a:srgbClr val="FFFF00"/>
                          </a:highlight>
                        </a:rPr>
                        <a:t>y11 to y15</a:t>
                      </a:r>
                      <a:r>
                        <a:rPr lang="en-US" dirty="0"/>
                        <a:t>)</a:t>
                      </a:r>
                      <a:endParaRPr lang="en-IN" dirty="0"/>
                    </a:p>
                  </a:txBody>
                  <a:tcPr/>
                </a:tc>
                <a:tc>
                  <a:txBody>
                    <a:bodyPr/>
                    <a:lstStyle/>
                    <a:p>
                      <a:r>
                        <a:rPr lang="en-US" dirty="0">
                          <a:highlight>
                            <a:srgbClr val="FFFF00"/>
                          </a:highlight>
                        </a:rPr>
                        <a:t>After year 15</a:t>
                      </a:r>
                      <a:endParaRPr lang="en-IN" dirty="0">
                        <a:highlight>
                          <a:srgbClr val="FFFF00"/>
                        </a:highlight>
                      </a:endParaRPr>
                    </a:p>
                  </a:txBody>
                  <a:tcPr/>
                </a:tc>
                <a:extLst>
                  <a:ext uri="{0D108BD9-81ED-4DB2-BD59-A6C34878D82A}">
                    <a16:rowId xmlns:a16="http://schemas.microsoft.com/office/drawing/2014/main" val="1779586652"/>
                  </a:ext>
                </a:extLst>
              </a:tr>
              <a:tr h="370840">
                <a:tc>
                  <a:txBody>
                    <a:bodyPr/>
                    <a:lstStyle/>
                    <a:p>
                      <a:r>
                        <a:rPr lang="en-US" b="1" dirty="0"/>
                        <a:t>DPR</a:t>
                      </a:r>
                      <a:endParaRPr lang="en-IN" b="1" dirty="0"/>
                    </a:p>
                  </a:txBody>
                  <a:tcPr/>
                </a:tc>
                <a:tc>
                  <a:txBody>
                    <a:bodyPr/>
                    <a:lstStyle/>
                    <a:p>
                      <a:r>
                        <a:rPr lang="en-US" b="1" dirty="0"/>
                        <a:t>60 %</a:t>
                      </a:r>
                      <a:endParaRPr lang="en-IN" b="1" dirty="0"/>
                    </a:p>
                  </a:txBody>
                  <a:tcPr/>
                </a:tc>
                <a:tc>
                  <a:txBody>
                    <a:bodyPr/>
                    <a:lstStyle/>
                    <a:p>
                      <a:r>
                        <a:rPr lang="en-US" dirty="0"/>
                        <a:t>(80-60)/5 = </a:t>
                      </a:r>
                      <a:r>
                        <a:rPr lang="en-US" b="1" dirty="0"/>
                        <a:t>4 % </a:t>
                      </a:r>
                      <a:r>
                        <a:rPr lang="en-US" b="1" dirty="0" err="1"/>
                        <a:t>p.year</a:t>
                      </a:r>
                      <a:endParaRPr lang="en-US" b="1" dirty="0"/>
                    </a:p>
                    <a:p>
                      <a:r>
                        <a:rPr lang="en-US" b="1" dirty="0"/>
                        <a:t>Y11:</a:t>
                      </a:r>
                      <a:r>
                        <a:rPr lang="en-US" dirty="0"/>
                        <a:t> 60+4 = 64 %</a:t>
                      </a:r>
                    </a:p>
                    <a:p>
                      <a:r>
                        <a:rPr lang="en-US" b="1" dirty="0"/>
                        <a:t>Y12:</a:t>
                      </a:r>
                      <a:r>
                        <a:rPr lang="en-US" dirty="0"/>
                        <a:t> 64 + 4= 68%</a:t>
                      </a:r>
                    </a:p>
                    <a:p>
                      <a:r>
                        <a:rPr lang="en-US" b="1" dirty="0"/>
                        <a:t>Y13:</a:t>
                      </a:r>
                      <a:r>
                        <a:rPr lang="en-US" dirty="0"/>
                        <a:t> 72 %</a:t>
                      </a:r>
                    </a:p>
                    <a:p>
                      <a:r>
                        <a:rPr lang="en-US" b="1" dirty="0"/>
                        <a:t>Y14</a:t>
                      </a:r>
                      <a:r>
                        <a:rPr lang="en-US" dirty="0"/>
                        <a:t>: 76 %</a:t>
                      </a:r>
                    </a:p>
                    <a:p>
                      <a:r>
                        <a:rPr lang="en-US" b="1" dirty="0"/>
                        <a:t>Y15:</a:t>
                      </a:r>
                      <a:r>
                        <a:rPr lang="en-US" dirty="0"/>
                        <a:t> 80 %</a:t>
                      </a:r>
                      <a:endParaRPr lang="en-IN" dirty="0"/>
                    </a:p>
                  </a:txBody>
                  <a:tcPr/>
                </a:tc>
                <a:tc>
                  <a:txBody>
                    <a:bodyPr/>
                    <a:lstStyle/>
                    <a:p>
                      <a:r>
                        <a:rPr lang="en-US" b="1" dirty="0"/>
                        <a:t>80 %</a:t>
                      </a:r>
                      <a:endParaRPr lang="en-IN" b="1" dirty="0"/>
                    </a:p>
                  </a:txBody>
                  <a:tcPr/>
                </a:tc>
                <a:extLst>
                  <a:ext uri="{0D108BD9-81ED-4DB2-BD59-A6C34878D82A}">
                    <a16:rowId xmlns:a16="http://schemas.microsoft.com/office/drawing/2014/main" val="1124298241"/>
                  </a:ext>
                </a:extLst>
              </a:tr>
              <a:tr h="370840">
                <a:tc>
                  <a:txBody>
                    <a:bodyPr/>
                    <a:lstStyle/>
                    <a:p>
                      <a:r>
                        <a:rPr lang="en-US" b="1" dirty="0"/>
                        <a:t>Growth Rate</a:t>
                      </a:r>
                      <a:endParaRPr lang="en-IN" b="1" dirty="0"/>
                    </a:p>
                  </a:txBody>
                  <a:tcPr/>
                </a:tc>
                <a:tc>
                  <a:txBody>
                    <a:bodyPr/>
                    <a:lstStyle/>
                    <a:p>
                      <a:r>
                        <a:rPr lang="en-US" b="1" dirty="0"/>
                        <a:t>12.00 %</a:t>
                      </a:r>
                      <a:endParaRPr lang="en-IN" b="1" dirty="0"/>
                    </a:p>
                  </a:txBody>
                  <a:tcPr/>
                </a:tc>
                <a:tc>
                  <a:txBody>
                    <a:bodyPr/>
                    <a:lstStyle/>
                    <a:p>
                      <a:r>
                        <a:rPr lang="en-US" dirty="0"/>
                        <a:t>(12.00-6.00 )/5 = </a:t>
                      </a:r>
                      <a:r>
                        <a:rPr lang="en-US" b="1" dirty="0"/>
                        <a:t>1.20</a:t>
                      </a:r>
                    </a:p>
                    <a:p>
                      <a:r>
                        <a:rPr lang="en-US" b="1" dirty="0"/>
                        <a:t>Y11:</a:t>
                      </a:r>
                      <a:r>
                        <a:rPr lang="en-US" dirty="0"/>
                        <a:t> 10.80% ; </a:t>
                      </a:r>
                      <a:r>
                        <a:rPr lang="en-US" b="1" dirty="0"/>
                        <a:t>Y12</a:t>
                      </a:r>
                      <a:r>
                        <a:rPr lang="en-US" dirty="0"/>
                        <a:t> 9.60 %</a:t>
                      </a:r>
                    </a:p>
                    <a:p>
                      <a:r>
                        <a:rPr lang="en-US" b="1" dirty="0"/>
                        <a:t>Y13:</a:t>
                      </a:r>
                      <a:r>
                        <a:rPr lang="en-US" dirty="0"/>
                        <a:t> 8.40 % ; </a:t>
                      </a:r>
                      <a:r>
                        <a:rPr lang="en-US" b="1" dirty="0"/>
                        <a:t>Y14</a:t>
                      </a:r>
                      <a:r>
                        <a:rPr lang="en-US" dirty="0"/>
                        <a:t>: 7.20 %</a:t>
                      </a:r>
                    </a:p>
                    <a:p>
                      <a:r>
                        <a:rPr lang="en-US" b="1" dirty="0"/>
                        <a:t>Y15:</a:t>
                      </a:r>
                      <a:r>
                        <a:rPr lang="en-US" dirty="0"/>
                        <a:t> 6%</a:t>
                      </a:r>
                      <a:endParaRPr lang="en-IN" dirty="0"/>
                    </a:p>
                  </a:txBody>
                  <a:tcPr/>
                </a:tc>
                <a:tc>
                  <a:txBody>
                    <a:bodyPr/>
                    <a:lstStyle/>
                    <a:p>
                      <a:r>
                        <a:rPr lang="en-US" b="1" dirty="0"/>
                        <a:t>6%</a:t>
                      </a:r>
                      <a:endParaRPr lang="en-IN" b="1" dirty="0"/>
                    </a:p>
                  </a:txBody>
                  <a:tcPr/>
                </a:tc>
                <a:extLst>
                  <a:ext uri="{0D108BD9-81ED-4DB2-BD59-A6C34878D82A}">
                    <a16:rowId xmlns:a16="http://schemas.microsoft.com/office/drawing/2014/main" val="2696296970"/>
                  </a:ext>
                </a:extLst>
              </a:tr>
              <a:tr h="370840">
                <a:tc>
                  <a:txBody>
                    <a:bodyPr/>
                    <a:lstStyle/>
                    <a:p>
                      <a:r>
                        <a:rPr lang="en-US" b="1" dirty="0"/>
                        <a:t>COE</a:t>
                      </a:r>
                      <a:endParaRPr lang="en-IN" b="1" dirty="0"/>
                    </a:p>
                  </a:txBody>
                  <a:tcPr/>
                </a:tc>
                <a:tc>
                  <a:txBody>
                    <a:bodyPr/>
                    <a:lstStyle/>
                    <a:p>
                      <a:r>
                        <a:rPr lang="en-US" dirty="0"/>
                        <a:t>7.35 %+ (1.22*7.46%)</a:t>
                      </a:r>
                    </a:p>
                    <a:p>
                      <a:r>
                        <a:rPr lang="en-US" dirty="0"/>
                        <a:t>= </a:t>
                      </a:r>
                      <a:r>
                        <a:rPr lang="en-US" b="1" dirty="0"/>
                        <a:t>16.45  %</a:t>
                      </a:r>
                    </a:p>
                    <a:p>
                      <a:endParaRPr lang="en-US" b="1" dirty="0"/>
                    </a:p>
                    <a:p>
                      <a:r>
                        <a:rPr lang="en-US" b="1" dirty="0"/>
                        <a:t>(18 March 2025 Beta =1.22)</a:t>
                      </a:r>
                      <a:endParaRPr lang="en-IN"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(16.45-10.80)/5 = </a:t>
                      </a:r>
                      <a:r>
                        <a:rPr kumimoji="0" lang="en-US" sz="1800" b="1" i="0" u="none" strike="noStrike" kern="1200" cap="none" spc="0" normalizeH="0" baseline="0" noProof="0" dirty="0">
                          <a:ln>
                            <a:noFill/>
                          </a:ln>
                          <a:solidFill>
                            <a:prstClr val="black"/>
                          </a:solidFill>
                          <a:effectLst/>
                          <a:uLnTx/>
                          <a:uFillTx/>
                          <a:latin typeface="+mn-lt"/>
                          <a:ea typeface="+mn-ea"/>
                          <a:cs typeface="+mn-cs"/>
                        </a:rPr>
                        <a:t>1.13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Y11:</a:t>
                      </a:r>
                      <a:r>
                        <a:rPr kumimoji="0" lang="en-US" sz="1800" b="0" i="0" u="none" strike="noStrike" kern="1200" cap="none" spc="0" normalizeH="0" baseline="0" noProof="0" dirty="0">
                          <a:ln>
                            <a:noFill/>
                          </a:ln>
                          <a:solidFill>
                            <a:prstClr val="black"/>
                          </a:solidFill>
                          <a:effectLst/>
                          <a:uLnTx/>
                          <a:uFillTx/>
                          <a:latin typeface="+mn-lt"/>
                          <a:ea typeface="+mn-ea"/>
                          <a:cs typeface="+mn-cs"/>
                        </a:rPr>
                        <a:t> 15.32% ; </a:t>
                      </a:r>
                      <a:r>
                        <a:rPr kumimoji="0" lang="en-US" sz="1800" b="1" i="0" u="none" strike="noStrike" kern="1200" cap="none" spc="0" normalizeH="0" baseline="0" noProof="0" dirty="0">
                          <a:ln>
                            <a:noFill/>
                          </a:ln>
                          <a:solidFill>
                            <a:prstClr val="black"/>
                          </a:solidFill>
                          <a:effectLst/>
                          <a:uLnTx/>
                          <a:uFillTx/>
                          <a:latin typeface="+mn-lt"/>
                          <a:ea typeface="+mn-ea"/>
                          <a:cs typeface="+mn-cs"/>
                        </a:rPr>
                        <a:t>Y12:</a:t>
                      </a:r>
                      <a:r>
                        <a:rPr kumimoji="0" lang="en-US" sz="1800" b="0" i="0" u="none" strike="noStrike" kern="1200" cap="none" spc="0" normalizeH="0" baseline="0" noProof="0" dirty="0">
                          <a:ln>
                            <a:noFill/>
                          </a:ln>
                          <a:solidFill>
                            <a:prstClr val="black"/>
                          </a:solidFill>
                          <a:effectLst/>
                          <a:uLnTx/>
                          <a:uFillTx/>
                          <a:latin typeface="+mn-lt"/>
                          <a:ea typeface="+mn-ea"/>
                          <a:cs typeface="+mn-cs"/>
                        </a:rPr>
                        <a:t> 14.19%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Y13:</a:t>
                      </a:r>
                      <a:r>
                        <a:rPr kumimoji="0" lang="en-US" sz="1800" b="0" i="0" u="none" strike="noStrike" kern="1200" cap="none" spc="0" normalizeH="0" baseline="0" noProof="0" dirty="0">
                          <a:ln>
                            <a:noFill/>
                          </a:ln>
                          <a:solidFill>
                            <a:prstClr val="black"/>
                          </a:solidFill>
                          <a:effectLst/>
                          <a:uLnTx/>
                          <a:uFillTx/>
                          <a:latin typeface="+mn-lt"/>
                          <a:ea typeface="+mn-ea"/>
                          <a:cs typeface="+mn-cs"/>
                        </a:rPr>
                        <a:t> 13.06% ; </a:t>
                      </a:r>
                      <a:r>
                        <a:rPr kumimoji="0" lang="en-US" sz="1800" b="1" i="0" u="none" strike="noStrike" kern="1200" cap="none" spc="0" normalizeH="0" baseline="0" noProof="0" dirty="0">
                          <a:ln>
                            <a:noFill/>
                          </a:ln>
                          <a:solidFill>
                            <a:prstClr val="black"/>
                          </a:solidFill>
                          <a:effectLst/>
                          <a:uLnTx/>
                          <a:uFillTx/>
                          <a:latin typeface="+mn-lt"/>
                          <a:ea typeface="+mn-ea"/>
                          <a:cs typeface="+mn-cs"/>
                        </a:rPr>
                        <a:t>Y14</a:t>
                      </a:r>
                      <a:r>
                        <a:rPr kumimoji="0" lang="en-US" sz="1800" b="0" i="0" u="none" strike="noStrike" kern="1200" cap="none" spc="0" normalizeH="0" baseline="0" noProof="0" dirty="0">
                          <a:ln>
                            <a:noFill/>
                          </a:ln>
                          <a:solidFill>
                            <a:prstClr val="black"/>
                          </a:solidFill>
                          <a:effectLst/>
                          <a:uLnTx/>
                          <a:uFillTx/>
                          <a:latin typeface="+mn-lt"/>
                          <a:ea typeface="+mn-ea"/>
                          <a:cs typeface="+mn-cs"/>
                        </a:rPr>
                        <a:t>: 11.93%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Y15:</a:t>
                      </a:r>
                      <a:r>
                        <a:rPr kumimoji="0" lang="en-US" sz="1800" b="0" i="0" u="none" strike="noStrike" kern="1200" cap="none" spc="0" normalizeH="0" baseline="0" noProof="0" dirty="0">
                          <a:ln>
                            <a:noFill/>
                          </a:ln>
                          <a:solidFill>
                            <a:prstClr val="black"/>
                          </a:solidFill>
                          <a:effectLst/>
                          <a:uLnTx/>
                          <a:uFillTx/>
                          <a:latin typeface="+mn-lt"/>
                          <a:ea typeface="+mn-ea"/>
                          <a:cs typeface="+mn-cs"/>
                        </a:rPr>
                        <a:t> 10.80%</a:t>
                      </a:r>
                      <a:endParaRPr kumimoji="0" lang="en-IN" sz="1800" b="0"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r>
                        <a:rPr lang="en-US" dirty="0"/>
                        <a:t>6% + (0.80*6%) = </a:t>
                      </a:r>
                      <a:r>
                        <a:rPr lang="en-US" b="1" dirty="0"/>
                        <a:t>10.80%</a:t>
                      </a:r>
                      <a:endParaRPr lang="en-IN" b="1" dirty="0"/>
                    </a:p>
                  </a:txBody>
                  <a:tcPr/>
                </a:tc>
                <a:extLst>
                  <a:ext uri="{0D108BD9-81ED-4DB2-BD59-A6C34878D82A}">
                    <a16:rowId xmlns:a16="http://schemas.microsoft.com/office/drawing/2014/main" val="4119907283"/>
                  </a:ext>
                </a:extLst>
              </a:tr>
            </a:tbl>
          </a:graphicData>
        </a:graphic>
      </p:graphicFrame>
    </p:spTree>
    <p:extLst>
      <p:ext uri="{BB962C8B-B14F-4D97-AF65-F5344CB8AC3E}">
        <p14:creationId xmlns:p14="http://schemas.microsoft.com/office/powerpoint/2010/main" val="1080448024"/>
      </p:ext>
    </p:extLst>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27B74-6C24-32C5-0361-FABA4EE60C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342FE1-162A-DFC9-66E7-3B6099636A39}"/>
              </a:ext>
            </a:extLst>
          </p:cNvPr>
          <p:cNvSpPr>
            <a:spLocks noGrp="1"/>
          </p:cNvSpPr>
          <p:nvPr>
            <p:ph type="title"/>
          </p:nvPr>
        </p:nvSpPr>
        <p:spPr/>
        <p:txBody>
          <a:bodyPr/>
          <a:lstStyle/>
          <a:p>
            <a:pPr algn="ctr"/>
            <a:r>
              <a:rPr lang="en-US" b="1" dirty="0"/>
              <a:t>Infosys- High Growth PE ???</a:t>
            </a:r>
            <a:endParaRPr lang="en-IN" b="1" dirty="0"/>
          </a:p>
        </p:txBody>
      </p:sp>
      <p:sp>
        <p:nvSpPr>
          <p:cNvPr id="3" name="Content Placeholder 2">
            <a:extLst>
              <a:ext uri="{FF2B5EF4-FFF2-40B4-BE49-F238E27FC236}">
                <a16:creationId xmlns:a16="http://schemas.microsoft.com/office/drawing/2014/main" id="{606C2E5E-1293-B359-86A4-FC8B162E8BC8}"/>
              </a:ext>
            </a:extLst>
          </p:cNvPr>
          <p:cNvSpPr>
            <a:spLocks noGrp="1"/>
          </p:cNvSpPr>
          <p:nvPr>
            <p:ph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DPR hg *(1+ g hg) *( 1- [ {1+g hg}^n / {1+ COE hg }^n])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COE hg – g hg</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600"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prstClr val="black"/>
                </a:solidFill>
                <a:latin typeface="Calibri" panose="020F0502020204030204"/>
              </a:rPr>
              <a:t>Where </a:t>
            </a:r>
            <a:r>
              <a:rPr lang="en-US" sz="2600" b="1" dirty="0">
                <a:solidFill>
                  <a:prstClr val="black"/>
                </a:solidFill>
                <a:latin typeface="Calibri" panose="020F0502020204030204"/>
              </a:rPr>
              <a:t>DPR hg = 60% ;  g hg = 12.00% ; COE hg = 16.45% : n hg = 10 years</a:t>
            </a:r>
            <a:endParaRPr lang="en-IN" b="1" dirty="0"/>
          </a:p>
        </p:txBody>
      </p:sp>
    </p:spTree>
    <p:extLst>
      <p:ext uri="{BB962C8B-B14F-4D97-AF65-F5344CB8AC3E}">
        <p14:creationId xmlns:p14="http://schemas.microsoft.com/office/powerpoint/2010/main" val="2359100025"/>
      </p:ext>
    </p:extLst>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964FA-8359-EA78-253A-35FDCF1DEC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F7B6E6-31E4-0AAD-FEC5-F1F70D685A86}"/>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High Growth PE</a:t>
            </a:r>
            <a:endParaRPr lang="en-IN" dirty="0"/>
          </a:p>
        </p:txBody>
      </p:sp>
      <p:sp>
        <p:nvSpPr>
          <p:cNvPr id="3" name="Content Placeholder 2">
            <a:extLst>
              <a:ext uri="{FF2B5EF4-FFF2-40B4-BE49-F238E27FC236}">
                <a16:creationId xmlns:a16="http://schemas.microsoft.com/office/drawing/2014/main" id="{AFCE263E-1278-EE07-3F65-64F04365ED7C}"/>
              </a:ext>
            </a:extLst>
          </p:cNvPr>
          <p:cNvSpPr>
            <a:spLocks noGrp="1"/>
          </p:cNvSpPr>
          <p:nvPr>
            <p:ph idx="1"/>
          </p:nvPr>
        </p:nvSpPr>
        <p:spPr/>
        <p:txBody>
          <a:bodyPr/>
          <a:lstStyle/>
          <a:p>
            <a:pPr marL="0" indent="0">
              <a:buNone/>
            </a:pPr>
            <a:r>
              <a:rPr lang="en-US" dirty="0"/>
              <a:t>= 0.60(1.12)(1- [{1.12}^10/ {1.1645}^10]) /  (0.1645-0.1200)</a:t>
            </a:r>
          </a:p>
          <a:p>
            <a:pPr marL="0" indent="0">
              <a:buNone/>
            </a:pPr>
            <a:endParaRPr lang="en-US" dirty="0"/>
          </a:p>
          <a:p>
            <a:pPr marL="0" indent="0">
              <a:buNone/>
            </a:pPr>
            <a:r>
              <a:rPr lang="en-US" dirty="0"/>
              <a:t>= 0.6720 ( 1- {3.1058/ 4.5856) / 0.0445</a:t>
            </a:r>
          </a:p>
          <a:p>
            <a:pPr marL="0" indent="0">
              <a:buNone/>
            </a:pPr>
            <a:endParaRPr lang="en-US" dirty="0"/>
          </a:p>
          <a:p>
            <a:pPr marL="0" indent="0">
              <a:buNone/>
            </a:pPr>
            <a:r>
              <a:rPr lang="en-US" b="1" dirty="0"/>
              <a:t>= 4.8731 times  </a:t>
            </a:r>
            <a:endParaRPr lang="en-IN" b="1" dirty="0"/>
          </a:p>
        </p:txBody>
      </p:sp>
    </p:spTree>
    <p:extLst>
      <p:ext uri="{BB962C8B-B14F-4D97-AF65-F5344CB8AC3E}">
        <p14:creationId xmlns:p14="http://schemas.microsoft.com/office/powerpoint/2010/main" val="342363715"/>
      </p:ext>
    </p:extLst>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F64D0-BC4C-42F7-A6E4-EE9C4CC4527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Year 11 PE =???</a:t>
            </a:r>
            <a:endParaRPr lang="en-IN" dirty="0"/>
          </a:p>
        </p:txBody>
      </p:sp>
      <p:sp>
        <p:nvSpPr>
          <p:cNvPr id="3" name="Content Placeholder 2">
            <a:extLst>
              <a:ext uri="{FF2B5EF4-FFF2-40B4-BE49-F238E27FC236}">
                <a16:creationId xmlns:a16="http://schemas.microsoft.com/office/drawing/2014/main" id="{DFD671A4-E92E-4A54-898A-8AD3892086F7}"/>
              </a:ext>
            </a:extLst>
          </p:cNvPr>
          <p:cNvSpPr>
            <a:spLocks noGrp="1"/>
          </p:cNvSpPr>
          <p:nvPr>
            <p:ph idx="1"/>
          </p:nvPr>
        </p:nvSpPr>
        <p:spPr/>
        <p:txBody>
          <a:bodyPr/>
          <a:lstStyle/>
          <a:p>
            <a:r>
              <a:rPr lang="en-US" dirty="0"/>
              <a:t>What do we need ?</a:t>
            </a:r>
            <a:endParaRPr lang="en-IN" dirty="0"/>
          </a:p>
        </p:txBody>
      </p:sp>
    </p:spTree>
    <p:extLst>
      <p:ext uri="{BB962C8B-B14F-4D97-AF65-F5344CB8AC3E}">
        <p14:creationId xmlns:p14="http://schemas.microsoft.com/office/powerpoint/2010/main" val="3682289259"/>
      </p:ext>
    </p:extLst>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F64D0-BC4C-42F7-A6E4-EE9C4CC4527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Year 11 PE =???</a:t>
            </a:r>
            <a:endParaRPr lang="en-IN" dirty="0"/>
          </a:p>
        </p:txBody>
      </p:sp>
      <p:sp>
        <p:nvSpPr>
          <p:cNvPr id="3" name="Content Placeholder 2">
            <a:extLst>
              <a:ext uri="{FF2B5EF4-FFF2-40B4-BE49-F238E27FC236}">
                <a16:creationId xmlns:a16="http://schemas.microsoft.com/office/drawing/2014/main" id="{DFD671A4-E92E-4A54-898A-8AD3892086F7}"/>
              </a:ext>
            </a:extLst>
          </p:cNvPr>
          <p:cNvSpPr>
            <a:spLocks noGrp="1"/>
          </p:cNvSpPr>
          <p:nvPr>
            <p:ph idx="1"/>
          </p:nvPr>
        </p:nvSpPr>
        <p:spPr/>
        <p:txBody>
          <a:bodyPr>
            <a:normAutofit/>
          </a:bodyPr>
          <a:lstStyle/>
          <a:p>
            <a:r>
              <a:rPr lang="en-US" sz="3600" dirty="0"/>
              <a:t>Year 11 DPR = 64 %  or 0.64</a:t>
            </a:r>
          </a:p>
          <a:p>
            <a:r>
              <a:rPr lang="en-US" sz="3600" dirty="0"/>
              <a:t>Year 1-10 growth factor = 3.1058</a:t>
            </a:r>
          </a:p>
          <a:p>
            <a:r>
              <a:rPr lang="en-US" sz="3600" dirty="0"/>
              <a:t>Year 11 growth rate = 10.80 % or 0.1080</a:t>
            </a:r>
          </a:p>
          <a:p>
            <a:r>
              <a:rPr lang="en-US" sz="3600" dirty="0"/>
              <a:t>Year 1-10 COE factor = 4.5856</a:t>
            </a:r>
          </a:p>
          <a:p>
            <a:r>
              <a:rPr lang="en-US" sz="3600" dirty="0"/>
              <a:t>Year 11 COE = 15.32 % = 0.1532</a:t>
            </a:r>
            <a:endParaRPr lang="en-IN" sz="3600" dirty="0"/>
          </a:p>
        </p:txBody>
      </p:sp>
    </p:spTree>
    <p:extLst>
      <p:ext uri="{BB962C8B-B14F-4D97-AF65-F5344CB8AC3E}">
        <p14:creationId xmlns:p14="http://schemas.microsoft.com/office/powerpoint/2010/main" val="2118509972"/>
      </p:ext>
    </p:extLst>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204B-DC0A-4793-B4AF-A14DA4F88C4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a:t>
            </a:r>
            <a:r>
              <a:rPr lang="en-US" b="1" dirty="0"/>
              <a:t>: Year 11 PE </a:t>
            </a:r>
            <a:endParaRPr lang="en-IN" b="1" dirty="0"/>
          </a:p>
        </p:txBody>
      </p:sp>
      <p:sp>
        <p:nvSpPr>
          <p:cNvPr id="3" name="Content Placeholder 2">
            <a:extLst>
              <a:ext uri="{FF2B5EF4-FFF2-40B4-BE49-F238E27FC236}">
                <a16:creationId xmlns:a16="http://schemas.microsoft.com/office/drawing/2014/main" id="{3A281185-5313-4B4E-ACCD-024DF39DD0C9}"/>
              </a:ext>
            </a:extLst>
          </p:cNvPr>
          <p:cNvSpPr>
            <a:spLocks noGrp="1"/>
          </p:cNvSpPr>
          <p:nvPr>
            <p:ph idx="1"/>
          </p:nvPr>
        </p:nvSpPr>
        <p:spPr/>
        <p:txBody>
          <a:bodyPr/>
          <a:lstStyle/>
          <a:p>
            <a:pPr marL="0" indent="0">
              <a:buNone/>
            </a:pPr>
            <a:r>
              <a:rPr lang="en-US" dirty="0"/>
              <a:t>= year 11 DPR * (1+G hg)^ hg period * (1+ G year 11)</a:t>
            </a:r>
          </a:p>
          <a:p>
            <a:pPr marL="0" indent="0">
              <a:buNone/>
            </a:pPr>
            <a:r>
              <a:rPr lang="en-US" dirty="0"/>
              <a:t>-----------------------------------------------------------------------</a:t>
            </a:r>
          </a:p>
          <a:p>
            <a:pPr marL="0" indent="0">
              <a:buNone/>
            </a:pPr>
            <a:r>
              <a:rPr lang="en-US" dirty="0"/>
              <a:t>            (1+ COE hg) ^ hg period  * (1+ COE year 11)</a:t>
            </a:r>
          </a:p>
          <a:p>
            <a:pPr marL="0" indent="0">
              <a:buNone/>
            </a:pPr>
            <a:endParaRPr lang="en-US" dirty="0"/>
          </a:p>
          <a:p>
            <a:pPr marL="0" indent="0">
              <a:buNone/>
            </a:pPr>
            <a:r>
              <a:rPr lang="en-US" dirty="0"/>
              <a:t>= 0.64 * (3.1058) (1.1080) /  (4.5856) (1.1532)</a:t>
            </a:r>
          </a:p>
          <a:p>
            <a:pPr marL="0" indent="0">
              <a:buNone/>
            </a:pPr>
            <a:r>
              <a:rPr lang="en-US" dirty="0"/>
              <a:t>= 0.64 ( 3.4412)/ 5.2881</a:t>
            </a:r>
          </a:p>
          <a:p>
            <a:pPr marL="0" indent="0">
              <a:buNone/>
            </a:pPr>
            <a:endParaRPr lang="en-US" dirty="0"/>
          </a:p>
          <a:p>
            <a:pPr marL="0" indent="0">
              <a:buNone/>
            </a:pPr>
            <a:r>
              <a:rPr lang="en-US" dirty="0"/>
              <a:t>= 2.2024 / 5.2881    = </a:t>
            </a:r>
            <a:r>
              <a:rPr lang="en-US" b="1" dirty="0"/>
              <a:t>0.4165 times </a:t>
            </a:r>
            <a:endParaRPr lang="en-IN" b="1" dirty="0"/>
          </a:p>
        </p:txBody>
      </p:sp>
    </p:spTree>
    <p:extLst>
      <p:ext uri="{BB962C8B-B14F-4D97-AF65-F5344CB8AC3E}">
        <p14:creationId xmlns:p14="http://schemas.microsoft.com/office/powerpoint/2010/main" val="1167954813"/>
      </p:ext>
    </p:extLst>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F64D0-BC4C-42F7-A6E4-EE9C4CC4527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Year </a:t>
            </a:r>
            <a:r>
              <a:rPr lang="en-US" b="1" dirty="0">
                <a:solidFill>
                  <a:prstClr val="black"/>
                </a:solidFill>
                <a:latin typeface="Calibri Light" panose="020F0302020204030204"/>
              </a:rPr>
              <a:t>12 </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PE =???</a:t>
            </a:r>
            <a:endParaRPr lang="en-IN" dirty="0"/>
          </a:p>
        </p:txBody>
      </p:sp>
      <p:sp>
        <p:nvSpPr>
          <p:cNvPr id="3" name="Content Placeholder 2">
            <a:extLst>
              <a:ext uri="{FF2B5EF4-FFF2-40B4-BE49-F238E27FC236}">
                <a16:creationId xmlns:a16="http://schemas.microsoft.com/office/drawing/2014/main" id="{DFD671A4-E92E-4A54-898A-8AD3892086F7}"/>
              </a:ext>
            </a:extLst>
          </p:cNvPr>
          <p:cNvSpPr>
            <a:spLocks noGrp="1"/>
          </p:cNvSpPr>
          <p:nvPr>
            <p:ph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12 DPR = 68</a:t>
            </a:r>
            <a:r>
              <a:rPr lang="en-US" sz="3600" dirty="0">
                <a:solidFill>
                  <a:prstClr val="black"/>
                </a:solidFill>
                <a:latin typeface="Calibri" panose="020F0502020204030204"/>
              </a:rPr>
              <a:t> </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or 0.68</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1-11 growth </a:t>
            </a:r>
            <a:r>
              <a:rPr lang="en-US" sz="3600" dirty="0">
                <a:solidFill>
                  <a:prstClr val="black"/>
                </a:solidFill>
                <a:latin typeface="Calibri" panose="020F0502020204030204"/>
              </a:rPr>
              <a:t>factor</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lang="en-US" sz="3600" dirty="0">
                <a:solidFill>
                  <a:prstClr val="black"/>
                </a:solidFill>
                <a:latin typeface="Calibri" panose="020F0502020204030204"/>
              </a:rPr>
              <a:t>3.4412</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3600" dirty="0">
                <a:solidFill>
                  <a:prstClr val="black"/>
                </a:solidFill>
                <a:latin typeface="Calibri" panose="020F0502020204030204"/>
              </a:rPr>
              <a:t>Year 12 growth rate = 9.60 % </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1-11 COE factor = 5.2881</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3600" dirty="0">
                <a:solidFill>
                  <a:prstClr val="black"/>
                </a:solidFill>
                <a:latin typeface="Calibri" panose="020F0502020204030204"/>
              </a:rPr>
              <a:t>Year 12 COE = 14.19 % = 0.1419</a:t>
            </a:r>
            <a:endParaRPr lang="en-IN" dirty="0"/>
          </a:p>
        </p:txBody>
      </p:sp>
    </p:spTree>
    <p:extLst>
      <p:ext uri="{BB962C8B-B14F-4D97-AF65-F5344CB8AC3E}">
        <p14:creationId xmlns:p14="http://schemas.microsoft.com/office/powerpoint/2010/main" val="3308768981"/>
      </p:ext>
    </p:extLst>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204B-DC0A-4793-B4AF-A14DA4F88C4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a:t>
            </a:r>
            <a:r>
              <a:rPr lang="en-US" b="1" dirty="0"/>
              <a:t>: Year 12 PE </a:t>
            </a:r>
            <a:endParaRPr lang="en-IN" b="1" dirty="0"/>
          </a:p>
        </p:txBody>
      </p:sp>
      <p:sp>
        <p:nvSpPr>
          <p:cNvPr id="3" name="Content Placeholder 2">
            <a:extLst>
              <a:ext uri="{FF2B5EF4-FFF2-40B4-BE49-F238E27FC236}">
                <a16:creationId xmlns:a16="http://schemas.microsoft.com/office/drawing/2014/main" id="{3A281185-5313-4B4E-ACCD-024DF39DD0C9}"/>
              </a:ext>
            </a:extLst>
          </p:cNvPr>
          <p:cNvSpPr>
            <a:spLocks noGrp="1"/>
          </p:cNvSpPr>
          <p:nvPr>
            <p:ph idx="1"/>
          </p:nvPr>
        </p:nvSpPr>
        <p:spPr/>
        <p:txBody>
          <a:bodyPr/>
          <a:lstStyle/>
          <a:p>
            <a:pPr marL="0" indent="0">
              <a:buNone/>
            </a:pPr>
            <a:r>
              <a:rPr lang="en-US" dirty="0"/>
              <a:t>= year 12 DPR * (1+G hg)^ hg period * (1+ G year 11)*(1+G y12)</a:t>
            </a:r>
          </a:p>
          <a:p>
            <a:pPr marL="0" indent="0">
              <a:buNone/>
            </a:pPr>
            <a:r>
              <a:rPr lang="en-US" dirty="0"/>
              <a:t>---------------------------------------------------------------------------------</a:t>
            </a:r>
          </a:p>
          <a:p>
            <a:pPr marL="0" indent="0">
              <a:buNone/>
            </a:pPr>
            <a:r>
              <a:rPr lang="en-US" dirty="0"/>
              <a:t>            (1+ COE hg) ^ hg period  * (1+ COE year 11)*(1+COE y12)</a:t>
            </a:r>
          </a:p>
          <a:p>
            <a:pPr marL="0" indent="0">
              <a:buNone/>
            </a:pPr>
            <a:endParaRPr lang="en-US" dirty="0"/>
          </a:p>
          <a:p>
            <a:pPr marL="0" indent="0">
              <a:buNone/>
            </a:pPr>
            <a:r>
              <a:rPr lang="en-US" dirty="0"/>
              <a:t>= 0.68* ( 3.4412) (1.0960) /  (5.2881) (1.1419)</a:t>
            </a:r>
          </a:p>
          <a:p>
            <a:pPr marL="0" indent="0">
              <a:buNone/>
            </a:pPr>
            <a:r>
              <a:rPr lang="en-US" dirty="0"/>
              <a:t>= 0.68 ( 3.7716 )/ 6.0385</a:t>
            </a:r>
          </a:p>
          <a:p>
            <a:pPr marL="0" indent="0">
              <a:buNone/>
            </a:pPr>
            <a:r>
              <a:rPr lang="en-US" dirty="0"/>
              <a:t>= 2.5647/ 6.0385 = </a:t>
            </a:r>
            <a:r>
              <a:rPr lang="en-US" b="1" dirty="0"/>
              <a:t>0.4247 times </a:t>
            </a:r>
            <a:endParaRPr lang="en-IN" b="1" dirty="0"/>
          </a:p>
        </p:txBody>
      </p:sp>
    </p:spTree>
    <p:extLst>
      <p:ext uri="{BB962C8B-B14F-4D97-AF65-F5344CB8AC3E}">
        <p14:creationId xmlns:p14="http://schemas.microsoft.com/office/powerpoint/2010/main" val="821772567"/>
      </p:ext>
    </p:extLst>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F64D0-BC4C-42F7-A6E4-EE9C4CC4527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Year 13 PE =???</a:t>
            </a:r>
            <a:endParaRPr lang="en-IN" dirty="0"/>
          </a:p>
        </p:txBody>
      </p:sp>
      <p:sp>
        <p:nvSpPr>
          <p:cNvPr id="3" name="Content Placeholder 2">
            <a:extLst>
              <a:ext uri="{FF2B5EF4-FFF2-40B4-BE49-F238E27FC236}">
                <a16:creationId xmlns:a16="http://schemas.microsoft.com/office/drawing/2014/main" id="{DFD671A4-E92E-4A54-898A-8AD3892086F7}"/>
              </a:ext>
            </a:extLst>
          </p:cNvPr>
          <p:cNvSpPr>
            <a:spLocks noGrp="1"/>
          </p:cNvSpPr>
          <p:nvPr>
            <p:ph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13 DPR = </a:t>
            </a:r>
            <a:r>
              <a:rPr lang="en-US" sz="3600" dirty="0">
                <a:solidFill>
                  <a:prstClr val="black"/>
                </a:solidFill>
                <a:latin typeface="Calibri" panose="020F0502020204030204"/>
              </a:rPr>
              <a:t>72</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or 0.72</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1-12 growth </a:t>
            </a:r>
            <a:r>
              <a:rPr lang="en-US" sz="3600" dirty="0">
                <a:solidFill>
                  <a:prstClr val="black"/>
                </a:solidFill>
                <a:latin typeface="Calibri" panose="020F0502020204030204"/>
              </a:rPr>
              <a:t>factor</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 3.7716</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13 growth rate = 8.40 %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1-12 COE factor = </a:t>
            </a:r>
            <a:r>
              <a:rPr lang="en-US" sz="3600" dirty="0">
                <a:solidFill>
                  <a:prstClr val="black"/>
                </a:solidFill>
                <a:latin typeface="Calibri" panose="020F0502020204030204"/>
              </a:rPr>
              <a:t>6.0385</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13 COE = </a:t>
            </a:r>
            <a:r>
              <a:rPr lang="en-US" sz="3600" dirty="0">
                <a:solidFill>
                  <a:prstClr val="black"/>
                </a:solidFill>
                <a:latin typeface="Calibri" panose="020F0502020204030204"/>
              </a:rPr>
              <a:t>13.06 %</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 0.1306</a:t>
            </a:r>
            <a:endParaRPr lang="en-IN" dirty="0"/>
          </a:p>
        </p:txBody>
      </p:sp>
    </p:spTree>
    <p:extLst>
      <p:ext uri="{BB962C8B-B14F-4D97-AF65-F5344CB8AC3E}">
        <p14:creationId xmlns:p14="http://schemas.microsoft.com/office/powerpoint/2010/main" val="2497193735"/>
      </p:ext>
    </p:extLst>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204B-DC0A-4793-B4AF-A14DA4F88C4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a:t>
            </a:r>
            <a:r>
              <a:rPr lang="en-US" b="1" dirty="0"/>
              <a:t>: Year 13 PE </a:t>
            </a:r>
            <a:endParaRPr lang="en-IN" b="1" dirty="0"/>
          </a:p>
        </p:txBody>
      </p:sp>
      <p:sp>
        <p:nvSpPr>
          <p:cNvPr id="3" name="Content Placeholder 2">
            <a:extLst>
              <a:ext uri="{FF2B5EF4-FFF2-40B4-BE49-F238E27FC236}">
                <a16:creationId xmlns:a16="http://schemas.microsoft.com/office/drawing/2014/main" id="{3A281185-5313-4B4E-ACCD-024DF39DD0C9}"/>
              </a:ext>
            </a:extLst>
          </p:cNvPr>
          <p:cNvSpPr>
            <a:spLocks noGrp="1"/>
          </p:cNvSpPr>
          <p:nvPr>
            <p:ph idx="1"/>
          </p:nvPr>
        </p:nvSpPr>
        <p:spPr/>
        <p:txBody>
          <a:bodyPr>
            <a:normAutofit fontScale="92500" lnSpcReduction="20000"/>
          </a:bodyPr>
          <a:lstStyle/>
          <a:p>
            <a:pPr marL="0" indent="0">
              <a:buNone/>
            </a:pPr>
            <a:r>
              <a:rPr lang="en-US" dirty="0"/>
              <a:t>= year 13 DPR * (1+G hg)^ hg p * (1+ G y 11)*(1+G y12) (1+G y13)</a:t>
            </a:r>
          </a:p>
          <a:p>
            <a:pPr marL="0" indent="0">
              <a:buNone/>
            </a:pPr>
            <a:r>
              <a:rPr lang="en-US" dirty="0"/>
              <a:t>--------------------------------------------------------------------------------------</a:t>
            </a:r>
          </a:p>
          <a:p>
            <a:pPr marL="0" indent="0">
              <a:buNone/>
            </a:pPr>
            <a:r>
              <a:rPr lang="en-US" dirty="0"/>
              <a:t>            (1+ COE hg) ^ hg p  * (1+ COE y 11)*(1+COE y12)* (1+COE y13)</a:t>
            </a:r>
          </a:p>
          <a:p>
            <a:pPr marL="0" indent="0">
              <a:buNone/>
            </a:pPr>
            <a:endParaRPr lang="en-US" dirty="0"/>
          </a:p>
          <a:p>
            <a:pPr marL="0" indent="0">
              <a:buNone/>
            </a:pPr>
            <a:r>
              <a:rPr lang="en-US" dirty="0"/>
              <a:t>= 0.72 * (3.7716) (1.0840) /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(6.0385) (1.1306)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0.72  (4.0884) / 6.8271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indent="0">
              <a:buNone/>
            </a:pPr>
            <a:r>
              <a:rPr lang="en-US" dirty="0"/>
              <a:t>= 2.9436/ 6.8271  = </a:t>
            </a:r>
            <a:r>
              <a:rPr lang="en-US" b="1" dirty="0"/>
              <a:t>0.4312 times </a:t>
            </a:r>
            <a:endParaRPr lang="en-IN" b="1" dirty="0"/>
          </a:p>
        </p:txBody>
      </p:sp>
    </p:spTree>
    <p:extLst>
      <p:ext uri="{BB962C8B-B14F-4D97-AF65-F5344CB8AC3E}">
        <p14:creationId xmlns:p14="http://schemas.microsoft.com/office/powerpoint/2010/main" val="1306760704"/>
      </p:ext>
    </p:extLst>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F64D0-BC4C-42F7-A6E4-EE9C4CC4527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Year 14 PE =???</a:t>
            </a:r>
            <a:endParaRPr lang="en-IN" dirty="0"/>
          </a:p>
        </p:txBody>
      </p:sp>
      <p:sp>
        <p:nvSpPr>
          <p:cNvPr id="3" name="Content Placeholder 2">
            <a:extLst>
              <a:ext uri="{FF2B5EF4-FFF2-40B4-BE49-F238E27FC236}">
                <a16:creationId xmlns:a16="http://schemas.microsoft.com/office/drawing/2014/main" id="{DFD671A4-E92E-4A54-898A-8AD3892086F7}"/>
              </a:ext>
            </a:extLst>
          </p:cNvPr>
          <p:cNvSpPr>
            <a:spLocks noGrp="1"/>
          </p:cNvSpPr>
          <p:nvPr>
            <p:ph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14 DPR = 76</a:t>
            </a:r>
            <a:r>
              <a:rPr lang="en-US" sz="3600" dirty="0">
                <a:solidFill>
                  <a:prstClr val="black"/>
                </a:solidFill>
                <a:latin typeface="Calibri" panose="020F0502020204030204"/>
              </a:rPr>
              <a:t> </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or 0.76</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1-13 growth </a:t>
            </a:r>
            <a:r>
              <a:rPr lang="en-US" sz="3600" dirty="0">
                <a:solidFill>
                  <a:prstClr val="black"/>
                </a:solidFill>
                <a:latin typeface="Calibri" panose="020F0502020204030204"/>
              </a:rPr>
              <a:t>factor</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 4.0884</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14 growth rate = </a:t>
            </a:r>
            <a:r>
              <a:rPr lang="en-US" sz="3600" dirty="0">
                <a:solidFill>
                  <a:prstClr val="black"/>
                </a:solidFill>
                <a:latin typeface="Calibri" panose="020F0502020204030204"/>
              </a:rPr>
              <a:t>7.20 </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1-13 COE factor = 6.8271</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14 COE = </a:t>
            </a:r>
            <a:r>
              <a:rPr lang="en-US" sz="3600" dirty="0">
                <a:solidFill>
                  <a:prstClr val="black"/>
                </a:solidFill>
                <a:latin typeface="Calibri" panose="020F0502020204030204"/>
              </a:rPr>
              <a:t>11.93 %</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 0.1193</a:t>
            </a:r>
            <a:endParaRPr lang="en-IN" dirty="0"/>
          </a:p>
        </p:txBody>
      </p:sp>
    </p:spTree>
    <p:extLst>
      <p:ext uri="{BB962C8B-B14F-4D97-AF65-F5344CB8AC3E}">
        <p14:creationId xmlns:p14="http://schemas.microsoft.com/office/powerpoint/2010/main" val="1660984033"/>
      </p:ext>
    </p:extLst>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204B-DC0A-4793-B4AF-A14DA4F88C4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a:t>
            </a:r>
            <a:r>
              <a:rPr lang="en-US" b="1" dirty="0"/>
              <a:t>: Year 14 PE </a:t>
            </a:r>
            <a:endParaRPr lang="en-IN" b="1" dirty="0"/>
          </a:p>
        </p:txBody>
      </p:sp>
      <p:sp>
        <p:nvSpPr>
          <p:cNvPr id="3" name="Content Placeholder 2">
            <a:extLst>
              <a:ext uri="{FF2B5EF4-FFF2-40B4-BE49-F238E27FC236}">
                <a16:creationId xmlns:a16="http://schemas.microsoft.com/office/drawing/2014/main" id="{3A281185-5313-4B4E-ACCD-024DF39DD0C9}"/>
              </a:ext>
            </a:extLst>
          </p:cNvPr>
          <p:cNvSpPr>
            <a:spLocks noGrp="1"/>
          </p:cNvSpPr>
          <p:nvPr>
            <p:ph idx="1"/>
          </p:nvPr>
        </p:nvSpPr>
        <p:spPr/>
        <p:txBody>
          <a:bodyPr>
            <a:normAutofit fontScale="92500"/>
          </a:bodyPr>
          <a:lstStyle/>
          <a:p>
            <a:pPr marL="0" indent="0">
              <a:buNone/>
            </a:pPr>
            <a:r>
              <a:rPr lang="en-US" dirty="0"/>
              <a:t>= year 14 DPR * (1+G hg)^ hg p * (1+ G y 11)*(1+G y12) (1+G y13) (1+Gy14)</a:t>
            </a:r>
          </a:p>
          <a:p>
            <a:pPr marL="0" indent="0">
              <a:buNone/>
            </a:pPr>
            <a:r>
              <a:rPr lang="en-US" dirty="0"/>
              <a:t>-----------------------------------------------------------------------------------------</a:t>
            </a:r>
          </a:p>
          <a:p>
            <a:pPr marL="0" indent="0">
              <a:buNone/>
            </a:pPr>
            <a:r>
              <a:rPr lang="en-US" dirty="0"/>
              <a:t>  (1+ COE hg) ^ hg p  * (1+ COE y 11)*(1+COE y12)* (1+COE y13) (1+COE y14)</a:t>
            </a:r>
          </a:p>
          <a:p>
            <a:pPr marL="0" indent="0">
              <a:buNone/>
            </a:pPr>
            <a:endParaRPr lang="en-US" dirty="0"/>
          </a:p>
          <a:p>
            <a:pPr marL="0" indent="0">
              <a:buNone/>
            </a:pPr>
            <a:r>
              <a:rPr lang="en-US" dirty="0"/>
              <a:t>= 0.76 * (4.0884) (1.0720)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(6.8271</a:t>
            </a:r>
            <a:r>
              <a:rPr lang="en-US" dirty="0">
                <a:solidFill>
                  <a:prstClr val="black"/>
                </a:solidFill>
                <a:latin typeface="Calibri" panose="020F0502020204030204"/>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(1.1193) </a:t>
            </a:r>
          </a:p>
          <a:p>
            <a:pPr marL="0" indent="0">
              <a:buNone/>
            </a:pPr>
            <a:r>
              <a:rPr lang="en-US" dirty="0">
                <a:solidFill>
                  <a:prstClr val="black"/>
                </a:solidFill>
                <a:latin typeface="Calibri" panose="020F0502020204030204"/>
              </a:rPr>
              <a:t>= 0.76 ( 4.3828) / 7.6416</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indent="0">
              <a:buNone/>
            </a:pPr>
            <a:r>
              <a:rPr lang="en-US" dirty="0"/>
              <a:t>= 3.3309 / 7.6416  = </a:t>
            </a:r>
            <a:r>
              <a:rPr lang="en-US" b="1" dirty="0"/>
              <a:t>0.4359 times </a:t>
            </a:r>
            <a:endParaRPr lang="en-IN" b="1" dirty="0"/>
          </a:p>
        </p:txBody>
      </p:sp>
    </p:spTree>
    <p:extLst>
      <p:ext uri="{BB962C8B-B14F-4D97-AF65-F5344CB8AC3E}">
        <p14:creationId xmlns:p14="http://schemas.microsoft.com/office/powerpoint/2010/main" val="3312104993"/>
      </p:ext>
    </p:extLst>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F64D0-BC4C-42F7-A6E4-EE9C4CC4527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Year 15 PE =???</a:t>
            </a:r>
            <a:endParaRPr lang="en-IN" dirty="0"/>
          </a:p>
        </p:txBody>
      </p:sp>
      <p:sp>
        <p:nvSpPr>
          <p:cNvPr id="3" name="Content Placeholder 2">
            <a:extLst>
              <a:ext uri="{FF2B5EF4-FFF2-40B4-BE49-F238E27FC236}">
                <a16:creationId xmlns:a16="http://schemas.microsoft.com/office/drawing/2014/main" id="{DFD671A4-E92E-4A54-898A-8AD3892086F7}"/>
              </a:ext>
            </a:extLst>
          </p:cNvPr>
          <p:cNvSpPr>
            <a:spLocks noGrp="1"/>
          </p:cNvSpPr>
          <p:nvPr>
            <p:ph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15 DPR = 80%  or 0.80</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1-14 growth </a:t>
            </a:r>
            <a:r>
              <a:rPr lang="en-US" sz="3600" dirty="0">
                <a:solidFill>
                  <a:prstClr val="black"/>
                </a:solidFill>
                <a:latin typeface="Calibri" panose="020F0502020204030204"/>
              </a:rPr>
              <a:t>factor</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 4.3828</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15 growth rate = 6%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1-14 COE factor = 7.6416</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15 COE = 10.80 % or 0.1080</a:t>
            </a:r>
            <a:endParaRPr lang="en-IN" dirty="0"/>
          </a:p>
        </p:txBody>
      </p:sp>
    </p:spTree>
    <p:extLst>
      <p:ext uri="{BB962C8B-B14F-4D97-AF65-F5344CB8AC3E}">
        <p14:creationId xmlns:p14="http://schemas.microsoft.com/office/powerpoint/2010/main" val="3026819933"/>
      </p:ext>
    </p:extLst>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204B-DC0A-4793-B4AF-A14DA4F88C4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a:t>
            </a:r>
            <a:r>
              <a:rPr lang="en-US" b="1" dirty="0"/>
              <a:t>: Year 15 PE </a:t>
            </a:r>
            <a:endParaRPr lang="en-IN" b="1" dirty="0"/>
          </a:p>
        </p:txBody>
      </p:sp>
      <p:sp>
        <p:nvSpPr>
          <p:cNvPr id="3" name="Content Placeholder 2">
            <a:extLst>
              <a:ext uri="{FF2B5EF4-FFF2-40B4-BE49-F238E27FC236}">
                <a16:creationId xmlns:a16="http://schemas.microsoft.com/office/drawing/2014/main" id="{3A281185-5313-4B4E-ACCD-024DF39DD0C9}"/>
              </a:ext>
            </a:extLst>
          </p:cNvPr>
          <p:cNvSpPr>
            <a:spLocks noGrp="1"/>
          </p:cNvSpPr>
          <p:nvPr>
            <p:ph idx="1"/>
          </p:nvPr>
        </p:nvSpPr>
        <p:spPr/>
        <p:txBody>
          <a:bodyPr>
            <a:normAutofit fontScale="92500" lnSpcReduction="10000"/>
          </a:bodyPr>
          <a:lstStyle/>
          <a:p>
            <a:pPr marL="0" indent="0">
              <a:buNone/>
            </a:pPr>
            <a:r>
              <a:rPr lang="en-US" dirty="0"/>
              <a:t>year15DPR * (1+G hg)^ hg p * (1+ Gy11)*(1+Gy12) (1+Gy13) (1+Gy14)(1+G Y 15)</a:t>
            </a:r>
          </a:p>
          <a:p>
            <a:pPr marL="0" indent="0">
              <a:buNone/>
            </a:pPr>
            <a:r>
              <a:rPr lang="en-US" dirty="0"/>
              <a:t>--------------------------------------------------------------------------------------------------</a:t>
            </a:r>
          </a:p>
          <a:p>
            <a:pPr marL="0" indent="0">
              <a:buNone/>
            </a:pPr>
            <a:r>
              <a:rPr lang="en-US" dirty="0"/>
              <a:t> (1+ COE hg) ^ hg p * (1+ COE y 11)*(1+COE y 12)* (1+COE y 13) (1+COE y14) (1+COE y15)</a:t>
            </a:r>
          </a:p>
          <a:p>
            <a:pPr marL="0" indent="0">
              <a:buNone/>
            </a:pPr>
            <a:endParaRPr lang="en-US" dirty="0"/>
          </a:p>
          <a:p>
            <a:pPr marL="0" indent="0">
              <a:buNone/>
            </a:pPr>
            <a:r>
              <a:rPr lang="en-US" dirty="0"/>
              <a:t>= 0.80 * (4.3828)  (1.06) /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(7.6416) (1.1080)</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=0.80 ( 4.6458) / 8.4669</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indent="0">
              <a:buNone/>
            </a:pPr>
            <a:r>
              <a:rPr lang="en-US" dirty="0"/>
              <a:t> =  3.7166/ 8.4669   = </a:t>
            </a:r>
            <a:r>
              <a:rPr lang="en-US" b="1" dirty="0"/>
              <a:t>0.4390 times </a:t>
            </a:r>
            <a:endParaRPr lang="en-IN" b="1" dirty="0"/>
          </a:p>
        </p:txBody>
      </p:sp>
    </p:spTree>
    <p:extLst>
      <p:ext uri="{BB962C8B-B14F-4D97-AF65-F5344CB8AC3E}">
        <p14:creationId xmlns:p14="http://schemas.microsoft.com/office/powerpoint/2010/main" val="3814806321"/>
      </p:ext>
    </p:extLst>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10724-5904-45CC-9481-26E9AE851B00}"/>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Year 11-15 PE </a:t>
            </a:r>
            <a:endParaRPr lang="en-IN" dirty="0"/>
          </a:p>
        </p:txBody>
      </p:sp>
      <p:sp>
        <p:nvSpPr>
          <p:cNvPr id="3" name="Content Placeholder 2">
            <a:extLst>
              <a:ext uri="{FF2B5EF4-FFF2-40B4-BE49-F238E27FC236}">
                <a16:creationId xmlns:a16="http://schemas.microsoft.com/office/drawing/2014/main" id="{F670B577-D80E-4F22-86B2-153AAA0201B6}"/>
              </a:ext>
            </a:extLst>
          </p:cNvPr>
          <p:cNvSpPr>
            <a:spLocks noGrp="1"/>
          </p:cNvSpPr>
          <p:nvPr>
            <p:ph idx="1"/>
          </p:nvPr>
        </p:nvSpPr>
        <p:spPr/>
        <p:txBody>
          <a:bodyPr>
            <a:normAutofit/>
          </a:bodyPr>
          <a:lstStyle/>
          <a:p>
            <a:pPr marL="0" indent="0">
              <a:buNone/>
            </a:pPr>
            <a:r>
              <a:rPr lang="en-US" sz="3600" dirty="0"/>
              <a:t>= 0.4165+ 0.4247+ 0.4312 +0.4359 +0.4390  = </a:t>
            </a:r>
          </a:p>
          <a:p>
            <a:pPr marL="0" indent="0">
              <a:buNone/>
            </a:pPr>
            <a:r>
              <a:rPr lang="en-US" sz="3600" b="1" dirty="0"/>
              <a:t>2.1473 times</a:t>
            </a:r>
            <a:endParaRPr lang="en-IN" sz="3600"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E189A98C-AD2F-DD23-1A65-CF3D16E7FD89}"/>
                  </a:ext>
                </a:extLst>
              </p14:cNvPr>
              <p14:cNvContentPartPr/>
              <p14:nvPr/>
            </p14:nvContentPartPr>
            <p14:xfrm>
              <a:off x="1919880" y="2841480"/>
              <a:ext cx="2602440" cy="253800"/>
            </p14:xfrm>
          </p:contentPart>
        </mc:Choice>
        <mc:Fallback xmlns="">
          <p:pic>
            <p:nvPicPr>
              <p:cNvPr id="4" name="Ink 3">
                <a:extLst>
                  <a:ext uri="{FF2B5EF4-FFF2-40B4-BE49-F238E27FC236}">
                    <a16:creationId xmlns:a16="http://schemas.microsoft.com/office/drawing/2014/main" id="{E189A98C-AD2F-DD23-1A65-CF3D16E7FD89}"/>
                  </a:ext>
                </a:extLst>
              </p:cNvPr>
              <p:cNvPicPr/>
              <p:nvPr/>
            </p:nvPicPr>
            <p:blipFill>
              <a:blip r:embed="rId3"/>
              <a:stretch>
                <a:fillRect/>
              </a:stretch>
            </p:blipFill>
            <p:spPr>
              <a:xfrm>
                <a:off x="1910520" y="2832120"/>
                <a:ext cx="2621160" cy="272520"/>
              </a:xfrm>
              <a:prstGeom prst="rect">
                <a:avLst/>
              </a:prstGeom>
            </p:spPr>
          </p:pic>
        </mc:Fallback>
      </mc:AlternateContent>
    </p:spTree>
    <p:extLst>
      <p:ext uri="{BB962C8B-B14F-4D97-AF65-F5344CB8AC3E}">
        <p14:creationId xmlns:p14="http://schemas.microsoft.com/office/powerpoint/2010/main" val="2086988451"/>
      </p:ext>
    </p:extLst>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B7A3C-1D46-45A5-BEBF-97D4FD92846D}"/>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Stable Phase PE </a:t>
            </a:r>
            <a:endParaRPr lang="en-IN" dirty="0"/>
          </a:p>
        </p:txBody>
      </p:sp>
      <p:sp>
        <p:nvSpPr>
          <p:cNvPr id="3" name="Content Placeholder 2">
            <a:extLst>
              <a:ext uri="{FF2B5EF4-FFF2-40B4-BE49-F238E27FC236}">
                <a16:creationId xmlns:a16="http://schemas.microsoft.com/office/drawing/2014/main" id="{B166753A-7AD7-4124-AE88-CBC0FB3D36B8}"/>
              </a:ext>
            </a:extLst>
          </p:cNvPr>
          <p:cNvSpPr>
            <a:spLocks noGrp="1"/>
          </p:cNvSpPr>
          <p:nvPr>
            <p:ph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prstClr val="black"/>
                </a:solidFill>
                <a:latin typeface="Calibri" panose="020F0502020204030204"/>
              </a:rPr>
              <a:t>St. Ph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DPR * (1+G hg)^ hg p * (1+ Gy11)*(1+Gy12) (1+Gy13) (1+Gy14)(1+G Y 15)(1+G st.ph)</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(COE st.ph – G st.ph) (1+ COE hg) ^ hg p * (1+ COE y 11)*(1+COE y12)* (1+COE y13) (1+COE y14) (1+COE y15)</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600"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p:spTree>
    <p:extLst>
      <p:ext uri="{BB962C8B-B14F-4D97-AF65-F5344CB8AC3E}">
        <p14:creationId xmlns:p14="http://schemas.microsoft.com/office/powerpoint/2010/main" val="907384509"/>
      </p:ext>
    </p:extLst>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B7A3C-1D46-45A5-BEBF-97D4FD92846D}"/>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Stable Phase PE </a:t>
            </a:r>
            <a:endParaRPr lang="en-IN" dirty="0"/>
          </a:p>
        </p:txBody>
      </p:sp>
      <p:sp>
        <p:nvSpPr>
          <p:cNvPr id="3" name="Content Placeholder 2">
            <a:extLst>
              <a:ext uri="{FF2B5EF4-FFF2-40B4-BE49-F238E27FC236}">
                <a16:creationId xmlns:a16="http://schemas.microsoft.com/office/drawing/2014/main" id="{B166753A-7AD7-4124-AE88-CBC0FB3D36B8}"/>
              </a:ext>
            </a:extLst>
          </p:cNvPr>
          <p:cNvSpPr>
            <a:spLocks noGrp="1"/>
          </p:cNvSpPr>
          <p:nvPr>
            <p:ph idx="1"/>
          </p:nvPr>
        </p:nvSpPr>
        <p:spPr/>
        <p:txBody>
          <a:bodyPr>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prstClr val="black"/>
                </a:solidFill>
                <a:latin typeface="Calibri" panose="020F0502020204030204"/>
              </a:rPr>
              <a:t>St. Ph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DPR * (1+G hg)^ hg p * (1+ Gy11)*(1+Gy12) (1+Gy13) (1+Gy14)(1+G Y 15)(1+G st.ph)</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(COE st.ph – G st.ph) (1+ COE hg) ^ hg p * (1+ COE y 11)*(1+COE y12)* (1+COE y13) (1+COE y14) (1+COE y15)</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600"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0.80 * (4.6458) (1.06)  / (0.1080-0.06)</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dirty="0">
                <a:solidFill>
                  <a:prstClr val="black"/>
                </a:solidFill>
                <a:latin typeface="Calibri" panose="020F0502020204030204"/>
              </a:rPr>
              <a:t> 8.4669)</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prstClr val="black"/>
                </a:solidFill>
                <a:latin typeface="Calibri" panose="020F0502020204030204"/>
              </a:rPr>
              <a:t>= 3.9396 / 0.4064 = </a:t>
            </a:r>
            <a:r>
              <a:rPr lang="en-US" sz="2600" b="1" dirty="0">
                <a:solidFill>
                  <a:prstClr val="black"/>
                </a:solidFill>
                <a:latin typeface="Calibri" panose="020F0502020204030204"/>
              </a:rPr>
              <a:t>9.6939 times</a:t>
            </a:r>
            <a:endPar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84ACBB6B-B7FF-82BA-FA71-A3680E9E809E}"/>
                  </a:ext>
                </a:extLst>
              </p14:cNvPr>
              <p14:cNvContentPartPr/>
              <p14:nvPr/>
            </p14:nvContentPartPr>
            <p14:xfrm>
              <a:off x="4114080" y="5478840"/>
              <a:ext cx="3035880" cy="442800"/>
            </p14:xfrm>
          </p:contentPart>
        </mc:Choice>
        <mc:Fallback xmlns="">
          <p:pic>
            <p:nvPicPr>
              <p:cNvPr id="4" name="Ink 3">
                <a:extLst>
                  <a:ext uri="{FF2B5EF4-FFF2-40B4-BE49-F238E27FC236}">
                    <a16:creationId xmlns:a16="http://schemas.microsoft.com/office/drawing/2014/main" id="{84ACBB6B-B7FF-82BA-FA71-A3680E9E809E}"/>
                  </a:ext>
                </a:extLst>
              </p:cNvPr>
              <p:cNvPicPr/>
              <p:nvPr/>
            </p:nvPicPr>
            <p:blipFill>
              <a:blip r:embed="rId3"/>
              <a:stretch>
                <a:fillRect/>
              </a:stretch>
            </p:blipFill>
            <p:spPr>
              <a:xfrm>
                <a:off x="4104720" y="5469480"/>
                <a:ext cx="3054600" cy="461520"/>
              </a:xfrm>
              <a:prstGeom prst="rect">
                <a:avLst/>
              </a:prstGeom>
            </p:spPr>
          </p:pic>
        </mc:Fallback>
      </mc:AlternateContent>
    </p:spTree>
    <p:extLst>
      <p:ext uri="{BB962C8B-B14F-4D97-AF65-F5344CB8AC3E}">
        <p14:creationId xmlns:p14="http://schemas.microsoft.com/office/powerpoint/2010/main" val="2880789195"/>
      </p:ext>
    </p:extLst>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F4CCA-ACC3-D931-1AF3-5F64F80D20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2793D9-16B2-1D91-2C26-BDB13C624A58}"/>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Total PE </a:t>
            </a:r>
            <a:endParaRPr lang="en-IN" dirty="0"/>
          </a:p>
        </p:txBody>
      </p:sp>
      <p:sp>
        <p:nvSpPr>
          <p:cNvPr id="3" name="Content Placeholder 2">
            <a:extLst>
              <a:ext uri="{FF2B5EF4-FFF2-40B4-BE49-F238E27FC236}">
                <a16:creationId xmlns:a16="http://schemas.microsoft.com/office/drawing/2014/main" id="{29F81B94-2D4B-D7FE-626D-F5CA377E50B6}"/>
              </a:ext>
            </a:extLst>
          </p:cNvPr>
          <p:cNvSpPr>
            <a:spLocks noGrp="1"/>
          </p:cNvSpPr>
          <p:nvPr>
            <p:ph idx="1"/>
          </p:nvPr>
        </p:nvSpPr>
        <p:spPr/>
        <p:txBody>
          <a:bodyPr>
            <a:normAutofit fontScale="92500" lnSpcReduction="10000"/>
          </a:bodyPr>
          <a:lstStyle/>
          <a:p>
            <a:pPr marL="0" indent="0">
              <a:buNone/>
            </a:pPr>
            <a:r>
              <a:rPr lang="en-US" dirty="0"/>
              <a:t>= </a:t>
            </a:r>
            <a:r>
              <a:rPr lang="en-US" b="1" i="1" dirty="0"/>
              <a:t>PE HG phase + PE Transition phase + PE stable Phase </a:t>
            </a:r>
          </a:p>
          <a:p>
            <a:pPr marL="0" indent="0">
              <a:buNone/>
            </a:pPr>
            <a:endParaRPr lang="en-US" dirty="0"/>
          </a:p>
          <a:p>
            <a:pPr marL="0" indent="0">
              <a:buNone/>
            </a:pPr>
            <a:r>
              <a:rPr lang="en-US" dirty="0"/>
              <a:t>= 4.8731 + 2.1473 + 9.6939 = </a:t>
            </a:r>
            <a:r>
              <a:rPr lang="en-US" b="1" dirty="0"/>
              <a:t>16.71  times</a:t>
            </a:r>
          </a:p>
          <a:p>
            <a:pPr marL="0" indent="0">
              <a:buNone/>
            </a:pPr>
            <a:r>
              <a:rPr lang="en-US" b="1" dirty="0"/>
              <a:t>Predicted Price on 31-03-25 </a:t>
            </a:r>
            <a:r>
              <a:rPr lang="en-US" dirty="0"/>
              <a:t>= 16.71 * EPS of INR 64.50 = </a:t>
            </a:r>
            <a:r>
              <a:rPr lang="en-US" b="1" dirty="0"/>
              <a:t>INR 1077.80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Predicted Price on 18 December 2025 = 1077.80 * ( 1+0.1645/360 *258= 1.12)   = </a:t>
            </a:r>
            <a:r>
              <a:rPr kumimoji="0" lang="en-US" sz="26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INR 1207  vs INR 1232.41(when Length of HG Phae is 5 years)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Current Market Price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600" b="1" i="0" u="sng" strike="noStrike" kern="1200" cap="none" spc="0" normalizeH="0" baseline="0" noProof="0" dirty="0">
                <a:ln>
                  <a:noFill/>
                </a:ln>
                <a:solidFill>
                  <a:prstClr val="black"/>
                </a:solidFill>
                <a:effectLst/>
                <a:uLnTx/>
                <a:uFillTx/>
                <a:latin typeface="Calibri" panose="020F0502020204030204"/>
                <a:ea typeface="+mn-ea"/>
                <a:cs typeface="+mn-cs"/>
              </a:rPr>
              <a:t>INR 1626.80 </a:t>
            </a:r>
            <a:r>
              <a:rPr kumimoji="0" lang="en-US" sz="2600" b="0" i="0" u="sng" strike="noStrike" kern="1200" cap="none" spc="0" normalizeH="0" baseline="0" noProof="0" dirty="0">
                <a:ln>
                  <a:noFill/>
                </a:ln>
                <a:solidFill>
                  <a:prstClr val="black"/>
                </a:solidFill>
                <a:effectLst/>
                <a:uLnTx/>
                <a:uFillTx/>
                <a:latin typeface="Calibri" panose="020F0502020204030204"/>
                <a:ea typeface="+mn-ea"/>
                <a:cs typeface="+mn-cs"/>
              </a:rPr>
              <a:t>on 18 December 2025</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sng" strike="noStrike" kern="1200" cap="none" spc="0" normalizeH="0" baseline="0" noProof="0" dirty="0">
                <a:ln>
                  <a:noFill/>
                </a:ln>
                <a:solidFill>
                  <a:prstClr val="black"/>
                </a:solidFill>
                <a:effectLst/>
                <a:uLnTx/>
                <a:uFillTx/>
                <a:latin typeface="Calibri" panose="020F0502020204030204"/>
                <a:ea typeface="+mn-ea"/>
                <a:cs typeface="+mn-cs"/>
              </a:rPr>
              <a:t>52 W High Low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INR 1307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to</a:t>
            </a: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 INR 1982.80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Overvalued</a:t>
            </a:r>
            <a:endParaRPr kumimoji="0" lang="en-IN" sz="26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a:p>
            <a:pPr marL="0" indent="0">
              <a:buNone/>
            </a:pPr>
            <a:endParaRPr lang="en-US"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C1F9965A-EA9D-6CBD-482A-FF4672CD3D1F}"/>
                  </a:ext>
                </a:extLst>
              </p14:cNvPr>
              <p14:cNvContentPartPr/>
              <p14:nvPr/>
            </p14:nvContentPartPr>
            <p14:xfrm>
              <a:off x="5816520" y="2526840"/>
              <a:ext cx="42120" cy="18720"/>
            </p14:xfrm>
          </p:contentPart>
        </mc:Choice>
        <mc:Fallback xmlns="">
          <p:pic>
            <p:nvPicPr>
              <p:cNvPr id="4" name="Ink 3">
                <a:extLst>
                  <a:ext uri="{FF2B5EF4-FFF2-40B4-BE49-F238E27FC236}">
                    <a16:creationId xmlns:a16="http://schemas.microsoft.com/office/drawing/2014/main" id="{C1F9965A-EA9D-6CBD-482A-FF4672CD3D1F}"/>
                  </a:ext>
                </a:extLst>
              </p:cNvPr>
              <p:cNvPicPr/>
              <p:nvPr/>
            </p:nvPicPr>
            <p:blipFill>
              <a:blip r:embed="rId3"/>
              <a:stretch>
                <a:fillRect/>
              </a:stretch>
            </p:blipFill>
            <p:spPr>
              <a:xfrm>
                <a:off x="5807160" y="2517480"/>
                <a:ext cx="60840" cy="37440"/>
              </a:xfrm>
              <a:prstGeom prst="rect">
                <a:avLst/>
              </a:prstGeom>
            </p:spPr>
          </p:pic>
        </mc:Fallback>
      </mc:AlternateContent>
    </p:spTree>
    <p:extLst>
      <p:ext uri="{BB962C8B-B14F-4D97-AF65-F5344CB8AC3E}">
        <p14:creationId xmlns:p14="http://schemas.microsoft.com/office/powerpoint/2010/main" val="3053456129"/>
      </p:ext>
    </p:extLst>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7D0AC-F9D8-2799-9567-EC9DB192240A}"/>
              </a:ext>
            </a:extLst>
          </p:cNvPr>
          <p:cNvSpPr>
            <a:spLocks noGrp="1"/>
          </p:cNvSpPr>
          <p:nvPr>
            <p:ph type="ctrTitle"/>
          </p:nvPr>
        </p:nvSpPr>
        <p:spPr/>
        <p:txBody>
          <a:bodyPr/>
          <a:lstStyle/>
          <a:p>
            <a:r>
              <a:rPr lang="en-IN" dirty="0"/>
              <a:t>FAL</a:t>
            </a:r>
            <a:br>
              <a:rPr lang="en-IN" dirty="0"/>
            </a:br>
            <a:r>
              <a:rPr lang="en-IN" dirty="0"/>
              <a:t>PGDF 24-26</a:t>
            </a:r>
          </a:p>
        </p:txBody>
      </p:sp>
      <p:sp>
        <p:nvSpPr>
          <p:cNvPr id="3" name="Subtitle 2">
            <a:extLst>
              <a:ext uri="{FF2B5EF4-FFF2-40B4-BE49-F238E27FC236}">
                <a16:creationId xmlns:a16="http://schemas.microsoft.com/office/drawing/2014/main" id="{F550EE19-1BA1-9892-AA06-8168903D50D2}"/>
              </a:ext>
            </a:extLst>
          </p:cNvPr>
          <p:cNvSpPr>
            <a:spLocks noGrp="1"/>
          </p:cNvSpPr>
          <p:nvPr>
            <p:ph type="subTitle" idx="1"/>
          </p:nvPr>
        </p:nvSpPr>
        <p:spPr/>
        <p:txBody>
          <a:bodyPr/>
          <a:lstStyle/>
          <a:p>
            <a:r>
              <a:rPr lang="en-IN" dirty="0"/>
              <a:t>Session 10 (28-Dec-2025)</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5E1B724-8084-D928-8834-3089CDEE95C4}"/>
                  </a:ext>
                </a:extLst>
              </p14:cNvPr>
              <p14:cNvContentPartPr/>
              <p14:nvPr/>
            </p14:nvContentPartPr>
            <p14:xfrm>
              <a:off x="1026720" y="600120"/>
              <a:ext cx="912960" cy="821520"/>
            </p14:xfrm>
          </p:contentPart>
        </mc:Choice>
        <mc:Fallback xmlns="">
          <p:pic>
            <p:nvPicPr>
              <p:cNvPr id="4" name="Ink 3">
                <a:extLst>
                  <a:ext uri="{FF2B5EF4-FFF2-40B4-BE49-F238E27FC236}">
                    <a16:creationId xmlns:a16="http://schemas.microsoft.com/office/drawing/2014/main" id="{15E1B724-8084-D928-8834-3089CDEE95C4}"/>
                  </a:ext>
                </a:extLst>
              </p:cNvPr>
              <p:cNvPicPr/>
              <p:nvPr/>
            </p:nvPicPr>
            <p:blipFill>
              <a:blip r:embed="rId3"/>
              <a:stretch>
                <a:fillRect/>
              </a:stretch>
            </p:blipFill>
            <p:spPr>
              <a:xfrm>
                <a:off x="1017360" y="590760"/>
                <a:ext cx="931680" cy="840240"/>
              </a:xfrm>
              <a:prstGeom prst="rect">
                <a:avLst/>
              </a:prstGeom>
            </p:spPr>
          </p:pic>
        </mc:Fallback>
      </mc:AlternateContent>
    </p:spTree>
    <p:extLst>
      <p:ext uri="{BB962C8B-B14F-4D97-AF65-F5344CB8AC3E}">
        <p14:creationId xmlns:p14="http://schemas.microsoft.com/office/powerpoint/2010/main" val="1775915399"/>
      </p:ext>
    </p:extLst>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D3546-05A2-4B2F-B481-454ED36722A5}"/>
              </a:ext>
            </a:extLst>
          </p:cNvPr>
          <p:cNvSpPr>
            <a:spLocks noGrp="1"/>
          </p:cNvSpPr>
          <p:nvPr>
            <p:ph type="title"/>
          </p:nvPr>
        </p:nvSpPr>
        <p:spPr/>
        <p:txBody>
          <a:bodyPr/>
          <a:lstStyle/>
          <a:p>
            <a:pPr algn="ctr"/>
            <a:r>
              <a:rPr lang="en-US" b="1" dirty="0"/>
              <a:t>For Discussion in  session 10</a:t>
            </a:r>
            <a:endParaRPr lang="en-IN" b="1" dirty="0"/>
          </a:p>
        </p:txBody>
      </p:sp>
      <p:sp>
        <p:nvSpPr>
          <p:cNvPr id="3" name="Content Placeholder 2">
            <a:extLst>
              <a:ext uri="{FF2B5EF4-FFF2-40B4-BE49-F238E27FC236}">
                <a16:creationId xmlns:a16="http://schemas.microsoft.com/office/drawing/2014/main" id="{A2D12A4C-5B85-41B1-8520-E49E5AC871B6}"/>
              </a:ext>
            </a:extLst>
          </p:cNvPr>
          <p:cNvSpPr>
            <a:spLocks noGrp="1"/>
          </p:cNvSpPr>
          <p:nvPr>
            <p:ph idx="1"/>
          </p:nvPr>
        </p:nvSpPr>
        <p:spPr/>
        <p:txBody>
          <a:bodyPr>
            <a:normAutofit/>
          </a:bodyPr>
          <a:lstStyle/>
          <a:p>
            <a:r>
              <a:rPr lang="en-US" sz="3200" dirty="0"/>
              <a:t>PE of a 3 Stage Growth Firm ( Infosys)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PE using Comparable Firms Approach</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PEG</a:t>
            </a:r>
          </a:p>
          <a:p>
            <a:pPr marL="0" marR="0" lvl="0" indent="0" algn="l" defTabSz="914400" rtl="0" eaLnBrk="1" fontAlgn="auto" latinLnBrk="0" hangingPunct="1">
              <a:lnSpc>
                <a:spcPct val="90000"/>
              </a:lnSpc>
              <a:spcBef>
                <a:spcPts val="1000"/>
              </a:spcBef>
              <a:spcAft>
                <a:spcPts val="0"/>
              </a:spcAft>
              <a:buClrTx/>
              <a:buSzTx/>
              <a:buNone/>
              <a:tabLst/>
              <a:defRPr/>
            </a:pP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US" sz="3200" dirty="0"/>
          </a:p>
          <a:p>
            <a:endParaRPr lang="en-US" sz="3200"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828380CD-398A-C3D1-AA0D-D29CC022AF99}"/>
                  </a:ext>
                </a:extLst>
              </p14:cNvPr>
              <p14:cNvContentPartPr/>
              <p14:nvPr/>
            </p14:nvContentPartPr>
            <p14:xfrm>
              <a:off x="309960" y="1792080"/>
              <a:ext cx="8075880" cy="4039920"/>
            </p14:xfrm>
          </p:contentPart>
        </mc:Choice>
        <mc:Fallback xmlns="">
          <p:pic>
            <p:nvPicPr>
              <p:cNvPr id="4" name="Ink 3">
                <a:extLst>
                  <a:ext uri="{FF2B5EF4-FFF2-40B4-BE49-F238E27FC236}">
                    <a16:creationId xmlns:a16="http://schemas.microsoft.com/office/drawing/2014/main" id="{828380CD-398A-C3D1-AA0D-D29CC022AF99}"/>
                  </a:ext>
                </a:extLst>
              </p:cNvPr>
              <p:cNvPicPr/>
              <p:nvPr/>
            </p:nvPicPr>
            <p:blipFill>
              <a:blip r:embed="rId3"/>
              <a:stretch>
                <a:fillRect/>
              </a:stretch>
            </p:blipFill>
            <p:spPr>
              <a:xfrm>
                <a:off x="300600" y="1782720"/>
                <a:ext cx="8094600" cy="4058640"/>
              </a:xfrm>
              <a:prstGeom prst="rect">
                <a:avLst/>
              </a:prstGeom>
            </p:spPr>
          </p:pic>
        </mc:Fallback>
      </mc:AlternateContent>
    </p:spTree>
    <p:extLst>
      <p:ext uri="{BB962C8B-B14F-4D97-AF65-F5344CB8AC3E}">
        <p14:creationId xmlns:p14="http://schemas.microsoft.com/office/powerpoint/2010/main" val="4264808491"/>
      </p:ext>
    </p:extLst>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A06EE-1F01-428E-80CC-AE752C8EE1A3}"/>
              </a:ext>
            </a:extLst>
          </p:cNvPr>
          <p:cNvSpPr>
            <a:spLocks noGrp="1"/>
          </p:cNvSpPr>
          <p:nvPr>
            <p:ph type="title"/>
          </p:nvPr>
        </p:nvSpPr>
        <p:spPr/>
        <p:txBody>
          <a:bodyPr/>
          <a:lstStyle/>
          <a:p>
            <a:pPr algn="ctr"/>
            <a:r>
              <a:rPr lang="en-US" b="1" dirty="0"/>
              <a:t>INFOSYS ( is a 3 stage candidate)</a:t>
            </a:r>
            <a:endParaRPr lang="en-IN" b="1" dirty="0"/>
          </a:p>
        </p:txBody>
      </p:sp>
      <p:graphicFrame>
        <p:nvGraphicFramePr>
          <p:cNvPr id="4" name="Table 4">
            <a:extLst>
              <a:ext uri="{FF2B5EF4-FFF2-40B4-BE49-F238E27FC236}">
                <a16:creationId xmlns:a16="http://schemas.microsoft.com/office/drawing/2014/main" id="{B37946E7-54DA-48CF-91AB-B64A6FC7DE70}"/>
              </a:ext>
            </a:extLst>
          </p:cNvPr>
          <p:cNvGraphicFramePr>
            <a:graphicFrameLocks noGrp="1"/>
          </p:cNvGraphicFramePr>
          <p:nvPr>
            <p:ph idx="1"/>
          </p:nvPr>
        </p:nvGraphicFramePr>
        <p:xfrm>
          <a:off x="838200" y="2027583"/>
          <a:ext cx="10515600" cy="350012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3577665059"/>
                    </a:ext>
                  </a:extLst>
                </a:gridCol>
                <a:gridCol w="1752600">
                  <a:extLst>
                    <a:ext uri="{9D8B030D-6E8A-4147-A177-3AD203B41FA5}">
                      <a16:colId xmlns:a16="http://schemas.microsoft.com/office/drawing/2014/main" val="3290545747"/>
                    </a:ext>
                  </a:extLst>
                </a:gridCol>
                <a:gridCol w="1752600">
                  <a:extLst>
                    <a:ext uri="{9D8B030D-6E8A-4147-A177-3AD203B41FA5}">
                      <a16:colId xmlns:a16="http://schemas.microsoft.com/office/drawing/2014/main" val="1024851223"/>
                    </a:ext>
                  </a:extLst>
                </a:gridCol>
                <a:gridCol w="1752600">
                  <a:extLst>
                    <a:ext uri="{9D8B030D-6E8A-4147-A177-3AD203B41FA5}">
                      <a16:colId xmlns:a16="http://schemas.microsoft.com/office/drawing/2014/main" val="4235288959"/>
                    </a:ext>
                  </a:extLst>
                </a:gridCol>
                <a:gridCol w="1752600">
                  <a:extLst>
                    <a:ext uri="{9D8B030D-6E8A-4147-A177-3AD203B41FA5}">
                      <a16:colId xmlns:a16="http://schemas.microsoft.com/office/drawing/2014/main" val="1478608210"/>
                    </a:ext>
                  </a:extLst>
                </a:gridCol>
                <a:gridCol w="1752600">
                  <a:extLst>
                    <a:ext uri="{9D8B030D-6E8A-4147-A177-3AD203B41FA5}">
                      <a16:colId xmlns:a16="http://schemas.microsoft.com/office/drawing/2014/main" val="2392319713"/>
                    </a:ext>
                  </a:extLst>
                </a:gridCol>
              </a:tblGrid>
              <a:tr h="168882">
                <a:tc>
                  <a:txBody>
                    <a:bodyPr/>
                    <a:lstStyle/>
                    <a:p>
                      <a:r>
                        <a:rPr lang="en-US" dirty="0"/>
                        <a:t>Particulars</a:t>
                      </a:r>
                      <a:endParaRPr lang="en-IN" dirty="0"/>
                    </a:p>
                  </a:txBody>
                  <a:tcPr/>
                </a:tc>
                <a:tc>
                  <a:txBody>
                    <a:bodyPr/>
                    <a:lstStyle/>
                    <a:p>
                      <a:r>
                        <a:rPr lang="en-IN" dirty="0"/>
                        <a:t>2025</a:t>
                      </a:r>
                    </a:p>
                  </a:txBody>
                  <a:tcPr/>
                </a:tc>
                <a:tc>
                  <a:txBody>
                    <a:bodyPr/>
                    <a:lstStyle/>
                    <a:p>
                      <a:r>
                        <a:rPr lang="en-IN" dirty="0"/>
                        <a:t>2024</a:t>
                      </a:r>
                    </a:p>
                  </a:txBody>
                  <a:tcPr/>
                </a:tc>
                <a:tc>
                  <a:txBody>
                    <a:bodyPr/>
                    <a:lstStyle/>
                    <a:p>
                      <a:r>
                        <a:rPr lang="en-IN" dirty="0"/>
                        <a:t>2023</a:t>
                      </a:r>
                    </a:p>
                  </a:txBody>
                  <a:tcPr/>
                </a:tc>
                <a:tc>
                  <a:txBody>
                    <a:bodyPr/>
                    <a:lstStyle/>
                    <a:p>
                      <a:r>
                        <a:rPr lang="en-IN" dirty="0"/>
                        <a:t>2022</a:t>
                      </a:r>
                    </a:p>
                  </a:txBody>
                  <a:tcPr/>
                </a:tc>
                <a:tc>
                  <a:txBody>
                    <a:bodyPr/>
                    <a:lstStyle/>
                    <a:p>
                      <a:r>
                        <a:rPr lang="en-IN" dirty="0"/>
                        <a:t>2021</a:t>
                      </a:r>
                    </a:p>
                  </a:txBody>
                  <a:tcPr/>
                </a:tc>
                <a:extLst>
                  <a:ext uri="{0D108BD9-81ED-4DB2-BD59-A6C34878D82A}">
                    <a16:rowId xmlns:a16="http://schemas.microsoft.com/office/drawing/2014/main" val="3960502522"/>
                  </a:ext>
                </a:extLst>
              </a:tr>
              <a:tr h="370840">
                <a:tc>
                  <a:txBody>
                    <a:bodyPr/>
                    <a:lstStyle/>
                    <a:p>
                      <a:r>
                        <a:rPr lang="en-US" b="1" dirty="0"/>
                        <a:t>ROE (In %)</a:t>
                      </a:r>
                      <a:endParaRPr lang="en-IN" b="1" dirty="0"/>
                    </a:p>
                  </a:txBody>
                  <a:tcPr/>
                </a:tc>
                <a:tc>
                  <a:txBody>
                    <a:bodyPr/>
                    <a:lstStyle/>
                    <a:p>
                      <a:r>
                        <a:rPr lang="en-IN" dirty="0"/>
                        <a:t>27.87</a:t>
                      </a:r>
                    </a:p>
                  </a:txBody>
                  <a:tcPr/>
                </a:tc>
                <a:tc>
                  <a:txBody>
                    <a:bodyPr/>
                    <a:lstStyle/>
                    <a:p>
                      <a:r>
                        <a:rPr lang="en-IN" dirty="0"/>
                        <a:t>29.77</a:t>
                      </a:r>
                    </a:p>
                  </a:txBody>
                  <a:tcPr/>
                </a:tc>
                <a:tc>
                  <a:txBody>
                    <a:bodyPr/>
                    <a:lstStyle/>
                    <a:p>
                      <a:r>
                        <a:rPr lang="en-IN" dirty="0"/>
                        <a:t>31.95</a:t>
                      </a:r>
                    </a:p>
                  </a:txBody>
                  <a:tcPr/>
                </a:tc>
                <a:tc>
                  <a:txBody>
                    <a:bodyPr/>
                    <a:lstStyle/>
                    <a:p>
                      <a:r>
                        <a:rPr lang="en-IN" dirty="0"/>
                        <a:t>29.34</a:t>
                      </a:r>
                    </a:p>
                  </a:txBody>
                  <a:tcPr/>
                </a:tc>
                <a:tc>
                  <a:txBody>
                    <a:bodyPr/>
                    <a:lstStyle/>
                    <a:p>
                      <a:r>
                        <a:rPr lang="en-IN" dirty="0"/>
                        <a:t>25.34</a:t>
                      </a:r>
                    </a:p>
                  </a:txBody>
                  <a:tcPr/>
                </a:tc>
                <a:extLst>
                  <a:ext uri="{0D108BD9-81ED-4DB2-BD59-A6C34878D82A}">
                    <a16:rowId xmlns:a16="http://schemas.microsoft.com/office/drawing/2014/main" val="3494825574"/>
                  </a:ext>
                </a:extLst>
              </a:tr>
              <a:tr h="370840">
                <a:tc>
                  <a:txBody>
                    <a:bodyPr/>
                    <a:lstStyle/>
                    <a:p>
                      <a:r>
                        <a:rPr lang="en-US" b="1" dirty="0"/>
                        <a:t>DPS (INR)</a:t>
                      </a:r>
                      <a:endParaRPr lang="en-IN" b="1" dirty="0"/>
                    </a:p>
                  </a:txBody>
                  <a:tcPr/>
                </a:tc>
                <a:tc>
                  <a:txBody>
                    <a:bodyPr/>
                    <a:lstStyle/>
                    <a:p>
                      <a:r>
                        <a:rPr lang="en-IN" dirty="0"/>
                        <a:t>43.00</a:t>
                      </a:r>
                    </a:p>
                  </a:txBody>
                  <a:tcPr/>
                </a:tc>
                <a:tc>
                  <a:txBody>
                    <a:bodyPr/>
                    <a:lstStyle/>
                    <a:p>
                      <a:r>
                        <a:rPr lang="en-IN" dirty="0"/>
                        <a:t>46.00</a:t>
                      </a:r>
                    </a:p>
                  </a:txBody>
                  <a:tcPr/>
                </a:tc>
                <a:tc>
                  <a:txBody>
                    <a:bodyPr/>
                    <a:lstStyle/>
                    <a:p>
                      <a:r>
                        <a:rPr lang="en-IN" dirty="0"/>
                        <a:t>34.00</a:t>
                      </a:r>
                    </a:p>
                  </a:txBody>
                  <a:tcPr/>
                </a:tc>
                <a:tc>
                  <a:txBody>
                    <a:bodyPr/>
                    <a:lstStyle/>
                    <a:p>
                      <a:r>
                        <a:rPr lang="en-IN" dirty="0"/>
                        <a:t>31.00</a:t>
                      </a:r>
                    </a:p>
                  </a:txBody>
                  <a:tcPr/>
                </a:tc>
                <a:tc>
                  <a:txBody>
                    <a:bodyPr/>
                    <a:lstStyle/>
                    <a:p>
                      <a:r>
                        <a:rPr lang="en-IN" dirty="0"/>
                        <a:t>27.00</a:t>
                      </a:r>
                    </a:p>
                  </a:txBody>
                  <a:tcPr/>
                </a:tc>
                <a:extLst>
                  <a:ext uri="{0D108BD9-81ED-4DB2-BD59-A6C34878D82A}">
                    <a16:rowId xmlns:a16="http://schemas.microsoft.com/office/drawing/2014/main" val="2542007561"/>
                  </a:ext>
                </a:extLst>
              </a:tr>
              <a:tr h="370840">
                <a:tc>
                  <a:txBody>
                    <a:bodyPr/>
                    <a:lstStyle/>
                    <a:p>
                      <a:r>
                        <a:rPr lang="en-US" b="1" dirty="0"/>
                        <a:t>EPS (INR)-Basic</a:t>
                      </a:r>
                      <a:endParaRPr lang="en-IN" b="1" dirty="0"/>
                    </a:p>
                  </a:txBody>
                  <a:tcPr/>
                </a:tc>
                <a:tc>
                  <a:txBody>
                    <a:bodyPr/>
                    <a:lstStyle/>
                    <a:p>
                      <a:r>
                        <a:rPr lang="en-IN" dirty="0"/>
                        <a:t>64.50</a:t>
                      </a:r>
                    </a:p>
                  </a:txBody>
                  <a:tcPr/>
                </a:tc>
                <a:tc>
                  <a:txBody>
                    <a:bodyPr/>
                    <a:lstStyle/>
                    <a:p>
                      <a:r>
                        <a:rPr lang="en-IN" dirty="0"/>
                        <a:t>63.39</a:t>
                      </a:r>
                    </a:p>
                  </a:txBody>
                  <a:tcPr/>
                </a:tc>
                <a:tc>
                  <a:txBody>
                    <a:bodyPr/>
                    <a:lstStyle/>
                    <a:p>
                      <a:r>
                        <a:rPr lang="en-IN" dirty="0"/>
                        <a:t>57.63</a:t>
                      </a:r>
                    </a:p>
                  </a:txBody>
                  <a:tcPr/>
                </a:tc>
                <a:tc>
                  <a:txBody>
                    <a:bodyPr/>
                    <a:lstStyle/>
                    <a:p>
                      <a:r>
                        <a:rPr lang="en-IN" dirty="0"/>
                        <a:t>52.52</a:t>
                      </a:r>
                    </a:p>
                  </a:txBody>
                  <a:tcPr/>
                </a:tc>
                <a:tc>
                  <a:txBody>
                    <a:bodyPr/>
                    <a:lstStyle/>
                    <a:p>
                      <a:r>
                        <a:rPr lang="en-IN" dirty="0"/>
                        <a:t>45.61</a:t>
                      </a:r>
                    </a:p>
                  </a:txBody>
                  <a:tcPr/>
                </a:tc>
                <a:extLst>
                  <a:ext uri="{0D108BD9-81ED-4DB2-BD59-A6C34878D82A}">
                    <a16:rowId xmlns:a16="http://schemas.microsoft.com/office/drawing/2014/main" val="2150367436"/>
                  </a:ext>
                </a:extLst>
              </a:tr>
              <a:tr h="370840">
                <a:tc>
                  <a:txBody>
                    <a:bodyPr/>
                    <a:lstStyle/>
                    <a:p>
                      <a:r>
                        <a:rPr lang="en-US" b="1" dirty="0"/>
                        <a:t>DPR (in %)</a:t>
                      </a:r>
                      <a:endParaRPr lang="en-IN" b="1"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769526980"/>
                  </a:ext>
                </a:extLst>
              </a:tr>
              <a:tr h="370840">
                <a:tc>
                  <a:txBody>
                    <a:bodyPr/>
                    <a:lstStyle/>
                    <a:p>
                      <a:r>
                        <a:rPr lang="en-US" b="1" dirty="0"/>
                        <a:t>5 </a:t>
                      </a:r>
                      <a:r>
                        <a:rPr lang="en-US" b="1" dirty="0" err="1"/>
                        <a:t>Avg.ROE</a:t>
                      </a:r>
                      <a:r>
                        <a:rPr lang="en-US" b="1" dirty="0"/>
                        <a:t> (in %)</a:t>
                      </a:r>
                      <a:endParaRPr lang="en-IN" b="1" dirty="0"/>
                    </a:p>
                  </a:txBody>
                  <a:tcPr/>
                </a:tc>
                <a:tc>
                  <a:txBody>
                    <a:bodyPr/>
                    <a:lstStyle/>
                    <a:p>
                      <a:r>
                        <a:rPr lang="en-IN" b="1" dirty="0"/>
                        <a:t>28.85= 28 %</a:t>
                      </a:r>
                    </a:p>
                  </a:txBody>
                  <a:tcPr/>
                </a:tc>
                <a:tc>
                  <a:txBody>
                    <a:bodyPr/>
                    <a:lstStyle/>
                    <a:p>
                      <a:r>
                        <a:rPr lang="en-IN" dirty="0"/>
                        <a:t>Last 3 yr </a:t>
                      </a:r>
                      <a:r>
                        <a:rPr lang="en-IN" dirty="0" err="1"/>
                        <a:t>Avg</a:t>
                      </a:r>
                      <a:r>
                        <a:rPr lang="en-IN" dirty="0"/>
                        <a:t> ROE = 29.86%</a:t>
                      </a:r>
                    </a:p>
                  </a:txBody>
                  <a:tcPr/>
                </a:tc>
                <a:tc>
                  <a:txBody>
                    <a:bodyPr/>
                    <a:lstStyle/>
                    <a:p>
                      <a:r>
                        <a:rPr lang="en-IN" dirty="0">
                          <a:highlight>
                            <a:srgbClr val="FFFF00"/>
                          </a:highlight>
                        </a:rPr>
                        <a:t>Let us take 30 %</a:t>
                      </a:r>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73283897"/>
                  </a:ext>
                </a:extLst>
              </a:tr>
              <a:tr h="370840">
                <a:tc>
                  <a:txBody>
                    <a:bodyPr/>
                    <a:lstStyle/>
                    <a:p>
                      <a:r>
                        <a:rPr lang="en-US" b="1" dirty="0"/>
                        <a:t>Avg DPR</a:t>
                      </a:r>
                      <a:endParaRPr lang="en-IN" b="1" dirty="0"/>
                    </a:p>
                  </a:txBody>
                  <a:tcPr/>
                </a:tc>
                <a:tc>
                  <a:txBody>
                    <a:bodyPr/>
                    <a:lstStyle/>
                    <a:p>
                      <a:r>
                        <a:rPr lang="en-IN" b="1" dirty="0"/>
                        <a:t>181/ 283.65</a:t>
                      </a:r>
                    </a:p>
                  </a:txBody>
                  <a:tcPr/>
                </a:tc>
                <a:tc>
                  <a:txBody>
                    <a:bodyPr/>
                    <a:lstStyle/>
                    <a:p>
                      <a:r>
                        <a:rPr lang="en-IN" dirty="0"/>
                        <a:t>= 63.81% = 64%</a:t>
                      </a:r>
                    </a:p>
                  </a:txBody>
                  <a:tcPr/>
                </a:tc>
                <a:tc>
                  <a:txBody>
                    <a:bodyPr/>
                    <a:lstStyle/>
                    <a:p>
                      <a:r>
                        <a:rPr lang="en-IN" dirty="0">
                          <a:highlight>
                            <a:srgbClr val="FFFF00"/>
                          </a:highlight>
                        </a:rPr>
                        <a:t>Let us take 60 %</a:t>
                      </a:r>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940186866"/>
                  </a:ext>
                </a:extLst>
              </a:tr>
              <a:tr h="370840">
                <a:tc>
                  <a:txBody>
                    <a:bodyPr/>
                    <a:lstStyle/>
                    <a:p>
                      <a:r>
                        <a:rPr lang="en-US" b="1" dirty="0"/>
                        <a:t>Fundamental g</a:t>
                      </a:r>
                    </a:p>
                    <a:p>
                      <a:r>
                        <a:rPr lang="en-US" b="1" dirty="0"/>
                        <a:t>= ROE*(1-DPR)</a:t>
                      </a:r>
                      <a:endParaRPr lang="en-IN" b="1" dirty="0"/>
                    </a:p>
                  </a:txBody>
                  <a:tcPr/>
                </a:tc>
                <a:tc>
                  <a:txBody>
                    <a:bodyPr/>
                    <a:lstStyle/>
                    <a:p>
                      <a:r>
                        <a:rPr lang="en-IN" b="1" dirty="0"/>
                        <a:t>30 (0.40) = </a:t>
                      </a:r>
                      <a:r>
                        <a:rPr lang="en-IN" b="1" dirty="0">
                          <a:highlight>
                            <a:srgbClr val="FFFF00"/>
                          </a:highlight>
                        </a:rPr>
                        <a:t>12.00 %</a:t>
                      </a:r>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4279277043"/>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EC39EADA-0053-5219-1611-E94AFA70989C}"/>
                  </a:ext>
                </a:extLst>
              </p14:cNvPr>
              <p14:cNvContentPartPr/>
              <p14:nvPr/>
            </p14:nvContentPartPr>
            <p14:xfrm>
              <a:off x="3238200" y="4607280"/>
              <a:ext cx="1837080" cy="563760"/>
            </p14:xfrm>
          </p:contentPart>
        </mc:Choice>
        <mc:Fallback xmlns="">
          <p:pic>
            <p:nvPicPr>
              <p:cNvPr id="3" name="Ink 2">
                <a:extLst>
                  <a:ext uri="{FF2B5EF4-FFF2-40B4-BE49-F238E27FC236}">
                    <a16:creationId xmlns:a16="http://schemas.microsoft.com/office/drawing/2014/main" id="{EC39EADA-0053-5219-1611-E94AFA70989C}"/>
                  </a:ext>
                </a:extLst>
              </p:cNvPr>
              <p:cNvPicPr/>
              <p:nvPr/>
            </p:nvPicPr>
            <p:blipFill>
              <a:blip r:embed="rId3"/>
              <a:stretch>
                <a:fillRect/>
              </a:stretch>
            </p:blipFill>
            <p:spPr>
              <a:xfrm>
                <a:off x="3228840" y="4597920"/>
                <a:ext cx="1855800" cy="5824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307B7529-65FA-B90D-5248-D2BF1AA56FF9}"/>
                  </a:ext>
                </a:extLst>
              </p14:cNvPr>
              <p14:cNvContentPartPr/>
              <p14:nvPr/>
            </p14:nvContentPartPr>
            <p14:xfrm>
              <a:off x="6767640" y="3885120"/>
              <a:ext cx="5254200" cy="2142720"/>
            </p14:xfrm>
          </p:contentPart>
        </mc:Choice>
        <mc:Fallback xmlns="">
          <p:pic>
            <p:nvPicPr>
              <p:cNvPr id="5" name="Ink 4">
                <a:extLst>
                  <a:ext uri="{FF2B5EF4-FFF2-40B4-BE49-F238E27FC236}">
                    <a16:creationId xmlns:a16="http://schemas.microsoft.com/office/drawing/2014/main" id="{307B7529-65FA-B90D-5248-D2BF1AA56FF9}"/>
                  </a:ext>
                </a:extLst>
              </p:cNvPr>
              <p:cNvPicPr/>
              <p:nvPr/>
            </p:nvPicPr>
            <p:blipFill>
              <a:blip r:embed="rId5"/>
              <a:stretch>
                <a:fillRect/>
              </a:stretch>
            </p:blipFill>
            <p:spPr>
              <a:xfrm>
                <a:off x="6758280" y="3875760"/>
                <a:ext cx="5272920" cy="2161440"/>
              </a:xfrm>
              <a:prstGeom prst="rect">
                <a:avLst/>
              </a:prstGeom>
            </p:spPr>
          </p:pic>
        </mc:Fallback>
      </mc:AlternateContent>
    </p:spTree>
    <p:extLst>
      <p:ext uri="{BB962C8B-B14F-4D97-AF65-F5344CB8AC3E}">
        <p14:creationId xmlns:p14="http://schemas.microsoft.com/office/powerpoint/2010/main" val="2301977678"/>
      </p:ext>
    </p:extLst>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AD13E-73C1-459C-BF2A-458DCAB2D524}"/>
              </a:ext>
            </a:extLst>
          </p:cNvPr>
          <p:cNvSpPr>
            <a:spLocks noGrp="1"/>
          </p:cNvSpPr>
          <p:nvPr>
            <p:ph type="title"/>
          </p:nvPr>
        </p:nvSpPr>
        <p:spPr>
          <a:xfrm>
            <a:off x="838200" y="0"/>
            <a:ext cx="10515600" cy="1325563"/>
          </a:xfrm>
        </p:spPr>
        <p:txBody>
          <a:bodyPr/>
          <a:lstStyle/>
          <a:p>
            <a:pPr algn="ctr"/>
            <a:r>
              <a:rPr lang="en-US" b="1" dirty="0"/>
              <a:t>Assumptions in the computation of Fundamental PE for </a:t>
            </a:r>
            <a:r>
              <a:rPr lang="en-US" b="1" dirty="0">
                <a:highlight>
                  <a:srgbClr val="FFFF00"/>
                </a:highlight>
              </a:rPr>
              <a:t>Infosys</a:t>
            </a:r>
            <a:endParaRPr lang="en-IN" b="1" dirty="0">
              <a:highlight>
                <a:srgbClr val="FFFF00"/>
              </a:highlight>
            </a:endParaRPr>
          </a:p>
        </p:txBody>
      </p:sp>
      <p:graphicFrame>
        <p:nvGraphicFramePr>
          <p:cNvPr id="4" name="Table 4">
            <a:extLst>
              <a:ext uri="{FF2B5EF4-FFF2-40B4-BE49-F238E27FC236}">
                <a16:creationId xmlns:a16="http://schemas.microsoft.com/office/drawing/2014/main" id="{EBB5E308-6DEA-4642-BFD2-7CCB6CDC514C}"/>
              </a:ext>
            </a:extLst>
          </p:cNvPr>
          <p:cNvGraphicFramePr>
            <a:graphicFrameLocks noGrp="1"/>
          </p:cNvGraphicFramePr>
          <p:nvPr>
            <p:ph idx="1"/>
          </p:nvPr>
        </p:nvGraphicFramePr>
        <p:xfrm>
          <a:off x="838200" y="1325563"/>
          <a:ext cx="10515600" cy="5130800"/>
        </p:xfrm>
        <a:graphic>
          <a:graphicData uri="http://schemas.openxmlformats.org/drawingml/2006/table">
            <a:tbl>
              <a:tblPr firstRow="1" bandRow="1">
                <a:tableStyleId>{21E4AEA4-8DFA-4A89-87EB-49C32662AFE0}</a:tableStyleId>
              </a:tblPr>
              <a:tblGrid>
                <a:gridCol w="2628900">
                  <a:extLst>
                    <a:ext uri="{9D8B030D-6E8A-4147-A177-3AD203B41FA5}">
                      <a16:colId xmlns:a16="http://schemas.microsoft.com/office/drawing/2014/main" val="3359730896"/>
                    </a:ext>
                  </a:extLst>
                </a:gridCol>
                <a:gridCol w="2202180">
                  <a:extLst>
                    <a:ext uri="{9D8B030D-6E8A-4147-A177-3AD203B41FA5}">
                      <a16:colId xmlns:a16="http://schemas.microsoft.com/office/drawing/2014/main" val="3967438803"/>
                    </a:ext>
                  </a:extLst>
                </a:gridCol>
                <a:gridCol w="3055620">
                  <a:extLst>
                    <a:ext uri="{9D8B030D-6E8A-4147-A177-3AD203B41FA5}">
                      <a16:colId xmlns:a16="http://schemas.microsoft.com/office/drawing/2014/main" val="3218429050"/>
                    </a:ext>
                  </a:extLst>
                </a:gridCol>
                <a:gridCol w="2628900">
                  <a:extLst>
                    <a:ext uri="{9D8B030D-6E8A-4147-A177-3AD203B41FA5}">
                      <a16:colId xmlns:a16="http://schemas.microsoft.com/office/drawing/2014/main" val="3229804162"/>
                    </a:ext>
                  </a:extLst>
                </a:gridCol>
              </a:tblGrid>
              <a:tr h="370840">
                <a:tc>
                  <a:txBody>
                    <a:bodyPr/>
                    <a:lstStyle/>
                    <a:p>
                      <a:r>
                        <a:rPr lang="en-US" dirty="0"/>
                        <a:t>Particulars</a:t>
                      </a:r>
                      <a:endParaRPr lang="en-IN" dirty="0"/>
                    </a:p>
                  </a:txBody>
                  <a:tcPr/>
                </a:tc>
                <a:tc>
                  <a:txBody>
                    <a:bodyPr/>
                    <a:lstStyle/>
                    <a:p>
                      <a:r>
                        <a:rPr lang="en-US" dirty="0"/>
                        <a:t>High Growth Phase</a:t>
                      </a:r>
                      <a:endParaRPr lang="en-IN" dirty="0"/>
                    </a:p>
                  </a:txBody>
                  <a:tcPr/>
                </a:tc>
                <a:tc>
                  <a:txBody>
                    <a:bodyPr/>
                    <a:lstStyle/>
                    <a:p>
                      <a:r>
                        <a:rPr lang="en-US" dirty="0"/>
                        <a:t>Transition Phase</a:t>
                      </a:r>
                      <a:endParaRPr lang="en-IN" dirty="0"/>
                    </a:p>
                  </a:txBody>
                  <a:tcPr/>
                </a:tc>
                <a:tc>
                  <a:txBody>
                    <a:bodyPr/>
                    <a:lstStyle/>
                    <a:p>
                      <a:r>
                        <a:rPr lang="en-US" dirty="0"/>
                        <a:t>Stable Phase </a:t>
                      </a:r>
                      <a:endParaRPr lang="en-IN" dirty="0"/>
                    </a:p>
                  </a:txBody>
                  <a:tcPr/>
                </a:tc>
                <a:extLst>
                  <a:ext uri="{0D108BD9-81ED-4DB2-BD59-A6C34878D82A}">
                    <a16:rowId xmlns:a16="http://schemas.microsoft.com/office/drawing/2014/main" val="3057931776"/>
                  </a:ext>
                </a:extLst>
              </a:tr>
              <a:tr h="370840">
                <a:tc>
                  <a:txBody>
                    <a:bodyPr/>
                    <a:lstStyle/>
                    <a:p>
                      <a:r>
                        <a:rPr lang="en-US" b="1" dirty="0"/>
                        <a:t>Length (in years )</a:t>
                      </a:r>
                      <a:endParaRPr lang="en-IN" b="1" dirty="0"/>
                    </a:p>
                  </a:txBody>
                  <a:tcPr/>
                </a:tc>
                <a:tc>
                  <a:txBody>
                    <a:bodyPr/>
                    <a:lstStyle/>
                    <a:p>
                      <a:r>
                        <a:rPr lang="en-US" dirty="0"/>
                        <a:t>5 years</a:t>
                      </a:r>
                      <a:endParaRPr lang="en-IN" dirty="0"/>
                    </a:p>
                  </a:txBody>
                  <a:tcPr/>
                </a:tc>
                <a:tc>
                  <a:txBody>
                    <a:bodyPr/>
                    <a:lstStyle/>
                    <a:p>
                      <a:r>
                        <a:rPr lang="en-US" dirty="0"/>
                        <a:t>5 years (</a:t>
                      </a:r>
                      <a:r>
                        <a:rPr lang="en-US" dirty="0" err="1"/>
                        <a:t>i.e</a:t>
                      </a:r>
                      <a:r>
                        <a:rPr lang="en-US" dirty="0"/>
                        <a:t> y6 to y10)</a:t>
                      </a:r>
                      <a:endParaRPr lang="en-IN" dirty="0"/>
                    </a:p>
                  </a:txBody>
                  <a:tcPr/>
                </a:tc>
                <a:tc>
                  <a:txBody>
                    <a:bodyPr/>
                    <a:lstStyle/>
                    <a:p>
                      <a:r>
                        <a:rPr lang="en-US" dirty="0"/>
                        <a:t>After year 10</a:t>
                      </a:r>
                      <a:endParaRPr lang="en-IN" dirty="0"/>
                    </a:p>
                  </a:txBody>
                  <a:tcPr/>
                </a:tc>
                <a:extLst>
                  <a:ext uri="{0D108BD9-81ED-4DB2-BD59-A6C34878D82A}">
                    <a16:rowId xmlns:a16="http://schemas.microsoft.com/office/drawing/2014/main" val="1779586652"/>
                  </a:ext>
                </a:extLst>
              </a:tr>
              <a:tr h="370840">
                <a:tc>
                  <a:txBody>
                    <a:bodyPr/>
                    <a:lstStyle/>
                    <a:p>
                      <a:r>
                        <a:rPr lang="en-US" b="1" dirty="0"/>
                        <a:t>DPR</a:t>
                      </a:r>
                      <a:endParaRPr lang="en-IN" b="1" dirty="0"/>
                    </a:p>
                  </a:txBody>
                  <a:tcPr/>
                </a:tc>
                <a:tc>
                  <a:txBody>
                    <a:bodyPr/>
                    <a:lstStyle/>
                    <a:p>
                      <a:r>
                        <a:rPr lang="en-US" b="1" dirty="0"/>
                        <a:t>60 %</a:t>
                      </a:r>
                      <a:endParaRPr lang="en-IN" b="1" dirty="0"/>
                    </a:p>
                  </a:txBody>
                  <a:tcPr/>
                </a:tc>
                <a:tc>
                  <a:txBody>
                    <a:bodyPr/>
                    <a:lstStyle/>
                    <a:p>
                      <a:r>
                        <a:rPr lang="en-US" dirty="0"/>
                        <a:t>(80-60)/5 = </a:t>
                      </a:r>
                      <a:r>
                        <a:rPr lang="en-US" b="1" dirty="0"/>
                        <a:t>4 % </a:t>
                      </a:r>
                      <a:r>
                        <a:rPr lang="en-US" b="1" dirty="0" err="1"/>
                        <a:t>p.year</a:t>
                      </a:r>
                      <a:endParaRPr lang="en-US" b="1" dirty="0"/>
                    </a:p>
                    <a:p>
                      <a:r>
                        <a:rPr lang="en-US" b="1" dirty="0"/>
                        <a:t>Y6:</a:t>
                      </a:r>
                      <a:r>
                        <a:rPr lang="en-US" dirty="0"/>
                        <a:t> 60+4 = 64 %</a:t>
                      </a:r>
                    </a:p>
                    <a:p>
                      <a:r>
                        <a:rPr lang="en-US" b="1" dirty="0"/>
                        <a:t>Y7:</a:t>
                      </a:r>
                      <a:r>
                        <a:rPr lang="en-US" dirty="0"/>
                        <a:t> 64 + 4= 68%</a:t>
                      </a:r>
                    </a:p>
                    <a:p>
                      <a:r>
                        <a:rPr lang="en-US" b="1" dirty="0"/>
                        <a:t>Y8:</a:t>
                      </a:r>
                      <a:r>
                        <a:rPr lang="en-US" dirty="0"/>
                        <a:t> 72 %</a:t>
                      </a:r>
                    </a:p>
                    <a:p>
                      <a:r>
                        <a:rPr lang="en-US" b="1" dirty="0"/>
                        <a:t>Y9</a:t>
                      </a:r>
                      <a:r>
                        <a:rPr lang="en-US" dirty="0"/>
                        <a:t>: 76 %</a:t>
                      </a:r>
                    </a:p>
                    <a:p>
                      <a:r>
                        <a:rPr lang="en-US" b="1" dirty="0"/>
                        <a:t>Y10:</a:t>
                      </a:r>
                      <a:r>
                        <a:rPr lang="en-US" dirty="0"/>
                        <a:t> 80 %</a:t>
                      </a:r>
                      <a:endParaRPr lang="en-IN" dirty="0"/>
                    </a:p>
                  </a:txBody>
                  <a:tcPr/>
                </a:tc>
                <a:tc>
                  <a:txBody>
                    <a:bodyPr/>
                    <a:lstStyle/>
                    <a:p>
                      <a:r>
                        <a:rPr lang="en-US" b="1" dirty="0"/>
                        <a:t>80 %</a:t>
                      </a:r>
                      <a:endParaRPr lang="en-IN" b="1" dirty="0"/>
                    </a:p>
                  </a:txBody>
                  <a:tcPr/>
                </a:tc>
                <a:extLst>
                  <a:ext uri="{0D108BD9-81ED-4DB2-BD59-A6C34878D82A}">
                    <a16:rowId xmlns:a16="http://schemas.microsoft.com/office/drawing/2014/main" val="1124298241"/>
                  </a:ext>
                </a:extLst>
              </a:tr>
              <a:tr h="370840">
                <a:tc>
                  <a:txBody>
                    <a:bodyPr/>
                    <a:lstStyle/>
                    <a:p>
                      <a:r>
                        <a:rPr lang="en-US" b="1" dirty="0"/>
                        <a:t>Growth Rate</a:t>
                      </a:r>
                      <a:endParaRPr lang="en-IN" b="1" dirty="0"/>
                    </a:p>
                  </a:txBody>
                  <a:tcPr/>
                </a:tc>
                <a:tc>
                  <a:txBody>
                    <a:bodyPr/>
                    <a:lstStyle/>
                    <a:p>
                      <a:r>
                        <a:rPr lang="en-US" b="1" dirty="0"/>
                        <a:t>12.00 %</a:t>
                      </a:r>
                      <a:endParaRPr lang="en-IN" b="1" dirty="0"/>
                    </a:p>
                  </a:txBody>
                  <a:tcPr/>
                </a:tc>
                <a:tc>
                  <a:txBody>
                    <a:bodyPr/>
                    <a:lstStyle/>
                    <a:p>
                      <a:r>
                        <a:rPr lang="en-US" dirty="0"/>
                        <a:t>(12.00-6.00 )/5 = </a:t>
                      </a:r>
                      <a:r>
                        <a:rPr lang="en-US" b="1" dirty="0"/>
                        <a:t>1.20</a:t>
                      </a:r>
                    </a:p>
                    <a:p>
                      <a:r>
                        <a:rPr lang="en-US" b="1" dirty="0"/>
                        <a:t>Y6:</a:t>
                      </a:r>
                      <a:r>
                        <a:rPr lang="en-US" dirty="0"/>
                        <a:t> 10.80% ; </a:t>
                      </a:r>
                      <a:r>
                        <a:rPr lang="en-US" b="1" dirty="0"/>
                        <a:t>Y7:</a:t>
                      </a:r>
                      <a:r>
                        <a:rPr lang="en-US" dirty="0"/>
                        <a:t> 9.60 %</a:t>
                      </a:r>
                    </a:p>
                    <a:p>
                      <a:r>
                        <a:rPr lang="en-US" b="1" dirty="0"/>
                        <a:t>Y8:</a:t>
                      </a:r>
                      <a:r>
                        <a:rPr lang="en-US" dirty="0"/>
                        <a:t> 8.40 % ; </a:t>
                      </a:r>
                      <a:r>
                        <a:rPr lang="en-US" b="1" dirty="0"/>
                        <a:t>Y9</a:t>
                      </a:r>
                      <a:r>
                        <a:rPr lang="en-US" dirty="0"/>
                        <a:t>: 7.20 %</a:t>
                      </a:r>
                    </a:p>
                    <a:p>
                      <a:r>
                        <a:rPr lang="en-US" b="1" dirty="0"/>
                        <a:t>Y10:</a:t>
                      </a:r>
                      <a:r>
                        <a:rPr lang="en-US" dirty="0"/>
                        <a:t> 6%</a:t>
                      </a:r>
                      <a:endParaRPr lang="en-IN" dirty="0"/>
                    </a:p>
                  </a:txBody>
                  <a:tcPr/>
                </a:tc>
                <a:tc>
                  <a:txBody>
                    <a:bodyPr/>
                    <a:lstStyle/>
                    <a:p>
                      <a:r>
                        <a:rPr lang="en-US" b="1" dirty="0"/>
                        <a:t>6%</a:t>
                      </a:r>
                      <a:endParaRPr lang="en-IN" b="1" dirty="0"/>
                    </a:p>
                  </a:txBody>
                  <a:tcPr/>
                </a:tc>
                <a:extLst>
                  <a:ext uri="{0D108BD9-81ED-4DB2-BD59-A6C34878D82A}">
                    <a16:rowId xmlns:a16="http://schemas.microsoft.com/office/drawing/2014/main" val="2696296970"/>
                  </a:ext>
                </a:extLst>
              </a:tr>
              <a:tr h="370840">
                <a:tc>
                  <a:txBody>
                    <a:bodyPr/>
                    <a:lstStyle/>
                    <a:p>
                      <a:r>
                        <a:rPr lang="en-US" b="1" dirty="0"/>
                        <a:t>COE</a:t>
                      </a:r>
                      <a:endParaRPr lang="en-IN" b="1" dirty="0"/>
                    </a:p>
                  </a:txBody>
                  <a:tcPr/>
                </a:tc>
                <a:tc>
                  <a:txBody>
                    <a:bodyPr/>
                    <a:lstStyle/>
                    <a:p>
                      <a:r>
                        <a:rPr lang="en-US" dirty="0"/>
                        <a:t>7.35 %+ (1.22*7.46%)</a:t>
                      </a:r>
                    </a:p>
                    <a:p>
                      <a:r>
                        <a:rPr lang="en-US" dirty="0"/>
                        <a:t>= </a:t>
                      </a:r>
                      <a:r>
                        <a:rPr lang="en-US" b="1" dirty="0"/>
                        <a:t>16.45  %</a:t>
                      </a:r>
                    </a:p>
                    <a:p>
                      <a:endParaRPr lang="en-US" b="1" dirty="0"/>
                    </a:p>
                    <a:p>
                      <a:r>
                        <a:rPr lang="en-US" b="1" dirty="0"/>
                        <a:t>(18 March 2025 Beta =1.22)</a:t>
                      </a:r>
                      <a:endParaRPr lang="en-IN"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(16.45-10.80)/5 = </a:t>
                      </a:r>
                      <a:r>
                        <a:rPr kumimoji="0" lang="en-US" sz="1800" b="1" i="0" u="none" strike="noStrike" kern="1200" cap="none" spc="0" normalizeH="0" baseline="0" noProof="0" dirty="0">
                          <a:ln>
                            <a:noFill/>
                          </a:ln>
                          <a:solidFill>
                            <a:prstClr val="black"/>
                          </a:solidFill>
                          <a:effectLst/>
                          <a:uLnTx/>
                          <a:uFillTx/>
                          <a:latin typeface="+mn-lt"/>
                          <a:ea typeface="+mn-ea"/>
                          <a:cs typeface="+mn-cs"/>
                        </a:rPr>
                        <a:t>1.13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Y6:</a:t>
                      </a:r>
                      <a:r>
                        <a:rPr kumimoji="0" lang="en-US" sz="1800" b="0" i="0" u="none" strike="noStrike" kern="1200" cap="none" spc="0" normalizeH="0" baseline="0" noProof="0" dirty="0">
                          <a:ln>
                            <a:noFill/>
                          </a:ln>
                          <a:solidFill>
                            <a:prstClr val="black"/>
                          </a:solidFill>
                          <a:effectLst/>
                          <a:uLnTx/>
                          <a:uFillTx/>
                          <a:latin typeface="+mn-lt"/>
                          <a:ea typeface="+mn-ea"/>
                          <a:cs typeface="+mn-cs"/>
                        </a:rPr>
                        <a:t> 15.32% ; </a:t>
                      </a:r>
                      <a:r>
                        <a:rPr kumimoji="0" lang="en-US" sz="1800" b="1" i="0" u="none" strike="noStrike" kern="1200" cap="none" spc="0" normalizeH="0" baseline="0" noProof="0" dirty="0">
                          <a:ln>
                            <a:noFill/>
                          </a:ln>
                          <a:solidFill>
                            <a:prstClr val="black"/>
                          </a:solidFill>
                          <a:effectLst/>
                          <a:uLnTx/>
                          <a:uFillTx/>
                          <a:latin typeface="+mn-lt"/>
                          <a:ea typeface="+mn-ea"/>
                          <a:cs typeface="+mn-cs"/>
                        </a:rPr>
                        <a:t>Y7:</a:t>
                      </a:r>
                      <a:r>
                        <a:rPr kumimoji="0" lang="en-US" sz="1800" b="0" i="0" u="none" strike="noStrike" kern="1200" cap="none" spc="0" normalizeH="0" baseline="0" noProof="0" dirty="0">
                          <a:ln>
                            <a:noFill/>
                          </a:ln>
                          <a:solidFill>
                            <a:prstClr val="black"/>
                          </a:solidFill>
                          <a:effectLst/>
                          <a:uLnTx/>
                          <a:uFillTx/>
                          <a:latin typeface="+mn-lt"/>
                          <a:ea typeface="+mn-ea"/>
                          <a:cs typeface="+mn-cs"/>
                        </a:rPr>
                        <a:t> 14.19%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Y8:</a:t>
                      </a:r>
                      <a:r>
                        <a:rPr kumimoji="0" lang="en-US" sz="1800" b="0" i="0" u="none" strike="noStrike" kern="1200" cap="none" spc="0" normalizeH="0" baseline="0" noProof="0" dirty="0">
                          <a:ln>
                            <a:noFill/>
                          </a:ln>
                          <a:solidFill>
                            <a:prstClr val="black"/>
                          </a:solidFill>
                          <a:effectLst/>
                          <a:uLnTx/>
                          <a:uFillTx/>
                          <a:latin typeface="+mn-lt"/>
                          <a:ea typeface="+mn-ea"/>
                          <a:cs typeface="+mn-cs"/>
                        </a:rPr>
                        <a:t> 13.06% ; </a:t>
                      </a:r>
                      <a:r>
                        <a:rPr kumimoji="0" lang="en-US" sz="1800" b="1" i="0" u="none" strike="noStrike" kern="1200" cap="none" spc="0" normalizeH="0" baseline="0" noProof="0" dirty="0">
                          <a:ln>
                            <a:noFill/>
                          </a:ln>
                          <a:solidFill>
                            <a:prstClr val="black"/>
                          </a:solidFill>
                          <a:effectLst/>
                          <a:uLnTx/>
                          <a:uFillTx/>
                          <a:latin typeface="+mn-lt"/>
                          <a:ea typeface="+mn-ea"/>
                          <a:cs typeface="+mn-cs"/>
                        </a:rPr>
                        <a:t>Y9</a:t>
                      </a:r>
                      <a:r>
                        <a:rPr kumimoji="0" lang="en-US" sz="1800" b="0" i="0" u="none" strike="noStrike" kern="1200" cap="none" spc="0" normalizeH="0" baseline="0" noProof="0" dirty="0">
                          <a:ln>
                            <a:noFill/>
                          </a:ln>
                          <a:solidFill>
                            <a:prstClr val="black"/>
                          </a:solidFill>
                          <a:effectLst/>
                          <a:uLnTx/>
                          <a:uFillTx/>
                          <a:latin typeface="+mn-lt"/>
                          <a:ea typeface="+mn-ea"/>
                          <a:cs typeface="+mn-cs"/>
                        </a:rPr>
                        <a:t>: 11.93%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Y10:</a:t>
                      </a:r>
                      <a:r>
                        <a:rPr kumimoji="0" lang="en-US" sz="1800" b="0" i="0" u="none" strike="noStrike" kern="1200" cap="none" spc="0" normalizeH="0" baseline="0" noProof="0" dirty="0">
                          <a:ln>
                            <a:noFill/>
                          </a:ln>
                          <a:solidFill>
                            <a:prstClr val="black"/>
                          </a:solidFill>
                          <a:effectLst/>
                          <a:uLnTx/>
                          <a:uFillTx/>
                          <a:latin typeface="+mn-lt"/>
                          <a:ea typeface="+mn-ea"/>
                          <a:cs typeface="+mn-cs"/>
                        </a:rPr>
                        <a:t> 10.80%</a:t>
                      </a:r>
                      <a:endParaRPr kumimoji="0" lang="en-IN" sz="1800" b="0" i="0" u="none" strike="noStrike" kern="1200" cap="none" spc="0" normalizeH="0" baseline="0" noProof="0" dirty="0">
                        <a:ln>
                          <a:noFill/>
                        </a:ln>
                        <a:solidFill>
                          <a:prstClr val="black"/>
                        </a:solidFill>
                        <a:effectLst/>
                        <a:uLnTx/>
                        <a:uFillTx/>
                        <a:latin typeface="+mn-lt"/>
                        <a:ea typeface="+mn-ea"/>
                        <a:cs typeface="+mn-cs"/>
                      </a:endParaRPr>
                    </a:p>
                    <a:p>
                      <a:endParaRPr lang="en-IN" dirty="0"/>
                    </a:p>
                  </a:txBody>
                  <a:tcPr/>
                </a:tc>
                <a:tc>
                  <a:txBody>
                    <a:bodyPr/>
                    <a:lstStyle/>
                    <a:p>
                      <a:r>
                        <a:rPr lang="en-US" dirty="0"/>
                        <a:t>6% + (0.80*6%) = </a:t>
                      </a:r>
                      <a:r>
                        <a:rPr lang="en-US" b="1" dirty="0"/>
                        <a:t>10.80%</a:t>
                      </a:r>
                      <a:endParaRPr lang="en-IN" b="1" dirty="0"/>
                    </a:p>
                  </a:txBody>
                  <a:tcPr/>
                </a:tc>
                <a:extLst>
                  <a:ext uri="{0D108BD9-81ED-4DB2-BD59-A6C34878D82A}">
                    <a16:rowId xmlns:a16="http://schemas.microsoft.com/office/drawing/2014/main" val="4119907283"/>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00590D0F-327C-729D-D96B-73683EA00D6F}"/>
                  </a:ext>
                </a:extLst>
              </p14:cNvPr>
              <p14:cNvContentPartPr/>
              <p14:nvPr/>
            </p14:nvContentPartPr>
            <p14:xfrm>
              <a:off x="37800" y="1215000"/>
              <a:ext cx="12149640" cy="5603760"/>
            </p14:xfrm>
          </p:contentPart>
        </mc:Choice>
        <mc:Fallback xmlns="">
          <p:pic>
            <p:nvPicPr>
              <p:cNvPr id="3" name="Ink 2">
                <a:extLst>
                  <a:ext uri="{FF2B5EF4-FFF2-40B4-BE49-F238E27FC236}">
                    <a16:creationId xmlns:a16="http://schemas.microsoft.com/office/drawing/2014/main" id="{00590D0F-327C-729D-D96B-73683EA00D6F}"/>
                  </a:ext>
                </a:extLst>
              </p:cNvPr>
              <p:cNvPicPr/>
              <p:nvPr/>
            </p:nvPicPr>
            <p:blipFill>
              <a:blip r:embed="rId3"/>
              <a:stretch>
                <a:fillRect/>
              </a:stretch>
            </p:blipFill>
            <p:spPr>
              <a:xfrm>
                <a:off x="28440" y="1205640"/>
                <a:ext cx="12168360" cy="5622480"/>
              </a:xfrm>
              <a:prstGeom prst="rect">
                <a:avLst/>
              </a:prstGeom>
            </p:spPr>
          </p:pic>
        </mc:Fallback>
      </mc:AlternateContent>
    </p:spTree>
    <p:extLst>
      <p:ext uri="{BB962C8B-B14F-4D97-AF65-F5344CB8AC3E}">
        <p14:creationId xmlns:p14="http://schemas.microsoft.com/office/powerpoint/2010/main" val="4053008354"/>
      </p:ext>
    </p:extLst>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62116-58FA-4A1B-870F-508435151F7E}"/>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Total PE </a:t>
            </a:r>
            <a:endParaRPr lang="en-IN" dirty="0"/>
          </a:p>
        </p:txBody>
      </p:sp>
      <p:sp>
        <p:nvSpPr>
          <p:cNvPr id="3" name="Content Placeholder 2">
            <a:extLst>
              <a:ext uri="{FF2B5EF4-FFF2-40B4-BE49-F238E27FC236}">
                <a16:creationId xmlns:a16="http://schemas.microsoft.com/office/drawing/2014/main" id="{25784235-CC32-4371-9563-07733AA48554}"/>
              </a:ext>
            </a:extLst>
          </p:cNvPr>
          <p:cNvSpPr>
            <a:spLocks noGrp="1"/>
          </p:cNvSpPr>
          <p:nvPr>
            <p:ph idx="1"/>
          </p:nvPr>
        </p:nvSpPr>
        <p:spPr/>
        <p:txBody>
          <a:bodyPr>
            <a:normAutofit fontScale="92500" lnSpcReduction="10000"/>
          </a:bodyPr>
          <a:lstStyle/>
          <a:p>
            <a:pPr marL="0" indent="0">
              <a:buNone/>
            </a:pPr>
            <a:r>
              <a:rPr lang="en-US" dirty="0"/>
              <a:t>= </a:t>
            </a:r>
            <a:r>
              <a:rPr lang="en-US" b="1" i="1" dirty="0"/>
              <a:t>PE HG phase + PE Transition phase + PE stable Phase </a:t>
            </a:r>
          </a:p>
          <a:p>
            <a:pPr marL="0" indent="0">
              <a:buNone/>
            </a:pPr>
            <a:endParaRPr lang="en-US" dirty="0"/>
          </a:p>
          <a:p>
            <a:pPr marL="0" indent="0">
              <a:buNone/>
            </a:pPr>
            <a:r>
              <a:rPr lang="en-US" dirty="0"/>
              <a:t>= 2.6729 + 2.6089 + 11.7771 = </a:t>
            </a:r>
            <a:r>
              <a:rPr lang="en-US" b="1" dirty="0"/>
              <a:t>17.0589  or </a:t>
            </a:r>
            <a:r>
              <a:rPr lang="en-US" b="1" dirty="0">
                <a:highlight>
                  <a:srgbClr val="FFFF00"/>
                </a:highlight>
              </a:rPr>
              <a:t>17.06 times</a:t>
            </a:r>
          </a:p>
          <a:p>
            <a:pPr marL="0" indent="0">
              <a:buNone/>
            </a:pPr>
            <a:r>
              <a:rPr lang="en-US" b="1" dirty="0"/>
              <a:t>Predicted Price on 31-03-25 </a:t>
            </a:r>
            <a:r>
              <a:rPr lang="en-US" dirty="0"/>
              <a:t>= 17.06* EPS of INR 64.50 = </a:t>
            </a:r>
            <a:r>
              <a:rPr lang="en-US" b="1" dirty="0"/>
              <a:t>INR 1100.37</a:t>
            </a:r>
          </a:p>
          <a:p>
            <a:pPr marL="0" indent="0">
              <a:buNone/>
            </a:pPr>
            <a:r>
              <a:rPr lang="en-US" b="1" dirty="0"/>
              <a:t>Predicted Price on 18 December 2025 = 1100.37 * ( 1+0.1645/360 *258= 1.12)   = </a:t>
            </a:r>
            <a:r>
              <a:rPr lang="en-US" b="1" dirty="0">
                <a:highlight>
                  <a:srgbClr val="FFFF00"/>
                </a:highlight>
              </a:rPr>
              <a:t>INR 1232.41</a:t>
            </a:r>
          </a:p>
          <a:p>
            <a:pPr marL="0" indent="0">
              <a:buNone/>
            </a:pPr>
            <a:endParaRPr lang="en-US" dirty="0"/>
          </a:p>
          <a:p>
            <a:pPr marL="0" indent="0">
              <a:buNone/>
            </a:pPr>
            <a:r>
              <a:rPr lang="en-US" b="1" dirty="0"/>
              <a:t>Current Market Price </a:t>
            </a:r>
            <a:r>
              <a:rPr lang="en-US" dirty="0"/>
              <a:t>@ </a:t>
            </a:r>
            <a:r>
              <a:rPr lang="en-US" b="1" u="sng" dirty="0"/>
              <a:t>INR 1626.80 </a:t>
            </a:r>
            <a:r>
              <a:rPr lang="en-US" u="sng" dirty="0"/>
              <a:t>on 18 December 2025</a:t>
            </a:r>
          </a:p>
          <a:p>
            <a:pPr marL="0" indent="0">
              <a:buNone/>
            </a:pPr>
            <a:r>
              <a:rPr lang="en-US" u="sng" dirty="0"/>
              <a:t>52 W High Low </a:t>
            </a:r>
            <a:r>
              <a:rPr lang="en-US" dirty="0"/>
              <a:t>: </a:t>
            </a:r>
            <a:r>
              <a:rPr lang="en-US" b="1" dirty="0"/>
              <a:t>INR 1307 </a:t>
            </a:r>
            <a:r>
              <a:rPr lang="en-US" dirty="0"/>
              <a:t>to</a:t>
            </a:r>
            <a:r>
              <a:rPr lang="en-US" b="1" dirty="0"/>
              <a:t> INR 1982.80</a:t>
            </a:r>
          </a:p>
          <a:p>
            <a:pPr marL="0" indent="0">
              <a:buNone/>
            </a:pPr>
            <a:r>
              <a:rPr lang="en-US" b="1" dirty="0">
                <a:highlight>
                  <a:srgbClr val="FFFF00"/>
                </a:highlight>
              </a:rPr>
              <a:t>Overvalued</a:t>
            </a:r>
            <a:endParaRPr lang="en-IN" b="1" dirty="0">
              <a:highlight>
                <a:srgbClr val="FFFF00"/>
              </a:highlight>
            </a:endParaRPr>
          </a:p>
        </p:txBody>
      </p:sp>
    </p:spTree>
    <p:extLst>
      <p:ext uri="{BB962C8B-B14F-4D97-AF65-F5344CB8AC3E}">
        <p14:creationId xmlns:p14="http://schemas.microsoft.com/office/powerpoint/2010/main" val="924747121"/>
      </p:ext>
    </p:extLst>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EA44A-DAD7-44E4-8686-173028FEAA75}"/>
              </a:ext>
            </a:extLst>
          </p:cNvPr>
          <p:cNvSpPr>
            <a:spLocks noGrp="1"/>
          </p:cNvSpPr>
          <p:nvPr>
            <p:ph type="title"/>
          </p:nvPr>
        </p:nvSpPr>
        <p:spPr/>
        <p:txBody>
          <a:bodyPr/>
          <a:lstStyle/>
          <a:p>
            <a:pPr algn="ctr"/>
            <a:r>
              <a:rPr lang="en-US" dirty="0"/>
              <a:t> </a:t>
            </a:r>
            <a:r>
              <a:rPr lang="en-US" b="1" dirty="0">
                <a:highlight>
                  <a:srgbClr val="FFFF00"/>
                </a:highlight>
              </a:rPr>
              <a:t>What can We Do?</a:t>
            </a:r>
            <a:endParaRPr lang="en-IN" b="1" dirty="0">
              <a:highlight>
                <a:srgbClr val="FFFF00"/>
              </a:highlight>
            </a:endParaRPr>
          </a:p>
        </p:txBody>
      </p:sp>
      <p:sp>
        <p:nvSpPr>
          <p:cNvPr id="3" name="Content Placeholder 2">
            <a:extLst>
              <a:ext uri="{FF2B5EF4-FFF2-40B4-BE49-F238E27FC236}">
                <a16:creationId xmlns:a16="http://schemas.microsoft.com/office/drawing/2014/main" id="{FD18A5F1-62DA-4B50-B090-C94A37E13295}"/>
              </a:ext>
            </a:extLst>
          </p:cNvPr>
          <p:cNvSpPr>
            <a:spLocks noGrp="1"/>
          </p:cNvSpPr>
          <p:nvPr>
            <p:ph idx="1"/>
          </p:nvPr>
        </p:nvSpPr>
        <p:spPr/>
        <p:txBody>
          <a:bodyPr>
            <a:normAutofit/>
          </a:bodyPr>
          <a:lstStyle/>
          <a:p>
            <a:r>
              <a:rPr lang="en-US" sz="4800" dirty="0"/>
              <a:t>We may consider </a:t>
            </a:r>
            <a:r>
              <a:rPr lang="en-US" sz="4800" u="sng" dirty="0"/>
              <a:t>10 years as the length of High Growth Phase </a:t>
            </a:r>
            <a:r>
              <a:rPr lang="en-US" sz="4800" dirty="0"/>
              <a:t>; </a:t>
            </a:r>
            <a:r>
              <a:rPr lang="en-US" sz="4800" b="1" dirty="0"/>
              <a:t>5 years for transition phase</a:t>
            </a:r>
            <a:r>
              <a:rPr lang="en-US" sz="4800" dirty="0"/>
              <a:t> and </a:t>
            </a:r>
            <a:r>
              <a:rPr lang="en-US" sz="4800" u="sng" dirty="0"/>
              <a:t>stable phase to start from year 16</a:t>
            </a:r>
            <a:endParaRPr lang="en-IN" sz="4800" u="sng"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1745AD1-60F5-5D20-2557-8279077A9D1A}"/>
                  </a:ext>
                </a:extLst>
              </p14:cNvPr>
              <p14:cNvContentPartPr/>
              <p14:nvPr/>
            </p14:nvContentPartPr>
            <p14:xfrm>
              <a:off x="3876480" y="2615400"/>
              <a:ext cx="7135560" cy="3787200"/>
            </p14:xfrm>
          </p:contentPart>
        </mc:Choice>
        <mc:Fallback xmlns="">
          <p:pic>
            <p:nvPicPr>
              <p:cNvPr id="4" name="Ink 3">
                <a:extLst>
                  <a:ext uri="{FF2B5EF4-FFF2-40B4-BE49-F238E27FC236}">
                    <a16:creationId xmlns:a16="http://schemas.microsoft.com/office/drawing/2014/main" id="{11745AD1-60F5-5D20-2557-8279077A9D1A}"/>
                  </a:ext>
                </a:extLst>
              </p:cNvPr>
              <p:cNvPicPr/>
              <p:nvPr/>
            </p:nvPicPr>
            <p:blipFill>
              <a:blip r:embed="rId3"/>
              <a:stretch>
                <a:fillRect/>
              </a:stretch>
            </p:blipFill>
            <p:spPr>
              <a:xfrm>
                <a:off x="3867120" y="2606040"/>
                <a:ext cx="7154280" cy="3805920"/>
              </a:xfrm>
              <a:prstGeom prst="rect">
                <a:avLst/>
              </a:prstGeom>
            </p:spPr>
          </p:pic>
        </mc:Fallback>
      </mc:AlternateContent>
    </p:spTree>
    <p:extLst>
      <p:ext uri="{BB962C8B-B14F-4D97-AF65-F5344CB8AC3E}">
        <p14:creationId xmlns:p14="http://schemas.microsoft.com/office/powerpoint/2010/main" val="1341854718"/>
      </p:ext>
    </p:extLst>
  </p:cSld>
  <p:clrMapOvr>
    <a:masterClrMapping/>
  </p:clrMapOvr>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E708E-8C3E-F76E-8594-83DF71D212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AD0F0F-1CD8-1024-5BEE-092C0D93DB18}"/>
              </a:ext>
            </a:extLst>
          </p:cNvPr>
          <p:cNvSpPr>
            <a:spLocks noGrp="1"/>
          </p:cNvSpPr>
          <p:nvPr>
            <p:ph type="title"/>
          </p:nvPr>
        </p:nvSpPr>
        <p:spPr>
          <a:xfrm>
            <a:off x="838200" y="0"/>
            <a:ext cx="10515600" cy="1325563"/>
          </a:xfrm>
        </p:spPr>
        <p:txBody>
          <a:bodyPr/>
          <a:lstStyle/>
          <a:p>
            <a:pPr algn="ctr"/>
            <a:r>
              <a:rPr lang="en-US" b="1" dirty="0"/>
              <a:t>Assumptions in the computation of Fundamental PE for </a:t>
            </a:r>
            <a:r>
              <a:rPr lang="en-US" b="1" dirty="0">
                <a:highlight>
                  <a:srgbClr val="FFFF00"/>
                </a:highlight>
              </a:rPr>
              <a:t>Infosys</a:t>
            </a:r>
            <a:endParaRPr lang="en-IN" b="1" dirty="0">
              <a:highlight>
                <a:srgbClr val="FFFF00"/>
              </a:highlight>
            </a:endParaRPr>
          </a:p>
        </p:txBody>
      </p:sp>
      <p:graphicFrame>
        <p:nvGraphicFramePr>
          <p:cNvPr id="4" name="Table 4">
            <a:extLst>
              <a:ext uri="{FF2B5EF4-FFF2-40B4-BE49-F238E27FC236}">
                <a16:creationId xmlns:a16="http://schemas.microsoft.com/office/drawing/2014/main" id="{5962AE3E-434E-39AF-3CB0-8899F003FBE2}"/>
              </a:ext>
            </a:extLst>
          </p:cNvPr>
          <p:cNvGraphicFramePr>
            <a:graphicFrameLocks noGrp="1"/>
          </p:cNvGraphicFramePr>
          <p:nvPr>
            <p:ph idx="1"/>
          </p:nvPr>
        </p:nvGraphicFramePr>
        <p:xfrm>
          <a:off x="838200" y="1325563"/>
          <a:ext cx="10515600" cy="5130800"/>
        </p:xfrm>
        <a:graphic>
          <a:graphicData uri="http://schemas.openxmlformats.org/drawingml/2006/table">
            <a:tbl>
              <a:tblPr firstRow="1" bandRow="1">
                <a:tableStyleId>{21E4AEA4-8DFA-4A89-87EB-49C32662AFE0}</a:tableStyleId>
              </a:tblPr>
              <a:tblGrid>
                <a:gridCol w="2628900">
                  <a:extLst>
                    <a:ext uri="{9D8B030D-6E8A-4147-A177-3AD203B41FA5}">
                      <a16:colId xmlns:a16="http://schemas.microsoft.com/office/drawing/2014/main" val="3359730896"/>
                    </a:ext>
                  </a:extLst>
                </a:gridCol>
                <a:gridCol w="2202180">
                  <a:extLst>
                    <a:ext uri="{9D8B030D-6E8A-4147-A177-3AD203B41FA5}">
                      <a16:colId xmlns:a16="http://schemas.microsoft.com/office/drawing/2014/main" val="3967438803"/>
                    </a:ext>
                  </a:extLst>
                </a:gridCol>
                <a:gridCol w="3055620">
                  <a:extLst>
                    <a:ext uri="{9D8B030D-6E8A-4147-A177-3AD203B41FA5}">
                      <a16:colId xmlns:a16="http://schemas.microsoft.com/office/drawing/2014/main" val="3218429050"/>
                    </a:ext>
                  </a:extLst>
                </a:gridCol>
                <a:gridCol w="2628900">
                  <a:extLst>
                    <a:ext uri="{9D8B030D-6E8A-4147-A177-3AD203B41FA5}">
                      <a16:colId xmlns:a16="http://schemas.microsoft.com/office/drawing/2014/main" val="3229804162"/>
                    </a:ext>
                  </a:extLst>
                </a:gridCol>
              </a:tblGrid>
              <a:tr h="370840">
                <a:tc>
                  <a:txBody>
                    <a:bodyPr/>
                    <a:lstStyle/>
                    <a:p>
                      <a:r>
                        <a:rPr lang="en-US" dirty="0"/>
                        <a:t>Particulars</a:t>
                      </a:r>
                      <a:endParaRPr lang="en-IN" dirty="0"/>
                    </a:p>
                  </a:txBody>
                  <a:tcPr/>
                </a:tc>
                <a:tc>
                  <a:txBody>
                    <a:bodyPr/>
                    <a:lstStyle/>
                    <a:p>
                      <a:r>
                        <a:rPr lang="en-US" dirty="0"/>
                        <a:t>High Growth Phase</a:t>
                      </a:r>
                      <a:endParaRPr lang="en-IN" dirty="0"/>
                    </a:p>
                  </a:txBody>
                  <a:tcPr/>
                </a:tc>
                <a:tc>
                  <a:txBody>
                    <a:bodyPr/>
                    <a:lstStyle/>
                    <a:p>
                      <a:r>
                        <a:rPr lang="en-US" dirty="0"/>
                        <a:t>Transition Phase</a:t>
                      </a:r>
                      <a:endParaRPr lang="en-IN" dirty="0"/>
                    </a:p>
                  </a:txBody>
                  <a:tcPr/>
                </a:tc>
                <a:tc>
                  <a:txBody>
                    <a:bodyPr/>
                    <a:lstStyle/>
                    <a:p>
                      <a:r>
                        <a:rPr lang="en-US" dirty="0"/>
                        <a:t>Stable Phase </a:t>
                      </a:r>
                      <a:endParaRPr lang="en-IN" dirty="0"/>
                    </a:p>
                  </a:txBody>
                  <a:tcPr/>
                </a:tc>
                <a:extLst>
                  <a:ext uri="{0D108BD9-81ED-4DB2-BD59-A6C34878D82A}">
                    <a16:rowId xmlns:a16="http://schemas.microsoft.com/office/drawing/2014/main" val="3057931776"/>
                  </a:ext>
                </a:extLst>
              </a:tr>
              <a:tr h="370840">
                <a:tc>
                  <a:txBody>
                    <a:bodyPr/>
                    <a:lstStyle/>
                    <a:p>
                      <a:r>
                        <a:rPr lang="en-US" b="1" dirty="0"/>
                        <a:t>Length (in years )</a:t>
                      </a:r>
                      <a:endParaRPr lang="en-IN" b="1" dirty="0"/>
                    </a:p>
                  </a:txBody>
                  <a:tcPr/>
                </a:tc>
                <a:tc>
                  <a:txBody>
                    <a:bodyPr/>
                    <a:lstStyle/>
                    <a:p>
                      <a:r>
                        <a:rPr lang="en-US" dirty="0">
                          <a:highlight>
                            <a:srgbClr val="FFFF00"/>
                          </a:highlight>
                        </a:rPr>
                        <a:t>10 years</a:t>
                      </a:r>
                      <a:endParaRPr lang="en-IN" dirty="0">
                        <a:highlight>
                          <a:srgbClr val="FFFF00"/>
                        </a:highlight>
                      </a:endParaRPr>
                    </a:p>
                  </a:txBody>
                  <a:tcPr/>
                </a:tc>
                <a:tc>
                  <a:txBody>
                    <a:bodyPr/>
                    <a:lstStyle/>
                    <a:p>
                      <a:r>
                        <a:rPr lang="en-US" dirty="0"/>
                        <a:t>5 years (</a:t>
                      </a:r>
                      <a:r>
                        <a:rPr lang="en-US" dirty="0" err="1"/>
                        <a:t>i.e</a:t>
                      </a:r>
                      <a:r>
                        <a:rPr lang="en-US" dirty="0"/>
                        <a:t> </a:t>
                      </a:r>
                      <a:r>
                        <a:rPr lang="en-US" dirty="0">
                          <a:highlight>
                            <a:srgbClr val="FFFF00"/>
                          </a:highlight>
                        </a:rPr>
                        <a:t>y11 to y15</a:t>
                      </a:r>
                      <a:r>
                        <a:rPr lang="en-US" dirty="0"/>
                        <a:t>)</a:t>
                      </a:r>
                      <a:endParaRPr lang="en-IN" dirty="0"/>
                    </a:p>
                  </a:txBody>
                  <a:tcPr/>
                </a:tc>
                <a:tc>
                  <a:txBody>
                    <a:bodyPr/>
                    <a:lstStyle/>
                    <a:p>
                      <a:r>
                        <a:rPr lang="en-US" dirty="0">
                          <a:highlight>
                            <a:srgbClr val="FFFF00"/>
                          </a:highlight>
                        </a:rPr>
                        <a:t>After year 15</a:t>
                      </a:r>
                      <a:endParaRPr lang="en-IN" dirty="0">
                        <a:highlight>
                          <a:srgbClr val="FFFF00"/>
                        </a:highlight>
                      </a:endParaRPr>
                    </a:p>
                  </a:txBody>
                  <a:tcPr/>
                </a:tc>
                <a:extLst>
                  <a:ext uri="{0D108BD9-81ED-4DB2-BD59-A6C34878D82A}">
                    <a16:rowId xmlns:a16="http://schemas.microsoft.com/office/drawing/2014/main" val="1779586652"/>
                  </a:ext>
                </a:extLst>
              </a:tr>
              <a:tr h="370840">
                <a:tc>
                  <a:txBody>
                    <a:bodyPr/>
                    <a:lstStyle/>
                    <a:p>
                      <a:r>
                        <a:rPr lang="en-US" b="1" dirty="0"/>
                        <a:t>DPR</a:t>
                      </a:r>
                      <a:endParaRPr lang="en-IN" b="1" dirty="0"/>
                    </a:p>
                  </a:txBody>
                  <a:tcPr/>
                </a:tc>
                <a:tc>
                  <a:txBody>
                    <a:bodyPr/>
                    <a:lstStyle/>
                    <a:p>
                      <a:r>
                        <a:rPr lang="en-US" b="1" dirty="0"/>
                        <a:t>60 %</a:t>
                      </a:r>
                      <a:endParaRPr lang="en-IN" b="1" dirty="0"/>
                    </a:p>
                  </a:txBody>
                  <a:tcPr/>
                </a:tc>
                <a:tc>
                  <a:txBody>
                    <a:bodyPr/>
                    <a:lstStyle/>
                    <a:p>
                      <a:r>
                        <a:rPr lang="en-US" dirty="0"/>
                        <a:t>(80-60)/5 = </a:t>
                      </a:r>
                      <a:r>
                        <a:rPr lang="en-US" b="1" dirty="0"/>
                        <a:t>4 % </a:t>
                      </a:r>
                      <a:r>
                        <a:rPr lang="en-US" b="1" dirty="0" err="1"/>
                        <a:t>p.year</a:t>
                      </a:r>
                      <a:endParaRPr lang="en-US" b="1" dirty="0"/>
                    </a:p>
                    <a:p>
                      <a:r>
                        <a:rPr lang="en-US" b="1" dirty="0"/>
                        <a:t>Y11:</a:t>
                      </a:r>
                      <a:r>
                        <a:rPr lang="en-US" dirty="0"/>
                        <a:t> 60+4 = 64 %</a:t>
                      </a:r>
                    </a:p>
                    <a:p>
                      <a:r>
                        <a:rPr lang="en-US" b="1" dirty="0"/>
                        <a:t>Y12:</a:t>
                      </a:r>
                      <a:r>
                        <a:rPr lang="en-US" dirty="0"/>
                        <a:t> 64 + 4= 68%</a:t>
                      </a:r>
                    </a:p>
                    <a:p>
                      <a:r>
                        <a:rPr lang="en-US" b="1" dirty="0"/>
                        <a:t>Y13:</a:t>
                      </a:r>
                      <a:r>
                        <a:rPr lang="en-US" dirty="0"/>
                        <a:t> 72 %</a:t>
                      </a:r>
                    </a:p>
                    <a:p>
                      <a:r>
                        <a:rPr lang="en-US" b="1" dirty="0"/>
                        <a:t>Y14</a:t>
                      </a:r>
                      <a:r>
                        <a:rPr lang="en-US" dirty="0"/>
                        <a:t>: 76 %</a:t>
                      </a:r>
                    </a:p>
                    <a:p>
                      <a:r>
                        <a:rPr lang="en-US" b="1" dirty="0"/>
                        <a:t>Y15:</a:t>
                      </a:r>
                      <a:r>
                        <a:rPr lang="en-US" dirty="0"/>
                        <a:t> 80 %</a:t>
                      </a:r>
                      <a:endParaRPr lang="en-IN" dirty="0"/>
                    </a:p>
                  </a:txBody>
                  <a:tcPr/>
                </a:tc>
                <a:tc>
                  <a:txBody>
                    <a:bodyPr/>
                    <a:lstStyle/>
                    <a:p>
                      <a:r>
                        <a:rPr lang="en-US" b="1" dirty="0"/>
                        <a:t>80 %</a:t>
                      </a:r>
                      <a:endParaRPr lang="en-IN" b="1" dirty="0"/>
                    </a:p>
                  </a:txBody>
                  <a:tcPr/>
                </a:tc>
                <a:extLst>
                  <a:ext uri="{0D108BD9-81ED-4DB2-BD59-A6C34878D82A}">
                    <a16:rowId xmlns:a16="http://schemas.microsoft.com/office/drawing/2014/main" val="1124298241"/>
                  </a:ext>
                </a:extLst>
              </a:tr>
              <a:tr h="370840">
                <a:tc>
                  <a:txBody>
                    <a:bodyPr/>
                    <a:lstStyle/>
                    <a:p>
                      <a:r>
                        <a:rPr lang="en-US" b="1" dirty="0"/>
                        <a:t>Growth Rate</a:t>
                      </a:r>
                      <a:endParaRPr lang="en-IN" b="1" dirty="0"/>
                    </a:p>
                  </a:txBody>
                  <a:tcPr/>
                </a:tc>
                <a:tc>
                  <a:txBody>
                    <a:bodyPr/>
                    <a:lstStyle/>
                    <a:p>
                      <a:r>
                        <a:rPr lang="en-US" b="1" dirty="0"/>
                        <a:t>12.00 %</a:t>
                      </a:r>
                      <a:endParaRPr lang="en-IN" b="1" dirty="0"/>
                    </a:p>
                  </a:txBody>
                  <a:tcPr/>
                </a:tc>
                <a:tc>
                  <a:txBody>
                    <a:bodyPr/>
                    <a:lstStyle/>
                    <a:p>
                      <a:r>
                        <a:rPr lang="en-US" dirty="0"/>
                        <a:t>(12.00-6.00 )/5 = </a:t>
                      </a:r>
                      <a:r>
                        <a:rPr lang="en-US" b="1" dirty="0"/>
                        <a:t>1.20</a:t>
                      </a:r>
                    </a:p>
                    <a:p>
                      <a:r>
                        <a:rPr lang="en-US" b="1" dirty="0"/>
                        <a:t>Y11:</a:t>
                      </a:r>
                      <a:r>
                        <a:rPr lang="en-US" dirty="0"/>
                        <a:t> 10.80% ; </a:t>
                      </a:r>
                      <a:r>
                        <a:rPr lang="en-US" b="1" dirty="0"/>
                        <a:t>Y12</a:t>
                      </a:r>
                      <a:r>
                        <a:rPr lang="en-US" dirty="0"/>
                        <a:t> 9.60 %</a:t>
                      </a:r>
                    </a:p>
                    <a:p>
                      <a:r>
                        <a:rPr lang="en-US" b="1" dirty="0"/>
                        <a:t>Y13:</a:t>
                      </a:r>
                      <a:r>
                        <a:rPr lang="en-US" dirty="0"/>
                        <a:t> 8.40 % ; </a:t>
                      </a:r>
                      <a:r>
                        <a:rPr lang="en-US" b="1" dirty="0"/>
                        <a:t>Y14</a:t>
                      </a:r>
                      <a:r>
                        <a:rPr lang="en-US" dirty="0"/>
                        <a:t>: 7.20 %</a:t>
                      </a:r>
                    </a:p>
                    <a:p>
                      <a:r>
                        <a:rPr lang="en-US" b="1" dirty="0"/>
                        <a:t>Y15:</a:t>
                      </a:r>
                      <a:r>
                        <a:rPr lang="en-US" dirty="0"/>
                        <a:t> 6%</a:t>
                      </a:r>
                      <a:endParaRPr lang="en-IN" dirty="0"/>
                    </a:p>
                  </a:txBody>
                  <a:tcPr/>
                </a:tc>
                <a:tc>
                  <a:txBody>
                    <a:bodyPr/>
                    <a:lstStyle/>
                    <a:p>
                      <a:r>
                        <a:rPr lang="en-US" b="1" dirty="0"/>
                        <a:t>6%</a:t>
                      </a:r>
                      <a:endParaRPr lang="en-IN" b="1" dirty="0"/>
                    </a:p>
                  </a:txBody>
                  <a:tcPr/>
                </a:tc>
                <a:extLst>
                  <a:ext uri="{0D108BD9-81ED-4DB2-BD59-A6C34878D82A}">
                    <a16:rowId xmlns:a16="http://schemas.microsoft.com/office/drawing/2014/main" val="2696296970"/>
                  </a:ext>
                </a:extLst>
              </a:tr>
              <a:tr h="370840">
                <a:tc>
                  <a:txBody>
                    <a:bodyPr/>
                    <a:lstStyle/>
                    <a:p>
                      <a:r>
                        <a:rPr lang="en-US" b="1" dirty="0"/>
                        <a:t>COE</a:t>
                      </a:r>
                      <a:endParaRPr lang="en-IN" b="1" dirty="0"/>
                    </a:p>
                  </a:txBody>
                  <a:tcPr/>
                </a:tc>
                <a:tc>
                  <a:txBody>
                    <a:bodyPr/>
                    <a:lstStyle/>
                    <a:p>
                      <a:r>
                        <a:rPr lang="en-US" dirty="0"/>
                        <a:t>7.35 %+ (1.22*7.46%)</a:t>
                      </a:r>
                    </a:p>
                    <a:p>
                      <a:r>
                        <a:rPr lang="en-US" dirty="0"/>
                        <a:t>= </a:t>
                      </a:r>
                      <a:r>
                        <a:rPr lang="en-US" b="1" dirty="0"/>
                        <a:t>16.45  %</a:t>
                      </a:r>
                    </a:p>
                    <a:p>
                      <a:endParaRPr lang="en-US" b="1" dirty="0"/>
                    </a:p>
                    <a:p>
                      <a:r>
                        <a:rPr lang="en-US" b="1" dirty="0"/>
                        <a:t>(18 March 2025 Beta =1.22)</a:t>
                      </a:r>
                      <a:endParaRPr lang="en-IN"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(16.45-10.80)/5 = </a:t>
                      </a:r>
                      <a:r>
                        <a:rPr kumimoji="0" lang="en-US" sz="1800" b="1" i="0" u="none" strike="noStrike" kern="1200" cap="none" spc="0" normalizeH="0" baseline="0" noProof="0" dirty="0">
                          <a:ln>
                            <a:noFill/>
                          </a:ln>
                          <a:solidFill>
                            <a:prstClr val="black"/>
                          </a:solidFill>
                          <a:effectLst/>
                          <a:uLnTx/>
                          <a:uFillTx/>
                          <a:latin typeface="+mn-lt"/>
                          <a:ea typeface="+mn-ea"/>
                          <a:cs typeface="+mn-cs"/>
                        </a:rPr>
                        <a:t>1.13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Y11:</a:t>
                      </a:r>
                      <a:r>
                        <a:rPr kumimoji="0" lang="en-US" sz="1800" b="0" i="0" u="none" strike="noStrike" kern="1200" cap="none" spc="0" normalizeH="0" baseline="0" noProof="0" dirty="0">
                          <a:ln>
                            <a:noFill/>
                          </a:ln>
                          <a:solidFill>
                            <a:prstClr val="black"/>
                          </a:solidFill>
                          <a:effectLst/>
                          <a:uLnTx/>
                          <a:uFillTx/>
                          <a:latin typeface="+mn-lt"/>
                          <a:ea typeface="+mn-ea"/>
                          <a:cs typeface="+mn-cs"/>
                        </a:rPr>
                        <a:t> 15.32% ; </a:t>
                      </a:r>
                      <a:r>
                        <a:rPr kumimoji="0" lang="en-US" sz="1800" b="1" i="0" u="none" strike="noStrike" kern="1200" cap="none" spc="0" normalizeH="0" baseline="0" noProof="0" dirty="0">
                          <a:ln>
                            <a:noFill/>
                          </a:ln>
                          <a:solidFill>
                            <a:prstClr val="black"/>
                          </a:solidFill>
                          <a:effectLst/>
                          <a:uLnTx/>
                          <a:uFillTx/>
                          <a:latin typeface="+mn-lt"/>
                          <a:ea typeface="+mn-ea"/>
                          <a:cs typeface="+mn-cs"/>
                        </a:rPr>
                        <a:t>Y12:</a:t>
                      </a:r>
                      <a:r>
                        <a:rPr kumimoji="0" lang="en-US" sz="1800" b="0" i="0" u="none" strike="noStrike" kern="1200" cap="none" spc="0" normalizeH="0" baseline="0" noProof="0" dirty="0">
                          <a:ln>
                            <a:noFill/>
                          </a:ln>
                          <a:solidFill>
                            <a:prstClr val="black"/>
                          </a:solidFill>
                          <a:effectLst/>
                          <a:uLnTx/>
                          <a:uFillTx/>
                          <a:latin typeface="+mn-lt"/>
                          <a:ea typeface="+mn-ea"/>
                          <a:cs typeface="+mn-cs"/>
                        </a:rPr>
                        <a:t> 14.19%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Y13:</a:t>
                      </a:r>
                      <a:r>
                        <a:rPr kumimoji="0" lang="en-US" sz="1800" b="0" i="0" u="none" strike="noStrike" kern="1200" cap="none" spc="0" normalizeH="0" baseline="0" noProof="0" dirty="0">
                          <a:ln>
                            <a:noFill/>
                          </a:ln>
                          <a:solidFill>
                            <a:prstClr val="black"/>
                          </a:solidFill>
                          <a:effectLst/>
                          <a:uLnTx/>
                          <a:uFillTx/>
                          <a:latin typeface="+mn-lt"/>
                          <a:ea typeface="+mn-ea"/>
                          <a:cs typeface="+mn-cs"/>
                        </a:rPr>
                        <a:t> 13.06% ; </a:t>
                      </a:r>
                      <a:r>
                        <a:rPr kumimoji="0" lang="en-US" sz="1800" b="1" i="0" u="none" strike="noStrike" kern="1200" cap="none" spc="0" normalizeH="0" baseline="0" noProof="0" dirty="0">
                          <a:ln>
                            <a:noFill/>
                          </a:ln>
                          <a:solidFill>
                            <a:prstClr val="black"/>
                          </a:solidFill>
                          <a:effectLst/>
                          <a:uLnTx/>
                          <a:uFillTx/>
                          <a:latin typeface="+mn-lt"/>
                          <a:ea typeface="+mn-ea"/>
                          <a:cs typeface="+mn-cs"/>
                        </a:rPr>
                        <a:t>Y14</a:t>
                      </a:r>
                      <a:r>
                        <a:rPr kumimoji="0" lang="en-US" sz="1800" b="0" i="0" u="none" strike="noStrike" kern="1200" cap="none" spc="0" normalizeH="0" baseline="0" noProof="0" dirty="0">
                          <a:ln>
                            <a:noFill/>
                          </a:ln>
                          <a:solidFill>
                            <a:prstClr val="black"/>
                          </a:solidFill>
                          <a:effectLst/>
                          <a:uLnTx/>
                          <a:uFillTx/>
                          <a:latin typeface="+mn-lt"/>
                          <a:ea typeface="+mn-ea"/>
                          <a:cs typeface="+mn-cs"/>
                        </a:rPr>
                        <a:t>: 11.93%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Y15:</a:t>
                      </a:r>
                      <a:r>
                        <a:rPr kumimoji="0" lang="en-US" sz="1800" b="0" i="0" u="none" strike="noStrike" kern="1200" cap="none" spc="0" normalizeH="0" baseline="0" noProof="0" dirty="0">
                          <a:ln>
                            <a:noFill/>
                          </a:ln>
                          <a:solidFill>
                            <a:prstClr val="black"/>
                          </a:solidFill>
                          <a:effectLst/>
                          <a:uLnTx/>
                          <a:uFillTx/>
                          <a:latin typeface="+mn-lt"/>
                          <a:ea typeface="+mn-ea"/>
                          <a:cs typeface="+mn-cs"/>
                        </a:rPr>
                        <a:t> 10.80%</a:t>
                      </a:r>
                      <a:endParaRPr kumimoji="0" lang="en-IN" sz="1800" b="0"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r>
                        <a:rPr lang="en-US" dirty="0"/>
                        <a:t>6% + (0.80*6%) = </a:t>
                      </a:r>
                      <a:r>
                        <a:rPr lang="en-US" b="1" dirty="0"/>
                        <a:t>10.80%</a:t>
                      </a:r>
                      <a:endParaRPr lang="en-IN" b="1" dirty="0"/>
                    </a:p>
                  </a:txBody>
                  <a:tcPr/>
                </a:tc>
                <a:extLst>
                  <a:ext uri="{0D108BD9-81ED-4DB2-BD59-A6C34878D82A}">
                    <a16:rowId xmlns:a16="http://schemas.microsoft.com/office/drawing/2014/main" val="4119907283"/>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30111CC0-3063-48D1-D15A-DACD3E718415}"/>
                  </a:ext>
                </a:extLst>
              </p14:cNvPr>
              <p14:cNvContentPartPr/>
              <p14:nvPr/>
            </p14:nvContentPartPr>
            <p14:xfrm>
              <a:off x="3044160" y="1655280"/>
              <a:ext cx="9082800" cy="4166640"/>
            </p14:xfrm>
          </p:contentPart>
        </mc:Choice>
        <mc:Fallback xmlns="">
          <p:pic>
            <p:nvPicPr>
              <p:cNvPr id="3" name="Ink 2">
                <a:extLst>
                  <a:ext uri="{FF2B5EF4-FFF2-40B4-BE49-F238E27FC236}">
                    <a16:creationId xmlns:a16="http://schemas.microsoft.com/office/drawing/2014/main" id="{30111CC0-3063-48D1-D15A-DACD3E718415}"/>
                  </a:ext>
                </a:extLst>
              </p:cNvPr>
              <p:cNvPicPr/>
              <p:nvPr/>
            </p:nvPicPr>
            <p:blipFill>
              <a:blip r:embed="rId3"/>
              <a:stretch>
                <a:fillRect/>
              </a:stretch>
            </p:blipFill>
            <p:spPr>
              <a:xfrm>
                <a:off x="3034800" y="1645920"/>
                <a:ext cx="9101520" cy="4185360"/>
              </a:xfrm>
              <a:prstGeom prst="rect">
                <a:avLst/>
              </a:prstGeom>
            </p:spPr>
          </p:pic>
        </mc:Fallback>
      </mc:AlternateContent>
    </p:spTree>
    <p:extLst>
      <p:ext uri="{BB962C8B-B14F-4D97-AF65-F5344CB8AC3E}">
        <p14:creationId xmlns:p14="http://schemas.microsoft.com/office/powerpoint/2010/main" val="3551652287"/>
      </p:ext>
    </p:extLst>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F4CCA-ACC3-D931-1AF3-5F64F80D20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2793D9-16B2-1D91-2C26-BDB13C624A58}"/>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Total PE </a:t>
            </a:r>
            <a:endParaRPr lang="en-IN" dirty="0"/>
          </a:p>
        </p:txBody>
      </p:sp>
      <p:sp>
        <p:nvSpPr>
          <p:cNvPr id="3" name="Content Placeholder 2">
            <a:extLst>
              <a:ext uri="{FF2B5EF4-FFF2-40B4-BE49-F238E27FC236}">
                <a16:creationId xmlns:a16="http://schemas.microsoft.com/office/drawing/2014/main" id="{29F81B94-2D4B-D7FE-626D-F5CA377E50B6}"/>
              </a:ext>
            </a:extLst>
          </p:cNvPr>
          <p:cNvSpPr>
            <a:spLocks noGrp="1"/>
          </p:cNvSpPr>
          <p:nvPr>
            <p:ph idx="1"/>
          </p:nvPr>
        </p:nvSpPr>
        <p:spPr/>
        <p:txBody>
          <a:bodyPr>
            <a:normAutofit fontScale="92500" lnSpcReduction="10000"/>
          </a:bodyPr>
          <a:lstStyle/>
          <a:p>
            <a:pPr marL="0" indent="0">
              <a:buNone/>
            </a:pPr>
            <a:r>
              <a:rPr lang="en-US" dirty="0"/>
              <a:t>= </a:t>
            </a:r>
            <a:r>
              <a:rPr lang="en-US" b="1" i="1" dirty="0"/>
              <a:t>PE HG phase + PE Transition phase + PE stable Phase </a:t>
            </a:r>
          </a:p>
          <a:p>
            <a:pPr marL="0" indent="0">
              <a:buNone/>
            </a:pPr>
            <a:endParaRPr lang="en-US" dirty="0"/>
          </a:p>
          <a:p>
            <a:pPr marL="0" indent="0">
              <a:buNone/>
            </a:pPr>
            <a:r>
              <a:rPr lang="en-US" dirty="0"/>
              <a:t>= 4.8731 + 2.1473 + 9.6939 = </a:t>
            </a:r>
            <a:r>
              <a:rPr lang="en-US" b="1" dirty="0"/>
              <a:t>16.71  times</a:t>
            </a:r>
          </a:p>
          <a:p>
            <a:pPr marL="0" indent="0">
              <a:buNone/>
            </a:pPr>
            <a:r>
              <a:rPr lang="en-US" b="1" dirty="0"/>
              <a:t>Predicted Price on 31-03-25 </a:t>
            </a:r>
            <a:r>
              <a:rPr lang="en-US" dirty="0"/>
              <a:t>= 16.71 * EPS of INR 64.50 = </a:t>
            </a:r>
            <a:r>
              <a:rPr lang="en-US" b="1" dirty="0"/>
              <a:t>INR 1077.80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Predicted Price on 18 December 2025 = 1077.80 * ( 1+0.1645/360 *258= 1.12)   = </a:t>
            </a:r>
            <a:r>
              <a:rPr kumimoji="0" lang="en-US" sz="26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INR 1207  vs INR 1232.41(when Length of HG Phase is 5 years)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Current Market Price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600" b="1" i="0" u="sng" strike="noStrike" kern="1200" cap="none" spc="0" normalizeH="0" baseline="0" noProof="0" dirty="0">
                <a:ln>
                  <a:noFill/>
                </a:ln>
                <a:solidFill>
                  <a:prstClr val="black"/>
                </a:solidFill>
                <a:effectLst/>
                <a:uLnTx/>
                <a:uFillTx/>
                <a:latin typeface="Calibri" panose="020F0502020204030204"/>
                <a:ea typeface="+mn-ea"/>
                <a:cs typeface="+mn-cs"/>
              </a:rPr>
              <a:t>INR 1626.80 </a:t>
            </a:r>
            <a:r>
              <a:rPr kumimoji="0" lang="en-US" sz="2600" b="0" i="0" u="sng" strike="noStrike" kern="1200" cap="none" spc="0" normalizeH="0" baseline="0" noProof="0" dirty="0">
                <a:ln>
                  <a:noFill/>
                </a:ln>
                <a:solidFill>
                  <a:prstClr val="black"/>
                </a:solidFill>
                <a:effectLst/>
                <a:uLnTx/>
                <a:uFillTx/>
                <a:latin typeface="Calibri" panose="020F0502020204030204"/>
                <a:ea typeface="+mn-ea"/>
                <a:cs typeface="+mn-cs"/>
              </a:rPr>
              <a:t>on 18 December 2025</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sng" strike="noStrike" kern="1200" cap="none" spc="0" normalizeH="0" baseline="0" noProof="0" dirty="0">
                <a:ln>
                  <a:noFill/>
                </a:ln>
                <a:solidFill>
                  <a:prstClr val="black"/>
                </a:solidFill>
                <a:effectLst/>
                <a:uLnTx/>
                <a:uFillTx/>
                <a:latin typeface="Calibri" panose="020F0502020204030204"/>
                <a:ea typeface="+mn-ea"/>
                <a:cs typeface="+mn-cs"/>
              </a:rPr>
              <a:t>52 W High Low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INR 1307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to</a:t>
            </a: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 INR 1982.80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Overvalued</a:t>
            </a:r>
            <a:endParaRPr kumimoji="0" lang="en-IN" sz="26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a:p>
            <a:pPr marL="0" indent="0">
              <a:buNone/>
            </a:pPr>
            <a:endParaRPr lang="en-US"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C1F9965A-EA9D-6CBD-482A-FF4672CD3D1F}"/>
                  </a:ext>
                </a:extLst>
              </p14:cNvPr>
              <p14:cNvContentPartPr/>
              <p14:nvPr/>
            </p14:nvContentPartPr>
            <p14:xfrm>
              <a:off x="5816520" y="2526840"/>
              <a:ext cx="42120" cy="18720"/>
            </p14:xfrm>
          </p:contentPart>
        </mc:Choice>
        <mc:Fallback xmlns="">
          <p:pic>
            <p:nvPicPr>
              <p:cNvPr id="4" name="Ink 3">
                <a:extLst>
                  <a:ext uri="{FF2B5EF4-FFF2-40B4-BE49-F238E27FC236}">
                    <a16:creationId xmlns:a16="http://schemas.microsoft.com/office/drawing/2014/main" id="{C1F9965A-EA9D-6CBD-482A-FF4672CD3D1F}"/>
                  </a:ext>
                </a:extLst>
              </p:cNvPr>
              <p:cNvPicPr/>
              <p:nvPr/>
            </p:nvPicPr>
            <p:blipFill>
              <a:blip r:embed="rId3"/>
              <a:stretch>
                <a:fillRect/>
              </a:stretch>
            </p:blipFill>
            <p:spPr>
              <a:xfrm>
                <a:off x="5807160" y="2517480"/>
                <a:ext cx="6084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6E180A4E-2B68-A75E-9369-6E5857A3B081}"/>
                  </a:ext>
                </a:extLst>
              </p14:cNvPr>
              <p14:cNvContentPartPr/>
              <p14:nvPr/>
            </p14:nvContentPartPr>
            <p14:xfrm>
              <a:off x="1405440" y="335520"/>
              <a:ext cx="10782000" cy="4375440"/>
            </p14:xfrm>
          </p:contentPart>
        </mc:Choice>
        <mc:Fallback xmlns="">
          <p:pic>
            <p:nvPicPr>
              <p:cNvPr id="5" name="Ink 4">
                <a:extLst>
                  <a:ext uri="{FF2B5EF4-FFF2-40B4-BE49-F238E27FC236}">
                    <a16:creationId xmlns:a16="http://schemas.microsoft.com/office/drawing/2014/main" id="{6E180A4E-2B68-A75E-9369-6E5857A3B081}"/>
                  </a:ext>
                </a:extLst>
              </p:cNvPr>
              <p:cNvPicPr/>
              <p:nvPr/>
            </p:nvPicPr>
            <p:blipFill>
              <a:blip r:embed="rId5"/>
              <a:stretch>
                <a:fillRect/>
              </a:stretch>
            </p:blipFill>
            <p:spPr>
              <a:xfrm>
                <a:off x="1396080" y="326160"/>
                <a:ext cx="10800720" cy="4394160"/>
              </a:xfrm>
              <a:prstGeom prst="rect">
                <a:avLst/>
              </a:prstGeom>
            </p:spPr>
          </p:pic>
        </mc:Fallback>
      </mc:AlternateContent>
    </p:spTree>
    <p:extLst>
      <p:ext uri="{BB962C8B-B14F-4D97-AF65-F5344CB8AC3E}">
        <p14:creationId xmlns:p14="http://schemas.microsoft.com/office/powerpoint/2010/main" val="3239955776"/>
      </p:ext>
    </p:extLst>
  </p:cSld>
  <p:clrMapOvr>
    <a:masterClrMapping/>
  </p:clrMapOvr>
</p:sld>
</file>

<file path=ppt/slides/slide3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076F3-9C0E-B0BC-50FC-9F674E5ECA80}"/>
              </a:ext>
            </a:extLst>
          </p:cNvPr>
          <p:cNvSpPr>
            <a:spLocks noGrp="1"/>
          </p:cNvSpPr>
          <p:nvPr>
            <p:ph type="title"/>
          </p:nvPr>
        </p:nvSpPr>
        <p:spPr/>
        <p:txBody>
          <a:bodyPr/>
          <a:lstStyle/>
          <a:p>
            <a:r>
              <a:rPr lang="en-US" b="1" dirty="0"/>
              <a:t>What is the flaw in the assumptions?</a:t>
            </a:r>
          </a:p>
        </p:txBody>
      </p:sp>
      <p:sp>
        <p:nvSpPr>
          <p:cNvPr id="3" name="Content Placeholder 2">
            <a:extLst>
              <a:ext uri="{FF2B5EF4-FFF2-40B4-BE49-F238E27FC236}">
                <a16:creationId xmlns:a16="http://schemas.microsoft.com/office/drawing/2014/main" id="{670DB1E2-DF88-8E99-2A42-BE67A8D212D8}"/>
              </a:ext>
            </a:extLst>
          </p:cNvPr>
          <p:cNvSpPr>
            <a:spLocks noGrp="1"/>
          </p:cNvSpPr>
          <p:nvPr>
            <p:ph idx="1"/>
          </p:nvPr>
        </p:nvSpPr>
        <p:spPr/>
        <p:txBody>
          <a:bodyPr/>
          <a:lstStyle/>
          <a:p>
            <a:r>
              <a:rPr lang="en-US" b="1" dirty="0"/>
              <a:t>ROE- COE at current year </a:t>
            </a:r>
            <a:r>
              <a:rPr lang="en-US" dirty="0"/>
              <a:t>= 27.87-16.45= </a:t>
            </a:r>
            <a:r>
              <a:rPr lang="en-US" dirty="0">
                <a:highlight>
                  <a:srgbClr val="FFFF00"/>
                </a:highlight>
              </a:rPr>
              <a:t>11.42 % </a:t>
            </a:r>
          </a:p>
          <a:p>
            <a:r>
              <a:rPr lang="en-US" dirty="0"/>
              <a:t>Therefore, </a:t>
            </a:r>
            <a:r>
              <a:rPr lang="en-US" b="1" dirty="0"/>
              <a:t>Length of HG Phase could be 15 years </a:t>
            </a:r>
            <a:r>
              <a:rPr lang="en-US" dirty="0"/>
              <a:t>and </a:t>
            </a:r>
            <a:r>
              <a:rPr lang="en-US" u="sng" dirty="0"/>
              <a:t>transition phase could be of 5 years</a:t>
            </a:r>
            <a:r>
              <a:rPr lang="en-US" dirty="0"/>
              <a:t> and </a:t>
            </a:r>
            <a:r>
              <a:rPr lang="en-US" dirty="0">
                <a:highlight>
                  <a:srgbClr val="FFFF00"/>
                </a:highlight>
              </a:rPr>
              <a:t>stable phase start at year 21</a:t>
            </a:r>
          </a:p>
          <a:p>
            <a:r>
              <a:rPr lang="en-US" u="sng" dirty="0"/>
              <a:t>In stable phase</a:t>
            </a:r>
            <a:r>
              <a:rPr lang="en-US" dirty="0"/>
              <a:t>, Infosys shall earn </a:t>
            </a:r>
            <a:r>
              <a:rPr lang="en-US" dirty="0">
                <a:highlight>
                  <a:srgbClr val="FFFF00"/>
                </a:highlight>
              </a:rPr>
              <a:t>no excess return </a:t>
            </a:r>
            <a:r>
              <a:rPr lang="en-US" dirty="0" err="1"/>
              <a:t>i.e</a:t>
            </a:r>
            <a:r>
              <a:rPr lang="en-US" dirty="0"/>
              <a:t> COE=ROE=  10.80 % ; meaning </a:t>
            </a:r>
            <a:r>
              <a:rPr lang="en-US" b="1" dirty="0"/>
              <a:t>stable phase g = 10.80 ( 1-0.80) = 2.16 %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A4F34809-C503-300C-1781-73742F7C1CFE}"/>
                  </a:ext>
                </a:extLst>
              </p14:cNvPr>
              <p14:cNvContentPartPr/>
              <p14:nvPr/>
            </p14:nvContentPartPr>
            <p14:xfrm>
              <a:off x="1464480" y="4325040"/>
              <a:ext cx="7940880" cy="2440800"/>
            </p14:xfrm>
          </p:contentPart>
        </mc:Choice>
        <mc:Fallback xmlns="">
          <p:pic>
            <p:nvPicPr>
              <p:cNvPr id="4" name="Ink 3">
                <a:extLst>
                  <a:ext uri="{FF2B5EF4-FFF2-40B4-BE49-F238E27FC236}">
                    <a16:creationId xmlns:a16="http://schemas.microsoft.com/office/drawing/2014/main" id="{A4F34809-C503-300C-1781-73742F7C1CFE}"/>
                  </a:ext>
                </a:extLst>
              </p:cNvPr>
              <p:cNvPicPr/>
              <p:nvPr/>
            </p:nvPicPr>
            <p:blipFill>
              <a:blip r:embed="rId3"/>
              <a:stretch>
                <a:fillRect/>
              </a:stretch>
            </p:blipFill>
            <p:spPr>
              <a:xfrm>
                <a:off x="1455120" y="4315680"/>
                <a:ext cx="7959600" cy="2459520"/>
              </a:xfrm>
              <a:prstGeom prst="rect">
                <a:avLst/>
              </a:prstGeom>
            </p:spPr>
          </p:pic>
        </mc:Fallback>
      </mc:AlternateContent>
    </p:spTree>
    <p:extLst>
      <p:ext uri="{BB962C8B-B14F-4D97-AF65-F5344CB8AC3E}">
        <p14:creationId xmlns:p14="http://schemas.microsoft.com/office/powerpoint/2010/main" val="2939531590"/>
      </p:ext>
    </p:extLst>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CEEDB-3753-577B-9B63-0070946F4B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355614-CF01-2159-CACF-35F803961F0F}"/>
              </a:ext>
            </a:extLst>
          </p:cNvPr>
          <p:cNvSpPr>
            <a:spLocks noGrp="1"/>
          </p:cNvSpPr>
          <p:nvPr>
            <p:ph type="title"/>
          </p:nvPr>
        </p:nvSpPr>
        <p:spPr>
          <a:xfrm>
            <a:off x="838200" y="0"/>
            <a:ext cx="10515600" cy="1325563"/>
          </a:xfrm>
        </p:spPr>
        <p:txBody>
          <a:bodyPr/>
          <a:lstStyle/>
          <a:p>
            <a:pPr algn="ctr"/>
            <a:r>
              <a:rPr lang="en-US" b="1" dirty="0"/>
              <a:t>Revised Assumptions in the computation of Fundamental PE for </a:t>
            </a:r>
            <a:r>
              <a:rPr lang="en-US" b="1" dirty="0">
                <a:highlight>
                  <a:srgbClr val="FFFF00"/>
                </a:highlight>
              </a:rPr>
              <a:t>Infosys</a:t>
            </a:r>
            <a:endParaRPr lang="en-IN" b="1" dirty="0">
              <a:highlight>
                <a:srgbClr val="FFFF00"/>
              </a:highlight>
            </a:endParaRPr>
          </a:p>
        </p:txBody>
      </p:sp>
      <p:graphicFrame>
        <p:nvGraphicFramePr>
          <p:cNvPr id="4" name="Table 4">
            <a:extLst>
              <a:ext uri="{FF2B5EF4-FFF2-40B4-BE49-F238E27FC236}">
                <a16:creationId xmlns:a16="http://schemas.microsoft.com/office/drawing/2014/main" id="{25CCF6A1-0DA2-593E-478E-F09B60EF187D}"/>
              </a:ext>
            </a:extLst>
          </p:cNvPr>
          <p:cNvGraphicFramePr>
            <a:graphicFrameLocks noGrp="1"/>
          </p:cNvGraphicFramePr>
          <p:nvPr>
            <p:ph idx="1"/>
          </p:nvPr>
        </p:nvGraphicFramePr>
        <p:xfrm>
          <a:off x="838200" y="1325563"/>
          <a:ext cx="10515600" cy="5130800"/>
        </p:xfrm>
        <a:graphic>
          <a:graphicData uri="http://schemas.openxmlformats.org/drawingml/2006/table">
            <a:tbl>
              <a:tblPr firstRow="1" bandRow="1">
                <a:tableStyleId>{21E4AEA4-8DFA-4A89-87EB-49C32662AFE0}</a:tableStyleId>
              </a:tblPr>
              <a:tblGrid>
                <a:gridCol w="2628900">
                  <a:extLst>
                    <a:ext uri="{9D8B030D-6E8A-4147-A177-3AD203B41FA5}">
                      <a16:colId xmlns:a16="http://schemas.microsoft.com/office/drawing/2014/main" val="3359730896"/>
                    </a:ext>
                  </a:extLst>
                </a:gridCol>
                <a:gridCol w="2202180">
                  <a:extLst>
                    <a:ext uri="{9D8B030D-6E8A-4147-A177-3AD203B41FA5}">
                      <a16:colId xmlns:a16="http://schemas.microsoft.com/office/drawing/2014/main" val="3967438803"/>
                    </a:ext>
                  </a:extLst>
                </a:gridCol>
                <a:gridCol w="3055620">
                  <a:extLst>
                    <a:ext uri="{9D8B030D-6E8A-4147-A177-3AD203B41FA5}">
                      <a16:colId xmlns:a16="http://schemas.microsoft.com/office/drawing/2014/main" val="3218429050"/>
                    </a:ext>
                  </a:extLst>
                </a:gridCol>
                <a:gridCol w="2628900">
                  <a:extLst>
                    <a:ext uri="{9D8B030D-6E8A-4147-A177-3AD203B41FA5}">
                      <a16:colId xmlns:a16="http://schemas.microsoft.com/office/drawing/2014/main" val="3229804162"/>
                    </a:ext>
                  </a:extLst>
                </a:gridCol>
              </a:tblGrid>
              <a:tr h="370840">
                <a:tc>
                  <a:txBody>
                    <a:bodyPr/>
                    <a:lstStyle/>
                    <a:p>
                      <a:r>
                        <a:rPr lang="en-US" dirty="0"/>
                        <a:t>Particulars</a:t>
                      </a:r>
                      <a:endParaRPr lang="en-IN" dirty="0"/>
                    </a:p>
                  </a:txBody>
                  <a:tcPr/>
                </a:tc>
                <a:tc>
                  <a:txBody>
                    <a:bodyPr/>
                    <a:lstStyle/>
                    <a:p>
                      <a:r>
                        <a:rPr lang="en-US" dirty="0"/>
                        <a:t>High Growth Phase</a:t>
                      </a:r>
                      <a:endParaRPr lang="en-IN" dirty="0"/>
                    </a:p>
                  </a:txBody>
                  <a:tcPr/>
                </a:tc>
                <a:tc>
                  <a:txBody>
                    <a:bodyPr/>
                    <a:lstStyle/>
                    <a:p>
                      <a:r>
                        <a:rPr lang="en-US" dirty="0"/>
                        <a:t>Transition Phase</a:t>
                      </a:r>
                      <a:endParaRPr lang="en-IN" dirty="0"/>
                    </a:p>
                  </a:txBody>
                  <a:tcPr/>
                </a:tc>
                <a:tc>
                  <a:txBody>
                    <a:bodyPr/>
                    <a:lstStyle/>
                    <a:p>
                      <a:r>
                        <a:rPr lang="en-US" dirty="0"/>
                        <a:t>Stable Phase </a:t>
                      </a:r>
                      <a:endParaRPr lang="en-IN" dirty="0"/>
                    </a:p>
                  </a:txBody>
                  <a:tcPr/>
                </a:tc>
                <a:extLst>
                  <a:ext uri="{0D108BD9-81ED-4DB2-BD59-A6C34878D82A}">
                    <a16:rowId xmlns:a16="http://schemas.microsoft.com/office/drawing/2014/main" val="3057931776"/>
                  </a:ext>
                </a:extLst>
              </a:tr>
              <a:tr h="370840">
                <a:tc>
                  <a:txBody>
                    <a:bodyPr/>
                    <a:lstStyle/>
                    <a:p>
                      <a:r>
                        <a:rPr lang="en-US" b="1" dirty="0"/>
                        <a:t>Length (in years )</a:t>
                      </a:r>
                      <a:endParaRPr lang="en-IN" b="1" dirty="0"/>
                    </a:p>
                  </a:txBody>
                  <a:tcPr/>
                </a:tc>
                <a:tc>
                  <a:txBody>
                    <a:bodyPr/>
                    <a:lstStyle/>
                    <a:p>
                      <a:r>
                        <a:rPr lang="en-US" dirty="0">
                          <a:highlight>
                            <a:srgbClr val="FFFF00"/>
                          </a:highlight>
                        </a:rPr>
                        <a:t>15 years</a:t>
                      </a:r>
                      <a:endParaRPr lang="en-IN" dirty="0">
                        <a:highlight>
                          <a:srgbClr val="FFFF00"/>
                        </a:highlight>
                      </a:endParaRPr>
                    </a:p>
                  </a:txBody>
                  <a:tcPr/>
                </a:tc>
                <a:tc>
                  <a:txBody>
                    <a:bodyPr/>
                    <a:lstStyle/>
                    <a:p>
                      <a:r>
                        <a:rPr lang="en-US" dirty="0"/>
                        <a:t>5 years (</a:t>
                      </a:r>
                      <a:r>
                        <a:rPr lang="en-US" dirty="0" err="1"/>
                        <a:t>i.e</a:t>
                      </a:r>
                      <a:r>
                        <a:rPr lang="en-US" dirty="0"/>
                        <a:t> </a:t>
                      </a:r>
                      <a:r>
                        <a:rPr lang="en-US" dirty="0">
                          <a:highlight>
                            <a:srgbClr val="FFFF00"/>
                          </a:highlight>
                        </a:rPr>
                        <a:t>y16 to y20</a:t>
                      </a:r>
                      <a:r>
                        <a:rPr lang="en-US" dirty="0"/>
                        <a:t>)</a:t>
                      </a:r>
                      <a:endParaRPr lang="en-IN" dirty="0"/>
                    </a:p>
                  </a:txBody>
                  <a:tcPr/>
                </a:tc>
                <a:tc>
                  <a:txBody>
                    <a:bodyPr/>
                    <a:lstStyle/>
                    <a:p>
                      <a:r>
                        <a:rPr lang="en-US" dirty="0">
                          <a:highlight>
                            <a:srgbClr val="FFFF00"/>
                          </a:highlight>
                        </a:rPr>
                        <a:t>After year 20</a:t>
                      </a:r>
                      <a:endParaRPr lang="en-IN" dirty="0">
                        <a:highlight>
                          <a:srgbClr val="FFFF00"/>
                        </a:highlight>
                      </a:endParaRPr>
                    </a:p>
                  </a:txBody>
                  <a:tcPr/>
                </a:tc>
                <a:extLst>
                  <a:ext uri="{0D108BD9-81ED-4DB2-BD59-A6C34878D82A}">
                    <a16:rowId xmlns:a16="http://schemas.microsoft.com/office/drawing/2014/main" val="1779586652"/>
                  </a:ext>
                </a:extLst>
              </a:tr>
              <a:tr h="370840">
                <a:tc>
                  <a:txBody>
                    <a:bodyPr/>
                    <a:lstStyle/>
                    <a:p>
                      <a:r>
                        <a:rPr lang="en-US" b="1" dirty="0"/>
                        <a:t>DPR</a:t>
                      </a:r>
                      <a:endParaRPr lang="en-IN" b="1" dirty="0"/>
                    </a:p>
                  </a:txBody>
                  <a:tcPr/>
                </a:tc>
                <a:tc>
                  <a:txBody>
                    <a:bodyPr/>
                    <a:lstStyle/>
                    <a:p>
                      <a:r>
                        <a:rPr lang="en-US" b="1" dirty="0"/>
                        <a:t>60 %</a:t>
                      </a:r>
                      <a:endParaRPr lang="en-IN" b="1" dirty="0"/>
                    </a:p>
                  </a:txBody>
                  <a:tcPr/>
                </a:tc>
                <a:tc>
                  <a:txBody>
                    <a:bodyPr/>
                    <a:lstStyle/>
                    <a:p>
                      <a:r>
                        <a:rPr lang="en-US" dirty="0"/>
                        <a:t>(80-60)/5 = </a:t>
                      </a:r>
                      <a:r>
                        <a:rPr lang="en-US" b="1" dirty="0"/>
                        <a:t>4 % </a:t>
                      </a:r>
                      <a:r>
                        <a:rPr lang="en-US" b="1" dirty="0" err="1"/>
                        <a:t>p.year</a:t>
                      </a:r>
                      <a:endParaRPr lang="en-US" b="1" dirty="0"/>
                    </a:p>
                    <a:p>
                      <a:r>
                        <a:rPr lang="en-US" b="1" dirty="0"/>
                        <a:t>Y16:</a:t>
                      </a:r>
                      <a:r>
                        <a:rPr lang="en-US" dirty="0"/>
                        <a:t> 60+4 = 64 %</a:t>
                      </a:r>
                    </a:p>
                    <a:p>
                      <a:r>
                        <a:rPr lang="en-US" b="1" dirty="0"/>
                        <a:t>Y17:</a:t>
                      </a:r>
                      <a:r>
                        <a:rPr lang="en-US" dirty="0"/>
                        <a:t> 64 + 4= 68%</a:t>
                      </a:r>
                    </a:p>
                    <a:p>
                      <a:r>
                        <a:rPr lang="en-US" b="1" dirty="0"/>
                        <a:t>Y18:</a:t>
                      </a:r>
                      <a:r>
                        <a:rPr lang="en-US" dirty="0"/>
                        <a:t> 72 %</a:t>
                      </a:r>
                    </a:p>
                    <a:p>
                      <a:r>
                        <a:rPr lang="en-US" b="1" dirty="0"/>
                        <a:t>Y19</a:t>
                      </a:r>
                      <a:r>
                        <a:rPr lang="en-US" dirty="0"/>
                        <a:t>: 76 %</a:t>
                      </a:r>
                    </a:p>
                    <a:p>
                      <a:r>
                        <a:rPr lang="en-US" b="1" dirty="0"/>
                        <a:t>Y 20:</a:t>
                      </a:r>
                      <a:r>
                        <a:rPr lang="en-US" dirty="0"/>
                        <a:t> 80 %</a:t>
                      </a:r>
                      <a:endParaRPr lang="en-IN" dirty="0"/>
                    </a:p>
                  </a:txBody>
                  <a:tcPr/>
                </a:tc>
                <a:tc>
                  <a:txBody>
                    <a:bodyPr/>
                    <a:lstStyle/>
                    <a:p>
                      <a:r>
                        <a:rPr lang="en-US" b="1" dirty="0"/>
                        <a:t>80 %</a:t>
                      </a:r>
                      <a:endParaRPr lang="en-IN" b="1" dirty="0"/>
                    </a:p>
                  </a:txBody>
                  <a:tcPr/>
                </a:tc>
                <a:extLst>
                  <a:ext uri="{0D108BD9-81ED-4DB2-BD59-A6C34878D82A}">
                    <a16:rowId xmlns:a16="http://schemas.microsoft.com/office/drawing/2014/main" val="1124298241"/>
                  </a:ext>
                </a:extLst>
              </a:tr>
              <a:tr h="370840">
                <a:tc>
                  <a:txBody>
                    <a:bodyPr/>
                    <a:lstStyle/>
                    <a:p>
                      <a:r>
                        <a:rPr lang="en-US" b="1" dirty="0"/>
                        <a:t>Growth Rate</a:t>
                      </a:r>
                      <a:endParaRPr lang="en-IN" b="1" dirty="0"/>
                    </a:p>
                  </a:txBody>
                  <a:tcPr/>
                </a:tc>
                <a:tc>
                  <a:txBody>
                    <a:bodyPr/>
                    <a:lstStyle/>
                    <a:p>
                      <a:r>
                        <a:rPr lang="en-US" b="1" dirty="0"/>
                        <a:t>12.00 %</a:t>
                      </a:r>
                      <a:endParaRPr lang="en-IN" b="1" dirty="0"/>
                    </a:p>
                  </a:txBody>
                  <a:tcPr/>
                </a:tc>
                <a:tc>
                  <a:txBody>
                    <a:bodyPr/>
                    <a:lstStyle/>
                    <a:p>
                      <a:r>
                        <a:rPr lang="en-US" dirty="0"/>
                        <a:t>(12.00-2.16 )/5 = </a:t>
                      </a:r>
                      <a:r>
                        <a:rPr lang="en-US" b="1" dirty="0"/>
                        <a:t>1.968</a:t>
                      </a:r>
                    </a:p>
                    <a:p>
                      <a:r>
                        <a:rPr lang="en-US" b="1" dirty="0"/>
                        <a:t>Y16:</a:t>
                      </a:r>
                      <a:r>
                        <a:rPr lang="en-US" dirty="0"/>
                        <a:t> 10.032% ; </a:t>
                      </a:r>
                      <a:r>
                        <a:rPr lang="en-US" b="1" dirty="0"/>
                        <a:t>Y17</a:t>
                      </a:r>
                      <a:r>
                        <a:rPr lang="en-US" dirty="0"/>
                        <a:t> 8.064 %</a:t>
                      </a:r>
                    </a:p>
                    <a:p>
                      <a:r>
                        <a:rPr lang="en-US" b="1" dirty="0"/>
                        <a:t>Y18:</a:t>
                      </a:r>
                      <a:r>
                        <a:rPr lang="en-US" dirty="0"/>
                        <a:t> 6.096 % ; </a:t>
                      </a:r>
                      <a:r>
                        <a:rPr lang="en-US" b="1" dirty="0"/>
                        <a:t>Y19</a:t>
                      </a:r>
                      <a:r>
                        <a:rPr lang="en-US" dirty="0"/>
                        <a:t>: 4.128%</a:t>
                      </a:r>
                    </a:p>
                    <a:p>
                      <a:r>
                        <a:rPr lang="en-US" b="1" dirty="0"/>
                        <a:t>Y20:</a:t>
                      </a:r>
                      <a:r>
                        <a:rPr lang="en-US" dirty="0"/>
                        <a:t> 2.16%</a:t>
                      </a:r>
                      <a:endParaRPr lang="en-IN" dirty="0"/>
                    </a:p>
                  </a:txBody>
                  <a:tcPr/>
                </a:tc>
                <a:tc>
                  <a:txBody>
                    <a:bodyPr/>
                    <a:lstStyle/>
                    <a:p>
                      <a:r>
                        <a:rPr lang="en-US" b="1" dirty="0"/>
                        <a:t>2.16%</a:t>
                      </a:r>
                      <a:endParaRPr lang="en-IN" b="1" dirty="0"/>
                    </a:p>
                  </a:txBody>
                  <a:tcPr/>
                </a:tc>
                <a:extLst>
                  <a:ext uri="{0D108BD9-81ED-4DB2-BD59-A6C34878D82A}">
                    <a16:rowId xmlns:a16="http://schemas.microsoft.com/office/drawing/2014/main" val="2696296970"/>
                  </a:ext>
                </a:extLst>
              </a:tr>
              <a:tr h="370840">
                <a:tc>
                  <a:txBody>
                    <a:bodyPr/>
                    <a:lstStyle/>
                    <a:p>
                      <a:r>
                        <a:rPr lang="en-US" b="1" dirty="0"/>
                        <a:t>COE</a:t>
                      </a:r>
                      <a:endParaRPr lang="en-IN" b="1" dirty="0"/>
                    </a:p>
                  </a:txBody>
                  <a:tcPr/>
                </a:tc>
                <a:tc>
                  <a:txBody>
                    <a:bodyPr/>
                    <a:lstStyle/>
                    <a:p>
                      <a:r>
                        <a:rPr lang="en-US" dirty="0"/>
                        <a:t>7.35 %+ (1.22*7.46%)</a:t>
                      </a:r>
                    </a:p>
                    <a:p>
                      <a:r>
                        <a:rPr lang="en-US" dirty="0"/>
                        <a:t>= </a:t>
                      </a:r>
                      <a:r>
                        <a:rPr lang="en-US" b="1" dirty="0"/>
                        <a:t>16.45  %</a:t>
                      </a:r>
                    </a:p>
                    <a:p>
                      <a:endParaRPr lang="en-US" b="1" dirty="0"/>
                    </a:p>
                    <a:p>
                      <a:r>
                        <a:rPr lang="en-US" b="1" dirty="0"/>
                        <a:t>(18 March 2025 Beta =1.22)</a:t>
                      </a:r>
                      <a:endParaRPr lang="en-IN"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(16.45-10.80)/5 = </a:t>
                      </a:r>
                      <a:r>
                        <a:rPr kumimoji="0" lang="en-US" sz="1800" b="1" i="0" u="none" strike="noStrike" kern="1200" cap="none" spc="0" normalizeH="0" baseline="0" noProof="0" dirty="0">
                          <a:ln>
                            <a:noFill/>
                          </a:ln>
                          <a:solidFill>
                            <a:prstClr val="black"/>
                          </a:solidFill>
                          <a:effectLst/>
                          <a:uLnTx/>
                          <a:uFillTx/>
                          <a:latin typeface="+mn-lt"/>
                          <a:ea typeface="+mn-ea"/>
                          <a:cs typeface="+mn-cs"/>
                        </a:rPr>
                        <a:t>1.13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Y16:</a:t>
                      </a:r>
                      <a:r>
                        <a:rPr kumimoji="0" lang="en-US" sz="1800" b="0" i="0" u="none" strike="noStrike" kern="1200" cap="none" spc="0" normalizeH="0" baseline="0" noProof="0" dirty="0">
                          <a:ln>
                            <a:noFill/>
                          </a:ln>
                          <a:solidFill>
                            <a:prstClr val="black"/>
                          </a:solidFill>
                          <a:effectLst/>
                          <a:uLnTx/>
                          <a:uFillTx/>
                          <a:latin typeface="+mn-lt"/>
                          <a:ea typeface="+mn-ea"/>
                          <a:cs typeface="+mn-cs"/>
                        </a:rPr>
                        <a:t> 15.32% ; </a:t>
                      </a:r>
                      <a:r>
                        <a:rPr kumimoji="0" lang="en-US" sz="1800" b="1" i="0" u="none" strike="noStrike" kern="1200" cap="none" spc="0" normalizeH="0" baseline="0" noProof="0" dirty="0">
                          <a:ln>
                            <a:noFill/>
                          </a:ln>
                          <a:solidFill>
                            <a:prstClr val="black"/>
                          </a:solidFill>
                          <a:effectLst/>
                          <a:uLnTx/>
                          <a:uFillTx/>
                          <a:latin typeface="+mn-lt"/>
                          <a:ea typeface="+mn-ea"/>
                          <a:cs typeface="+mn-cs"/>
                        </a:rPr>
                        <a:t>Y17:</a:t>
                      </a:r>
                      <a:r>
                        <a:rPr kumimoji="0" lang="en-US" sz="1800" b="0" i="0" u="none" strike="noStrike" kern="1200" cap="none" spc="0" normalizeH="0" baseline="0" noProof="0" dirty="0">
                          <a:ln>
                            <a:noFill/>
                          </a:ln>
                          <a:solidFill>
                            <a:prstClr val="black"/>
                          </a:solidFill>
                          <a:effectLst/>
                          <a:uLnTx/>
                          <a:uFillTx/>
                          <a:latin typeface="+mn-lt"/>
                          <a:ea typeface="+mn-ea"/>
                          <a:cs typeface="+mn-cs"/>
                        </a:rPr>
                        <a:t> 14.19%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Y18:</a:t>
                      </a:r>
                      <a:r>
                        <a:rPr kumimoji="0" lang="en-US" sz="1800" b="0" i="0" u="none" strike="noStrike" kern="1200" cap="none" spc="0" normalizeH="0" baseline="0" noProof="0" dirty="0">
                          <a:ln>
                            <a:noFill/>
                          </a:ln>
                          <a:solidFill>
                            <a:prstClr val="black"/>
                          </a:solidFill>
                          <a:effectLst/>
                          <a:uLnTx/>
                          <a:uFillTx/>
                          <a:latin typeface="+mn-lt"/>
                          <a:ea typeface="+mn-ea"/>
                          <a:cs typeface="+mn-cs"/>
                        </a:rPr>
                        <a:t> 13.06% ; </a:t>
                      </a:r>
                      <a:r>
                        <a:rPr kumimoji="0" lang="en-US" sz="1800" b="1" i="0" u="none" strike="noStrike" kern="1200" cap="none" spc="0" normalizeH="0" baseline="0" noProof="0" dirty="0">
                          <a:ln>
                            <a:noFill/>
                          </a:ln>
                          <a:solidFill>
                            <a:prstClr val="black"/>
                          </a:solidFill>
                          <a:effectLst/>
                          <a:uLnTx/>
                          <a:uFillTx/>
                          <a:latin typeface="+mn-lt"/>
                          <a:ea typeface="+mn-ea"/>
                          <a:cs typeface="+mn-cs"/>
                        </a:rPr>
                        <a:t>Y19</a:t>
                      </a:r>
                      <a:r>
                        <a:rPr kumimoji="0" lang="en-US" sz="1800" b="0" i="0" u="none" strike="noStrike" kern="1200" cap="none" spc="0" normalizeH="0" baseline="0" noProof="0" dirty="0">
                          <a:ln>
                            <a:noFill/>
                          </a:ln>
                          <a:solidFill>
                            <a:prstClr val="black"/>
                          </a:solidFill>
                          <a:effectLst/>
                          <a:uLnTx/>
                          <a:uFillTx/>
                          <a:latin typeface="+mn-lt"/>
                          <a:ea typeface="+mn-ea"/>
                          <a:cs typeface="+mn-cs"/>
                        </a:rPr>
                        <a:t>: 11.93%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Y20:</a:t>
                      </a:r>
                      <a:r>
                        <a:rPr kumimoji="0" lang="en-US" sz="1800" b="0" i="0" u="none" strike="noStrike" kern="1200" cap="none" spc="0" normalizeH="0" baseline="0" noProof="0" dirty="0">
                          <a:ln>
                            <a:noFill/>
                          </a:ln>
                          <a:solidFill>
                            <a:prstClr val="black"/>
                          </a:solidFill>
                          <a:effectLst/>
                          <a:uLnTx/>
                          <a:uFillTx/>
                          <a:latin typeface="+mn-lt"/>
                          <a:ea typeface="+mn-ea"/>
                          <a:cs typeface="+mn-cs"/>
                        </a:rPr>
                        <a:t> 10.80%</a:t>
                      </a:r>
                      <a:endParaRPr kumimoji="0" lang="en-IN" sz="1800" b="0"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r>
                        <a:rPr lang="en-US" dirty="0"/>
                        <a:t>6% + (0.80*6%) = </a:t>
                      </a:r>
                      <a:r>
                        <a:rPr lang="en-US" b="1" dirty="0"/>
                        <a:t>10.80%</a:t>
                      </a:r>
                      <a:endParaRPr lang="en-IN" b="1" dirty="0"/>
                    </a:p>
                  </a:txBody>
                  <a:tcPr/>
                </a:tc>
                <a:extLst>
                  <a:ext uri="{0D108BD9-81ED-4DB2-BD59-A6C34878D82A}">
                    <a16:rowId xmlns:a16="http://schemas.microsoft.com/office/drawing/2014/main" val="4119907283"/>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72154D7B-F793-4D63-3BCB-B5248A78A06D}"/>
                  </a:ext>
                </a:extLst>
              </p14:cNvPr>
              <p14:cNvContentPartPr/>
              <p14:nvPr/>
            </p14:nvContentPartPr>
            <p14:xfrm>
              <a:off x="3256920" y="1424160"/>
              <a:ext cx="8874360" cy="4220640"/>
            </p14:xfrm>
          </p:contentPart>
        </mc:Choice>
        <mc:Fallback xmlns="">
          <p:pic>
            <p:nvPicPr>
              <p:cNvPr id="3" name="Ink 2">
                <a:extLst>
                  <a:ext uri="{FF2B5EF4-FFF2-40B4-BE49-F238E27FC236}">
                    <a16:creationId xmlns:a16="http://schemas.microsoft.com/office/drawing/2014/main" id="{72154D7B-F793-4D63-3BCB-B5248A78A06D}"/>
                  </a:ext>
                </a:extLst>
              </p:cNvPr>
              <p:cNvPicPr/>
              <p:nvPr/>
            </p:nvPicPr>
            <p:blipFill>
              <a:blip r:embed="rId3"/>
              <a:stretch>
                <a:fillRect/>
              </a:stretch>
            </p:blipFill>
            <p:spPr>
              <a:xfrm>
                <a:off x="3247560" y="1414800"/>
                <a:ext cx="8893080" cy="4239360"/>
              </a:xfrm>
              <a:prstGeom prst="rect">
                <a:avLst/>
              </a:prstGeom>
            </p:spPr>
          </p:pic>
        </mc:Fallback>
      </mc:AlternateContent>
    </p:spTree>
    <p:extLst>
      <p:ext uri="{BB962C8B-B14F-4D97-AF65-F5344CB8AC3E}">
        <p14:creationId xmlns:p14="http://schemas.microsoft.com/office/powerpoint/2010/main" val="2484302117"/>
      </p:ext>
    </p:extLst>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3AB34-79A3-BB47-FCD3-947E9D306E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BDC392-B5A3-AF10-4A32-8A3CEBD80223}"/>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High Growth PE</a:t>
            </a:r>
            <a:endParaRPr lang="en-IN" dirty="0"/>
          </a:p>
        </p:txBody>
      </p:sp>
      <p:sp>
        <p:nvSpPr>
          <p:cNvPr id="3" name="Content Placeholder 2">
            <a:extLst>
              <a:ext uri="{FF2B5EF4-FFF2-40B4-BE49-F238E27FC236}">
                <a16:creationId xmlns:a16="http://schemas.microsoft.com/office/drawing/2014/main" id="{670E4041-9C05-962A-47FE-0962EC622206}"/>
              </a:ext>
            </a:extLst>
          </p:cNvPr>
          <p:cNvSpPr>
            <a:spLocks noGrp="1"/>
          </p:cNvSpPr>
          <p:nvPr>
            <p:ph idx="1"/>
          </p:nvPr>
        </p:nvSpPr>
        <p:spPr/>
        <p:txBody>
          <a:bodyPr/>
          <a:lstStyle/>
          <a:p>
            <a:pPr marL="0" indent="0">
              <a:buNone/>
            </a:pPr>
            <a:r>
              <a:rPr lang="en-US" dirty="0"/>
              <a:t>= 0.60(1.12)(1- [{1.12}^15/ {1.1645}^15]) /  (0.1645-0.1200)</a:t>
            </a:r>
          </a:p>
          <a:p>
            <a:pPr marL="0" indent="0">
              <a:buNone/>
            </a:pPr>
            <a:endParaRPr lang="en-US" dirty="0"/>
          </a:p>
          <a:p>
            <a:pPr marL="0" indent="0">
              <a:buNone/>
            </a:pPr>
            <a:r>
              <a:rPr lang="en-US" dirty="0"/>
              <a:t>= 0.6720 ( 1- {5.4736/ 9.8196) / 0.0445</a:t>
            </a:r>
          </a:p>
          <a:p>
            <a:pPr marL="0" indent="0">
              <a:buNone/>
            </a:pPr>
            <a:endParaRPr lang="en-US" dirty="0"/>
          </a:p>
          <a:p>
            <a:pPr marL="0" indent="0">
              <a:buNone/>
            </a:pPr>
            <a:r>
              <a:rPr lang="en-US" b="1" dirty="0"/>
              <a:t>= 6.6838  times  </a:t>
            </a:r>
            <a:endParaRPr lang="en-IN"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C693501A-872D-2A44-6D00-C592077ED866}"/>
                  </a:ext>
                </a:extLst>
              </p14:cNvPr>
              <p14:cNvContentPartPr/>
              <p14:nvPr/>
            </p14:nvContentPartPr>
            <p14:xfrm>
              <a:off x="5760" y="1482480"/>
              <a:ext cx="10595520" cy="4201200"/>
            </p14:xfrm>
          </p:contentPart>
        </mc:Choice>
        <mc:Fallback xmlns="">
          <p:pic>
            <p:nvPicPr>
              <p:cNvPr id="4" name="Ink 3">
                <a:extLst>
                  <a:ext uri="{FF2B5EF4-FFF2-40B4-BE49-F238E27FC236}">
                    <a16:creationId xmlns:a16="http://schemas.microsoft.com/office/drawing/2014/main" id="{C693501A-872D-2A44-6D00-C592077ED866}"/>
                  </a:ext>
                </a:extLst>
              </p:cNvPr>
              <p:cNvPicPr/>
              <p:nvPr/>
            </p:nvPicPr>
            <p:blipFill>
              <a:blip r:embed="rId3"/>
              <a:stretch>
                <a:fillRect/>
              </a:stretch>
            </p:blipFill>
            <p:spPr>
              <a:xfrm>
                <a:off x="-3600" y="1473120"/>
                <a:ext cx="10614240" cy="4219920"/>
              </a:xfrm>
              <a:prstGeom prst="rect">
                <a:avLst/>
              </a:prstGeom>
            </p:spPr>
          </p:pic>
        </mc:Fallback>
      </mc:AlternateContent>
    </p:spTree>
    <p:extLst>
      <p:ext uri="{BB962C8B-B14F-4D97-AF65-F5344CB8AC3E}">
        <p14:creationId xmlns:p14="http://schemas.microsoft.com/office/powerpoint/2010/main" val="2366640189"/>
      </p:ext>
    </p:extLst>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68DEA-1BDC-D0C1-0638-F39994741E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ED8D49-69C5-8DDF-8324-FAB06344A120}"/>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Year 16 PE =???</a:t>
            </a:r>
            <a:endParaRPr lang="en-IN" dirty="0"/>
          </a:p>
        </p:txBody>
      </p:sp>
      <p:sp>
        <p:nvSpPr>
          <p:cNvPr id="3" name="Content Placeholder 2">
            <a:extLst>
              <a:ext uri="{FF2B5EF4-FFF2-40B4-BE49-F238E27FC236}">
                <a16:creationId xmlns:a16="http://schemas.microsoft.com/office/drawing/2014/main" id="{E10F833B-B8B6-CDEA-0D7A-10F4CD1FD633}"/>
              </a:ext>
            </a:extLst>
          </p:cNvPr>
          <p:cNvSpPr>
            <a:spLocks noGrp="1"/>
          </p:cNvSpPr>
          <p:nvPr>
            <p:ph idx="1"/>
          </p:nvPr>
        </p:nvSpPr>
        <p:spPr/>
        <p:txBody>
          <a:bodyPr>
            <a:normAutofit/>
          </a:bodyPr>
          <a:lstStyle/>
          <a:p>
            <a:r>
              <a:rPr lang="en-US" sz="3600" dirty="0"/>
              <a:t>Year 16 DPR = 64 %  or 0.64</a:t>
            </a:r>
          </a:p>
          <a:p>
            <a:r>
              <a:rPr lang="en-US" sz="3600" dirty="0"/>
              <a:t>Year 1-15 growth factor = 5.4736</a:t>
            </a:r>
          </a:p>
          <a:p>
            <a:r>
              <a:rPr lang="en-US" sz="3600" dirty="0"/>
              <a:t>Year 16 growth rate = 10.032 % or 0.1003</a:t>
            </a:r>
          </a:p>
          <a:p>
            <a:r>
              <a:rPr lang="en-US" sz="3600" dirty="0"/>
              <a:t>Year 1-15 COE factor = 9.8196</a:t>
            </a:r>
          </a:p>
          <a:p>
            <a:r>
              <a:rPr lang="en-US" sz="3600" dirty="0"/>
              <a:t>Year 16 COE = 15.32 % = 0.1532</a:t>
            </a:r>
            <a:endParaRPr lang="en-IN" sz="3600" dirty="0"/>
          </a:p>
        </p:txBody>
      </p:sp>
    </p:spTree>
    <p:extLst>
      <p:ext uri="{BB962C8B-B14F-4D97-AF65-F5344CB8AC3E}">
        <p14:creationId xmlns:p14="http://schemas.microsoft.com/office/powerpoint/2010/main" val="3211148231"/>
      </p:ext>
    </p:extLst>
  </p:cSld>
  <p:clrMapOvr>
    <a:masterClrMapping/>
  </p:clrMapOvr>
</p:sld>
</file>

<file path=ppt/slides/slide3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6C70A-4B36-D740-F69C-00F4897D74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B6F903-757B-063F-8090-CD300B2E6134}"/>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a:t>
            </a:r>
            <a:r>
              <a:rPr lang="en-US" b="1" dirty="0"/>
              <a:t>: Year 16 PE </a:t>
            </a:r>
            <a:endParaRPr lang="en-IN" b="1" dirty="0"/>
          </a:p>
        </p:txBody>
      </p:sp>
      <p:sp>
        <p:nvSpPr>
          <p:cNvPr id="3" name="Content Placeholder 2">
            <a:extLst>
              <a:ext uri="{FF2B5EF4-FFF2-40B4-BE49-F238E27FC236}">
                <a16:creationId xmlns:a16="http://schemas.microsoft.com/office/drawing/2014/main" id="{4554A68F-10B2-A0ED-9AA3-FBD96B5CCF30}"/>
              </a:ext>
            </a:extLst>
          </p:cNvPr>
          <p:cNvSpPr>
            <a:spLocks noGrp="1"/>
          </p:cNvSpPr>
          <p:nvPr>
            <p:ph idx="1"/>
          </p:nvPr>
        </p:nvSpPr>
        <p:spPr/>
        <p:txBody>
          <a:bodyPr/>
          <a:lstStyle/>
          <a:p>
            <a:pPr marL="0" indent="0">
              <a:buNone/>
            </a:pPr>
            <a:r>
              <a:rPr lang="en-US" dirty="0"/>
              <a:t>= year 16 DPR * (1+G hg)^ hg period * (1+ G year 16)</a:t>
            </a:r>
          </a:p>
          <a:p>
            <a:pPr marL="0" indent="0">
              <a:buNone/>
            </a:pPr>
            <a:r>
              <a:rPr lang="en-US" dirty="0"/>
              <a:t>-----------------------------------------------------------------------</a:t>
            </a:r>
          </a:p>
          <a:p>
            <a:pPr marL="0" indent="0">
              <a:buNone/>
            </a:pPr>
            <a:r>
              <a:rPr lang="en-US" dirty="0"/>
              <a:t>            (1+ COE hg) ^ hg period  * (1+ COE year 16)</a:t>
            </a:r>
          </a:p>
          <a:p>
            <a:pPr marL="0" indent="0">
              <a:buNone/>
            </a:pPr>
            <a:endParaRPr lang="en-US" dirty="0"/>
          </a:p>
          <a:p>
            <a:pPr marL="0" indent="0">
              <a:buNone/>
            </a:pPr>
            <a:r>
              <a:rPr lang="en-US" dirty="0"/>
              <a:t>= 0.64 * (5.4736) (1.1003) /  (9.8196) (1.1532)</a:t>
            </a:r>
          </a:p>
          <a:p>
            <a:pPr marL="0" indent="0">
              <a:buNone/>
            </a:pPr>
            <a:r>
              <a:rPr lang="en-US" dirty="0"/>
              <a:t>= 0.64 ( 6.0226)/ 11.3240</a:t>
            </a:r>
          </a:p>
          <a:p>
            <a:pPr marL="0" indent="0">
              <a:buNone/>
            </a:pPr>
            <a:endParaRPr lang="en-US" dirty="0"/>
          </a:p>
          <a:p>
            <a:pPr marL="0" indent="0">
              <a:buNone/>
            </a:pPr>
            <a:r>
              <a:rPr lang="en-US" dirty="0"/>
              <a:t>= 3.8545 / 11.3240    = </a:t>
            </a:r>
            <a:r>
              <a:rPr lang="en-US" b="1" dirty="0"/>
              <a:t>0.3404 times </a:t>
            </a:r>
            <a:endParaRPr lang="en-IN" b="1" dirty="0"/>
          </a:p>
        </p:txBody>
      </p:sp>
    </p:spTree>
    <p:extLst>
      <p:ext uri="{BB962C8B-B14F-4D97-AF65-F5344CB8AC3E}">
        <p14:creationId xmlns:p14="http://schemas.microsoft.com/office/powerpoint/2010/main" val="3389443615"/>
      </p:ext>
    </p:extLst>
  </p:cSld>
  <p:clrMapOvr>
    <a:masterClrMapping/>
  </p:clrMapOvr>
</p:sld>
</file>

<file path=ppt/slides/slide3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FA821-6332-706B-C824-73EB9377A0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1CB254-9007-B33E-CB37-AF105DBE33E1}"/>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Year </a:t>
            </a:r>
            <a:r>
              <a:rPr lang="en-US" b="1" dirty="0">
                <a:solidFill>
                  <a:prstClr val="black"/>
                </a:solidFill>
                <a:latin typeface="Calibri Light" panose="020F0302020204030204"/>
              </a:rPr>
              <a:t>17 </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PE =???</a:t>
            </a:r>
            <a:endParaRPr lang="en-IN" dirty="0"/>
          </a:p>
        </p:txBody>
      </p:sp>
      <p:sp>
        <p:nvSpPr>
          <p:cNvPr id="3" name="Content Placeholder 2">
            <a:extLst>
              <a:ext uri="{FF2B5EF4-FFF2-40B4-BE49-F238E27FC236}">
                <a16:creationId xmlns:a16="http://schemas.microsoft.com/office/drawing/2014/main" id="{72EA488C-5552-AB24-E551-62ECA07C61CC}"/>
              </a:ext>
            </a:extLst>
          </p:cNvPr>
          <p:cNvSpPr>
            <a:spLocks noGrp="1"/>
          </p:cNvSpPr>
          <p:nvPr>
            <p:ph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17 DPR = 68</a:t>
            </a:r>
            <a:r>
              <a:rPr lang="en-US" sz="3600" dirty="0">
                <a:solidFill>
                  <a:prstClr val="black"/>
                </a:solidFill>
                <a:latin typeface="Calibri" panose="020F0502020204030204"/>
              </a:rPr>
              <a:t> </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or 0.68</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1-16 growth </a:t>
            </a:r>
            <a:r>
              <a:rPr lang="en-US" sz="3600" dirty="0">
                <a:solidFill>
                  <a:prstClr val="black"/>
                </a:solidFill>
                <a:latin typeface="Calibri" panose="020F0502020204030204"/>
              </a:rPr>
              <a:t>factor</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 6.0226</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3600" dirty="0">
                <a:solidFill>
                  <a:prstClr val="black"/>
                </a:solidFill>
                <a:latin typeface="Calibri" panose="020F0502020204030204"/>
              </a:rPr>
              <a:t>Year 17 growth rate = 8.064 % </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 0.0806</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1-16 COE factor = </a:t>
            </a:r>
            <a:r>
              <a:rPr lang="en-US" sz="3600" dirty="0">
                <a:solidFill>
                  <a:prstClr val="black"/>
                </a:solidFill>
                <a:latin typeface="Calibri" panose="020F0502020204030204"/>
              </a:rPr>
              <a:t>11.3240</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3600" dirty="0">
                <a:solidFill>
                  <a:prstClr val="black"/>
                </a:solidFill>
                <a:latin typeface="Calibri" panose="020F0502020204030204"/>
              </a:rPr>
              <a:t>Year 17 COE = 14.19 % = 0.1419</a:t>
            </a:r>
            <a:endParaRPr lang="en-IN" dirty="0"/>
          </a:p>
        </p:txBody>
      </p:sp>
    </p:spTree>
    <p:extLst>
      <p:ext uri="{BB962C8B-B14F-4D97-AF65-F5344CB8AC3E}">
        <p14:creationId xmlns:p14="http://schemas.microsoft.com/office/powerpoint/2010/main" val="2468111879"/>
      </p:ext>
    </p:extLst>
  </p:cSld>
  <p:clrMapOvr>
    <a:masterClrMapping/>
  </p:clrMapOvr>
</p:sld>
</file>

<file path=ppt/slides/slide3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DCE8A-693B-87EE-C8DE-D9E1DE6462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39B292-66A8-D49D-23BF-CE2FB48A9475}"/>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a:t>
            </a:r>
            <a:r>
              <a:rPr lang="en-US" b="1" dirty="0"/>
              <a:t>: Year 17 PE </a:t>
            </a:r>
            <a:endParaRPr lang="en-IN" b="1" dirty="0"/>
          </a:p>
        </p:txBody>
      </p:sp>
      <p:sp>
        <p:nvSpPr>
          <p:cNvPr id="3" name="Content Placeholder 2">
            <a:extLst>
              <a:ext uri="{FF2B5EF4-FFF2-40B4-BE49-F238E27FC236}">
                <a16:creationId xmlns:a16="http://schemas.microsoft.com/office/drawing/2014/main" id="{1387F6B0-A338-247E-1A95-F3A79966719D}"/>
              </a:ext>
            </a:extLst>
          </p:cNvPr>
          <p:cNvSpPr>
            <a:spLocks noGrp="1"/>
          </p:cNvSpPr>
          <p:nvPr>
            <p:ph idx="1"/>
          </p:nvPr>
        </p:nvSpPr>
        <p:spPr/>
        <p:txBody>
          <a:bodyPr/>
          <a:lstStyle/>
          <a:p>
            <a:pPr marL="0" indent="0">
              <a:buNone/>
            </a:pPr>
            <a:r>
              <a:rPr lang="en-US" dirty="0"/>
              <a:t>= year 17 DPR * (1+G hg)^ hg period * (1+ G year 16)*(1+G y17)</a:t>
            </a:r>
          </a:p>
          <a:p>
            <a:pPr marL="0" indent="0">
              <a:buNone/>
            </a:pPr>
            <a:r>
              <a:rPr lang="en-US" dirty="0"/>
              <a:t>---------------------------------------------------------------------------------</a:t>
            </a:r>
          </a:p>
          <a:p>
            <a:pPr marL="0" indent="0">
              <a:buNone/>
            </a:pPr>
            <a:r>
              <a:rPr lang="en-US" dirty="0"/>
              <a:t>            (1+ COE hg) ^ hg period  * (1+ COE year 16)*(1+COE y17)</a:t>
            </a:r>
          </a:p>
          <a:p>
            <a:pPr marL="0" indent="0">
              <a:buNone/>
            </a:pPr>
            <a:endParaRPr lang="en-US" dirty="0"/>
          </a:p>
          <a:p>
            <a:pPr marL="0" indent="0">
              <a:buNone/>
            </a:pPr>
            <a:r>
              <a:rPr lang="en-US" dirty="0"/>
              <a:t>= 0.68* ( 6.0226) (1.0806) /  (11.3240) (1.1419)</a:t>
            </a:r>
          </a:p>
          <a:p>
            <a:pPr marL="0" indent="0">
              <a:buNone/>
            </a:pPr>
            <a:r>
              <a:rPr lang="en-US" dirty="0"/>
              <a:t>= 0.68 ( 6.5080 )/ 12.9309</a:t>
            </a:r>
          </a:p>
          <a:p>
            <a:pPr marL="0" indent="0">
              <a:buNone/>
            </a:pPr>
            <a:r>
              <a:rPr lang="en-US" dirty="0"/>
              <a:t>= 4.4254/ 12.9309  = </a:t>
            </a:r>
            <a:r>
              <a:rPr lang="en-US" b="1" dirty="0"/>
              <a:t>0.3422 times </a:t>
            </a:r>
            <a:endParaRPr lang="en-IN" b="1" dirty="0"/>
          </a:p>
        </p:txBody>
      </p:sp>
    </p:spTree>
    <p:extLst>
      <p:ext uri="{BB962C8B-B14F-4D97-AF65-F5344CB8AC3E}">
        <p14:creationId xmlns:p14="http://schemas.microsoft.com/office/powerpoint/2010/main" val="2901071852"/>
      </p:ext>
    </p:extLst>
  </p:cSld>
  <p:clrMapOvr>
    <a:masterClrMapping/>
  </p:clrMapOvr>
</p:sld>
</file>

<file path=ppt/slides/slide3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1ED84-C150-9D13-C1E7-B2583D4EBD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4FD80D-27FA-2D93-0D56-DB89E7BD675A}"/>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Year 18 PE =???</a:t>
            </a:r>
            <a:endParaRPr lang="en-IN" dirty="0"/>
          </a:p>
        </p:txBody>
      </p:sp>
      <p:sp>
        <p:nvSpPr>
          <p:cNvPr id="3" name="Content Placeholder 2">
            <a:extLst>
              <a:ext uri="{FF2B5EF4-FFF2-40B4-BE49-F238E27FC236}">
                <a16:creationId xmlns:a16="http://schemas.microsoft.com/office/drawing/2014/main" id="{4BA76662-35CA-3A39-D936-D9DEC5F5B4DC}"/>
              </a:ext>
            </a:extLst>
          </p:cNvPr>
          <p:cNvSpPr>
            <a:spLocks noGrp="1"/>
          </p:cNvSpPr>
          <p:nvPr>
            <p:ph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18 DPR = </a:t>
            </a:r>
            <a:r>
              <a:rPr lang="en-US" sz="3600" dirty="0">
                <a:solidFill>
                  <a:prstClr val="black"/>
                </a:solidFill>
                <a:latin typeface="Calibri" panose="020F0502020204030204"/>
              </a:rPr>
              <a:t>72</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or 0.72</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1-17 growth </a:t>
            </a:r>
            <a:r>
              <a:rPr lang="en-US" sz="3600" dirty="0">
                <a:solidFill>
                  <a:prstClr val="black"/>
                </a:solidFill>
                <a:latin typeface="Calibri" panose="020F0502020204030204"/>
              </a:rPr>
              <a:t>factor</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lang="en-US" sz="3600" dirty="0">
                <a:solidFill>
                  <a:prstClr val="black"/>
                </a:solidFill>
                <a:latin typeface="Calibri" panose="020F0502020204030204"/>
              </a:rPr>
              <a:t>6.5080</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18 growth rate = </a:t>
            </a:r>
            <a:r>
              <a:rPr lang="en-US" sz="3600" dirty="0">
                <a:solidFill>
                  <a:prstClr val="black"/>
                </a:solidFill>
                <a:latin typeface="Calibri" panose="020F0502020204030204"/>
              </a:rPr>
              <a:t>6.096</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  = 0.0610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1-17 COE factor = </a:t>
            </a:r>
            <a:r>
              <a:rPr lang="en-US" sz="3600" dirty="0">
                <a:solidFill>
                  <a:prstClr val="black"/>
                </a:solidFill>
                <a:latin typeface="Calibri" panose="020F0502020204030204"/>
              </a:rPr>
              <a:t>12.9309</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18 COE = </a:t>
            </a:r>
            <a:r>
              <a:rPr lang="en-US" sz="3600" dirty="0">
                <a:solidFill>
                  <a:prstClr val="black"/>
                </a:solidFill>
                <a:latin typeface="Calibri" panose="020F0502020204030204"/>
              </a:rPr>
              <a:t>13.06 %</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 0.1306</a:t>
            </a:r>
            <a:endParaRPr lang="en-IN" dirty="0"/>
          </a:p>
        </p:txBody>
      </p:sp>
    </p:spTree>
    <p:extLst>
      <p:ext uri="{BB962C8B-B14F-4D97-AF65-F5344CB8AC3E}">
        <p14:creationId xmlns:p14="http://schemas.microsoft.com/office/powerpoint/2010/main" val="336387826"/>
      </p:ext>
    </p:extLst>
  </p:cSld>
  <p:clrMapOvr>
    <a:masterClrMapping/>
  </p:clrMapOvr>
</p:sld>
</file>

<file path=ppt/slides/slide4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78E92-1CFD-A880-8B2B-0CD20E3250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40F8E6-8955-8F92-94AE-CFB9A6942C67}"/>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a:t>
            </a:r>
            <a:r>
              <a:rPr lang="en-US" b="1" dirty="0"/>
              <a:t>: Year 18 PE </a:t>
            </a:r>
            <a:endParaRPr lang="en-IN" b="1" dirty="0"/>
          </a:p>
        </p:txBody>
      </p:sp>
      <p:sp>
        <p:nvSpPr>
          <p:cNvPr id="3" name="Content Placeholder 2">
            <a:extLst>
              <a:ext uri="{FF2B5EF4-FFF2-40B4-BE49-F238E27FC236}">
                <a16:creationId xmlns:a16="http://schemas.microsoft.com/office/drawing/2014/main" id="{F86D8F73-B5CD-A422-4D8B-499CE9FFBC91}"/>
              </a:ext>
            </a:extLst>
          </p:cNvPr>
          <p:cNvSpPr>
            <a:spLocks noGrp="1"/>
          </p:cNvSpPr>
          <p:nvPr>
            <p:ph idx="1"/>
          </p:nvPr>
        </p:nvSpPr>
        <p:spPr/>
        <p:txBody>
          <a:bodyPr>
            <a:normAutofit fontScale="92500" lnSpcReduction="20000"/>
          </a:bodyPr>
          <a:lstStyle/>
          <a:p>
            <a:pPr marL="0" indent="0">
              <a:buNone/>
            </a:pPr>
            <a:r>
              <a:rPr lang="en-US" dirty="0"/>
              <a:t>= year 18 DPR * (1+G hg)^ hg p * (1+ G y 16)*(1+G y17) (1+G y18)</a:t>
            </a:r>
          </a:p>
          <a:p>
            <a:pPr marL="0" indent="0">
              <a:buNone/>
            </a:pPr>
            <a:r>
              <a:rPr lang="en-US" dirty="0"/>
              <a:t>--------------------------------------------------------------------------------------</a:t>
            </a:r>
          </a:p>
          <a:p>
            <a:pPr marL="0" indent="0">
              <a:buNone/>
            </a:pPr>
            <a:r>
              <a:rPr lang="en-US" dirty="0"/>
              <a:t>            (1+ COE hg) ^ hg p  * (1+ COE y 16)*(1+COE y17)* (1+COE y18)</a:t>
            </a:r>
          </a:p>
          <a:p>
            <a:pPr marL="0" indent="0">
              <a:buNone/>
            </a:pPr>
            <a:endParaRPr lang="en-US" dirty="0"/>
          </a:p>
          <a:p>
            <a:pPr marL="0" indent="0">
              <a:buNone/>
            </a:pPr>
            <a:r>
              <a:rPr lang="en-US" dirty="0"/>
              <a:t>= 0.72 * (6.5080) (1.0610) /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r>
              <a:rPr lang="en-US" dirty="0">
                <a:solidFill>
                  <a:prstClr val="black"/>
                </a:solidFill>
                <a:latin typeface="Calibri" panose="020F0502020204030204"/>
              </a:rPr>
              <a:t>12.9309</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(1.1306)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0.72  (</a:t>
            </a:r>
            <a:r>
              <a:rPr lang="en-US" dirty="0">
                <a:solidFill>
                  <a:prstClr val="black"/>
                </a:solidFill>
                <a:latin typeface="Calibri" panose="020F0502020204030204"/>
              </a:rPr>
              <a:t>6.9050</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lang="en-US" dirty="0">
                <a:solidFill>
                  <a:prstClr val="black"/>
                </a:solidFill>
                <a:latin typeface="Calibri" panose="020F0502020204030204"/>
              </a:rPr>
              <a:t>14.6197</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indent="0">
              <a:buNone/>
            </a:pPr>
            <a:r>
              <a:rPr lang="en-US" dirty="0"/>
              <a:t>= 4.9716/ 14.6197  = </a:t>
            </a:r>
            <a:r>
              <a:rPr lang="en-US" b="1" dirty="0"/>
              <a:t>0.3401 times </a:t>
            </a:r>
            <a:endParaRPr lang="en-IN" b="1" dirty="0"/>
          </a:p>
        </p:txBody>
      </p:sp>
    </p:spTree>
    <p:extLst>
      <p:ext uri="{BB962C8B-B14F-4D97-AF65-F5344CB8AC3E}">
        <p14:creationId xmlns:p14="http://schemas.microsoft.com/office/powerpoint/2010/main" val="3162512971"/>
      </p:ext>
    </p:extLst>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9324A-70EE-0928-64D3-BC65F20603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B351F1-3FB5-46BC-7F42-306EC33E4B64}"/>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Year 19 PE =???</a:t>
            </a:r>
            <a:endParaRPr lang="en-IN" dirty="0"/>
          </a:p>
        </p:txBody>
      </p:sp>
      <p:sp>
        <p:nvSpPr>
          <p:cNvPr id="3" name="Content Placeholder 2">
            <a:extLst>
              <a:ext uri="{FF2B5EF4-FFF2-40B4-BE49-F238E27FC236}">
                <a16:creationId xmlns:a16="http://schemas.microsoft.com/office/drawing/2014/main" id="{CCE4F118-8CE7-C24E-1225-C4706734AF0D}"/>
              </a:ext>
            </a:extLst>
          </p:cNvPr>
          <p:cNvSpPr>
            <a:spLocks noGrp="1"/>
          </p:cNvSpPr>
          <p:nvPr>
            <p:ph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19 DPR = 76</a:t>
            </a:r>
            <a:r>
              <a:rPr lang="en-US" sz="3600" dirty="0">
                <a:solidFill>
                  <a:prstClr val="black"/>
                </a:solidFill>
                <a:latin typeface="Calibri" panose="020F0502020204030204"/>
              </a:rPr>
              <a:t> </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or 0.76</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1-18 growth </a:t>
            </a:r>
            <a:r>
              <a:rPr lang="en-US" sz="3600" dirty="0">
                <a:solidFill>
                  <a:prstClr val="black"/>
                </a:solidFill>
                <a:latin typeface="Calibri" panose="020F0502020204030204"/>
              </a:rPr>
              <a:t>factor</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lang="en-US" sz="3600" dirty="0">
                <a:solidFill>
                  <a:prstClr val="black"/>
                </a:solidFill>
                <a:latin typeface="Calibri" panose="020F0502020204030204"/>
              </a:rPr>
              <a:t>6.9050</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19 growth rate = 4.128</a:t>
            </a:r>
            <a:r>
              <a:rPr lang="en-US" sz="3600" dirty="0">
                <a:solidFill>
                  <a:prstClr val="black"/>
                </a:solidFill>
                <a:latin typeface="Calibri" panose="020F0502020204030204"/>
              </a:rPr>
              <a:t> </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=0.0413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1-18 COE factor = 14.61</a:t>
            </a:r>
            <a:r>
              <a:rPr lang="en-US" sz="3600" dirty="0">
                <a:solidFill>
                  <a:prstClr val="black"/>
                </a:solidFill>
                <a:latin typeface="Calibri" panose="020F0502020204030204"/>
              </a:rPr>
              <a:t>97</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19 COE = </a:t>
            </a:r>
            <a:r>
              <a:rPr lang="en-US" sz="3600" dirty="0">
                <a:solidFill>
                  <a:prstClr val="black"/>
                </a:solidFill>
                <a:latin typeface="Calibri" panose="020F0502020204030204"/>
              </a:rPr>
              <a:t>11.93%</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 0.1193</a:t>
            </a:r>
            <a:endParaRPr lang="en-IN" dirty="0"/>
          </a:p>
        </p:txBody>
      </p:sp>
    </p:spTree>
    <p:extLst>
      <p:ext uri="{BB962C8B-B14F-4D97-AF65-F5344CB8AC3E}">
        <p14:creationId xmlns:p14="http://schemas.microsoft.com/office/powerpoint/2010/main" val="73437220"/>
      </p:ext>
    </p:extLst>
  </p:cSld>
  <p:clrMapOvr>
    <a:masterClrMapping/>
  </p:clrMapOvr>
</p:sld>
</file>

<file path=ppt/slides/slide4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B9C27-2C4D-0C35-FDE5-F849423E30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B7E4C6-78BA-E3DC-869B-9A3187AD3AB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a:t>
            </a:r>
            <a:r>
              <a:rPr lang="en-US" b="1" dirty="0"/>
              <a:t>: Year 19 PE </a:t>
            </a:r>
            <a:endParaRPr lang="en-IN" b="1" dirty="0"/>
          </a:p>
        </p:txBody>
      </p:sp>
      <p:sp>
        <p:nvSpPr>
          <p:cNvPr id="3" name="Content Placeholder 2">
            <a:extLst>
              <a:ext uri="{FF2B5EF4-FFF2-40B4-BE49-F238E27FC236}">
                <a16:creationId xmlns:a16="http://schemas.microsoft.com/office/drawing/2014/main" id="{F03BFD76-26D8-48D6-6B88-ADD2C43968EA}"/>
              </a:ext>
            </a:extLst>
          </p:cNvPr>
          <p:cNvSpPr>
            <a:spLocks noGrp="1"/>
          </p:cNvSpPr>
          <p:nvPr>
            <p:ph idx="1"/>
          </p:nvPr>
        </p:nvSpPr>
        <p:spPr/>
        <p:txBody>
          <a:bodyPr>
            <a:normAutofit fontScale="92500"/>
          </a:bodyPr>
          <a:lstStyle/>
          <a:p>
            <a:pPr marL="0" indent="0">
              <a:buNone/>
            </a:pPr>
            <a:r>
              <a:rPr lang="en-US" dirty="0"/>
              <a:t>= year 19 DPR * (1+G hg)^ hg p * (1+ G y 16)*(1+G y17) (1+G y18) (1+Gy19)</a:t>
            </a:r>
          </a:p>
          <a:p>
            <a:pPr marL="0" indent="0">
              <a:buNone/>
            </a:pPr>
            <a:r>
              <a:rPr lang="en-US" dirty="0"/>
              <a:t>-----------------------------------------------------------------------------------------</a:t>
            </a:r>
          </a:p>
          <a:p>
            <a:pPr marL="0" indent="0">
              <a:buNone/>
            </a:pPr>
            <a:r>
              <a:rPr lang="en-US" dirty="0"/>
              <a:t>  (1+ COE hg) ^ hg p  * (1+ COE y 16)*(1+COE y17)* (1+COE y18) (1+COE y19)</a:t>
            </a:r>
          </a:p>
          <a:p>
            <a:pPr marL="0" indent="0">
              <a:buNone/>
            </a:pPr>
            <a:endParaRPr lang="en-US" dirty="0"/>
          </a:p>
          <a:p>
            <a:pPr marL="0" indent="0">
              <a:buNone/>
            </a:pPr>
            <a:r>
              <a:rPr lang="en-US" dirty="0"/>
              <a:t>= 0.76 * (6.9050) (1.0413)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r>
              <a:rPr lang="en-US" dirty="0">
                <a:solidFill>
                  <a:prstClr val="black"/>
                </a:solidFill>
                <a:latin typeface="Calibri" panose="020F0502020204030204"/>
              </a:rPr>
              <a:t> 14.6197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(1.1193) </a:t>
            </a:r>
          </a:p>
          <a:p>
            <a:pPr marL="0" indent="0">
              <a:buNone/>
            </a:pPr>
            <a:r>
              <a:rPr lang="en-US" dirty="0">
                <a:solidFill>
                  <a:prstClr val="black"/>
                </a:solidFill>
                <a:latin typeface="Calibri" panose="020F0502020204030204"/>
              </a:rPr>
              <a:t>= 0.76 ( 7.1902) / 16.3638</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indent="0">
              <a:buNone/>
            </a:pPr>
            <a:r>
              <a:rPr lang="en-US" dirty="0"/>
              <a:t>= 5.4646 / 16.3638   = </a:t>
            </a:r>
            <a:r>
              <a:rPr lang="en-US" b="1" dirty="0"/>
              <a:t>0.3339 times </a:t>
            </a:r>
            <a:endParaRPr lang="en-IN" b="1" dirty="0"/>
          </a:p>
        </p:txBody>
      </p:sp>
    </p:spTree>
    <p:extLst>
      <p:ext uri="{BB962C8B-B14F-4D97-AF65-F5344CB8AC3E}">
        <p14:creationId xmlns:p14="http://schemas.microsoft.com/office/powerpoint/2010/main" val="2375932122"/>
      </p:ext>
    </p:extLst>
  </p:cSld>
  <p:clrMapOvr>
    <a:masterClrMapping/>
  </p:clrMapOvr>
</p:sld>
</file>

<file path=ppt/slides/slide4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62061-B95D-E867-6037-1732725499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E6EC9C-2EAD-B41F-25C0-71FF03A4DE74}"/>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Year </a:t>
            </a:r>
            <a:r>
              <a:rPr lang="en-US" b="1" dirty="0">
                <a:solidFill>
                  <a:prstClr val="black"/>
                </a:solidFill>
                <a:latin typeface="Calibri Light" panose="020F0302020204030204"/>
              </a:rPr>
              <a:t>20</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PE =???</a:t>
            </a:r>
            <a:endParaRPr lang="en-IN" dirty="0"/>
          </a:p>
        </p:txBody>
      </p:sp>
      <p:sp>
        <p:nvSpPr>
          <p:cNvPr id="3" name="Content Placeholder 2">
            <a:extLst>
              <a:ext uri="{FF2B5EF4-FFF2-40B4-BE49-F238E27FC236}">
                <a16:creationId xmlns:a16="http://schemas.microsoft.com/office/drawing/2014/main" id="{78E5E4F3-5F4A-9FD7-0375-568616F0CF29}"/>
              </a:ext>
            </a:extLst>
          </p:cNvPr>
          <p:cNvSpPr>
            <a:spLocks noGrp="1"/>
          </p:cNvSpPr>
          <p:nvPr>
            <p:ph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a:t>
            </a:r>
            <a:r>
              <a:rPr lang="en-US" sz="3600" dirty="0">
                <a:solidFill>
                  <a:prstClr val="black"/>
                </a:solidFill>
                <a:latin typeface="Calibri" panose="020F0502020204030204"/>
              </a:rPr>
              <a:t>20</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DPR = 80%  or 0.80</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1-19 growth </a:t>
            </a:r>
            <a:r>
              <a:rPr lang="en-US" sz="3600" dirty="0">
                <a:solidFill>
                  <a:prstClr val="black"/>
                </a:solidFill>
                <a:latin typeface="Calibri" panose="020F0502020204030204"/>
              </a:rPr>
              <a:t>factor</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lang="en-US" sz="3600" dirty="0">
                <a:solidFill>
                  <a:prstClr val="black"/>
                </a:solidFill>
                <a:latin typeface="Calibri" panose="020F0502020204030204"/>
              </a:rPr>
              <a:t>7.1902</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a:t>
            </a:r>
            <a:r>
              <a:rPr lang="en-US" sz="3600" dirty="0">
                <a:solidFill>
                  <a:prstClr val="black"/>
                </a:solidFill>
                <a:latin typeface="Calibri" panose="020F0502020204030204"/>
              </a:rPr>
              <a:t>20</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growth rate = 2.16%   =0.0216</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1-19 COE factor = </a:t>
            </a:r>
            <a:r>
              <a:rPr lang="en-US" sz="3600" dirty="0">
                <a:solidFill>
                  <a:prstClr val="black"/>
                </a:solidFill>
                <a:latin typeface="Calibri" panose="020F0502020204030204"/>
              </a:rPr>
              <a:t>16.3638</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Year </a:t>
            </a:r>
            <a:r>
              <a:rPr lang="en-US" sz="3600" dirty="0">
                <a:solidFill>
                  <a:prstClr val="black"/>
                </a:solidFill>
                <a:latin typeface="Calibri" panose="020F0502020204030204"/>
              </a:rPr>
              <a:t>20</a:t>
            </a:r>
            <a:r>
              <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rPr>
              <a:t> COE = 0.1080</a:t>
            </a:r>
            <a:endParaRPr lang="en-IN" dirty="0"/>
          </a:p>
        </p:txBody>
      </p:sp>
    </p:spTree>
    <p:extLst>
      <p:ext uri="{BB962C8B-B14F-4D97-AF65-F5344CB8AC3E}">
        <p14:creationId xmlns:p14="http://schemas.microsoft.com/office/powerpoint/2010/main" val="2917040453"/>
      </p:ext>
    </p:extLst>
  </p:cSld>
  <p:clrMapOvr>
    <a:masterClrMapping/>
  </p:clrMapOvr>
</p:sld>
</file>

<file path=ppt/slides/slide4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BD17B-AFE8-43BF-06E8-2A164E93FB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778AA9-1131-8DD0-704E-7B64024B9AD8}"/>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a:t>
            </a:r>
            <a:r>
              <a:rPr lang="en-US" b="1" dirty="0"/>
              <a:t>: Year 20 PE </a:t>
            </a:r>
            <a:endParaRPr lang="en-IN" b="1" dirty="0"/>
          </a:p>
        </p:txBody>
      </p:sp>
      <p:sp>
        <p:nvSpPr>
          <p:cNvPr id="3" name="Content Placeholder 2">
            <a:extLst>
              <a:ext uri="{FF2B5EF4-FFF2-40B4-BE49-F238E27FC236}">
                <a16:creationId xmlns:a16="http://schemas.microsoft.com/office/drawing/2014/main" id="{7FD076B7-D3E1-8F41-CEEF-AABA4E2DF114}"/>
              </a:ext>
            </a:extLst>
          </p:cNvPr>
          <p:cNvSpPr>
            <a:spLocks noGrp="1"/>
          </p:cNvSpPr>
          <p:nvPr>
            <p:ph idx="1"/>
          </p:nvPr>
        </p:nvSpPr>
        <p:spPr/>
        <p:txBody>
          <a:bodyPr>
            <a:normAutofit fontScale="92500" lnSpcReduction="10000"/>
          </a:bodyPr>
          <a:lstStyle/>
          <a:p>
            <a:pPr marL="0" indent="0">
              <a:buNone/>
            </a:pPr>
            <a:r>
              <a:rPr lang="en-US" dirty="0"/>
              <a:t>year20DPR * (1+G hg)^ hg p * (1+ Gy16)*(1+Gy17) (1+Gy18) (1+Gy19)(1+G Y 20)</a:t>
            </a:r>
          </a:p>
          <a:p>
            <a:pPr marL="0" indent="0">
              <a:buNone/>
            </a:pPr>
            <a:r>
              <a:rPr lang="en-US" dirty="0"/>
              <a:t>--------------------------------------------------------------------------------------------------</a:t>
            </a:r>
          </a:p>
          <a:p>
            <a:pPr marL="0" indent="0">
              <a:buNone/>
            </a:pPr>
            <a:r>
              <a:rPr lang="en-US" dirty="0"/>
              <a:t> (1+ COE hg) ^ hg p * (1+ COE y 16)*(1+COE y 17)* (1+COE y 18) (1+COE y19) (1+COE y20)</a:t>
            </a:r>
          </a:p>
          <a:p>
            <a:pPr marL="0" indent="0">
              <a:buNone/>
            </a:pPr>
            <a:endParaRPr lang="en-US" dirty="0"/>
          </a:p>
          <a:p>
            <a:pPr marL="0" indent="0">
              <a:buNone/>
            </a:pPr>
            <a:r>
              <a:rPr lang="en-US" dirty="0"/>
              <a:t>= 0.80 * (7.1902)  (1.0216) /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(16.3638) (1.1080)</a:t>
            </a:r>
          </a:p>
          <a:p>
            <a:pPr marL="0" indent="0">
              <a:buNone/>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=0.80 ( </a:t>
            </a:r>
            <a:r>
              <a:rPr lang="en-US" dirty="0">
                <a:solidFill>
                  <a:prstClr val="black"/>
                </a:solidFill>
                <a:latin typeface="Calibri" panose="020F0502020204030204"/>
              </a:rPr>
              <a:t>7.3455</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18.1311</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indent="0">
              <a:buNone/>
            </a:pPr>
            <a:r>
              <a:rPr lang="en-US" dirty="0"/>
              <a:t> =  5.8764/ 18.1311   = </a:t>
            </a:r>
            <a:r>
              <a:rPr lang="en-US" b="1" dirty="0"/>
              <a:t>0.3241 times </a:t>
            </a:r>
            <a:endParaRPr lang="en-IN" b="1" dirty="0"/>
          </a:p>
        </p:txBody>
      </p:sp>
    </p:spTree>
    <p:extLst>
      <p:ext uri="{BB962C8B-B14F-4D97-AF65-F5344CB8AC3E}">
        <p14:creationId xmlns:p14="http://schemas.microsoft.com/office/powerpoint/2010/main" val="1332486025"/>
      </p:ext>
    </p:extLst>
  </p:cSld>
  <p:clrMapOvr>
    <a:masterClrMapping/>
  </p:clrMapOvr>
</p:sld>
</file>

<file path=ppt/slides/slide4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A0E3D-482F-9D0D-2C49-4366CC98A7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881A1A-BF14-9557-28BE-EF63349F305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Year 16-20 PE </a:t>
            </a:r>
            <a:endParaRPr lang="en-IN" dirty="0"/>
          </a:p>
        </p:txBody>
      </p:sp>
      <p:sp>
        <p:nvSpPr>
          <p:cNvPr id="3" name="Content Placeholder 2">
            <a:extLst>
              <a:ext uri="{FF2B5EF4-FFF2-40B4-BE49-F238E27FC236}">
                <a16:creationId xmlns:a16="http://schemas.microsoft.com/office/drawing/2014/main" id="{A720731D-1963-2166-863D-816D5F838C85}"/>
              </a:ext>
            </a:extLst>
          </p:cNvPr>
          <p:cNvSpPr>
            <a:spLocks noGrp="1"/>
          </p:cNvSpPr>
          <p:nvPr>
            <p:ph idx="1"/>
          </p:nvPr>
        </p:nvSpPr>
        <p:spPr/>
        <p:txBody>
          <a:bodyPr>
            <a:normAutofit/>
          </a:bodyPr>
          <a:lstStyle/>
          <a:p>
            <a:pPr marL="0" indent="0">
              <a:buNone/>
            </a:pPr>
            <a:r>
              <a:rPr lang="en-US" sz="3600" dirty="0"/>
              <a:t>= 0.3404+ 0.3422+ 0.3401 +0.3339 +0.3241  = </a:t>
            </a:r>
          </a:p>
          <a:p>
            <a:pPr marL="0" indent="0">
              <a:buNone/>
            </a:pPr>
            <a:r>
              <a:rPr lang="en-US" sz="3600" b="1" dirty="0"/>
              <a:t>1.6807 times</a:t>
            </a:r>
            <a:endParaRPr lang="en-IN" sz="3600"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3C2C3089-12B3-802F-9CAC-9E62E32ECB8B}"/>
                  </a:ext>
                </a:extLst>
              </p14:cNvPr>
              <p14:cNvContentPartPr/>
              <p14:nvPr/>
            </p14:nvContentPartPr>
            <p14:xfrm>
              <a:off x="1248840" y="3632400"/>
              <a:ext cx="2336760" cy="245520"/>
            </p14:xfrm>
          </p:contentPart>
        </mc:Choice>
        <mc:Fallback xmlns="">
          <p:pic>
            <p:nvPicPr>
              <p:cNvPr id="4" name="Ink 3">
                <a:extLst>
                  <a:ext uri="{FF2B5EF4-FFF2-40B4-BE49-F238E27FC236}">
                    <a16:creationId xmlns:a16="http://schemas.microsoft.com/office/drawing/2014/main" id="{3C2C3089-12B3-802F-9CAC-9E62E32ECB8B}"/>
                  </a:ext>
                </a:extLst>
              </p:cNvPr>
              <p:cNvPicPr/>
              <p:nvPr/>
            </p:nvPicPr>
            <p:blipFill>
              <a:blip r:embed="rId3"/>
              <a:stretch>
                <a:fillRect/>
              </a:stretch>
            </p:blipFill>
            <p:spPr>
              <a:xfrm>
                <a:off x="1239480" y="3623040"/>
                <a:ext cx="2355480" cy="264240"/>
              </a:xfrm>
              <a:prstGeom prst="rect">
                <a:avLst/>
              </a:prstGeom>
            </p:spPr>
          </p:pic>
        </mc:Fallback>
      </mc:AlternateContent>
    </p:spTree>
    <p:extLst>
      <p:ext uri="{BB962C8B-B14F-4D97-AF65-F5344CB8AC3E}">
        <p14:creationId xmlns:p14="http://schemas.microsoft.com/office/powerpoint/2010/main" val="4202675123"/>
      </p:ext>
    </p:extLst>
  </p:cSld>
  <p:clrMapOvr>
    <a:masterClrMapping/>
  </p:clrMapOvr>
</p:sld>
</file>

<file path=ppt/slides/slide4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D3FD9-6E2A-0183-C218-5C1362A47B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14B4A7-745C-613F-B43D-EFF47BEBFF95}"/>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Stable Phase PE </a:t>
            </a:r>
            <a:endParaRPr lang="en-IN" dirty="0"/>
          </a:p>
        </p:txBody>
      </p:sp>
      <p:sp>
        <p:nvSpPr>
          <p:cNvPr id="3" name="Content Placeholder 2">
            <a:extLst>
              <a:ext uri="{FF2B5EF4-FFF2-40B4-BE49-F238E27FC236}">
                <a16:creationId xmlns:a16="http://schemas.microsoft.com/office/drawing/2014/main" id="{6F3A0C7A-DB6E-DE85-6927-C588A2F2FD77}"/>
              </a:ext>
            </a:extLst>
          </p:cNvPr>
          <p:cNvSpPr>
            <a:spLocks noGrp="1"/>
          </p:cNvSpPr>
          <p:nvPr>
            <p:ph idx="1"/>
          </p:nvPr>
        </p:nvSpPr>
        <p:spPr/>
        <p:txBody>
          <a:bodyPr>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prstClr val="black"/>
                </a:solidFill>
                <a:latin typeface="Calibri" panose="020F0502020204030204"/>
              </a:rPr>
              <a:t>St. Ph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DPR * (1+G hg)^ hg p * (1+ Gy16)*(1+Gy17) (1+Gy18) (1+Gy19)(1+G Y </a:t>
            </a:r>
            <a:r>
              <a:rPr lang="en-US" sz="2600" dirty="0">
                <a:solidFill>
                  <a:prstClr val="black"/>
                </a:solidFill>
                <a:latin typeface="Calibri" panose="020F0502020204030204"/>
              </a:rPr>
              <a:t>20</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)(1+G st.ph)</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(COE st.ph – G st.ph) (1+ COE hg) ^ hg p * (1+ COE y 16)*(1+COE y17)* (1+COE y18) (1+COE y19) (1+COE y20)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600"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0.80 * (</a:t>
            </a:r>
            <a:r>
              <a:rPr lang="en-US" sz="2600" dirty="0">
                <a:solidFill>
                  <a:prstClr val="black"/>
                </a:solidFill>
                <a:latin typeface="Calibri" panose="020F0502020204030204"/>
              </a:rPr>
              <a:t>7</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.3455) (1.0216)  / (0.1080-0.0216)</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dirty="0">
                <a:solidFill>
                  <a:prstClr val="black"/>
                </a:solidFill>
                <a:latin typeface="Calibri" panose="020F0502020204030204"/>
              </a:rPr>
              <a:t> 18.1311)</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prstClr val="black"/>
                </a:solidFill>
                <a:latin typeface="Calibri" panose="020F0502020204030204"/>
              </a:rPr>
              <a:t>= 6.0033 / 1.5665 = </a:t>
            </a:r>
            <a:r>
              <a:rPr lang="en-US" sz="2600" b="1" dirty="0">
                <a:solidFill>
                  <a:prstClr val="black"/>
                </a:solidFill>
                <a:latin typeface="Calibri" panose="020F0502020204030204"/>
              </a:rPr>
              <a:t>3.8323 times</a:t>
            </a:r>
            <a:endPar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94EF61D-8443-D66F-0A94-10985832961D}"/>
                  </a:ext>
                </a:extLst>
              </p14:cNvPr>
              <p14:cNvContentPartPr/>
              <p14:nvPr/>
            </p14:nvContentPartPr>
            <p14:xfrm>
              <a:off x="738000" y="3746160"/>
              <a:ext cx="9587520" cy="2577240"/>
            </p14:xfrm>
          </p:contentPart>
        </mc:Choice>
        <mc:Fallback xmlns="">
          <p:pic>
            <p:nvPicPr>
              <p:cNvPr id="4" name="Ink 3">
                <a:extLst>
                  <a:ext uri="{FF2B5EF4-FFF2-40B4-BE49-F238E27FC236}">
                    <a16:creationId xmlns:a16="http://schemas.microsoft.com/office/drawing/2014/main" id="{194EF61D-8443-D66F-0A94-10985832961D}"/>
                  </a:ext>
                </a:extLst>
              </p:cNvPr>
              <p:cNvPicPr/>
              <p:nvPr/>
            </p:nvPicPr>
            <p:blipFill>
              <a:blip r:embed="rId3"/>
              <a:stretch>
                <a:fillRect/>
              </a:stretch>
            </p:blipFill>
            <p:spPr>
              <a:xfrm>
                <a:off x="728640" y="3736800"/>
                <a:ext cx="9606240" cy="2595960"/>
              </a:xfrm>
              <a:prstGeom prst="rect">
                <a:avLst/>
              </a:prstGeom>
            </p:spPr>
          </p:pic>
        </mc:Fallback>
      </mc:AlternateContent>
    </p:spTree>
    <p:extLst>
      <p:ext uri="{BB962C8B-B14F-4D97-AF65-F5344CB8AC3E}">
        <p14:creationId xmlns:p14="http://schemas.microsoft.com/office/powerpoint/2010/main" val="2551649616"/>
      </p:ext>
    </p:extLst>
  </p:cSld>
  <p:clrMapOvr>
    <a:masterClrMapping/>
  </p:clrMapOvr>
</p:sld>
</file>

<file path=ppt/slides/slide4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2B479-9FFF-48F5-C769-C6A4B8E081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A59B11-82D6-E7BB-0F34-6D58D9A9A61E}"/>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Infosys : Total PE </a:t>
            </a:r>
            <a:endParaRPr lang="en-IN" dirty="0"/>
          </a:p>
        </p:txBody>
      </p:sp>
      <p:sp>
        <p:nvSpPr>
          <p:cNvPr id="3" name="Content Placeholder 2">
            <a:extLst>
              <a:ext uri="{FF2B5EF4-FFF2-40B4-BE49-F238E27FC236}">
                <a16:creationId xmlns:a16="http://schemas.microsoft.com/office/drawing/2014/main" id="{21AA879F-24D6-F1DF-6234-A006AC8EBCAE}"/>
              </a:ext>
            </a:extLst>
          </p:cNvPr>
          <p:cNvSpPr>
            <a:spLocks noGrp="1"/>
          </p:cNvSpPr>
          <p:nvPr>
            <p:ph idx="1"/>
          </p:nvPr>
        </p:nvSpPr>
        <p:spPr>
          <a:xfrm>
            <a:off x="838200" y="1253331"/>
            <a:ext cx="10515600" cy="4351338"/>
          </a:xfrm>
        </p:spPr>
        <p:txBody>
          <a:bodyPr>
            <a:normAutofit fontScale="92500" lnSpcReduction="10000"/>
          </a:bodyPr>
          <a:lstStyle/>
          <a:p>
            <a:pPr marL="0" indent="0">
              <a:buNone/>
            </a:pPr>
            <a:r>
              <a:rPr lang="en-US" dirty="0"/>
              <a:t>= </a:t>
            </a:r>
            <a:r>
              <a:rPr lang="en-US" b="1" i="1" dirty="0"/>
              <a:t>PE HG phase + PE Transition phase + PE stable Phase </a:t>
            </a:r>
          </a:p>
          <a:p>
            <a:pPr marL="0" indent="0">
              <a:buNone/>
            </a:pPr>
            <a:endParaRPr lang="en-US" dirty="0"/>
          </a:p>
          <a:p>
            <a:pPr marL="0" indent="0">
              <a:buNone/>
            </a:pPr>
            <a:r>
              <a:rPr lang="en-US" dirty="0"/>
              <a:t>= 6.6838 + 1.6807 + 3.8323 = </a:t>
            </a:r>
            <a:r>
              <a:rPr lang="en-US" b="1" dirty="0"/>
              <a:t>12.20 times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Predicted Price on 31-03-25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12.20 * EPS of INR 64.50 = </a:t>
            </a: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INR 786.90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Predicted Price on 18 December 2025 = 786.90 * ( 1+0.1645/360 *258= 1.12)   =</a:t>
            </a:r>
            <a:r>
              <a:rPr kumimoji="0" lang="en-US" sz="24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INR 881.32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Vs </a:t>
            </a:r>
            <a:r>
              <a:rPr kumimoji="0" lang="en-US" sz="24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INR 1207( when length of HG is 10 years &amp; stable </a:t>
            </a:r>
            <a:r>
              <a:rPr kumimoji="0" lang="en-US" sz="2400" b="1" i="0" u="none" strike="noStrike" kern="1200" cap="none" spc="0" normalizeH="0" baseline="0" noProof="0" dirty="0" err="1">
                <a:ln>
                  <a:noFill/>
                </a:ln>
                <a:solidFill>
                  <a:prstClr val="black"/>
                </a:solidFill>
                <a:effectLst/>
                <a:highlight>
                  <a:srgbClr val="FFFF00"/>
                </a:highlight>
                <a:uLnTx/>
                <a:uFillTx/>
                <a:latin typeface="Calibri" panose="020F0502020204030204"/>
                <a:ea typeface="+mn-ea"/>
                <a:cs typeface="+mn-cs"/>
              </a:rPr>
              <a:t>ph</a:t>
            </a:r>
            <a:r>
              <a:rPr kumimoji="0" lang="en-US" sz="24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 g of 6% )  vs INR 1232.41(when Length of HG Phae is 5 years &amp; stable </a:t>
            </a:r>
            <a:r>
              <a:rPr kumimoji="0" lang="en-US" sz="2400" b="1" i="0" u="none" strike="noStrike" kern="1200" cap="none" spc="0" normalizeH="0" baseline="0" noProof="0" dirty="0" err="1">
                <a:ln>
                  <a:noFill/>
                </a:ln>
                <a:solidFill>
                  <a:prstClr val="black"/>
                </a:solidFill>
                <a:effectLst/>
                <a:highlight>
                  <a:srgbClr val="FFFF00"/>
                </a:highlight>
                <a:uLnTx/>
                <a:uFillTx/>
                <a:latin typeface="Calibri" panose="020F0502020204030204"/>
                <a:ea typeface="+mn-ea"/>
                <a:cs typeface="+mn-cs"/>
              </a:rPr>
              <a:t>ph</a:t>
            </a:r>
            <a:r>
              <a:rPr kumimoji="0" lang="en-US" sz="24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 g of 6 %)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Current Market Price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400" b="1" i="0" u="sng" strike="noStrike" kern="1200" cap="none" spc="0" normalizeH="0" baseline="0" noProof="0" dirty="0">
                <a:ln>
                  <a:noFill/>
                </a:ln>
                <a:solidFill>
                  <a:prstClr val="black"/>
                </a:solidFill>
                <a:effectLst/>
                <a:uLnTx/>
                <a:uFillTx/>
                <a:latin typeface="Calibri" panose="020F0502020204030204"/>
                <a:ea typeface="+mn-ea"/>
                <a:cs typeface="+mn-cs"/>
              </a:rPr>
              <a:t>INR 1626.80 </a:t>
            </a:r>
            <a:r>
              <a:rPr kumimoji="0" lang="en-US" sz="2400" b="0" i="0" u="sng" strike="noStrike" kern="1200" cap="none" spc="0" normalizeH="0" baseline="0" noProof="0" dirty="0">
                <a:ln>
                  <a:noFill/>
                </a:ln>
                <a:solidFill>
                  <a:prstClr val="black"/>
                </a:solidFill>
                <a:effectLst/>
                <a:uLnTx/>
                <a:uFillTx/>
                <a:latin typeface="Calibri" panose="020F0502020204030204"/>
                <a:ea typeface="+mn-ea"/>
                <a:cs typeface="+mn-cs"/>
              </a:rPr>
              <a:t>on 18 December 2025</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sng" strike="noStrike" kern="1200" cap="none" spc="0" normalizeH="0" baseline="0" noProof="0" dirty="0">
                <a:ln>
                  <a:noFill/>
                </a:ln>
                <a:solidFill>
                  <a:prstClr val="black"/>
                </a:solidFill>
                <a:effectLst/>
                <a:uLnTx/>
                <a:uFillTx/>
                <a:latin typeface="Calibri" panose="020F0502020204030204"/>
                <a:ea typeface="+mn-ea"/>
                <a:cs typeface="+mn-cs"/>
              </a:rPr>
              <a:t>52 W High Low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INR 1307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to</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INR 1982.80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Overvalued</a:t>
            </a:r>
            <a:endParaRPr kumimoji="0" lang="en-IN" sz="24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a:p>
            <a:pPr marL="0" indent="0">
              <a:buNone/>
            </a:pPr>
            <a:endParaRPr lang="en-US"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D510CEE5-47F6-1332-C76D-2C473467E74A}"/>
                  </a:ext>
                </a:extLst>
              </p14:cNvPr>
              <p14:cNvContentPartPr/>
              <p14:nvPr/>
            </p14:nvContentPartPr>
            <p14:xfrm>
              <a:off x="11160" y="2039760"/>
              <a:ext cx="6363360" cy="4088520"/>
            </p14:xfrm>
          </p:contentPart>
        </mc:Choice>
        <mc:Fallback xmlns="">
          <p:pic>
            <p:nvPicPr>
              <p:cNvPr id="4" name="Ink 3">
                <a:extLst>
                  <a:ext uri="{FF2B5EF4-FFF2-40B4-BE49-F238E27FC236}">
                    <a16:creationId xmlns:a16="http://schemas.microsoft.com/office/drawing/2014/main" id="{D510CEE5-47F6-1332-C76D-2C473467E74A}"/>
                  </a:ext>
                </a:extLst>
              </p:cNvPr>
              <p:cNvPicPr/>
              <p:nvPr/>
            </p:nvPicPr>
            <p:blipFill>
              <a:blip r:embed="rId3"/>
              <a:stretch>
                <a:fillRect/>
              </a:stretch>
            </p:blipFill>
            <p:spPr>
              <a:xfrm>
                <a:off x="1800" y="2030400"/>
                <a:ext cx="6382080" cy="4107240"/>
              </a:xfrm>
              <a:prstGeom prst="rect">
                <a:avLst/>
              </a:prstGeom>
            </p:spPr>
          </p:pic>
        </mc:Fallback>
      </mc:AlternateContent>
    </p:spTree>
    <p:extLst>
      <p:ext uri="{BB962C8B-B14F-4D97-AF65-F5344CB8AC3E}">
        <p14:creationId xmlns:p14="http://schemas.microsoft.com/office/powerpoint/2010/main" val="3290944241"/>
      </p:ext>
    </p:extLst>
  </p:cSld>
  <p:clrMapOvr>
    <a:masterClrMapping/>
  </p:clrMapOvr>
</p:sld>
</file>

<file path=ppt/slides/slide4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A5FB1-35EE-9B15-AB47-6C2DA0A379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7E1AD3-2FFE-83CD-C735-110376C71A84}"/>
              </a:ext>
            </a:extLst>
          </p:cNvPr>
          <p:cNvSpPr>
            <a:spLocks noGrp="1"/>
          </p:cNvSpPr>
          <p:nvPr>
            <p:ph type="title"/>
          </p:nvPr>
        </p:nvSpPr>
        <p:spPr/>
        <p:txBody>
          <a:bodyPr/>
          <a:lstStyle/>
          <a:p>
            <a:pPr algn="ctr"/>
            <a:r>
              <a:rPr lang="en-US" b="1" dirty="0"/>
              <a:t>PE on Comparable Firms Approach </a:t>
            </a:r>
            <a:endParaRPr lang="en-IN" b="1" dirty="0"/>
          </a:p>
        </p:txBody>
      </p:sp>
      <p:sp>
        <p:nvSpPr>
          <p:cNvPr id="3" name="Content Placeholder 2">
            <a:extLst>
              <a:ext uri="{FF2B5EF4-FFF2-40B4-BE49-F238E27FC236}">
                <a16:creationId xmlns:a16="http://schemas.microsoft.com/office/drawing/2014/main" id="{EB53590B-1646-04F5-B844-554D01C48DF7}"/>
              </a:ext>
            </a:extLst>
          </p:cNvPr>
          <p:cNvSpPr>
            <a:spLocks noGrp="1"/>
          </p:cNvSpPr>
          <p:nvPr>
            <p:ph idx="1"/>
          </p:nvPr>
        </p:nvSpPr>
        <p:spPr>
          <a:xfrm>
            <a:off x="838200" y="1825625"/>
            <a:ext cx="10515600" cy="1274763"/>
          </a:xfrm>
        </p:spPr>
        <p:txBody>
          <a:bodyPr/>
          <a:lstStyle/>
          <a:p>
            <a:r>
              <a:rPr lang="en-IN" dirty="0"/>
              <a:t>Relative valuation: take P/E of company and take comparable company, find </a:t>
            </a:r>
            <a:r>
              <a:rPr lang="en-IN" dirty="0" err="1"/>
              <a:t>avg</a:t>
            </a:r>
            <a:r>
              <a:rPr lang="en-IN" dirty="0"/>
              <a:t> PE for sector and compare PE of company with </a:t>
            </a:r>
            <a:r>
              <a:rPr lang="en-IN" dirty="0" err="1"/>
              <a:t>avg</a:t>
            </a:r>
            <a:r>
              <a:rPr lang="en-IN" dirty="0"/>
              <a:t> of sector. This is </a:t>
            </a:r>
            <a:r>
              <a:rPr lang="en-IN" dirty="0" err="1"/>
              <a:t>niave</a:t>
            </a:r>
            <a:r>
              <a:rPr lang="en-IN" dirty="0"/>
              <a:t> comparison</a:t>
            </a:r>
          </a:p>
        </p:txBody>
      </p:sp>
    </p:spTree>
    <p:extLst>
      <p:ext uri="{BB962C8B-B14F-4D97-AF65-F5344CB8AC3E}">
        <p14:creationId xmlns:p14="http://schemas.microsoft.com/office/powerpoint/2010/main" val="3911648147"/>
      </p:ext>
    </p:extLst>
  </p:cSld>
  <p:clrMapOvr>
    <a:masterClrMapping/>
  </p:clrMapOvr>
</p:sld>
</file>

<file path=ppt/slides/slide4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A89A6-84C3-4C8B-84FF-7A4B10709A7F}"/>
              </a:ext>
            </a:extLst>
          </p:cNvPr>
          <p:cNvSpPr>
            <a:spLocks noGrp="1"/>
          </p:cNvSpPr>
          <p:nvPr>
            <p:ph type="title"/>
          </p:nvPr>
        </p:nvSpPr>
        <p:spPr/>
        <p:txBody>
          <a:bodyPr/>
          <a:lstStyle/>
          <a:p>
            <a:pPr algn="ctr"/>
            <a:r>
              <a:rPr lang="en-US" b="1" dirty="0"/>
              <a:t>PE on Comparable Firms Approach </a:t>
            </a:r>
            <a:endParaRPr lang="en-IN" b="1" dirty="0"/>
          </a:p>
        </p:txBody>
      </p:sp>
      <p:sp>
        <p:nvSpPr>
          <p:cNvPr id="3" name="Content Placeholder 2">
            <a:extLst>
              <a:ext uri="{FF2B5EF4-FFF2-40B4-BE49-F238E27FC236}">
                <a16:creationId xmlns:a16="http://schemas.microsoft.com/office/drawing/2014/main" id="{BF5EB93F-5A75-4979-853E-5EF4EBDF43AC}"/>
              </a:ext>
            </a:extLst>
          </p:cNvPr>
          <p:cNvSpPr>
            <a:spLocks noGrp="1"/>
          </p:cNvSpPr>
          <p:nvPr>
            <p:ph idx="1"/>
          </p:nvPr>
        </p:nvSpPr>
        <p:spPr/>
        <p:txBody>
          <a:bodyPr/>
          <a:lstStyle/>
          <a:p>
            <a:r>
              <a:rPr lang="en-US" b="1" dirty="0"/>
              <a:t>Steps</a:t>
            </a:r>
          </a:p>
          <a:p>
            <a:pPr marL="514350" indent="-514350">
              <a:buAutoNum type="arabicPeriod"/>
            </a:pPr>
            <a:r>
              <a:rPr lang="en-US" b="1" dirty="0"/>
              <a:t>Identify</a:t>
            </a:r>
            <a:r>
              <a:rPr lang="en-US" dirty="0"/>
              <a:t> the comparable firms </a:t>
            </a:r>
          </a:p>
          <a:p>
            <a:pPr marL="514350" indent="-514350">
              <a:buAutoNum type="arabicPeriod"/>
            </a:pPr>
            <a:r>
              <a:rPr lang="en-US" dirty="0"/>
              <a:t>Collect </a:t>
            </a:r>
            <a:r>
              <a:rPr lang="en-US" b="1" dirty="0"/>
              <a:t>data on the fundamental variables </a:t>
            </a:r>
            <a:r>
              <a:rPr lang="en-US" dirty="0"/>
              <a:t>for comparable firms</a:t>
            </a:r>
          </a:p>
          <a:p>
            <a:pPr marL="514350" indent="-514350">
              <a:buAutoNum type="arabicPeriod"/>
            </a:pPr>
            <a:r>
              <a:rPr lang="en-US" b="1" dirty="0"/>
              <a:t>Run the regression </a:t>
            </a:r>
            <a:r>
              <a:rPr lang="en-US" dirty="0"/>
              <a:t>( Dependent Variable = PE;  Independent Variables = DPR, Beta and growth rate)</a:t>
            </a:r>
          </a:p>
          <a:p>
            <a:pPr marL="514350" indent="-514350">
              <a:buAutoNum type="arabicPeriod"/>
            </a:pPr>
            <a:r>
              <a:rPr lang="en-US" dirty="0"/>
              <a:t>Get the </a:t>
            </a:r>
            <a:r>
              <a:rPr lang="en-US" b="1" dirty="0"/>
              <a:t>output of the regression</a:t>
            </a:r>
          </a:p>
          <a:p>
            <a:pPr marL="514350" indent="-514350">
              <a:buAutoNum type="arabicPeriod"/>
            </a:pPr>
            <a:r>
              <a:rPr lang="en-US" b="1" dirty="0"/>
              <a:t>Predict PE </a:t>
            </a:r>
            <a:r>
              <a:rPr lang="en-US" dirty="0"/>
              <a:t>for the target firm </a:t>
            </a:r>
          </a:p>
          <a:p>
            <a:pPr marL="514350" indent="-514350">
              <a:buAutoNum type="arabicPeriod"/>
            </a:pPr>
            <a:r>
              <a:rPr lang="en-US" b="1" dirty="0"/>
              <a:t>Conclude </a:t>
            </a:r>
            <a:r>
              <a:rPr lang="en-US" dirty="0"/>
              <a:t>on whether the firm is </a:t>
            </a:r>
            <a:r>
              <a:rPr lang="en-US" b="1" dirty="0"/>
              <a:t>overvalued or undervalued </a:t>
            </a:r>
            <a:r>
              <a:rPr lang="en-US" dirty="0"/>
              <a:t>by comparing the Actual PE with the Predicted PE </a:t>
            </a:r>
            <a:endParaRPr lang="en-IN" dirty="0"/>
          </a:p>
        </p:txBody>
      </p:sp>
    </p:spTree>
    <p:extLst>
      <p:ext uri="{BB962C8B-B14F-4D97-AF65-F5344CB8AC3E}">
        <p14:creationId xmlns:p14="http://schemas.microsoft.com/office/powerpoint/2010/main" val="3643614599"/>
      </p:ext>
    </p:extLst>
  </p:cSld>
  <p:clrMapOvr>
    <a:masterClrMapping/>
  </p:clrMapOvr>
</p:sld>
</file>

<file path=ppt/slides/slide4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0D1CB-F3FB-4E0D-8E3F-F2C8F7F3F13C}"/>
              </a:ext>
            </a:extLst>
          </p:cNvPr>
          <p:cNvSpPr>
            <a:spLocks noGrp="1"/>
          </p:cNvSpPr>
          <p:nvPr>
            <p:ph type="title"/>
          </p:nvPr>
        </p:nvSpPr>
        <p:spPr/>
        <p:txBody>
          <a:bodyPr/>
          <a:lstStyle/>
          <a:p>
            <a:pPr algn="ctr"/>
            <a:r>
              <a:rPr lang="en-US" dirty="0"/>
              <a:t> Sample Firm : </a:t>
            </a:r>
            <a:r>
              <a:rPr lang="en-US" b="1" dirty="0"/>
              <a:t>TCS</a:t>
            </a:r>
            <a:endParaRPr lang="en-IN" b="1" dirty="0"/>
          </a:p>
        </p:txBody>
      </p:sp>
      <p:sp>
        <p:nvSpPr>
          <p:cNvPr id="3" name="Content Placeholder 2">
            <a:extLst>
              <a:ext uri="{FF2B5EF4-FFF2-40B4-BE49-F238E27FC236}">
                <a16:creationId xmlns:a16="http://schemas.microsoft.com/office/drawing/2014/main" id="{9392289C-3A27-4494-BE4F-DE141A43B4AF}"/>
              </a:ext>
            </a:extLst>
          </p:cNvPr>
          <p:cNvSpPr>
            <a:spLocks noGrp="1"/>
          </p:cNvSpPr>
          <p:nvPr>
            <p:ph idx="1"/>
          </p:nvPr>
        </p:nvSpPr>
        <p:spPr/>
        <p:txBody>
          <a:bodyPr/>
          <a:lstStyle/>
          <a:p>
            <a:pPr marL="0" indent="0">
              <a:buNone/>
            </a:pPr>
            <a:r>
              <a:rPr lang="en-US" b="1" dirty="0"/>
              <a:t>Industry: </a:t>
            </a:r>
            <a:r>
              <a:rPr lang="en-US" i="1" u="sng" dirty="0"/>
              <a:t>IT Services and Consulting </a:t>
            </a:r>
          </a:p>
          <a:p>
            <a:pPr marL="0" indent="0">
              <a:buNone/>
            </a:pPr>
            <a:r>
              <a:rPr lang="en-US" b="1" dirty="0"/>
              <a:t>CMP on 24 December  2025: </a:t>
            </a:r>
            <a:r>
              <a:rPr lang="en-US" dirty="0"/>
              <a:t>INR 3308.20</a:t>
            </a:r>
          </a:p>
          <a:p>
            <a:pPr marL="0" indent="0">
              <a:buNone/>
            </a:pPr>
            <a:endParaRPr lang="en-US" dirty="0"/>
          </a:p>
          <a:p>
            <a:pPr marL="0" indent="0">
              <a:buNone/>
            </a:pPr>
            <a:r>
              <a:rPr lang="en-US" b="1" dirty="0"/>
              <a:t>52 W L-H:  </a:t>
            </a:r>
            <a:r>
              <a:rPr lang="en-US" dirty="0"/>
              <a:t>INR 2866.60   </a:t>
            </a:r>
            <a:r>
              <a:rPr lang="en-US" b="1" dirty="0"/>
              <a:t>TO    </a:t>
            </a:r>
            <a:r>
              <a:rPr lang="en-US" dirty="0"/>
              <a:t> INR 4322.95</a:t>
            </a:r>
          </a:p>
          <a:p>
            <a:pPr marL="0" indent="0">
              <a:buNone/>
            </a:pPr>
            <a:endParaRPr lang="en-US" dirty="0"/>
          </a:p>
          <a:p>
            <a:pPr marL="0" indent="0">
              <a:buNone/>
            </a:pPr>
            <a:r>
              <a:rPr lang="en-US" b="1" dirty="0"/>
              <a:t>Market Cap: </a:t>
            </a:r>
            <a:r>
              <a:rPr lang="en-US" dirty="0"/>
              <a:t>INR 11,96,863 Crores</a:t>
            </a:r>
          </a:p>
          <a:p>
            <a:pPr marL="0" indent="0">
              <a:buNone/>
            </a:pPr>
            <a:endParaRPr lang="en-US" dirty="0"/>
          </a:p>
          <a:p>
            <a:pPr marL="0" indent="0">
              <a:buNone/>
            </a:pPr>
            <a:r>
              <a:rPr lang="en-US" b="1" dirty="0"/>
              <a:t>Source: </a:t>
            </a:r>
            <a:r>
              <a:rPr lang="en-US" dirty="0"/>
              <a:t>Moneycontrol.com </a:t>
            </a:r>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70F7D3F8-91FF-6A59-7FEE-FB6DBB90527B}"/>
                  </a:ext>
                </a:extLst>
              </p14:cNvPr>
              <p14:cNvContentPartPr/>
              <p14:nvPr/>
            </p14:nvContentPartPr>
            <p14:xfrm>
              <a:off x="3494880" y="4925160"/>
              <a:ext cx="3026880" cy="192600"/>
            </p14:xfrm>
          </p:contentPart>
        </mc:Choice>
        <mc:Fallback xmlns="">
          <p:pic>
            <p:nvPicPr>
              <p:cNvPr id="4" name="Ink 3">
                <a:extLst>
                  <a:ext uri="{FF2B5EF4-FFF2-40B4-BE49-F238E27FC236}">
                    <a16:creationId xmlns:a16="http://schemas.microsoft.com/office/drawing/2014/main" id="{70F7D3F8-91FF-6A59-7FEE-FB6DBB90527B}"/>
                  </a:ext>
                </a:extLst>
              </p:cNvPr>
              <p:cNvPicPr/>
              <p:nvPr/>
            </p:nvPicPr>
            <p:blipFill>
              <a:blip r:embed="rId3"/>
              <a:stretch>
                <a:fillRect/>
              </a:stretch>
            </p:blipFill>
            <p:spPr>
              <a:xfrm>
                <a:off x="3485520" y="4915800"/>
                <a:ext cx="3045600" cy="211320"/>
              </a:xfrm>
              <a:prstGeom prst="rect">
                <a:avLst/>
              </a:prstGeom>
            </p:spPr>
          </p:pic>
        </mc:Fallback>
      </mc:AlternateContent>
    </p:spTree>
    <p:extLst>
      <p:ext uri="{BB962C8B-B14F-4D97-AF65-F5344CB8AC3E}">
        <p14:creationId xmlns:p14="http://schemas.microsoft.com/office/powerpoint/2010/main" val="1907306145"/>
      </p:ext>
    </p:extLst>
  </p:cSld>
  <p:clrMapOvr>
    <a:masterClrMapping/>
  </p:clrMapOvr>
</p:sld>
</file>

<file path=ppt/slides/slide4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68AA4-8234-41BB-B1F3-FB3125037D5D}"/>
              </a:ext>
            </a:extLst>
          </p:cNvPr>
          <p:cNvSpPr>
            <a:spLocks noGrp="1"/>
          </p:cNvSpPr>
          <p:nvPr>
            <p:ph type="title"/>
          </p:nvPr>
        </p:nvSpPr>
        <p:spPr/>
        <p:txBody>
          <a:bodyPr>
            <a:normAutofit/>
          </a:bodyPr>
          <a:lstStyle/>
          <a:p>
            <a:r>
              <a:rPr lang="en-US" sz="4000" b="1" dirty="0"/>
              <a:t>S 1: Comparable firms of TCS based on Market Cap</a:t>
            </a:r>
            <a:br>
              <a:rPr lang="en-US" sz="4000" b="1" dirty="0"/>
            </a:br>
            <a:r>
              <a:rPr lang="en-US" sz="4000" b="1" dirty="0"/>
              <a:t>(24 December 2025) </a:t>
            </a:r>
            <a:endParaRPr lang="en-IN" sz="4000" b="1" dirty="0"/>
          </a:p>
        </p:txBody>
      </p:sp>
      <p:graphicFrame>
        <p:nvGraphicFramePr>
          <p:cNvPr id="4" name="Table 4">
            <a:extLst>
              <a:ext uri="{FF2B5EF4-FFF2-40B4-BE49-F238E27FC236}">
                <a16:creationId xmlns:a16="http://schemas.microsoft.com/office/drawing/2014/main" id="{8F04DCBB-041D-41C0-BAA8-16D152023FFF}"/>
              </a:ext>
            </a:extLst>
          </p:cNvPr>
          <p:cNvGraphicFramePr>
            <a:graphicFrameLocks noGrp="1"/>
          </p:cNvGraphicFramePr>
          <p:nvPr>
            <p:ph idx="1"/>
          </p:nvPr>
        </p:nvGraphicFramePr>
        <p:xfrm>
          <a:off x="666427" y="1814674"/>
          <a:ext cx="7160217" cy="4233970"/>
        </p:xfrm>
        <a:graphic>
          <a:graphicData uri="http://schemas.openxmlformats.org/drawingml/2006/table">
            <a:tbl>
              <a:tblPr firstRow="1" bandRow="1">
                <a:tableStyleId>{5C22544A-7EE6-4342-B048-85BDC9FD1C3A}</a:tableStyleId>
              </a:tblPr>
              <a:tblGrid>
                <a:gridCol w="1425847">
                  <a:extLst>
                    <a:ext uri="{9D8B030D-6E8A-4147-A177-3AD203B41FA5}">
                      <a16:colId xmlns:a16="http://schemas.microsoft.com/office/drawing/2014/main" val="2568801369"/>
                    </a:ext>
                  </a:extLst>
                </a:gridCol>
                <a:gridCol w="2402234">
                  <a:extLst>
                    <a:ext uri="{9D8B030D-6E8A-4147-A177-3AD203B41FA5}">
                      <a16:colId xmlns:a16="http://schemas.microsoft.com/office/drawing/2014/main" val="2846966151"/>
                    </a:ext>
                  </a:extLst>
                </a:gridCol>
                <a:gridCol w="3332136">
                  <a:extLst>
                    <a:ext uri="{9D8B030D-6E8A-4147-A177-3AD203B41FA5}">
                      <a16:colId xmlns:a16="http://schemas.microsoft.com/office/drawing/2014/main" val="2458010881"/>
                    </a:ext>
                  </a:extLst>
                </a:gridCol>
              </a:tblGrid>
              <a:tr h="525570">
                <a:tc>
                  <a:txBody>
                    <a:bodyPr/>
                    <a:lstStyle/>
                    <a:p>
                      <a:r>
                        <a:rPr lang="en-US" dirty="0"/>
                        <a:t>Serial No.</a:t>
                      </a:r>
                      <a:endParaRPr lang="en-IN" dirty="0"/>
                    </a:p>
                  </a:txBody>
                  <a:tcPr/>
                </a:tc>
                <a:tc>
                  <a:txBody>
                    <a:bodyPr/>
                    <a:lstStyle/>
                    <a:p>
                      <a:r>
                        <a:rPr lang="en-US" dirty="0"/>
                        <a:t>Company</a:t>
                      </a:r>
                      <a:endParaRPr lang="en-IN" dirty="0"/>
                    </a:p>
                  </a:txBody>
                  <a:tcPr/>
                </a:tc>
                <a:tc>
                  <a:txBody>
                    <a:bodyPr/>
                    <a:lstStyle/>
                    <a:p>
                      <a:r>
                        <a:rPr lang="en-US" dirty="0"/>
                        <a:t>Market Cap  ( in INR crores)</a:t>
                      </a:r>
                      <a:endParaRPr lang="en-IN" dirty="0"/>
                    </a:p>
                  </a:txBody>
                  <a:tcPr/>
                </a:tc>
                <a:extLst>
                  <a:ext uri="{0D108BD9-81ED-4DB2-BD59-A6C34878D82A}">
                    <a16:rowId xmlns:a16="http://schemas.microsoft.com/office/drawing/2014/main" val="2537567161"/>
                  </a:ext>
                </a:extLst>
              </a:tr>
              <a:tr h="370840">
                <a:tc>
                  <a:txBody>
                    <a:bodyPr/>
                    <a:lstStyle/>
                    <a:p>
                      <a:r>
                        <a:rPr lang="en-US" dirty="0"/>
                        <a:t>1</a:t>
                      </a:r>
                      <a:endParaRPr lang="en-IN" dirty="0"/>
                    </a:p>
                  </a:txBody>
                  <a:tcPr/>
                </a:tc>
                <a:tc>
                  <a:txBody>
                    <a:bodyPr/>
                    <a:lstStyle/>
                    <a:p>
                      <a:r>
                        <a:rPr lang="en-US" dirty="0"/>
                        <a:t>Infosys</a:t>
                      </a:r>
                      <a:endParaRPr lang="en-IN" dirty="0"/>
                    </a:p>
                  </a:txBody>
                  <a:tcPr/>
                </a:tc>
                <a:tc>
                  <a:txBody>
                    <a:bodyPr/>
                    <a:lstStyle/>
                    <a:p>
                      <a:pPr algn="r"/>
                      <a:r>
                        <a:rPr lang="en-IN" dirty="0"/>
                        <a:t>672467</a:t>
                      </a:r>
                    </a:p>
                  </a:txBody>
                  <a:tcPr/>
                </a:tc>
                <a:extLst>
                  <a:ext uri="{0D108BD9-81ED-4DB2-BD59-A6C34878D82A}">
                    <a16:rowId xmlns:a16="http://schemas.microsoft.com/office/drawing/2014/main" val="1130424639"/>
                  </a:ext>
                </a:extLst>
              </a:tr>
              <a:tr h="370840">
                <a:tc>
                  <a:txBody>
                    <a:bodyPr/>
                    <a:lstStyle/>
                    <a:p>
                      <a:r>
                        <a:rPr lang="en-US" dirty="0"/>
                        <a:t>2</a:t>
                      </a:r>
                      <a:endParaRPr lang="en-IN" dirty="0"/>
                    </a:p>
                  </a:txBody>
                  <a:tcPr/>
                </a:tc>
                <a:tc>
                  <a:txBody>
                    <a:bodyPr/>
                    <a:lstStyle/>
                    <a:p>
                      <a:r>
                        <a:rPr lang="en-US" dirty="0"/>
                        <a:t>HCL Tech</a:t>
                      </a:r>
                      <a:endParaRPr lang="en-IN" dirty="0"/>
                    </a:p>
                  </a:txBody>
                  <a:tcPr/>
                </a:tc>
                <a:tc>
                  <a:txBody>
                    <a:bodyPr/>
                    <a:lstStyle/>
                    <a:p>
                      <a:pPr algn="r"/>
                      <a:r>
                        <a:rPr lang="en-IN" dirty="0"/>
                        <a:t>455055</a:t>
                      </a:r>
                    </a:p>
                  </a:txBody>
                  <a:tcPr/>
                </a:tc>
                <a:extLst>
                  <a:ext uri="{0D108BD9-81ED-4DB2-BD59-A6C34878D82A}">
                    <a16:rowId xmlns:a16="http://schemas.microsoft.com/office/drawing/2014/main" val="2267616263"/>
                  </a:ext>
                </a:extLst>
              </a:tr>
              <a:tr h="370840">
                <a:tc>
                  <a:txBody>
                    <a:bodyPr/>
                    <a:lstStyle/>
                    <a:p>
                      <a:r>
                        <a:rPr lang="en-US" dirty="0"/>
                        <a:t>3</a:t>
                      </a:r>
                      <a:endParaRPr lang="en-IN" dirty="0"/>
                    </a:p>
                  </a:txBody>
                  <a:tcPr/>
                </a:tc>
                <a:tc>
                  <a:txBody>
                    <a:bodyPr/>
                    <a:lstStyle/>
                    <a:p>
                      <a:r>
                        <a:rPr lang="en-US" dirty="0"/>
                        <a:t>Wipro</a:t>
                      </a:r>
                      <a:endParaRPr lang="en-IN" dirty="0"/>
                    </a:p>
                  </a:txBody>
                  <a:tcPr/>
                </a:tc>
                <a:tc>
                  <a:txBody>
                    <a:bodyPr/>
                    <a:lstStyle/>
                    <a:p>
                      <a:pPr algn="r"/>
                      <a:r>
                        <a:rPr lang="en-IN" dirty="0"/>
                        <a:t>281361</a:t>
                      </a:r>
                    </a:p>
                  </a:txBody>
                  <a:tcPr/>
                </a:tc>
                <a:extLst>
                  <a:ext uri="{0D108BD9-81ED-4DB2-BD59-A6C34878D82A}">
                    <a16:rowId xmlns:a16="http://schemas.microsoft.com/office/drawing/2014/main" val="2049353494"/>
                  </a:ext>
                </a:extLst>
              </a:tr>
              <a:tr h="370840">
                <a:tc>
                  <a:txBody>
                    <a:bodyPr/>
                    <a:lstStyle/>
                    <a:p>
                      <a:r>
                        <a:rPr lang="en-US" dirty="0"/>
                        <a:t>4</a:t>
                      </a:r>
                      <a:endParaRPr lang="en-IN" dirty="0"/>
                    </a:p>
                  </a:txBody>
                  <a:tcPr/>
                </a:tc>
                <a:tc>
                  <a:txBody>
                    <a:bodyPr/>
                    <a:lstStyle/>
                    <a:p>
                      <a:r>
                        <a:rPr lang="en-US" dirty="0"/>
                        <a:t>LTI Mindtree</a:t>
                      </a:r>
                      <a:endParaRPr lang="en-IN" dirty="0"/>
                    </a:p>
                  </a:txBody>
                  <a:tcPr/>
                </a:tc>
                <a:tc>
                  <a:txBody>
                    <a:bodyPr/>
                    <a:lstStyle/>
                    <a:p>
                      <a:pPr algn="r"/>
                      <a:r>
                        <a:rPr lang="en-IN" dirty="0"/>
                        <a:t>184268</a:t>
                      </a:r>
                    </a:p>
                  </a:txBody>
                  <a:tcPr/>
                </a:tc>
                <a:extLst>
                  <a:ext uri="{0D108BD9-81ED-4DB2-BD59-A6C34878D82A}">
                    <a16:rowId xmlns:a16="http://schemas.microsoft.com/office/drawing/2014/main" val="1259157383"/>
                  </a:ext>
                </a:extLst>
              </a:tr>
              <a:tr h="370840">
                <a:tc>
                  <a:txBody>
                    <a:bodyPr/>
                    <a:lstStyle/>
                    <a:p>
                      <a:r>
                        <a:rPr lang="en-US" dirty="0"/>
                        <a:t>5</a:t>
                      </a:r>
                      <a:endParaRPr lang="en-IN" dirty="0"/>
                    </a:p>
                  </a:txBody>
                  <a:tcPr/>
                </a:tc>
                <a:tc>
                  <a:txBody>
                    <a:bodyPr/>
                    <a:lstStyle/>
                    <a:p>
                      <a:r>
                        <a:rPr lang="en-US" dirty="0"/>
                        <a:t>Tech Mahindra</a:t>
                      </a:r>
                      <a:endParaRPr lang="en-IN" dirty="0"/>
                    </a:p>
                  </a:txBody>
                  <a:tcPr/>
                </a:tc>
                <a:tc>
                  <a:txBody>
                    <a:bodyPr/>
                    <a:lstStyle/>
                    <a:p>
                      <a:pPr algn="r"/>
                      <a:r>
                        <a:rPr lang="en-IN" dirty="0"/>
                        <a:t>159332</a:t>
                      </a:r>
                    </a:p>
                  </a:txBody>
                  <a:tcPr/>
                </a:tc>
                <a:extLst>
                  <a:ext uri="{0D108BD9-81ED-4DB2-BD59-A6C34878D82A}">
                    <a16:rowId xmlns:a16="http://schemas.microsoft.com/office/drawing/2014/main" val="2921371201"/>
                  </a:ext>
                </a:extLst>
              </a:tr>
              <a:tr h="370840">
                <a:tc>
                  <a:txBody>
                    <a:bodyPr/>
                    <a:lstStyle/>
                    <a:p>
                      <a:r>
                        <a:rPr lang="en-US" dirty="0"/>
                        <a:t>6</a:t>
                      </a:r>
                      <a:endParaRPr lang="en-IN" dirty="0"/>
                    </a:p>
                  </a:txBody>
                  <a:tcPr/>
                </a:tc>
                <a:tc>
                  <a:txBody>
                    <a:bodyPr/>
                    <a:lstStyle/>
                    <a:p>
                      <a:r>
                        <a:rPr lang="en-US" dirty="0"/>
                        <a:t>Persistent </a:t>
                      </a:r>
                      <a:endParaRPr lang="en-IN" dirty="0"/>
                    </a:p>
                  </a:txBody>
                  <a:tcPr/>
                </a:tc>
                <a:tc>
                  <a:txBody>
                    <a:bodyPr/>
                    <a:lstStyle/>
                    <a:p>
                      <a:pPr algn="r"/>
                      <a:r>
                        <a:rPr lang="en-IN" dirty="0"/>
                        <a:t>99940</a:t>
                      </a:r>
                    </a:p>
                  </a:txBody>
                  <a:tcPr/>
                </a:tc>
                <a:extLst>
                  <a:ext uri="{0D108BD9-81ED-4DB2-BD59-A6C34878D82A}">
                    <a16:rowId xmlns:a16="http://schemas.microsoft.com/office/drawing/2014/main" val="1256189244"/>
                  </a:ext>
                </a:extLst>
              </a:tr>
              <a:tr h="370840">
                <a:tc>
                  <a:txBody>
                    <a:bodyPr/>
                    <a:lstStyle/>
                    <a:p>
                      <a:r>
                        <a:rPr lang="en-US" dirty="0"/>
                        <a:t>7</a:t>
                      </a:r>
                      <a:endParaRPr lang="en-IN" dirty="0"/>
                    </a:p>
                  </a:txBody>
                  <a:tcPr/>
                </a:tc>
                <a:tc>
                  <a:txBody>
                    <a:bodyPr/>
                    <a:lstStyle/>
                    <a:p>
                      <a:r>
                        <a:rPr lang="en-IN" dirty="0"/>
                        <a:t>Oracle Fin </a:t>
                      </a:r>
                      <a:r>
                        <a:rPr lang="en-IN" dirty="0" err="1"/>
                        <a:t>Serv</a:t>
                      </a:r>
                      <a:endParaRPr lang="en-IN" dirty="0"/>
                    </a:p>
                  </a:txBody>
                  <a:tcPr/>
                </a:tc>
                <a:tc>
                  <a:txBody>
                    <a:bodyPr/>
                    <a:lstStyle/>
                    <a:p>
                      <a:pPr algn="r"/>
                      <a:r>
                        <a:rPr lang="en-IN" dirty="0"/>
                        <a:t>67786</a:t>
                      </a:r>
                    </a:p>
                  </a:txBody>
                  <a:tcPr/>
                </a:tc>
                <a:extLst>
                  <a:ext uri="{0D108BD9-81ED-4DB2-BD59-A6C34878D82A}">
                    <a16:rowId xmlns:a16="http://schemas.microsoft.com/office/drawing/2014/main" val="3027242335"/>
                  </a:ext>
                </a:extLst>
              </a:tr>
              <a:tr h="370840">
                <a:tc>
                  <a:txBody>
                    <a:bodyPr/>
                    <a:lstStyle/>
                    <a:p>
                      <a:r>
                        <a:rPr lang="en-US" dirty="0"/>
                        <a:t>8</a:t>
                      </a:r>
                      <a:endParaRPr lang="en-IN" dirty="0"/>
                    </a:p>
                  </a:txBody>
                  <a:tcPr/>
                </a:tc>
                <a:tc>
                  <a:txBody>
                    <a:bodyPr/>
                    <a:lstStyle/>
                    <a:p>
                      <a:r>
                        <a:rPr lang="en-US" dirty="0"/>
                        <a:t>COFORGE Ltd </a:t>
                      </a:r>
                      <a:endParaRPr lang="en-IN" dirty="0"/>
                    </a:p>
                  </a:txBody>
                  <a:tcPr/>
                </a:tc>
                <a:tc>
                  <a:txBody>
                    <a:bodyPr/>
                    <a:lstStyle/>
                    <a:p>
                      <a:pPr algn="r"/>
                      <a:r>
                        <a:rPr lang="en-IN" dirty="0"/>
                        <a:t>58606</a:t>
                      </a:r>
                    </a:p>
                  </a:txBody>
                  <a:tcPr/>
                </a:tc>
                <a:extLst>
                  <a:ext uri="{0D108BD9-81ED-4DB2-BD59-A6C34878D82A}">
                    <a16:rowId xmlns:a16="http://schemas.microsoft.com/office/drawing/2014/main" val="2260336590"/>
                  </a:ext>
                </a:extLst>
              </a:tr>
              <a:tr h="370840">
                <a:tc>
                  <a:txBody>
                    <a:bodyPr/>
                    <a:lstStyle/>
                    <a:p>
                      <a:r>
                        <a:rPr lang="en-US" dirty="0"/>
                        <a:t>9</a:t>
                      </a:r>
                      <a:endParaRPr lang="en-IN" dirty="0"/>
                    </a:p>
                  </a:txBody>
                  <a:tcPr/>
                </a:tc>
                <a:tc>
                  <a:txBody>
                    <a:bodyPr/>
                    <a:lstStyle/>
                    <a:p>
                      <a:r>
                        <a:rPr lang="en-IN" dirty="0" err="1"/>
                        <a:t>MphasiS</a:t>
                      </a:r>
                      <a:endParaRPr lang="en-IN" dirty="0"/>
                    </a:p>
                  </a:txBody>
                  <a:tcPr/>
                </a:tc>
                <a:tc>
                  <a:txBody>
                    <a:bodyPr/>
                    <a:lstStyle/>
                    <a:p>
                      <a:pPr algn="r"/>
                      <a:r>
                        <a:rPr lang="en-IN" dirty="0"/>
                        <a:t>54900</a:t>
                      </a:r>
                    </a:p>
                  </a:txBody>
                  <a:tcPr/>
                </a:tc>
                <a:extLst>
                  <a:ext uri="{0D108BD9-81ED-4DB2-BD59-A6C34878D82A}">
                    <a16:rowId xmlns:a16="http://schemas.microsoft.com/office/drawing/2014/main" val="2127805305"/>
                  </a:ext>
                </a:extLst>
              </a:tr>
              <a:tr h="370840">
                <a:tc>
                  <a:txBody>
                    <a:bodyPr/>
                    <a:lstStyle/>
                    <a:p>
                      <a:r>
                        <a:rPr lang="en-US" dirty="0"/>
                        <a:t>10</a:t>
                      </a:r>
                      <a:endParaRPr lang="en-IN" dirty="0"/>
                    </a:p>
                  </a:txBody>
                  <a:tcPr/>
                </a:tc>
                <a:tc>
                  <a:txBody>
                    <a:bodyPr/>
                    <a:lstStyle/>
                    <a:p>
                      <a:r>
                        <a:rPr lang="en-IN" dirty="0"/>
                        <a:t>Hexaware Tech</a:t>
                      </a:r>
                    </a:p>
                  </a:txBody>
                  <a:tcPr/>
                </a:tc>
                <a:tc>
                  <a:txBody>
                    <a:bodyPr/>
                    <a:lstStyle/>
                    <a:p>
                      <a:pPr algn="r"/>
                      <a:r>
                        <a:rPr lang="en-IN" dirty="0"/>
                        <a:t>45590</a:t>
                      </a:r>
                    </a:p>
                  </a:txBody>
                  <a:tcPr/>
                </a:tc>
                <a:extLst>
                  <a:ext uri="{0D108BD9-81ED-4DB2-BD59-A6C34878D82A}">
                    <a16:rowId xmlns:a16="http://schemas.microsoft.com/office/drawing/2014/main" val="1456369033"/>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5860B71E-5786-1577-B639-5291CC14202D}"/>
                  </a:ext>
                </a:extLst>
              </p14:cNvPr>
              <p14:cNvContentPartPr/>
              <p14:nvPr/>
            </p14:nvContentPartPr>
            <p14:xfrm>
              <a:off x="1218600" y="2074680"/>
              <a:ext cx="10967400" cy="5160240"/>
            </p14:xfrm>
          </p:contentPart>
        </mc:Choice>
        <mc:Fallback xmlns="">
          <p:pic>
            <p:nvPicPr>
              <p:cNvPr id="3" name="Ink 2">
                <a:extLst>
                  <a:ext uri="{FF2B5EF4-FFF2-40B4-BE49-F238E27FC236}">
                    <a16:creationId xmlns:a16="http://schemas.microsoft.com/office/drawing/2014/main" id="{5860B71E-5786-1577-B639-5291CC14202D}"/>
                  </a:ext>
                </a:extLst>
              </p:cNvPr>
              <p:cNvPicPr/>
              <p:nvPr/>
            </p:nvPicPr>
            <p:blipFill>
              <a:blip r:embed="rId3"/>
              <a:stretch>
                <a:fillRect/>
              </a:stretch>
            </p:blipFill>
            <p:spPr>
              <a:xfrm>
                <a:off x="1209240" y="2065320"/>
                <a:ext cx="10986120" cy="5178960"/>
              </a:xfrm>
              <a:prstGeom prst="rect">
                <a:avLst/>
              </a:prstGeom>
            </p:spPr>
          </p:pic>
        </mc:Fallback>
      </mc:AlternateContent>
    </p:spTree>
    <p:extLst>
      <p:ext uri="{BB962C8B-B14F-4D97-AF65-F5344CB8AC3E}">
        <p14:creationId xmlns:p14="http://schemas.microsoft.com/office/powerpoint/2010/main" val="3734401031"/>
      </p:ext>
    </p:extLst>
  </p:cSld>
  <p:clrMapOvr>
    <a:masterClrMapping/>
  </p:clrMapOvr>
</p:sld>
</file>

<file path=ppt/slides/slide4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F9C75-B624-4F6C-9B27-60B83C3B0D9E}"/>
              </a:ext>
            </a:extLst>
          </p:cNvPr>
          <p:cNvSpPr>
            <a:spLocks noGrp="1"/>
          </p:cNvSpPr>
          <p:nvPr>
            <p:ph type="title"/>
          </p:nvPr>
        </p:nvSpPr>
        <p:spPr>
          <a:xfrm>
            <a:off x="643758" y="49816"/>
            <a:ext cx="10515600" cy="1227192"/>
          </a:xfrm>
        </p:spPr>
        <p:txBody>
          <a:bodyPr>
            <a:normAutofit/>
          </a:bodyPr>
          <a:lstStyle/>
          <a:p>
            <a:r>
              <a:rPr lang="en-US" sz="4000" b="1" dirty="0"/>
              <a:t>S 2: Fundamental Variables for TCS and its peers</a:t>
            </a:r>
            <a:endParaRPr lang="en-IN" sz="4000" b="1" dirty="0"/>
          </a:p>
        </p:txBody>
      </p:sp>
      <p:graphicFrame>
        <p:nvGraphicFramePr>
          <p:cNvPr id="4" name="Table 4">
            <a:extLst>
              <a:ext uri="{FF2B5EF4-FFF2-40B4-BE49-F238E27FC236}">
                <a16:creationId xmlns:a16="http://schemas.microsoft.com/office/drawing/2014/main" id="{7B05493C-E51C-45CE-900F-ABFDC9029078}"/>
              </a:ext>
            </a:extLst>
          </p:cNvPr>
          <p:cNvGraphicFramePr>
            <a:graphicFrameLocks noGrp="1"/>
          </p:cNvGraphicFramePr>
          <p:nvPr>
            <p:ph idx="1"/>
          </p:nvPr>
        </p:nvGraphicFramePr>
        <p:xfrm>
          <a:off x="583769" y="1035269"/>
          <a:ext cx="10771323" cy="5833549"/>
        </p:xfrm>
        <a:graphic>
          <a:graphicData uri="http://schemas.openxmlformats.org/drawingml/2006/table">
            <a:tbl>
              <a:tblPr firstRow="1" bandRow="1">
                <a:tableStyleId>{21E4AEA4-8DFA-4A89-87EB-49C32662AFE0}</a:tableStyleId>
              </a:tblPr>
              <a:tblGrid>
                <a:gridCol w="1766807">
                  <a:extLst>
                    <a:ext uri="{9D8B030D-6E8A-4147-A177-3AD203B41FA5}">
                      <a16:colId xmlns:a16="http://schemas.microsoft.com/office/drawing/2014/main" val="1800473467"/>
                    </a:ext>
                  </a:extLst>
                </a:gridCol>
                <a:gridCol w="2355742">
                  <a:extLst>
                    <a:ext uri="{9D8B030D-6E8A-4147-A177-3AD203B41FA5}">
                      <a16:colId xmlns:a16="http://schemas.microsoft.com/office/drawing/2014/main" val="3785070090"/>
                    </a:ext>
                  </a:extLst>
                </a:gridCol>
                <a:gridCol w="2727702">
                  <a:extLst>
                    <a:ext uri="{9D8B030D-6E8A-4147-A177-3AD203B41FA5}">
                      <a16:colId xmlns:a16="http://schemas.microsoft.com/office/drawing/2014/main" val="3210578389"/>
                    </a:ext>
                  </a:extLst>
                </a:gridCol>
                <a:gridCol w="1185545">
                  <a:extLst>
                    <a:ext uri="{9D8B030D-6E8A-4147-A177-3AD203B41FA5}">
                      <a16:colId xmlns:a16="http://schemas.microsoft.com/office/drawing/2014/main" val="2137383941"/>
                    </a:ext>
                  </a:extLst>
                </a:gridCol>
                <a:gridCol w="2735527">
                  <a:extLst>
                    <a:ext uri="{9D8B030D-6E8A-4147-A177-3AD203B41FA5}">
                      <a16:colId xmlns:a16="http://schemas.microsoft.com/office/drawing/2014/main" val="1583882038"/>
                    </a:ext>
                  </a:extLst>
                </a:gridCol>
              </a:tblGrid>
              <a:tr h="737463">
                <a:tc>
                  <a:txBody>
                    <a:bodyPr/>
                    <a:lstStyle/>
                    <a:p>
                      <a:r>
                        <a:rPr lang="en-US" dirty="0"/>
                        <a:t>Company</a:t>
                      </a:r>
                      <a:endParaRPr lang="en-IN" dirty="0"/>
                    </a:p>
                  </a:txBody>
                  <a:tcPr/>
                </a:tc>
                <a:tc>
                  <a:txBody>
                    <a:bodyPr/>
                    <a:lstStyle/>
                    <a:p>
                      <a:r>
                        <a:rPr lang="en-US" dirty="0"/>
                        <a:t>DPR (March 2025)- 5 year average </a:t>
                      </a:r>
                      <a:endParaRPr lang="en-IN" dirty="0"/>
                    </a:p>
                  </a:txBody>
                  <a:tcPr/>
                </a:tc>
                <a:tc>
                  <a:txBody>
                    <a:bodyPr/>
                    <a:lstStyle/>
                    <a:p>
                      <a:r>
                        <a:rPr lang="en-US" dirty="0"/>
                        <a:t>G % = ROE * (1-DPR)</a:t>
                      </a:r>
                    </a:p>
                    <a:p>
                      <a:r>
                        <a:rPr lang="en-US" dirty="0"/>
                        <a:t>(5 year average )</a:t>
                      </a:r>
                      <a:endParaRPr lang="en-IN" dirty="0"/>
                    </a:p>
                  </a:txBody>
                  <a:tcPr/>
                </a:tc>
                <a:tc>
                  <a:txBody>
                    <a:bodyPr/>
                    <a:lstStyle/>
                    <a:p>
                      <a:r>
                        <a:rPr lang="en-US" dirty="0"/>
                        <a:t>Beta  (current)</a:t>
                      </a:r>
                      <a:endParaRPr lang="en-IN" dirty="0"/>
                    </a:p>
                  </a:txBody>
                  <a:tcPr/>
                </a:tc>
                <a:tc>
                  <a:txBody>
                    <a:bodyPr/>
                    <a:lstStyle/>
                    <a:p>
                      <a:r>
                        <a:rPr lang="en-US" dirty="0"/>
                        <a:t> Current PE </a:t>
                      </a:r>
                    </a:p>
                    <a:p>
                      <a:r>
                        <a:rPr lang="en-US" dirty="0"/>
                        <a:t>( 24 December  2025)</a:t>
                      </a:r>
                      <a:endParaRPr lang="en-IN" dirty="0"/>
                    </a:p>
                  </a:txBody>
                  <a:tcPr/>
                </a:tc>
                <a:extLst>
                  <a:ext uri="{0D108BD9-81ED-4DB2-BD59-A6C34878D82A}">
                    <a16:rowId xmlns:a16="http://schemas.microsoft.com/office/drawing/2014/main" val="362018495"/>
                  </a:ext>
                </a:extLst>
              </a:tr>
              <a:tr h="385490">
                <a:tc>
                  <a:txBody>
                    <a:bodyPr/>
                    <a:lstStyle/>
                    <a:p>
                      <a:r>
                        <a:rPr lang="en-US" b="0" dirty="0"/>
                        <a:t>TCS</a:t>
                      </a:r>
                      <a:endParaRPr lang="en-IN" b="0" dirty="0"/>
                    </a:p>
                  </a:txBody>
                  <a:tcPr/>
                </a:tc>
                <a:tc>
                  <a:txBody>
                    <a:bodyPr/>
                    <a:lstStyle/>
                    <a:p>
                      <a:r>
                        <a:rPr lang="en-IN" b="0" dirty="0"/>
                        <a:t>395/ 565.59= 0.70</a:t>
                      </a:r>
                    </a:p>
                  </a:txBody>
                  <a:tcPr/>
                </a:tc>
                <a:tc>
                  <a:txBody>
                    <a:bodyPr/>
                    <a:lstStyle/>
                    <a:p>
                      <a:r>
                        <a:rPr lang="en-IN" b="0" dirty="0">
                          <a:highlight>
                            <a:srgbClr val="FFFF00"/>
                          </a:highlight>
                        </a:rPr>
                        <a:t>45.82</a:t>
                      </a:r>
                      <a:r>
                        <a:rPr lang="en-IN" b="0" dirty="0"/>
                        <a:t> ( 1-0.70) =  13.75</a:t>
                      </a:r>
                    </a:p>
                  </a:txBody>
                  <a:tcPr/>
                </a:tc>
                <a:tc>
                  <a:txBody>
                    <a:bodyPr/>
                    <a:lstStyle/>
                    <a:p>
                      <a:r>
                        <a:rPr lang="en-IN" b="0" dirty="0">
                          <a:highlight>
                            <a:srgbClr val="FFFF00"/>
                          </a:highlight>
                        </a:rPr>
                        <a:t>0.88</a:t>
                      </a:r>
                    </a:p>
                  </a:txBody>
                  <a:tcPr/>
                </a:tc>
                <a:tc>
                  <a:txBody>
                    <a:bodyPr/>
                    <a:lstStyle/>
                    <a:p>
                      <a:r>
                        <a:rPr lang="en-IN" b="0" dirty="0"/>
                        <a:t>3308.20/134.19 = 24.65</a:t>
                      </a:r>
                    </a:p>
                  </a:txBody>
                  <a:tcPr/>
                </a:tc>
                <a:extLst>
                  <a:ext uri="{0D108BD9-81ED-4DB2-BD59-A6C34878D82A}">
                    <a16:rowId xmlns:a16="http://schemas.microsoft.com/office/drawing/2014/main" val="3186290182"/>
                  </a:ext>
                </a:extLst>
              </a:tr>
              <a:tr h="427260">
                <a:tc>
                  <a:txBody>
                    <a:bodyPr/>
                    <a:lstStyle/>
                    <a:p>
                      <a:r>
                        <a:rPr lang="en-US" dirty="0"/>
                        <a:t>Infosys</a:t>
                      </a:r>
                      <a:endParaRPr lang="en-IN" dirty="0"/>
                    </a:p>
                  </a:txBody>
                  <a:tcPr/>
                </a:tc>
                <a:tc>
                  <a:txBody>
                    <a:bodyPr/>
                    <a:lstStyle/>
                    <a:p>
                      <a:r>
                        <a:rPr lang="en-IN" b="0" dirty="0"/>
                        <a:t>181/ 283.65  = 0.64</a:t>
                      </a:r>
                    </a:p>
                  </a:txBody>
                  <a:tcPr/>
                </a:tc>
                <a:tc>
                  <a:txBody>
                    <a:bodyPr/>
                    <a:lstStyle/>
                    <a:p>
                      <a:r>
                        <a:rPr lang="en-IN" b="0" dirty="0"/>
                        <a:t>28.85 (1-0.64) = 10.39</a:t>
                      </a:r>
                    </a:p>
                  </a:txBody>
                  <a:tcPr/>
                </a:tc>
                <a:tc>
                  <a:txBody>
                    <a:bodyPr/>
                    <a:lstStyle/>
                    <a:p>
                      <a:r>
                        <a:rPr lang="en-IN" b="0" dirty="0"/>
                        <a:t>1.24</a:t>
                      </a:r>
                    </a:p>
                  </a:txBody>
                  <a:tcPr/>
                </a:tc>
                <a:tc>
                  <a:txBody>
                    <a:bodyPr/>
                    <a:lstStyle/>
                    <a:p>
                      <a:r>
                        <a:rPr lang="en-IN" b="0" dirty="0"/>
                        <a:t>1658.30/ 64.50 = 25.71</a:t>
                      </a:r>
                    </a:p>
                  </a:txBody>
                  <a:tcPr/>
                </a:tc>
                <a:extLst>
                  <a:ext uri="{0D108BD9-81ED-4DB2-BD59-A6C34878D82A}">
                    <a16:rowId xmlns:a16="http://schemas.microsoft.com/office/drawing/2014/main" val="4194421639"/>
                  </a:ext>
                </a:extLst>
              </a:tr>
              <a:tr h="427260">
                <a:tc>
                  <a:txBody>
                    <a:bodyPr/>
                    <a:lstStyle/>
                    <a:p>
                      <a:r>
                        <a:rPr lang="en-US" dirty="0"/>
                        <a:t>HCL Tech</a:t>
                      </a:r>
                      <a:endParaRPr lang="en-IN" dirty="0"/>
                    </a:p>
                  </a:txBody>
                  <a:tcPr/>
                </a:tc>
                <a:tc>
                  <a:txBody>
                    <a:bodyPr/>
                    <a:lstStyle/>
                    <a:p>
                      <a:r>
                        <a:rPr lang="en-IN" b="0" dirty="0"/>
                        <a:t>212 / 267.84  = 0.79</a:t>
                      </a:r>
                    </a:p>
                  </a:txBody>
                  <a:tcPr/>
                </a:tc>
                <a:tc>
                  <a:txBody>
                    <a:bodyPr/>
                    <a:lstStyle/>
                    <a:p>
                      <a:r>
                        <a:rPr lang="en-IN" b="0" dirty="0"/>
                        <a:t> 22.21(1-0.79 ) = 4.66 </a:t>
                      </a:r>
                    </a:p>
                  </a:txBody>
                  <a:tcPr/>
                </a:tc>
                <a:tc>
                  <a:txBody>
                    <a:bodyPr/>
                    <a:lstStyle/>
                    <a:p>
                      <a:r>
                        <a:rPr lang="en-IN" b="0" dirty="0"/>
                        <a:t>1.18</a:t>
                      </a:r>
                    </a:p>
                  </a:txBody>
                  <a:tcPr/>
                </a:tc>
                <a:tc>
                  <a:txBody>
                    <a:bodyPr/>
                    <a:lstStyle/>
                    <a:p>
                      <a:r>
                        <a:rPr lang="en-IN" b="0" dirty="0"/>
                        <a:t>1676.50/ 64.16 = 26.13</a:t>
                      </a:r>
                    </a:p>
                  </a:txBody>
                  <a:tcPr/>
                </a:tc>
                <a:extLst>
                  <a:ext uri="{0D108BD9-81ED-4DB2-BD59-A6C34878D82A}">
                    <a16:rowId xmlns:a16="http://schemas.microsoft.com/office/drawing/2014/main" val="3716317282"/>
                  </a:ext>
                </a:extLst>
              </a:tr>
              <a:tr h="427260">
                <a:tc>
                  <a:txBody>
                    <a:bodyPr/>
                    <a:lstStyle/>
                    <a:p>
                      <a:r>
                        <a:rPr lang="en-US" dirty="0"/>
                        <a:t>Wipro</a:t>
                      </a:r>
                      <a:endParaRPr lang="en-IN" dirty="0"/>
                    </a:p>
                  </a:txBody>
                  <a:tcPr/>
                </a:tc>
                <a:tc>
                  <a:txBody>
                    <a:bodyPr/>
                    <a:lstStyle/>
                    <a:p>
                      <a:r>
                        <a:rPr lang="en-IN" b="0" dirty="0"/>
                        <a:t>15/ 95.66  = </a:t>
                      </a:r>
                      <a:r>
                        <a:rPr lang="en-IN" b="1" dirty="0"/>
                        <a:t>0.16</a:t>
                      </a:r>
                    </a:p>
                  </a:txBody>
                  <a:tcPr/>
                </a:tc>
                <a:tc>
                  <a:txBody>
                    <a:bodyPr/>
                    <a:lstStyle/>
                    <a:p>
                      <a:r>
                        <a:rPr lang="en-IN" b="0" dirty="0"/>
                        <a:t> 16.74(1-0.16 ) =  14.06</a:t>
                      </a:r>
                    </a:p>
                  </a:txBody>
                  <a:tcPr/>
                </a:tc>
                <a:tc>
                  <a:txBody>
                    <a:bodyPr/>
                    <a:lstStyle/>
                    <a:p>
                      <a:r>
                        <a:rPr lang="en-IN" b="0" dirty="0"/>
                        <a:t>1.08</a:t>
                      </a:r>
                    </a:p>
                  </a:txBody>
                  <a:tcPr/>
                </a:tc>
                <a:tc>
                  <a:txBody>
                    <a:bodyPr/>
                    <a:lstStyle/>
                    <a:p>
                      <a:r>
                        <a:rPr lang="en-IN" b="0" dirty="0"/>
                        <a:t>268.10/  12.56 = 21.35</a:t>
                      </a:r>
                    </a:p>
                  </a:txBody>
                  <a:tcPr/>
                </a:tc>
                <a:extLst>
                  <a:ext uri="{0D108BD9-81ED-4DB2-BD59-A6C34878D82A}">
                    <a16:rowId xmlns:a16="http://schemas.microsoft.com/office/drawing/2014/main" val="848015408"/>
                  </a:ext>
                </a:extLst>
              </a:tr>
              <a:tr h="427260">
                <a:tc>
                  <a:txBody>
                    <a:bodyPr/>
                    <a:lstStyle/>
                    <a:p>
                      <a:r>
                        <a:rPr lang="en-US" dirty="0"/>
                        <a:t>LTI Mindtree</a:t>
                      </a:r>
                      <a:endParaRPr lang="en-IN" dirty="0"/>
                    </a:p>
                  </a:txBody>
                  <a:tcPr/>
                </a:tc>
                <a:tc>
                  <a:txBody>
                    <a:bodyPr/>
                    <a:lstStyle/>
                    <a:p>
                      <a:r>
                        <a:rPr lang="en-IN" b="0" dirty="0"/>
                        <a:t>285 / 701.38 =0.41</a:t>
                      </a:r>
                    </a:p>
                  </a:txBody>
                  <a:tcPr/>
                </a:tc>
                <a:tc>
                  <a:txBody>
                    <a:bodyPr/>
                    <a:lstStyle/>
                    <a:p>
                      <a:r>
                        <a:rPr lang="en-IN" b="0" dirty="0"/>
                        <a:t> 24.45(1-0.41) = </a:t>
                      </a:r>
                      <a:r>
                        <a:rPr lang="en-IN" b="0" dirty="0">
                          <a:highlight>
                            <a:srgbClr val="FFFF00"/>
                          </a:highlight>
                        </a:rPr>
                        <a:t>14.43</a:t>
                      </a:r>
                    </a:p>
                  </a:txBody>
                  <a:tcPr/>
                </a:tc>
                <a:tc>
                  <a:txBody>
                    <a:bodyPr/>
                    <a:lstStyle/>
                    <a:p>
                      <a:r>
                        <a:rPr lang="en-IN" b="0" dirty="0"/>
                        <a:t>1.22</a:t>
                      </a:r>
                    </a:p>
                  </a:txBody>
                  <a:tcPr/>
                </a:tc>
                <a:tc>
                  <a:txBody>
                    <a:bodyPr/>
                    <a:lstStyle/>
                    <a:p>
                      <a:r>
                        <a:rPr lang="en-IN" b="0" dirty="0"/>
                        <a:t>6209.00 / 155.29 = 39.98</a:t>
                      </a:r>
                    </a:p>
                  </a:txBody>
                  <a:tcPr/>
                </a:tc>
                <a:extLst>
                  <a:ext uri="{0D108BD9-81ED-4DB2-BD59-A6C34878D82A}">
                    <a16:rowId xmlns:a16="http://schemas.microsoft.com/office/drawing/2014/main" val="3702043967"/>
                  </a:ext>
                </a:extLst>
              </a:tr>
              <a:tr h="427260">
                <a:tc>
                  <a:txBody>
                    <a:bodyPr/>
                    <a:lstStyle/>
                    <a:p>
                      <a:r>
                        <a:rPr lang="en-US" dirty="0"/>
                        <a:t>Tech Mahindra</a:t>
                      </a:r>
                      <a:endParaRPr lang="en-IN" dirty="0"/>
                    </a:p>
                  </a:txBody>
                  <a:tcPr/>
                </a:tc>
                <a:tc>
                  <a:txBody>
                    <a:bodyPr/>
                    <a:lstStyle/>
                    <a:p>
                      <a:r>
                        <a:rPr lang="en-IN" b="0" dirty="0"/>
                        <a:t>225/  243.38 = 0.92</a:t>
                      </a:r>
                    </a:p>
                  </a:txBody>
                  <a:tcPr/>
                </a:tc>
                <a:tc>
                  <a:txBody>
                    <a:bodyPr/>
                    <a:lstStyle/>
                    <a:p>
                      <a:r>
                        <a:rPr lang="en-IN" b="0" dirty="0"/>
                        <a:t> </a:t>
                      </a:r>
                      <a:r>
                        <a:rPr lang="en-IN" b="1" dirty="0"/>
                        <a:t>16.04 </a:t>
                      </a:r>
                      <a:r>
                        <a:rPr lang="en-IN" b="0" dirty="0"/>
                        <a:t>(1-0.92 ) = 1.28</a:t>
                      </a:r>
                    </a:p>
                  </a:txBody>
                  <a:tcPr/>
                </a:tc>
                <a:tc>
                  <a:txBody>
                    <a:bodyPr/>
                    <a:lstStyle/>
                    <a:p>
                      <a:r>
                        <a:rPr lang="en-IN" b="0" dirty="0"/>
                        <a:t>1.11</a:t>
                      </a:r>
                    </a:p>
                  </a:txBody>
                  <a:tcPr/>
                </a:tc>
                <a:tc>
                  <a:txBody>
                    <a:bodyPr/>
                    <a:lstStyle/>
                    <a:p>
                      <a:r>
                        <a:rPr lang="en-IN" b="0" dirty="0"/>
                        <a:t>1630.00/ 48  = 33.96</a:t>
                      </a:r>
                    </a:p>
                  </a:txBody>
                  <a:tcPr/>
                </a:tc>
                <a:extLst>
                  <a:ext uri="{0D108BD9-81ED-4DB2-BD59-A6C34878D82A}">
                    <a16:rowId xmlns:a16="http://schemas.microsoft.com/office/drawing/2014/main" val="3171590687"/>
                  </a:ext>
                </a:extLst>
              </a:tr>
              <a:tr h="437996">
                <a:tc>
                  <a:txBody>
                    <a:bodyPr/>
                    <a:lstStyle/>
                    <a:p>
                      <a:r>
                        <a:rPr lang="en-US" dirty="0"/>
                        <a:t>Persistent </a:t>
                      </a:r>
                      <a:endParaRPr lang="en-IN" dirty="0"/>
                    </a:p>
                  </a:txBody>
                  <a:tcPr/>
                </a:tc>
                <a:tc>
                  <a:txBody>
                    <a:bodyPr/>
                    <a:lstStyle/>
                    <a:p>
                      <a:r>
                        <a:rPr lang="en-IN" b="0" dirty="0"/>
                        <a:t>162 /  436.70 = 0.37</a:t>
                      </a:r>
                    </a:p>
                  </a:txBody>
                  <a:tcPr/>
                </a:tc>
                <a:tc>
                  <a:txBody>
                    <a:bodyPr/>
                    <a:lstStyle/>
                    <a:p>
                      <a:r>
                        <a:rPr lang="en-IN" b="0" dirty="0"/>
                        <a:t> 20.81 (1-0.37 ) = 13.11</a:t>
                      </a:r>
                    </a:p>
                  </a:txBody>
                  <a:tcPr/>
                </a:tc>
                <a:tc>
                  <a:txBody>
                    <a:bodyPr/>
                    <a:lstStyle/>
                    <a:p>
                      <a:r>
                        <a:rPr lang="en-IN" b="0" dirty="0"/>
                        <a:t>1.55</a:t>
                      </a:r>
                    </a:p>
                  </a:txBody>
                  <a:tcPr/>
                </a:tc>
                <a:tc>
                  <a:txBody>
                    <a:bodyPr/>
                    <a:lstStyle/>
                    <a:p>
                      <a:r>
                        <a:rPr lang="en-IN" b="0" dirty="0"/>
                        <a:t>6428.00/  91.22 = </a:t>
                      </a:r>
                      <a:r>
                        <a:rPr lang="en-IN" b="0" dirty="0">
                          <a:highlight>
                            <a:srgbClr val="FFFF00"/>
                          </a:highlight>
                        </a:rPr>
                        <a:t>70.47</a:t>
                      </a:r>
                    </a:p>
                  </a:txBody>
                  <a:tcPr/>
                </a:tc>
                <a:extLst>
                  <a:ext uri="{0D108BD9-81ED-4DB2-BD59-A6C34878D82A}">
                    <a16:rowId xmlns:a16="http://schemas.microsoft.com/office/drawing/2014/main" val="3850899426"/>
                  </a:ext>
                </a:extLst>
              </a:tr>
              <a:tr h="427260">
                <a:tc>
                  <a:txBody>
                    <a:bodyPr/>
                    <a:lstStyle/>
                    <a:p>
                      <a:r>
                        <a:rPr lang="en-IN" dirty="0"/>
                        <a:t>Oracle Fin </a:t>
                      </a:r>
                      <a:r>
                        <a:rPr lang="en-IN" dirty="0" err="1"/>
                        <a:t>Serv</a:t>
                      </a:r>
                      <a:endParaRPr lang="en-IN" dirty="0"/>
                    </a:p>
                  </a:txBody>
                  <a:tcPr/>
                </a:tc>
                <a:tc>
                  <a:txBody>
                    <a:bodyPr/>
                    <a:lstStyle/>
                    <a:p>
                      <a:r>
                        <a:rPr lang="en-IN" b="0" dirty="0"/>
                        <a:t>1120 / 1163.89 = </a:t>
                      </a:r>
                      <a:r>
                        <a:rPr lang="en-IN" b="0" dirty="0">
                          <a:highlight>
                            <a:srgbClr val="FFFF00"/>
                          </a:highlight>
                        </a:rPr>
                        <a:t>0.96</a:t>
                      </a:r>
                    </a:p>
                  </a:txBody>
                  <a:tcPr/>
                </a:tc>
                <a:tc>
                  <a:txBody>
                    <a:bodyPr/>
                    <a:lstStyle/>
                    <a:p>
                      <a:r>
                        <a:rPr lang="en-IN" b="0" dirty="0"/>
                        <a:t> 26.64 (1-0.96 ) = </a:t>
                      </a:r>
                      <a:r>
                        <a:rPr lang="en-IN" b="1" dirty="0"/>
                        <a:t>1.07</a:t>
                      </a:r>
                    </a:p>
                  </a:txBody>
                  <a:tcPr/>
                </a:tc>
                <a:tc>
                  <a:txBody>
                    <a:bodyPr/>
                    <a:lstStyle/>
                    <a:p>
                      <a:r>
                        <a:rPr lang="en-IN" b="0" dirty="0"/>
                        <a:t>1.53</a:t>
                      </a:r>
                    </a:p>
                  </a:txBody>
                  <a:tcPr/>
                </a:tc>
                <a:tc>
                  <a:txBody>
                    <a:bodyPr/>
                    <a:lstStyle/>
                    <a:p>
                      <a:r>
                        <a:rPr lang="en-IN" b="0" dirty="0"/>
                        <a:t>7797.00 / 274.27 = 28.43</a:t>
                      </a:r>
                    </a:p>
                  </a:txBody>
                  <a:tcPr/>
                </a:tc>
                <a:extLst>
                  <a:ext uri="{0D108BD9-81ED-4DB2-BD59-A6C34878D82A}">
                    <a16:rowId xmlns:a16="http://schemas.microsoft.com/office/drawing/2014/main" val="1578286151"/>
                  </a:ext>
                </a:extLst>
              </a:tr>
              <a:tr h="427260">
                <a:tc>
                  <a:txBody>
                    <a:bodyPr/>
                    <a:lstStyle/>
                    <a:p>
                      <a:r>
                        <a:rPr lang="en-US" dirty="0"/>
                        <a:t>COFORGE Ltd </a:t>
                      </a:r>
                      <a:endParaRPr lang="en-IN" dirty="0"/>
                    </a:p>
                  </a:txBody>
                  <a:tcPr/>
                </a:tc>
                <a:tc>
                  <a:txBody>
                    <a:bodyPr/>
                    <a:lstStyle/>
                    <a:p>
                      <a:r>
                        <a:rPr lang="en-IN" b="0" dirty="0"/>
                        <a:t>281 / 552.04 = 0.51</a:t>
                      </a:r>
                    </a:p>
                  </a:txBody>
                  <a:tcPr/>
                </a:tc>
                <a:tc>
                  <a:txBody>
                    <a:bodyPr/>
                    <a:lstStyle/>
                    <a:p>
                      <a:r>
                        <a:rPr lang="en-IN" b="0" dirty="0"/>
                        <a:t>20.04 ( 1- 0.51 ) = 9.82 </a:t>
                      </a:r>
                    </a:p>
                  </a:txBody>
                  <a:tcPr/>
                </a:tc>
                <a:tc>
                  <a:txBody>
                    <a:bodyPr/>
                    <a:lstStyle/>
                    <a:p>
                      <a:r>
                        <a:rPr lang="en-IN" b="1" dirty="0"/>
                        <a:t>1.58</a:t>
                      </a:r>
                    </a:p>
                  </a:txBody>
                  <a:tcPr/>
                </a:tc>
                <a:tc>
                  <a:txBody>
                    <a:bodyPr/>
                    <a:lstStyle/>
                    <a:p>
                      <a:r>
                        <a:rPr lang="en-IN" b="0" dirty="0"/>
                        <a:t>1752.90 /  123.01 = </a:t>
                      </a:r>
                      <a:r>
                        <a:rPr lang="en-IN" b="1" dirty="0"/>
                        <a:t>14.25</a:t>
                      </a:r>
                    </a:p>
                  </a:txBody>
                  <a:tcPr/>
                </a:tc>
                <a:extLst>
                  <a:ext uri="{0D108BD9-81ED-4DB2-BD59-A6C34878D82A}">
                    <a16:rowId xmlns:a16="http://schemas.microsoft.com/office/drawing/2014/main" val="3420513797"/>
                  </a:ext>
                </a:extLst>
              </a:tr>
              <a:tr h="427260">
                <a:tc>
                  <a:txBody>
                    <a:bodyPr/>
                    <a:lstStyle/>
                    <a:p>
                      <a:r>
                        <a:rPr lang="en-IN" dirty="0" err="1"/>
                        <a:t>MphasiS</a:t>
                      </a:r>
                      <a:endParaRPr lang="en-IN" dirty="0"/>
                    </a:p>
                  </a:txBody>
                  <a:tcPr/>
                </a:tc>
                <a:tc>
                  <a:txBody>
                    <a:bodyPr/>
                    <a:lstStyle/>
                    <a:p>
                      <a:r>
                        <a:rPr lang="en-IN" b="0" dirty="0"/>
                        <a:t>273/ 400.90 =0.68</a:t>
                      </a:r>
                    </a:p>
                  </a:txBody>
                  <a:tcPr/>
                </a:tc>
                <a:tc>
                  <a:txBody>
                    <a:bodyPr/>
                    <a:lstStyle/>
                    <a:p>
                      <a:r>
                        <a:rPr lang="en-IN" b="0" dirty="0"/>
                        <a:t>19.04 ( 1-0.68) = 6.09 </a:t>
                      </a:r>
                    </a:p>
                  </a:txBody>
                  <a:tcPr/>
                </a:tc>
                <a:tc>
                  <a:txBody>
                    <a:bodyPr/>
                    <a:lstStyle/>
                    <a:p>
                      <a:r>
                        <a:rPr lang="en-IN" b="0" dirty="0"/>
                        <a:t>1.47</a:t>
                      </a:r>
                    </a:p>
                  </a:txBody>
                  <a:tcPr/>
                </a:tc>
                <a:tc>
                  <a:txBody>
                    <a:bodyPr/>
                    <a:lstStyle/>
                    <a:p>
                      <a:r>
                        <a:rPr lang="en-IN" b="0" dirty="0"/>
                        <a:t>2890.40/89.87 = 32.16</a:t>
                      </a:r>
                    </a:p>
                  </a:txBody>
                  <a:tcPr/>
                </a:tc>
                <a:extLst>
                  <a:ext uri="{0D108BD9-81ED-4DB2-BD59-A6C34878D82A}">
                    <a16:rowId xmlns:a16="http://schemas.microsoft.com/office/drawing/2014/main" val="2075922237"/>
                  </a:ext>
                </a:extLst>
              </a:tr>
              <a:tr h="427260">
                <a:tc>
                  <a:txBody>
                    <a:bodyPr/>
                    <a:lstStyle/>
                    <a:p>
                      <a:r>
                        <a:rPr lang="en-IN" dirty="0"/>
                        <a:t>Hexaware Tech </a:t>
                      </a:r>
                    </a:p>
                  </a:txBody>
                  <a:tcPr/>
                </a:tc>
                <a:tc>
                  <a:txBody>
                    <a:bodyPr/>
                    <a:lstStyle/>
                    <a:p>
                      <a:r>
                        <a:rPr lang="en-IN" b="0" dirty="0"/>
                        <a:t>55.50/ 83.67 = 0.66</a:t>
                      </a:r>
                    </a:p>
                  </a:txBody>
                  <a:tcPr/>
                </a:tc>
                <a:tc>
                  <a:txBody>
                    <a:bodyPr/>
                    <a:lstStyle/>
                    <a:p>
                      <a:r>
                        <a:rPr lang="en-IN" b="0" dirty="0"/>
                        <a:t> 20.78(1-0.66) = 7.07 </a:t>
                      </a:r>
                    </a:p>
                  </a:txBody>
                  <a:tcPr/>
                </a:tc>
                <a:tc>
                  <a:txBody>
                    <a:bodyPr/>
                    <a:lstStyle/>
                    <a:p>
                      <a:r>
                        <a:rPr lang="en-IN" b="0" dirty="0"/>
                        <a:t>0.93</a:t>
                      </a:r>
                    </a:p>
                  </a:txBody>
                  <a:tcPr/>
                </a:tc>
                <a:tc>
                  <a:txBody>
                    <a:bodyPr/>
                    <a:lstStyle/>
                    <a:p>
                      <a:r>
                        <a:rPr lang="en-IN" b="0" dirty="0"/>
                        <a:t>748.55/ 19.37 = 38.64</a:t>
                      </a:r>
                    </a:p>
                  </a:txBody>
                  <a:tcPr/>
                </a:tc>
                <a:extLst>
                  <a:ext uri="{0D108BD9-81ED-4DB2-BD59-A6C34878D82A}">
                    <a16:rowId xmlns:a16="http://schemas.microsoft.com/office/drawing/2014/main" val="4082978131"/>
                  </a:ext>
                </a:extLst>
              </a:tr>
              <a:tr h="427260">
                <a:tc>
                  <a:txBody>
                    <a:bodyPr/>
                    <a:lstStyle/>
                    <a:p>
                      <a:r>
                        <a:rPr lang="en-GB" b="1" dirty="0"/>
                        <a:t>Average </a:t>
                      </a:r>
                      <a:endParaRPr lang="en-IN" b="1" dirty="0"/>
                    </a:p>
                  </a:txBody>
                  <a:tcPr/>
                </a:tc>
                <a:tc>
                  <a:txBody>
                    <a:bodyPr/>
                    <a:lstStyle/>
                    <a:p>
                      <a:r>
                        <a:rPr lang="en-GB" b="0" dirty="0">
                          <a:highlight>
                            <a:srgbClr val="FFFF00"/>
                          </a:highlight>
                        </a:rPr>
                        <a:t>0.62</a:t>
                      </a:r>
                      <a:endParaRPr lang="en-IN" b="0" dirty="0">
                        <a:highlight>
                          <a:srgbClr val="FFFF00"/>
                        </a:highlight>
                      </a:endParaRPr>
                    </a:p>
                  </a:txBody>
                  <a:tcPr/>
                </a:tc>
                <a:tc>
                  <a:txBody>
                    <a:bodyPr/>
                    <a:lstStyle/>
                    <a:p>
                      <a:r>
                        <a:rPr lang="en-GB" b="0" dirty="0">
                          <a:highlight>
                            <a:srgbClr val="FFFF00"/>
                          </a:highlight>
                        </a:rPr>
                        <a:t>23.77 (1-0.62) = 9.03  </a:t>
                      </a:r>
                      <a:endParaRPr lang="en-IN" b="0" dirty="0">
                        <a:highlight>
                          <a:srgbClr val="FFFF00"/>
                        </a:highlight>
                      </a:endParaRPr>
                    </a:p>
                  </a:txBody>
                  <a:tcPr/>
                </a:tc>
                <a:tc>
                  <a:txBody>
                    <a:bodyPr/>
                    <a:lstStyle/>
                    <a:p>
                      <a:r>
                        <a:rPr lang="en-GB" b="0" dirty="0">
                          <a:highlight>
                            <a:srgbClr val="FFFF00"/>
                          </a:highlight>
                        </a:rPr>
                        <a:t>1.25</a:t>
                      </a:r>
                      <a:endParaRPr lang="en-IN" b="0" dirty="0">
                        <a:highlight>
                          <a:srgbClr val="FFFF00"/>
                        </a:highlight>
                      </a:endParaRPr>
                    </a:p>
                  </a:txBody>
                  <a:tcPr/>
                </a:tc>
                <a:tc>
                  <a:txBody>
                    <a:bodyPr/>
                    <a:lstStyle/>
                    <a:p>
                      <a:r>
                        <a:rPr lang="en-GB" b="0" dirty="0">
                          <a:highlight>
                            <a:srgbClr val="FFFF00"/>
                          </a:highlight>
                        </a:rPr>
                        <a:t>32.34</a:t>
                      </a:r>
                      <a:endParaRPr lang="en-IN" b="0" dirty="0">
                        <a:highlight>
                          <a:srgbClr val="FFFF00"/>
                        </a:highlight>
                      </a:endParaRPr>
                    </a:p>
                  </a:txBody>
                  <a:tcPr/>
                </a:tc>
                <a:extLst>
                  <a:ext uri="{0D108BD9-81ED-4DB2-BD59-A6C34878D82A}">
                    <a16:rowId xmlns:a16="http://schemas.microsoft.com/office/drawing/2014/main" val="4274480387"/>
                  </a:ext>
                </a:extLst>
              </a:tr>
            </a:tbl>
          </a:graphicData>
        </a:graphic>
      </p:graphicFrame>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0510D952-FC96-7556-9B41-9AC563E6368F}"/>
                  </a:ext>
                </a:extLst>
              </p14:cNvPr>
              <p14:cNvContentPartPr/>
              <p14:nvPr/>
            </p14:nvContentPartPr>
            <p14:xfrm>
              <a:off x="4405680" y="3469320"/>
              <a:ext cx="360" cy="360"/>
            </p14:xfrm>
          </p:contentPart>
        </mc:Choice>
        <mc:Fallback xmlns="">
          <p:pic>
            <p:nvPicPr>
              <p:cNvPr id="3" name="Ink 2">
                <a:extLst>
                  <a:ext uri="{FF2B5EF4-FFF2-40B4-BE49-F238E27FC236}">
                    <a16:creationId xmlns:a16="http://schemas.microsoft.com/office/drawing/2014/main" id="{0510D952-FC96-7556-9B41-9AC563E6368F}"/>
                  </a:ext>
                </a:extLst>
              </p:cNvPr>
              <p:cNvPicPr/>
              <p:nvPr/>
            </p:nvPicPr>
            <p:blipFill>
              <a:blip r:embed="rId4"/>
              <a:stretch>
                <a:fillRect/>
              </a:stretch>
            </p:blipFill>
            <p:spPr>
              <a:xfrm>
                <a:off x="4396320" y="3459960"/>
                <a:ext cx="19080" cy="19080"/>
              </a:xfrm>
              <a:prstGeom prst="rect">
                <a:avLst/>
              </a:prstGeom>
            </p:spPr>
          </p:pic>
        </mc:Fallback>
      </mc:AlternateContent>
    </p:spTree>
    <p:extLst>
      <p:ext uri="{BB962C8B-B14F-4D97-AF65-F5344CB8AC3E}">
        <p14:creationId xmlns:p14="http://schemas.microsoft.com/office/powerpoint/2010/main" val="2482823761"/>
      </p:ext>
    </p:extLst>
  </p:cSld>
  <p:clrMapOvr>
    <a:masterClrMapping/>
  </p:clrMapOvr>
</p:sld>
</file>

<file path=ppt/slides/slide4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8E217-DE9F-4151-998E-3E48AB05528F}"/>
              </a:ext>
            </a:extLst>
          </p:cNvPr>
          <p:cNvSpPr>
            <a:spLocks noGrp="1"/>
          </p:cNvSpPr>
          <p:nvPr>
            <p:ph type="title"/>
          </p:nvPr>
        </p:nvSpPr>
        <p:spPr/>
        <p:txBody>
          <a:bodyPr>
            <a:normAutofit/>
          </a:bodyPr>
          <a:lstStyle/>
          <a:p>
            <a:r>
              <a:rPr lang="en-US" sz="4000" dirty="0"/>
              <a:t> </a:t>
            </a:r>
            <a:r>
              <a:rPr lang="en-US" sz="4000" b="1" dirty="0"/>
              <a:t>S3 :</a:t>
            </a:r>
            <a:r>
              <a:rPr lang="en-US" sz="4000" dirty="0"/>
              <a:t> Run the Regression  ( </a:t>
            </a:r>
            <a:r>
              <a:rPr lang="en-US" sz="4000" dirty="0">
                <a:highlight>
                  <a:srgbClr val="FFFF00"/>
                </a:highlight>
              </a:rPr>
              <a:t>Exclude data for TCS</a:t>
            </a:r>
            <a:r>
              <a:rPr lang="en-US" sz="4000" dirty="0"/>
              <a:t>)</a:t>
            </a:r>
            <a:endParaRPr lang="en-IN" sz="4000" dirty="0"/>
          </a:p>
        </p:txBody>
      </p:sp>
      <p:sp>
        <p:nvSpPr>
          <p:cNvPr id="3" name="Content Placeholder 2">
            <a:extLst>
              <a:ext uri="{FF2B5EF4-FFF2-40B4-BE49-F238E27FC236}">
                <a16:creationId xmlns:a16="http://schemas.microsoft.com/office/drawing/2014/main" id="{E8A6ADFE-207A-4D1B-97B1-68B24AA1F300}"/>
              </a:ext>
            </a:extLst>
          </p:cNvPr>
          <p:cNvSpPr>
            <a:spLocks noGrp="1"/>
          </p:cNvSpPr>
          <p:nvPr>
            <p:ph idx="1"/>
          </p:nvPr>
        </p:nvSpPr>
        <p:spPr/>
        <p:txBody>
          <a:bodyPr>
            <a:normAutofit/>
          </a:bodyPr>
          <a:lstStyle/>
          <a:p>
            <a:r>
              <a:rPr lang="en-US" sz="3200" b="1" dirty="0"/>
              <a:t>Dependent Variable </a:t>
            </a:r>
            <a:r>
              <a:rPr lang="en-US" sz="3200" dirty="0"/>
              <a:t>: PE ( absolute value for e-g 22.34)</a:t>
            </a:r>
          </a:p>
          <a:p>
            <a:r>
              <a:rPr lang="en-US" sz="3200" b="1" dirty="0"/>
              <a:t>Independent Variable 1</a:t>
            </a:r>
            <a:r>
              <a:rPr lang="en-US" sz="3200" dirty="0"/>
              <a:t>: DPR ( in decimals  for e-g 0.45)</a:t>
            </a:r>
          </a:p>
          <a:p>
            <a:r>
              <a:rPr lang="en-US" sz="3200" b="1" dirty="0"/>
              <a:t>Independent Variable 2 </a:t>
            </a:r>
            <a:r>
              <a:rPr lang="en-US" sz="3200" dirty="0"/>
              <a:t>: Growth Rate (absolute value  </a:t>
            </a:r>
          </a:p>
          <a:p>
            <a:pPr marL="0" indent="0">
              <a:buNone/>
            </a:pPr>
            <a:r>
              <a:rPr lang="en-US" sz="3200" dirty="0"/>
              <a:t>                                                                        for e-g 20 )</a:t>
            </a:r>
          </a:p>
          <a:p>
            <a:r>
              <a:rPr lang="en-US" sz="3200" b="1" dirty="0"/>
              <a:t>Independent Variable 3:</a:t>
            </a:r>
            <a:r>
              <a:rPr lang="en-US" sz="3200" dirty="0"/>
              <a:t> Beta ( absolute value for e-g 1.54)</a:t>
            </a:r>
            <a:endParaRPr lang="en-IN" sz="3200" dirty="0"/>
          </a:p>
        </p:txBody>
      </p:sp>
    </p:spTree>
    <p:extLst>
      <p:ext uri="{BB962C8B-B14F-4D97-AF65-F5344CB8AC3E}">
        <p14:creationId xmlns:p14="http://schemas.microsoft.com/office/powerpoint/2010/main" val="1653068448"/>
      </p:ext>
    </p:extLst>
  </p:cSld>
  <p:clrMapOvr>
    <a:masterClrMapping/>
  </p:clrMapOvr>
</p:sld>
</file>

<file path=ppt/slides/slide4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8BBFB-BFD9-46D8-B88E-CD1C559347E9}"/>
              </a:ext>
            </a:extLst>
          </p:cNvPr>
          <p:cNvSpPr>
            <a:spLocks noGrp="1"/>
          </p:cNvSpPr>
          <p:nvPr>
            <p:ph type="title"/>
          </p:nvPr>
        </p:nvSpPr>
        <p:spPr/>
        <p:txBody>
          <a:bodyPr/>
          <a:lstStyle/>
          <a:p>
            <a:r>
              <a:rPr lang="en-US" b="1" dirty="0">
                <a:highlight>
                  <a:srgbClr val="FFFF00"/>
                </a:highlight>
              </a:rPr>
              <a:t>Step 4: </a:t>
            </a:r>
            <a:r>
              <a:rPr lang="en-US" dirty="0">
                <a:highlight>
                  <a:srgbClr val="FFFF00"/>
                </a:highlight>
              </a:rPr>
              <a:t>Output of Regression (TCS)</a:t>
            </a:r>
            <a:endParaRPr lang="en-IN" dirty="0">
              <a:highlight>
                <a:srgbClr val="FFFF00"/>
              </a:highlight>
            </a:endParaRPr>
          </a:p>
        </p:txBody>
      </p:sp>
      <p:sp>
        <p:nvSpPr>
          <p:cNvPr id="3" name="Content Placeholder 2">
            <a:extLst>
              <a:ext uri="{FF2B5EF4-FFF2-40B4-BE49-F238E27FC236}">
                <a16:creationId xmlns:a16="http://schemas.microsoft.com/office/drawing/2014/main" id="{5D6D7D68-EFC6-474A-A063-056CC296D3D5}"/>
              </a:ext>
            </a:extLst>
          </p:cNvPr>
          <p:cNvSpPr>
            <a:spLocks noGrp="1"/>
          </p:cNvSpPr>
          <p:nvPr>
            <p:ph idx="1"/>
          </p:nvPr>
        </p:nvSpPr>
        <p:spPr/>
        <p:txBody>
          <a:bodyPr/>
          <a:lstStyle/>
          <a:p>
            <a:pPr marL="0" indent="0">
              <a:buNone/>
            </a:pPr>
            <a:r>
              <a:rPr lang="en-US" b="1" dirty="0"/>
              <a:t>PE</a:t>
            </a:r>
            <a:r>
              <a:rPr lang="en-US" dirty="0"/>
              <a:t> = -11.51 +28.80 (DPR) +2.10 (g) +7.62(Beta)</a:t>
            </a:r>
          </a:p>
          <a:p>
            <a:pPr marL="0" indent="0">
              <a:buNone/>
            </a:pPr>
            <a:endParaRPr lang="en-US" dirty="0"/>
          </a:p>
          <a:p>
            <a:pPr marL="0" indent="0">
              <a:buNone/>
            </a:pPr>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8B0E7E67-6CDD-D799-7DA3-79CF79CF34EC}"/>
                  </a:ext>
                </a:extLst>
              </p14:cNvPr>
              <p14:cNvContentPartPr/>
              <p14:nvPr/>
            </p14:nvContentPartPr>
            <p14:xfrm>
              <a:off x="1696320" y="2745000"/>
              <a:ext cx="10185840" cy="3884040"/>
            </p14:xfrm>
          </p:contentPart>
        </mc:Choice>
        <mc:Fallback xmlns="">
          <p:pic>
            <p:nvPicPr>
              <p:cNvPr id="4" name="Ink 3">
                <a:extLst>
                  <a:ext uri="{FF2B5EF4-FFF2-40B4-BE49-F238E27FC236}">
                    <a16:creationId xmlns:a16="http://schemas.microsoft.com/office/drawing/2014/main" id="{8B0E7E67-6CDD-D799-7DA3-79CF79CF34EC}"/>
                  </a:ext>
                </a:extLst>
              </p:cNvPr>
              <p:cNvPicPr/>
              <p:nvPr/>
            </p:nvPicPr>
            <p:blipFill>
              <a:blip r:embed="rId3"/>
              <a:stretch>
                <a:fillRect/>
              </a:stretch>
            </p:blipFill>
            <p:spPr>
              <a:xfrm>
                <a:off x="1686960" y="2735640"/>
                <a:ext cx="10204560" cy="3902760"/>
              </a:xfrm>
              <a:prstGeom prst="rect">
                <a:avLst/>
              </a:prstGeom>
            </p:spPr>
          </p:pic>
        </mc:Fallback>
      </mc:AlternateContent>
    </p:spTree>
    <p:extLst>
      <p:ext uri="{BB962C8B-B14F-4D97-AF65-F5344CB8AC3E}">
        <p14:creationId xmlns:p14="http://schemas.microsoft.com/office/powerpoint/2010/main" val="2558843313"/>
      </p:ext>
    </p:extLst>
  </p:cSld>
  <p:clrMapOvr>
    <a:masterClrMapping/>
  </p:clrMapOvr>
</p:sld>
</file>

<file path=ppt/slides/slide4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21550-EC9F-4535-B7D5-24E006F78B0F}"/>
              </a:ext>
            </a:extLst>
          </p:cNvPr>
          <p:cNvSpPr>
            <a:spLocks noGrp="1"/>
          </p:cNvSpPr>
          <p:nvPr>
            <p:ph type="title"/>
          </p:nvPr>
        </p:nvSpPr>
        <p:spPr/>
        <p:txBody>
          <a:bodyPr/>
          <a:lstStyle/>
          <a:p>
            <a:pPr algn="ctr"/>
            <a:r>
              <a:rPr lang="en-US" b="1" dirty="0"/>
              <a:t>S5 :</a:t>
            </a:r>
            <a:r>
              <a:rPr lang="en-US" b="1" dirty="0">
                <a:highlight>
                  <a:srgbClr val="FFFF00"/>
                </a:highlight>
              </a:rPr>
              <a:t>Predicted PE for TCS </a:t>
            </a:r>
            <a:endParaRPr lang="en-IN" b="1" dirty="0">
              <a:highlight>
                <a:srgbClr val="FFFF00"/>
              </a:highlight>
            </a:endParaRPr>
          </a:p>
        </p:txBody>
      </p:sp>
      <p:sp>
        <p:nvSpPr>
          <p:cNvPr id="3" name="Content Placeholder 2">
            <a:extLst>
              <a:ext uri="{FF2B5EF4-FFF2-40B4-BE49-F238E27FC236}">
                <a16:creationId xmlns:a16="http://schemas.microsoft.com/office/drawing/2014/main" id="{72D42926-78CF-4E9E-B0B1-9F8E10DCEFC9}"/>
              </a:ext>
            </a:extLst>
          </p:cNvPr>
          <p:cNvSpPr>
            <a:spLocks noGrp="1"/>
          </p:cNvSpPr>
          <p:nvPr>
            <p:ph idx="1"/>
          </p:nvPr>
        </p:nvSpPr>
        <p:spPr/>
        <p:txBody>
          <a:bodyPr>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b="1" dirty="0"/>
              <a:t>PE </a:t>
            </a:r>
            <a:r>
              <a:rPr lang="en-US" dirty="0"/>
              <a: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-11.51 +28.80 (DPR) +2.10 (g) +7.62(Beta)</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r>
              <a:rPr lang="en-IN" b="1" dirty="0"/>
              <a:t>PE TCS (predicted)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IN" dirty="0"/>
              <a:t>= </a:t>
            </a:r>
            <a:r>
              <a:rPr lang="en-US" dirty="0">
                <a:solidFill>
                  <a:prstClr val="black"/>
                </a:solidFill>
                <a:latin typeface="Calibri" panose="020F0502020204030204"/>
              </a:rPr>
              <a:t>-11.51</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+28.80 (0.70) +</a:t>
            </a:r>
            <a:r>
              <a:rPr lang="en-US" dirty="0">
                <a:solidFill>
                  <a:prstClr val="black"/>
                </a:solidFill>
                <a:latin typeface="Calibri" panose="020F0502020204030204"/>
              </a:rPr>
              <a:t>2.10</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(13.75) + 7.62 (</a:t>
            </a:r>
            <a:r>
              <a:rPr lang="en-US" dirty="0">
                <a:solidFill>
                  <a:prstClr val="black"/>
                </a:solidFill>
                <a:latin typeface="Calibri" panose="020F0502020204030204"/>
              </a:rPr>
              <a:t>0</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.88)</a:t>
            </a:r>
            <a:endParaRPr lang="en-I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IN" dirty="0"/>
              <a:t>= -11.51+20.16+28.88+6.71</a:t>
            </a:r>
          </a:p>
          <a:p>
            <a:pPr marL="0" indent="0">
              <a:buNone/>
            </a:pPr>
            <a:r>
              <a:rPr lang="en-IN" dirty="0"/>
              <a:t>= </a:t>
            </a:r>
            <a:r>
              <a:rPr lang="en-IN" b="1" dirty="0"/>
              <a:t>44.24</a:t>
            </a:r>
          </a:p>
          <a:p>
            <a:pPr marL="0" indent="0">
              <a:buNone/>
            </a:pPr>
            <a:endParaRPr lang="en-IN" dirty="0"/>
          </a:p>
          <a:p>
            <a:pPr marL="0" indent="0">
              <a:buNone/>
            </a:pPr>
            <a:r>
              <a:rPr lang="en-IN" b="1" dirty="0"/>
              <a:t>Actual PE = 24.65                   </a:t>
            </a:r>
            <a:r>
              <a:rPr lang="en-IN" b="1" dirty="0">
                <a:highlight>
                  <a:srgbClr val="FFFF00"/>
                </a:highlight>
              </a:rPr>
              <a:t>Undervalued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F3BF8ABD-491F-5833-D59D-7FE9D22135E6}"/>
                  </a:ext>
                </a:extLst>
              </p14:cNvPr>
              <p14:cNvContentPartPr/>
              <p14:nvPr/>
            </p14:nvContentPartPr>
            <p14:xfrm>
              <a:off x="377280" y="2116080"/>
              <a:ext cx="11063160" cy="4671720"/>
            </p14:xfrm>
          </p:contentPart>
        </mc:Choice>
        <mc:Fallback xmlns="">
          <p:pic>
            <p:nvPicPr>
              <p:cNvPr id="4" name="Ink 3">
                <a:extLst>
                  <a:ext uri="{FF2B5EF4-FFF2-40B4-BE49-F238E27FC236}">
                    <a16:creationId xmlns:a16="http://schemas.microsoft.com/office/drawing/2014/main" id="{F3BF8ABD-491F-5833-D59D-7FE9D22135E6}"/>
                  </a:ext>
                </a:extLst>
              </p:cNvPr>
              <p:cNvPicPr/>
              <p:nvPr/>
            </p:nvPicPr>
            <p:blipFill>
              <a:blip r:embed="rId3"/>
              <a:stretch>
                <a:fillRect/>
              </a:stretch>
            </p:blipFill>
            <p:spPr>
              <a:xfrm>
                <a:off x="367920" y="2106720"/>
                <a:ext cx="11081880" cy="4690440"/>
              </a:xfrm>
              <a:prstGeom prst="rect">
                <a:avLst/>
              </a:prstGeom>
            </p:spPr>
          </p:pic>
        </mc:Fallback>
      </mc:AlternateContent>
    </p:spTree>
    <p:extLst>
      <p:ext uri="{BB962C8B-B14F-4D97-AF65-F5344CB8AC3E}">
        <p14:creationId xmlns:p14="http://schemas.microsoft.com/office/powerpoint/2010/main" val="3263394289"/>
      </p:ext>
    </p:extLst>
  </p:cSld>
  <p:clrMapOvr>
    <a:masterClrMapping/>
  </p:clrMapOvr>
</p:sld>
</file>

<file path=ppt/slides/slide4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8BBFB-BFD9-46D8-B88E-CD1C559347E9}"/>
              </a:ext>
            </a:extLst>
          </p:cNvPr>
          <p:cNvSpPr>
            <a:spLocks noGrp="1"/>
          </p:cNvSpPr>
          <p:nvPr>
            <p:ph type="title"/>
          </p:nvPr>
        </p:nvSpPr>
        <p:spPr/>
        <p:txBody>
          <a:bodyPr/>
          <a:lstStyle/>
          <a:p>
            <a:r>
              <a:rPr lang="en-US" b="1" dirty="0">
                <a:highlight>
                  <a:srgbClr val="FFFF00"/>
                </a:highlight>
              </a:rPr>
              <a:t> </a:t>
            </a:r>
            <a:r>
              <a:rPr lang="en-US" dirty="0">
                <a:highlight>
                  <a:srgbClr val="FFFF00"/>
                </a:highlight>
              </a:rPr>
              <a:t>Output of Regression (Infosys )  </a:t>
            </a:r>
            <a:endParaRPr lang="en-IN" dirty="0">
              <a:highlight>
                <a:srgbClr val="FFFF00"/>
              </a:highlight>
            </a:endParaRPr>
          </a:p>
        </p:txBody>
      </p:sp>
      <p:sp>
        <p:nvSpPr>
          <p:cNvPr id="3" name="Content Placeholder 2">
            <a:extLst>
              <a:ext uri="{FF2B5EF4-FFF2-40B4-BE49-F238E27FC236}">
                <a16:creationId xmlns:a16="http://schemas.microsoft.com/office/drawing/2014/main" id="{5D6D7D68-EFC6-474A-A063-056CC296D3D5}"/>
              </a:ext>
            </a:extLst>
          </p:cNvPr>
          <p:cNvSpPr>
            <a:spLocks noGrp="1"/>
          </p:cNvSpPr>
          <p:nvPr>
            <p:ph idx="1"/>
          </p:nvPr>
        </p:nvSpPr>
        <p:spPr/>
        <p:txBody>
          <a:bodyPr/>
          <a:lstStyle/>
          <a:p>
            <a:pPr marL="0" indent="0">
              <a:buNone/>
            </a:pPr>
            <a:r>
              <a:rPr lang="en-US" b="1" dirty="0"/>
              <a:t>PE</a:t>
            </a:r>
            <a:r>
              <a:rPr lang="en-US" dirty="0"/>
              <a:t> = 7.53 +2.66 (DPR) +0.75 (g) +13.92 (Beta)</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3248039302"/>
      </p:ext>
    </p:extLst>
  </p:cSld>
  <p:clrMapOvr>
    <a:masterClrMapping/>
  </p:clrMapOvr>
</p:sld>
</file>

<file path=ppt/slides/slide4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21550-EC9F-4535-B7D5-24E006F78B0F}"/>
              </a:ext>
            </a:extLst>
          </p:cNvPr>
          <p:cNvSpPr>
            <a:spLocks noGrp="1"/>
          </p:cNvSpPr>
          <p:nvPr>
            <p:ph type="title"/>
          </p:nvPr>
        </p:nvSpPr>
        <p:spPr/>
        <p:txBody>
          <a:bodyPr/>
          <a:lstStyle/>
          <a:p>
            <a:pPr algn="ctr"/>
            <a:r>
              <a:rPr lang="en-US" b="1" dirty="0"/>
              <a:t>Predicted PE for Infosys </a:t>
            </a:r>
            <a:endParaRPr lang="en-IN" b="1" dirty="0"/>
          </a:p>
        </p:txBody>
      </p:sp>
      <p:sp>
        <p:nvSpPr>
          <p:cNvPr id="3" name="Content Placeholder 2">
            <a:extLst>
              <a:ext uri="{FF2B5EF4-FFF2-40B4-BE49-F238E27FC236}">
                <a16:creationId xmlns:a16="http://schemas.microsoft.com/office/drawing/2014/main" id="{72D42926-78CF-4E9E-B0B1-9F8E10DCEFC9}"/>
              </a:ext>
            </a:extLst>
          </p:cNvPr>
          <p:cNvSpPr>
            <a:spLocks noGrp="1"/>
          </p:cNvSpPr>
          <p:nvPr>
            <p:ph idx="1"/>
          </p:nvPr>
        </p:nvSpPr>
        <p:spPr/>
        <p:txBody>
          <a:bodyPr>
            <a:normAutofit fontScale="92500" lnSpcReduction="20000"/>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b="1" dirty="0"/>
              <a:t>PE </a:t>
            </a:r>
            <a:r>
              <a:rPr lang="en-US" dirty="0"/>
              <a: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7.53 +2.66 (DPR) +0.75 (g) +13.92 (Beta)</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IN" b="1" dirty="0"/>
              <a:t>PE Infosys (predicted)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IN" b="1" dirty="0"/>
              <a:t>= </a:t>
            </a:r>
            <a:r>
              <a:rPr lang="en-US" b="1" dirty="0">
                <a:solidFill>
                  <a:prstClr val="black"/>
                </a:solidFill>
                <a:latin typeface="Calibri" panose="020F0502020204030204"/>
              </a:rPr>
              <a:t>7.53</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dirty="0">
                <a:solidFill>
                  <a:prstClr val="black"/>
                </a:solidFill>
                <a:latin typeface="Calibri" panose="020F0502020204030204"/>
              </a:rPr>
              <a:t>2.66</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(0.64) +0.75(10.39) + 13.92 (</a:t>
            </a:r>
            <a:r>
              <a:rPr lang="en-US" dirty="0">
                <a:solidFill>
                  <a:prstClr val="black"/>
                </a:solidFill>
                <a:latin typeface="Calibri" panose="020F0502020204030204"/>
              </a:rPr>
              <a:t>1.24</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IN" b="1"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IN" dirty="0"/>
              <a:t>= 7.53+ 1.70+ 7.79 + 17.26 </a:t>
            </a:r>
            <a:r>
              <a:rPr lang="en-IN" b="1" dirty="0"/>
              <a:t>= 34.28</a:t>
            </a:r>
          </a:p>
          <a:p>
            <a:pPr marL="0" indent="0">
              <a:buNone/>
            </a:pPr>
            <a:endParaRPr lang="en-IN" dirty="0"/>
          </a:p>
          <a:p>
            <a:pPr marL="0" indent="0">
              <a:buNone/>
            </a:pPr>
            <a:r>
              <a:rPr lang="en-IN" b="1" dirty="0"/>
              <a:t>Actual PE = 25.71</a:t>
            </a:r>
          </a:p>
          <a:p>
            <a:pPr marL="0" indent="0">
              <a:buNone/>
            </a:pPr>
            <a:endParaRPr lang="en-IN" b="1" dirty="0"/>
          </a:p>
          <a:p>
            <a:pPr marL="0" indent="0">
              <a:buNone/>
            </a:pPr>
            <a:r>
              <a:rPr lang="en-IN" b="1" dirty="0">
                <a:highlight>
                  <a:srgbClr val="FFFF00"/>
                </a:highlight>
              </a:rPr>
              <a:t>Undervalued</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4F4B93D4-9B03-09BB-ADF9-3AF21B64D355}"/>
                  </a:ext>
                </a:extLst>
              </p14:cNvPr>
              <p14:cNvContentPartPr/>
              <p14:nvPr/>
            </p14:nvContentPartPr>
            <p14:xfrm>
              <a:off x="1586520" y="3393360"/>
              <a:ext cx="5732280" cy="2854440"/>
            </p14:xfrm>
          </p:contentPart>
        </mc:Choice>
        <mc:Fallback xmlns="">
          <p:pic>
            <p:nvPicPr>
              <p:cNvPr id="4" name="Ink 3">
                <a:extLst>
                  <a:ext uri="{FF2B5EF4-FFF2-40B4-BE49-F238E27FC236}">
                    <a16:creationId xmlns:a16="http://schemas.microsoft.com/office/drawing/2014/main" id="{4F4B93D4-9B03-09BB-ADF9-3AF21B64D355}"/>
                  </a:ext>
                </a:extLst>
              </p:cNvPr>
              <p:cNvPicPr/>
              <p:nvPr/>
            </p:nvPicPr>
            <p:blipFill>
              <a:blip r:embed="rId3"/>
              <a:stretch>
                <a:fillRect/>
              </a:stretch>
            </p:blipFill>
            <p:spPr>
              <a:xfrm>
                <a:off x="1577160" y="3384000"/>
                <a:ext cx="5751000" cy="2873160"/>
              </a:xfrm>
              <a:prstGeom prst="rect">
                <a:avLst/>
              </a:prstGeom>
            </p:spPr>
          </p:pic>
        </mc:Fallback>
      </mc:AlternateContent>
    </p:spTree>
    <p:extLst>
      <p:ext uri="{BB962C8B-B14F-4D97-AF65-F5344CB8AC3E}">
        <p14:creationId xmlns:p14="http://schemas.microsoft.com/office/powerpoint/2010/main" val="2042677719"/>
      </p:ext>
    </p:extLst>
  </p:cSld>
  <p:clrMapOvr>
    <a:masterClrMapping/>
  </p:clrMapOvr>
</p:sld>
</file>

<file path=ppt/slides/slide4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8BBFB-BFD9-46D8-B88E-CD1C559347E9}"/>
              </a:ext>
            </a:extLst>
          </p:cNvPr>
          <p:cNvSpPr>
            <a:spLocks noGrp="1"/>
          </p:cNvSpPr>
          <p:nvPr>
            <p:ph type="title"/>
          </p:nvPr>
        </p:nvSpPr>
        <p:spPr/>
        <p:txBody>
          <a:bodyPr/>
          <a:lstStyle/>
          <a:p>
            <a:r>
              <a:rPr lang="en-US" b="1" dirty="0">
                <a:highlight>
                  <a:srgbClr val="FFFF00"/>
                </a:highlight>
              </a:rPr>
              <a:t> </a:t>
            </a:r>
            <a:r>
              <a:rPr lang="en-US" dirty="0">
                <a:highlight>
                  <a:srgbClr val="FFFF00"/>
                </a:highlight>
              </a:rPr>
              <a:t>Output of Regression ( Persistent  )  </a:t>
            </a:r>
            <a:endParaRPr lang="en-IN" dirty="0">
              <a:highlight>
                <a:srgbClr val="FFFF00"/>
              </a:highlight>
            </a:endParaRPr>
          </a:p>
        </p:txBody>
      </p:sp>
      <p:sp>
        <p:nvSpPr>
          <p:cNvPr id="3" name="Content Placeholder 2">
            <a:extLst>
              <a:ext uri="{FF2B5EF4-FFF2-40B4-BE49-F238E27FC236}">
                <a16:creationId xmlns:a16="http://schemas.microsoft.com/office/drawing/2014/main" id="{5D6D7D68-EFC6-474A-A063-056CC296D3D5}"/>
              </a:ext>
            </a:extLst>
          </p:cNvPr>
          <p:cNvSpPr>
            <a:spLocks noGrp="1"/>
          </p:cNvSpPr>
          <p:nvPr>
            <p:ph idx="1"/>
          </p:nvPr>
        </p:nvSpPr>
        <p:spPr/>
        <p:txBody>
          <a:bodyPr/>
          <a:lstStyle/>
          <a:p>
            <a:pPr marL="0" indent="0">
              <a:buNone/>
            </a:pPr>
            <a:r>
              <a:rPr lang="en-US" b="1" dirty="0"/>
              <a:t>PE</a:t>
            </a:r>
            <a:r>
              <a:rPr lang="en-US" dirty="0"/>
              <a:t> = 48.71  + 1.05 (DPR) - 0.48 (g) -13.84 (Beta)</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190006030"/>
      </p:ext>
    </p:extLst>
  </p:cSld>
  <p:clrMapOvr>
    <a:masterClrMapping/>
  </p:clrMapOvr>
</p:sld>
</file>

<file path=ppt/slides/slide4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21550-EC9F-4535-B7D5-24E006F78B0F}"/>
              </a:ext>
            </a:extLst>
          </p:cNvPr>
          <p:cNvSpPr>
            <a:spLocks noGrp="1"/>
          </p:cNvSpPr>
          <p:nvPr>
            <p:ph type="title"/>
          </p:nvPr>
        </p:nvSpPr>
        <p:spPr/>
        <p:txBody>
          <a:bodyPr/>
          <a:lstStyle/>
          <a:p>
            <a:pPr algn="ctr"/>
            <a:r>
              <a:rPr lang="en-US" b="1" dirty="0">
                <a:highlight>
                  <a:srgbClr val="FFFF00"/>
                </a:highlight>
              </a:rPr>
              <a:t>Predicted PE for Persistent</a:t>
            </a:r>
            <a:endParaRPr lang="en-IN" b="1" dirty="0">
              <a:highlight>
                <a:srgbClr val="FFFF00"/>
              </a:highlight>
            </a:endParaRPr>
          </a:p>
        </p:txBody>
      </p:sp>
      <p:sp>
        <p:nvSpPr>
          <p:cNvPr id="3" name="Content Placeholder 2">
            <a:extLst>
              <a:ext uri="{FF2B5EF4-FFF2-40B4-BE49-F238E27FC236}">
                <a16:creationId xmlns:a16="http://schemas.microsoft.com/office/drawing/2014/main" id="{72D42926-78CF-4E9E-B0B1-9F8E10DCEFC9}"/>
              </a:ext>
            </a:extLst>
          </p:cNvPr>
          <p:cNvSpPr>
            <a:spLocks noGrp="1"/>
          </p:cNvSpPr>
          <p:nvPr>
            <p:ph idx="1"/>
          </p:nvPr>
        </p:nvSpPr>
        <p:spPr/>
        <p:txBody>
          <a:bodyPr>
            <a:normAutofit fontScale="92500" lnSpcReduction="20000"/>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b="1" dirty="0"/>
              <a:t>PE </a:t>
            </a:r>
            <a:r>
              <a:rPr lang="en-US" dirty="0"/>
              <a: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48.71  + 1.05 (DPR) - 0.48 (g) -13.84 (Beta)</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IN" b="1" dirty="0"/>
              <a:t>PE  Persistent (predicted)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IN" b="1" dirty="0"/>
              <a:t>=</a:t>
            </a:r>
            <a:r>
              <a:rPr lang="en-US" dirty="0">
                <a:solidFill>
                  <a:prstClr val="black"/>
                </a:solidFill>
                <a:latin typeface="Calibri" panose="020F0502020204030204"/>
              </a:rPr>
              <a:t>48.71</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dirty="0">
                <a:solidFill>
                  <a:prstClr val="black"/>
                </a:solidFill>
                <a:latin typeface="Calibri" panose="020F0502020204030204"/>
              </a:rPr>
              <a:t> 1.05</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(0.37) - 0.48 (13.11) </a:t>
            </a:r>
            <a:r>
              <a:rPr lang="en-US" dirty="0">
                <a:solidFill>
                  <a:prstClr val="black"/>
                </a:solidFill>
                <a:latin typeface="Calibri" panose="020F0502020204030204"/>
              </a:rPr>
              <a:t>-13.84</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dirty="0">
                <a:solidFill>
                  <a:prstClr val="black"/>
                </a:solidFill>
                <a:latin typeface="Calibri" panose="020F0502020204030204"/>
              </a:rPr>
              <a:t>1.55</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IN" b="1"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IN" dirty="0"/>
              <a:t>= 48.71 + 0.39- 6.29 – 21.45</a:t>
            </a:r>
          </a:p>
          <a:p>
            <a:pPr marL="0" indent="0">
              <a:buNone/>
            </a:pPr>
            <a:r>
              <a:rPr lang="en-IN" b="1" dirty="0"/>
              <a:t>= 21.36</a:t>
            </a:r>
          </a:p>
          <a:p>
            <a:pPr marL="0" indent="0">
              <a:buNone/>
            </a:pPr>
            <a:endParaRPr lang="en-IN" dirty="0"/>
          </a:p>
          <a:p>
            <a:pPr marL="0" indent="0">
              <a:buNone/>
            </a:pPr>
            <a:r>
              <a:rPr lang="en-IN" b="1" dirty="0"/>
              <a:t>Actual PE = 70.47                                </a:t>
            </a:r>
            <a:r>
              <a:rPr lang="en-IN" b="1" dirty="0">
                <a:highlight>
                  <a:srgbClr val="FFFF00"/>
                </a:highlight>
              </a:rPr>
              <a:t>Overvalued</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B7DEABAF-F6BB-83B8-6291-F7A1BF673FC9}"/>
                  </a:ext>
                </a:extLst>
              </p14:cNvPr>
              <p14:cNvContentPartPr/>
              <p14:nvPr/>
            </p14:nvContentPartPr>
            <p14:xfrm>
              <a:off x="252000" y="2203920"/>
              <a:ext cx="11913840" cy="4260240"/>
            </p14:xfrm>
          </p:contentPart>
        </mc:Choice>
        <mc:Fallback xmlns="">
          <p:pic>
            <p:nvPicPr>
              <p:cNvPr id="4" name="Ink 3">
                <a:extLst>
                  <a:ext uri="{FF2B5EF4-FFF2-40B4-BE49-F238E27FC236}">
                    <a16:creationId xmlns:a16="http://schemas.microsoft.com/office/drawing/2014/main" id="{B7DEABAF-F6BB-83B8-6291-F7A1BF673FC9}"/>
                  </a:ext>
                </a:extLst>
              </p:cNvPr>
              <p:cNvPicPr/>
              <p:nvPr/>
            </p:nvPicPr>
            <p:blipFill>
              <a:blip r:embed="rId3"/>
              <a:stretch>
                <a:fillRect/>
              </a:stretch>
            </p:blipFill>
            <p:spPr>
              <a:xfrm>
                <a:off x="242640" y="2194560"/>
                <a:ext cx="11932560" cy="4278960"/>
              </a:xfrm>
              <a:prstGeom prst="rect">
                <a:avLst/>
              </a:prstGeom>
            </p:spPr>
          </p:pic>
        </mc:Fallback>
      </mc:AlternateContent>
    </p:spTree>
    <p:extLst>
      <p:ext uri="{BB962C8B-B14F-4D97-AF65-F5344CB8AC3E}">
        <p14:creationId xmlns:p14="http://schemas.microsoft.com/office/powerpoint/2010/main" val="3812905917"/>
      </p:ext>
    </p:extLst>
  </p:cSld>
  <p:clrMapOvr>
    <a:masterClrMapping/>
  </p:clrMapOvr>
</p:sld>
</file>

<file path=ppt/slides/slide4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FB223-EB4B-4441-5C0E-2D1377547A76}"/>
              </a:ext>
            </a:extLst>
          </p:cNvPr>
          <p:cNvSpPr>
            <a:spLocks noGrp="1"/>
          </p:cNvSpPr>
          <p:nvPr>
            <p:ph type="title"/>
          </p:nvPr>
        </p:nvSpPr>
        <p:spPr/>
        <p:txBody>
          <a:bodyPr/>
          <a:lstStyle/>
          <a:p>
            <a:pPr algn="ctr"/>
            <a:r>
              <a:rPr lang="en-US" b="1" dirty="0"/>
              <a:t>PEG Ratio</a:t>
            </a:r>
          </a:p>
        </p:txBody>
      </p:sp>
      <p:sp>
        <p:nvSpPr>
          <p:cNvPr id="3" name="Content Placeholder 2">
            <a:extLst>
              <a:ext uri="{FF2B5EF4-FFF2-40B4-BE49-F238E27FC236}">
                <a16:creationId xmlns:a16="http://schemas.microsoft.com/office/drawing/2014/main" id="{616EDFDC-FB45-19CA-DF21-B47E6973C15E}"/>
              </a:ext>
            </a:extLst>
          </p:cNvPr>
          <p:cNvSpPr>
            <a:spLocks noGrp="1"/>
          </p:cNvSpPr>
          <p:nvPr>
            <p:ph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sng" strike="noStrike" kern="1200" cap="none" spc="0" normalizeH="0" baseline="0" noProof="0" dirty="0">
                <a:ln>
                  <a:noFill/>
                </a:ln>
                <a:solidFill>
                  <a:prstClr val="black"/>
                </a:solidFill>
                <a:effectLst/>
                <a:uLnTx/>
                <a:uFillTx/>
                <a:latin typeface="Calibri" panose="020F0502020204030204"/>
                <a:ea typeface="+mn-ea"/>
                <a:cs typeface="+mn-cs"/>
              </a:rPr>
              <a:t>On Naïve Comparison: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If PEG is less than 1</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then the firm is undervalued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solidFill>
                  <a:prstClr val="black"/>
                </a:solidFill>
                <a:latin typeface="Calibri" panose="020F0502020204030204"/>
              </a:rPr>
              <a:t>Why PEG – there are companies which has similar growth rate, so we remove the impact of growth rate and this is not stable growth rate.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Its m</a:t>
            </a:r>
            <a:r>
              <a:rPr lang="en-US" dirty="0">
                <a:solidFill>
                  <a:prstClr val="black"/>
                </a:solidFill>
                <a:latin typeface="Calibri" panose="020F0502020204030204"/>
              </a:rPr>
              <a:t>ore for two stage firm.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PE of a two stage firm / g = PEG.</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solidFill>
                  <a:prstClr val="black"/>
                </a:solidFill>
                <a:latin typeface="Calibri" panose="020F0502020204030204"/>
              </a:rPr>
              <a:t>Why we divide high growth g in stable stage formula</a:t>
            </a:r>
            <a:endPar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US" dirty="0"/>
          </a:p>
        </p:txBody>
      </p:sp>
    </p:spTree>
    <p:extLst>
      <p:ext uri="{BB962C8B-B14F-4D97-AF65-F5344CB8AC3E}">
        <p14:creationId xmlns:p14="http://schemas.microsoft.com/office/powerpoint/2010/main" val="813476885"/>
      </p:ext>
    </p:extLst>
  </p:cSld>
  <p:clrMapOvr>
    <a:masterClrMapping/>
  </p:clrMapOvr>
</p:sld>
</file>

<file path=ppt/slides/slide4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DD67B-36FB-461C-9A5B-CE005F848488}"/>
              </a:ext>
            </a:extLst>
          </p:cNvPr>
          <p:cNvSpPr>
            <a:spLocks noGrp="1"/>
          </p:cNvSpPr>
          <p:nvPr>
            <p:ph type="title"/>
          </p:nvPr>
        </p:nvSpPr>
        <p:spPr>
          <a:xfrm>
            <a:off x="714213" y="0"/>
            <a:ext cx="10515600" cy="1325563"/>
          </a:xfrm>
        </p:spPr>
        <p:txBody>
          <a:bodyPr/>
          <a:lstStyle/>
          <a:p>
            <a:pPr algn="ctr"/>
            <a:r>
              <a:rPr lang="en-US" b="1" dirty="0">
                <a:highlight>
                  <a:srgbClr val="FFFF00"/>
                </a:highlight>
              </a:rPr>
              <a:t>PEG ratio </a:t>
            </a:r>
            <a:endParaRPr lang="en-IN" b="1" dirty="0">
              <a:highlight>
                <a:srgbClr val="FFFF00"/>
              </a:highlight>
            </a:endParaRPr>
          </a:p>
        </p:txBody>
      </p:sp>
      <p:sp>
        <p:nvSpPr>
          <p:cNvPr id="3" name="Content Placeholder 2">
            <a:extLst>
              <a:ext uri="{FF2B5EF4-FFF2-40B4-BE49-F238E27FC236}">
                <a16:creationId xmlns:a16="http://schemas.microsoft.com/office/drawing/2014/main" id="{352077F9-39DA-43E9-B317-CA5C46A16CFE}"/>
              </a:ext>
            </a:extLst>
          </p:cNvPr>
          <p:cNvSpPr>
            <a:spLocks noGrp="1"/>
          </p:cNvSpPr>
          <p:nvPr>
            <p:ph idx="1"/>
          </p:nvPr>
        </p:nvSpPr>
        <p:spPr>
          <a:xfrm>
            <a:off x="714213" y="1253331"/>
            <a:ext cx="10515600" cy="4351338"/>
          </a:xfrm>
        </p:spPr>
        <p:txBody>
          <a:bodyPr>
            <a:normAutofit fontScale="92500" lnSpcReduction="20000"/>
          </a:bodyPr>
          <a:lstStyle/>
          <a:p>
            <a:pPr marL="0" indent="0">
              <a:buNone/>
            </a:pPr>
            <a:r>
              <a:rPr lang="en-US" sz="2000" dirty="0"/>
              <a:t>= PE / growth rate </a:t>
            </a:r>
          </a:p>
          <a:p>
            <a:pPr marL="0" indent="0">
              <a:buNone/>
            </a:pPr>
            <a:r>
              <a:rPr lang="en-US" sz="2000" b="1" dirty="0"/>
              <a:t>PEG for a stable firm  </a:t>
            </a:r>
            <a:r>
              <a:rPr lang="en-US" sz="2000" dirty="0"/>
              <a:t>= DPR (1+g )/  (COE-g) g</a:t>
            </a:r>
          </a:p>
          <a:p>
            <a:pPr marL="0" indent="0">
              <a:buNone/>
            </a:pPr>
            <a:endParaRPr lang="en-US" sz="2000" dirty="0"/>
          </a:p>
          <a:p>
            <a:pPr marL="0" indent="0">
              <a:buNone/>
            </a:pPr>
            <a:r>
              <a:rPr lang="en-US" sz="2000" b="1" dirty="0"/>
              <a:t>PEG of a high growth firm is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DPR hg *(1+ g hg) *( 1- [ {1+g hg}^n / {1+ COE hg }^n])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g hg     (COE hg – g hg)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DPR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(1+g hg) ^hg period  (1+ g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g hg ( COE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 g </a:t>
            </a:r>
            <a:r>
              <a:rPr kumimoji="0" lang="en-US" sz="20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(1+COE hg)^ hg period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IN" sz="2000" dirty="0"/>
          </a:p>
        </p:txBody>
      </p:sp>
    </p:spTree>
    <p:extLst>
      <p:ext uri="{BB962C8B-B14F-4D97-AF65-F5344CB8AC3E}">
        <p14:creationId xmlns:p14="http://schemas.microsoft.com/office/powerpoint/2010/main" val="3244175626"/>
      </p:ext>
    </p:extLst>
  </p:cSld>
  <p:clrMapOvr>
    <a:masterClrMapping/>
  </p:clrMapOvr>
</p:sld>
</file>

<file path=ppt/slides/slide4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0B550-ACB5-40B6-B13B-EE5FB50445BB}"/>
              </a:ext>
            </a:extLst>
          </p:cNvPr>
          <p:cNvSpPr>
            <a:spLocks noGrp="1"/>
          </p:cNvSpPr>
          <p:nvPr>
            <p:ph type="title"/>
          </p:nvPr>
        </p:nvSpPr>
        <p:spPr/>
        <p:txBody>
          <a:bodyPr/>
          <a:lstStyle/>
          <a:p>
            <a:pPr algn="ctr"/>
            <a:r>
              <a:rPr lang="en-US" dirty="0"/>
              <a:t> </a:t>
            </a:r>
            <a:r>
              <a:rPr lang="en-US" b="1" dirty="0"/>
              <a:t>PEG &amp; Fundamentals </a:t>
            </a:r>
            <a:endParaRPr lang="en-IN" b="1" dirty="0"/>
          </a:p>
        </p:txBody>
      </p:sp>
      <p:sp>
        <p:nvSpPr>
          <p:cNvPr id="3" name="Content Placeholder 2">
            <a:extLst>
              <a:ext uri="{FF2B5EF4-FFF2-40B4-BE49-F238E27FC236}">
                <a16:creationId xmlns:a16="http://schemas.microsoft.com/office/drawing/2014/main" id="{14354466-7CA8-4521-A865-14A9E28D75B1}"/>
              </a:ext>
            </a:extLst>
          </p:cNvPr>
          <p:cNvSpPr>
            <a:spLocks noGrp="1"/>
          </p:cNvSpPr>
          <p:nvPr>
            <p:ph idx="1"/>
          </p:nvPr>
        </p:nvSpPr>
        <p:spPr/>
        <p:txBody>
          <a:bodyPr>
            <a:normAutofit fontScale="92500" lnSpcReduction="10000"/>
          </a:bodyPr>
          <a:lstStyle/>
          <a:p>
            <a:pPr marL="514350" indent="-514350">
              <a:buAutoNum type="arabicPeriod"/>
            </a:pPr>
            <a:r>
              <a:rPr lang="en-US" sz="3200" b="1" dirty="0"/>
              <a:t>PEG &amp; Risk</a:t>
            </a:r>
          </a:p>
          <a:p>
            <a:pPr marL="514350" indent="-514350">
              <a:buAutoNum type="arabicPeriod"/>
            </a:pPr>
            <a:endParaRPr lang="en-US" sz="3200" dirty="0"/>
          </a:p>
          <a:p>
            <a:pPr marL="514350" indent="-514350">
              <a:buAutoNum type="arabicPeriod"/>
            </a:pPr>
            <a:r>
              <a:rPr lang="en-US" sz="3200" b="1" dirty="0"/>
              <a:t>PEG &amp; DPR </a:t>
            </a:r>
            <a:r>
              <a:rPr lang="en-US" sz="3200" b="1" dirty="0">
                <a:sym typeface="Wingdings" panose="05000000000000000000" pitchFamily="2" charset="2"/>
              </a:rPr>
              <a:t> positive and linear</a:t>
            </a:r>
            <a:endParaRPr lang="en-US" sz="3200" b="1" dirty="0"/>
          </a:p>
          <a:p>
            <a:pPr marL="514350" indent="-514350">
              <a:buAutoNum type="arabicPeriod"/>
            </a:pPr>
            <a:endParaRPr lang="en-US" sz="3200" b="1" dirty="0"/>
          </a:p>
          <a:p>
            <a:pPr marL="514350" indent="-514350">
              <a:buAutoNum type="arabicPeriod"/>
            </a:pPr>
            <a:endParaRPr lang="en-US" sz="3200" dirty="0"/>
          </a:p>
          <a:p>
            <a:pPr marL="514350" indent="-514350">
              <a:buAutoNum type="arabicPeriod"/>
            </a:pPr>
            <a:r>
              <a:rPr lang="en-US" sz="3200" b="1" dirty="0"/>
              <a:t>PEG &amp; Growth Rate </a:t>
            </a:r>
            <a:r>
              <a:rPr lang="en-US" sz="3200" b="1" dirty="0">
                <a:sym typeface="Wingdings" panose="05000000000000000000" pitchFamily="2" charset="2"/>
              </a:rPr>
              <a:t> non linear.</a:t>
            </a:r>
            <a:endParaRPr lang="en-US" sz="3200" b="1" dirty="0"/>
          </a:p>
          <a:p>
            <a:pPr marL="0" indent="0">
              <a:buNone/>
            </a:pPr>
            <a:r>
              <a:rPr lang="en-US" sz="3200" dirty="0"/>
              <a:t>( firms with </a:t>
            </a:r>
            <a:r>
              <a:rPr lang="en-US" sz="3200" u="sng" dirty="0"/>
              <a:t>very high or very low growth rates </a:t>
            </a:r>
            <a:r>
              <a:rPr lang="en-US" sz="3200" b="1" dirty="0"/>
              <a:t>have higher PEG ratios </a:t>
            </a:r>
            <a:r>
              <a:rPr lang="en-US" sz="3200" i="1" u="sng" dirty="0"/>
              <a:t>than firms with average growth rates</a:t>
            </a:r>
            <a:r>
              <a:rPr lang="en-US" sz="3200" dirty="0"/>
              <a:t>)</a:t>
            </a:r>
          </a:p>
          <a:p>
            <a:pPr marL="0" indent="0">
              <a:buNone/>
            </a:pPr>
            <a:r>
              <a:rPr lang="en-IN" sz="3200" dirty="0"/>
              <a:t>Relationship between PEG and risk -&gt; negative and linear</a:t>
            </a:r>
          </a:p>
        </p:txBody>
      </p:sp>
    </p:spTree>
    <p:extLst>
      <p:ext uri="{BB962C8B-B14F-4D97-AF65-F5344CB8AC3E}">
        <p14:creationId xmlns:p14="http://schemas.microsoft.com/office/powerpoint/2010/main" val="3177620220"/>
      </p:ext>
    </p:extLst>
  </p:cSld>
  <p:clrMapOvr>
    <a:masterClrMapping/>
  </p:clrMapOvr>
</p:sld>
</file>

<file path=ppt/slides/slide4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1F633-4322-4887-A3BD-EEDC60F3D34F}"/>
              </a:ext>
            </a:extLst>
          </p:cNvPr>
          <p:cNvSpPr>
            <a:spLocks noGrp="1"/>
          </p:cNvSpPr>
          <p:nvPr>
            <p:ph type="title"/>
          </p:nvPr>
        </p:nvSpPr>
        <p:spPr>
          <a:xfrm>
            <a:off x="481739" y="-456286"/>
            <a:ext cx="10515600" cy="1325563"/>
          </a:xfrm>
        </p:spPr>
        <p:txBody>
          <a:bodyPr>
            <a:normAutofit/>
          </a:bodyPr>
          <a:lstStyle/>
          <a:p>
            <a:pPr algn="ctr"/>
            <a:r>
              <a:rPr lang="en-US" sz="2800" b="1" dirty="0"/>
              <a:t>PEG for a hypothetical firm using 2 stage growth model </a:t>
            </a:r>
            <a:endParaRPr lang="en-IN" sz="2800" b="1" dirty="0"/>
          </a:p>
        </p:txBody>
      </p:sp>
      <p:sp>
        <p:nvSpPr>
          <p:cNvPr id="3" name="Content Placeholder 2">
            <a:extLst>
              <a:ext uri="{FF2B5EF4-FFF2-40B4-BE49-F238E27FC236}">
                <a16:creationId xmlns:a16="http://schemas.microsoft.com/office/drawing/2014/main" id="{3C54FCF4-FBC8-4127-94A3-539F5EF2BAB0}"/>
              </a:ext>
            </a:extLst>
          </p:cNvPr>
          <p:cNvSpPr>
            <a:spLocks noGrp="1"/>
          </p:cNvSpPr>
          <p:nvPr>
            <p:ph idx="1"/>
          </p:nvPr>
        </p:nvSpPr>
        <p:spPr>
          <a:xfrm>
            <a:off x="652220" y="1253331"/>
            <a:ext cx="10515600" cy="4351338"/>
          </a:xfrm>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rPr>
              <a:t>DPR hg *(1+ g hg) *( 1- [ {1+g hg}^n / {1+ COE hg }^n])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rPr>
              <a:t>                     g hg     (COE hg – g hg)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rPr>
              <a:t>         DPR </a:t>
            </a:r>
            <a:r>
              <a:rPr kumimoji="0" lang="en-US" sz="19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rPr>
              <a:t> (1+g hg) ^hg period  (1+ g </a:t>
            </a:r>
            <a:r>
              <a:rPr kumimoji="0" lang="en-US" sz="19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rPr>
              <a:t>          g hg ( COE </a:t>
            </a:r>
            <a:r>
              <a:rPr kumimoji="0" lang="en-US" sz="19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rPr>
              <a:t> – g </a:t>
            </a:r>
            <a:r>
              <a:rPr kumimoji="0" lang="en-US" sz="19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rPr>
              <a:t>) (1+COE hg)^ hg period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indent="0">
              <a:buNone/>
            </a:pPr>
            <a:r>
              <a:rPr lang="en-IN" dirty="0"/>
              <a:t> </a:t>
            </a:r>
          </a:p>
        </p:txBody>
      </p:sp>
    </p:spTree>
    <p:extLst>
      <p:ext uri="{BB962C8B-B14F-4D97-AF65-F5344CB8AC3E}">
        <p14:creationId xmlns:p14="http://schemas.microsoft.com/office/powerpoint/2010/main" val="138974412"/>
      </p:ext>
    </p:extLst>
  </p:cSld>
  <p:clrMapOvr>
    <a:masterClrMapping/>
  </p:clrMapOvr>
</p:sld>
</file>

<file path=ppt/slides/slide4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8AAEB-526F-4053-8623-0C2722AEBB11}"/>
              </a:ext>
            </a:extLst>
          </p:cNvPr>
          <p:cNvSpPr>
            <a:spLocks noGrp="1"/>
          </p:cNvSpPr>
          <p:nvPr>
            <p:ph type="title"/>
          </p:nvPr>
        </p:nvSpPr>
        <p:spPr>
          <a:xfrm>
            <a:off x="636722" y="-378794"/>
            <a:ext cx="10515600" cy="1325563"/>
          </a:xfrm>
        </p:spPr>
        <p:txBody>
          <a:bodyPr/>
          <a:lstStyle/>
          <a:p>
            <a:pPr algn="ctr"/>
            <a:r>
              <a:rPr lang="en-US" b="1" dirty="0"/>
              <a:t>Assumptions- Hypothetical Firm</a:t>
            </a:r>
            <a:endParaRPr lang="en-IN" b="1" dirty="0"/>
          </a:p>
        </p:txBody>
      </p:sp>
      <p:graphicFrame>
        <p:nvGraphicFramePr>
          <p:cNvPr id="4" name="Table 4">
            <a:extLst>
              <a:ext uri="{FF2B5EF4-FFF2-40B4-BE49-F238E27FC236}">
                <a16:creationId xmlns:a16="http://schemas.microsoft.com/office/drawing/2014/main" id="{7E271543-6990-48A4-A1F0-D608FE76711E}"/>
              </a:ext>
            </a:extLst>
          </p:cNvPr>
          <p:cNvGraphicFramePr>
            <a:graphicFrameLocks noGrp="1"/>
          </p:cNvGraphicFramePr>
          <p:nvPr>
            <p:ph idx="1"/>
          </p:nvPr>
        </p:nvGraphicFramePr>
        <p:xfrm>
          <a:off x="838201" y="756242"/>
          <a:ext cx="10515597" cy="3876040"/>
        </p:xfrm>
        <a:graphic>
          <a:graphicData uri="http://schemas.openxmlformats.org/drawingml/2006/table">
            <a:tbl>
              <a:tblPr firstRow="1" bandRow="1">
                <a:tableStyleId>{21E4AEA4-8DFA-4A89-87EB-49C32662AFE0}</a:tableStyleId>
              </a:tblPr>
              <a:tblGrid>
                <a:gridCol w="3505199">
                  <a:extLst>
                    <a:ext uri="{9D8B030D-6E8A-4147-A177-3AD203B41FA5}">
                      <a16:colId xmlns:a16="http://schemas.microsoft.com/office/drawing/2014/main" val="1580650636"/>
                    </a:ext>
                  </a:extLst>
                </a:gridCol>
                <a:gridCol w="3505199">
                  <a:extLst>
                    <a:ext uri="{9D8B030D-6E8A-4147-A177-3AD203B41FA5}">
                      <a16:colId xmlns:a16="http://schemas.microsoft.com/office/drawing/2014/main" val="150241845"/>
                    </a:ext>
                  </a:extLst>
                </a:gridCol>
                <a:gridCol w="3505199">
                  <a:extLst>
                    <a:ext uri="{9D8B030D-6E8A-4147-A177-3AD203B41FA5}">
                      <a16:colId xmlns:a16="http://schemas.microsoft.com/office/drawing/2014/main" val="1300775679"/>
                    </a:ext>
                  </a:extLst>
                </a:gridCol>
              </a:tblGrid>
              <a:tr h="370840">
                <a:tc>
                  <a:txBody>
                    <a:bodyPr/>
                    <a:lstStyle/>
                    <a:p>
                      <a:r>
                        <a:rPr lang="en-US" dirty="0"/>
                        <a:t>Particulars</a:t>
                      </a:r>
                      <a:endParaRPr lang="en-IN" dirty="0"/>
                    </a:p>
                  </a:txBody>
                  <a:tcPr/>
                </a:tc>
                <a:tc>
                  <a:txBody>
                    <a:bodyPr/>
                    <a:lstStyle/>
                    <a:p>
                      <a:r>
                        <a:rPr lang="en-US" dirty="0"/>
                        <a:t>High Growth Phase</a:t>
                      </a:r>
                      <a:endParaRPr lang="en-IN" dirty="0"/>
                    </a:p>
                  </a:txBody>
                  <a:tcPr/>
                </a:tc>
                <a:tc>
                  <a:txBody>
                    <a:bodyPr/>
                    <a:lstStyle/>
                    <a:p>
                      <a:r>
                        <a:rPr lang="en-US" dirty="0"/>
                        <a:t>Stable Phase </a:t>
                      </a:r>
                      <a:endParaRPr lang="en-IN" dirty="0"/>
                    </a:p>
                  </a:txBody>
                  <a:tcPr/>
                </a:tc>
                <a:extLst>
                  <a:ext uri="{0D108BD9-81ED-4DB2-BD59-A6C34878D82A}">
                    <a16:rowId xmlns:a16="http://schemas.microsoft.com/office/drawing/2014/main" val="1998687277"/>
                  </a:ext>
                </a:extLst>
              </a:tr>
              <a:tr h="370840">
                <a:tc>
                  <a:txBody>
                    <a:bodyPr/>
                    <a:lstStyle/>
                    <a:p>
                      <a:r>
                        <a:rPr lang="en-US" dirty="0"/>
                        <a:t>DPR (in %) </a:t>
                      </a:r>
                      <a:endParaRPr lang="en-IN" dirty="0"/>
                    </a:p>
                  </a:txBody>
                  <a:tcPr/>
                </a:tc>
                <a:tc>
                  <a:txBody>
                    <a:bodyPr/>
                    <a:lstStyle/>
                    <a:p>
                      <a:r>
                        <a:rPr lang="en-US" dirty="0"/>
                        <a:t>40</a:t>
                      </a:r>
                      <a:endParaRPr lang="en-IN" dirty="0"/>
                    </a:p>
                  </a:txBody>
                  <a:tcPr/>
                </a:tc>
                <a:tc>
                  <a:txBody>
                    <a:bodyPr/>
                    <a:lstStyle/>
                    <a:p>
                      <a:r>
                        <a:rPr lang="en-US" dirty="0"/>
                        <a:t>70</a:t>
                      </a:r>
                      <a:endParaRPr lang="en-IN" dirty="0"/>
                    </a:p>
                  </a:txBody>
                  <a:tcPr/>
                </a:tc>
                <a:extLst>
                  <a:ext uri="{0D108BD9-81ED-4DB2-BD59-A6C34878D82A}">
                    <a16:rowId xmlns:a16="http://schemas.microsoft.com/office/drawing/2014/main" val="2313864700"/>
                  </a:ext>
                </a:extLst>
              </a:tr>
              <a:tr h="370840">
                <a:tc>
                  <a:txBody>
                    <a:bodyPr/>
                    <a:lstStyle/>
                    <a:p>
                      <a:r>
                        <a:rPr lang="en-US" dirty="0"/>
                        <a:t>ROE (in %)</a:t>
                      </a:r>
                      <a:endParaRPr lang="en-IN" dirty="0"/>
                    </a:p>
                  </a:txBody>
                  <a:tcPr/>
                </a:tc>
                <a:tc>
                  <a:txBody>
                    <a:bodyPr/>
                    <a:lstStyle/>
                    <a:p>
                      <a:r>
                        <a:rPr lang="en-US" b="1" dirty="0"/>
                        <a:t>15</a:t>
                      </a:r>
                      <a:endParaRPr lang="en-IN" b="1" dirty="0"/>
                    </a:p>
                  </a:txBody>
                  <a:tcPr/>
                </a:tc>
                <a:tc>
                  <a:txBody>
                    <a:bodyPr/>
                    <a:lstStyle/>
                    <a:p>
                      <a:r>
                        <a:rPr lang="en-US" dirty="0"/>
                        <a:t>10.80</a:t>
                      </a:r>
                      <a:endParaRPr lang="en-IN" dirty="0"/>
                    </a:p>
                  </a:txBody>
                  <a:tcPr/>
                </a:tc>
                <a:extLst>
                  <a:ext uri="{0D108BD9-81ED-4DB2-BD59-A6C34878D82A}">
                    <a16:rowId xmlns:a16="http://schemas.microsoft.com/office/drawing/2014/main" val="373082761"/>
                  </a:ext>
                </a:extLst>
              </a:tr>
              <a:tr h="370840">
                <a:tc>
                  <a:txBody>
                    <a:bodyPr/>
                    <a:lstStyle/>
                    <a:p>
                      <a:r>
                        <a:rPr lang="en-US" dirty="0"/>
                        <a:t>Length </a:t>
                      </a:r>
                      <a:endParaRPr lang="en-IN" dirty="0"/>
                    </a:p>
                  </a:txBody>
                  <a:tcPr/>
                </a:tc>
                <a:tc>
                  <a:txBody>
                    <a:bodyPr/>
                    <a:lstStyle/>
                    <a:p>
                      <a:r>
                        <a:rPr lang="en-US" dirty="0"/>
                        <a:t>10 years</a:t>
                      </a:r>
                      <a:endParaRPr lang="en-IN" dirty="0"/>
                    </a:p>
                  </a:txBody>
                  <a:tcPr/>
                </a:tc>
                <a:tc>
                  <a:txBody>
                    <a:bodyPr/>
                    <a:lstStyle/>
                    <a:p>
                      <a:r>
                        <a:rPr lang="en-US" dirty="0"/>
                        <a:t>After year 10</a:t>
                      </a:r>
                      <a:endParaRPr lang="en-IN" dirty="0"/>
                    </a:p>
                  </a:txBody>
                  <a:tcPr/>
                </a:tc>
                <a:extLst>
                  <a:ext uri="{0D108BD9-81ED-4DB2-BD59-A6C34878D82A}">
                    <a16:rowId xmlns:a16="http://schemas.microsoft.com/office/drawing/2014/main" val="1751431496"/>
                  </a:ext>
                </a:extLst>
              </a:tr>
              <a:tr h="370840">
                <a:tc>
                  <a:txBody>
                    <a:bodyPr/>
                    <a:lstStyle/>
                    <a:p>
                      <a:r>
                        <a:rPr lang="en-US" dirty="0"/>
                        <a:t>Beta </a:t>
                      </a:r>
                      <a:endParaRPr lang="en-IN" dirty="0"/>
                    </a:p>
                  </a:txBody>
                  <a:tcPr/>
                </a:tc>
                <a:tc>
                  <a:txBody>
                    <a:bodyPr/>
                    <a:lstStyle/>
                    <a:p>
                      <a:r>
                        <a:rPr lang="en-US" dirty="0"/>
                        <a:t>1</a:t>
                      </a:r>
                      <a:endParaRPr lang="en-IN" dirty="0"/>
                    </a:p>
                  </a:txBody>
                  <a:tcPr/>
                </a:tc>
                <a:tc>
                  <a:txBody>
                    <a:bodyPr/>
                    <a:lstStyle/>
                    <a:p>
                      <a:r>
                        <a:rPr lang="en-US" dirty="0"/>
                        <a:t>0.8</a:t>
                      </a:r>
                      <a:endParaRPr lang="en-IN" dirty="0"/>
                    </a:p>
                  </a:txBody>
                  <a:tcPr/>
                </a:tc>
                <a:extLst>
                  <a:ext uri="{0D108BD9-81ED-4DB2-BD59-A6C34878D82A}">
                    <a16:rowId xmlns:a16="http://schemas.microsoft.com/office/drawing/2014/main" val="923341974"/>
                  </a:ext>
                </a:extLst>
              </a:tr>
              <a:tr h="370840">
                <a:tc>
                  <a:txBody>
                    <a:bodyPr/>
                    <a:lstStyle/>
                    <a:p>
                      <a:r>
                        <a:rPr lang="en-US" dirty="0"/>
                        <a:t>Rf (in %)</a:t>
                      </a:r>
                      <a:endParaRPr lang="en-IN" dirty="0"/>
                    </a:p>
                  </a:txBody>
                  <a:tcPr/>
                </a:tc>
                <a:tc>
                  <a:txBody>
                    <a:bodyPr/>
                    <a:lstStyle/>
                    <a:p>
                      <a:r>
                        <a:rPr lang="en-US" dirty="0"/>
                        <a:t>7.42</a:t>
                      </a:r>
                      <a:endParaRPr lang="en-IN" dirty="0"/>
                    </a:p>
                  </a:txBody>
                  <a:tcPr/>
                </a:tc>
                <a:tc>
                  <a:txBody>
                    <a:bodyPr/>
                    <a:lstStyle/>
                    <a:p>
                      <a:r>
                        <a:rPr lang="en-US" dirty="0"/>
                        <a:t>6</a:t>
                      </a:r>
                      <a:endParaRPr lang="en-IN" dirty="0"/>
                    </a:p>
                  </a:txBody>
                  <a:tcPr/>
                </a:tc>
                <a:extLst>
                  <a:ext uri="{0D108BD9-81ED-4DB2-BD59-A6C34878D82A}">
                    <a16:rowId xmlns:a16="http://schemas.microsoft.com/office/drawing/2014/main" val="139245298"/>
                  </a:ext>
                </a:extLst>
              </a:tr>
              <a:tr h="370840">
                <a:tc>
                  <a:txBody>
                    <a:bodyPr/>
                    <a:lstStyle/>
                    <a:p>
                      <a:r>
                        <a:rPr lang="en-US" dirty="0"/>
                        <a:t>MRP (in %)</a:t>
                      </a:r>
                      <a:endParaRPr lang="en-IN" dirty="0"/>
                    </a:p>
                  </a:txBody>
                  <a:tcPr/>
                </a:tc>
                <a:tc>
                  <a:txBody>
                    <a:bodyPr/>
                    <a:lstStyle/>
                    <a:p>
                      <a:r>
                        <a:rPr lang="en-US" dirty="0"/>
                        <a:t>9.73</a:t>
                      </a:r>
                      <a:endParaRPr lang="en-IN" dirty="0"/>
                    </a:p>
                  </a:txBody>
                  <a:tcPr/>
                </a:tc>
                <a:tc>
                  <a:txBody>
                    <a:bodyPr/>
                    <a:lstStyle/>
                    <a:p>
                      <a:r>
                        <a:rPr lang="en-US" dirty="0"/>
                        <a:t>6</a:t>
                      </a:r>
                      <a:endParaRPr lang="en-IN" dirty="0"/>
                    </a:p>
                  </a:txBody>
                  <a:tcPr/>
                </a:tc>
                <a:extLst>
                  <a:ext uri="{0D108BD9-81ED-4DB2-BD59-A6C34878D82A}">
                    <a16:rowId xmlns:a16="http://schemas.microsoft.com/office/drawing/2014/main" val="3724845477"/>
                  </a:ext>
                </a:extLst>
              </a:tr>
              <a:tr h="370840">
                <a:tc>
                  <a:txBody>
                    <a:bodyPr/>
                    <a:lstStyle/>
                    <a:p>
                      <a:r>
                        <a:rPr lang="en-US" b="1" dirty="0"/>
                        <a:t>Fundamental growth rate </a:t>
                      </a:r>
                    </a:p>
                    <a:p>
                      <a:r>
                        <a:rPr lang="en-US" b="1" dirty="0"/>
                        <a:t>(= ROE * {1-DPR})</a:t>
                      </a:r>
                      <a:endParaRPr lang="en-IN" b="1" dirty="0"/>
                    </a:p>
                  </a:txBody>
                  <a:tcPr/>
                </a:tc>
                <a:tc>
                  <a:txBody>
                    <a:bodyPr/>
                    <a:lstStyle/>
                    <a:p>
                      <a:r>
                        <a:rPr lang="en-US" b="1" dirty="0"/>
                        <a:t>15 (1-0.40) = 9%</a:t>
                      </a:r>
                      <a:endParaRPr lang="en-IN" b="1" dirty="0"/>
                    </a:p>
                  </a:txBody>
                  <a:tcPr/>
                </a:tc>
                <a:tc>
                  <a:txBody>
                    <a:bodyPr/>
                    <a:lstStyle/>
                    <a:p>
                      <a:r>
                        <a:rPr lang="en-US" b="1" dirty="0"/>
                        <a:t>10.80 (1-0.70) = 3.24 %</a:t>
                      </a:r>
                      <a:endParaRPr lang="en-IN" b="1" dirty="0"/>
                    </a:p>
                  </a:txBody>
                  <a:tcPr/>
                </a:tc>
                <a:extLst>
                  <a:ext uri="{0D108BD9-81ED-4DB2-BD59-A6C34878D82A}">
                    <a16:rowId xmlns:a16="http://schemas.microsoft.com/office/drawing/2014/main" val="3479757513"/>
                  </a:ext>
                </a:extLst>
              </a:tr>
              <a:tr h="370840">
                <a:tc>
                  <a:txBody>
                    <a:bodyPr/>
                    <a:lstStyle/>
                    <a:p>
                      <a:r>
                        <a:rPr lang="en-US" b="1" dirty="0"/>
                        <a:t>Cost of Equity </a:t>
                      </a:r>
                      <a:endParaRPr lang="en-IN"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7.42 %+ (1 *9.73%) = 17.15%</a:t>
                      </a: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p>
                      <a:endParaRPr lang="en-IN" b="1" dirty="0"/>
                    </a:p>
                  </a:txBody>
                  <a:tcPr/>
                </a:tc>
                <a:tc>
                  <a:txBody>
                    <a:bodyPr/>
                    <a:lstStyle/>
                    <a:p>
                      <a:r>
                        <a:rPr lang="en-US" b="1" dirty="0"/>
                        <a:t>6+ (0.8*6%) = 10.80%</a:t>
                      </a:r>
                      <a:endParaRPr lang="en-IN" b="1" dirty="0"/>
                    </a:p>
                  </a:txBody>
                  <a:tcPr/>
                </a:tc>
                <a:extLst>
                  <a:ext uri="{0D108BD9-81ED-4DB2-BD59-A6C34878D82A}">
                    <a16:rowId xmlns:a16="http://schemas.microsoft.com/office/drawing/2014/main" val="3744314671"/>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038EFBAA-B12C-A425-E162-309B02621C83}"/>
                  </a:ext>
                </a:extLst>
              </p14:cNvPr>
              <p14:cNvContentPartPr/>
              <p14:nvPr/>
            </p14:nvContentPartPr>
            <p14:xfrm>
              <a:off x="8292600" y="5494680"/>
              <a:ext cx="421200" cy="291960"/>
            </p14:xfrm>
          </p:contentPart>
        </mc:Choice>
        <mc:Fallback xmlns="">
          <p:pic>
            <p:nvPicPr>
              <p:cNvPr id="3" name="Ink 2">
                <a:extLst>
                  <a:ext uri="{FF2B5EF4-FFF2-40B4-BE49-F238E27FC236}">
                    <a16:creationId xmlns:a16="http://schemas.microsoft.com/office/drawing/2014/main" id="{038EFBAA-B12C-A425-E162-309B02621C83}"/>
                  </a:ext>
                </a:extLst>
              </p:cNvPr>
              <p:cNvPicPr/>
              <p:nvPr/>
            </p:nvPicPr>
            <p:blipFill>
              <a:blip r:embed="rId3"/>
              <a:stretch>
                <a:fillRect/>
              </a:stretch>
            </p:blipFill>
            <p:spPr>
              <a:xfrm>
                <a:off x="8283240" y="5485320"/>
                <a:ext cx="439920" cy="310680"/>
              </a:xfrm>
              <a:prstGeom prst="rect">
                <a:avLst/>
              </a:prstGeom>
            </p:spPr>
          </p:pic>
        </mc:Fallback>
      </mc:AlternateContent>
    </p:spTree>
    <p:extLst>
      <p:ext uri="{BB962C8B-B14F-4D97-AF65-F5344CB8AC3E}">
        <p14:creationId xmlns:p14="http://schemas.microsoft.com/office/powerpoint/2010/main" val="904943339"/>
      </p:ext>
    </p:extLst>
  </p:cSld>
  <p:clrMapOvr>
    <a:masterClrMapping/>
  </p:clrMapOvr>
</p:sld>
</file>

<file path=ppt/slides/slide4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41D6E-7B6A-4C48-BA44-89E305352E3A}"/>
              </a:ext>
            </a:extLst>
          </p:cNvPr>
          <p:cNvSpPr>
            <a:spLocks noGrp="1"/>
          </p:cNvSpPr>
          <p:nvPr>
            <p:ph type="title"/>
          </p:nvPr>
        </p:nvSpPr>
        <p:spPr/>
        <p:txBody>
          <a:bodyPr>
            <a:normAutofit/>
          </a:bodyPr>
          <a:lstStyle/>
          <a:p>
            <a:pPr algn="ctr"/>
            <a:r>
              <a:rPr kumimoji="0" lang="en-US" b="1" i="0" u="none" strike="noStrike" kern="1200" cap="none" spc="0" normalizeH="0" baseline="0" noProof="0" dirty="0">
                <a:ln>
                  <a:noFill/>
                </a:ln>
                <a:solidFill>
                  <a:prstClr val="black"/>
                </a:solidFill>
                <a:effectLst/>
                <a:uLnTx/>
                <a:uFillTx/>
                <a:latin typeface="Calibri Light" panose="020F0302020204030204"/>
                <a:ea typeface="+mj-ea"/>
                <a:cs typeface="+mj-cs"/>
              </a:rPr>
              <a:t>PEG for </a:t>
            </a:r>
            <a:r>
              <a:rPr lang="en-US" b="1" dirty="0">
                <a:solidFill>
                  <a:prstClr val="black"/>
                </a:solidFill>
                <a:latin typeface="Calibri Light" panose="020F0302020204030204"/>
              </a:rPr>
              <a:t>a hypo firm</a:t>
            </a:r>
            <a:r>
              <a:rPr kumimoji="0" lang="en-US" b="1" i="0" u="none" strike="noStrike" kern="1200" cap="none" spc="0" normalizeH="0" baseline="0" noProof="0" dirty="0">
                <a:ln>
                  <a:noFill/>
                </a:ln>
                <a:solidFill>
                  <a:prstClr val="black"/>
                </a:solidFill>
                <a:effectLst/>
                <a:uLnTx/>
                <a:uFillTx/>
                <a:latin typeface="Calibri Light" panose="020F0302020204030204"/>
                <a:ea typeface="+mj-ea"/>
                <a:cs typeface="+mj-cs"/>
              </a:rPr>
              <a:t> using 2 stage growth model ( when g hg=</a:t>
            </a:r>
            <a:r>
              <a:rPr lang="en-US" b="1" dirty="0">
                <a:solidFill>
                  <a:prstClr val="black"/>
                </a:solidFill>
                <a:latin typeface="Calibri Light" panose="020F0302020204030204"/>
              </a:rPr>
              <a:t>9</a:t>
            </a:r>
            <a:r>
              <a:rPr kumimoji="0" lang="en-US" b="1" i="0" u="none" strike="noStrike" kern="1200" cap="none" spc="0" normalizeH="0" baseline="0" noProof="0" dirty="0">
                <a:ln>
                  <a:noFill/>
                </a:ln>
                <a:solidFill>
                  <a:prstClr val="black"/>
                </a:solidFill>
                <a:effectLst/>
                <a:uLnTx/>
                <a:uFillTx/>
                <a:latin typeface="Calibri Light" panose="020F0302020204030204"/>
                <a:ea typeface="+mj-ea"/>
                <a:cs typeface="+mj-cs"/>
              </a:rPr>
              <a:t>%) </a:t>
            </a:r>
            <a:endParaRPr lang="en-IN" sz="6600" b="1" dirty="0"/>
          </a:p>
        </p:txBody>
      </p:sp>
      <p:sp>
        <p:nvSpPr>
          <p:cNvPr id="3" name="Content Placeholder 2">
            <a:extLst>
              <a:ext uri="{FF2B5EF4-FFF2-40B4-BE49-F238E27FC236}">
                <a16:creationId xmlns:a16="http://schemas.microsoft.com/office/drawing/2014/main" id="{DAF78D6A-1A0E-48D4-BCCA-9F38767C32FD}"/>
              </a:ext>
            </a:extLst>
          </p:cNvPr>
          <p:cNvSpPr>
            <a:spLocks noGrp="1"/>
          </p:cNvSpPr>
          <p:nvPr>
            <p:ph idx="1"/>
          </p:nvPr>
        </p:nvSpPr>
        <p:spPr/>
        <p:txBody>
          <a:bodyPr>
            <a:normAutofit/>
          </a:bodyPr>
          <a:lstStyle/>
          <a:p>
            <a:pPr marL="0" indent="0">
              <a:buNone/>
            </a:pPr>
            <a:r>
              <a:rPr lang="en-US" sz="3600" dirty="0"/>
              <a:t>= 0.40 (1.09) [ 1- {2.3674/4.8688} ] / (0.0815) (0.09)</a:t>
            </a:r>
          </a:p>
          <a:p>
            <a:pPr marL="0" indent="0">
              <a:buNone/>
            </a:pPr>
            <a:r>
              <a:rPr lang="en-US" sz="3600" dirty="0"/>
              <a:t>                        +</a:t>
            </a:r>
          </a:p>
          <a:p>
            <a:pPr marL="0" indent="0">
              <a:buNone/>
            </a:pPr>
            <a:r>
              <a:rPr lang="en-US" sz="3600" dirty="0"/>
              <a:t>  0.70 (2.3674) (1.0324) /  (0.0756) (4.8688) (0.09) </a:t>
            </a:r>
          </a:p>
          <a:p>
            <a:pPr marL="0" indent="0">
              <a:buNone/>
            </a:pPr>
            <a:endParaRPr lang="en-US" sz="3600" dirty="0"/>
          </a:p>
          <a:p>
            <a:pPr marL="0" indent="0">
              <a:buNone/>
            </a:pPr>
            <a:r>
              <a:rPr lang="en-US" sz="3600" dirty="0"/>
              <a:t>=  (0.2240/0.0073)  + (1.7109/ 0.0331)</a:t>
            </a:r>
          </a:p>
          <a:p>
            <a:pPr marL="0" indent="0">
              <a:buNone/>
            </a:pPr>
            <a:endParaRPr lang="en-US" sz="3600" dirty="0"/>
          </a:p>
          <a:p>
            <a:pPr marL="0" indent="0">
              <a:buNone/>
            </a:pPr>
            <a:r>
              <a:rPr lang="en-US" sz="3600" dirty="0"/>
              <a:t>= (30.68) + (51.69) = 82.37 or </a:t>
            </a:r>
            <a:r>
              <a:rPr lang="en-US" sz="3600" b="1" dirty="0"/>
              <a:t>0.82 times </a:t>
            </a:r>
            <a:endParaRPr lang="en-IN" sz="3600"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721786D7-2136-B0A0-F5C8-B713C7237A28}"/>
                  </a:ext>
                </a:extLst>
              </p14:cNvPr>
              <p14:cNvContentPartPr/>
              <p14:nvPr/>
            </p14:nvContentPartPr>
            <p14:xfrm>
              <a:off x="1280880" y="3363120"/>
              <a:ext cx="9113400" cy="3398040"/>
            </p14:xfrm>
          </p:contentPart>
        </mc:Choice>
        <mc:Fallback xmlns="">
          <p:pic>
            <p:nvPicPr>
              <p:cNvPr id="4" name="Ink 3">
                <a:extLst>
                  <a:ext uri="{FF2B5EF4-FFF2-40B4-BE49-F238E27FC236}">
                    <a16:creationId xmlns:a16="http://schemas.microsoft.com/office/drawing/2014/main" id="{721786D7-2136-B0A0-F5C8-B713C7237A28}"/>
                  </a:ext>
                </a:extLst>
              </p:cNvPr>
              <p:cNvPicPr/>
              <p:nvPr/>
            </p:nvPicPr>
            <p:blipFill>
              <a:blip r:embed="rId3"/>
              <a:stretch>
                <a:fillRect/>
              </a:stretch>
            </p:blipFill>
            <p:spPr>
              <a:xfrm>
                <a:off x="1271520" y="3353760"/>
                <a:ext cx="9132120" cy="3416760"/>
              </a:xfrm>
              <a:prstGeom prst="rect">
                <a:avLst/>
              </a:prstGeom>
            </p:spPr>
          </p:pic>
        </mc:Fallback>
      </mc:AlternateContent>
    </p:spTree>
    <p:extLst>
      <p:ext uri="{BB962C8B-B14F-4D97-AF65-F5344CB8AC3E}">
        <p14:creationId xmlns:p14="http://schemas.microsoft.com/office/powerpoint/2010/main" val="1634439332"/>
      </p:ext>
    </p:extLst>
  </p:cSld>
  <p:clrMapOvr>
    <a:masterClrMapping/>
  </p:clrMapOvr>
</p:sld>
</file>

<file path=ppt/slides/slide4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99A8A-8E32-4935-AD3D-BA0F9CE96E86}"/>
              </a:ext>
            </a:extLst>
          </p:cNvPr>
          <p:cNvSpPr>
            <a:spLocks noGrp="1"/>
          </p:cNvSpPr>
          <p:nvPr>
            <p:ph type="title"/>
          </p:nvPr>
        </p:nvSpPr>
        <p:spPr/>
        <p:txBody>
          <a:bodyPr>
            <a:normAutofit fontScale="90000"/>
          </a:bodyPr>
          <a:lstStyle/>
          <a:p>
            <a:r>
              <a:rPr lang="en-US" dirty="0"/>
              <a:t>What happens to PEG when </a:t>
            </a:r>
            <a:r>
              <a:rPr lang="en-US" b="1" dirty="0"/>
              <a:t>we </a:t>
            </a:r>
            <a:r>
              <a:rPr lang="en-US" b="1" dirty="0">
                <a:highlight>
                  <a:srgbClr val="FFFF00"/>
                </a:highlight>
              </a:rPr>
              <a:t>increase g of HG phase  from 9 % to 12% </a:t>
            </a:r>
            <a:r>
              <a:rPr lang="en-US" b="1" dirty="0"/>
              <a:t>by increasing ROE from 15% to 20% in HG phase</a:t>
            </a:r>
            <a:endParaRPr lang="en-IN" b="1" dirty="0"/>
          </a:p>
        </p:txBody>
      </p:sp>
      <p:sp>
        <p:nvSpPr>
          <p:cNvPr id="3" name="Content Placeholder 2">
            <a:extLst>
              <a:ext uri="{FF2B5EF4-FFF2-40B4-BE49-F238E27FC236}">
                <a16:creationId xmlns:a16="http://schemas.microsoft.com/office/drawing/2014/main" id="{DB358AA0-5E0F-4A31-8029-3CDB9CFA48A2}"/>
              </a:ext>
            </a:extLst>
          </p:cNvPr>
          <p:cNvSpPr>
            <a:spLocks noGrp="1"/>
          </p:cNvSpPr>
          <p:nvPr>
            <p:ph idx="1"/>
          </p:nvPr>
        </p:nvSpPr>
        <p:spPr/>
        <p:txBody>
          <a:bodyPr/>
          <a:lstStyle/>
          <a:p>
            <a:endParaRPr lang="en-IN" dirty="0"/>
          </a:p>
          <a:p>
            <a:endParaRPr lang="en-IN" dirty="0"/>
          </a:p>
          <a:p>
            <a:r>
              <a:rPr lang="en-IN" u="sng" dirty="0"/>
              <a:t>Keeping other variables </a:t>
            </a:r>
            <a:r>
              <a:rPr lang="en-IN" b="1" dirty="0"/>
              <a:t>constant in HG phase </a:t>
            </a:r>
          </a:p>
          <a:p>
            <a:r>
              <a:rPr lang="en-IN" b="1" dirty="0"/>
              <a:t>Keeping stable phase </a:t>
            </a:r>
            <a:r>
              <a:rPr lang="en-IN" u="sng" dirty="0"/>
              <a:t>variables constant</a:t>
            </a:r>
          </a:p>
        </p:txBody>
      </p:sp>
    </p:spTree>
    <p:extLst>
      <p:ext uri="{BB962C8B-B14F-4D97-AF65-F5344CB8AC3E}">
        <p14:creationId xmlns:p14="http://schemas.microsoft.com/office/powerpoint/2010/main" val="562259688"/>
      </p:ext>
    </p:extLst>
  </p:cSld>
  <p:clrMapOvr>
    <a:masterClrMapping/>
  </p:clrMapOvr>
</p:sld>
</file>

<file path=ppt/slides/slide4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8AAEB-526F-4053-8623-0C2722AEBB11}"/>
              </a:ext>
            </a:extLst>
          </p:cNvPr>
          <p:cNvSpPr>
            <a:spLocks noGrp="1"/>
          </p:cNvSpPr>
          <p:nvPr>
            <p:ph type="title"/>
          </p:nvPr>
        </p:nvSpPr>
        <p:spPr>
          <a:xfrm>
            <a:off x="636722" y="-378794"/>
            <a:ext cx="10515600" cy="1325563"/>
          </a:xfrm>
        </p:spPr>
        <p:txBody>
          <a:bodyPr/>
          <a:lstStyle/>
          <a:p>
            <a:pPr algn="ctr"/>
            <a:r>
              <a:rPr lang="en-US" b="1" dirty="0"/>
              <a:t>Assumptions- Hypo Firm</a:t>
            </a:r>
            <a:endParaRPr lang="en-IN" b="1" dirty="0"/>
          </a:p>
        </p:txBody>
      </p:sp>
      <p:graphicFrame>
        <p:nvGraphicFramePr>
          <p:cNvPr id="4" name="Table 4">
            <a:extLst>
              <a:ext uri="{FF2B5EF4-FFF2-40B4-BE49-F238E27FC236}">
                <a16:creationId xmlns:a16="http://schemas.microsoft.com/office/drawing/2014/main" id="{7E271543-6990-48A4-A1F0-D608FE76711E}"/>
              </a:ext>
            </a:extLst>
          </p:cNvPr>
          <p:cNvGraphicFramePr>
            <a:graphicFrameLocks noGrp="1"/>
          </p:cNvGraphicFramePr>
          <p:nvPr>
            <p:ph idx="1"/>
          </p:nvPr>
        </p:nvGraphicFramePr>
        <p:xfrm>
          <a:off x="838201" y="756242"/>
          <a:ext cx="10515597" cy="3876040"/>
        </p:xfrm>
        <a:graphic>
          <a:graphicData uri="http://schemas.openxmlformats.org/drawingml/2006/table">
            <a:tbl>
              <a:tblPr firstRow="1" bandRow="1">
                <a:tableStyleId>{93296810-A885-4BE3-A3E7-6D5BEEA58F35}</a:tableStyleId>
              </a:tblPr>
              <a:tblGrid>
                <a:gridCol w="3505199">
                  <a:extLst>
                    <a:ext uri="{9D8B030D-6E8A-4147-A177-3AD203B41FA5}">
                      <a16:colId xmlns:a16="http://schemas.microsoft.com/office/drawing/2014/main" val="1580650636"/>
                    </a:ext>
                  </a:extLst>
                </a:gridCol>
                <a:gridCol w="3505199">
                  <a:extLst>
                    <a:ext uri="{9D8B030D-6E8A-4147-A177-3AD203B41FA5}">
                      <a16:colId xmlns:a16="http://schemas.microsoft.com/office/drawing/2014/main" val="150241845"/>
                    </a:ext>
                  </a:extLst>
                </a:gridCol>
                <a:gridCol w="3505199">
                  <a:extLst>
                    <a:ext uri="{9D8B030D-6E8A-4147-A177-3AD203B41FA5}">
                      <a16:colId xmlns:a16="http://schemas.microsoft.com/office/drawing/2014/main" val="1300775679"/>
                    </a:ext>
                  </a:extLst>
                </a:gridCol>
              </a:tblGrid>
              <a:tr h="370840">
                <a:tc>
                  <a:txBody>
                    <a:bodyPr/>
                    <a:lstStyle/>
                    <a:p>
                      <a:r>
                        <a:rPr lang="en-US" dirty="0"/>
                        <a:t>Particulars</a:t>
                      </a:r>
                      <a:endParaRPr lang="en-IN" dirty="0"/>
                    </a:p>
                  </a:txBody>
                  <a:tcPr/>
                </a:tc>
                <a:tc>
                  <a:txBody>
                    <a:bodyPr/>
                    <a:lstStyle/>
                    <a:p>
                      <a:r>
                        <a:rPr lang="en-US" dirty="0"/>
                        <a:t>High Growth Phase</a:t>
                      </a:r>
                      <a:endParaRPr lang="en-IN" dirty="0"/>
                    </a:p>
                  </a:txBody>
                  <a:tcPr/>
                </a:tc>
                <a:tc>
                  <a:txBody>
                    <a:bodyPr/>
                    <a:lstStyle/>
                    <a:p>
                      <a:r>
                        <a:rPr lang="en-US" dirty="0"/>
                        <a:t>Stable Phase </a:t>
                      </a:r>
                      <a:endParaRPr lang="en-IN" dirty="0"/>
                    </a:p>
                  </a:txBody>
                  <a:tcPr/>
                </a:tc>
                <a:extLst>
                  <a:ext uri="{0D108BD9-81ED-4DB2-BD59-A6C34878D82A}">
                    <a16:rowId xmlns:a16="http://schemas.microsoft.com/office/drawing/2014/main" val="1998687277"/>
                  </a:ext>
                </a:extLst>
              </a:tr>
              <a:tr h="370840">
                <a:tc>
                  <a:txBody>
                    <a:bodyPr/>
                    <a:lstStyle/>
                    <a:p>
                      <a:r>
                        <a:rPr lang="en-US" dirty="0"/>
                        <a:t>DPR (in %) </a:t>
                      </a:r>
                      <a:endParaRPr lang="en-IN" dirty="0"/>
                    </a:p>
                  </a:txBody>
                  <a:tcPr/>
                </a:tc>
                <a:tc>
                  <a:txBody>
                    <a:bodyPr/>
                    <a:lstStyle/>
                    <a:p>
                      <a:r>
                        <a:rPr lang="en-US" dirty="0"/>
                        <a:t>40</a:t>
                      </a:r>
                      <a:endParaRPr lang="en-IN" dirty="0"/>
                    </a:p>
                  </a:txBody>
                  <a:tcPr/>
                </a:tc>
                <a:tc>
                  <a:txBody>
                    <a:bodyPr/>
                    <a:lstStyle/>
                    <a:p>
                      <a:r>
                        <a:rPr lang="en-US" dirty="0"/>
                        <a:t>70</a:t>
                      </a:r>
                      <a:endParaRPr lang="en-IN" dirty="0"/>
                    </a:p>
                  </a:txBody>
                  <a:tcPr/>
                </a:tc>
                <a:extLst>
                  <a:ext uri="{0D108BD9-81ED-4DB2-BD59-A6C34878D82A}">
                    <a16:rowId xmlns:a16="http://schemas.microsoft.com/office/drawing/2014/main" val="2313864700"/>
                  </a:ext>
                </a:extLst>
              </a:tr>
              <a:tr h="370840">
                <a:tc>
                  <a:txBody>
                    <a:bodyPr/>
                    <a:lstStyle/>
                    <a:p>
                      <a:r>
                        <a:rPr lang="en-US" dirty="0">
                          <a:highlight>
                            <a:srgbClr val="FFFF00"/>
                          </a:highlight>
                        </a:rPr>
                        <a:t>ROE (in %)</a:t>
                      </a:r>
                      <a:endParaRPr lang="en-IN" dirty="0">
                        <a:highlight>
                          <a:srgbClr val="FFFF00"/>
                        </a:highlight>
                      </a:endParaRPr>
                    </a:p>
                  </a:txBody>
                  <a:tcPr/>
                </a:tc>
                <a:tc>
                  <a:txBody>
                    <a:bodyPr/>
                    <a:lstStyle/>
                    <a:p>
                      <a:r>
                        <a:rPr lang="en-US" dirty="0">
                          <a:highlight>
                            <a:srgbClr val="FFFF00"/>
                          </a:highlight>
                        </a:rPr>
                        <a:t>20</a:t>
                      </a:r>
                      <a:endParaRPr lang="en-IN" dirty="0">
                        <a:highlight>
                          <a:srgbClr val="FFFF00"/>
                        </a:highlight>
                      </a:endParaRPr>
                    </a:p>
                  </a:txBody>
                  <a:tcPr/>
                </a:tc>
                <a:tc>
                  <a:txBody>
                    <a:bodyPr/>
                    <a:lstStyle/>
                    <a:p>
                      <a:r>
                        <a:rPr lang="en-US" dirty="0"/>
                        <a:t>10.80</a:t>
                      </a:r>
                      <a:endParaRPr lang="en-IN" dirty="0"/>
                    </a:p>
                  </a:txBody>
                  <a:tcPr/>
                </a:tc>
                <a:extLst>
                  <a:ext uri="{0D108BD9-81ED-4DB2-BD59-A6C34878D82A}">
                    <a16:rowId xmlns:a16="http://schemas.microsoft.com/office/drawing/2014/main" val="373082761"/>
                  </a:ext>
                </a:extLst>
              </a:tr>
              <a:tr h="370840">
                <a:tc>
                  <a:txBody>
                    <a:bodyPr/>
                    <a:lstStyle/>
                    <a:p>
                      <a:r>
                        <a:rPr lang="en-US" dirty="0"/>
                        <a:t>Length </a:t>
                      </a:r>
                      <a:endParaRPr lang="en-IN" dirty="0"/>
                    </a:p>
                  </a:txBody>
                  <a:tcPr/>
                </a:tc>
                <a:tc>
                  <a:txBody>
                    <a:bodyPr/>
                    <a:lstStyle/>
                    <a:p>
                      <a:r>
                        <a:rPr lang="en-US" dirty="0"/>
                        <a:t>10 years</a:t>
                      </a:r>
                      <a:endParaRPr lang="en-IN" dirty="0"/>
                    </a:p>
                  </a:txBody>
                  <a:tcPr/>
                </a:tc>
                <a:tc>
                  <a:txBody>
                    <a:bodyPr/>
                    <a:lstStyle/>
                    <a:p>
                      <a:r>
                        <a:rPr lang="en-US" dirty="0"/>
                        <a:t>After year 10</a:t>
                      </a:r>
                      <a:endParaRPr lang="en-IN" dirty="0"/>
                    </a:p>
                  </a:txBody>
                  <a:tcPr/>
                </a:tc>
                <a:extLst>
                  <a:ext uri="{0D108BD9-81ED-4DB2-BD59-A6C34878D82A}">
                    <a16:rowId xmlns:a16="http://schemas.microsoft.com/office/drawing/2014/main" val="1751431496"/>
                  </a:ext>
                </a:extLst>
              </a:tr>
              <a:tr h="370840">
                <a:tc>
                  <a:txBody>
                    <a:bodyPr/>
                    <a:lstStyle/>
                    <a:p>
                      <a:r>
                        <a:rPr lang="en-US" dirty="0"/>
                        <a:t>Beta </a:t>
                      </a:r>
                      <a:endParaRPr lang="en-IN" dirty="0"/>
                    </a:p>
                  </a:txBody>
                  <a:tcPr/>
                </a:tc>
                <a:tc>
                  <a:txBody>
                    <a:bodyPr/>
                    <a:lstStyle/>
                    <a:p>
                      <a:r>
                        <a:rPr lang="en-US" dirty="0"/>
                        <a:t>1</a:t>
                      </a:r>
                      <a:endParaRPr lang="en-IN" dirty="0"/>
                    </a:p>
                  </a:txBody>
                  <a:tcPr/>
                </a:tc>
                <a:tc>
                  <a:txBody>
                    <a:bodyPr/>
                    <a:lstStyle/>
                    <a:p>
                      <a:r>
                        <a:rPr lang="en-US" dirty="0"/>
                        <a:t>0.8</a:t>
                      </a:r>
                      <a:endParaRPr lang="en-IN" dirty="0"/>
                    </a:p>
                  </a:txBody>
                  <a:tcPr/>
                </a:tc>
                <a:extLst>
                  <a:ext uri="{0D108BD9-81ED-4DB2-BD59-A6C34878D82A}">
                    <a16:rowId xmlns:a16="http://schemas.microsoft.com/office/drawing/2014/main" val="923341974"/>
                  </a:ext>
                </a:extLst>
              </a:tr>
              <a:tr h="370840">
                <a:tc>
                  <a:txBody>
                    <a:bodyPr/>
                    <a:lstStyle/>
                    <a:p>
                      <a:r>
                        <a:rPr lang="en-US" dirty="0"/>
                        <a:t>Rf (in %)</a:t>
                      </a:r>
                      <a:endParaRPr lang="en-IN" dirty="0"/>
                    </a:p>
                  </a:txBody>
                  <a:tcPr/>
                </a:tc>
                <a:tc>
                  <a:txBody>
                    <a:bodyPr/>
                    <a:lstStyle/>
                    <a:p>
                      <a:r>
                        <a:rPr lang="en-US" dirty="0"/>
                        <a:t>7.42</a:t>
                      </a:r>
                      <a:endParaRPr lang="en-IN" dirty="0"/>
                    </a:p>
                  </a:txBody>
                  <a:tcPr/>
                </a:tc>
                <a:tc>
                  <a:txBody>
                    <a:bodyPr/>
                    <a:lstStyle/>
                    <a:p>
                      <a:r>
                        <a:rPr lang="en-US" dirty="0"/>
                        <a:t>6</a:t>
                      </a:r>
                      <a:endParaRPr lang="en-IN" dirty="0"/>
                    </a:p>
                  </a:txBody>
                  <a:tcPr/>
                </a:tc>
                <a:extLst>
                  <a:ext uri="{0D108BD9-81ED-4DB2-BD59-A6C34878D82A}">
                    <a16:rowId xmlns:a16="http://schemas.microsoft.com/office/drawing/2014/main" val="139245298"/>
                  </a:ext>
                </a:extLst>
              </a:tr>
              <a:tr h="370840">
                <a:tc>
                  <a:txBody>
                    <a:bodyPr/>
                    <a:lstStyle/>
                    <a:p>
                      <a:r>
                        <a:rPr lang="en-US" dirty="0"/>
                        <a:t>MRP (in %)</a:t>
                      </a:r>
                      <a:endParaRPr lang="en-IN" dirty="0"/>
                    </a:p>
                  </a:txBody>
                  <a:tcPr/>
                </a:tc>
                <a:tc>
                  <a:txBody>
                    <a:bodyPr/>
                    <a:lstStyle/>
                    <a:p>
                      <a:r>
                        <a:rPr lang="en-US" dirty="0"/>
                        <a:t>9.73</a:t>
                      </a:r>
                      <a:endParaRPr lang="en-IN" dirty="0"/>
                    </a:p>
                  </a:txBody>
                  <a:tcPr/>
                </a:tc>
                <a:tc>
                  <a:txBody>
                    <a:bodyPr/>
                    <a:lstStyle/>
                    <a:p>
                      <a:r>
                        <a:rPr lang="en-US" dirty="0"/>
                        <a:t>6</a:t>
                      </a:r>
                      <a:endParaRPr lang="en-IN" dirty="0"/>
                    </a:p>
                  </a:txBody>
                  <a:tcPr/>
                </a:tc>
                <a:extLst>
                  <a:ext uri="{0D108BD9-81ED-4DB2-BD59-A6C34878D82A}">
                    <a16:rowId xmlns:a16="http://schemas.microsoft.com/office/drawing/2014/main" val="3724845477"/>
                  </a:ext>
                </a:extLst>
              </a:tr>
              <a:tr h="370840">
                <a:tc>
                  <a:txBody>
                    <a:bodyPr/>
                    <a:lstStyle/>
                    <a:p>
                      <a:r>
                        <a:rPr lang="en-US" b="1" dirty="0"/>
                        <a:t>Fundamental growth rate </a:t>
                      </a:r>
                    </a:p>
                    <a:p>
                      <a:r>
                        <a:rPr lang="en-US" b="1" dirty="0"/>
                        <a:t>(= ROE * {1-DPR})</a:t>
                      </a:r>
                      <a:endParaRPr lang="en-IN" b="1" dirty="0"/>
                    </a:p>
                  </a:txBody>
                  <a:tcPr/>
                </a:tc>
                <a:tc>
                  <a:txBody>
                    <a:bodyPr/>
                    <a:lstStyle/>
                    <a:p>
                      <a:r>
                        <a:rPr lang="en-US" b="1" dirty="0"/>
                        <a:t>20(1-0.40) = 12%</a:t>
                      </a:r>
                      <a:endParaRPr lang="en-IN" b="1" dirty="0"/>
                    </a:p>
                  </a:txBody>
                  <a:tcPr/>
                </a:tc>
                <a:tc>
                  <a:txBody>
                    <a:bodyPr/>
                    <a:lstStyle/>
                    <a:p>
                      <a:r>
                        <a:rPr lang="en-US" b="1" dirty="0"/>
                        <a:t>10.80 (1-0.70) = 3.24 %</a:t>
                      </a:r>
                      <a:endParaRPr lang="en-IN" b="1" dirty="0"/>
                    </a:p>
                  </a:txBody>
                  <a:tcPr/>
                </a:tc>
                <a:extLst>
                  <a:ext uri="{0D108BD9-81ED-4DB2-BD59-A6C34878D82A}">
                    <a16:rowId xmlns:a16="http://schemas.microsoft.com/office/drawing/2014/main" val="3479757513"/>
                  </a:ext>
                </a:extLst>
              </a:tr>
              <a:tr h="370840">
                <a:tc>
                  <a:txBody>
                    <a:bodyPr/>
                    <a:lstStyle/>
                    <a:p>
                      <a:r>
                        <a:rPr lang="en-US" b="1" dirty="0"/>
                        <a:t>Cost of Equity </a:t>
                      </a:r>
                      <a:endParaRPr lang="en-IN"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7.42 %+ (1 *9.73%) = 17.15%</a:t>
                      </a: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p>
                      <a:endParaRPr lang="en-IN" b="1" dirty="0"/>
                    </a:p>
                  </a:txBody>
                  <a:tcPr/>
                </a:tc>
                <a:tc>
                  <a:txBody>
                    <a:bodyPr/>
                    <a:lstStyle/>
                    <a:p>
                      <a:r>
                        <a:rPr lang="en-US" b="1" dirty="0"/>
                        <a:t>6+ (0.8*6%) = 10.80%</a:t>
                      </a:r>
                      <a:endParaRPr lang="en-IN" b="1" dirty="0"/>
                    </a:p>
                  </a:txBody>
                  <a:tcPr/>
                </a:tc>
                <a:extLst>
                  <a:ext uri="{0D108BD9-81ED-4DB2-BD59-A6C34878D82A}">
                    <a16:rowId xmlns:a16="http://schemas.microsoft.com/office/drawing/2014/main" val="3744314671"/>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854DD3AC-E3E5-DC63-0671-677D0D7FFE36}"/>
                  </a:ext>
                </a:extLst>
              </p14:cNvPr>
              <p14:cNvContentPartPr/>
              <p14:nvPr/>
            </p14:nvContentPartPr>
            <p14:xfrm>
              <a:off x="3785400" y="4579560"/>
              <a:ext cx="8378280" cy="2351520"/>
            </p14:xfrm>
          </p:contentPart>
        </mc:Choice>
        <mc:Fallback xmlns="">
          <p:pic>
            <p:nvPicPr>
              <p:cNvPr id="3" name="Ink 2">
                <a:extLst>
                  <a:ext uri="{FF2B5EF4-FFF2-40B4-BE49-F238E27FC236}">
                    <a16:creationId xmlns:a16="http://schemas.microsoft.com/office/drawing/2014/main" id="{854DD3AC-E3E5-DC63-0671-677D0D7FFE36}"/>
                  </a:ext>
                </a:extLst>
              </p:cNvPr>
              <p:cNvPicPr/>
              <p:nvPr/>
            </p:nvPicPr>
            <p:blipFill>
              <a:blip r:embed="rId3"/>
              <a:stretch>
                <a:fillRect/>
              </a:stretch>
            </p:blipFill>
            <p:spPr>
              <a:xfrm>
                <a:off x="3776040" y="4570200"/>
                <a:ext cx="8397000" cy="2370240"/>
              </a:xfrm>
              <a:prstGeom prst="rect">
                <a:avLst/>
              </a:prstGeom>
            </p:spPr>
          </p:pic>
        </mc:Fallback>
      </mc:AlternateContent>
    </p:spTree>
    <p:extLst>
      <p:ext uri="{BB962C8B-B14F-4D97-AF65-F5344CB8AC3E}">
        <p14:creationId xmlns:p14="http://schemas.microsoft.com/office/powerpoint/2010/main" val="710028155"/>
      </p:ext>
    </p:extLst>
  </p:cSld>
  <p:clrMapOvr>
    <a:masterClrMapping/>
  </p:clrMapOvr>
</p:sld>
</file>

<file path=ppt/slides/slide4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41D6E-7B6A-4C48-BA44-89E305352E3A}"/>
              </a:ext>
            </a:extLst>
          </p:cNvPr>
          <p:cNvSpPr>
            <a:spLocks noGrp="1"/>
          </p:cNvSpPr>
          <p:nvPr>
            <p:ph type="title"/>
          </p:nvPr>
        </p:nvSpPr>
        <p:spPr/>
        <p:txBody>
          <a:bodyPr>
            <a:normAutofit/>
          </a:bodyPr>
          <a:lstStyle/>
          <a:p>
            <a:pPr algn="ctr"/>
            <a:r>
              <a:rPr kumimoji="0" lang="en-US" b="1" i="0" u="none" strike="noStrike" kern="1200" cap="none" spc="0" normalizeH="0" baseline="0" noProof="0" dirty="0">
                <a:ln>
                  <a:noFill/>
                </a:ln>
                <a:solidFill>
                  <a:prstClr val="black"/>
                </a:solidFill>
                <a:effectLst/>
                <a:uLnTx/>
                <a:uFillTx/>
                <a:latin typeface="Calibri Light" panose="020F0302020204030204"/>
                <a:ea typeface="+mj-ea"/>
                <a:cs typeface="+mj-cs"/>
              </a:rPr>
              <a:t>PEG for </a:t>
            </a:r>
            <a:r>
              <a:rPr lang="en-US" b="1" dirty="0">
                <a:solidFill>
                  <a:prstClr val="black"/>
                </a:solidFill>
                <a:latin typeface="Calibri Light" panose="020F0302020204030204"/>
              </a:rPr>
              <a:t>a hypo firm</a:t>
            </a:r>
            <a:r>
              <a:rPr kumimoji="0" lang="en-US" b="1" i="0" u="none" strike="noStrike" kern="1200" cap="none" spc="0" normalizeH="0" baseline="0" noProof="0" dirty="0">
                <a:ln>
                  <a:noFill/>
                </a:ln>
                <a:solidFill>
                  <a:prstClr val="black"/>
                </a:solidFill>
                <a:effectLst/>
                <a:uLnTx/>
                <a:uFillTx/>
                <a:latin typeface="Calibri Light" panose="020F0302020204030204"/>
                <a:ea typeface="+mj-ea"/>
                <a:cs typeface="+mj-cs"/>
              </a:rPr>
              <a:t> using 2 stage growth model ( when g hg=12%) </a:t>
            </a:r>
            <a:endParaRPr lang="en-IN" sz="6600" b="1" dirty="0"/>
          </a:p>
        </p:txBody>
      </p:sp>
      <p:sp>
        <p:nvSpPr>
          <p:cNvPr id="3" name="Content Placeholder 2">
            <a:extLst>
              <a:ext uri="{FF2B5EF4-FFF2-40B4-BE49-F238E27FC236}">
                <a16:creationId xmlns:a16="http://schemas.microsoft.com/office/drawing/2014/main" id="{DAF78D6A-1A0E-48D4-BCCA-9F38767C32FD}"/>
              </a:ext>
            </a:extLst>
          </p:cNvPr>
          <p:cNvSpPr>
            <a:spLocks noGrp="1"/>
          </p:cNvSpPr>
          <p:nvPr>
            <p:ph idx="1"/>
          </p:nvPr>
        </p:nvSpPr>
        <p:spPr/>
        <p:txBody>
          <a:bodyPr>
            <a:normAutofit/>
          </a:bodyPr>
          <a:lstStyle/>
          <a:p>
            <a:pPr marL="0" indent="0">
              <a:buNone/>
            </a:pPr>
            <a:r>
              <a:rPr lang="en-US" sz="3600" dirty="0"/>
              <a:t>= 0.40 (1.12) [ 1- {3.1058/4.8688} ] / (0.0515) (0.12)</a:t>
            </a:r>
          </a:p>
          <a:p>
            <a:pPr marL="0" indent="0">
              <a:buNone/>
            </a:pPr>
            <a:r>
              <a:rPr lang="en-US" sz="3600" dirty="0"/>
              <a:t>                        +</a:t>
            </a:r>
          </a:p>
          <a:p>
            <a:pPr marL="0" indent="0">
              <a:buNone/>
            </a:pPr>
            <a:r>
              <a:rPr lang="en-US" sz="3600" dirty="0"/>
              <a:t>  0.70 (3.1058) (1.0324) /  (0.0756) (4.8688) (0.12) </a:t>
            </a:r>
          </a:p>
          <a:p>
            <a:pPr marL="0" indent="0">
              <a:buNone/>
            </a:pPr>
            <a:endParaRPr lang="en-US" sz="3600" dirty="0"/>
          </a:p>
          <a:p>
            <a:pPr marL="0" indent="0">
              <a:buNone/>
            </a:pPr>
            <a:r>
              <a:rPr lang="en-US" sz="3600" dirty="0"/>
              <a:t>=  (0.1622/0.0062)  + (2.2445/ 0.0442)</a:t>
            </a:r>
          </a:p>
          <a:p>
            <a:pPr marL="0" indent="0">
              <a:buNone/>
            </a:pPr>
            <a:endParaRPr lang="en-US" sz="3600" dirty="0"/>
          </a:p>
          <a:p>
            <a:pPr marL="0" indent="0">
              <a:buNone/>
            </a:pPr>
            <a:r>
              <a:rPr lang="en-US" sz="3600" dirty="0"/>
              <a:t>= (26.16) + (50.78) = 76.94 or </a:t>
            </a:r>
            <a:r>
              <a:rPr lang="en-US" sz="3600" b="1" dirty="0"/>
              <a:t>0.77 times </a:t>
            </a:r>
            <a:endParaRPr lang="en-IN" sz="3600" b="1" dirty="0"/>
          </a:p>
        </p:txBody>
      </p:sp>
    </p:spTree>
    <p:extLst>
      <p:ext uri="{BB962C8B-B14F-4D97-AF65-F5344CB8AC3E}">
        <p14:creationId xmlns:p14="http://schemas.microsoft.com/office/powerpoint/2010/main" val="2247515371"/>
      </p:ext>
    </p:extLst>
  </p:cSld>
  <p:clrMapOvr>
    <a:masterClrMapping/>
  </p:clrMapOvr>
</p:sld>
</file>

<file path=ppt/slides/slide4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D007F-C03D-EE4E-8B17-6FBED6F70E16}"/>
              </a:ext>
            </a:extLst>
          </p:cNvPr>
          <p:cNvSpPr>
            <a:spLocks noGrp="1"/>
          </p:cNvSpPr>
          <p:nvPr>
            <p:ph type="title"/>
          </p:nvPr>
        </p:nvSpPr>
        <p:spPr/>
        <p:txBody>
          <a:bodyPr/>
          <a:lstStyle/>
          <a:p>
            <a:r>
              <a:rPr lang="en-US" dirty="0"/>
              <a:t> </a:t>
            </a:r>
            <a:r>
              <a:rPr lang="en-US" dirty="0">
                <a:highlight>
                  <a:srgbClr val="FFFF00"/>
                </a:highlight>
              </a:rPr>
              <a:t>Comparison of PEG </a:t>
            </a:r>
            <a:r>
              <a:rPr lang="en-US" dirty="0"/>
              <a:t>at </a:t>
            </a:r>
            <a:r>
              <a:rPr lang="en-US" u="sng" dirty="0"/>
              <a:t>HG phase g of 9% &amp; 12%</a:t>
            </a:r>
          </a:p>
        </p:txBody>
      </p:sp>
      <p:sp>
        <p:nvSpPr>
          <p:cNvPr id="3" name="Content Placeholder 2">
            <a:extLst>
              <a:ext uri="{FF2B5EF4-FFF2-40B4-BE49-F238E27FC236}">
                <a16:creationId xmlns:a16="http://schemas.microsoft.com/office/drawing/2014/main" id="{49FD5284-DDDD-49D2-7A51-3352FF6FFCDA}"/>
              </a:ext>
            </a:extLst>
          </p:cNvPr>
          <p:cNvSpPr>
            <a:spLocks noGrp="1"/>
          </p:cNvSpPr>
          <p:nvPr>
            <p:ph idx="1"/>
          </p:nvPr>
        </p:nvSpPr>
        <p:spPr/>
        <p:txBody>
          <a:bodyPr/>
          <a:lstStyle/>
          <a:p>
            <a:r>
              <a:rPr lang="en-US" dirty="0">
                <a:highlight>
                  <a:srgbClr val="FFFF00"/>
                </a:highlight>
              </a:rPr>
              <a:t>PEG at 9% g </a:t>
            </a:r>
            <a:r>
              <a:rPr lang="en-US" dirty="0"/>
              <a:t>in HG Phase =  </a:t>
            </a:r>
            <a:r>
              <a:rPr lang="en-US" b="1" dirty="0"/>
              <a:t>0.82 times</a:t>
            </a:r>
          </a:p>
          <a:p>
            <a:endParaRPr lang="en-US" dirty="0"/>
          </a:p>
          <a:p>
            <a:r>
              <a:rPr lang="en-US" dirty="0">
                <a:highlight>
                  <a:srgbClr val="FFFF00"/>
                </a:highlight>
              </a:rPr>
              <a:t>PEG at 12%  g </a:t>
            </a:r>
            <a:r>
              <a:rPr lang="en-US" dirty="0"/>
              <a:t>in HG Phase </a:t>
            </a:r>
            <a:r>
              <a:rPr lang="en-US" b="1" dirty="0"/>
              <a:t>= 0.77 times</a:t>
            </a:r>
          </a:p>
        </p:txBody>
      </p:sp>
    </p:spTree>
    <p:extLst>
      <p:ext uri="{BB962C8B-B14F-4D97-AF65-F5344CB8AC3E}">
        <p14:creationId xmlns:p14="http://schemas.microsoft.com/office/powerpoint/2010/main" val="4097715129"/>
      </p:ext>
    </p:extLst>
  </p:cSld>
  <p:clrMapOvr>
    <a:masterClrMapping/>
  </p:clrMapOvr>
</p:sld>
</file>

<file path=ppt/slides/slide4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99A8A-8E32-4935-AD3D-BA0F9CE96E86}"/>
              </a:ext>
            </a:extLst>
          </p:cNvPr>
          <p:cNvSpPr>
            <a:spLocks noGrp="1"/>
          </p:cNvSpPr>
          <p:nvPr>
            <p:ph type="title"/>
          </p:nvPr>
        </p:nvSpPr>
        <p:spPr/>
        <p:txBody>
          <a:bodyPr>
            <a:normAutofit fontScale="90000"/>
          </a:bodyPr>
          <a:lstStyle/>
          <a:p>
            <a:r>
              <a:rPr lang="en-US" dirty="0"/>
              <a:t>What happens to PEG when </a:t>
            </a:r>
            <a:r>
              <a:rPr lang="en-US" b="1" dirty="0"/>
              <a:t>g of HG Phase  =15 % ?</a:t>
            </a:r>
            <a:r>
              <a:rPr kumimoji="0" lang="en-US" sz="4000" b="1" i="0" u="none" strike="noStrike" kern="1200" cap="none" spc="0" normalizeH="0" baseline="0" noProof="0" dirty="0">
                <a:ln>
                  <a:noFill/>
                </a:ln>
                <a:solidFill>
                  <a:prstClr val="black"/>
                </a:solidFill>
                <a:effectLst/>
                <a:uLnTx/>
                <a:uFillTx/>
                <a:latin typeface="Calibri Light" panose="020F0302020204030204"/>
                <a:ea typeface="+mj-ea"/>
                <a:cs typeface="+mj-cs"/>
              </a:rPr>
              <a:t> by increasing ROE from 20% to 25% in HG phase</a:t>
            </a:r>
            <a:endParaRPr lang="en-IN" b="1" dirty="0"/>
          </a:p>
        </p:txBody>
      </p:sp>
      <p:sp>
        <p:nvSpPr>
          <p:cNvPr id="3" name="Content Placeholder 2">
            <a:extLst>
              <a:ext uri="{FF2B5EF4-FFF2-40B4-BE49-F238E27FC236}">
                <a16:creationId xmlns:a16="http://schemas.microsoft.com/office/drawing/2014/main" id="{DB358AA0-5E0F-4A31-8029-3CDB9CFA48A2}"/>
              </a:ext>
            </a:extLst>
          </p:cNvPr>
          <p:cNvSpPr>
            <a:spLocks noGrp="1"/>
          </p:cNvSpPr>
          <p:nvPr>
            <p:ph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Keeping other variables constant in HG phase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Keeping stable phase variables constant</a:t>
            </a:r>
          </a:p>
          <a:p>
            <a:endParaRPr lang="en-IN" dirty="0"/>
          </a:p>
        </p:txBody>
      </p:sp>
    </p:spTree>
    <p:extLst>
      <p:ext uri="{BB962C8B-B14F-4D97-AF65-F5344CB8AC3E}">
        <p14:creationId xmlns:p14="http://schemas.microsoft.com/office/powerpoint/2010/main" val="2844349004"/>
      </p:ext>
    </p:extLst>
  </p:cSld>
  <p:clrMapOvr>
    <a:masterClrMapping/>
  </p:clrMapOvr>
</p:sld>
</file>

<file path=ppt/slides/slide4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8AAEB-526F-4053-8623-0C2722AEBB11}"/>
              </a:ext>
            </a:extLst>
          </p:cNvPr>
          <p:cNvSpPr>
            <a:spLocks noGrp="1"/>
          </p:cNvSpPr>
          <p:nvPr>
            <p:ph type="title"/>
          </p:nvPr>
        </p:nvSpPr>
        <p:spPr>
          <a:xfrm>
            <a:off x="636722" y="-378794"/>
            <a:ext cx="10515600" cy="1325563"/>
          </a:xfrm>
        </p:spPr>
        <p:txBody>
          <a:bodyPr/>
          <a:lstStyle/>
          <a:p>
            <a:pPr algn="ctr"/>
            <a:r>
              <a:rPr lang="en-US" b="1" dirty="0"/>
              <a:t>Assumptions- Hypo Firm</a:t>
            </a:r>
            <a:endParaRPr lang="en-IN" b="1" dirty="0"/>
          </a:p>
        </p:txBody>
      </p:sp>
      <p:graphicFrame>
        <p:nvGraphicFramePr>
          <p:cNvPr id="4" name="Table 4">
            <a:extLst>
              <a:ext uri="{FF2B5EF4-FFF2-40B4-BE49-F238E27FC236}">
                <a16:creationId xmlns:a16="http://schemas.microsoft.com/office/drawing/2014/main" id="{7E271543-6990-48A4-A1F0-D608FE76711E}"/>
              </a:ext>
            </a:extLst>
          </p:cNvPr>
          <p:cNvGraphicFramePr>
            <a:graphicFrameLocks noGrp="1"/>
          </p:cNvGraphicFramePr>
          <p:nvPr>
            <p:ph idx="1"/>
          </p:nvPr>
        </p:nvGraphicFramePr>
        <p:xfrm>
          <a:off x="838201" y="756242"/>
          <a:ext cx="10515597" cy="3876040"/>
        </p:xfrm>
        <a:graphic>
          <a:graphicData uri="http://schemas.openxmlformats.org/drawingml/2006/table">
            <a:tbl>
              <a:tblPr firstRow="1" bandRow="1">
                <a:tableStyleId>{7DF18680-E054-41AD-8BC1-D1AEF772440D}</a:tableStyleId>
              </a:tblPr>
              <a:tblGrid>
                <a:gridCol w="3505199">
                  <a:extLst>
                    <a:ext uri="{9D8B030D-6E8A-4147-A177-3AD203B41FA5}">
                      <a16:colId xmlns:a16="http://schemas.microsoft.com/office/drawing/2014/main" val="1580650636"/>
                    </a:ext>
                  </a:extLst>
                </a:gridCol>
                <a:gridCol w="3505199">
                  <a:extLst>
                    <a:ext uri="{9D8B030D-6E8A-4147-A177-3AD203B41FA5}">
                      <a16:colId xmlns:a16="http://schemas.microsoft.com/office/drawing/2014/main" val="150241845"/>
                    </a:ext>
                  </a:extLst>
                </a:gridCol>
                <a:gridCol w="3505199">
                  <a:extLst>
                    <a:ext uri="{9D8B030D-6E8A-4147-A177-3AD203B41FA5}">
                      <a16:colId xmlns:a16="http://schemas.microsoft.com/office/drawing/2014/main" val="1300775679"/>
                    </a:ext>
                  </a:extLst>
                </a:gridCol>
              </a:tblGrid>
              <a:tr h="370840">
                <a:tc>
                  <a:txBody>
                    <a:bodyPr/>
                    <a:lstStyle/>
                    <a:p>
                      <a:r>
                        <a:rPr lang="en-US" dirty="0"/>
                        <a:t>Particulars</a:t>
                      </a:r>
                      <a:endParaRPr lang="en-IN" dirty="0"/>
                    </a:p>
                  </a:txBody>
                  <a:tcPr/>
                </a:tc>
                <a:tc>
                  <a:txBody>
                    <a:bodyPr/>
                    <a:lstStyle/>
                    <a:p>
                      <a:r>
                        <a:rPr lang="en-US" dirty="0"/>
                        <a:t>High Growth Phase</a:t>
                      </a:r>
                      <a:endParaRPr lang="en-IN" dirty="0"/>
                    </a:p>
                  </a:txBody>
                  <a:tcPr/>
                </a:tc>
                <a:tc>
                  <a:txBody>
                    <a:bodyPr/>
                    <a:lstStyle/>
                    <a:p>
                      <a:r>
                        <a:rPr lang="en-US" dirty="0"/>
                        <a:t>Stable Phase </a:t>
                      </a:r>
                      <a:endParaRPr lang="en-IN" dirty="0"/>
                    </a:p>
                  </a:txBody>
                  <a:tcPr/>
                </a:tc>
                <a:extLst>
                  <a:ext uri="{0D108BD9-81ED-4DB2-BD59-A6C34878D82A}">
                    <a16:rowId xmlns:a16="http://schemas.microsoft.com/office/drawing/2014/main" val="1998687277"/>
                  </a:ext>
                </a:extLst>
              </a:tr>
              <a:tr h="370840">
                <a:tc>
                  <a:txBody>
                    <a:bodyPr/>
                    <a:lstStyle/>
                    <a:p>
                      <a:r>
                        <a:rPr lang="en-US" dirty="0"/>
                        <a:t>DPR (in %) </a:t>
                      </a:r>
                      <a:endParaRPr lang="en-IN" dirty="0"/>
                    </a:p>
                  </a:txBody>
                  <a:tcPr/>
                </a:tc>
                <a:tc>
                  <a:txBody>
                    <a:bodyPr/>
                    <a:lstStyle/>
                    <a:p>
                      <a:r>
                        <a:rPr lang="en-US" dirty="0"/>
                        <a:t>40</a:t>
                      </a:r>
                      <a:endParaRPr lang="en-IN" dirty="0"/>
                    </a:p>
                  </a:txBody>
                  <a:tcPr/>
                </a:tc>
                <a:tc>
                  <a:txBody>
                    <a:bodyPr/>
                    <a:lstStyle/>
                    <a:p>
                      <a:r>
                        <a:rPr lang="en-US" dirty="0"/>
                        <a:t>70</a:t>
                      </a:r>
                      <a:endParaRPr lang="en-IN" dirty="0"/>
                    </a:p>
                  </a:txBody>
                  <a:tcPr/>
                </a:tc>
                <a:extLst>
                  <a:ext uri="{0D108BD9-81ED-4DB2-BD59-A6C34878D82A}">
                    <a16:rowId xmlns:a16="http://schemas.microsoft.com/office/drawing/2014/main" val="2313864700"/>
                  </a:ext>
                </a:extLst>
              </a:tr>
              <a:tr h="370840">
                <a:tc>
                  <a:txBody>
                    <a:bodyPr/>
                    <a:lstStyle/>
                    <a:p>
                      <a:r>
                        <a:rPr lang="en-US" dirty="0"/>
                        <a:t>ROE (in %)</a:t>
                      </a:r>
                      <a:endParaRPr lang="en-IN" dirty="0"/>
                    </a:p>
                  </a:txBody>
                  <a:tcPr/>
                </a:tc>
                <a:tc>
                  <a:txBody>
                    <a:bodyPr/>
                    <a:lstStyle/>
                    <a:p>
                      <a:r>
                        <a:rPr lang="en-US" dirty="0"/>
                        <a:t>25</a:t>
                      </a:r>
                      <a:endParaRPr lang="en-IN" dirty="0"/>
                    </a:p>
                  </a:txBody>
                  <a:tcPr/>
                </a:tc>
                <a:tc>
                  <a:txBody>
                    <a:bodyPr/>
                    <a:lstStyle/>
                    <a:p>
                      <a:r>
                        <a:rPr lang="en-US" dirty="0"/>
                        <a:t>10.80</a:t>
                      </a:r>
                      <a:endParaRPr lang="en-IN" dirty="0"/>
                    </a:p>
                  </a:txBody>
                  <a:tcPr/>
                </a:tc>
                <a:extLst>
                  <a:ext uri="{0D108BD9-81ED-4DB2-BD59-A6C34878D82A}">
                    <a16:rowId xmlns:a16="http://schemas.microsoft.com/office/drawing/2014/main" val="373082761"/>
                  </a:ext>
                </a:extLst>
              </a:tr>
              <a:tr h="370840">
                <a:tc>
                  <a:txBody>
                    <a:bodyPr/>
                    <a:lstStyle/>
                    <a:p>
                      <a:r>
                        <a:rPr lang="en-US" dirty="0"/>
                        <a:t>Length </a:t>
                      </a:r>
                      <a:endParaRPr lang="en-IN" dirty="0"/>
                    </a:p>
                  </a:txBody>
                  <a:tcPr/>
                </a:tc>
                <a:tc>
                  <a:txBody>
                    <a:bodyPr/>
                    <a:lstStyle/>
                    <a:p>
                      <a:r>
                        <a:rPr lang="en-US" dirty="0"/>
                        <a:t>10 years</a:t>
                      </a:r>
                      <a:endParaRPr lang="en-IN" dirty="0"/>
                    </a:p>
                  </a:txBody>
                  <a:tcPr/>
                </a:tc>
                <a:tc>
                  <a:txBody>
                    <a:bodyPr/>
                    <a:lstStyle/>
                    <a:p>
                      <a:r>
                        <a:rPr lang="en-US" dirty="0"/>
                        <a:t>After year 10</a:t>
                      </a:r>
                      <a:endParaRPr lang="en-IN" dirty="0"/>
                    </a:p>
                  </a:txBody>
                  <a:tcPr/>
                </a:tc>
                <a:extLst>
                  <a:ext uri="{0D108BD9-81ED-4DB2-BD59-A6C34878D82A}">
                    <a16:rowId xmlns:a16="http://schemas.microsoft.com/office/drawing/2014/main" val="1751431496"/>
                  </a:ext>
                </a:extLst>
              </a:tr>
              <a:tr h="370840">
                <a:tc>
                  <a:txBody>
                    <a:bodyPr/>
                    <a:lstStyle/>
                    <a:p>
                      <a:r>
                        <a:rPr lang="en-US" dirty="0"/>
                        <a:t>Beta </a:t>
                      </a:r>
                      <a:endParaRPr lang="en-IN" dirty="0"/>
                    </a:p>
                  </a:txBody>
                  <a:tcPr/>
                </a:tc>
                <a:tc>
                  <a:txBody>
                    <a:bodyPr/>
                    <a:lstStyle/>
                    <a:p>
                      <a:r>
                        <a:rPr lang="en-US" dirty="0"/>
                        <a:t>1</a:t>
                      </a:r>
                      <a:endParaRPr lang="en-IN" dirty="0"/>
                    </a:p>
                  </a:txBody>
                  <a:tcPr/>
                </a:tc>
                <a:tc>
                  <a:txBody>
                    <a:bodyPr/>
                    <a:lstStyle/>
                    <a:p>
                      <a:r>
                        <a:rPr lang="en-US" dirty="0"/>
                        <a:t>0.8</a:t>
                      </a:r>
                      <a:endParaRPr lang="en-IN" dirty="0"/>
                    </a:p>
                  </a:txBody>
                  <a:tcPr/>
                </a:tc>
                <a:extLst>
                  <a:ext uri="{0D108BD9-81ED-4DB2-BD59-A6C34878D82A}">
                    <a16:rowId xmlns:a16="http://schemas.microsoft.com/office/drawing/2014/main" val="923341974"/>
                  </a:ext>
                </a:extLst>
              </a:tr>
              <a:tr h="370840">
                <a:tc>
                  <a:txBody>
                    <a:bodyPr/>
                    <a:lstStyle/>
                    <a:p>
                      <a:r>
                        <a:rPr lang="en-US" dirty="0"/>
                        <a:t>Rf (in %)</a:t>
                      </a:r>
                      <a:endParaRPr lang="en-IN" dirty="0"/>
                    </a:p>
                  </a:txBody>
                  <a:tcPr/>
                </a:tc>
                <a:tc>
                  <a:txBody>
                    <a:bodyPr/>
                    <a:lstStyle/>
                    <a:p>
                      <a:r>
                        <a:rPr lang="en-US" dirty="0"/>
                        <a:t>7.42</a:t>
                      </a:r>
                      <a:endParaRPr lang="en-IN" dirty="0"/>
                    </a:p>
                  </a:txBody>
                  <a:tcPr/>
                </a:tc>
                <a:tc>
                  <a:txBody>
                    <a:bodyPr/>
                    <a:lstStyle/>
                    <a:p>
                      <a:r>
                        <a:rPr lang="en-US" dirty="0"/>
                        <a:t>6</a:t>
                      </a:r>
                      <a:endParaRPr lang="en-IN" dirty="0"/>
                    </a:p>
                  </a:txBody>
                  <a:tcPr/>
                </a:tc>
                <a:extLst>
                  <a:ext uri="{0D108BD9-81ED-4DB2-BD59-A6C34878D82A}">
                    <a16:rowId xmlns:a16="http://schemas.microsoft.com/office/drawing/2014/main" val="139245298"/>
                  </a:ext>
                </a:extLst>
              </a:tr>
              <a:tr h="370840">
                <a:tc>
                  <a:txBody>
                    <a:bodyPr/>
                    <a:lstStyle/>
                    <a:p>
                      <a:r>
                        <a:rPr lang="en-US" dirty="0"/>
                        <a:t>MRP (in %)</a:t>
                      </a:r>
                      <a:endParaRPr lang="en-IN" dirty="0"/>
                    </a:p>
                  </a:txBody>
                  <a:tcPr/>
                </a:tc>
                <a:tc>
                  <a:txBody>
                    <a:bodyPr/>
                    <a:lstStyle/>
                    <a:p>
                      <a:r>
                        <a:rPr lang="en-US" dirty="0"/>
                        <a:t>9.73</a:t>
                      </a:r>
                      <a:endParaRPr lang="en-IN" dirty="0"/>
                    </a:p>
                  </a:txBody>
                  <a:tcPr/>
                </a:tc>
                <a:tc>
                  <a:txBody>
                    <a:bodyPr/>
                    <a:lstStyle/>
                    <a:p>
                      <a:r>
                        <a:rPr lang="en-US" dirty="0"/>
                        <a:t>6</a:t>
                      </a:r>
                      <a:endParaRPr lang="en-IN" dirty="0"/>
                    </a:p>
                  </a:txBody>
                  <a:tcPr/>
                </a:tc>
                <a:extLst>
                  <a:ext uri="{0D108BD9-81ED-4DB2-BD59-A6C34878D82A}">
                    <a16:rowId xmlns:a16="http://schemas.microsoft.com/office/drawing/2014/main" val="3724845477"/>
                  </a:ext>
                </a:extLst>
              </a:tr>
              <a:tr h="370840">
                <a:tc>
                  <a:txBody>
                    <a:bodyPr/>
                    <a:lstStyle/>
                    <a:p>
                      <a:r>
                        <a:rPr lang="en-US" b="1" dirty="0"/>
                        <a:t>Fundamental growth rate </a:t>
                      </a:r>
                    </a:p>
                    <a:p>
                      <a:r>
                        <a:rPr lang="en-US" b="1" dirty="0"/>
                        <a:t>(= ROE * {1-DPR})</a:t>
                      </a:r>
                      <a:endParaRPr lang="en-IN" b="1" dirty="0"/>
                    </a:p>
                  </a:txBody>
                  <a:tcPr/>
                </a:tc>
                <a:tc>
                  <a:txBody>
                    <a:bodyPr/>
                    <a:lstStyle/>
                    <a:p>
                      <a:r>
                        <a:rPr lang="en-US" b="1" dirty="0"/>
                        <a:t>25(1-0.40) = 15%</a:t>
                      </a:r>
                      <a:endParaRPr lang="en-IN" b="1" dirty="0"/>
                    </a:p>
                  </a:txBody>
                  <a:tcPr/>
                </a:tc>
                <a:tc>
                  <a:txBody>
                    <a:bodyPr/>
                    <a:lstStyle/>
                    <a:p>
                      <a:r>
                        <a:rPr lang="en-US" b="1" dirty="0"/>
                        <a:t>10.80 (1-0.70) = 3.24 %</a:t>
                      </a:r>
                      <a:endParaRPr lang="en-IN" b="1" dirty="0"/>
                    </a:p>
                  </a:txBody>
                  <a:tcPr/>
                </a:tc>
                <a:extLst>
                  <a:ext uri="{0D108BD9-81ED-4DB2-BD59-A6C34878D82A}">
                    <a16:rowId xmlns:a16="http://schemas.microsoft.com/office/drawing/2014/main" val="3479757513"/>
                  </a:ext>
                </a:extLst>
              </a:tr>
              <a:tr h="370840">
                <a:tc>
                  <a:txBody>
                    <a:bodyPr/>
                    <a:lstStyle/>
                    <a:p>
                      <a:r>
                        <a:rPr lang="en-US" b="1" dirty="0"/>
                        <a:t>Cost of Equity </a:t>
                      </a:r>
                      <a:endParaRPr lang="en-IN"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prstClr val="black"/>
                          </a:solidFill>
                          <a:effectLst/>
                          <a:uLnTx/>
                          <a:uFillTx/>
                        </a:rPr>
                        <a:t>7.42 %+ (1 *9.73%) = 17.15%</a:t>
                      </a:r>
                      <a:endParaRPr kumimoji="0" lang="en-IN" sz="1800" b="1" u="none" strike="noStrike" kern="1200" cap="none" spc="0" normalizeH="0" baseline="0" noProof="0" dirty="0">
                        <a:ln>
                          <a:noFill/>
                        </a:ln>
                        <a:solidFill>
                          <a:prstClr val="black"/>
                        </a:solidFill>
                        <a:effectLst/>
                        <a:uLnTx/>
                        <a:uFillTx/>
                      </a:endParaRPr>
                    </a:p>
                    <a:p>
                      <a:endParaRPr lang="en-IN" b="1" dirty="0"/>
                    </a:p>
                  </a:txBody>
                  <a:tcPr/>
                </a:tc>
                <a:tc>
                  <a:txBody>
                    <a:bodyPr/>
                    <a:lstStyle/>
                    <a:p>
                      <a:r>
                        <a:rPr lang="en-US" b="1" dirty="0"/>
                        <a:t>6+ (0.8*6%) = 10.80%</a:t>
                      </a:r>
                      <a:endParaRPr lang="en-IN" b="1" dirty="0"/>
                    </a:p>
                  </a:txBody>
                  <a:tcPr/>
                </a:tc>
                <a:extLst>
                  <a:ext uri="{0D108BD9-81ED-4DB2-BD59-A6C34878D82A}">
                    <a16:rowId xmlns:a16="http://schemas.microsoft.com/office/drawing/2014/main" val="3744314671"/>
                  </a:ext>
                </a:extLst>
              </a:tr>
            </a:tbl>
          </a:graphicData>
        </a:graphic>
      </p:graphicFrame>
    </p:spTree>
    <p:extLst>
      <p:ext uri="{BB962C8B-B14F-4D97-AF65-F5344CB8AC3E}">
        <p14:creationId xmlns:p14="http://schemas.microsoft.com/office/powerpoint/2010/main" val="3481177086"/>
      </p:ext>
    </p:extLst>
  </p:cSld>
  <p:clrMapOvr>
    <a:masterClrMapping/>
  </p:clrMapOvr>
</p:sld>
</file>

<file path=ppt/slides/slide4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41D6E-7B6A-4C48-BA44-89E305352E3A}"/>
              </a:ext>
            </a:extLst>
          </p:cNvPr>
          <p:cNvSpPr>
            <a:spLocks noGrp="1"/>
          </p:cNvSpPr>
          <p:nvPr>
            <p:ph type="title"/>
          </p:nvPr>
        </p:nvSpPr>
        <p:spPr/>
        <p:txBody>
          <a:bodyPr>
            <a:normAutofit/>
          </a:bodyPr>
          <a:lstStyle/>
          <a:p>
            <a:pPr algn="ctr"/>
            <a:r>
              <a:rPr kumimoji="0" lang="en-US" b="1" i="0" u="none" strike="noStrike" kern="1200" cap="none" spc="0" normalizeH="0" baseline="0" noProof="0" dirty="0">
                <a:ln>
                  <a:noFill/>
                </a:ln>
                <a:solidFill>
                  <a:prstClr val="black"/>
                </a:solidFill>
                <a:effectLst/>
                <a:uLnTx/>
                <a:uFillTx/>
                <a:latin typeface="Calibri Light" panose="020F0302020204030204"/>
                <a:ea typeface="+mj-ea"/>
                <a:cs typeface="+mj-cs"/>
              </a:rPr>
              <a:t>PEG for </a:t>
            </a:r>
            <a:r>
              <a:rPr lang="en-US" b="1" dirty="0">
                <a:solidFill>
                  <a:prstClr val="black"/>
                </a:solidFill>
                <a:latin typeface="Calibri Light" panose="020F0302020204030204"/>
              </a:rPr>
              <a:t>a hypo firm</a:t>
            </a:r>
            <a:r>
              <a:rPr kumimoji="0" lang="en-US" b="1" i="0" u="none" strike="noStrike" kern="1200" cap="none" spc="0" normalizeH="0" baseline="0" noProof="0" dirty="0">
                <a:ln>
                  <a:noFill/>
                </a:ln>
                <a:solidFill>
                  <a:prstClr val="black"/>
                </a:solidFill>
                <a:effectLst/>
                <a:uLnTx/>
                <a:uFillTx/>
                <a:latin typeface="Calibri Light" panose="020F0302020204030204"/>
                <a:ea typeface="+mj-ea"/>
                <a:cs typeface="+mj-cs"/>
              </a:rPr>
              <a:t> using 2 stage growth model ( when g hg=15%) </a:t>
            </a:r>
            <a:endParaRPr lang="en-IN" sz="6600" b="1" dirty="0"/>
          </a:p>
        </p:txBody>
      </p:sp>
      <p:sp>
        <p:nvSpPr>
          <p:cNvPr id="3" name="Content Placeholder 2">
            <a:extLst>
              <a:ext uri="{FF2B5EF4-FFF2-40B4-BE49-F238E27FC236}">
                <a16:creationId xmlns:a16="http://schemas.microsoft.com/office/drawing/2014/main" id="{DAF78D6A-1A0E-48D4-BCCA-9F38767C32FD}"/>
              </a:ext>
            </a:extLst>
          </p:cNvPr>
          <p:cNvSpPr>
            <a:spLocks noGrp="1"/>
          </p:cNvSpPr>
          <p:nvPr>
            <p:ph idx="1"/>
          </p:nvPr>
        </p:nvSpPr>
        <p:spPr/>
        <p:txBody>
          <a:bodyPr>
            <a:normAutofit/>
          </a:bodyPr>
          <a:lstStyle/>
          <a:p>
            <a:pPr marL="0" indent="0">
              <a:buNone/>
            </a:pPr>
            <a:r>
              <a:rPr lang="en-US" sz="3600" dirty="0"/>
              <a:t>= 0.40 (1.15) [ 1- {4.0456/4.8688} ] / (0.0215) (0.15)</a:t>
            </a:r>
          </a:p>
          <a:p>
            <a:pPr marL="0" indent="0">
              <a:buNone/>
            </a:pPr>
            <a:r>
              <a:rPr lang="en-US" sz="3600" dirty="0"/>
              <a:t>                        +</a:t>
            </a:r>
          </a:p>
          <a:p>
            <a:pPr marL="0" indent="0">
              <a:buNone/>
            </a:pPr>
            <a:r>
              <a:rPr lang="en-US" sz="3600" dirty="0"/>
              <a:t>  0.70 (4.0456) (1.0324) /  (0.0756) (4.8688) (0.15) </a:t>
            </a:r>
          </a:p>
          <a:p>
            <a:pPr marL="0" indent="0">
              <a:buNone/>
            </a:pPr>
            <a:endParaRPr lang="en-US" sz="3600" dirty="0"/>
          </a:p>
          <a:p>
            <a:pPr marL="0" indent="0">
              <a:buNone/>
            </a:pPr>
            <a:r>
              <a:rPr lang="en-US" sz="3600" dirty="0"/>
              <a:t>=  (0.0778/0.0032)  + (2.9237/ 0.0552)</a:t>
            </a:r>
          </a:p>
          <a:p>
            <a:pPr marL="0" indent="0">
              <a:buNone/>
            </a:pPr>
            <a:endParaRPr lang="en-US" sz="3600" dirty="0"/>
          </a:p>
          <a:p>
            <a:pPr marL="0" indent="0">
              <a:buNone/>
            </a:pPr>
            <a:r>
              <a:rPr lang="en-US" sz="3600" dirty="0"/>
              <a:t>= (24.31) + (52.97) = 77.28 or </a:t>
            </a:r>
            <a:r>
              <a:rPr lang="en-US" sz="3600" b="1" dirty="0"/>
              <a:t>0.77 times </a:t>
            </a:r>
            <a:endParaRPr lang="en-IN" sz="3600" b="1" dirty="0"/>
          </a:p>
        </p:txBody>
      </p:sp>
    </p:spTree>
    <p:extLst>
      <p:ext uri="{BB962C8B-B14F-4D97-AF65-F5344CB8AC3E}">
        <p14:creationId xmlns:p14="http://schemas.microsoft.com/office/powerpoint/2010/main" val="3691157295"/>
      </p:ext>
    </p:extLst>
  </p:cSld>
  <p:clrMapOvr>
    <a:masterClrMapping/>
  </p:clrMapOvr>
</p:sld>
</file>

<file path=ppt/slides/slide4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C8F57-DA10-C814-8398-CB96846DE0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121BB6-59AA-C06A-BC1D-15F8CEDE24D7}"/>
              </a:ext>
            </a:extLst>
          </p:cNvPr>
          <p:cNvSpPr>
            <a:spLocks noGrp="1"/>
          </p:cNvSpPr>
          <p:nvPr>
            <p:ph type="title"/>
          </p:nvPr>
        </p:nvSpPr>
        <p:spPr/>
        <p:txBody>
          <a:bodyPr/>
          <a:lstStyle/>
          <a:p>
            <a:r>
              <a:rPr lang="en-US" dirty="0"/>
              <a:t> </a:t>
            </a:r>
            <a:r>
              <a:rPr lang="en-US" dirty="0">
                <a:highlight>
                  <a:srgbClr val="FFFF00"/>
                </a:highlight>
              </a:rPr>
              <a:t>Comparison of PEG </a:t>
            </a:r>
            <a:r>
              <a:rPr lang="en-US" dirty="0"/>
              <a:t>at </a:t>
            </a:r>
            <a:r>
              <a:rPr lang="en-US" u="sng" dirty="0"/>
              <a:t>HG phase g of 9%, </a:t>
            </a:r>
            <a:br>
              <a:rPr lang="en-US" u="sng" dirty="0"/>
            </a:br>
            <a:r>
              <a:rPr lang="en-US" u="sng" dirty="0"/>
              <a:t>12 % &amp; 15%</a:t>
            </a:r>
          </a:p>
        </p:txBody>
      </p:sp>
      <p:sp>
        <p:nvSpPr>
          <p:cNvPr id="3" name="Content Placeholder 2">
            <a:extLst>
              <a:ext uri="{FF2B5EF4-FFF2-40B4-BE49-F238E27FC236}">
                <a16:creationId xmlns:a16="http://schemas.microsoft.com/office/drawing/2014/main" id="{97D214EA-EB74-DAE5-1261-241B1C89C66B}"/>
              </a:ext>
            </a:extLst>
          </p:cNvPr>
          <p:cNvSpPr>
            <a:spLocks noGrp="1"/>
          </p:cNvSpPr>
          <p:nvPr>
            <p:ph idx="1"/>
          </p:nvPr>
        </p:nvSpPr>
        <p:spPr/>
        <p:txBody>
          <a:bodyPr/>
          <a:lstStyle/>
          <a:p>
            <a:r>
              <a:rPr lang="en-US" dirty="0">
                <a:highlight>
                  <a:srgbClr val="FFFF00"/>
                </a:highlight>
              </a:rPr>
              <a:t>PEG at 9% g </a:t>
            </a:r>
            <a:r>
              <a:rPr lang="en-US" dirty="0"/>
              <a:t>in HG Phase =  </a:t>
            </a:r>
            <a:r>
              <a:rPr lang="en-US" b="1" dirty="0"/>
              <a:t>0.82 times</a:t>
            </a:r>
          </a:p>
          <a:p>
            <a:endParaRPr lang="en-US" dirty="0"/>
          </a:p>
          <a:p>
            <a:r>
              <a:rPr lang="en-US" dirty="0">
                <a:highlight>
                  <a:srgbClr val="FFFF00"/>
                </a:highlight>
              </a:rPr>
              <a:t>PEG at 12%  g </a:t>
            </a:r>
            <a:r>
              <a:rPr lang="en-US" dirty="0"/>
              <a:t>in HG Phase </a:t>
            </a:r>
            <a:r>
              <a:rPr lang="en-US" b="1" dirty="0"/>
              <a:t>= 0.77 times</a:t>
            </a:r>
          </a:p>
          <a:p>
            <a:endParaRPr lang="en-US" b="1" dirty="0"/>
          </a:p>
          <a:p>
            <a:r>
              <a:rPr lang="en-US" dirty="0">
                <a:highlight>
                  <a:srgbClr val="FFFF00"/>
                </a:highlight>
              </a:rPr>
              <a:t>PEG at 15% g </a:t>
            </a:r>
            <a:r>
              <a:rPr lang="en-US" dirty="0"/>
              <a:t>in</a:t>
            </a:r>
            <a:r>
              <a:rPr lang="en-US" b="1" dirty="0"/>
              <a:t> </a:t>
            </a:r>
            <a:r>
              <a:rPr lang="en-US" dirty="0"/>
              <a:t>HG Phase </a:t>
            </a:r>
            <a:r>
              <a:rPr lang="en-US" b="1" dirty="0"/>
              <a:t>=0.77 times </a:t>
            </a:r>
          </a:p>
        </p:txBody>
      </p:sp>
    </p:spTree>
    <p:extLst>
      <p:ext uri="{BB962C8B-B14F-4D97-AF65-F5344CB8AC3E}">
        <p14:creationId xmlns:p14="http://schemas.microsoft.com/office/powerpoint/2010/main" val="1256948258"/>
      </p:ext>
    </p:extLst>
  </p:cSld>
  <p:clrMapOvr>
    <a:masterClrMapping/>
  </p:clrMapOvr>
</p:sld>
</file>

<file path=ppt/slides/slide4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99A8A-8E32-4935-AD3D-BA0F9CE96E86}"/>
              </a:ext>
            </a:extLst>
          </p:cNvPr>
          <p:cNvSpPr>
            <a:spLocks noGrp="1"/>
          </p:cNvSpPr>
          <p:nvPr>
            <p:ph type="title"/>
          </p:nvPr>
        </p:nvSpPr>
        <p:spPr/>
        <p:txBody>
          <a:bodyPr>
            <a:normAutofit fontScale="90000"/>
          </a:bodyPr>
          <a:lstStyle/>
          <a:p>
            <a:r>
              <a:rPr lang="en-US" dirty="0"/>
              <a:t>What happens to PEG when </a:t>
            </a:r>
            <a:r>
              <a:rPr lang="en-US" b="1" dirty="0"/>
              <a:t>g of HG phase  =20 % ? By increasing ROE from 25% to 33.33%</a:t>
            </a:r>
            <a:endParaRPr lang="en-IN" b="1" dirty="0"/>
          </a:p>
        </p:txBody>
      </p:sp>
      <p:sp>
        <p:nvSpPr>
          <p:cNvPr id="3" name="Content Placeholder 2">
            <a:extLst>
              <a:ext uri="{FF2B5EF4-FFF2-40B4-BE49-F238E27FC236}">
                <a16:creationId xmlns:a16="http://schemas.microsoft.com/office/drawing/2014/main" id="{DB358AA0-5E0F-4A31-8029-3CDB9CFA48A2}"/>
              </a:ext>
            </a:extLst>
          </p:cNvPr>
          <p:cNvSpPr>
            <a:spLocks noGrp="1"/>
          </p:cNvSpPr>
          <p:nvPr>
            <p:ph idx="1"/>
          </p:nvPr>
        </p:nvSpPr>
        <p:spPr/>
        <p:txBody>
          <a:bodyPr/>
          <a:lstStyle/>
          <a:p>
            <a:r>
              <a:rPr lang="en-IN" dirty="0"/>
              <a:t>Keeping other variables constant in HG phase</a:t>
            </a:r>
          </a:p>
          <a:p>
            <a:endParaRPr lang="en-IN" dirty="0"/>
          </a:p>
          <a:p>
            <a:r>
              <a:rPr lang="en-IN" dirty="0"/>
              <a:t>Keeping Stable Phase variables constant</a:t>
            </a:r>
          </a:p>
        </p:txBody>
      </p:sp>
    </p:spTree>
    <p:extLst>
      <p:ext uri="{BB962C8B-B14F-4D97-AF65-F5344CB8AC3E}">
        <p14:creationId xmlns:p14="http://schemas.microsoft.com/office/powerpoint/2010/main" val="673023357"/>
      </p:ext>
    </p:extLst>
  </p:cSld>
  <p:clrMapOvr>
    <a:masterClrMapping/>
  </p:clrMapOvr>
</p:sld>
</file>

<file path=ppt/slides/slide4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8AAEB-526F-4053-8623-0C2722AEBB11}"/>
              </a:ext>
            </a:extLst>
          </p:cNvPr>
          <p:cNvSpPr>
            <a:spLocks noGrp="1"/>
          </p:cNvSpPr>
          <p:nvPr>
            <p:ph type="title"/>
          </p:nvPr>
        </p:nvSpPr>
        <p:spPr>
          <a:xfrm>
            <a:off x="636722" y="-378794"/>
            <a:ext cx="10515600" cy="1325563"/>
          </a:xfrm>
        </p:spPr>
        <p:txBody>
          <a:bodyPr/>
          <a:lstStyle/>
          <a:p>
            <a:pPr algn="ctr"/>
            <a:r>
              <a:rPr lang="en-US" b="1" dirty="0"/>
              <a:t>Assumptions- Hypo Firm</a:t>
            </a:r>
            <a:endParaRPr lang="en-IN" b="1" dirty="0"/>
          </a:p>
        </p:txBody>
      </p:sp>
      <p:graphicFrame>
        <p:nvGraphicFramePr>
          <p:cNvPr id="4" name="Table 4">
            <a:extLst>
              <a:ext uri="{FF2B5EF4-FFF2-40B4-BE49-F238E27FC236}">
                <a16:creationId xmlns:a16="http://schemas.microsoft.com/office/drawing/2014/main" id="{7E271543-6990-48A4-A1F0-D608FE76711E}"/>
              </a:ext>
            </a:extLst>
          </p:cNvPr>
          <p:cNvGraphicFramePr>
            <a:graphicFrameLocks noGrp="1"/>
          </p:cNvGraphicFramePr>
          <p:nvPr>
            <p:ph idx="1"/>
          </p:nvPr>
        </p:nvGraphicFramePr>
        <p:xfrm>
          <a:off x="838201" y="756242"/>
          <a:ext cx="10515597" cy="3876040"/>
        </p:xfrm>
        <a:graphic>
          <a:graphicData uri="http://schemas.openxmlformats.org/drawingml/2006/table">
            <a:tbl>
              <a:tblPr firstRow="1" bandRow="1">
                <a:tableStyleId>{7DF18680-E054-41AD-8BC1-D1AEF772440D}</a:tableStyleId>
              </a:tblPr>
              <a:tblGrid>
                <a:gridCol w="3505199">
                  <a:extLst>
                    <a:ext uri="{9D8B030D-6E8A-4147-A177-3AD203B41FA5}">
                      <a16:colId xmlns:a16="http://schemas.microsoft.com/office/drawing/2014/main" val="1580650636"/>
                    </a:ext>
                  </a:extLst>
                </a:gridCol>
                <a:gridCol w="3505199">
                  <a:extLst>
                    <a:ext uri="{9D8B030D-6E8A-4147-A177-3AD203B41FA5}">
                      <a16:colId xmlns:a16="http://schemas.microsoft.com/office/drawing/2014/main" val="150241845"/>
                    </a:ext>
                  </a:extLst>
                </a:gridCol>
                <a:gridCol w="3505199">
                  <a:extLst>
                    <a:ext uri="{9D8B030D-6E8A-4147-A177-3AD203B41FA5}">
                      <a16:colId xmlns:a16="http://schemas.microsoft.com/office/drawing/2014/main" val="1300775679"/>
                    </a:ext>
                  </a:extLst>
                </a:gridCol>
              </a:tblGrid>
              <a:tr h="370840">
                <a:tc>
                  <a:txBody>
                    <a:bodyPr/>
                    <a:lstStyle/>
                    <a:p>
                      <a:r>
                        <a:rPr lang="en-US" dirty="0"/>
                        <a:t>Particulars</a:t>
                      </a:r>
                      <a:endParaRPr lang="en-IN" dirty="0"/>
                    </a:p>
                  </a:txBody>
                  <a:tcPr/>
                </a:tc>
                <a:tc>
                  <a:txBody>
                    <a:bodyPr/>
                    <a:lstStyle/>
                    <a:p>
                      <a:r>
                        <a:rPr lang="en-US" dirty="0"/>
                        <a:t>High Growth Phase</a:t>
                      </a:r>
                      <a:endParaRPr lang="en-IN" dirty="0"/>
                    </a:p>
                  </a:txBody>
                  <a:tcPr/>
                </a:tc>
                <a:tc>
                  <a:txBody>
                    <a:bodyPr/>
                    <a:lstStyle/>
                    <a:p>
                      <a:r>
                        <a:rPr lang="en-US" dirty="0"/>
                        <a:t>Stable Phase </a:t>
                      </a:r>
                      <a:endParaRPr lang="en-IN" dirty="0"/>
                    </a:p>
                  </a:txBody>
                  <a:tcPr/>
                </a:tc>
                <a:extLst>
                  <a:ext uri="{0D108BD9-81ED-4DB2-BD59-A6C34878D82A}">
                    <a16:rowId xmlns:a16="http://schemas.microsoft.com/office/drawing/2014/main" val="1998687277"/>
                  </a:ext>
                </a:extLst>
              </a:tr>
              <a:tr h="370840">
                <a:tc>
                  <a:txBody>
                    <a:bodyPr/>
                    <a:lstStyle/>
                    <a:p>
                      <a:r>
                        <a:rPr lang="en-US" dirty="0"/>
                        <a:t>DPR (in %) </a:t>
                      </a:r>
                      <a:endParaRPr lang="en-IN" dirty="0"/>
                    </a:p>
                  </a:txBody>
                  <a:tcPr/>
                </a:tc>
                <a:tc>
                  <a:txBody>
                    <a:bodyPr/>
                    <a:lstStyle/>
                    <a:p>
                      <a:r>
                        <a:rPr lang="en-US" dirty="0"/>
                        <a:t>40</a:t>
                      </a:r>
                      <a:endParaRPr lang="en-IN" dirty="0"/>
                    </a:p>
                  </a:txBody>
                  <a:tcPr/>
                </a:tc>
                <a:tc>
                  <a:txBody>
                    <a:bodyPr/>
                    <a:lstStyle/>
                    <a:p>
                      <a:r>
                        <a:rPr lang="en-US" dirty="0"/>
                        <a:t>70</a:t>
                      </a:r>
                      <a:endParaRPr lang="en-IN" dirty="0"/>
                    </a:p>
                  </a:txBody>
                  <a:tcPr/>
                </a:tc>
                <a:extLst>
                  <a:ext uri="{0D108BD9-81ED-4DB2-BD59-A6C34878D82A}">
                    <a16:rowId xmlns:a16="http://schemas.microsoft.com/office/drawing/2014/main" val="2313864700"/>
                  </a:ext>
                </a:extLst>
              </a:tr>
              <a:tr h="370840">
                <a:tc>
                  <a:txBody>
                    <a:bodyPr/>
                    <a:lstStyle/>
                    <a:p>
                      <a:r>
                        <a:rPr lang="en-US" dirty="0"/>
                        <a:t>ROE (in %)</a:t>
                      </a:r>
                      <a:endParaRPr lang="en-IN" dirty="0"/>
                    </a:p>
                  </a:txBody>
                  <a:tcPr/>
                </a:tc>
                <a:tc>
                  <a:txBody>
                    <a:bodyPr/>
                    <a:lstStyle/>
                    <a:p>
                      <a:r>
                        <a:rPr lang="en-US" dirty="0"/>
                        <a:t>33.33</a:t>
                      </a:r>
                      <a:endParaRPr lang="en-IN" dirty="0"/>
                    </a:p>
                  </a:txBody>
                  <a:tcPr/>
                </a:tc>
                <a:tc>
                  <a:txBody>
                    <a:bodyPr/>
                    <a:lstStyle/>
                    <a:p>
                      <a:r>
                        <a:rPr lang="en-US" dirty="0"/>
                        <a:t>10.80</a:t>
                      </a:r>
                      <a:endParaRPr lang="en-IN" dirty="0"/>
                    </a:p>
                  </a:txBody>
                  <a:tcPr/>
                </a:tc>
                <a:extLst>
                  <a:ext uri="{0D108BD9-81ED-4DB2-BD59-A6C34878D82A}">
                    <a16:rowId xmlns:a16="http://schemas.microsoft.com/office/drawing/2014/main" val="373082761"/>
                  </a:ext>
                </a:extLst>
              </a:tr>
              <a:tr h="370840">
                <a:tc>
                  <a:txBody>
                    <a:bodyPr/>
                    <a:lstStyle/>
                    <a:p>
                      <a:r>
                        <a:rPr lang="en-US" dirty="0"/>
                        <a:t>Length </a:t>
                      </a:r>
                      <a:endParaRPr lang="en-IN" dirty="0"/>
                    </a:p>
                  </a:txBody>
                  <a:tcPr/>
                </a:tc>
                <a:tc>
                  <a:txBody>
                    <a:bodyPr/>
                    <a:lstStyle/>
                    <a:p>
                      <a:r>
                        <a:rPr lang="en-US" dirty="0"/>
                        <a:t>10 years</a:t>
                      </a:r>
                      <a:endParaRPr lang="en-IN" dirty="0"/>
                    </a:p>
                  </a:txBody>
                  <a:tcPr/>
                </a:tc>
                <a:tc>
                  <a:txBody>
                    <a:bodyPr/>
                    <a:lstStyle/>
                    <a:p>
                      <a:r>
                        <a:rPr lang="en-US" dirty="0"/>
                        <a:t>After year 10</a:t>
                      </a:r>
                      <a:endParaRPr lang="en-IN" dirty="0"/>
                    </a:p>
                  </a:txBody>
                  <a:tcPr/>
                </a:tc>
                <a:extLst>
                  <a:ext uri="{0D108BD9-81ED-4DB2-BD59-A6C34878D82A}">
                    <a16:rowId xmlns:a16="http://schemas.microsoft.com/office/drawing/2014/main" val="1751431496"/>
                  </a:ext>
                </a:extLst>
              </a:tr>
              <a:tr h="370840">
                <a:tc>
                  <a:txBody>
                    <a:bodyPr/>
                    <a:lstStyle/>
                    <a:p>
                      <a:r>
                        <a:rPr lang="en-US" dirty="0"/>
                        <a:t>Beta </a:t>
                      </a:r>
                      <a:endParaRPr lang="en-IN" dirty="0"/>
                    </a:p>
                  </a:txBody>
                  <a:tcPr/>
                </a:tc>
                <a:tc>
                  <a:txBody>
                    <a:bodyPr/>
                    <a:lstStyle/>
                    <a:p>
                      <a:r>
                        <a:rPr lang="en-US" dirty="0"/>
                        <a:t>1</a:t>
                      </a:r>
                      <a:endParaRPr lang="en-IN" dirty="0"/>
                    </a:p>
                  </a:txBody>
                  <a:tcPr/>
                </a:tc>
                <a:tc>
                  <a:txBody>
                    <a:bodyPr/>
                    <a:lstStyle/>
                    <a:p>
                      <a:r>
                        <a:rPr lang="en-US" dirty="0"/>
                        <a:t>0.8</a:t>
                      </a:r>
                      <a:endParaRPr lang="en-IN" dirty="0"/>
                    </a:p>
                  </a:txBody>
                  <a:tcPr/>
                </a:tc>
                <a:extLst>
                  <a:ext uri="{0D108BD9-81ED-4DB2-BD59-A6C34878D82A}">
                    <a16:rowId xmlns:a16="http://schemas.microsoft.com/office/drawing/2014/main" val="923341974"/>
                  </a:ext>
                </a:extLst>
              </a:tr>
              <a:tr h="370840">
                <a:tc>
                  <a:txBody>
                    <a:bodyPr/>
                    <a:lstStyle/>
                    <a:p>
                      <a:r>
                        <a:rPr lang="en-US" dirty="0"/>
                        <a:t>Rf (in %)</a:t>
                      </a:r>
                      <a:endParaRPr lang="en-IN" dirty="0"/>
                    </a:p>
                  </a:txBody>
                  <a:tcPr/>
                </a:tc>
                <a:tc>
                  <a:txBody>
                    <a:bodyPr/>
                    <a:lstStyle/>
                    <a:p>
                      <a:r>
                        <a:rPr lang="en-US" dirty="0"/>
                        <a:t>7.42</a:t>
                      </a:r>
                      <a:endParaRPr lang="en-IN" dirty="0"/>
                    </a:p>
                  </a:txBody>
                  <a:tcPr/>
                </a:tc>
                <a:tc>
                  <a:txBody>
                    <a:bodyPr/>
                    <a:lstStyle/>
                    <a:p>
                      <a:r>
                        <a:rPr lang="en-US" dirty="0"/>
                        <a:t>6</a:t>
                      </a:r>
                      <a:endParaRPr lang="en-IN" dirty="0"/>
                    </a:p>
                  </a:txBody>
                  <a:tcPr/>
                </a:tc>
                <a:extLst>
                  <a:ext uri="{0D108BD9-81ED-4DB2-BD59-A6C34878D82A}">
                    <a16:rowId xmlns:a16="http://schemas.microsoft.com/office/drawing/2014/main" val="139245298"/>
                  </a:ext>
                </a:extLst>
              </a:tr>
              <a:tr h="370840">
                <a:tc>
                  <a:txBody>
                    <a:bodyPr/>
                    <a:lstStyle/>
                    <a:p>
                      <a:r>
                        <a:rPr lang="en-US" dirty="0"/>
                        <a:t>MRP (in %)</a:t>
                      </a:r>
                      <a:endParaRPr lang="en-IN" dirty="0"/>
                    </a:p>
                  </a:txBody>
                  <a:tcPr/>
                </a:tc>
                <a:tc>
                  <a:txBody>
                    <a:bodyPr/>
                    <a:lstStyle/>
                    <a:p>
                      <a:r>
                        <a:rPr lang="en-US" dirty="0"/>
                        <a:t>9.73</a:t>
                      </a:r>
                      <a:endParaRPr lang="en-IN" dirty="0"/>
                    </a:p>
                  </a:txBody>
                  <a:tcPr/>
                </a:tc>
                <a:tc>
                  <a:txBody>
                    <a:bodyPr/>
                    <a:lstStyle/>
                    <a:p>
                      <a:r>
                        <a:rPr lang="en-US" dirty="0"/>
                        <a:t>6</a:t>
                      </a:r>
                      <a:endParaRPr lang="en-IN" dirty="0"/>
                    </a:p>
                  </a:txBody>
                  <a:tcPr/>
                </a:tc>
                <a:extLst>
                  <a:ext uri="{0D108BD9-81ED-4DB2-BD59-A6C34878D82A}">
                    <a16:rowId xmlns:a16="http://schemas.microsoft.com/office/drawing/2014/main" val="3724845477"/>
                  </a:ext>
                </a:extLst>
              </a:tr>
              <a:tr h="370840">
                <a:tc>
                  <a:txBody>
                    <a:bodyPr/>
                    <a:lstStyle/>
                    <a:p>
                      <a:r>
                        <a:rPr lang="en-US" b="1" dirty="0"/>
                        <a:t>Fundamental growth rate </a:t>
                      </a:r>
                    </a:p>
                    <a:p>
                      <a:r>
                        <a:rPr lang="en-US" b="1" dirty="0"/>
                        <a:t>(= ROE * {1-DPR})</a:t>
                      </a:r>
                      <a:endParaRPr lang="en-IN" b="1" dirty="0"/>
                    </a:p>
                  </a:txBody>
                  <a:tcPr/>
                </a:tc>
                <a:tc>
                  <a:txBody>
                    <a:bodyPr/>
                    <a:lstStyle/>
                    <a:p>
                      <a:r>
                        <a:rPr lang="en-US" b="1" dirty="0"/>
                        <a:t>33.33(1-0.40) = 20%</a:t>
                      </a:r>
                      <a:endParaRPr lang="en-IN" b="1" dirty="0"/>
                    </a:p>
                  </a:txBody>
                  <a:tcPr/>
                </a:tc>
                <a:tc>
                  <a:txBody>
                    <a:bodyPr/>
                    <a:lstStyle/>
                    <a:p>
                      <a:r>
                        <a:rPr lang="en-US" b="1" dirty="0"/>
                        <a:t>10.80 (1-0.70) = 3.24 %</a:t>
                      </a:r>
                      <a:endParaRPr lang="en-IN" b="1" dirty="0"/>
                    </a:p>
                  </a:txBody>
                  <a:tcPr/>
                </a:tc>
                <a:extLst>
                  <a:ext uri="{0D108BD9-81ED-4DB2-BD59-A6C34878D82A}">
                    <a16:rowId xmlns:a16="http://schemas.microsoft.com/office/drawing/2014/main" val="3479757513"/>
                  </a:ext>
                </a:extLst>
              </a:tr>
              <a:tr h="370840">
                <a:tc>
                  <a:txBody>
                    <a:bodyPr/>
                    <a:lstStyle/>
                    <a:p>
                      <a:r>
                        <a:rPr lang="en-US" b="1" dirty="0"/>
                        <a:t>Cost of Equity </a:t>
                      </a:r>
                      <a:endParaRPr lang="en-IN"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u="none" strike="noStrike" kern="1200" cap="none" spc="0" normalizeH="0" baseline="0" noProof="0" dirty="0">
                          <a:ln>
                            <a:noFill/>
                          </a:ln>
                          <a:solidFill>
                            <a:prstClr val="black"/>
                          </a:solidFill>
                          <a:effectLst/>
                          <a:uLnTx/>
                          <a:uFillTx/>
                        </a:rPr>
                        <a:t>7.42 %+ (1 *9.73%) = 17.15%</a:t>
                      </a:r>
                      <a:endParaRPr kumimoji="0" lang="en-IN" sz="1800" b="1" u="none" strike="noStrike" kern="1200" cap="none" spc="0" normalizeH="0" baseline="0" noProof="0" dirty="0">
                        <a:ln>
                          <a:noFill/>
                        </a:ln>
                        <a:solidFill>
                          <a:prstClr val="black"/>
                        </a:solidFill>
                        <a:effectLst/>
                        <a:uLnTx/>
                        <a:uFillTx/>
                      </a:endParaRPr>
                    </a:p>
                    <a:p>
                      <a:endParaRPr lang="en-IN" b="1" dirty="0"/>
                    </a:p>
                  </a:txBody>
                  <a:tcPr/>
                </a:tc>
                <a:tc>
                  <a:txBody>
                    <a:bodyPr/>
                    <a:lstStyle/>
                    <a:p>
                      <a:r>
                        <a:rPr lang="en-US" b="1" dirty="0"/>
                        <a:t>6+ (0.8*6%) = 10.80%</a:t>
                      </a:r>
                      <a:endParaRPr lang="en-IN" b="1" dirty="0"/>
                    </a:p>
                  </a:txBody>
                  <a:tcPr/>
                </a:tc>
                <a:extLst>
                  <a:ext uri="{0D108BD9-81ED-4DB2-BD59-A6C34878D82A}">
                    <a16:rowId xmlns:a16="http://schemas.microsoft.com/office/drawing/2014/main" val="3744314671"/>
                  </a:ext>
                </a:extLst>
              </a:tr>
            </a:tbl>
          </a:graphicData>
        </a:graphic>
      </p:graphicFrame>
    </p:spTree>
    <p:extLst>
      <p:ext uri="{BB962C8B-B14F-4D97-AF65-F5344CB8AC3E}">
        <p14:creationId xmlns:p14="http://schemas.microsoft.com/office/powerpoint/2010/main" val="176642915"/>
      </p:ext>
    </p:extLst>
  </p:cSld>
  <p:clrMapOvr>
    <a:masterClrMapping/>
  </p:clrMapOvr>
</p:sld>
</file>

<file path=ppt/slides/slide4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41D6E-7B6A-4C48-BA44-89E305352E3A}"/>
              </a:ext>
            </a:extLst>
          </p:cNvPr>
          <p:cNvSpPr>
            <a:spLocks noGrp="1"/>
          </p:cNvSpPr>
          <p:nvPr>
            <p:ph type="title"/>
          </p:nvPr>
        </p:nvSpPr>
        <p:spPr/>
        <p:txBody>
          <a:bodyPr>
            <a:normAutofit/>
          </a:bodyPr>
          <a:lstStyle/>
          <a:p>
            <a:pPr algn="ctr"/>
            <a:r>
              <a:rPr kumimoji="0" lang="en-US" b="1" i="0" u="none" strike="noStrike" kern="1200" cap="none" spc="0" normalizeH="0" baseline="0" noProof="0" dirty="0">
                <a:ln>
                  <a:noFill/>
                </a:ln>
                <a:solidFill>
                  <a:prstClr val="black"/>
                </a:solidFill>
                <a:effectLst/>
                <a:uLnTx/>
                <a:uFillTx/>
                <a:latin typeface="Calibri Light" panose="020F0302020204030204"/>
                <a:ea typeface="+mj-ea"/>
                <a:cs typeface="+mj-cs"/>
              </a:rPr>
              <a:t>PEG for </a:t>
            </a:r>
            <a:r>
              <a:rPr lang="en-US" b="1" dirty="0">
                <a:solidFill>
                  <a:prstClr val="black"/>
                </a:solidFill>
                <a:latin typeface="Calibri Light" panose="020F0302020204030204"/>
              </a:rPr>
              <a:t>a hypo firm</a:t>
            </a:r>
            <a:r>
              <a:rPr kumimoji="0" lang="en-US" b="1" i="0" u="none" strike="noStrike" kern="1200" cap="none" spc="0" normalizeH="0" baseline="0" noProof="0" dirty="0">
                <a:ln>
                  <a:noFill/>
                </a:ln>
                <a:solidFill>
                  <a:prstClr val="black"/>
                </a:solidFill>
                <a:effectLst/>
                <a:uLnTx/>
                <a:uFillTx/>
                <a:latin typeface="Calibri Light" panose="020F0302020204030204"/>
                <a:ea typeface="+mj-ea"/>
                <a:cs typeface="+mj-cs"/>
              </a:rPr>
              <a:t> using 2 stage growth model ( when g hg=</a:t>
            </a:r>
            <a:r>
              <a:rPr lang="en-US" b="1" dirty="0">
                <a:solidFill>
                  <a:prstClr val="black"/>
                </a:solidFill>
                <a:latin typeface="Calibri Light" panose="020F0302020204030204"/>
              </a:rPr>
              <a:t>20</a:t>
            </a:r>
            <a:r>
              <a:rPr kumimoji="0" lang="en-US" b="1" i="0" u="none" strike="noStrike" kern="1200" cap="none" spc="0" normalizeH="0" baseline="0" noProof="0" dirty="0">
                <a:ln>
                  <a:noFill/>
                </a:ln>
                <a:solidFill>
                  <a:prstClr val="black"/>
                </a:solidFill>
                <a:effectLst/>
                <a:uLnTx/>
                <a:uFillTx/>
                <a:latin typeface="Calibri Light" panose="020F0302020204030204"/>
                <a:ea typeface="+mj-ea"/>
                <a:cs typeface="+mj-cs"/>
              </a:rPr>
              <a:t>%) </a:t>
            </a:r>
            <a:endParaRPr lang="en-IN" sz="6600" b="1" dirty="0"/>
          </a:p>
        </p:txBody>
      </p:sp>
      <p:sp>
        <p:nvSpPr>
          <p:cNvPr id="3" name="Content Placeholder 2">
            <a:extLst>
              <a:ext uri="{FF2B5EF4-FFF2-40B4-BE49-F238E27FC236}">
                <a16:creationId xmlns:a16="http://schemas.microsoft.com/office/drawing/2014/main" id="{DAF78D6A-1A0E-48D4-BCCA-9F38767C32FD}"/>
              </a:ext>
            </a:extLst>
          </p:cNvPr>
          <p:cNvSpPr>
            <a:spLocks noGrp="1"/>
          </p:cNvSpPr>
          <p:nvPr>
            <p:ph idx="1"/>
          </p:nvPr>
        </p:nvSpPr>
        <p:spPr/>
        <p:txBody>
          <a:bodyPr>
            <a:normAutofit/>
          </a:bodyPr>
          <a:lstStyle/>
          <a:p>
            <a:pPr marL="0" indent="0">
              <a:buNone/>
            </a:pPr>
            <a:r>
              <a:rPr lang="en-US" sz="3600" dirty="0"/>
              <a:t>= 0.40 (1.20) [ 1- {6.1917/4.8688} ] / (-0.0285) (0.20)</a:t>
            </a:r>
          </a:p>
          <a:p>
            <a:pPr marL="0" indent="0">
              <a:buNone/>
            </a:pPr>
            <a:r>
              <a:rPr lang="en-US" sz="3600" dirty="0"/>
              <a:t>                        +</a:t>
            </a:r>
          </a:p>
          <a:p>
            <a:pPr marL="0" indent="0">
              <a:buNone/>
            </a:pPr>
            <a:r>
              <a:rPr lang="en-US" sz="3600" dirty="0"/>
              <a:t>  0.70 (6.1917) (1.0324) /  (0.0756) (4.8688) (0.20) </a:t>
            </a:r>
          </a:p>
          <a:p>
            <a:pPr marL="0" indent="0">
              <a:buNone/>
            </a:pPr>
            <a:endParaRPr lang="en-US" sz="3600" dirty="0"/>
          </a:p>
          <a:p>
            <a:pPr marL="0" indent="0">
              <a:buNone/>
            </a:pPr>
            <a:r>
              <a:rPr lang="en-US" sz="3600" dirty="0"/>
              <a:t>=  (-0.1304/-0.0057)  + (4.4746/ 0.0736)</a:t>
            </a:r>
          </a:p>
          <a:p>
            <a:pPr marL="0" indent="0">
              <a:buNone/>
            </a:pPr>
            <a:endParaRPr lang="en-US" sz="3600" dirty="0"/>
          </a:p>
          <a:p>
            <a:pPr marL="0" indent="0">
              <a:buNone/>
            </a:pPr>
            <a:r>
              <a:rPr lang="en-US" sz="3600" dirty="0"/>
              <a:t>= (22.88) + (60.80) = 83.68 or </a:t>
            </a:r>
            <a:r>
              <a:rPr lang="en-US" sz="3600" b="1" dirty="0"/>
              <a:t>0.84 times </a:t>
            </a:r>
            <a:endParaRPr lang="en-IN" sz="3600" b="1" dirty="0"/>
          </a:p>
        </p:txBody>
      </p:sp>
    </p:spTree>
    <p:extLst>
      <p:ext uri="{BB962C8B-B14F-4D97-AF65-F5344CB8AC3E}">
        <p14:creationId xmlns:p14="http://schemas.microsoft.com/office/powerpoint/2010/main" val="2794658270"/>
      </p:ext>
    </p:extLst>
  </p:cSld>
  <p:clrMapOvr>
    <a:masterClrMapping/>
  </p:clrMapOvr>
</p:sld>
</file>

<file path=ppt/slides/slide4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D04AC-543E-9134-1EE4-0B3516D20B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BCA166-1169-68A7-3B2E-D5F13691F63B}"/>
              </a:ext>
            </a:extLst>
          </p:cNvPr>
          <p:cNvSpPr>
            <a:spLocks noGrp="1"/>
          </p:cNvSpPr>
          <p:nvPr>
            <p:ph type="title"/>
          </p:nvPr>
        </p:nvSpPr>
        <p:spPr/>
        <p:txBody>
          <a:bodyPr/>
          <a:lstStyle/>
          <a:p>
            <a:r>
              <a:rPr lang="en-US" dirty="0"/>
              <a:t> </a:t>
            </a:r>
            <a:r>
              <a:rPr lang="en-US" dirty="0">
                <a:highlight>
                  <a:srgbClr val="FFFF00"/>
                </a:highlight>
              </a:rPr>
              <a:t>Comparison of PEG </a:t>
            </a:r>
            <a:r>
              <a:rPr lang="en-US" dirty="0"/>
              <a:t>at </a:t>
            </a:r>
            <a:r>
              <a:rPr lang="en-US" u="sng" dirty="0"/>
              <a:t>HG phase g of 9% , 12%, 15 % &amp; 20 %</a:t>
            </a:r>
          </a:p>
        </p:txBody>
      </p:sp>
      <p:sp>
        <p:nvSpPr>
          <p:cNvPr id="3" name="Content Placeholder 2">
            <a:extLst>
              <a:ext uri="{FF2B5EF4-FFF2-40B4-BE49-F238E27FC236}">
                <a16:creationId xmlns:a16="http://schemas.microsoft.com/office/drawing/2014/main" id="{EF2C499F-DFB3-37EB-0A07-8F4DED767F61}"/>
              </a:ext>
            </a:extLst>
          </p:cNvPr>
          <p:cNvSpPr>
            <a:spLocks noGrp="1"/>
          </p:cNvSpPr>
          <p:nvPr>
            <p:ph idx="1"/>
          </p:nvPr>
        </p:nvSpPr>
        <p:spPr/>
        <p:txBody>
          <a:bodyPr/>
          <a:lstStyle/>
          <a:p>
            <a:r>
              <a:rPr lang="en-US" dirty="0">
                <a:highlight>
                  <a:srgbClr val="FFFF00"/>
                </a:highlight>
              </a:rPr>
              <a:t>PEG at 9% g </a:t>
            </a:r>
            <a:r>
              <a:rPr lang="en-US" dirty="0"/>
              <a:t>in HG Phase =  </a:t>
            </a:r>
            <a:r>
              <a:rPr lang="en-US" b="1" dirty="0"/>
              <a:t>0.82 times</a:t>
            </a:r>
          </a:p>
          <a:p>
            <a:endParaRPr lang="en-US" dirty="0"/>
          </a:p>
          <a:p>
            <a:r>
              <a:rPr lang="en-US" dirty="0">
                <a:highlight>
                  <a:srgbClr val="FFFF00"/>
                </a:highlight>
              </a:rPr>
              <a:t>PEG at 12%  g </a:t>
            </a:r>
            <a:r>
              <a:rPr lang="en-US" dirty="0"/>
              <a:t>in HG Phase </a:t>
            </a:r>
            <a:r>
              <a:rPr lang="en-US" b="1" dirty="0"/>
              <a:t>= 0.77 times</a:t>
            </a:r>
          </a:p>
          <a:p>
            <a:endParaRPr lang="en-US" b="1" dirty="0"/>
          </a:p>
          <a:p>
            <a:r>
              <a:rPr lang="en-US" dirty="0">
                <a:highlight>
                  <a:srgbClr val="FFFF00"/>
                </a:highlight>
              </a:rPr>
              <a:t>PEG at 15%  g in HG Phase </a:t>
            </a:r>
            <a:r>
              <a:rPr lang="en-US" dirty="0"/>
              <a:t>= </a:t>
            </a:r>
            <a:r>
              <a:rPr lang="en-US" b="1" dirty="0"/>
              <a:t>0.77 times</a:t>
            </a:r>
          </a:p>
          <a:p>
            <a:endParaRPr lang="en-US" b="1" dirty="0"/>
          </a:p>
          <a:p>
            <a:r>
              <a:rPr lang="en-US" dirty="0">
                <a:highlight>
                  <a:srgbClr val="FFFF00"/>
                </a:highlight>
              </a:rPr>
              <a:t>PEG at 20% g in HG Phase </a:t>
            </a:r>
            <a:r>
              <a:rPr lang="en-US" dirty="0"/>
              <a:t>= </a:t>
            </a:r>
            <a:r>
              <a:rPr lang="en-US" b="1" dirty="0"/>
              <a:t>0.84 times</a:t>
            </a:r>
          </a:p>
        </p:txBody>
      </p:sp>
    </p:spTree>
    <p:extLst>
      <p:ext uri="{BB962C8B-B14F-4D97-AF65-F5344CB8AC3E}">
        <p14:creationId xmlns:p14="http://schemas.microsoft.com/office/powerpoint/2010/main" val="3031397616"/>
      </p:ext>
    </p:extLst>
  </p:cSld>
  <p:clrMapOvr>
    <a:masterClrMapping/>
  </p:clrMapOvr>
</p:sld>
</file>

<file path=ppt/slides/slide4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99A8A-8E32-4935-AD3D-BA0F9CE96E86}"/>
              </a:ext>
            </a:extLst>
          </p:cNvPr>
          <p:cNvSpPr>
            <a:spLocks noGrp="1"/>
          </p:cNvSpPr>
          <p:nvPr>
            <p:ph type="title"/>
          </p:nvPr>
        </p:nvSpPr>
        <p:spPr/>
        <p:txBody>
          <a:bodyPr>
            <a:normAutofit fontScale="90000"/>
          </a:bodyPr>
          <a:lstStyle/>
          <a:p>
            <a:r>
              <a:rPr lang="en-US" dirty="0"/>
              <a:t>What happens to PEG when </a:t>
            </a:r>
            <a:r>
              <a:rPr lang="en-US" b="1" dirty="0"/>
              <a:t>we decrease g of HG Phase from 9 % to 7 %? By decreasing ROE from 15% to 11.67%</a:t>
            </a:r>
            <a:endParaRPr lang="en-IN" b="1" dirty="0"/>
          </a:p>
        </p:txBody>
      </p:sp>
      <p:sp>
        <p:nvSpPr>
          <p:cNvPr id="3" name="Content Placeholder 2">
            <a:extLst>
              <a:ext uri="{FF2B5EF4-FFF2-40B4-BE49-F238E27FC236}">
                <a16:creationId xmlns:a16="http://schemas.microsoft.com/office/drawing/2014/main" id="{DB358AA0-5E0F-4A31-8029-3CDB9CFA48A2}"/>
              </a:ext>
            </a:extLst>
          </p:cNvPr>
          <p:cNvSpPr>
            <a:spLocks noGrp="1"/>
          </p:cNvSpPr>
          <p:nvPr>
            <p:ph idx="1"/>
          </p:nvPr>
        </p:nvSpPr>
        <p:spPr/>
        <p:txBody>
          <a:bodyPr/>
          <a:lstStyle/>
          <a:p>
            <a:endParaRPr lang="en-IN" dirty="0"/>
          </a:p>
          <a:p>
            <a:r>
              <a:rPr lang="en-IN" dirty="0"/>
              <a:t>Keeping other variables constant in HG Phase</a:t>
            </a:r>
          </a:p>
          <a:p>
            <a:endParaRPr lang="en-IN" dirty="0"/>
          </a:p>
          <a:p>
            <a:r>
              <a:rPr lang="en-IN" dirty="0"/>
              <a:t>Keeping Stable Phase Variables Constant</a:t>
            </a:r>
          </a:p>
        </p:txBody>
      </p:sp>
    </p:spTree>
    <p:extLst>
      <p:ext uri="{BB962C8B-B14F-4D97-AF65-F5344CB8AC3E}">
        <p14:creationId xmlns:p14="http://schemas.microsoft.com/office/powerpoint/2010/main" val="1583024109"/>
      </p:ext>
    </p:extLst>
  </p:cSld>
  <p:clrMapOvr>
    <a:masterClrMapping/>
  </p:clrMapOvr>
</p:sld>
</file>

<file path=ppt/slides/slide4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8AAEB-526F-4053-8623-0C2722AEBB11}"/>
              </a:ext>
            </a:extLst>
          </p:cNvPr>
          <p:cNvSpPr>
            <a:spLocks noGrp="1"/>
          </p:cNvSpPr>
          <p:nvPr>
            <p:ph type="title"/>
          </p:nvPr>
        </p:nvSpPr>
        <p:spPr>
          <a:xfrm>
            <a:off x="636722" y="-378794"/>
            <a:ext cx="10515600" cy="1325563"/>
          </a:xfrm>
        </p:spPr>
        <p:txBody>
          <a:bodyPr/>
          <a:lstStyle/>
          <a:p>
            <a:pPr algn="ctr"/>
            <a:r>
              <a:rPr lang="en-US" b="1" dirty="0"/>
              <a:t>Assumptions</a:t>
            </a:r>
            <a:endParaRPr lang="en-IN" b="1" dirty="0"/>
          </a:p>
        </p:txBody>
      </p:sp>
      <p:graphicFrame>
        <p:nvGraphicFramePr>
          <p:cNvPr id="4" name="Table 4">
            <a:extLst>
              <a:ext uri="{FF2B5EF4-FFF2-40B4-BE49-F238E27FC236}">
                <a16:creationId xmlns:a16="http://schemas.microsoft.com/office/drawing/2014/main" id="{7E271543-6990-48A4-A1F0-D608FE76711E}"/>
              </a:ext>
            </a:extLst>
          </p:cNvPr>
          <p:cNvGraphicFramePr>
            <a:graphicFrameLocks noGrp="1"/>
          </p:cNvGraphicFramePr>
          <p:nvPr>
            <p:ph idx="1"/>
          </p:nvPr>
        </p:nvGraphicFramePr>
        <p:xfrm>
          <a:off x="838201" y="756242"/>
          <a:ext cx="10515597" cy="3876040"/>
        </p:xfrm>
        <a:graphic>
          <a:graphicData uri="http://schemas.openxmlformats.org/drawingml/2006/table">
            <a:tbl>
              <a:tblPr firstRow="1" bandRow="1">
                <a:tableStyleId>{21E4AEA4-8DFA-4A89-87EB-49C32662AFE0}</a:tableStyleId>
              </a:tblPr>
              <a:tblGrid>
                <a:gridCol w="3505199">
                  <a:extLst>
                    <a:ext uri="{9D8B030D-6E8A-4147-A177-3AD203B41FA5}">
                      <a16:colId xmlns:a16="http://schemas.microsoft.com/office/drawing/2014/main" val="1580650636"/>
                    </a:ext>
                  </a:extLst>
                </a:gridCol>
                <a:gridCol w="3505199">
                  <a:extLst>
                    <a:ext uri="{9D8B030D-6E8A-4147-A177-3AD203B41FA5}">
                      <a16:colId xmlns:a16="http://schemas.microsoft.com/office/drawing/2014/main" val="150241845"/>
                    </a:ext>
                  </a:extLst>
                </a:gridCol>
                <a:gridCol w="3505199">
                  <a:extLst>
                    <a:ext uri="{9D8B030D-6E8A-4147-A177-3AD203B41FA5}">
                      <a16:colId xmlns:a16="http://schemas.microsoft.com/office/drawing/2014/main" val="1300775679"/>
                    </a:ext>
                  </a:extLst>
                </a:gridCol>
              </a:tblGrid>
              <a:tr h="370840">
                <a:tc>
                  <a:txBody>
                    <a:bodyPr/>
                    <a:lstStyle/>
                    <a:p>
                      <a:r>
                        <a:rPr lang="en-US" dirty="0"/>
                        <a:t>Particulars</a:t>
                      </a:r>
                      <a:endParaRPr lang="en-IN" dirty="0"/>
                    </a:p>
                  </a:txBody>
                  <a:tcPr/>
                </a:tc>
                <a:tc>
                  <a:txBody>
                    <a:bodyPr/>
                    <a:lstStyle/>
                    <a:p>
                      <a:r>
                        <a:rPr lang="en-US" dirty="0"/>
                        <a:t>High Growth Phase</a:t>
                      </a:r>
                      <a:endParaRPr lang="en-IN" dirty="0"/>
                    </a:p>
                  </a:txBody>
                  <a:tcPr/>
                </a:tc>
                <a:tc>
                  <a:txBody>
                    <a:bodyPr/>
                    <a:lstStyle/>
                    <a:p>
                      <a:r>
                        <a:rPr lang="en-US" dirty="0"/>
                        <a:t>Stable Phase </a:t>
                      </a:r>
                      <a:endParaRPr lang="en-IN" dirty="0"/>
                    </a:p>
                  </a:txBody>
                  <a:tcPr/>
                </a:tc>
                <a:extLst>
                  <a:ext uri="{0D108BD9-81ED-4DB2-BD59-A6C34878D82A}">
                    <a16:rowId xmlns:a16="http://schemas.microsoft.com/office/drawing/2014/main" val="1998687277"/>
                  </a:ext>
                </a:extLst>
              </a:tr>
              <a:tr h="370840">
                <a:tc>
                  <a:txBody>
                    <a:bodyPr/>
                    <a:lstStyle/>
                    <a:p>
                      <a:r>
                        <a:rPr lang="en-US" dirty="0"/>
                        <a:t>DPR (in %) </a:t>
                      </a:r>
                      <a:endParaRPr lang="en-IN" dirty="0"/>
                    </a:p>
                  </a:txBody>
                  <a:tcPr/>
                </a:tc>
                <a:tc>
                  <a:txBody>
                    <a:bodyPr/>
                    <a:lstStyle/>
                    <a:p>
                      <a:r>
                        <a:rPr lang="en-US" dirty="0"/>
                        <a:t>40</a:t>
                      </a:r>
                      <a:endParaRPr lang="en-IN" dirty="0"/>
                    </a:p>
                  </a:txBody>
                  <a:tcPr/>
                </a:tc>
                <a:tc>
                  <a:txBody>
                    <a:bodyPr/>
                    <a:lstStyle/>
                    <a:p>
                      <a:r>
                        <a:rPr lang="en-US" dirty="0"/>
                        <a:t>70</a:t>
                      </a:r>
                      <a:endParaRPr lang="en-IN" dirty="0"/>
                    </a:p>
                  </a:txBody>
                  <a:tcPr/>
                </a:tc>
                <a:extLst>
                  <a:ext uri="{0D108BD9-81ED-4DB2-BD59-A6C34878D82A}">
                    <a16:rowId xmlns:a16="http://schemas.microsoft.com/office/drawing/2014/main" val="2313864700"/>
                  </a:ext>
                </a:extLst>
              </a:tr>
              <a:tr h="370840">
                <a:tc>
                  <a:txBody>
                    <a:bodyPr/>
                    <a:lstStyle/>
                    <a:p>
                      <a:r>
                        <a:rPr lang="en-US" dirty="0"/>
                        <a:t>ROE (in %)</a:t>
                      </a:r>
                      <a:endParaRPr lang="en-IN" dirty="0"/>
                    </a:p>
                  </a:txBody>
                  <a:tcPr/>
                </a:tc>
                <a:tc>
                  <a:txBody>
                    <a:bodyPr/>
                    <a:lstStyle/>
                    <a:p>
                      <a:r>
                        <a:rPr lang="en-US" b="1" dirty="0"/>
                        <a:t>11.67</a:t>
                      </a:r>
                      <a:endParaRPr lang="en-IN" b="1" dirty="0"/>
                    </a:p>
                  </a:txBody>
                  <a:tcPr/>
                </a:tc>
                <a:tc>
                  <a:txBody>
                    <a:bodyPr/>
                    <a:lstStyle/>
                    <a:p>
                      <a:r>
                        <a:rPr lang="en-US" dirty="0"/>
                        <a:t>10.80</a:t>
                      </a:r>
                      <a:endParaRPr lang="en-IN" dirty="0"/>
                    </a:p>
                  </a:txBody>
                  <a:tcPr/>
                </a:tc>
                <a:extLst>
                  <a:ext uri="{0D108BD9-81ED-4DB2-BD59-A6C34878D82A}">
                    <a16:rowId xmlns:a16="http://schemas.microsoft.com/office/drawing/2014/main" val="373082761"/>
                  </a:ext>
                </a:extLst>
              </a:tr>
              <a:tr h="370840">
                <a:tc>
                  <a:txBody>
                    <a:bodyPr/>
                    <a:lstStyle/>
                    <a:p>
                      <a:r>
                        <a:rPr lang="en-US" dirty="0"/>
                        <a:t>Length </a:t>
                      </a:r>
                      <a:endParaRPr lang="en-IN" dirty="0"/>
                    </a:p>
                  </a:txBody>
                  <a:tcPr/>
                </a:tc>
                <a:tc>
                  <a:txBody>
                    <a:bodyPr/>
                    <a:lstStyle/>
                    <a:p>
                      <a:r>
                        <a:rPr lang="en-US" dirty="0"/>
                        <a:t>10 years</a:t>
                      </a:r>
                      <a:endParaRPr lang="en-IN" dirty="0"/>
                    </a:p>
                  </a:txBody>
                  <a:tcPr/>
                </a:tc>
                <a:tc>
                  <a:txBody>
                    <a:bodyPr/>
                    <a:lstStyle/>
                    <a:p>
                      <a:r>
                        <a:rPr lang="en-US" dirty="0"/>
                        <a:t>After year 10</a:t>
                      </a:r>
                      <a:endParaRPr lang="en-IN" dirty="0"/>
                    </a:p>
                  </a:txBody>
                  <a:tcPr/>
                </a:tc>
                <a:extLst>
                  <a:ext uri="{0D108BD9-81ED-4DB2-BD59-A6C34878D82A}">
                    <a16:rowId xmlns:a16="http://schemas.microsoft.com/office/drawing/2014/main" val="1751431496"/>
                  </a:ext>
                </a:extLst>
              </a:tr>
              <a:tr h="370840">
                <a:tc>
                  <a:txBody>
                    <a:bodyPr/>
                    <a:lstStyle/>
                    <a:p>
                      <a:r>
                        <a:rPr lang="en-US" dirty="0"/>
                        <a:t>Beta </a:t>
                      </a:r>
                      <a:endParaRPr lang="en-IN" dirty="0"/>
                    </a:p>
                  </a:txBody>
                  <a:tcPr/>
                </a:tc>
                <a:tc>
                  <a:txBody>
                    <a:bodyPr/>
                    <a:lstStyle/>
                    <a:p>
                      <a:r>
                        <a:rPr lang="en-US" dirty="0"/>
                        <a:t>1</a:t>
                      </a:r>
                      <a:endParaRPr lang="en-IN" dirty="0"/>
                    </a:p>
                  </a:txBody>
                  <a:tcPr/>
                </a:tc>
                <a:tc>
                  <a:txBody>
                    <a:bodyPr/>
                    <a:lstStyle/>
                    <a:p>
                      <a:r>
                        <a:rPr lang="en-US" dirty="0"/>
                        <a:t>0.8</a:t>
                      </a:r>
                      <a:endParaRPr lang="en-IN" dirty="0"/>
                    </a:p>
                  </a:txBody>
                  <a:tcPr/>
                </a:tc>
                <a:extLst>
                  <a:ext uri="{0D108BD9-81ED-4DB2-BD59-A6C34878D82A}">
                    <a16:rowId xmlns:a16="http://schemas.microsoft.com/office/drawing/2014/main" val="923341974"/>
                  </a:ext>
                </a:extLst>
              </a:tr>
              <a:tr h="370840">
                <a:tc>
                  <a:txBody>
                    <a:bodyPr/>
                    <a:lstStyle/>
                    <a:p>
                      <a:r>
                        <a:rPr lang="en-US" dirty="0"/>
                        <a:t>Rf (in %)</a:t>
                      </a:r>
                      <a:endParaRPr lang="en-IN" dirty="0"/>
                    </a:p>
                  </a:txBody>
                  <a:tcPr/>
                </a:tc>
                <a:tc>
                  <a:txBody>
                    <a:bodyPr/>
                    <a:lstStyle/>
                    <a:p>
                      <a:r>
                        <a:rPr lang="en-US" dirty="0"/>
                        <a:t>7.70</a:t>
                      </a:r>
                      <a:endParaRPr lang="en-IN" dirty="0"/>
                    </a:p>
                  </a:txBody>
                  <a:tcPr/>
                </a:tc>
                <a:tc>
                  <a:txBody>
                    <a:bodyPr/>
                    <a:lstStyle/>
                    <a:p>
                      <a:r>
                        <a:rPr lang="en-US" dirty="0"/>
                        <a:t>6</a:t>
                      </a:r>
                      <a:endParaRPr lang="en-IN" dirty="0"/>
                    </a:p>
                  </a:txBody>
                  <a:tcPr/>
                </a:tc>
                <a:extLst>
                  <a:ext uri="{0D108BD9-81ED-4DB2-BD59-A6C34878D82A}">
                    <a16:rowId xmlns:a16="http://schemas.microsoft.com/office/drawing/2014/main" val="139245298"/>
                  </a:ext>
                </a:extLst>
              </a:tr>
              <a:tr h="370840">
                <a:tc>
                  <a:txBody>
                    <a:bodyPr/>
                    <a:lstStyle/>
                    <a:p>
                      <a:r>
                        <a:rPr lang="en-US" dirty="0"/>
                        <a:t>MRP (in %)</a:t>
                      </a:r>
                      <a:endParaRPr lang="en-IN" dirty="0"/>
                    </a:p>
                  </a:txBody>
                  <a:tcPr/>
                </a:tc>
                <a:tc>
                  <a:txBody>
                    <a:bodyPr/>
                    <a:lstStyle/>
                    <a:p>
                      <a:r>
                        <a:rPr lang="en-US" dirty="0"/>
                        <a:t>6.42</a:t>
                      </a:r>
                      <a:endParaRPr lang="en-IN" dirty="0"/>
                    </a:p>
                  </a:txBody>
                  <a:tcPr/>
                </a:tc>
                <a:tc>
                  <a:txBody>
                    <a:bodyPr/>
                    <a:lstStyle/>
                    <a:p>
                      <a:r>
                        <a:rPr lang="en-US" dirty="0"/>
                        <a:t>6</a:t>
                      </a:r>
                      <a:endParaRPr lang="en-IN" dirty="0"/>
                    </a:p>
                  </a:txBody>
                  <a:tcPr/>
                </a:tc>
                <a:extLst>
                  <a:ext uri="{0D108BD9-81ED-4DB2-BD59-A6C34878D82A}">
                    <a16:rowId xmlns:a16="http://schemas.microsoft.com/office/drawing/2014/main" val="3724845477"/>
                  </a:ext>
                </a:extLst>
              </a:tr>
              <a:tr h="370840">
                <a:tc>
                  <a:txBody>
                    <a:bodyPr/>
                    <a:lstStyle/>
                    <a:p>
                      <a:r>
                        <a:rPr lang="en-US" b="1" dirty="0"/>
                        <a:t>Fundamental growth rate </a:t>
                      </a:r>
                    </a:p>
                    <a:p>
                      <a:r>
                        <a:rPr lang="en-US" b="1" dirty="0"/>
                        <a:t>(= ROE * {1-DPR})</a:t>
                      </a:r>
                      <a:endParaRPr lang="en-IN" b="1" dirty="0"/>
                    </a:p>
                  </a:txBody>
                  <a:tcPr/>
                </a:tc>
                <a:tc>
                  <a:txBody>
                    <a:bodyPr/>
                    <a:lstStyle/>
                    <a:p>
                      <a:r>
                        <a:rPr lang="en-US" b="1" dirty="0"/>
                        <a:t>11.67 (1-0.40) = 7%</a:t>
                      </a:r>
                      <a:endParaRPr lang="en-IN" b="1" dirty="0"/>
                    </a:p>
                  </a:txBody>
                  <a:tcPr/>
                </a:tc>
                <a:tc>
                  <a:txBody>
                    <a:bodyPr/>
                    <a:lstStyle/>
                    <a:p>
                      <a:r>
                        <a:rPr lang="en-US" b="1" dirty="0"/>
                        <a:t>10.80 (1-0.70) = 3.24 %</a:t>
                      </a:r>
                      <a:endParaRPr lang="en-IN" b="1" dirty="0"/>
                    </a:p>
                  </a:txBody>
                  <a:tcPr/>
                </a:tc>
                <a:extLst>
                  <a:ext uri="{0D108BD9-81ED-4DB2-BD59-A6C34878D82A}">
                    <a16:rowId xmlns:a16="http://schemas.microsoft.com/office/drawing/2014/main" val="3479757513"/>
                  </a:ext>
                </a:extLst>
              </a:tr>
              <a:tr h="370840">
                <a:tc>
                  <a:txBody>
                    <a:bodyPr/>
                    <a:lstStyle/>
                    <a:p>
                      <a:r>
                        <a:rPr lang="en-US" b="1" dirty="0"/>
                        <a:t>Cost of Equity </a:t>
                      </a:r>
                      <a:endParaRPr lang="en-IN"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7.42 %+ (1 *9.73%) = 17.15%</a:t>
                      </a: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p>
                      <a:endParaRPr lang="en-IN" b="1" dirty="0"/>
                    </a:p>
                  </a:txBody>
                  <a:tcPr/>
                </a:tc>
                <a:tc>
                  <a:txBody>
                    <a:bodyPr/>
                    <a:lstStyle/>
                    <a:p>
                      <a:r>
                        <a:rPr lang="en-US" b="1" dirty="0"/>
                        <a:t>6+ (0.8*6%) = 10.80%</a:t>
                      </a:r>
                      <a:endParaRPr lang="en-IN" b="1" dirty="0"/>
                    </a:p>
                  </a:txBody>
                  <a:tcPr/>
                </a:tc>
                <a:extLst>
                  <a:ext uri="{0D108BD9-81ED-4DB2-BD59-A6C34878D82A}">
                    <a16:rowId xmlns:a16="http://schemas.microsoft.com/office/drawing/2014/main" val="3744314671"/>
                  </a:ext>
                </a:extLst>
              </a:tr>
            </a:tbl>
          </a:graphicData>
        </a:graphic>
      </p:graphicFrame>
    </p:spTree>
    <p:extLst>
      <p:ext uri="{BB962C8B-B14F-4D97-AF65-F5344CB8AC3E}">
        <p14:creationId xmlns:p14="http://schemas.microsoft.com/office/powerpoint/2010/main" val="3420850186"/>
      </p:ext>
    </p:extLst>
  </p:cSld>
  <p:clrMapOvr>
    <a:masterClrMapping/>
  </p:clrMapOvr>
</p:sld>
</file>

<file path=ppt/slides/slide4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41D6E-7B6A-4C48-BA44-89E305352E3A}"/>
              </a:ext>
            </a:extLst>
          </p:cNvPr>
          <p:cNvSpPr>
            <a:spLocks noGrp="1"/>
          </p:cNvSpPr>
          <p:nvPr>
            <p:ph type="title"/>
          </p:nvPr>
        </p:nvSpPr>
        <p:spPr/>
        <p:txBody>
          <a:bodyPr>
            <a:normAutofit/>
          </a:bodyPr>
          <a:lstStyle/>
          <a:p>
            <a:pPr algn="ctr"/>
            <a:r>
              <a:rPr kumimoji="0" lang="en-US" b="1" i="0" u="none" strike="noStrike" kern="1200" cap="none" spc="0" normalizeH="0" baseline="0" noProof="0" dirty="0">
                <a:ln>
                  <a:noFill/>
                </a:ln>
                <a:solidFill>
                  <a:prstClr val="black"/>
                </a:solidFill>
                <a:effectLst/>
                <a:uLnTx/>
                <a:uFillTx/>
                <a:latin typeface="Calibri Light" panose="020F0302020204030204"/>
                <a:ea typeface="+mj-ea"/>
                <a:cs typeface="+mj-cs"/>
              </a:rPr>
              <a:t>PEG for </a:t>
            </a:r>
            <a:r>
              <a:rPr lang="en-US" b="1" dirty="0">
                <a:solidFill>
                  <a:prstClr val="black"/>
                </a:solidFill>
                <a:latin typeface="Calibri Light" panose="020F0302020204030204"/>
              </a:rPr>
              <a:t>a hypo firm</a:t>
            </a:r>
            <a:r>
              <a:rPr kumimoji="0" lang="en-US" b="1" i="0" u="none" strike="noStrike" kern="1200" cap="none" spc="0" normalizeH="0" baseline="0" noProof="0" dirty="0">
                <a:ln>
                  <a:noFill/>
                </a:ln>
                <a:solidFill>
                  <a:prstClr val="black"/>
                </a:solidFill>
                <a:effectLst/>
                <a:uLnTx/>
                <a:uFillTx/>
                <a:latin typeface="Calibri Light" panose="020F0302020204030204"/>
                <a:ea typeface="+mj-ea"/>
                <a:cs typeface="+mj-cs"/>
              </a:rPr>
              <a:t> using 2 stage growth model ( when g hg=</a:t>
            </a:r>
            <a:r>
              <a:rPr lang="en-US" b="1" dirty="0">
                <a:solidFill>
                  <a:prstClr val="black"/>
                </a:solidFill>
                <a:latin typeface="Calibri Light" panose="020F0302020204030204"/>
              </a:rPr>
              <a:t>7</a:t>
            </a:r>
            <a:r>
              <a:rPr kumimoji="0" lang="en-US" b="1" i="0" u="none" strike="noStrike" kern="1200" cap="none" spc="0" normalizeH="0" baseline="0" noProof="0" dirty="0">
                <a:ln>
                  <a:noFill/>
                </a:ln>
                <a:solidFill>
                  <a:prstClr val="black"/>
                </a:solidFill>
                <a:effectLst/>
                <a:uLnTx/>
                <a:uFillTx/>
                <a:latin typeface="Calibri Light" panose="020F0302020204030204"/>
                <a:ea typeface="+mj-ea"/>
                <a:cs typeface="+mj-cs"/>
              </a:rPr>
              <a:t>%) </a:t>
            </a:r>
            <a:endParaRPr lang="en-IN" sz="6600" b="1" dirty="0"/>
          </a:p>
        </p:txBody>
      </p:sp>
      <p:sp>
        <p:nvSpPr>
          <p:cNvPr id="3" name="Content Placeholder 2">
            <a:extLst>
              <a:ext uri="{FF2B5EF4-FFF2-40B4-BE49-F238E27FC236}">
                <a16:creationId xmlns:a16="http://schemas.microsoft.com/office/drawing/2014/main" id="{DAF78D6A-1A0E-48D4-BCCA-9F38767C32FD}"/>
              </a:ext>
            </a:extLst>
          </p:cNvPr>
          <p:cNvSpPr>
            <a:spLocks noGrp="1"/>
          </p:cNvSpPr>
          <p:nvPr>
            <p:ph idx="1"/>
          </p:nvPr>
        </p:nvSpPr>
        <p:spPr/>
        <p:txBody>
          <a:bodyPr>
            <a:normAutofit/>
          </a:bodyPr>
          <a:lstStyle/>
          <a:p>
            <a:pPr marL="0" indent="0">
              <a:buNone/>
            </a:pPr>
            <a:r>
              <a:rPr lang="en-US" sz="3600" dirty="0"/>
              <a:t>= 0.40 (1.07) [ 1- {1.9672/4.8688} ] / (0.1015) * (0.07)</a:t>
            </a:r>
          </a:p>
          <a:p>
            <a:pPr marL="0" indent="0">
              <a:buNone/>
            </a:pPr>
            <a:r>
              <a:rPr lang="en-US" sz="3600" dirty="0"/>
              <a:t>                        +</a:t>
            </a:r>
          </a:p>
          <a:p>
            <a:pPr marL="0" indent="0">
              <a:buNone/>
            </a:pPr>
            <a:r>
              <a:rPr lang="en-US" sz="3600" dirty="0"/>
              <a:t>  0.70 (1.9672) (1.0324) /  (0.0756) (4.8688) (0.07) </a:t>
            </a:r>
          </a:p>
          <a:p>
            <a:pPr marL="0" indent="0">
              <a:buNone/>
            </a:pPr>
            <a:endParaRPr lang="en-US" sz="3600" dirty="0"/>
          </a:p>
          <a:p>
            <a:pPr marL="0" indent="0">
              <a:buNone/>
            </a:pPr>
            <a:r>
              <a:rPr lang="en-US" sz="3600" dirty="0"/>
              <a:t>= (0.2550/0.0071) + (1.4217/0.0258) =35.92+ 55.10</a:t>
            </a:r>
          </a:p>
          <a:p>
            <a:pPr marL="0" indent="0">
              <a:buNone/>
            </a:pPr>
            <a:r>
              <a:rPr lang="en-US" sz="3600" dirty="0"/>
              <a:t> 91.02 or </a:t>
            </a:r>
            <a:r>
              <a:rPr lang="en-US" sz="3600" b="1" dirty="0"/>
              <a:t>0.91 times </a:t>
            </a:r>
            <a:endParaRPr lang="en-IN" sz="3600" b="1" dirty="0"/>
          </a:p>
        </p:txBody>
      </p:sp>
    </p:spTree>
    <p:extLst>
      <p:ext uri="{BB962C8B-B14F-4D97-AF65-F5344CB8AC3E}">
        <p14:creationId xmlns:p14="http://schemas.microsoft.com/office/powerpoint/2010/main" val="735462842"/>
      </p:ext>
    </p:extLst>
  </p:cSld>
  <p:clrMapOvr>
    <a:masterClrMapping/>
  </p:clrMapOvr>
</p:sld>
</file>

<file path=ppt/slides/slide4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ED40E-CA22-4502-9CFB-B0CA7FA280DC}"/>
              </a:ext>
            </a:extLst>
          </p:cNvPr>
          <p:cNvSpPr>
            <a:spLocks noGrp="1"/>
          </p:cNvSpPr>
          <p:nvPr>
            <p:ph type="title"/>
          </p:nvPr>
        </p:nvSpPr>
        <p:spPr/>
        <p:txBody>
          <a:bodyPr/>
          <a:lstStyle/>
          <a:p>
            <a:pPr algn="ctr"/>
            <a:r>
              <a:rPr lang="en-US" dirty="0"/>
              <a:t> </a:t>
            </a:r>
            <a:r>
              <a:rPr lang="en-US" b="1" dirty="0"/>
              <a:t>Summary on PEG of Hypo firm </a:t>
            </a:r>
            <a:endParaRPr lang="en-IN" b="1" dirty="0"/>
          </a:p>
        </p:txBody>
      </p:sp>
      <p:sp>
        <p:nvSpPr>
          <p:cNvPr id="3" name="Content Placeholder 2">
            <a:extLst>
              <a:ext uri="{FF2B5EF4-FFF2-40B4-BE49-F238E27FC236}">
                <a16:creationId xmlns:a16="http://schemas.microsoft.com/office/drawing/2014/main" id="{F90D7CED-F9E5-4A30-99A7-3812D6C6ED7A}"/>
              </a:ext>
            </a:extLst>
          </p:cNvPr>
          <p:cNvSpPr>
            <a:spLocks noGrp="1"/>
          </p:cNvSpPr>
          <p:nvPr>
            <p:ph idx="1"/>
          </p:nvPr>
        </p:nvSpPr>
        <p:spPr/>
        <p:txBody>
          <a:bodyPr>
            <a:normAutofit lnSpcReduction="10000"/>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1" u="sng"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If g = 7 %, </a:t>
            </a:r>
            <a:r>
              <a:rPr kumimoji="0" lang="en-US" sz="2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then PEG is  </a:t>
            </a:r>
            <a:r>
              <a:rPr kumimoji="0" lang="en-US" sz="28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0.91 times</a:t>
            </a:r>
          </a:p>
          <a:p>
            <a:pPr marL="0" marR="0" lvl="0" indent="0" algn="l" defTabSz="914400" rtl="0" eaLnBrk="1" fontAlgn="auto" latinLnBrk="0" hangingPunct="1">
              <a:lnSpc>
                <a:spcPct val="90000"/>
              </a:lnSpc>
              <a:spcBef>
                <a:spcPts val="1000"/>
              </a:spcBef>
              <a:spcAft>
                <a:spcPts val="0"/>
              </a:spcAft>
              <a:buClrTx/>
              <a:buSzTx/>
              <a:buNone/>
              <a:tabLst/>
              <a:defRPr/>
            </a:pPr>
            <a:endPar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endParaRPr>
          </a:p>
          <a:p>
            <a:r>
              <a:rPr lang="en-US" i="1" u="sng" dirty="0"/>
              <a:t>If g = 9%, </a:t>
            </a:r>
            <a:r>
              <a:rPr lang="en-US" dirty="0"/>
              <a:t>then PEG is  </a:t>
            </a:r>
            <a:r>
              <a:rPr lang="en-US" b="1" dirty="0"/>
              <a:t>0.82 times</a:t>
            </a:r>
          </a:p>
          <a:p>
            <a:endParaRPr lang="en-IN" dirty="0"/>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1" u="sng" strike="noStrike" kern="1200" cap="none" spc="0" normalizeH="0" baseline="0" noProof="0" dirty="0">
                <a:ln>
                  <a:noFill/>
                </a:ln>
                <a:solidFill>
                  <a:prstClr val="black"/>
                </a:solidFill>
                <a:effectLst/>
                <a:uLnTx/>
                <a:uFillTx/>
                <a:latin typeface="Calibri" panose="020F0502020204030204"/>
                <a:ea typeface="+mn-ea"/>
                <a:cs typeface="+mn-cs"/>
              </a:rPr>
              <a:t>If g = </a:t>
            </a:r>
            <a:r>
              <a:rPr lang="en-US" i="1" u="sng" dirty="0">
                <a:solidFill>
                  <a:prstClr val="black"/>
                </a:solidFill>
                <a:latin typeface="Calibri" panose="020F0502020204030204"/>
              </a:rPr>
              <a:t>12</a:t>
            </a:r>
            <a:r>
              <a:rPr kumimoji="0" lang="en-US" sz="2800" b="0" i="1" u="sng"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then PEG is  </a:t>
            </a:r>
            <a:r>
              <a:rPr lang="en-US" b="1" dirty="0">
                <a:solidFill>
                  <a:prstClr val="black"/>
                </a:solidFill>
                <a:latin typeface="Calibri" panose="020F0502020204030204"/>
              </a:rPr>
              <a:t>0.77</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 times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b="1" dirty="0">
              <a:solidFill>
                <a:prstClr val="black"/>
              </a:solidFill>
              <a:latin typeface="Calibri" panose="020F05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i="0" u="sng" strike="noStrike" kern="1200" cap="none" spc="0" normalizeH="0" baseline="0" noProof="0" dirty="0">
                <a:ln>
                  <a:noFill/>
                </a:ln>
                <a:solidFill>
                  <a:prstClr val="black"/>
                </a:solidFill>
                <a:effectLst/>
                <a:uLnTx/>
                <a:uFillTx/>
                <a:latin typeface="Calibri" panose="020F0502020204030204"/>
                <a:ea typeface="+mn-ea"/>
                <a:cs typeface="+mn-cs"/>
              </a:rPr>
              <a:t>If g= 15%, </a:t>
            </a:r>
            <a:r>
              <a:rPr kumimoji="0" lang="en-US" sz="2800" i="0" u="none" strike="noStrike" kern="1200" cap="none" spc="0" normalizeH="0" baseline="0" noProof="0" dirty="0">
                <a:ln>
                  <a:noFill/>
                </a:ln>
                <a:solidFill>
                  <a:prstClr val="black"/>
                </a:solidFill>
                <a:effectLst/>
                <a:uLnTx/>
                <a:uFillTx/>
                <a:latin typeface="Calibri" panose="020F0502020204030204"/>
                <a:ea typeface="+mn-ea"/>
                <a:cs typeface="+mn-cs"/>
              </a:rPr>
              <a:t>then PEG is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0.77 times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b="1" dirty="0">
              <a:solidFill>
                <a:prstClr val="black"/>
              </a:solidFill>
              <a:latin typeface="Calibri" panose="020F05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i="0" u="sng"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If g= 20 %, </a:t>
            </a:r>
            <a:r>
              <a:rPr kumimoji="0" lang="en-US" sz="280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then PEG is </a:t>
            </a:r>
            <a:r>
              <a:rPr kumimoji="0" lang="en-US" sz="28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0.84 times</a:t>
            </a:r>
          </a:p>
          <a:p>
            <a:endParaRPr lang="en-IN" dirty="0"/>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b="1" dirty="0">
              <a:solidFill>
                <a:prstClr val="black"/>
              </a:solidFill>
              <a:latin typeface="Calibri" panose="020F0502020204030204"/>
            </a:endParaRPr>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FC98ECEE-6CBB-22D8-8DEB-6E9E94AF7FCE}"/>
                  </a:ext>
                </a:extLst>
              </p14:cNvPr>
              <p14:cNvContentPartPr/>
              <p14:nvPr/>
            </p14:nvContentPartPr>
            <p14:xfrm>
              <a:off x="6816960" y="1557720"/>
              <a:ext cx="5375520" cy="5127120"/>
            </p14:xfrm>
          </p:contentPart>
        </mc:Choice>
        <mc:Fallback xmlns="">
          <p:pic>
            <p:nvPicPr>
              <p:cNvPr id="4" name="Ink 3">
                <a:extLst>
                  <a:ext uri="{FF2B5EF4-FFF2-40B4-BE49-F238E27FC236}">
                    <a16:creationId xmlns:a16="http://schemas.microsoft.com/office/drawing/2014/main" id="{FC98ECEE-6CBB-22D8-8DEB-6E9E94AF7FCE}"/>
                  </a:ext>
                </a:extLst>
              </p:cNvPr>
              <p:cNvPicPr/>
              <p:nvPr/>
            </p:nvPicPr>
            <p:blipFill>
              <a:blip r:embed="rId3"/>
              <a:stretch>
                <a:fillRect/>
              </a:stretch>
            </p:blipFill>
            <p:spPr>
              <a:xfrm>
                <a:off x="6807600" y="1548360"/>
                <a:ext cx="5394240" cy="5145840"/>
              </a:xfrm>
              <a:prstGeom prst="rect">
                <a:avLst/>
              </a:prstGeom>
            </p:spPr>
          </p:pic>
        </mc:Fallback>
      </mc:AlternateContent>
    </p:spTree>
    <p:extLst>
      <p:ext uri="{BB962C8B-B14F-4D97-AF65-F5344CB8AC3E}">
        <p14:creationId xmlns:p14="http://schemas.microsoft.com/office/powerpoint/2010/main" val="42398643"/>
      </p:ext>
    </p:extLst>
  </p:cSld>
  <p:clrMapOvr>
    <a:masterClrMapping/>
  </p:clrMapOvr>
</p:sld>
</file>

<file path=ppt/slides/slide4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9DC4F-A402-2980-6E98-C36C79BFE0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66D4F7-4113-519C-F201-ED08D3885760}"/>
              </a:ext>
            </a:extLst>
          </p:cNvPr>
          <p:cNvSpPr>
            <a:spLocks noGrp="1"/>
          </p:cNvSpPr>
          <p:nvPr>
            <p:ph type="title"/>
          </p:nvPr>
        </p:nvSpPr>
        <p:spPr/>
        <p:txBody>
          <a:bodyPr/>
          <a:lstStyle/>
          <a:p>
            <a:pPr algn="ctr"/>
            <a:r>
              <a:rPr lang="en-US" dirty="0"/>
              <a:t> </a:t>
            </a:r>
            <a:r>
              <a:rPr lang="en-US" b="1" dirty="0"/>
              <a:t>PEG &amp; Fundamentals </a:t>
            </a:r>
            <a:endParaRPr lang="en-IN" b="1" dirty="0"/>
          </a:p>
        </p:txBody>
      </p:sp>
      <p:sp>
        <p:nvSpPr>
          <p:cNvPr id="3" name="Content Placeholder 2">
            <a:extLst>
              <a:ext uri="{FF2B5EF4-FFF2-40B4-BE49-F238E27FC236}">
                <a16:creationId xmlns:a16="http://schemas.microsoft.com/office/drawing/2014/main" id="{AF9CEB55-5AC3-319D-C75B-A5EC3AB896CC}"/>
              </a:ext>
            </a:extLst>
          </p:cNvPr>
          <p:cNvSpPr>
            <a:spLocks noGrp="1"/>
          </p:cNvSpPr>
          <p:nvPr>
            <p:ph idx="1"/>
          </p:nvPr>
        </p:nvSpPr>
        <p:spPr/>
        <p:txBody>
          <a:bodyPr>
            <a:normAutofit lnSpcReduction="10000"/>
          </a:bodyPr>
          <a:lstStyle/>
          <a:p>
            <a:pPr marL="514350" indent="-514350">
              <a:buAutoNum type="arabicPeriod"/>
            </a:pPr>
            <a:r>
              <a:rPr lang="en-US" sz="3200" b="1" dirty="0"/>
              <a:t>PEG &amp; Risk</a:t>
            </a:r>
          </a:p>
          <a:p>
            <a:pPr marL="514350" indent="-514350">
              <a:buAutoNum type="arabicPeriod"/>
            </a:pPr>
            <a:endParaRPr lang="en-US" sz="3200" dirty="0"/>
          </a:p>
          <a:p>
            <a:pPr marL="514350" indent="-514350">
              <a:buAutoNum type="arabicPeriod"/>
            </a:pPr>
            <a:r>
              <a:rPr lang="en-US" sz="3200" b="1" dirty="0"/>
              <a:t>PEG &amp; DPR</a:t>
            </a:r>
          </a:p>
          <a:p>
            <a:pPr marL="514350" indent="-514350">
              <a:buAutoNum type="arabicPeriod"/>
            </a:pPr>
            <a:endParaRPr lang="en-US" sz="3200" b="1" dirty="0"/>
          </a:p>
          <a:p>
            <a:pPr marL="514350" indent="-514350">
              <a:buAutoNum type="arabicPeriod"/>
            </a:pPr>
            <a:endParaRPr lang="en-US" sz="3200" dirty="0"/>
          </a:p>
          <a:p>
            <a:pPr marL="514350" indent="-514350">
              <a:buAutoNum type="arabicPeriod"/>
            </a:pPr>
            <a:r>
              <a:rPr lang="en-US" sz="3200" b="1" dirty="0">
                <a:highlight>
                  <a:srgbClr val="FFFF00"/>
                </a:highlight>
              </a:rPr>
              <a:t>PEG &amp; Growth Rate</a:t>
            </a:r>
          </a:p>
          <a:p>
            <a:pPr marL="0" indent="0">
              <a:buNone/>
            </a:pPr>
            <a:r>
              <a:rPr lang="en-US" sz="3200" dirty="0">
                <a:highlight>
                  <a:srgbClr val="FFFF00"/>
                </a:highlight>
              </a:rPr>
              <a:t>( firms with </a:t>
            </a:r>
            <a:r>
              <a:rPr lang="en-US" sz="3200" u="sng" dirty="0">
                <a:highlight>
                  <a:srgbClr val="FFFF00"/>
                </a:highlight>
              </a:rPr>
              <a:t>very high or very low growth rates </a:t>
            </a:r>
            <a:r>
              <a:rPr lang="en-US" sz="3200" b="1" dirty="0">
                <a:highlight>
                  <a:srgbClr val="FFFF00"/>
                </a:highlight>
              </a:rPr>
              <a:t>have higher PEG ratios </a:t>
            </a:r>
            <a:r>
              <a:rPr lang="en-US" sz="3200" i="1" u="sng" dirty="0">
                <a:highlight>
                  <a:srgbClr val="FFFF00"/>
                </a:highlight>
              </a:rPr>
              <a:t>than firms with average growth rates</a:t>
            </a:r>
            <a:r>
              <a:rPr lang="en-US" sz="3200" dirty="0">
                <a:highlight>
                  <a:srgbClr val="FFFF00"/>
                </a:highlight>
              </a:rPr>
              <a:t>)</a:t>
            </a:r>
          </a:p>
          <a:p>
            <a:pPr marL="0" indent="0">
              <a:buNone/>
            </a:pPr>
            <a:endParaRPr lang="en-IN" sz="3200" dirty="0"/>
          </a:p>
        </p:txBody>
      </p:sp>
    </p:spTree>
    <p:extLst>
      <p:ext uri="{BB962C8B-B14F-4D97-AF65-F5344CB8AC3E}">
        <p14:creationId xmlns:p14="http://schemas.microsoft.com/office/powerpoint/2010/main" val="4243694052"/>
      </p:ext>
    </p:extLst>
  </p:cSld>
  <p:clrMapOvr>
    <a:masterClrMapping/>
  </p:clrMapOvr>
</p:sld>
</file>

<file path=ppt/slides/slide4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7D0AC-F9D8-2799-9567-EC9DB192240A}"/>
              </a:ext>
            </a:extLst>
          </p:cNvPr>
          <p:cNvSpPr>
            <a:spLocks noGrp="1"/>
          </p:cNvSpPr>
          <p:nvPr>
            <p:ph type="ctrTitle"/>
          </p:nvPr>
        </p:nvSpPr>
        <p:spPr/>
        <p:txBody>
          <a:bodyPr/>
          <a:lstStyle/>
          <a:p>
            <a:r>
              <a:rPr lang="en-IN" dirty="0"/>
              <a:t>FAL</a:t>
            </a:r>
            <a:br>
              <a:rPr lang="en-IN" dirty="0"/>
            </a:br>
            <a:r>
              <a:rPr lang="en-IN" dirty="0"/>
              <a:t>PGDF 24-26</a:t>
            </a:r>
          </a:p>
        </p:txBody>
      </p:sp>
      <p:sp>
        <p:nvSpPr>
          <p:cNvPr id="3" name="Subtitle 2">
            <a:extLst>
              <a:ext uri="{FF2B5EF4-FFF2-40B4-BE49-F238E27FC236}">
                <a16:creationId xmlns:a16="http://schemas.microsoft.com/office/drawing/2014/main" id="{F550EE19-1BA1-9892-AA06-8168903D50D2}"/>
              </a:ext>
            </a:extLst>
          </p:cNvPr>
          <p:cNvSpPr>
            <a:spLocks noGrp="1"/>
          </p:cNvSpPr>
          <p:nvPr>
            <p:ph type="subTitle" idx="1"/>
          </p:nvPr>
        </p:nvSpPr>
        <p:spPr/>
        <p:txBody>
          <a:bodyPr/>
          <a:lstStyle/>
          <a:p>
            <a:r>
              <a:rPr lang="en-IN" dirty="0"/>
              <a:t>Session 11 (4</a:t>
            </a:r>
            <a:r>
              <a:rPr lang="en-IN" baseline="30000" dirty="0"/>
              <a:t>th</a:t>
            </a:r>
            <a:r>
              <a:rPr lang="en-IN" dirty="0"/>
              <a:t> Jan 2026)</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AFE071E4-00C2-D3F5-6FCF-187C9DCC09AA}"/>
                  </a:ext>
                </a:extLst>
              </p14:cNvPr>
              <p14:cNvContentPartPr/>
              <p14:nvPr/>
            </p14:nvContentPartPr>
            <p14:xfrm>
              <a:off x="1060200" y="833400"/>
              <a:ext cx="476640" cy="446400"/>
            </p14:xfrm>
          </p:contentPart>
        </mc:Choice>
        <mc:Fallback xmlns="">
          <p:pic>
            <p:nvPicPr>
              <p:cNvPr id="4" name="Ink 3">
                <a:extLst>
                  <a:ext uri="{FF2B5EF4-FFF2-40B4-BE49-F238E27FC236}">
                    <a16:creationId xmlns:a16="http://schemas.microsoft.com/office/drawing/2014/main" id="{AFE071E4-00C2-D3F5-6FCF-187C9DCC09AA}"/>
                  </a:ext>
                </a:extLst>
              </p:cNvPr>
              <p:cNvPicPr/>
              <p:nvPr/>
            </p:nvPicPr>
            <p:blipFill>
              <a:blip r:embed="rId3"/>
              <a:stretch>
                <a:fillRect/>
              </a:stretch>
            </p:blipFill>
            <p:spPr>
              <a:xfrm>
                <a:off x="1050840" y="824040"/>
                <a:ext cx="495360" cy="465120"/>
              </a:xfrm>
              <a:prstGeom prst="rect">
                <a:avLst/>
              </a:prstGeom>
            </p:spPr>
          </p:pic>
        </mc:Fallback>
      </mc:AlternateContent>
    </p:spTree>
    <p:extLst>
      <p:ext uri="{BB962C8B-B14F-4D97-AF65-F5344CB8AC3E}">
        <p14:creationId xmlns:p14="http://schemas.microsoft.com/office/powerpoint/2010/main" val="2090747262"/>
      </p:ext>
    </p:extLst>
  </p:cSld>
  <p:clrMapOvr>
    <a:masterClrMapping/>
  </p:clrMapOvr>
</p:sld>
</file>

<file path=ppt/slides/slide4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D3546-05A2-4B2F-B481-454ED36722A5}"/>
              </a:ext>
            </a:extLst>
          </p:cNvPr>
          <p:cNvSpPr>
            <a:spLocks noGrp="1"/>
          </p:cNvSpPr>
          <p:nvPr>
            <p:ph type="title"/>
          </p:nvPr>
        </p:nvSpPr>
        <p:spPr/>
        <p:txBody>
          <a:bodyPr/>
          <a:lstStyle/>
          <a:p>
            <a:pPr algn="ctr"/>
            <a:r>
              <a:rPr lang="en-US" b="1" dirty="0"/>
              <a:t>For Discussion in  session 11</a:t>
            </a:r>
            <a:endParaRPr lang="en-IN" b="1" dirty="0"/>
          </a:p>
        </p:txBody>
      </p:sp>
      <p:sp>
        <p:nvSpPr>
          <p:cNvPr id="3" name="Content Placeholder 2">
            <a:extLst>
              <a:ext uri="{FF2B5EF4-FFF2-40B4-BE49-F238E27FC236}">
                <a16:creationId xmlns:a16="http://schemas.microsoft.com/office/drawing/2014/main" id="{A2D12A4C-5B85-41B1-8520-E49E5AC871B6}"/>
              </a:ext>
            </a:extLst>
          </p:cNvPr>
          <p:cNvSpPr>
            <a:spLocks noGrp="1"/>
          </p:cNvSpPr>
          <p:nvPr>
            <p:ph idx="1"/>
          </p:nvPr>
        </p:nvSpPr>
        <p:spPr/>
        <p:txBody>
          <a:bodyPr>
            <a:normAutofit/>
          </a:bodyPr>
          <a:lstStyle/>
          <a:p>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PEG – if you are going to do for three stage firm then divide by g every year.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PEGY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PERG</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PB Ratio &amp; Determinants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US" sz="2400" dirty="0"/>
          </a:p>
          <a:p>
            <a:endParaRPr lang="en-US" sz="2400" dirty="0"/>
          </a:p>
        </p:txBody>
      </p:sp>
    </p:spTree>
    <p:extLst>
      <p:ext uri="{BB962C8B-B14F-4D97-AF65-F5344CB8AC3E}">
        <p14:creationId xmlns:p14="http://schemas.microsoft.com/office/powerpoint/2010/main" val="1400834827"/>
      </p:ext>
    </p:extLst>
  </p:cSld>
  <p:clrMapOvr>
    <a:masterClrMapping/>
  </p:clrMapOvr>
</p:sld>
</file>

<file path=ppt/slides/slide4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AD9A4-0CEC-4BB9-B64E-210FAA27B53E}"/>
              </a:ext>
            </a:extLst>
          </p:cNvPr>
          <p:cNvSpPr>
            <a:spLocks noGrp="1"/>
          </p:cNvSpPr>
          <p:nvPr>
            <p:ph type="title"/>
          </p:nvPr>
        </p:nvSpPr>
        <p:spPr/>
        <p:txBody>
          <a:bodyPr/>
          <a:lstStyle/>
          <a:p>
            <a:pPr algn="ctr"/>
            <a:r>
              <a:rPr lang="en-US" b="1" dirty="0"/>
              <a:t>PEGY ratio </a:t>
            </a:r>
            <a:endParaRPr lang="en-IN" b="1" dirty="0"/>
          </a:p>
        </p:txBody>
      </p:sp>
      <p:sp>
        <p:nvSpPr>
          <p:cNvPr id="3" name="Content Placeholder 2">
            <a:extLst>
              <a:ext uri="{FF2B5EF4-FFF2-40B4-BE49-F238E27FC236}">
                <a16:creationId xmlns:a16="http://schemas.microsoft.com/office/drawing/2014/main" id="{0A81B0B1-9943-4A95-9D00-1FBCA98565F7}"/>
              </a:ext>
            </a:extLst>
          </p:cNvPr>
          <p:cNvSpPr>
            <a:spLocks noGrp="1"/>
          </p:cNvSpPr>
          <p:nvPr>
            <p:ph idx="1"/>
          </p:nvPr>
        </p:nvSpPr>
        <p:spPr/>
        <p:txBody>
          <a:bodyPr>
            <a:normAutofit/>
          </a:bodyPr>
          <a:lstStyle/>
          <a:p>
            <a:pPr marL="0" indent="0">
              <a:buNone/>
            </a:pPr>
            <a:r>
              <a:rPr lang="en-US" sz="1600" b="1" dirty="0"/>
              <a:t>PEGY ratio </a:t>
            </a:r>
            <a:r>
              <a:rPr lang="en-US" sz="1600" dirty="0"/>
              <a:t>(</a:t>
            </a:r>
            <a:r>
              <a:rPr lang="en-US" sz="1600" dirty="0" err="1"/>
              <a:t>st</a:t>
            </a:r>
            <a:r>
              <a:rPr lang="en-US" sz="1600" dirty="0"/>
              <a:t> .firm)= PE / ( growth rate+ Dividend Yield)</a:t>
            </a:r>
          </a:p>
          <a:p>
            <a:pPr marL="0" indent="0">
              <a:buNone/>
            </a:pPr>
            <a:r>
              <a:rPr lang="en-US" sz="1600" dirty="0"/>
              <a:t>Dividend yield = dividend per share /market price per share OR  total dividend/market cap</a:t>
            </a:r>
          </a:p>
          <a:p>
            <a:pPr marL="0" indent="0">
              <a:buNone/>
            </a:pPr>
            <a:r>
              <a:rPr lang="en-US" sz="1600" dirty="0"/>
              <a:t>DPR = DPS/EPS or total dividend/PAT</a:t>
            </a:r>
          </a:p>
          <a:p>
            <a:pPr marL="0" indent="0">
              <a:buNone/>
            </a:pPr>
            <a:r>
              <a:rPr lang="en-US" sz="1600" b="1" u="sng" dirty="0"/>
              <a:t>On Naïve Comparison: </a:t>
            </a:r>
            <a:r>
              <a:rPr lang="en-US" sz="1600" b="1" dirty="0"/>
              <a:t>If PEGY is less than 1</a:t>
            </a:r>
            <a:r>
              <a:rPr lang="en-US" sz="1600" dirty="0"/>
              <a:t>; then the firm is undervalued </a:t>
            </a:r>
          </a:p>
          <a:p>
            <a:pPr marL="0" indent="0">
              <a:buNone/>
            </a:pPr>
            <a:endParaRPr lang="en-IN" sz="1600" dirty="0"/>
          </a:p>
        </p:txBody>
      </p:sp>
    </p:spTree>
    <p:extLst>
      <p:ext uri="{BB962C8B-B14F-4D97-AF65-F5344CB8AC3E}">
        <p14:creationId xmlns:p14="http://schemas.microsoft.com/office/powerpoint/2010/main" val="2916159273"/>
      </p:ext>
    </p:extLst>
  </p:cSld>
  <p:clrMapOvr>
    <a:masterClrMapping/>
  </p:clrMapOvr>
</p:sld>
</file>

<file path=ppt/slides/slide4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00E84-6DAE-42CD-A338-1FA2E564345F}"/>
              </a:ext>
            </a:extLst>
          </p:cNvPr>
          <p:cNvSpPr>
            <a:spLocks noGrp="1"/>
          </p:cNvSpPr>
          <p:nvPr>
            <p:ph type="title"/>
          </p:nvPr>
        </p:nvSpPr>
        <p:spPr/>
        <p:txBody>
          <a:bodyPr/>
          <a:lstStyle/>
          <a:p>
            <a:pPr algn="ctr"/>
            <a:r>
              <a:rPr lang="en-US" b="1" dirty="0"/>
              <a:t>Dividend Yield </a:t>
            </a:r>
            <a:r>
              <a:rPr lang="en-US" dirty="0"/>
              <a:t>for TCS &amp; its’ Peers </a:t>
            </a:r>
            <a:endParaRPr lang="en-IN" dirty="0"/>
          </a:p>
        </p:txBody>
      </p:sp>
      <p:graphicFrame>
        <p:nvGraphicFramePr>
          <p:cNvPr id="4" name="Table 4">
            <a:extLst>
              <a:ext uri="{FF2B5EF4-FFF2-40B4-BE49-F238E27FC236}">
                <a16:creationId xmlns:a16="http://schemas.microsoft.com/office/drawing/2014/main" id="{1C43D050-B61B-4B78-8259-FDB8662EC235}"/>
              </a:ext>
            </a:extLst>
          </p:cNvPr>
          <p:cNvGraphicFramePr>
            <a:graphicFrameLocks noGrp="1"/>
          </p:cNvGraphicFramePr>
          <p:nvPr>
            <p:ph idx="1"/>
            <p:extLst>
              <p:ext uri="{D42A27DB-BD31-4B8C-83A1-F6EECF244321}">
                <p14:modId xmlns:p14="http://schemas.microsoft.com/office/powerpoint/2010/main" val="1858898697"/>
              </p:ext>
            </p:extLst>
          </p:nvPr>
        </p:nvGraphicFramePr>
        <p:xfrm>
          <a:off x="840828" y="1499054"/>
          <a:ext cx="10512972" cy="5090160"/>
        </p:xfrm>
        <a:graphic>
          <a:graphicData uri="http://schemas.openxmlformats.org/drawingml/2006/table">
            <a:tbl>
              <a:tblPr firstRow="1" bandRow="1">
                <a:tableStyleId>{00A15C55-8517-42AA-B614-E9B94910E393}</a:tableStyleId>
              </a:tblPr>
              <a:tblGrid>
                <a:gridCol w="2278890">
                  <a:extLst>
                    <a:ext uri="{9D8B030D-6E8A-4147-A177-3AD203B41FA5}">
                      <a16:colId xmlns:a16="http://schemas.microsoft.com/office/drawing/2014/main" val="1111613054"/>
                    </a:ext>
                  </a:extLst>
                </a:gridCol>
                <a:gridCol w="2976282">
                  <a:extLst>
                    <a:ext uri="{9D8B030D-6E8A-4147-A177-3AD203B41FA5}">
                      <a16:colId xmlns:a16="http://schemas.microsoft.com/office/drawing/2014/main" val="4197418356"/>
                    </a:ext>
                  </a:extLst>
                </a:gridCol>
                <a:gridCol w="2102603">
                  <a:extLst>
                    <a:ext uri="{9D8B030D-6E8A-4147-A177-3AD203B41FA5}">
                      <a16:colId xmlns:a16="http://schemas.microsoft.com/office/drawing/2014/main" val="1215415409"/>
                    </a:ext>
                  </a:extLst>
                </a:gridCol>
                <a:gridCol w="3155197">
                  <a:extLst>
                    <a:ext uri="{9D8B030D-6E8A-4147-A177-3AD203B41FA5}">
                      <a16:colId xmlns:a16="http://schemas.microsoft.com/office/drawing/2014/main" val="50895414"/>
                    </a:ext>
                  </a:extLst>
                </a:gridCol>
              </a:tblGrid>
              <a:tr h="370840">
                <a:tc>
                  <a:txBody>
                    <a:bodyPr/>
                    <a:lstStyle/>
                    <a:p>
                      <a:r>
                        <a:rPr lang="en-US" dirty="0"/>
                        <a:t>Company</a:t>
                      </a:r>
                      <a:endParaRPr lang="en-IN" dirty="0"/>
                    </a:p>
                  </a:txBody>
                  <a:tcPr/>
                </a:tc>
                <a:tc>
                  <a:txBody>
                    <a:bodyPr/>
                    <a:lstStyle/>
                    <a:p>
                      <a:r>
                        <a:rPr lang="en-US" dirty="0"/>
                        <a:t>Dividend Per Share (INR)</a:t>
                      </a:r>
                    </a:p>
                    <a:p>
                      <a:r>
                        <a:rPr lang="en-US" dirty="0"/>
                        <a:t>- 5 year average</a:t>
                      </a:r>
                      <a:endParaRPr lang="en-IN" dirty="0"/>
                    </a:p>
                  </a:txBody>
                  <a:tcPr/>
                </a:tc>
                <a:tc>
                  <a:txBody>
                    <a:bodyPr/>
                    <a:lstStyle/>
                    <a:p>
                      <a:r>
                        <a:rPr lang="en-US" dirty="0"/>
                        <a:t>CMP (INR)</a:t>
                      </a:r>
                    </a:p>
                    <a:p>
                      <a:r>
                        <a:rPr lang="en-US" dirty="0"/>
                        <a:t>24 December 2025</a:t>
                      </a:r>
                      <a:endParaRPr lang="en-IN" dirty="0"/>
                    </a:p>
                  </a:txBody>
                  <a:tcPr/>
                </a:tc>
                <a:tc>
                  <a:txBody>
                    <a:bodyPr/>
                    <a:lstStyle/>
                    <a:p>
                      <a:r>
                        <a:rPr lang="en-US" dirty="0"/>
                        <a:t>Dividend Yield </a:t>
                      </a:r>
                    </a:p>
                    <a:p>
                      <a:r>
                        <a:rPr lang="en-US" dirty="0"/>
                        <a:t>= DPS/CMP   *100 </a:t>
                      </a:r>
                      <a:endParaRPr lang="en-IN" dirty="0"/>
                    </a:p>
                  </a:txBody>
                  <a:tcPr/>
                </a:tc>
                <a:extLst>
                  <a:ext uri="{0D108BD9-81ED-4DB2-BD59-A6C34878D82A}">
                    <a16:rowId xmlns:a16="http://schemas.microsoft.com/office/drawing/2014/main" val="3928757699"/>
                  </a:ext>
                </a:extLst>
              </a:tr>
              <a:tr h="370840">
                <a:tc>
                  <a:txBody>
                    <a:bodyPr/>
                    <a:lstStyle/>
                    <a:p>
                      <a:r>
                        <a:rPr lang="en-US" b="0" dirty="0"/>
                        <a:t>TCS</a:t>
                      </a:r>
                      <a:endParaRPr lang="en-IN" b="0" dirty="0"/>
                    </a:p>
                  </a:txBody>
                  <a:tcPr/>
                </a:tc>
                <a:tc>
                  <a:txBody>
                    <a:bodyPr/>
                    <a:lstStyle/>
                    <a:p>
                      <a:r>
                        <a:rPr lang="en-IN" b="0" dirty="0"/>
                        <a:t>395/ 5=  79.00</a:t>
                      </a:r>
                    </a:p>
                  </a:txBody>
                  <a:tcPr/>
                </a:tc>
                <a:tc>
                  <a:txBody>
                    <a:bodyPr/>
                    <a:lstStyle/>
                    <a:p>
                      <a:r>
                        <a:rPr lang="en-IN" b="0" dirty="0"/>
                        <a:t>3308.20</a:t>
                      </a:r>
                    </a:p>
                  </a:txBody>
                  <a:tcPr/>
                </a:tc>
                <a:tc>
                  <a:txBody>
                    <a:bodyPr/>
                    <a:lstStyle/>
                    <a:p>
                      <a:pPr algn="r"/>
                      <a:r>
                        <a:rPr lang="en-IN" b="0" dirty="0"/>
                        <a:t>79/3308.20 = 2.39</a:t>
                      </a:r>
                    </a:p>
                  </a:txBody>
                  <a:tcPr/>
                </a:tc>
                <a:extLst>
                  <a:ext uri="{0D108BD9-81ED-4DB2-BD59-A6C34878D82A}">
                    <a16:rowId xmlns:a16="http://schemas.microsoft.com/office/drawing/2014/main" val="856427929"/>
                  </a:ext>
                </a:extLst>
              </a:tr>
              <a:tr h="370840">
                <a:tc>
                  <a:txBody>
                    <a:bodyPr/>
                    <a:lstStyle/>
                    <a:p>
                      <a:r>
                        <a:rPr lang="en-US" b="0" dirty="0"/>
                        <a:t>Infosys</a:t>
                      </a:r>
                      <a:endParaRPr lang="en-IN" b="0" dirty="0"/>
                    </a:p>
                  </a:txBody>
                  <a:tcPr/>
                </a:tc>
                <a:tc>
                  <a:txBody>
                    <a:bodyPr/>
                    <a:lstStyle/>
                    <a:p>
                      <a:r>
                        <a:rPr lang="en-IN" b="0" dirty="0"/>
                        <a:t>181/ 5  = 36.20</a:t>
                      </a:r>
                    </a:p>
                  </a:txBody>
                  <a:tcPr/>
                </a:tc>
                <a:tc>
                  <a:txBody>
                    <a:bodyPr/>
                    <a:lstStyle/>
                    <a:p>
                      <a:r>
                        <a:rPr lang="en-IN" b="0" dirty="0"/>
                        <a:t>1658.30</a:t>
                      </a:r>
                    </a:p>
                  </a:txBody>
                  <a:tcPr/>
                </a:tc>
                <a:tc>
                  <a:txBody>
                    <a:bodyPr/>
                    <a:lstStyle/>
                    <a:p>
                      <a:pPr algn="r"/>
                      <a:r>
                        <a:rPr lang="en-IN" b="0" dirty="0"/>
                        <a:t>2.18</a:t>
                      </a:r>
                    </a:p>
                  </a:txBody>
                  <a:tcPr/>
                </a:tc>
                <a:extLst>
                  <a:ext uri="{0D108BD9-81ED-4DB2-BD59-A6C34878D82A}">
                    <a16:rowId xmlns:a16="http://schemas.microsoft.com/office/drawing/2014/main" val="451385899"/>
                  </a:ext>
                </a:extLst>
              </a:tr>
              <a:tr h="370840">
                <a:tc>
                  <a:txBody>
                    <a:bodyPr/>
                    <a:lstStyle/>
                    <a:p>
                      <a:r>
                        <a:rPr lang="en-US" b="0" dirty="0"/>
                        <a:t>HCL Tech</a:t>
                      </a:r>
                      <a:endParaRPr lang="en-IN" b="0" dirty="0"/>
                    </a:p>
                  </a:txBody>
                  <a:tcPr/>
                </a:tc>
                <a:tc>
                  <a:txBody>
                    <a:bodyPr/>
                    <a:lstStyle/>
                    <a:p>
                      <a:r>
                        <a:rPr lang="en-IN" b="0" dirty="0"/>
                        <a:t>212 / 5  = 42.40</a:t>
                      </a:r>
                    </a:p>
                  </a:txBody>
                  <a:tcPr/>
                </a:tc>
                <a:tc>
                  <a:txBody>
                    <a:bodyPr/>
                    <a:lstStyle/>
                    <a:p>
                      <a:r>
                        <a:rPr lang="en-IN" b="0" dirty="0"/>
                        <a:t>1676.50</a:t>
                      </a:r>
                    </a:p>
                  </a:txBody>
                  <a:tcPr/>
                </a:tc>
                <a:tc>
                  <a:txBody>
                    <a:bodyPr/>
                    <a:lstStyle/>
                    <a:p>
                      <a:pPr algn="r"/>
                      <a:r>
                        <a:rPr lang="en-IN" b="0" dirty="0"/>
                        <a:t>2.53</a:t>
                      </a:r>
                    </a:p>
                  </a:txBody>
                  <a:tcPr/>
                </a:tc>
                <a:extLst>
                  <a:ext uri="{0D108BD9-81ED-4DB2-BD59-A6C34878D82A}">
                    <a16:rowId xmlns:a16="http://schemas.microsoft.com/office/drawing/2014/main" val="1545123989"/>
                  </a:ext>
                </a:extLst>
              </a:tr>
              <a:tr h="370840">
                <a:tc>
                  <a:txBody>
                    <a:bodyPr/>
                    <a:lstStyle/>
                    <a:p>
                      <a:r>
                        <a:rPr lang="en-US" b="0" dirty="0"/>
                        <a:t>Wipro</a:t>
                      </a:r>
                      <a:endParaRPr lang="en-IN" b="0" dirty="0"/>
                    </a:p>
                  </a:txBody>
                  <a:tcPr/>
                </a:tc>
                <a:tc>
                  <a:txBody>
                    <a:bodyPr/>
                    <a:lstStyle/>
                    <a:p>
                      <a:r>
                        <a:rPr lang="en-IN" b="0" dirty="0"/>
                        <a:t>15/ 5  = 3.00</a:t>
                      </a:r>
                    </a:p>
                  </a:txBody>
                  <a:tcPr/>
                </a:tc>
                <a:tc>
                  <a:txBody>
                    <a:bodyPr/>
                    <a:lstStyle/>
                    <a:p>
                      <a:r>
                        <a:rPr lang="en-IN" b="0" dirty="0"/>
                        <a:t>268.10</a:t>
                      </a:r>
                    </a:p>
                  </a:txBody>
                  <a:tcPr/>
                </a:tc>
                <a:tc>
                  <a:txBody>
                    <a:bodyPr/>
                    <a:lstStyle/>
                    <a:p>
                      <a:pPr algn="r"/>
                      <a:r>
                        <a:rPr lang="en-IN" b="0" dirty="0"/>
                        <a:t>1.12</a:t>
                      </a:r>
                    </a:p>
                  </a:txBody>
                  <a:tcPr/>
                </a:tc>
                <a:extLst>
                  <a:ext uri="{0D108BD9-81ED-4DB2-BD59-A6C34878D82A}">
                    <a16:rowId xmlns:a16="http://schemas.microsoft.com/office/drawing/2014/main" val="2903161241"/>
                  </a:ext>
                </a:extLst>
              </a:tr>
              <a:tr h="370840">
                <a:tc>
                  <a:txBody>
                    <a:bodyPr/>
                    <a:lstStyle/>
                    <a:p>
                      <a:r>
                        <a:rPr lang="en-US" b="0" dirty="0"/>
                        <a:t>LTI Mindtree</a:t>
                      </a:r>
                      <a:endParaRPr lang="en-IN" b="0" dirty="0"/>
                    </a:p>
                  </a:txBody>
                  <a:tcPr/>
                </a:tc>
                <a:tc>
                  <a:txBody>
                    <a:bodyPr/>
                    <a:lstStyle/>
                    <a:p>
                      <a:r>
                        <a:rPr lang="en-IN" b="0" dirty="0"/>
                        <a:t>285/  5 = 57.00</a:t>
                      </a:r>
                    </a:p>
                  </a:txBody>
                  <a:tcPr/>
                </a:tc>
                <a:tc>
                  <a:txBody>
                    <a:bodyPr/>
                    <a:lstStyle/>
                    <a:p>
                      <a:r>
                        <a:rPr lang="en-IN" b="0" dirty="0"/>
                        <a:t>6209.00</a:t>
                      </a:r>
                    </a:p>
                  </a:txBody>
                  <a:tcPr/>
                </a:tc>
                <a:tc>
                  <a:txBody>
                    <a:bodyPr/>
                    <a:lstStyle/>
                    <a:p>
                      <a:pPr algn="r"/>
                      <a:r>
                        <a:rPr lang="en-IN" b="0" dirty="0"/>
                        <a:t>0.92</a:t>
                      </a:r>
                    </a:p>
                  </a:txBody>
                  <a:tcPr/>
                </a:tc>
                <a:extLst>
                  <a:ext uri="{0D108BD9-81ED-4DB2-BD59-A6C34878D82A}">
                    <a16:rowId xmlns:a16="http://schemas.microsoft.com/office/drawing/2014/main" val="3091440485"/>
                  </a:ext>
                </a:extLst>
              </a:tr>
              <a:tr h="370840">
                <a:tc>
                  <a:txBody>
                    <a:bodyPr/>
                    <a:lstStyle/>
                    <a:p>
                      <a:r>
                        <a:rPr lang="en-US" b="0" dirty="0"/>
                        <a:t>Tech Mahindra</a:t>
                      </a:r>
                      <a:endParaRPr lang="en-IN" b="0" dirty="0"/>
                    </a:p>
                  </a:txBody>
                  <a:tcPr/>
                </a:tc>
                <a:tc>
                  <a:txBody>
                    <a:bodyPr/>
                    <a:lstStyle/>
                    <a:p>
                      <a:r>
                        <a:rPr lang="en-IN" b="0" dirty="0"/>
                        <a:t>225 / 5 = 45.00</a:t>
                      </a:r>
                    </a:p>
                  </a:txBody>
                  <a:tcPr/>
                </a:tc>
                <a:tc>
                  <a:txBody>
                    <a:bodyPr/>
                    <a:lstStyle/>
                    <a:p>
                      <a:r>
                        <a:rPr lang="en-IN" b="0" dirty="0"/>
                        <a:t>1630.00</a:t>
                      </a:r>
                    </a:p>
                  </a:txBody>
                  <a:tcPr/>
                </a:tc>
                <a:tc>
                  <a:txBody>
                    <a:bodyPr/>
                    <a:lstStyle/>
                    <a:p>
                      <a:pPr algn="r"/>
                      <a:r>
                        <a:rPr lang="en-IN" b="0" dirty="0"/>
                        <a:t>2.76</a:t>
                      </a:r>
                    </a:p>
                  </a:txBody>
                  <a:tcPr/>
                </a:tc>
                <a:extLst>
                  <a:ext uri="{0D108BD9-81ED-4DB2-BD59-A6C34878D82A}">
                    <a16:rowId xmlns:a16="http://schemas.microsoft.com/office/drawing/2014/main" val="1445330505"/>
                  </a:ext>
                </a:extLst>
              </a:tr>
              <a:tr h="370840">
                <a:tc>
                  <a:txBody>
                    <a:bodyPr/>
                    <a:lstStyle/>
                    <a:p>
                      <a:r>
                        <a:rPr lang="en-IN" b="0" dirty="0"/>
                        <a:t>Persistent</a:t>
                      </a:r>
                    </a:p>
                  </a:txBody>
                  <a:tcPr/>
                </a:tc>
                <a:tc>
                  <a:txBody>
                    <a:bodyPr/>
                    <a:lstStyle/>
                    <a:p>
                      <a:r>
                        <a:rPr lang="en-IN" b="0" dirty="0"/>
                        <a:t>162/ 5 =  32.40</a:t>
                      </a:r>
                    </a:p>
                  </a:txBody>
                  <a:tcPr/>
                </a:tc>
                <a:tc>
                  <a:txBody>
                    <a:bodyPr/>
                    <a:lstStyle/>
                    <a:p>
                      <a:r>
                        <a:rPr lang="en-IN" b="0" dirty="0"/>
                        <a:t>6428.00</a:t>
                      </a:r>
                    </a:p>
                  </a:txBody>
                  <a:tcPr/>
                </a:tc>
                <a:tc>
                  <a:txBody>
                    <a:bodyPr/>
                    <a:lstStyle/>
                    <a:p>
                      <a:pPr algn="r"/>
                      <a:r>
                        <a:rPr lang="en-IN" b="0" dirty="0"/>
                        <a:t>0.50</a:t>
                      </a:r>
                    </a:p>
                  </a:txBody>
                  <a:tcPr/>
                </a:tc>
                <a:extLst>
                  <a:ext uri="{0D108BD9-81ED-4DB2-BD59-A6C34878D82A}">
                    <a16:rowId xmlns:a16="http://schemas.microsoft.com/office/drawing/2014/main" val="2034813655"/>
                  </a:ext>
                </a:extLst>
              </a:tr>
              <a:tr h="370840">
                <a:tc>
                  <a:txBody>
                    <a:bodyPr/>
                    <a:lstStyle/>
                    <a:p>
                      <a:r>
                        <a:rPr lang="en-US" b="0" dirty="0"/>
                        <a:t>Oracle Fin Serv</a:t>
                      </a:r>
                      <a:endParaRPr lang="en-IN" b="0" dirty="0"/>
                    </a:p>
                  </a:txBody>
                  <a:tcPr/>
                </a:tc>
                <a:tc>
                  <a:txBody>
                    <a:bodyPr/>
                    <a:lstStyle/>
                    <a:p>
                      <a:r>
                        <a:rPr lang="en-IN" b="0" dirty="0"/>
                        <a:t>1120 /  5 =  224.00</a:t>
                      </a:r>
                    </a:p>
                  </a:txBody>
                  <a:tcPr/>
                </a:tc>
                <a:tc>
                  <a:txBody>
                    <a:bodyPr/>
                    <a:lstStyle/>
                    <a:p>
                      <a:r>
                        <a:rPr lang="en-IN" b="0" dirty="0"/>
                        <a:t>7797.00</a:t>
                      </a:r>
                    </a:p>
                  </a:txBody>
                  <a:tcPr/>
                </a:tc>
                <a:tc>
                  <a:txBody>
                    <a:bodyPr/>
                    <a:lstStyle/>
                    <a:p>
                      <a:pPr algn="r"/>
                      <a:r>
                        <a:rPr lang="en-IN" b="0" dirty="0"/>
                        <a:t>2.87</a:t>
                      </a:r>
                    </a:p>
                  </a:txBody>
                  <a:tcPr/>
                </a:tc>
                <a:extLst>
                  <a:ext uri="{0D108BD9-81ED-4DB2-BD59-A6C34878D82A}">
                    <a16:rowId xmlns:a16="http://schemas.microsoft.com/office/drawing/2014/main" val="287762053"/>
                  </a:ext>
                </a:extLst>
              </a:tr>
              <a:tr h="370840">
                <a:tc>
                  <a:txBody>
                    <a:bodyPr/>
                    <a:lstStyle/>
                    <a:p>
                      <a:r>
                        <a:rPr lang="en-IN" b="0" dirty="0"/>
                        <a:t>COFORGE Ltd</a:t>
                      </a:r>
                    </a:p>
                  </a:txBody>
                  <a:tcPr/>
                </a:tc>
                <a:tc>
                  <a:txBody>
                    <a:bodyPr/>
                    <a:lstStyle/>
                    <a:p>
                      <a:r>
                        <a:rPr lang="en-IN" b="0" dirty="0"/>
                        <a:t>281/ 5= 56.20</a:t>
                      </a:r>
                    </a:p>
                  </a:txBody>
                  <a:tcPr/>
                </a:tc>
                <a:tc>
                  <a:txBody>
                    <a:bodyPr/>
                    <a:lstStyle/>
                    <a:p>
                      <a:r>
                        <a:rPr lang="en-IN" b="0" dirty="0"/>
                        <a:t>1752.90</a:t>
                      </a:r>
                    </a:p>
                  </a:txBody>
                  <a:tcPr/>
                </a:tc>
                <a:tc>
                  <a:txBody>
                    <a:bodyPr/>
                    <a:lstStyle/>
                    <a:p>
                      <a:pPr algn="r"/>
                      <a:r>
                        <a:rPr lang="en-IN" b="0" dirty="0"/>
                        <a:t>3.21</a:t>
                      </a:r>
                    </a:p>
                  </a:txBody>
                  <a:tcPr/>
                </a:tc>
                <a:extLst>
                  <a:ext uri="{0D108BD9-81ED-4DB2-BD59-A6C34878D82A}">
                    <a16:rowId xmlns:a16="http://schemas.microsoft.com/office/drawing/2014/main" val="672498357"/>
                  </a:ext>
                </a:extLst>
              </a:tr>
              <a:tr h="370840">
                <a:tc>
                  <a:txBody>
                    <a:bodyPr/>
                    <a:lstStyle/>
                    <a:p>
                      <a:r>
                        <a:rPr lang="en-US" b="0" dirty="0" err="1"/>
                        <a:t>MphasisS</a:t>
                      </a:r>
                      <a:endParaRPr lang="en-IN" b="0" dirty="0"/>
                    </a:p>
                  </a:txBody>
                  <a:tcPr/>
                </a:tc>
                <a:tc>
                  <a:txBody>
                    <a:bodyPr/>
                    <a:lstStyle/>
                    <a:p>
                      <a:r>
                        <a:rPr lang="en-IN" b="0" dirty="0"/>
                        <a:t>273 / 5 =  54.60</a:t>
                      </a:r>
                    </a:p>
                  </a:txBody>
                  <a:tcPr/>
                </a:tc>
                <a:tc>
                  <a:txBody>
                    <a:bodyPr/>
                    <a:lstStyle/>
                    <a:p>
                      <a:r>
                        <a:rPr lang="en-IN" b="0" dirty="0"/>
                        <a:t>2890.40</a:t>
                      </a:r>
                    </a:p>
                  </a:txBody>
                  <a:tcPr/>
                </a:tc>
                <a:tc>
                  <a:txBody>
                    <a:bodyPr/>
                    <a:lstStyle/>
                    <a:p>
                      <a:pPr algn="r"/>
                      <a:r>
                        <a:rPr lang="en-IN" b="0" dirty="0"/>
                        <a:t>1.89</a:t>
                      </a:r>
                    </a:p>
                  </a:txBody>
                  <a:tcPr/>
                </a:tc>
                <a:extLst>
                  <a:ext uri="{0D108BD9-81ED-4DB2-BD59-A6C34878D82A}">
                    <a16:rowId xmlns:a16="http://schemas.microsoft.com/office/drawing/2014/main" val="638655689"/>
                  </a:ext>
                </a:extLst>
              </a:tr>
              <a:tr h="370840">
                <a:tc>
                  <a:txBody>
                    <a:bodyPr/>
                    <a:lstStyle/>
                    <a:p>
                      <a:r>
                        <a:rPr lang="en-IN" b="0" dirty="0"/>
                        <a:t>Hexaware Tech</a:t>
                      </a:r>
                    </a:p>
                  </a:txBody>
                  <a:tcPr/>
                </a:tc>
                <a:tc>
                  <a:txBody>
                    <a:bodyPr/>
                    <a:lstStyle/>
                    <a:p>
                      <a:r>
                        <a:rPr lang="en-IN" b="0" dirty="0"/>
                        <a:t>55.50/5 = 11.10</a:t>
                      </a:r>
                    </a:p>
                  </a:txBody>
                  <a:tcPr/>
                </a:tc>
                <a:tc>
                  <a:txBody>
                    <a:bodyPr/>
                    <a:lstStyle/>
                    <a:p>
                      <a:r>
                        <a:rPr lang="en-IN" b="0" dirty="0"/>
                        <a:t>748.55</a:t>
                      </a:r>
                    </a:p>
                  </a:txBody>
                  <a:tcPr/>
                </a:tc>
                <a:tc>
                  <a:txBody>
                    <a:bodyPr/>
                    <a:lstStyle/>
                    <a:p>
                      <a:pPr algn="r"/>
                      <a:r>
                        <a:rPr lang="en-IN" b="0" dirty="0"/>
                        <a:t>1.48</a:t>
                      </a:r>
                    </a:p>
                  </a:txBody>
                  <a:tcPr/>
                </a:tc>
                <a:extLst>
                  <a:ext uri="{0D108BD9-81ED-4DB2-BD59-A6C34878D82A}">
                    <a16:rowId xmlns:a16="http://schemas.microsoft.com/office/drawing/2014/main" val="2215665721"/>
                  </a:ext>
                </a:extLst>
              </a:tr>
              <a:tr h="370840">
                <a:tc>
                  <a:txBody>
                    <a:bodyPr/>
                    <a:lstStyle/>
                    <a:p>
                      <a:endParaRPr lang="en-IN" b="0" dirty="0"/>
                    </a:p>
                  </a:txBody>
                  <a:tcPr/>
                </a:tc>
                <a:tc>
                  <a:txBody>
                    <a:bodyPr/>
                    <a:lstStyle/>
                    <a:p>
                      <a:endParaRPr lang="en-IN" b="0" dirty="0"/>
                    </a:p>
                  </a:txBody>
                  <a:tcPr/>
                </a:tc>
                <a:tc>
                  <a:txBody>
                    <a:bodyPr/>
                    <a:lstStyle/>
                    <a:p>
                      <a:endParaRPr lang="en-IN" b="0" dirty="0"/>
                    </a:p>
                  </a:txBody>
                  <a:tcPr/>
                </a:tc>
                <a:tc>
                  <a:txBody>
                    <a:bodyPr/>
                    <a:lstStyle/>
                    <a:p>
                      <a:pPr algn="r"/>
                      <a:endParaRPr lang="en-IN" b="0" dirty="0"/>
                    </a:p>
                  </a:txBody>
                  <a:tcPr/>
                </a:tc>
                <a:extLst>
                  <a:ext uri="{0D108BD9-81ED-4DB2-BD59-A6C34878D82A}">
                    <a16:rowId xmlns:a16="http://schemas.microsoft.com/office/drawing/2014/main" val="3916728879"/>
                  </a:ext>
                </a:extLst>
              </a:tr>
            </a:tbl>
          </a:graphicData>
        </a:graphic>
      </p:graphicFrame>
    </p:spTree>
    <p:extLst>
      <p:ext uri="{BB962C8B-B14F-4D97-AF65-F5344CB8AC3E}">
        <p14:creationId xmlns:p14="http://schemas.microsoft.com/office/powerpoint/2010/main" val="3956922083"/>
      </p:ext>
    </p:extLst>
  </p:cSld>
  <p:clrMapOvr>
    <a:masterClrMapping/>
  </p:clrMapOvr>
</p:sld>
</file>

<file path=ppt/slides/slide4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78004-ADB4-4787-A3AA-13292C411C6B}"/>
              </a:ext>
            </a:extLst>
          </p:cNvPr>
          <p:cNvSpPr>
            <a:spLocks noGrp="1"/>
          </p:cNvSpPr>
          <p:nvPr>
            <p:ph type="title"/>
          </p:nvPr>
        </p:nvSpPr>
        <p:spPr/>
        <p:txBody>
          <a:bodyPr/>
          <a:lstStyle/>
          <a:p>
            <a:pPr algn="ctr"/>
            <a:r>
              <a:rPr lang="en-US" b="1" dirty="0"/>
              <a:t>PEGY of TCS &amp; its Peers </a:t>
            </a:r>
            <a:endParaRPr lang="en-IN" b="1" dirty="0"/>
          </a:p>
        </p:txBody>
      </p:sp>
      <p:graphicFrame>
        <p:nvGraphicFramePr>
          <p:cNvPr id="4" name="Table 4">
            <a:extLst>
              <a:ext uri="{FF2B5EF4-FFF2-40B4-BE49-F238E27FC236}">
                <a16:creationId xmlns:a16="http://schemas.microsoft.com/office/drawing/2014/main" id="{7E374590-A479-449C-908C-8FF0740F2FD0}"/>
              </a:ext>
            </a:extLst>
          </p:cNvPr>
          <p:cNvGraphicFramePr>
            <a:graphicFrameLocks noGrp="1"/>
          </p:cNvGraphicFramePr>
          <p:nvPr>
            <p:ph idx="1"/>
          </p:nvPr>
        </p:nvGraphicFramePr>
        <p:xfrm>
          <a:off x="838200" y="1825625"/>
          <a:ext cx="10515600" cy="4450080"/>
        </p:xfrm>
        <a:graphic>
          <a:graphicData uri="http://schemas.openxmlformats.org/drawingml/2006/table">
            <a:tbl>
              <a:tblPr firstRow="1" bandRow="1">
                <a:tableStyleId>{93296810-A885-4BE3-A3E7-6D5BEEA58F35}</a:tableStyleId>
              </a:tblPr>
              <a:tblGrid>
                <a:gridCol w="2103120">
                  <a:extLst>
                    <a:ext uri="{9D8B030D-6E8A-4147-A177-3AD203B41FA5}">
                      <a16:colId xmlns:a16="http://schemas.microsoft.com/office/drawing/2014/main" val="542476102"/>
                    </a:ext>
                  </a:extLst>
                </a:gridCol>
                <a:gridCol w="1251857">
                  <a:extLst>
                    <a:ext uri="{9D8B030D-6E8A-4147-A177-3AD203B41FA5}">
                      <a16:colId xmlns:a16="http://schemas.microsoft.com/office/drawing/2014/main" val="1204812715"/>
                    </a:ext>
                  </a:extLst>
                </a:gridCol>
                <a:gridCol w="1267097">
                  <a:extLst>
                    <a:ext uri="{9D8B030D-6E8A-4147-A177-3AD203B41FA5}">
                      <a16:colId xmlns:a16="http://schemas.microsoft.com/office/drawing/2014/main" val="2111492684"/>
                    </a:ext>
                  </a:extLst>
                </a:gridCol>
                <a:gridCol w="1802675">
                  <a:extLst>
                    <a:ext uri="{9D8B030D-6E8A-4147-A177-3AD203B41FA5}">
                      <a16:colId xmlns:a16="http://schemas.microsoft.com/office/drawing/2014/main" val="3230727524"/>
                    </a:ext>
                  </a:extLst>
                </a:gridCol>
                <a:gridCol w="4090851">
                  <a:extLst>
                    <a:ext uri="{9D8B030D-6E8A-4147-A177-3AD203B41FA5}">
                      <a16:colId xmlns:a16="http://schemas.microsoft.com/office/drawing/2014/main" val="1439760616"/>
                    </a:ext>
                  </a:extLst>
                </a:gridCol>
              </a:tblGrid>
              <a:tr h="370840">
                <a:tc>
                  <a:txBody>
                    <a:bodyPr/>
                    <a:lstStyle/>
                    <a:p>
                      <a:r>
                        <a:rPr lang="en-US" dirty="0"/>
                        <a:t>Company</a:t>
                      </a:r>
                      <a:endParaRPr lang="en-IN" dirty="0"/>
                    </a:p>
                  </a:txBody>
                  <a:tcPr/>
                </a:tc>
                <a:tc>
                  <a:txBody>
                    <a:bodyPr/>
                    <a:lstStyle/>
                    <a:p>
                      <a:r>
                        <a:rPr lang="en-US" dirty="0"/>
                        <a:t>PE</a:t>
                      </a:r>
                      <a:endParaRPr lang="en-IN" dirty="0"/>
                    </a:p>
                  </a:txBody>
                  <a:tcPr/>
                </a:tc>
                <a:tc>
                  <a:txBody>
                    <a:bodyPr/>
                    <a:lstStyle/>
                    <a:p>
                      <a:r>
                        <a:rPr lang="en-US" dirty="0"/>
                        <a:t>G</a:t>
                      </a:r>
                      <a:endParaRPr lang="en-IN" dirty="0"/>
                    </a:p>
                  </a:txBody>
                  <a:tcPr/>
                </a:tc>
                <a:tc>
                  <a:txBody>
                    <a:bodyPr/>
                    <a:lstStyle/>
                    <a:p>
                      <a:r>
                        <a:rPr lang="en-US" dirty="0"/>
                        <a:t>Dividend Yield</a:t>
                      </a:r>
                      <a:endParaRPr lang="en-IN" dirty="0"/>
                    </a:p>
                  </a:txBody>
                  <a:tcPr/>
                </a:tc>
                <a:tc>
                  <a:txBody>
                    <a:bodyPr/>
                    <a:lstStyle/>
                    <a:p>
                      <a:r>
                        <a:rPr lang="en-US" dirty="0"/>
                        <a:t>PEGY = PE / (</a:t>
                      </a:r>
                      <a:r>
                        <a:rPr lang="en-US" dirty="0" err="1"/>
                        <a:t>g+y</a:t>
                      </a:r>
                      <a:r>
                        <a:rPr lang="en-US" dirty="0"/>
                        <a:t>)    in Times</a:t>
                      </a:r>
                      <a:endParaRPr lang="en-IN" dirty="0"/>
                    </a:p>
                  </a:txBody>
                  <a:tcPr/>
                </a:tc>
                <a:extLst>
                  <a:ext uri="{0D108BD9-81ED-4DB2-BD59-A6C34878D82A}">
                    <a16:rowId xmlns:a16="http://schemas.microsoft.com/office/drawing/2014/main" val="2499773797"/>
                  </a:ext>
                </a:extLst>
              </a:tr>
              <a:tr h="370840">
                <a:tc>
                  <a:txBody>
                    <a:bodyPr/>
                    <a:lstStyle/>
                    <a:p>
                      <a:r>
                        <a:rPr lang="en-US" b="0" dirty="0"/>
                        <a:t>TCS</a:t>
                      </a:r>
                      <a:endParaRPr lang="en-IN" b="0" dirty="0"/>
                    </a:p>
                  </a:txBody>
                  <a:tcPr/>
                </a:tc>
                <a:tc>
                  <a:txBody>
                    <a:bodyPr/>
                    <a:lstStyle/>
                    <a:p>
                      <a:pPr algn="r"/>
                      <a:r>
                        <a:rPr lang="en-IN" b="0" dirty="0"/>
                        <a:t>24.65</a:t>
                      </a:r>
                    </a:p>
                  </a:txBody>
                  <a:tcPr/>
                </a:tc>
                <a:tc>
                  <a:txBody>
                    <a:bodyPr/>
                    <a:lstStyle/>
                    <a:p>
                      <a:pPr algn="r"/>
                      <a:r>
                        <a:rPr lang="en-IN" b="0" dirty="0"/>
                        <a:t>13.75</a:t>
                      </a:r>
                    </a:p>
                  </a:txBody>
                  <a:tcPr/>
                </a:tc>
                <a:tc>
                  <a:txBody>
                    <a:bodyPr/>
                    <a:lstStyle/>
                    <a:p>
                      <a:pPr algn="r"/>
                      <a:r>
                        <a:rPr lang="en-IN" b="0" dirty="0"/>
                        <a:t>2.39</a:t>
                      </a:r>
                    </a:p>
                  </a:txBody>
                  <a:tcPr/>
                </a:tc>
                <a:tc>
                  <a:txBody>
                    <a:bodyPr/>
                    <a:lstStyle/>
                    <a:p>
                      <a:pPr algn="r"/>
                      <a:r>
                        <a:rPr lang="en-IN" b="0" dirty="0"/>
                        <a:t>24.65/ ( 13.75 + 2.39) =1.52</a:t>
                      </a:r>
                    </a:p>
                  </a:txBody>
                  <a:tcPr/>
                </a:tc>
                <a:extLst>
                  <a:ext uri="{0D108BD9-81ED-4DB2-BD59-A6C34878D82A}">
                    <a16:rowId xmlns:a16="http://schemas.microsoft.com/office/drawing/2014/main" val="3681533002"/>
                  </a:ext>
                </a:extLst>
              </a:tr>
              <a:tr h="370840">
                <a:tc>
                  <a:txBody>
                    <a:bodyPr/>
                    <a:lstStyle/>
                    <a:p>
                      <a:r>
                        <a:rPr lang="en-US" b="0" dirty="0"/>
                        <a:t>Infosys</a:t>
                      </a:r>
                      <a:endParaRPr lang="en-IN" b="0" dirty="0"/>
                    </a:p>
                  </a:txBody>
                  <a:tcPr/>
                </a:tc>
                <a:tc>
                  <a:txBody>
                    <a:bodyPr/>
                    <a:lstStyle/>
                    <a:p>
                      <a:pPr algn="r" fontAlgn="b">
                        <a:buNone/>
                      </a:pPr>
                      <a:r>
                        <a:rPr lang="en-US" sz="1800" b="0" i="0" u="none" strike="noStrike" dirty="0">
                          <a:solidFill>
                            <a:srgbClr val="000000"/>
                          </a:solidFill>
                          <a:effectLst/>
                          <a:latin typeface="Calibri" panose="020F0502020204030204" pitchFamily="34" charset="0"/>
                        </a:rPr>
                        <a:t>25.71</a:t>
                      </a:r>
                    </a:p>
                  </a:txBody>
                  <a:tcPr marL="9525" marR="9525" marT="9525" marB="0" anchor="b"/>
                </a:tc>
                <a:tc>
                  <a:txBody>
                    <a:bodyPr/>
                    <a:lstStyle/>
                    <a:p>
                      <a:pPr algn="r" fontAlgn="b">
                        <a:buNone/>
                      </a:pPr>
                      <a:r>
                        <a:rPr lang="en-US" sz="1800" b="0" i="0" u="none" strike="noStrike" dirty="0">
                          <a:solidFill>
                            <a:srgbClr val="000000"/>
                          </a:solidFill>
                          <a:effectLst/>
                          <a:latin typeface="Calibri" panose="020F0502020204030204" pitchFamily="34" charset="0"/>
                        </a:rPr>
                        <a:t>10.39</a:t>
                      </a:r>
                    </a:p>
                  </a:txBody>
                  <a:tcPr marL="9525" marR="9525" marT="9525" marB="0" anchor="b"/>
                </a:tc>
                <a:tc>
                  <a:txBody>
                    <a:bodyPr/>
                    <a:lstStyle/>
                    <a:p>
                      <a:pPr algn="r"/>
                      <a:r>
                        <a:rPr lang="en-IN" b="0" dirty="0"/>
                        <a:t>2.18</a:t>
                      </a:r>
                    </a:p>
                  </a:txBody>
                  <a:tcPr/>
                </a:tc>
                <a:tc>
                  <a:txBody>
                    <a:bodyPr/>
                    <a:lstStyle/>
                    <a:p>
                      <a:pPr algn="r"/>
                      <a:r>
                        <a:rPr lang="en-IN" b="0" dirty="0"/>
                        <a:t>25.71/ ( 10.39 +2.18) =2.05</a:t>
                      </a:r>
                    </a:p>
                  </a:txBody>
                  <a:tcPr/>
                </a:tc>
                <a:extLst>
                  <a:ext uri="{0D108BD9-81ED-4DB2-BD59-A6C34878D82A}">
                    <a16:rowId xmlns:a16="http://schemas.microsoft.com/office/drawing/2014/main" val="834228405"/>
                  </a:ext>
                </a:extLst>
              </a:tr>
              <a:tr h="370840">
                <a:tc>
                  <a:txBody>
                    <a:bodyPr/>
                    <a:lstStyle/>
                    <a:p>
                      <a:r>
                        <a:rPr lang="en-US" b="0" dirty="0"/>
                        <a:t>HCL Tech</a:t>
                      </a:r>
                      <a:endParaRPr lang="en-IN" b="0" dirty="0"/>
                    </a:p>
                  </a:txBody>
                  <a:tcPr/>
                </a:tc>
                <a:tc>
                  <a:txBody>
                    <a:bodyPr/>
                    <a:lstStyle/>
                    <a:p>
                      <a:pPr algn="r" fontAlgn="b">
                        <a:buNone/>
                      </a:pPr>
                      <a:r>
                        <a:rPr lang="en-US" sz="1800" b="0" i="0" u="none" strike="noStrike" dirty="0">
                          <a:solidFill>
                            <a:srgbClr val="000000"/>
                          </a:solidFill>
                          <a:effectLst/>
                          <a:latin typeface="Calibri" panose="020F0502020204030204" pitchFamily="34" charset="0"/>
                        </a:rPr>
                        <a:t>26.13</a:t>
                      </a:r>
                    </a:p>
                  </a:txBody>
                  <a:tcPr marL="9525" marR="9525" marT="9525" marB="0" anchor="b"/>
                </a:tc>
                <a:tc>
                  <a:txBody>
                    <a:bodyPr/>
                    <a:lstStyle/>
                    <a:p>
                      <a:pPr algn="r" fontAlgn="b">
                        <a:buNone/>
                      </a:pPr>
                      <a:r>
                        <a:rPr lang="en-US" sz="1800" b="0" i="0" u="none" strike="noStrike" dirty="0">
                          <a:solidFill>
                            <a:srgbClr val="000000"/>
                          </a:solidFill>
                          <a:effectLst/>
                          <a:latin typeface="Calibri" panose="020F0502020204030204" pitchFamily="34" charset="0"/>
                        </a:rPr>
                        <a:t>4.66</a:t>
                      </a:r>
                    </a:p>
                  </a:txBody>
                  <a:tcPr marL="9525" marR="9525" marT="9525" marB="0" anchor="b"/>
                </a:tc>
                <a:tc>
                  <a:txBody>
                    <a:bodyPr/>
                    <a:lstStyle/>
                    <a:p>
                      <a:pPr algn="r"/>
                      <a:r>
                        <a:rPr lang="en-IN" b="0" dirty="0"/>
                        <a:t>2.53</a:t>
                      </a:r>
                    </a:p>
                  </a:txBody>
                  <a:tcPr/>
                </a:tc>
                <a:tc>
                  <a:txBody>
                    <a:bodyPr/>
                    <a:lstStyle/>
                    <a:p>
                      <a:pPr algn="r"/>
                      <a:r>
                        <a:rPr lang="en-IN" b="0" dirty="0"/>
                        <a:t>26.13 / ( 4.66 + 2.53 ) =3.63</a:t>
                      </a:r>
                    </a:p>
                  </a:txBody>
                  <a:tcPr/>
                </a:tc>
                <a:extLst>
                  <a:ext uri="{0D108BD9-81ED-4DB2-BD59-A6C34878D82A}">
                    <a16:rowId xmlns:a16="http://schemas.microsoft.com/office/drawing/2014/main" val="3430106357"/>
                  </a:ext>
                </a:extLst>
              </a:tr>
              <a:tr h="370840">
                <a:tc>
                  <a:txBody>
                    <a:bodyPr/>
                    <a:lstStyle/>
                    <a:p>
                      <a:r>
                        <a:rPr lang="en-US" b="0" dirty="0"/>
                        <a:t>Wipro</a:t>
                      </a:r>
                      <a:endParaRPr lang="en-IN" b="0" dirty="0"/>
                    </a:p>
                  </a:txBody>
                  <a:tcPr/>
                </a:tc>
                <a:tc>
                  <a:txBody>
                    <a:bodyPr/>
                    <a:lstStyle/>
                    <a:p>
                      <a:pPr algn="r" fontAlgn="b">
                        <a:buNone/>
                      </a:pPr>
                      <a:r>
                        <a:rPr lang="en-US" sz="1800" b="0" i="0" u="none" strike="noStrike" dirty="0">
                          <a:solidFill>
                            <a:srgbClr val="000000"/>
                          </a:solidFill>
                          <a:effectLst/>
                          <a:latin typeface="Calibri" panose="020F0502020204030204" pitchFamily="34" charset="0"/>
                        </a:rPr>
                        <a:t>21.35</a:t>
                      </a:r>
                    </a:p>
                  </a:txBody>
                  <a:tcPr marL="9525" marR="9525" marT="9525" marB="0" anchor="b"/>
                </a:tc>
                <a:tc>
                  <a:txBody>
                    <a:bodyPr/>
                    <a:lstStyle/>
                    <a:p>
                      <a:pPr algn="r" fontAlgn="b">
                        <a:buNone/>
                      </a:pPr>
                      <a:r>
                        <a:rPr lang="en-US" sz="1800" b="0" i="0" u="none" strike="noStrike" dirty="0">
                          <a:solidFill>
                            <a:srgbClr val="000000"/>
                          </a:solidFill>
                          <a:effectLst/>
                          <a:latin typeface="Calibri" panose="020F0502020204030204" pitchFamily="34" charset="0"/>
                        </a:rPr>
                        <a:t>14.06</a:t>
                      </a:r>
                    </a:p>
                  </a:txBody>
                  <a:tcPr marL="9525" marR="9525" marT="9525" marB="0" anchor="b"/>
                </a:tc>
                <a:tc>
                  <a:txBody>
                    <a:bodyPr/>
                    <a:lstStyle/>
                    <a:p>
                      <a:pPr algn="r"/>
                      <a:r>
                        <a:rPr lang="en-IN" b="0" dirty="0"/>
                        <a:t>1.12</a:t>
                      </a:r>
                    </a:p>
                  </a:txBody>
                  <a:tcPr/>
                </a:tc>
                <a:tc>
                  <a:txBody>
                    <a:bodyPr/>
                    <a:lstStyle/>
                    <a:p>
                      <a:pPr algn="r"/>
                      <a:r>
                        <a:rPr lang="en-IN" b="0" dirty="0"/>
                        <a:t>21.35 / ( 14.06 + 1.12 ) =1.41</a:t>
                      </a:r>
                    </a:p>
                  </a:txBody>
                  <a:tcPr/>
                </a:tc>
                <a:extLst>
                  <a:ext uri="{0D108BD9-81ED-4DB2-BD59-A6C34878D82A}">
                    <a16:rowId xmlns:a16="http://schemas.microsoft.com/office/drawing/2014/main" val="1670757824"/>
                  </a:ext>
                </a:extLst>
              </a:tr>
              <a:tr h="370840">
                <a:tc>
                  <a:txBody>
                    <a:bodyPr/>
                    <a:lstStyle/>
                    <a:p>
                      <a:r>
                        <a:rPr lang="en-US" b="0" dirty="0"/>
                        <a:t>LTI Mindtree</a:t>
                      </a:r>
                      <a:endParaRPr lang="en-IN" b="0" dirty="0"/>
                    </a:p>
                  </a:txBody>
                  <a:tcPr/>
                </a:tc>
                <a:tc>
                  <a:txBody>
                    <a:bodyPr/>
                    <a:lstStyle/>
                    <a:p>
                      <a:pPr algn="r" fontAlgn="b">
                        <a:buNone/>
                      </a:pPr>
                      <a:r>
                        <a:rPr lang="en-US" sz="1800" b="0" i="0" u="none" strike="noStrike" dirty="0">
                          <a:solidFill>
                            <a:srgbClr val="000000"/>
                          </a:solidFill>
                          <a:effectLst/>
                          <a:latin typeface="Calibri" panose="020F0502020204030204" pitchFamily="34" charset="0"/>
                        </a:rPr>
                        <a:t>39.98</a:t>
                      </a:r>
                    </a:p>
                  </a:txBody>
                  <a:tcPr marL="9525" marR="9525" marT="9525" marB="0" anchor="b"/>
                </a:tc>
                <a:tc>
                  <a:txBody>
                    <a:bodyPr/>
                    <a:lstStyle/>
                    <a:p>
                      <a:pPr algn="r" fontAlgn="b">
                        <a:buNone/>
                      </a:pPr>
                      <a:r>
                        <a:rPr lang="en-US" sz="1800" b="0" i="0" u="none" strike="noStrike" dirty="0">
                          <a:solidFill>
                            <a:srgbClr val="000000"/>
                          </a:solidFill>
                          <a:effectLst/>
                          <a:latin typeface="Calibri" panose="020F0502020204030204" pitchFamily="34" charset="0"/>
                        </a:rPr>
                        <a:t>14.43</a:t>
                      </a:r>
                    </a:p>
                  </a:txBody>
                  <a:tcPr marL="9525" marR="9525" marT="9525" marB="0" anchor="b"/>
                </a:tc>
                <a:tc>
                  <a:txBody>
                    <a:bodyPr/>
                    <a:lstStyle/>
                    <a:p>
                      <a:pPr algn="r"/>
                      <a:r>
                        <a:rPr lang="en-IN" b="0" dirty="0"/>
                        <a:t>0.92</a:t>
                      </a:r>
                    </a:p>
                  </a:txBody>
                  <a:tcPr/>
                </a:tc>
                <a:tc>
                  <a:txBody>
                    <a:bodyPr/>
                    <a:lstStyle/>
                    <a:p>
                      <a:pPr algn="r"/>
                      <a:r>
                        <a:rPr lang="en-IN" b="0" dirty="0"/>
                        <a:t>39.98/ ( 14.43 + 0.92) =2.60</a:t>
                      </a:r>
                    </a:p>
                  </a:txBody>
                  <a:tcPr/>
                </a:tc>
                <a:extLst>
                  <a:ext uri="{0D108BD9-81ED-4DB2-BD59-A6C34878D82A}">
                    <a16:rowId xmlns:a16="http://schemas.microsoft.com/office/drawing/2014/main" val="942932688"/>
                  </a:ext>
                </a:extLst>
              </a:tr>
              <a:tr h="370840">
                <a:tc>
                  <a:txBody>
                    <a:bodyPr/>
                    <a:lstStyle/>
                    <a:p>
                      <a:r>
                        <a:rPr lang="en-US" b="0" dirty="0"/>
                        <a:t>Tech Mahindra</a:t>
                      </a:r>
                      <a:endParaRPr lang="en-IN" b="0" dirty="0"/>
                    </a:p>
                  </a:txBody>
                  <a:tcPr/>
                </a:tc>
                <a:tc>
                  <a:txBody>
                    <a:bodyPr/>
                    <a:lstStyle/>
                    <a:p>
                      <a:pPr algn="r" fontAlgn="b">
                        <a:buNone/>
                      </a:pPr>
                      <a:r>
                        <a:rPr lang="en-US" sz="1800" b="0" i="0" u="none" strike="noStrike" dirty="0">
                          <a:solidFill>
                            <a:srgbClr val="000000"/>
                          </a:solidFill>
                          <a:effectLst/>
                          <a:latin typeface="Calibri" panose="020F0502020204030204" pitchFamily="34" charset="0"/>
                        </a:rPr>
                        <a:t>33.96</a:t>
                      </a:r>
                    </a:p>
                  </a:txBody>
                  <a:tcPr marL="9525" marR="9525" marT="9525" marB="0" anchor="b"/>
                </a:tc>
                <a:tc>
                  <a:txBody>
                    <a:bodyPr/>
                    <a:lstStyle/>
                    <a:p>
                      <a:pPr algn="r" fontAlgn="b">
                        <a:buNone/>
                      </a:pPr>
                      <a:r>
                        <a:rPr lang="en-US" sz="1800" b="0" i="0" u="none" strike="noStrike" dirty="0">
                          <a:solidFill>
                            <a:srgbClr val="000000"/>
                          </a:solidFill>
                          <a:effectLst/>
                          <a:latin typeface="Calibri" panose="020F0502020204030204" pitchFamily="34" charset="0"/>
                        </a:rPr>
                        <a:t>1.28</a:t>
                      </a:r>
                    </a:p>
                  </a:txBody>
                  <a:tcPr marL="9525" marR="9525" marT="9525" marB="0" anchor="b"/>
                </a:tc>
                <a:tc>
                  <a:txBody>
                    <a:bodyPr/>
                    <a:lstStyle/>
                    <a:p>
                      <a:pPr algn="r"/>
                      <a:r>
                        <a:rPr lang="en-IN" b="0" dirty="0"/>
                        <a:t>2.76</a:t>
                      </a:r>
                    </a:p>
                  </a:txBody>
                  <a:tcPr/>
                </a:tc>
                <a:tc>
                  <a:txBody>
                    <a:bodyPr/>
                    <a:lstStyle/>
                    <a:p>
                      <a:pPr algn="r"/>
                      <a:r>
                        <a:rPr lang="en-IN" b="0" dirty="0"/>
                        <a:t>33.96 / ( 1.28 + 2.76) =8.41</a:t>
                      </a:r>
                    </a:p>
                  </a:txBody>
                  <a:tcPr/>
                </a:tc>
                <a:extLst>
                  <a:ext uri="{0D108BD9-81ED-4DB2-BD59-A6C34878D82A}">
                    <a16:rowId xmlns:a16="http://schemas.microsoft.com/office/drawing/2014/main" val="3488567109"/>
                  </a:ext>
                </a:extLst>
              </a:tr>
              <a:tr h="370840">
                <a:tc>
                  <a:txBody>
                    <a:bodyPr/>
                    <a:lstStyle/>
                    <a:p>
                      <a:r>
                        <a:rPr lang="en-IN" b="0" dirty="0"/>
                        <a:t>Persistent</a:t>
                      </a:r>
                    </a:p>
                  </a:txBody>
                  <a:tcPr/>
                </a:tc>
                <a:tc>
                  <a:txBody>
                    <a:bodyPr/>
                    <a:lstStyle/>
                    <a:p>
                      <a:pPr algn="r" fontAlgn="b">
                        <a:buNone/>
                      </a:pPr>
                      <a:r>
                        <a:rPr lang="en-US" sz="1800" b="0" i="0" u="none" strike="noStrike" dirty="0">
                          <a:solidFill>
                            <a:srgbClr val="000000"/>
                          </a:solidFill>
                          <a:effectLst/>
                          <a:latin typeface="Calibri" panose="020F0502020204030204" pitchFamily="34" charset="0"/>
                        </a:rPr>
                        <a:t>70.47</a:t>
                      </a:r>
                    </a:p>
                  </a:txBody>
                  <a:tcPr marL="9525" marR="9525" marT="9525" marB="0" anchor="b"/>
                </a:tc>
                <a:tc>
                  <a:txBody>
                    <a:bodyPr/>
                    <a:lstStyle/>
                    <a:p>
                      <a:pPr algn="r" fontAlgn="b">
                        <a:buNone/>
                      </a:pPr>
                      <a:r>
                        <a:rPr lang="en-US" sz="1800" b="0" i="0" u="none" strike="noStrike" dirty="0">
                          <a:solidFill>
                            <a:srgbClr val="000000"/>
                          </a:solidFill>
                          <a:effectLst/>
                          <a:latin typeface="Calibri" panose="020F0502020204030204" pitchFamily="34" charset="0"/>
                        </a:rPr>
                        <a:t>13.11</a:t>
                      </a:r>
                    </a:p>
                  </a:txBody>
                  <a:tcPr marL="9525" marR="9525" marT="9525" marB="0" anchor="b"/>
                </a:tc>
                <a:tc>
                  <a:txBody>
                    <a:bodyPr/>
                    <a:lstStyle/>
                    <a:p>
                      <a:pPr algn="r"/>
                      <a:r>
                        <a:rPr lang="en-IN" b="0" dirty="0"/>
                        <a:t>0.50</a:t>
                      </a:r>
                    </a:p>
                  </a:txBody>
                  <a:tcPr/>
                </a:tc>
                <a:tc>
                  <a:txBody>
                    <a:bodyPr/>
                    <a:lstStyle/>
                    <a:p>
                      <a:pPr algn="r"/>
                      <a:r>
                        <a:rPr lang="en-IN" b="0" dirty="0"/>
                        <a:t>70.47/ ( 13.11 + 0.50 ) =5.18</a:t>
                      </a:r>
                    </a:p>
                  </a:txBody>
                  <a:tcPr/>
                </a:tc>
                <a:extLst>
                  <a:ext uri="{0D108BD9-81ED-4DB2-BD59-A6C34878D82A}">
                    <a16:rowId xmlns:a16="http://schemas.microsoft.com/office/drawing/2014/main" val="2545386180"/>
                  </a:ext>
                </a:extLst>
              </a:tr>
              <a:tr h="370840">
                <a:tc>
                  <a:txBody>
                    <a:bodyPr/>
                    <a:lstStyle/>
                    <a:p>
                      <a:r>
                        <a:rPr lang="en-US" b="0" dirty="0"/>
                        <a:t>Oracle Fin Serv</a:t>
                      </a:r>
                      <a:endParaRPr lang="en-IN" b="0" dirty="0"/>
                    </a:p>
                  </a:txBody>
                  <a:tcPr/>
                </a:tc>
                <a:tc>
                  <a:txBody>
                    <a:bodyPr/>
                    <a:lstStyle/>
                    <a:p>
                      <a:pPr algn="r" fontAlgn="b">
                        <a:buNone/>
                      </a:pPr>
                      <a:r>
                        <a:rPr lang="en-US" sz="1800" b="0" i="0" u="none" strike="noStrike" dirty="0">
                          <a:solidFill>
                            <a:srgbClr val="000000"/>
                          </a:solidFill>
                          <a:effectLst/>
                          <a:latin typeface="Calibri" panose="020F0502020204030204" pitchFamily="34" charset="0"/>
                        </a:rPr>
                        <a:t>28.43</a:t>
                      </a:r>
                    </a:p>
                  </a:txBody>
                  <a:tcPr marL="9525" marR="9525" marT="9525" marB="0" anchor="b"/>
                </a:tc>
                <a:tc>
                  <a:txBody>
                    <a:bodyPr/>
                    <a:lstStyle/>
                    <a:p>
                      <a:pPr algn="r" fontAlgn="b">
                        <a:buNone/>
                      </a:pPr>
                      <a:r>
                        <a:rPr lang="en-US" sz="1800" b="0" i="0" u="none" strike="noStrike" dirty="0">
                          <a:solidFill>
                            <a:srgbClr val="000000"/>
                          </a:solidFill>
                          <a:effectLst/>
                          <a:latin typeface="Calibri" panose="020F0502020204030204" pitchFamily="34" charset="0"/>
                        </a:rPr>
                        <a:t>1.07</a:t>
                      </a:r>
                    </a:p>
                  </a:txBody>
                  <a:tcPr marL="9525" marR="9525" marT="9525" marB="0" anchor="b"/>
                </a:tc>
                <a:tc>
                  <a:txBody>
                    <a:bodyPr/>
                    <a:lstStyle/>
                    <a:p>
                      <a:pPr algn="r"/>
                      <a:r>
                        <a:rPr lang="en-IN" b="0" dirty="0"/>
                        <a:t>2.87</a:t>
                      </a:r>
                    </a:p>
                  </a:txBody>
                  <a:tcPr/>
                </a:tc>
                <a:tc>
                  <a:txBody>
                    <a:bodyPr/>
                    <a:lstStyle/>
                    <a:p>
                      <a:pPr algn="r"/>
                      <a:r>
                        <a:rPr lang="en-IN" b="0" dirty="0"/>
                        <a:t>28.43 / (1.07 + 2.87) =7.22</a:t>
                      </a:r>
                    </a:p>
                  </a:txBody>
                  <a:tcPr/>
                </a:tc>
                <a:extLst>
                  <a:ext uri="{0D108BD9-81ED-4DB2-BD59-A6C34878D82A}">
                    <a16:rowId xmlns:a16="http://schemas.microsoft.com/office/drawing/2014/main" val="2414368645"/>
                  </a:ext>
                </a:extLst>
              </a:tr>
              <a:tr h="370840">
                <a:tc>
                  <a:txBody>
                    <a:bodyPr/>
                    <a:lstStyle/>
                    <a:p>
                      <a:r>
                        <a:rPr lang="en-IN" b="0" dirty="0"/>
                        <a:t>COFORGE Ltd</a:t>
                      </a:r>
                    </a:p>
                  </a:txBody>
                  <a:tcPr/>
                </a:tc>
                <a:tc>
                  <a:txBody>
                    <a:bodyPr/>
                    <a:lstStyle/>
                    <a:p>
                      <a:pPr algn="r" fontAlgn="b">
                        <a:buNone/>
                      </a:pPr>
                      <a:r>
                        <a:rPr lang="en-US" sz="1800" b="0" i="0" u="none" strike="noStrike" dirty="0">
                          <a:solidFill>
                            <a:srgbClr val="000000"/>
                          </a:solidFill>
                          <a:effectLst/>
                          <a:latin typeface="Calibri" panose="020F0502020204030204" pitchFamily="34" charset="0"/>
                        </a:rPr>
                        <a:t>14.25</a:t>
                      </a:r>
                    </a:p>
                  </a:txBody>
                  <a:tcPr marL="9525" marR="9525" marT="9525" marB="0" anchor="b"/>
                </a:tc>
                <a:tc>
                  <a:txBody>
                    <a:bodyPr/>
                    <a:lstStyle/>
                    <a:p>
                      <a:pPr algn="r" fontAlgn="b">
                        <a:buNone/>
                      </a:pPr>
                      <a:r>
                        <a:rPr lang="en-US" sz="1800" b="0" i="0" u="none" strike="noStrike" dirty="0">
                          <a:solidFill>
                            <a:srgbClr val="000000"/>
                          </a:solidFill>
                          <a:effectLst/>
                          <a:latin typeface="Calibri" panose="020F0502020204030204" pitchFamily="34" charset="0"/>
                        </a:rPr>
                        <a:t>9.82</a:t>
                      </a:r>
                    </a:p>
                  </a:txBody>
                  <a:tcPr marL="9525" marR="9525" marT="9525" marB="0" anchor="b"/>
                </a:tc>
                <a:tc>
                  <a:txBody>
                    <a:bodyPr/>
                    <a:lstStyle/>
                    <a:p>
                      <a:pPr algn="r"/>
                      <a:r>
                        <a:rPr lang="en-IN" b="0" dirty="0"/>
                        <a:t>3.21</a:t>
                      </a:r>
                    </a:p>
                  </a:txBody>
                  <a:tcPr/>
                </a:tc>
                <a:tc>
                  <a:txBody>
                    <a:bodyPr/>
                    <a:lstStyle/>
                    <a:p>
                      <a:pPr algn="r"/>
                      <a:r>
                        <a:rPr lang="en-IN" b="0" dirty="0"/>
                        <a:t>14.25 / ( 9.82 + 3.21 ) =1.09</a:t>
                      </a:r>
                    </a:p>
                  </a:txBody>
                  <a:tcPr/>
                </a:tc>
                <a:extLst>
                  <a:ext uri="{0D108BD9-81ED-4DB2-BD59-A6C34878D82A}">
                    <a16:rowId xmlns:a16="http://schemas.microsoft.com/office/drawing/2014/main" val="3153530402"/>
                  </a:ext>
                </a:extLst>
              </a:tr>
              <a:tr h="370840">
                <a:tc>
                  <a:txBody>
                    <a:bodyPr/>
                    <a:lstStyle/>
                    <a:p>
                      <a:r>
                        <a:rPr lang="en-US" b="0" dirty="0" err="1"/>
                        <a:t>MphasisS</a:t>
                      </a:r>
                      <a:endParaRPr lang="en-IN" b="0" dirty="0"/>
                    </a:p>
                  </a:txBody>
                  <a:tcPr/>
                </a:tc>
                <a:tc>
                  <a:txBody>
                    <a:bodyPr/>
                    <a:lstStyle/>
                    <a:p>
                      <a:pPr algn="r" fontAlgn="b">
                        <a:buNone/>
                      </a:pPr>
                      <a:r>
                        <a:rPr lang="en-US" sz="1800" b="0" i="0" u="none" strike="noStrike" dirty="0">
                          <a:solidFill>
                            <a:srgbClr val="000000"/>
                          </a:solidFill>
                          <a:effectLst/>
                          <a:latin typeface="Calibri" panose="020F0502020204030204" pitchFamily="34" charset="0"/>
                        </a:rPr>
                        <a:t>32.16</a:t>
                      </a:r>
                    </a:p>
                  </a:txBody>
                  <a:tcPr marL="9525" marR="9525" marT="9525" marB="0" anchor="b"/>
                </a:tc>
                <a:tc>
                  <a:txBody>
                    <a:bodyPr/>
                    <a:lstStyle/>
                    <a:p>
                      <a:pPr algn="r" fontAlgn="b">
                        <a:buNone/>
                      </a:pPr>
                      <a:r>
                        <a:rPr lang="en-US" sz="1800" b="0" i="0" u="none" strike="noStrike" dirty="0">
                          <a:solidFill>
                            <a:srgbClr val="000000"/>
                          </a:solidFill>
                          <a:effectLst/>
                          <a:latin typeface="Calibri" panose="020F0502020204030204" pitchFamily="34" charset="0"/>
                        </a:rPr>
                        <a:t>6.09</a:t>
                      </a:r>
                    </a:p>
                  </a:txBody>
                  <a:tcPr marL="9525" marR="9525" marT="9525" marB="0" anchor="b"/>
                </a:tc>
                <a:tc>
                  <a:txBody>
                    <a:bodyPr/>
                    <a:lstStyle/>
                    <a:p>
                      <a:pPr algn="r"/>
                      <a:r>
                        <a:rPr lang="en-IN" b="0" dirty="0"/>
                        <a:t>1.89</a:t>
                      </a:r>
                    </a:p>
                  </a:txBody>
                  <a:tcPr/>
                </a:tc>
                <a:tc>
                  <a:txBody>
                    <a:bodyPr/>
                    <a:lstStyle/>
                    <a:p>
                      <a:pPr algn="r"/>
                      <a:r>
                        <a:rPr lang="en-IN" b="0" dirty="0"/>
                        <a:t>32.16 / ( 6.09 +1.89 ) =4.03</a:t>
                      </a:r>
                    </a:p>
                  </a:txBody>
                  <a:tcPr/>
                </a:tc>
                <a:extLst>
                  <a:ext uri="{0D108BD9-81ED-4DB2-BD59-A6C34878D82A}">
                    <a16:rowId xmlns:a16="http://schemas.microsoft.com/office/drawing/2014/main" val="916435428"/>
                  </a:ext>
                </a:extLst>
              </a:tr>
              <a:tr h="370840">
                <a:tc>
                  <a:txBody>
                    <a:bodyPr/>
                    <a:lstStyle/>
                    <a:p>
                      <a:r>
                        <a:rPr lang="en-IN" b="0" dirty="0"/>
                        <a:t>Hexaware Tech</a:t>
                      </a:r>
                    </a:p>
                  </a:txBody>
                  <a:tcPr/>
                </a:tc>
                <a:tc>
                  <a:txBody>
                    <a:bodyPr/>
                    <a:lstStyle/>
                    <a:p>
                      <a:pPr algn="r" fontAlgn="b">
                        <a:buNone/>
                      </a:pPr>
                      <a:r>
                        <a:rPr lang="en-US" sz="1800" b="0" i="0" u="none" strike="noStrike" dirty="0">
                          <a:solidFill>
                            <a:srgbClr val="000000"/>
                          </a:solidFill>
                          <a:effectLst/>
                          <a:latin typeface="Calibri" panose="020F0502020204030204" pitchFamily="34" charset="0"/>
                        </a:rPr>
                        <a:t>38.64</a:t>
                      </a:r>
                    </a:p>
                  </a:txBody>
                  <a:tcPr marL="9525" marR="9525" marT="9525" marB="0" anchor="b"/>
                </a:tc>
                <a:tc>
                  <a:txBody>
                    <a:bodyPr/>
                    <a:lstStyle/>
                    <a:p>
                      <a:pPr algn="r" fontAlgn="b">
                        <a:buNone/>
                      </a:pPr>
                      <a:r>
                        <a:rPr lang="en-US" sz="1800" b="0" i="0" u="none" strike="noStrike" dirty="0">
                          <a:solidFill>
                            <a:srgbClr val="000000"/>
                          </a:solidFill>
                          <a:effectLst/>
                          <a:latin typeface="Calibri" panose="020F0502020204030204" pitchFamily="34" charset="0"/>
                        </a:rPr>
                        <a:t>7.07</a:t>
                      </a:r>
                    </a:p>
                  </a:txBody>
                  <a:tcPr marL="9525" marR="9525" marT="9525" marB="0" anchor="b"/>
                </a:tc>
                <a:tc>
                  <a:txBody>
                    <a:bodyPr/>
                    <a:lstStyle/>
                    <a:p>
                      <a:pPr algn="r"/>
                      <a:r>
                        <a:rPr lang="en-IN" b="0" dirty="0"/>
                        <a:t>1.48</a:t>
                      </a:r>
                    </a:p>
                  </a:txBody>
                  <a:tcPr/>
                </a:tc>
                <a:tc>
                  <a:txBody>
                    <a:bodyPr/>
                    <a:lstStyle/>
                    <a:p>
                      <a:pPr algn="r"/>
                      <a:r>
                        <a:rPr lang="en-IN" b="0" dirty="0"/>
                        <a:t>38.64/ ( 7.07 +1.48) = 4.52</a:t>
                      </a:r>
                    </a:p>
                  </a:txBody>
                  <a:tcPr/>
                </a:tc>
                <a:extLst>
                  <a:ext uri="{0D108BD9-81ED-4DB2-BD59-A6C34878D82A}">
                    <a16:rowId xmlns:a16="http://schemas.microsoft.com/office/drawing/2014/main" val="2793242761"/>
                  </a:ext>
                </a:extLst>
              </a:tr>
            </a:tbl>
          </a:graphicData>
        </a:graphic>
      </p:graphicFrame>
    </p:spTree>
    <p:extLst>
      <p:ext uri="{BB962C8B-B14F-4D97-AF65-F5344CB8AC3E}">
        <p14:creationId xmlns:p14="http://schemas.microsoft.com/office/powerpoint/2010/main" val="3691812865"/>
      </p:ext>
    </p:extLst>
  </p:cSld>
  <p:clrMapOvr>
    <a:masterClrMapping/>
  </p:clrMapOvr>
</p:sld>
</file>

<file path=ppt/slides/slide4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C0F71-F638-40AA-883E-A75EC7C9E99C}"/>
              </a:ext>
            </a:extLst>
          </p:cNvPr>
          <p:cNvSpPr>
            <a:spLocks noGrp="1"/>
          </p:cNvSpPr>
          <p:nvPr>
            <p:ph type="title"/>
          </p:nvPr>
        </p:nvSpPr>
        <p:spPr/>
        <p:txBody>
          <a:bodyPr/>
          <a:lstStyle/>
          <a:p>
            <a:pPr algn="ctr"/>
            <a:r>
              <a:rPr lang="en-US" b="1" dirty="0"/>
              <a:t>PERG Ratio </a:t>
            </a:r>
            <a:endParaRPr lang="en-IN" b="1" dirty="0"/>
          </a:p>
        </p:txBody>
      </p:sp>
      <p:sp>
        <p:nvSpPr>
          <p:cNvPr id="3" name="Content Placeholder 2">
            <a:extLst>
              <a:ext uri="{FF2B5EF4-FFF2-40B4-BE49-F238E27FC236}">
                <a16:creationId xmlns:a16="http://schemas.microsoft.com/office/drawing/2014/main" id="{6A753F39-2B37-4250-A3DD-E6EDCC26BB51}"/>
              </a:ext>
            </a:extLst>
          </p:cNvPr>
          <p:cNvSpPr>
            <a:spLocks noGrp="1"/>
          </p:cNvSpPr>
          <p:nvPr>
            <p:ph idx="1"/>
          </p:nvPr>
        </p:nvSpPr>
        <p:spPr/>
        <p:txBody>
          <a:bodyPr/>
          <a:lstStyle/>
          <a:p>
            <a:r>
              <a:rPr lang="en-US" dirty="0"/>
              <a:t>PE ratio adjusted for </a:t>
            </a:r>
            <a:r>
              <a:rPr lang="en-US" b="1" dirty="0"/>
              <a:t>growth &amp; Risk</a:t>
            </a:r>
          </a:p>
          <a:p>
            <a:r>
              <a:rPr lang="en-US" b="1" dirty="0"/>
              <a:t>PERG </a:t>
            </a:r>
            <a:r>
              <a:rPr lang="en-US" dirty="0"/>
              <a:t>= PEG * Risk  or  [ (PE/g) * Risk ]</a:t>
            </a:r>
          </a:p>
          <a:p>
            <a:endParaRPr lang="en-US" dirty="0"/>
          </a:p>
          <a:p>
            <a:r>
              <a:rPr lang="en-US" i="1" u="sng" dirty="0"/>
              <a:t>Risk could be proxied </a:t>
            </a:r>
            <a:r>
              <a:rPr lang="en-US" dirty="0"/>
              <a:t>by </a:t>
            </a:r>
            <a:r>
              <a:rPr lang="en-US" b="1" dirty="0"/>
              <a:t>Beta  </a:t>
            </a:r>
          </a:p>
          <a:p>
            <a:r>
              <a:rPr lang="en-US" dirty="0"/>
              <a:t>Compare firms first on PE</a:t>
            </a:r>
          </a:p>
          <a:p>
            <a:r>
              <a:rPr lang="en-US" dirty="0"/>
              <a:t>Then on PEG</a:t>
            </a:r>
          </a:p>
          <a:p>
            <a:r>
              <a:rPr lang="en-US" dirty="0"/>
              <a:t>And on PERG</a:t>
            </a:r>
            <a:endParaRPr lang="en-IN" dirty="0"/>
          </a:p>
        </p:txBody>
      </p:sp>
    </p:spTree>
    <p:extLst>
      <p:ext uri="{BB962C8B-B14F-4D97-AF65-F5344CB8AC3E}">
        <p14:creationId xmlns:p14="http://schemas.microsoft.com/office/powerpoint/2010/main" val="3935630651"/>
      </p:ext>
    </p:extLst>
  </p:cSld>
  <p:clrMapOvr>
    <a:masterClrMapping/>
  </p:clrMapOvr>
</p:sld>
</file>

<file path=ppt/slides/slide4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76903-A5C2-427F-BAF3-45AF6A54B98D}"/>
              </a:ext>
            </a:extLst>
          </p:cNvPr>
          <p:cNvSpPr>
            <a:spLocks noGrp="1"/>
          </p:cNvSpPr>
          <p:nvPr>
            <p:ph type="title"/>
          </p:nvPr>
        </p:nvSpPr>
        <p:spPr/>
        <p:txBody>
          <a:bodyPr/>
          <a:lstStyle/>
          <a:p>
            <a:pPr algn="ctr"/>
            <a:r>
              <a:rPr lang="en-US" b="1" dirty="0"/>
              <a:t>PE, PEG &amp; PERG of HCL Tech  </a:t>
            </a:r>
            <a:endParaRPr lang="en-IN" b="1" dirty="0"/>
          </a:p>
        </p:txBody>
      </p:sp>
      <p:graphicFrame>
        <p:nvGraphicFramePr>
          <p:cNvPr id="4" name="Table 4">
            <a:extLst>
              <a:ext uri="{FF2B5EF4-FFF2-40B4-BE49-F238E27FC236}">
                <a16:creationId xmlns:a16="http://schemas.microsoft.com/office/drawing/2014/main" id="{082CCE25-2528-4B88-BB75-E20334B8D010}"/>
              </a:ext>
            </a:extLst>
          </p:cNvPr>
          <p:cNvGraphicFramePr>
            <a:graphicFrameLocks noGrp="1"/>
          </p:cNvGraphicFramePr>
          <p:nvPr>
            <p:ph idx="1"/>
          </p:nvPr>
        </p:nvGraphicFramePr>
        <p:xfrm>
          <a:off x="955766" y="1825625"/>
          <a:ext cx="10515600" cy="2494280"/>
        </p:xfrm>
        <a:graphic>
          <a:graphicData uri="http://schemas.openxmlformats.org/drawingml/2006/table">
            <a:tbl>
              <a:tblPr firstRow="1" bandRow="1">
                <a:tableStyleId>{5C22544A-7EE6-4342-B048-85BDC9FD1C3A}</a:tableStyleId>
              </a:tblPr>
              <a:tblGrid>
                <a:gridCol w="3206858">
                  <a:extLst>
                    <a:ext uri="{9D8B030D-6E8A-4147-A177-3AD203B41FA5}">
                      <a16:colId xmlns:a16="http://schemas.microsoft.com/office/drawing/2014/main" val="1489325886"/>
                    </a:ext>
                  </a:extLst>
                </a:gridCol>
                <a:gridCol w="7308742">
                  <a:extLst>
                    <a:ext uri="{9D8B030D-6E8A-4147-A177-3AD203B41FA5}">
                      <a16:colId xmlns:a16="http://schemas.microsoft.com/office/drawing/2014/main" val="2869588624"/>
                    </a:ext>
                  </a:extLst>
                </a:gridCol>
              </a:tblGrid>
              <a:tr h="370840">
                <a:tc>
                  <a:txBody>
                    <a:bodyPr/>
                    <a:lstStyle/>
                    <a:p>
                      <a:r>
                        <a:rPr lang="en-US" dirty="0"/>
                        <a:t>Particulars</a:t>
                      </a:r>
                      <a:endParaRPr lang="en-IN" dirty="0"/>
                    </a:p>
                  </a:txBody>
                  <a:tcPr/>
                </a:tc>
                <a:tc>
                  <a:txBody>
                    <a:bodyPr/>
                    <a:lstStyle/>
                    <a:p>
                      <a:r>
                        <a:rPr lang="en-US" dirty="0"/>
                        <a:t>Calculation</a:t>
                      </a:r>
                      <a:endParaRPr lang="en-IN" dirty="0"/>
                    </a:p>
                  </a:txBody>
                  <a:tcPr/>
                </a:tc>
                <a:extLst>
                  <a:ext uri="{0D108BD9-81ED-4DB2-BD59-A6C34878D82A}">
                    <a16:rowId xmlns:a16="http://schemas.microsoft.com/office/drawing/2014/main" val="3819500237"/>
                  </a:ext>
                </a:extLst>
              </a:tr>
              <a:tr h="370840">
                <a:tc>
                  <a:txBody>
                    <a:bodyPr/>
                    <a:lstStyle/>
                    <a:p>
                      <a:r>
                        <a:rPr lang="en-US" b="1" dirty="0"/>
                        <a:t>PE (in Times) on 24 December 2025</a:t>
                      </a:r>
                      <a:endParaRPr lang="en-IN" b="1" dirty="0"/>
                    </a:p>
                  </a:txBody>
                  <a:tcPr/>
                </a:tc>
                <a:tc>
                  <a:txBody>
                    <a:bodyPr/>
                    <a:lstStyle/>
                    <a:p>
                      <a:r>
                        <a:rPr lang="en-IN" b="1" dirty="0">
                          <a:highlight>
                            <a:srgbClr val="FFFF00"/>
                          </a:highlight>
                        </a:rPr>
                        <a:t>26.13 times</a:t>
                      </a:r>
                    </a:p>
                  </a:txBody>
                  <a:tcPr/>
                </a:tc>
                <a:extLst>
                  <a:ext uri="{0D108BD9-81ED-4DB2-BD59-A6C34878D82A}">
                    <a16:rowId xmlns:a16="http://schemas.microsoft.com/office/drawing/2014/main" val="3989518084"/>
                  </a:ext>
                </a:extLst>
              </a:tr>
              <a:tr h="370840">
                <a:tc>
                  <a:txBody>
                    <a:bodyPr/>
                    <a:lstStyle/>
                    <a:p>
                      <a:r>
                        <a:rPr lang="en-US" dirty="0"/>
                        <a:t>Fundamental growth rate (in%)</a:t>
                      </a:r>
                      <a:endParaRPr lang="en-IN" dirty="0"/>
                    </a:p>
                  </a:txBody>
                  <a:tcPr/>
                </a:tc>
                <a:tc>
                  <a:txBody>
                    <a:bodyPr/>
                    <a:lstStyle/>
                    <a:p>
                      <a:r>
                        <a:rPr lang="en-US" dirty="0"/>
                        <a:t>4.66 %</a:t>
                      </a:r>
                      <a:endParaRPr lang="en-IN" dirty="0"/>
                    </a:p>
                  </a:txBody>
                  <a:tcPr/>
                </a:tc>
                <a:extLst>
                  <a:ext uri="{0D108BD9-81ED-4DB2-BD59-A6C34878D82A}">
                    <a16:rowId xmlns:a16="http://schemas.microsoft.com/office/drawing/2014/main" val="2624626883"/>
                  </a:ext>
                </a:extLst>
              </a:tr>
              <a:tr h="370840">
                <a:tc>
                  <a:txBody>
                    <a:bodyPr/>
                    <a:lstStyle/>
                    <a:p>
                      <a:r>
                        <a:rPr lang="en-US" b="1" dirty="0"/>
                        <a:t>PEG (in Times)</a:t>
                      </a:r>
                      <a:endParaRPr lang="en-IN" b="1" dirty="0"/>
                    </a:p>
                  </a:txBody>
                  <a:tcPr/>
                </a:tc>
                <a:tc>
                  <a:txBody>
                    <a:bodyPr/>
                    <a:lstStyle/>
                    <a:p>
                      <a:r>
                        <a:rPr lang="en-US" b="1" dirty="0"/>
                        <a:t>26.13 / 4.66 = </a:t>
                      </a:r>
                      <a:r>
                        <a:rPr lang="en-US" b="1" dirty="0">
                          <a:highlight>
                            <a:srgbClr val="FFFF00"/>
                          </a:highlight>
                        </a:rPr>
                        <a:t> 5.61 times </a:t>
                      </a:r>
                      <a:endParaRPr lang="en-IN" b="1" dirty="0">
                        <a:highlight>
                          <a:srgbClr val="FFFF00"/>
                        </a:highlight>
                      </a:endParaRPr>
                    </a:p>
                  </a:txBody>
                  <a:tcPr/>
                </a:tc>
                <a:extLst>
                  <a:ext uri="{0D108BD9-81ED-4DB2-BD59-A6C34878D82A}">
                    <a16:rowId xmlns:a16="http://schemas.microsoft.com/office/drawing/2014/main" val="3768603284"/>
                  </a:ext>
                </a:extLst>
              </a:tr>
              <a:tr h="370840">
                <a:tc>
                  <a:txBody>
                    <a:bodyPr/>
                    <a:lstStyle/>
                    <a:p>
                      <a:r>
                        <a:rPr lang="en-US" dirty="0"/>
                        <a:t>Beta </a:t>
                      </a:r>
                      <a:endParaRPr lang="en-IN" dirty="0"/>
                    </a:p>
                  </a:txBody>
                  <a:tcPr/>
                </a:tc>
                <a:tc>
                  <a:txBody>
                    <a:bodyPr/>
                    <a:lstStyle/>
                    <a:p>
                      <a:r>
                        <a:rPr lang="en-US" dirty="0"/>
                        <a:t>1.18</a:t>
                      </a:r>
                      <a:endParaRPr lang="en-IN" dirty="0"/>
                    </a:p>
                  </a:txBody>
                  <a:tcPr/>
                </a:tc>
                <a:extLst>
                  <a:ext uri="{0D108BD9-81ED-4DB2-BD59-A6C34878D82A}">
                    <a16:rowId xmlns:a16="http://schemas.microsoft.com/office/drawing/2014/main" val="2536048988"/>
                  </a:ext>
                </a:extLst>
              </a:tr>
              <a:tr h="370840">
                <a:tc>
                  <a:txBody>
                    <a:bodyPr/>
                    <a:lstStyle/>
                    <a:p>
                      <a:r>
                        <a:rPr lang="en-US" b="1" dirty="0"/>
                        <a:t>PERG (in Times)</a:t>
                      </a:r>
                      <a:endParaRPr lang="en-IN" b="1" dirty="0"/>
                    </a:p>
                  </a:txBody>
                  <a:tcPr/>
                </a:tc>
                <a:tc>
                  <a:txBody>
                    <a:bodyPr/>
                    <a:lstStyle/>
                    <a:p>
                      <a:r>
                        <a:rPr lang="en-US" b="1" dirty="0"/>
                        <a:t>5.61 (1.18) = </a:t>
                      </a:r>
                      <a:r>
                        <a:rPr lang="en-US" b="1" dirty="0">
                          <a:highlight>
                            <a:srgbClr val="FFFF00"/>
                          </a:highlight>
                        </a:rPr>
                        <a:t>6.62 times</a:t>
                      </a:r>
                      <a:endParaRPr lang="en-IN" b="1" dirty="0">
                        <a:highlight>
                          <a:srgbClr val="FFFF00"/>
                        </a:highlight>
                      </a:endParaRPr>
                    </a:p>
                  </a:txBody>
                  <a:tcPr/>
                </a:tc>
                <a:extLst>
                  <a:ext uri="{0D108BD9-81ED-4DB2-BD59-A6C34878D82A}">
                    <a16:rowId xmlns:a16="http://schemas.microsoft.com/office/drawing/2014/main" val="2031069764"/>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E333DD2D-F580-4D47-9688-647BE85A16C4}"/>
                  </a:ext>
                </a:extLst>
              </p14:cNvPr>
              <p14:cNvContentPartPr/>
              <p14:nvPr/>
            </p14:nvContentPartPr>
            <p14:xfrm>
              <a:off x="5507280" y="5388840"/>
              <a:ext cx="1842840" cy="68760"/>
            </p14:xfrm>
          </p:contentPart>
        </mc:Choice>
        <mc:Fallback xmlns="">
          <p:pic>
            <p:nvPicPr>
              <p:cNvPr id="3" name="Ink 2">
                <a:extLst>
                  <a:ext uri="{FF2B5EF4-FFF2-40B4-BE49-F238E27FC236}">
                    <a16:creationId xmlns:a16="http://schemas.microsoft.com/office/drawing/2014/main" id="{E333DD2D-F580-4D47-9688-647BE85A16C4}"/>
                  </a:ext>
                </a:extLst>
              </p:cNvPr>
              <p:cNvPicPr/>
              <p:nvPr/>
            </p:nvPicPr>
            <p:blipFill>
              <a:blip r:embed="rId3"/>
              <a:stretch>
                <a:fillRect/>
              </a:stretch>
            </p:blipFill>
            <p:spPr>
              <a:xfrm>
                <a:off x="5497920" y="5379480"/>
                <a:ext cx="1861560" cy="87480"/>
              </a:xfrm>
              <a:prstGeom prst="rect">
                <a:avLst/>
              </a:prstGeom>
            </p:spPr>
          </p:pic>
        </mc:Fallback>
      </mc:AlternateContent>
    </p:spTree>
    <p:extLst>
      <p:ext uri="{BB962C8B-B14F-4D97-AF65-F5344CB8AC3E}">
        <p14:creationId xmlns:p14="http://schemas.microsoft.com/office/powerpoint/2010/main" val="609129441"/>
      </p:ext>
    </p:extLst>
  </p:cSld>
  <p:clrMapOvr>
    <a:masterClrMapping/>
  </p:clrMapOvr>
</p:sld>
</file>

<file path=ppt/slides/slide4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7AB162D-C6EE-2234-ADD0-6BD135120FE8}"/>
              </a:ext>
            </a:extLst>
          </p:cNvPr>
          <p:cNvGraphicFramePr>
            <a:graphicFrameLocks noChangeAspect="1"/>
          </p:cNvGraphicFramePr>
          <p:nvPr>
            <p:custDataLst>
              <p:tags r:id="rId1"/>
            </p:custDataLst>
            <p:extLst>
              <p:ext uri="{D42A27DB-BD31-4B8C-83A1-F6EECF244321}">
                <p14:modId xmlns:p14="http://schemas.microsoft.com/office/powerpoint/2010/main" val="15377057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27" imgH="328" progId="TCLayout.ActiveDocument.1">
                  <p:embed/>
                </p:oleObj>
              </mc:Choice>
              <mc:Fallback>
                <p:oleObj name="think-cell Slide" r:id="rId3" imgW="327" imgH="328" progId="TCLayout.ActiveDocument.1">
                  <p:embed/>
                  <p:pic>
                    <p:nvPicPr>
                      <p:cNvPr id="6" name="think-cell data - do not delete" hidden="1">
                        <a:extLst>
                          <a:ext uri="{FF2B5EF4-FFF2-40B4-BE49-F238E27FC236}">
                            <a16:creationId xmlns:a16="http://schemas.microsoft.com/office/drawing/2014/main" id="{27AB162D-C6EE-2234-ADD0-6BD135120FE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BC4FE77-23C5-4D06-9CE9-A243234B23C5}"/>
              </a:ext>
            </a:extLst>
          </p:cNvPr>
          <p:cNvSpPr>
            <a:spLocks noGrp="1"/>
          </p:cNvSpPr>
          <p:nvPr>
            <p:ph type="title"/>
          </p:nvPr>
        </p:nvSpPr>
        <p:spPr/>
        <p:txBody>
          <a:bodyPr vert="horz"/>
          <a:lstStyle/>
          <a:p>
            <a:r>
              <a:rPr lang="en-US" b="1" dirty="0"/>
              <a:t>PB Ratio for a firm in stable phase of growth </a:t>
            </a:r>
            <a:br>
              <a:rPr lang="en-US" dirty="0"/>
            </a:br>
            <a:r>
              <a:rPr lang="en-US" dirty="0"/>
              <a:t>Let us Consider </a:t>
            </a:r>
            <a:endParaRPr lang="en-IN" dirty="0"/>
          </a:p>
        </p:txBody>
      </p:sp>
      <p:sp>
        <p:nvSpPr>
          <p:cNvPr id="3" name="Content Placeholder 2">
            <a:extLst>
              <a:ext uri="{FF2B5EF4-FFF2-40B4-BE49-F238E27FC236}">
                <a16:creationId xmlns:a16="http://schemas.microsoft.com/office/drawing/2014/main" id="{A425A5D0-39D5-4232-8928-4ECC1B987D1E}"/>
              </a:ext>
            </a:extLst>
          </p:cNvPr>
          <p:cNvSpPr>
            <a:spLocks noGrp="1"/>
          </p:cNvSpPr>
          <p:nvPr>
            <p:ph idx="1"/>
          </p:nvPr>
        </p:nvSpPr>
        <p:spPr/>
        <p:txBody>
          <a:bodyPr>
            <a:normAutofit/>
          </a:bodyPr>
          <a:lstStyle/>
          <a:p>
            <a:r>
              <a:rPr lang="en-US" sz="2000" b="1" dirty="0"/>
              <a:t>State Bank of India (SBI)</a:t>
            </a:r>
          </a:p>
          <a:p>
            <a:r>
              <a:rPr lang="en-US" sz="2000" b="1" dirty="0"/>
              <a:t>Consolidated Financials</a:t>
            </a:r>
          </a:p>
          <a:p>
            <a:pPr marL="0" indent="0">
              <a:buNone/>
            </a:pPr>
            <a:endParaRPr lang="en-US" sz="2000" b="1" dirty="0"/>
          </a:p>
          <a:p>
            <a:pPr marL="0" indent="0">
              <a:buNone/>
            </a:pPr>
            <a:r>
              <a:rPr lang="en-US" sz="2000" b="1" dirty="0"/>
              <a:t>PB = price to book ratio = price per share/book value per share = market cap/OE</a:t>
            </a:r>
          </a:p>
          <a:p>
            <a:pPr marL="0" indent="0">
              <a:buNone/>
            </a:pPr>
            <a:r>
              <a:rPr lang="en-US" sz="2000" b="1" dirty="0"/>
              <a:t>when EPS is negative which mean firm is incurring loss hence finding out PE is negative and difficult hence we go for PB value. Also to avoid the impact of good or bad years, PE doesn’t capture this but PB is cumulative number so it can be useful.</a:t>
            </a:r>
          </a:p>
          <a:p>
            <a:pPr marL="0" indent="0">
              <a:buNone/>
            </a:pPr>
            <a:r>
              <a:rPr lang="en-US" sz="2000" b="1" dirty="0"/>
              <a:t>4 determinants of PB ratio = ROE,DPR, g, cost of equity. Companion variable is the highest coefficient when you run regression and in this case ROE is the companion variable.</a:t>
            </a:r>
          </a:p>
          <a:p>
            <a:pPr marL="0" indent="0">
              <a:buNone/>
            </a:pPr>
            <a:endParaRPr lang="en-US" sz="2000" b="1" dirty="0"/>
          </a:p>
        </p:txBody>
      </p:sp>
    </p:spTree>
    <p:extLst>
      <p:ext uri="{BB962C8B-B14F-4D97-AF65-F5344CB8AC3E}">
        <p14:creationId xmlns:p14="http://schemas.microsoft.com/office/powerpoint/2010/main" val="3644499573"/>
      </p:ext>
    </p:extLst>
  </p:cSld>
  <p:clrMapOvr>
    <a:masterClrMapping/>
  </p:clrMapOvr>
</p:sld>
</file>

<file path=ppt/slides/slide4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50871-86D0-480A-BB9C-D03545B9D21E}"/>
              </a:ext>
            </a:extLst>
          </p:cNvPr>
          <p:cNvSpPr>
            <a:spLocks noGrp="1"/>
          </p:cNvSpPr>
          <p:nvPr>
            <p:ph type="title"/>
          </p:nvPr>
        </p:nvSpPr>
        <p:spPr>
          <a:xfrm>
            <a:off x="354875" y="-144327"/>
            <a:ext cx="10515600" cy="1325563"/>
          </a:xfrm>
        </p:spPr>
        <p:txBody>
          <a:bodyPr/>
          <a:lstStyle/>
          <a:p>
            <a:pPr algn="ctr"/>
            <a:r>
              <a:rPr lang="en-US" b="1" dirty="0"/>
              <a:t>PB Ratio for SBI</a:t>
            </a:r>
            <a:endParaRPr lang="en-IN" b="1" dirty="0"/>
          </a:p>
        </p:txBody>
      </p:sp>
      <p:graphicFrame>
        <p:nvGraphicFramePr>
          <p:cNvPr id="4" name="Table 4">
            <a:extLst>
              <a:ext uri="{FF2B5EF4-FFF2-40B4-BE49-F238E27FC236}">
                <a16:creationId xmlns:a16="http://schemas.microsoft.com/office/drawing/2014/main" id="{789ED2BF-FB6C-4545-A64E-65E5E257F26E}"/>
              </a:ext>
            </a:extLst>
          </p:cNvPr>
          <p:cNvGraphicFramePr>
            <a:graphicFrameLocks noGrp="1"/>
          </p:cNvGraphicFramePr>
          <p:nvPr>
            <p:ph idx="1"/>
          </p:nvPr>
        </p:nvGraphicFramePr>
        <p:xfrm>
          <a:off x="457200" y="731520"/>
          <a:ext cx="10896603" cy="6139543"/>
        </p:xfrm>
        <a:graphic>
          <a:graphicData uri="http://schemas.openxmlformats.org/drawingml/2006/table">
            <a:tbl>
              <a:tblPr firstRow="1" bandRow="1">
                <a:tableStyleId>{5C22544A-7EE6-4342-B048-85BDC9FD1C3A}</a:tableStyleId>
              </a:tblPr>
              <a:tblGrid>
                <a:gridCol w="1907177">
                  <a:extLst>
                    <a:ext uri="{9D8B030D-6E8A-4147-A177-3AD203B41FA5}">
                      <a16:colId xmlns:a16="http://schemas.microsoft.com/office/drawing/2014/main" val="3700255004"/>
                    </a:ext>
                  </a:extLst>
                </a:gridCol>
                <a:gridCol w="1920240">
                  <a:extLst>
                    <a:ext uri="{9D8B030D-6E8A-4147-A177-3AD203B41FA5}">
                      <a16:colId xmlns:a16="http://schemas.microsoft.com/office/drawing/2014/main" val="3020260118"/>
                    </a:ext>
                  </a:extLst>
                </a:gridCol>
                <a:gridCol w="1812031">
                  <a:extLst>
                    <a:ext uri="{9D8B030D-6E8A-4147-A177-3AD203B41FA5}">
                      <a16:colId xmlns:a16="http://schemas.microsoft.com/office/drawing/2014/main" val="770813726"/>
                    </a:ext>
                  </a:extLst>
                </a:gridCol>
                <a:gridCol w="1752385">
                  <a:extLst>
                    <a:ext uri="{9D8B030D-6E8A-4147-A177-3AD203B41FA5}">
                      <a16:colId xmlns:a16="http://schemas.microsoft.com/office/drawing/2014/main" val="1525203245"/>
                    </a:ext>
                  </a:extLst>
                </a:gridCol>
                <a:gridCol w="1752385">
                  <a:extLst>
                    <a:ext uri="{9D8B030D-6E8A-4147-A177-3AD203B41FA5}">
                      <a16:colId xmlns:a16="http://schemas.microsoft.com/office/drawing/2014/main" val="4184476041"/>
                    </a:ext>
                  </a:extLst>
                </a:gridCol>
                <a:gridCol w="1752385">
                  <a:extLst>
                    <a:ext uri="{9D8B030D-6E8A-4147-A177-3AD203B41FA5}">
                      <a16:colId xmlns:a16="http://schemas.microsoft.com/office/drawing/2014/main" val="3774886441"/>
                    </a:ext>
                  </a:extLst>
                </a:gridCol>
              </a:tblGrid>
              <a:tr h="452497">
                <a:tc>
                  <a:txBody>
                    <a:bodyPr/>
                    <a:lstStyle/>
                    <a:p>
                      <a:r>
                        <a:rPr lang="en-US" dirty="0"/>
                        <a:t>Particulars</a:t>
                      </a:r>
                      <a:endParaRPr lang="en-IN" dirty="0"/>
                    </a:p>
                  </a:txBody>
                  <a:tcPr/>
                </a:tc>
                <a:tc>
                  <a:txBody>
                    <a:bodyPr/>
                    <a:lstStyle/>
                    <a:p>
                      <a:r>
                        <a:rPr lang="en-IN" dirty="0"/>
                        <a:t>2025</a:t>
                      </a:r>
                    </a:p>
                  </a:txBody>
                  <a:tcPr/>
                </a:tc>
                <a:tc>
                  <a:txBody>
                    <a:bodyPr/>
                    <a:lstStyle/>
                    <a:p>
                      <a:r>
                        <a:rPr lang="en-IN" dirty="0"/>
                        <a:t>2024</a:t>
                      </a:r>
                    </a:p>
                  </a:txBody>
                  <a:tcPr/>
                </a:tc>
                <a:tc>
                  <a:txBody>
                    <a:bodyPr/>
                    <a:lstStyle/>
                    <a:p>
                      <a:r>
                        <a:rPr lang="en-IN" dirty="0"/>
                        <a:t>2023</a:t>
                      </a:r>
                    </a:p>
                  </a:txBody>
                  <a:tcPr/>
                </a:tc>
                <a:tc>
                  <a:txBody>
                    <a:bodyPr/>
                    <a:lstStyle/>
                    <a:p>
                      <a:r>
                        <a:rPr lang="en-US" dirty="0"/>
                        <a:t>2022</a:t>
                      </a:r>
                      <a:endParaRPr lang="en-IN" dirty="0"/>
                    </a:p>
                  </a:txBody>
                  <a:tcPr/>
                </a:tc>
                <a:tc>
                  <a:txBody>
                    <a:bodyPr/>
                    <a:lstStyle/>
                    <a:p>
                      <a:r>
                        <a:rPr lang="en-US" dirty="0"/>
                        <a:t>2021</a:t>
                      </a:r>
                      <a:endParaRPr lang="en-IN" dirty="0"/>
                    </a:p>
                  </a:txBody>
                  <a:tcPr/>
                </a:tc>
                <a:extLst>
                  <a:ext uri="{0D108BD9-81ED-4DB2-BD59-A6C34878D82A}">
                    <a16:rowId xmlns:a16="http://schemas.microsoft.com/office/drawing/2014/main" val="1703490265"/>
                  </a:ext>
                </a:extLst>
              </a:tr>
              <a:tr h="452497">
                <a:tc>
                  <a:txBody>
                    <a:bodyPr/>
                    <a:lstStyle/>
                    <a:p>
                      <a:r>
                        <a:rPr lang="en-US" dirty="0"/>
                        <a:t>DPS (in INR)</a:t>
                      </a:r>
                      <a:endParaRPr lang="en-IN" dirty="0"/>
                    </a:p>
                  </a:txBody>
                  <a:tcPr/>
                </a:tc>
                <a:tc>
                  <a:txBody>
                    <a:bodyPr/>
                    <a:lstStyle/>
                    <a:p>
                      <a:r>
                        <a:rPr lang="en-IN" dirty="0"/>
                        <a:t>15.90</a:t>
                      </a:r>
                    </a:p>
                  </a:txBody>
                  <a:tcPr/>
                </a:tc>
                <a:tc>
                  <a:txBody>
                    <a:bodyPr/>
                    <a:lstStyle/>
                    <a:p>
                      <a:r>
                        <a:rPr lang="en-IN" dirty="0"/>
                        <a:t>13.70</a:t>
                      </a:r>
                    </a:p>
                  </a:txBody>
                  <a:tcPr/>
                </a:tc>
                <a:tc>
                  <a:txBody>
                    <a:bodyPr/>
                    <a:lstStyle/>
                    <a:p>
                      <a:r>
                        <a:rPr lang="en-IN" dirty="0"/>
                        <a:t>11.30</a:t>
                      </a:r>
                    </a:p>
                  </a:txBody>
                  <a:tcPr/>
                </a:tc>
                <a:tc>
                  <a:txBody>
                    <a:bodyPr/>
                    <a:lstStyle/>
                    <a:p>
                      <a:r>
                        <a:rPr lang="en-IN" dirty="0"/>
                        <a:t>7.10</a:t>
                      </a:r>
                    </a:p>
                  </a:txBody>
                  <a:tcPr/>
                </a:tc>
                <a:tc>
                  <a:txBody>
                    <a:bodyPr/>
                    <a:lstStyle/>
                    <a:p>
                      <a:r>
                        <a:rPr lang="en-IN" dirty="0"/>
                        <a:t>4</a:t>
                      </a:r>
                    </a:p>
                  </a:txBody>
                  <a:tcPr/>
                </a:tc>
                <a:extLst>
                  <a:ext uri="{0D108BD9-81ED-4DB2-BD59-A6C34878D82A}">
                    <a16:rowId xmlns:a16="http://schemas.microsoft.com/office/drawing/2014/main" val="1708814944"/>
                  </a:ext>
                </a:extLst>
              </a:tr>
              <a:tr h="781020">
                <a:tc>
                  <a:txBody>
                    <a:bodyPr/>
                    <a:lstStyle/>
                    <a:p>
                      <a:r>
                        <a:rPr lang="en-US" dirty="0"/>
                        <a:t>EPS Basic (in INR)</a:t>
                      </a:r>
                      <a:endParaRPr lang="en-IN" dirty="0"/>
                    </a:p>
                  </a:txBody>
                  <a:tcPr/>
                </a:tc>
                <a:tc>
                  <a:txBody>
                    <a:bodyPr/>
                    <a:lstStyle/>
                    <a:p>
                      <a:r>
                        <a:rPr lang="en-IN" dirty="0"/>
                        <a:t>86.91</a:t>
                      </a:r>
                    </a:p>
                  </a:txBody>
                  <a:tcPr/>
                </a:tc>
                <a:tc>
                  <a:txBody>
                    <a:bodyPr/>
                    <a:lstStyle/>
                    <a:p>
                      <a:r>
                        <a:rPr lang="en-IN" dirty="0"/>
                        <a:t>75.17</a:t>
                      </a:r>
                    </a:p>
                  </a:txBody>
                  <a:tcPr/>
                </a:tc>
                <a:tc>
                  <a:txBody>
                    <a:bodyPr/>
                    <a:lstStyle/>
                    <a:p>
                      <a:r>
                        <a:rPr lang="en-IN" dirty="0"/>
                        <a:t>62.35</a:t>
                      </a:r>
                    </a:p>
                  </a:txBody>
                  <a:tcPr/>
                </a:tc>
                <a:tc>
                  <a:txBody>
                    <a:bodyPr/>
                    <a:lstStyle/>
                    <a:p>
                      <a:r>
                        <a:rPr lang="en-IN" dirty="0"/>
                        <a:t>39.64</a:t>
                      </a:r>
                    </a:p>
                  </a:txBody>
                  <a:tcPr/>
                </a:tc>
                <a:tc>
                  <a:txBody>
                    <a:bodyPr/>
                    <a:lstStyle/>
                    <a:p>
                      <a:r>
                        <a:rPr lang="en-IN" dirty="0"/>
                        <a:t>25.11</a:t>
                      </a:r>
                    </a:p>
                  </a:txBody>
                  <a:tcPr/>
                </a:tc>
                <a:extLst>
                  <a:ext uri="{0D108BD9-81ED-4DB2-BD59-A6C34878D82A}">
                    <a16:rowId xmlns:a16="http://schemas.microsoft.com/office/drawing/2014/main" val="140378545"/>
                  </a:ext>
                </a:extLst>
              </a:tr>
              <a:tr h="957091">
                <a:tc>
                  <a:txBody>
                    <a:bodyPr/>
                    <a:lstStyle/>
                    <a:p>
                      <a:r>
                        <a:rPr lang="en-US" b="1" dirty="0"/>
                        <a:t>Avg DPR</a:t>
                      </a:r>
                      <a:endParaRPr lang="en-IN" b="1" dirty="0"/>
                    </a:p>
                  </a:txBody>
                  <a:tcPr/>
                </a:tc>
                <a:tc>
                  <a:txBody>
                    <a:bodyPr/>
                    <a:lstStyle/>
                    <a:p>
                      <a:endParaRPr lang="en-IN" b="1" dirty="0"/>
                    </a:p>
                  </a:txBody>
                  <a:tcPr/>
                </a:tc>
                <a:tc>
                  <a:txBody>
                    <a:bodyPr/>
                    <a:lstStyle/>
                    <a:p>
                      <a:r>
                        <a:rPr lang="en-IN" b="1" dirty="0"/>
                        <a:t>Last 5 years</a:t>
                      </a:r>
                    </a:p>
                    <a:p>
                      <a:r>
                        <a:rPr lang="en-IN" b="1" dirty="0"/>
                        <a:t>52/ 289.18</a:t>
                      </a:r>
                    </a:p>
                  </a:txBody>
                  <a:tcPr/>
                </a:tc>
                <a:tc>
                  <a:txBody>
                    <a:bodyPr/>
                    <a:lstStyle/>
                    <a:p>
                      <a:r>
                        <a:rPr lang="en-IN" b="1" dirty="0"/>
                        <a:t>= 17.98</a:t>
                      </a:r>
                    </a:p>
                  </a:txBody>
                  <a:tcPr/>
                </a:tc>
                <a:tc>
                  <a:txBody>
                    <a:bodyPr/>
                    <a:lstStyle/>
                    <a:p>
                      <a:r>
                        <a:rPr lang="en-IN" b="1" dirty="0"/>
                        <a:t>Last 3 years 40</a:t>
                      </a:r>
                      <a:r>
                        <a:rPr lang="en-IN" dirty="0"/>
                        <a:t>.90/224.43= </a:t>
                      </a:r>
                      <a:r>
                        <a:rPr lang="en-IN" b="1" dirty="0"/>
                        <a:t>18.22</a:t>
                      </a:r>
                    </a:p>
                  </a:txBody>
                  <a:tcPr/>
                </a:tc>
                <a:tc>
                  <a:txBody>
                    <a:bodyPr/>
                    <a:lstStyle/>
                    <a:p>
                      <a:r>
                        <a:rPr lang="en-IN" dirty="0">
                          <a:highlight>
                            <a:srgbClr val="FFFF00"/>
                          </a:highlight>
                        </a:rPr>
                        <a:t>Let us consider 20 %</a:t>
                      </a:r>
                    </a:p>
                  </a:txBody>
                  <a:tcPr/>
                </a:tc>
                <a:extLst>
                  <a:ext uri="{0D108BD9-81ED-4DB2-BD59-A6C34878D82A}">
                    <a16:rowId xmlns:a16="http://schemas.microsoft.com/office/drawing/2014/main" val="2626023215"/>
                  </a:ext>
                </a:extLst>
              </a:tr>
              <a:tr h="452497">
                <a:tc>
                  <a:txBody>
                    <a:bodyPr/>
                    <a:lstStyle/>
                    <a:p>
                      <a:r>
                        <a:rPr lang="en-US" dirty="0"/>
                        <a:t>ROE (IN %)</a:t>
                      </a:r>
                      <a:endParaRPr lang="en-IN" dirty="0"/>
                    </a:p>
                  </a:txBody>
                  <a:tcPr/>
                </a:tc>
                <a:tc>
                  <a:txBody>
                    <a:bodyPr/>
                    <a:lstStyle/>
                    <a:p>
                      <a:r>
                        <a:rPr lang="en-IN" dirty="0"/>
                        <a:t>16.87</a:t>
                      </a:r>
                    </a:p>
                  </a:txBody>
                  <a:tcPr/>
                </a:tc>
                <a:tc>
                  <a:txBody>
                    <a:bodyPr/>
                    <a:lstStyle/>
                    <a:p>
                      <a:r>
                        <a:rPr lang="en-IN" dirty="0"/>
                        <a:t>17.31</a:t>
                      </a:r>
                    </a:p>
                  </a:txBody>
                  <a:tcPr/>
                </a:tc>
                <a:tc>
                  <a:txBody>
                    <a:bodyPr/>
                    <a:lstStyle/>
                    <a:p>
                      <a:r>
                        <a:rPr lang="en-IN" dirty="0"/>
                        <a:t>16.80</a:t>
                      </a:r>
                    </a:p>
                  </a:txBody>
                  <a:tcPr/>
                </a:tc>
                <a:tc>
                  <a:txBody>
                    <a:bodyPr/>
                    <a:lstStyle/>
                    <a:p>
                      <a:r>
                        <a:rPr lang="en-IN" dirty="0"/>
                        <a:t>12.53</a:t>
                      </a:r>
                    </a:p>
                  </a:txBody>
                  <a:tcPr/>
                </a:tc>
                <a:tc>
                  <a:txBody>
                    <a:bodyPr/>
                    <a:lstStyle/>
                    <a:p>
                      <a:r>
                        <a:rPr lang="en-IN" dirty="0"/>
                        <a:t>8.89</a:t>
                      </a:r>
                    </a:p>
                  </a:txBody>
                  <a:tcPr/>
                </a:tc>
                <a:extLst>
                  <a:ext uri="{0D108BD9-81ED-4DB2-BD59-A6C34878D82A}">
                    <a16:rowId xmlns:a16="http://schemas.microsoft.com/office/drawing/2014/main" val="273533125"/>
                  </a:ext>
                </a:extLst>
              </a:tr>
              <a:tr h="823255">
                <a:tc>
                  <a:txBody>
                    <a:bodyPr/>
                    <a:lstStyle/>
                    <a:p>
                      <a:r>
                        <a:rPr lang="en-US" b="1" dirty="0" err="1"/>
                        <a:t>Avg.ROE</a:t>
                      </a:r>
                      <a:endParaRPr lang="en-IN" b="1" dirty="0"/>
                    </a:p>
                  </a:txBody>
                  <a:tcPr/>
                </a:tc>
                <a:tc>
                  <a:txBody>
                    <a:bodyPr/>
                    <a:lstStyle/>
                    <a:p>
                      <a:r>
                        <a:rPr lang="en-IN" b="1" dirty="0"/>
                        <a:t>14.48</a:t>
                      </a:r>
                    </a:p>
                  </a:txBody>
                  <a:tcPr/>
                </a:tc>
                <a:tc>
                  <a:txBody>
                    <a:bodyPr/>
                    <a:lstStyle/>
                    <a:p>
                      <a:endParaRPr lang="en-IN" dirty="0"/>
                    </a:p>
                  </a:txBody>
                  <a:tcPr/>
                </a:tc>
                <a:tc>
                  <a:txBody>
                    <a:bodyPr/>
                    <a:lstStyle/>
                    <a:p>
                      <a:r>
                        <a:rPr lang="en-IN" b="1" dirty="0"/>
                        <a:t>Consider </a:t>
                      </a:r>
                      <a:r>
                        <a:rPr lang="en-IN" b="1" dirty="0" err="1"/>
                        <a:t>st</a:t>
                      </a:r>
                      <a:r>
                        <a:rPr lang="en-IN" b="1" dirty="0"/>
                        <a:t>/phase ROE of 12%</a:t>
                      </a:r>
                    </a:p>
                  </a:txBody>
                  <a:tcPr/>
                </a:tc>
                <a:tc>
                  <a:txBody>
                    <a:bodyPr/>
                    <a:lstStyle/>
                    <a:p>
                      <a:r>
                        <a:rPr lang="en-IN" b="1" dirty="0" err="1"/>
                        <a:t>St.phase</a:t>
                      </a:r>
                      <a:r>
                        <a:rPr lang="en-IN" b="1" dirty="0"/>
                        <a:t> DPR of 60%</a:t>
                      </a:r>
                    </a:p>
                  </a:txBody>
                  <a:tcPr/>
                </a:tc>
                <a:tc>
                  <a:txBody>
                    <a:bodyPr/>
                    <a:lstStyle/>
                    <a:p>
                      <a:endParaRPr lang="en-IN" dirty="0"/>
                    </a:p>
                  </a:txBody>
                  <a:tcPr/>
                </a:tc>
                <a:extLst>
                  <a:ext uri="{0D108BD9-81ED-4DB2-BD59-A6C34878D82A}">
                    <a16:rowId xmlns:a16="http://schemas.microsoft.com/office/drawing/2014/main" val="873779838"/>
                  </a:ext>
                </a:extLst>
              </a:tr>
              <a:tr h="1013797">
                <a:tc>
                  <a:txBody>
                    <a:bodyPr/>
                    <a:lstStyle/>
                    <a:p>
                      <a:r>
                        <a:rPr lang="en-US" b="1" dirty="0"/>
                        <a:t>Fundamental Growth rate (in %)</a:t>
                      </a:r>
                      <a:endParaRPr lang="en-IN" b="1" dirty="0"/>
                    </a:p>
                  </a:txBody>
                  <a:tcPr/>
                </a:tc>
                <a:tc>
                  <a:txBody>
                    <a:bodyPr/>
                    <a:lstStyle/>
                    <a:p>
                      <a:r>
                        <a:rPr lang="en-IN" b="1" dirty="0"/>
                        <a:t>14.48 ( 1-0.2)=</a:t>
                      </a:r>
                    </a:p>
                  </a:txBody>
                  <a:tcPr/>
                </a:tc>
                <a:tc>
                  <a:txBody>
                    <a:bodyPr/>
                    <a:lstStyle/>
                    <a:p>
                      <a:r>
                        <a:rPr lang="en-IN" b="1" dirty="0"/>
                        <a:t>11.58</a:t>
                      </a:r>
                    </a:p>
                    <a:p>
                      <a:r>
                        <a:rPr lang="en-IN" b="1" dirty="0">
                          <a:highlight>
                            <a:srgbClr val="FFFF00"/>
                          </a:highlight>
                        </a:rPr>
                        <a:t>But assume it as a stable firm</a:t>
                      </a:r>
                    </a:p>
                  </a:txBody>
                  <a:tcPr/>
                </a:tc>
                <a:tc>
                  <a:txBody>
                    <a:bodyPr/>
                    <a:lstStyle/>
                    <a:p>
                      <a:r>
                        <a:rPr lang="en-IN" b="1" dirty="0"/>
                        <a:t>St phase g= 4.8%</a:t>
                      </a:r>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859424804"/>
                  </a:ext>
                </a:extLst>
              </a:tr>
              <a:tr h="1115744">
                <a:tc>
                  <a:txBody>
                    <a:bodyPr/>
                    <a:lstStyle/>
                    <a:p>
                      <a:r>
                        <a:rPr lang="en-US" b="1" dirty="0"/>
                        <a:t>COE</a:t>
                      </a:r>
                      <a:endParaRPr lang="en-IN" b="1" dirty="0"/>
                    </a:p>
                  </a:txBody>
                  <a:tcPr/>
                </a:tc>
                <a:tc>
                  <a:txBody>
                    <a:bodyPr/>
                    <a:lstStyle/>
                    <a:p>
                      <a:r>
                        <a:rPr lang="en-IN" b="1" dirty="0"/>
                        <a:t>Current Beta 0.92 on 2 January 2026</a:t>
                      </a:r>
                    </a:p>
                  </a:txBody>
                  <a:tcPr/>
                </a:tc>
                <a:tc>
                  <a:txBody>
                    <a:bodyPr/>
                    <a:lstStyle/>
                    <a:p>
                      <a:endParaRPr lang="en-IN" b="1" dirty="0"/>
                    </a:p>
                  </a:txBody>
                  <a:tcPr/>
                </a:tc>
                <a:tc>
                  <a:txBody>
                    <a:bodyPr/>
                    <a:lstStyle/>
                    <a:p>
                      <a:r>
                        <a:rPr lang="en-IN" b="1" dirty="0">
                          <a:highlight>
                            <a:srgbClr val="FFFF00"/>
                          </a:highlight>
                        </a:rPr>
                        <a:t>WE may assume stable phase COE of 12 % </a:t>
                      </a:r>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096634457"/>
                  </a:ext>
                </a:extLst>
              </a:tr>
            </a:tbl>
          </a:graphicData>
        </a:graphic>
      </p:graphicFrame>
    </p:spTree>
    <p:extLst>
      <p:ext uri="{BB962C8B-B14F-4D97-AF65-F5344CB8AC3E}">
        <p14:creationId xmlns:p14="http://schemas.microsoft.com/office/powerpoint/2010/main" val="3861908090"/>
      </p:ext>
    </p:extLst>
  </p:cSld>
  <p:clrMapOvr>
    <a:masterClrMapping/>
  </p:clrMapOvr>
</p:sld>
</file>

<file path=ppt/slides/slide4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E6FCA-18D9-409E-8C70-4038AE6FF6EF}"/>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PB Ratio for SBI- Base Case </a:t>
            </a:r>
            <a:endParaRPr lang="en-IN" dirty="0"/>
          </a:p>
        </p:txBody>
      </p:sp>
      <p:sp>
        <p:nvSpPr>
          <p:cNvPr id="3" name="Content Placeholder 2">
            <a:extLst>
              <a:ext uri="{FF2B5EF4-FFF2-40B4-BE49-F238E27FC236}">
                <a16:creationId xmlns:a16="http://schemas.microsoft.com/office/drawing/2014/main" id="{255F1BCB-9C01-4A48-B3C8-04EA2C7C8383}"/>
              </a:ext>
            </a:extLst>
          </p:cNvPr>
          <p:cNvSpPr>
            <a:spLocks noGrp="1"/>
          </p:cNvSpPr>
          <p:nvPr>
            <p:ph idx="1"/>
          </p:nvPr>
        </p:nvSpPr>
        <p:spPr/>
        <p:txBody>
          <a:bodyPr>
            <a:normAutofit fontScale="92500"/>
          </a:bodyPr>
          <a:lstStyle/>
          <a:p>
            <a:pPr marL="0" indent="0">
              <a:buNone/>
            </a:pPr>
            <a:r>
              <a:rPr lang="en-US" b="1" dirty="0"/>
              <a:t> P/B </a:t>
            </a:r>
            <a:r>
              <a:rPr lang="en-US" dirty="0"/>
              <a:t>= ROE *DPR *(1+g) / (COE-g)</a:t>
            </a:r>
          </a:p>
          <a:p>
            <a:pPr marL="0" indent="0">
              <a:buNone/>
            </a:pPr>
            <a:r>
              <a:rPr lang="en-US" dirty="0"/>
              <a:t>               = 0.12 *0.60*1.048 / (0.1200-0.0480) = 0.0755/ 0.0720 = </a:t>
            </a:r>
            <a:r>
              <a:rPr lang="en-US" b="1" dirty="0"/>
              <a:t>1.05 times</a:t>
            </a:r>
          </a:p>
          <a:p>
            <a:pPr marL="0" indent="0">
              <a:buNone/>
            </a:pPr>
            <a:endParaRPr lang="en-US" dirty="0"/>
          </a:p>
          <a:p>
            <a:pPr marL="0" indent="0">
              <a:buNone/>
            </a:pPr>
            <a:r>
              <a:rPr lang="en-US" dirty="0"/>
              <a:t> </a:t>
            </a:r>
            <a:r>
              <a:rPr lang="en-US" b="1" dirty="0"/>
              <a:t>BPS 2025</a:t>
            </a:r>
            <a:r>
              <a:rPr lang="en-US" dirty="0"/>
              <a:t>=  INR 515.07</a:t>
            </a:r>
          </a:p>
          <a:p>
            <a:pPr marL="0" indent="0">
              <a:buNone/>
            </a:pPr>
            <a:endParaRPr lang="en-US" dirty="0"/>
          </a:p>
          <a:p>
            <a:pPr marL="0" indent="0">
              <a:buNone/>
            </a:pPr>
            <a:r>
              <a:rPr lang="en-US" b="1" dirty="0"/>
              <a:t>Predicted price </a:t>
            </a:r>
            <a:r>
              <a:rPr lang="en-US" dirty="0"/>
              <a:t>= 515.07*1.05*(1+ 0.1200/360 *272= 1.09) = </a:t>
            </a:r>
            <a:r>
              <a:rPr lang="en-US" b="1" dirty="0">
                <a:highlight>
                  <a:srgbClr val="FFFF00"/>
                </a:highlight>
              </a:rPr>
              <a:t>INR 589.50</a:t>
            </a:r>
          </a:p>
          <a:p>
            <a:pPr marL="0" indent="0">
              <a:buNone/>
            </a:pPr>
            <a:r>
              <a:rPr lang="en-US" b="1" dirty="0"/>
              <a:t>Actual Price </a:t>
            </a:r>
            <a:r>
              <a:rPr lang="en-US" dirty="0"/>
              <a:t>@ INR 998.95 </a:t>
            </a:r>
            <a:r>
              <a:rPr lang="en-US" b="1" dirty="0"/>
              <a:t>on 2 January 2026</a:t>
            </a:r>
          </a:p>
          <a:p>
            <a:pPr marL="0" indent="0">
              <a:buNone/>
            </a:pPr>
            <a:r>
              <a:rPr lang="en-US" dirty="0"/>
              <a:t>52 Week LH : </a:t>
            </a:r>
            <a:r>
              <a:rPr lang="en-US" b="1" dirty="0"/>
              <a:t>680.00</a:t>
            </a:r>
            <a:r>
              <a:rPr lang="en-US" dirty="0"/>
              <a:t>  to </a:t>
            </a:r>
            <a:r>
              <a:rPr lang="en-US" b="1" dirty="0"/>
              <a:t>1009.50                   </a:t>
            </a:r>
            <a:r>
              <a:rPr lang="en-US" b="1" dirty="0">
                <a:highlight>
                  <a:srgbClr val="FFFF00"/>
                </a:highlight>
              </a:rPr>
              <a:t>Highly Overvalued </a:t>
            </a:r>
            <a:endParaRPr lang="en-IN" b="1" dirty="0">
              <a:highlight>
                <a:srgbClr val="FFFF00"/>
              </a:highlight>
            </a:endParaRPr>
          </a:p>
        </p:txBody>
      </p:sp>
    </p:spTree>
    <p:extLst>
      <p:ext uri="{BB962C8B-B14F-4D97-AF65-F5344CB8AC3E}">
        <p14:creationId xmlns:p14="http://schemas.microsoft.com/office/powerpoint/2010/main" val="571157855"/>
      </p:ext>
    </p:extLst>
  </p:cSld>
  <p:clrMapOvr>
    <a:masterClrMapping/>
  </p:clrMapOvr>
</p:sld>
</file>

<file path=ppt/slides/slide4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BB013-AFB2-44F6-81F0-E8CA2297C240}"/>
              </a:ext>
            </a:extLst>
          </p:cNvPr>
          <p:cNvSpPr>
            <a:spLocks noGrp="1"/>
          </p:cNvSpPr>
          <p:nvPr>
            <p:ph type="title"/>
          </p:nvPr>
        </p:nvSpPr>
        <p:spPr/>
        <p:txBody>
          <a:bodyPr/>
          <a:lstStyle/>
          <a:p>
            <a:pPr algn="ctr"/>
            <a:r>
              <a:rPr lang="en-US" b="1" dirty="0"/>
              <a:t>PB Ratio for a High Growth firm </a:t>
            </a:r>
            <a:endParaRPr lang="en-IN" b="1" dirty="0"/>
          </a:p>
        </p:txBody>
      </p:sp>
      <p:sp>
        <p:nvSpPr>
          <p:cNvPr id="3" name="Content Placeholder 2">
            <a:extLst>
              <a:ext uri="{FF2B5EF4-FFF2-40B4-BE49-F238E27FC236}">
                <a16:creationId xmlns:a16="http://schemas.microsoft.com/office/drawing/2014/main" id="{82F7EBE3-8DBE-4CDB-9776-B5B259C6524D}"/>
              </a:ext>
            </a:extLst>
          </p:cNvPr>
          <p:cNvSpPr>
            <a:spLocks noGrp="1"/>
          </p:cNvSpPr>
          <p:nvPr>
            <p:ph idx="1"/>
          </p:nvPr>
        </p:nvSpPr>
        <p:spPr/>
        <p:txBody>
          <a:bodyPr>
            <a:normAutofit fontScale="85000" lnSpcReduction="20000"/>
          </a:bodyPr>
          <a:lstStyle/>
          <a:p>
            <a:pPr marL="0" indent="0">
              <a:buNone/>
            </a:pPr>
            <a:r>
              <a:rPr lang="en-US" b="1" dirty="0"/>
              <a:t>ROE hg  * </a:t>
            </a:r>
          </a:p>
          <a:p>
            <a:pPr marL="0" indent="0">
              <a:buNone/>
            </a:pPr>
            <a:endParaRPr lang="en-US" dirty="0"/>
          </a:p>
          <a:p>
            <a:pPr marL="0" indent="0">
              <a:buNone/>
            </a:pPr>
            <a:r>
              <a:rPr lang="en-US" dirty="0"/>
              <a:t>[DPR hg *(1+ g hg) *( 1- [ {1+g hg}^n / {1+ COE hg }^n])   </a:t>
            </a:r>
          </a:p>
          <a:p>
            <a:pPr marL="0" indent="0">
              <a:buNone/>
            </a:pPr>
            <a:r>
              <a:rPr lang="en-US" dirty="0"/>
              <a:t> -----------------------------------------------------------------------       +</a:t>
            </a:r>
          </a:p>
          <a:p>
            <a:pPr marL="0" indent="0">
              <a:buNone/>
            </a:pPr>
            <a:r>
              <a:rPr lang="en-US" dirty="0"/>
              <a:t>                          COE hg – g hg</a:t>
            </a:r>
          </a:p>
          <a:p>
            <a:pPr marL="0" indent="0">
              <a:buNone/>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DPR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 g hg)^n * (1+g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COE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g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(1+ COE  hg)^n</a:t>
            </a:r>
          </a:p>
          <a:p>
            <a:pPr marL="0" indent="0">
              <a:buNone/>
            </a:pPr>
            <a:endParaRPr lang="en-US" dirty="0"/>
          </a:p>
          <a:p>
            <a:pPr marL="0" indent="0">
              <a:buNone/>
            </a:pPr>
            <a:r>
              <a:rPr lang="en-US" dirty="0"/>
              <a:t> </a:t>
            </a:r>
            <a:endParaRPr lang="en-IN" dirty="0"/>
          </a:p>
        </p:txBody>
      </p:sp>
    </p:spTree>
    <p:extLst>
      <p:ext uri="{BB962C8B-B14F-4D97-AF65-F5344CB8AC3E}">
        <p14:creationId xmlns:p14="http://schemas.microsoft.com/office/powerpoint/2010/main" val="2652783155"/>
      </p:ext>
    </p:extLst>
  </p:cSld>
  <p:clrMapOvr>
    <a:masterClrMapping/>
  </p:clrMapOvr>
</p:sld>
</file>

<file path=ppt/slides/slide4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E75D4-4AC3-8E83-8F2C-542682DA60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26311-E7C0-1018-304A-22787F2D4E1D}"/>
              </a:ext>
            </a:extLst>
          </p:cNvPr>
          <p:cNvSpPr>
            <a:spLocks noGrp="1"/>
          </p:cNvSpPr>
          <p:nvPr>
            <p:ph type="title"/>
          </p:nvPr>
        </p:nvSpPr>
        <p:spPr>
          <a:xfrm>
            <a:off x="354875" y="-144327"/>
            <a:ext cx="10515600" cy="1325563"/>
          </a:xfrm>
        </p:spPr>
        <p:txBody>
          <a:bodyPr/>
          <a:lstStyle/>
          <a:p>
            <a:pPr algn="ctr"/>
            <a:r>
              <a:rPr lang="en-US" b="1" dirty="0"/>
              <a:t>PB Ratio for SBI</a:t>
            </a:r>
            <a:endParaRPr lang="en-IN" b="1" dirty="0"/>
          </a:p>
        </p:txBody>
      </p:sp>
      <p:graphicFrame>
        <p:nvGraphicFramePr>
          <p:cNvPr id="4" name="Table 4">
            <a:extLst>
              <a:ext uri="{FF2B5EF4-FFF2-40B4-BE49-F238E27FC236}">
                <a16:creationId xmlns:a16="http://schemas.microsoft.com/office/drawing/2014/main" id="{B69B3B15-F025-29E1-DEFC-334503805276}"/>
              </a:ext>
            </a:extLst>
          </p:cNvPr>
          <p:cNvGraphicFramePr>
            <a:graphicFrameLocks noGrp="1"/>
          </p:cNvGraphicFramePr>
          <p:nvPr>
            <p:ph idx="1"/>
          </p:nvPr>
        </p:nvGraphicFramePr>
        <p:xfrm>
          <a:off x="457200" y="731520"/>
          <a:ext cx="10896603" cy="6139543"/>
        </p:xfrm>
        <a:graphic>
          <a:graphicData uri="http://schemas.openxmlformats.org/drawingml/2006/table">
            <a:tbl>
              <a:tblPr firstRow="1" bandRow="1">
                <a:tableStyleId>{21E4AEA4-8DFA-4A89-87EB-49C32662AFE0}</a:tableStyleId>
              </a:tblPr>
              <a:tblGrid>
                <a:gridCol w="1907177">
                  <a:extLst>
                    <a:ext uri="{9D8B030D-6E8A-4147-A177-3AD203B41FA5}">
                      <a16:colId xmlns:a16="http://schemas.microsoft.com/office/drawing/2014/main" val="3700255004"/>
                    </a:ext>
                  </a:extLst>
                </a:gridCol>
                <a:gridCol w="1920240">
                  <a:extLst>
                    <a:ext uri="{9D8B030D-6E8A-4147-A177-3AD203B41FA5}">
                      <a16:colId xmlns:a16="http://schemas.microsoft.com/office/drawing/2014/main" val="3020260118"/>
                    </a:ext>
                  </a:extLst>
                </a:gridCol>
                <a:gridCol w="1812031">
                  <a:extLst>
                    <a:ext uri="{9D8B030D-6E8A-4147-A177-3AD203B41FA5}">
                      <a16:colId xmlns:a16="http://schemas.microsoft.com/office/drawing/2014/main" val="770813726"/>
                    </a:ext>
                  </a:extLst>
                </a:gridCol>
                <a:gridCol w="1752385">
                  <a:extLst>
                    <a:ext uri="{9D8B030D-6E8A-4147-A177-3AD203B41FA5}">
                      <a16:colId xmlns:a16="http://schemas.microsoft.com/office/drawing/2014/main" val="1525203245"/>
                    </a:ext>
                  </a:extLst>
                </a:gridCol>
                <a:gridCol w="1752385">
                  <a:extLst>
                    <a:ext uri="{9D8B030D-6E8A-4147-A177-3AD203B41FA5}">
                      <a16:colId xmlns:a16="http://schemas.microsoft.com/office/drawing/2014/main" val="4184476041"/>
                    </a:ext>
                  </a:extLst>
                </a:gridCol>
                <a:gridCol w="1752385">
                  <a:extLst>
                    <a:ext uri="{9D8B030D-6E8A-4147-A177-3AD203B41FA5}">
                      <a16:colId xmlns:a16="http://schemas.microsoft.com/office/drawing/2014/main" val="3774886441"/>
                    </a:ext>
                  </a:extLst>
                </a:gridCol>
              </a:tblGrid>
              <a:tr h="452497">
                <a:tc>
                  <a:txBody>
                    <a:bodyPr/>
                    <a:lstStyle/>
                    <a:p>
                      <a:r>
                        <a:rPr lang="en-US" dirty="0"/>
                        <a:t>Particulars</a:t>
                      </a:r>
                      <a:endParaRPr lang="en-IN" dirty="0"/>
                    </a:p>
                  </a:txBody>
                  <a:tcPr/>
                </a:tc>
                <a:tc>
                  <a:txBody>
                    <a:bodyPr/>
                    <a:lstStyle/>
                    <a:p>
                      <a:r>
                        <a:rPr lang="en-IN" dirty="0"/>
                        <a:t>2025</a:t>
                      </a:r>
                    </a:p>
                  </a:txBody>
                  <a:tcPr/>
                </a:tc>
                <a:tc>
                  <a:txBody>
                    <a:bodyPr/>
                    <a:lstStyle/>
                    <a:p>
                      <a:r>
                        <a:rPr lang="en-IN" dirty="0"/>
                        <a:t>2024</a:t>
                      </a:r>
                    </a:p>
                  </a:txBody>
                  <a:tcPr/>
                </a:tc>
                <a:tc>
                  <a:txBody>
                    <a:bodyPr/>
                    <a:lstStyle/>
                    <a:p>
                      <a:r>
                        <a:rPr lang="en-IN" dirty="0"/>
                        <a:t>2023</a:t>
                      </a:r>
                    </a:p>
                  </a:txBody>
                  <a:tcPr/>
                </a:tc>
                <a:tc>
                  <a:txBody>
                    <a:bodyPr/>
                    <a:lstStyle/>
                    <a:p>
                      <a:r>
                        <a:rPr lang="en-US" dirty="0"/>
                        <a:t>2022</a:t>
                      </a:r>
                      <a:endParaRPr lang="en-IN" dirty="0"/>
                    </a:p>
                  </a:txBody>
                  <a:tcPr/>
                </a:tc>
                <a:tc>
                  <a:txBody>
                    <a:bodyPr/>
                    <a:lstStyle/>
                    <a:p>
                      <a:r>
                        <a:rPr lang="en-US" dirty="0"/>
                        <a:t>2021</a:t>
                      </a:r>
                      <a:endParaRPr lang="en-IN" dirty="0"/>
                    </a:p>
                  </a:txBody>
                  <a:tcPr/>
                </a:tc>
                <a:extLst>
                  <a:ext uri="{0D108BD9-81ED-4DB2-BD59-A6C34878D82A}">
                    <a16:rowId xmlns:a16="http://schemas.microsoft.com/office/drawing/2014/main" val="1703490265"/>
                  </a:ext>
                </a:extLst>
              </a:tr>
              <a:tr h="452497">
                <a:tc>
                  <a:txBody>
                    <a:bodyPr/>
                    <a:lstStyle/>
                    <a:p>
                      <a:r>
                        <a:rPr lang="en-US" dirty="0"/>
                        <a:t>DPS (in INR)</a:t>
                      </a:r>
                      <a:endParaRPr lang="en-IN" dirty="0"/>
                    </a:p>
                  </a:txBody>
                  <a:tcPr/>
                </a:tc>
                <a:tc>
                  <a:txBody>
                    <a:bodyPr/>
                    <a:lstStyle/>
                    <a:p>
                      <a:r>
                        <a:rPr lang="en-IN" dirty="0"/>
                        <a:t>15.90</a:t>
                      </a:r>
                    </a:p>
                  </a:txBody>
                  <a:tcPr/>
                </a:tc>
                <a:tc>
                  <a:txBody>
                    <a:bodyPr/>
                    <a:lstStyle/>
                    <a:p>
                      <a:r>
                        <a:rPr lang="en-IN" dirty="0"/>
                        <a:t>13.70</a:t>
                      </a:r>
                    </a:p>
                  </a:txBody>
                  <a:tcPr/>
                </a:tc>
                <a:tc>
                  <a:txBody>
                    <a:bodyPr/>
                    <a:lstStyle/>
                    <a:p>
                      <a:r>
                        <a:rPr lang="en-IN" dirty="0"/>
                        <a:t>11.30</a:t>
                      </a:r>
                    </a:p>
                  </a:txBody>
                  <a:tcPr/>
                </a:tc>
                <a:tc>
                  <a:txBody>
                    <a:bodyPr/>
                    <a:lstStyle/>
                    <a:p>
                      <a:r>
                        <a:rPr lang="en-IN" dirty="0"/>
                        <a:t>7.10</a:t>
                      </a:r>
                    </a:p>
                  </a:txBody>
                  <a:tcPr/>
                </a:tc>
                <a:tc>
                  <a:txBody>
                    <a:bodyPr/>
                    <a:lstStyle/>
                    <a:p>
                      <a:r>
                        <a:rPr lang="en-IN" dirty="0"/>
                        <a:t>4</a:t>
                      </a:r>
                    </a:p>
                  </a:txBody>
                  <a:tcPr/>
                </a:tc>
                <a:extLst>
                  <a:ext uri="{0D108BD9-81ED-4DB2-BD59-A6C34878D82A}">
                    <a16:rowId xmlns:a16="http://schemas.microsoft.com/office/drawing/2014/main" val="1708814944"/>
                  </a:ext>
                </a:extLst>
              </a:tr>
              <a:tr h="781020">
                <a:tc>
                  <a:txBody>
                    <a:bodyPr/>
                    <a:lstStyle/>
                    <a:p>
                      <a:r>
                        <a:rPr lang="en-US" dirty="0"/>
                        <a:t>EPS Basic (in INR)</a:t>
                      </a:r>
                      <a:endParaRPr lang="en-IN" dirty="0"/>
                    </a:p>
                  </a:txBody>
                  <a:tcPr/>
                </a:tc>
                <a:tc>
                  <a:txBody>
                    <a:bodyPr/>
                    <a:lstStyle/>
                    <a:p>
                      <a:r>
                        <a:rPr lang="en-IN" dirty="0"/>
                        <a:t>86.91</a:t>
                      </a:r>
                    </a:p>
                  </a:txBody>
                  <a:tcPr/>
                </a:tc>
                <a:tc>
                  <a:txBody>
                    <a:bodyPr/>
                    <a:lstStyle/>
                    <a:p>
                      <a:r>
                        <a:rPr lang="en-IN" dirty="0"/>
                        <a:t>75.17</a:t>
                      </a:r>
                    </a:p>
                  </a:txBody>
                  <a:tcPr/>
                </a:tc>
                <a:tc>
                  <a:txBody>
                    <a:bodyPr/>
                    <a:lstStyle/>
                    <a:p>
                      <a:r>
                        <a:rPr lang="en-IN" dirty="0"/>
                        <a:t>62.35</a:t>
                      </a:r>
                    </a:p>
                  </a:txBody>
                  <a:tcPr/>
                </a:tc>
                <a:tc>
                  <a:txBody>
                    <a:bodyPr/>
                    <a:lstStyle/>
                    <a:p>
                      <a:r>
                        <a:rPr lang="en-IN" dirty="0"/>
                        <a:t>39.64</a:t>
                      </a:r>
                    </a:p>
                  </a:txBody>
                  <a:tcPr/>
                </a:tc>
                <a:tc>
                  <a:txBody>
                    <a:bodyPr/>
                    <a:lstStyle/>
                    <a:p>
                      <a:r>
                        <a:rPr lang="en-IN" dirty="0"/>
                        <a:t>25.11</a:t>
                      </a:r>
                    </a:p>
                  </a:txBody>
                  <a:tcPr/>
                </a:tc>
                <a:extLst>
                  <a:ext uri="{0D108BD9-81ED-4DB2-BD59-A6C34878D82A}">
                    <a16:rowId xmlns:a16="http://schemas.microsoft.com/office/drawing/2014/main" val="140378545"/>
                  </a:ext>
                </a:extLst>
              </a:tr>
              <a:tr h="957091">
                <a:tc>
                  <a:txBody>
                    <a:bodyPr/>
                    <a:lstStyle/>
                    <a:p>
                      <a:r>
                        <a:rPr lang="en-US" b="1" dirty="0"/>
                        <a:t>Avg DPR</a:t>
                      </a:r>
                      <a:endParaRPr lang="en-IN" b="1" dirty="0"/>
                    </a:p>
                  </a:txBody>
                  <a:tcPr/>
                </a:tc>
                <a:tc>
                  <a:txBody>
                    <a:bodyPr/>
                    <a:lstStyle/>
                    <a:p>
                      <a:endParaRPr lang="en-IN" b="1" dirty="0"/>
                    </a:p>
                  </a:txBody>
                  <a:tcPr/>
                </a:tc>
                <a:tc>
                  <a:txBody>
                    <a:bodyPr/>
                    <a:lstStyle/>
                    <a:p>
                      <a:r>
                        <a:rPr lang="en-IN" b="1" dirty="0"/>
                        <a:t>Last 5 years</a:t>
                      </a:r>
                    </a:p>
                    <a:p>
                      <a:r>
                        <a:rPr lang="en-IN" b="1" dirty="0"/>
                        <a:t>52/ 289.18</a:t>
                      </a:r>
                    </a:p>
                  </a:txBody>
                  <a:tcPr/>
                </a:tc>
                <a:tc>
                  <a:txBody>
                    <a:bodyPr/>
                    <a:lstStyle/>
                    <a:p>
                      <a:r>
                        <a:rPr lang="en-IN" b="1" dirty="0"/>
                        <a:t>= 17.98</a:t>
                      </a:r>
                    </a:p>
                  </a:txBody>
                  <a:tcPr/>
                </a:tc>
                <a:tc>
                  <a:txBody>
                    <a:bodyPr/>
                    <a:lstStyle/>
                    <a:p>
                      <a:r>
                        <a:rPr lang="en-IN" b="1" dirty="0"/>
                        <a:t>Last 3 years 40</a:t>
                      </a:r>
                      <a:r>
                        <a:rPr lang="en-IN" dirty="0"/>
                        <a:t>.90/224.43= </a:t>
                      </a:r>
                      <a:r>
                        <a:rPr lang="en-IN" b="1" dirty="0"/>
                        <a:t>18.22</a:t>
                      </a:r>
                    </a:p>
                  </a:txBody>
                  <a:tcPr/>
                </a:tc>
                <a:tc>
                  <a:txBody>
                    <a:bodyPr/>
                    <a:lstStyle/>
                    <a:p>
                      <a:r>
                        <a:rPr lang="en-IN" dirty="0">
                          <a:highlight>
                            <a:srgbClr val="FFFF00"/>
                          </a:highlight>
                        </a:rPr>
                        <a:t>Let us consider 20 %</a:t>
                      </a:r>
                    </a:p>
                  </a:txBody>
                  <a:tcPr/>
                </a:tc>
                <a:extLst>
                  <a:ext uri="{0D108BD9-81ED-4DB2-BD59-A6C34878D82A}">
                    <a16:rowId xmlns:a16="http://schemas.microsoft.com/office/drawing/2014/main" val="2626023215"/>
                  </a:ext>
                </a:extLst>
              </a:tr>
              <a:tr h="452497">
                <a:tc>
                  <a:txBody>
                    <a:bodyPr/>
                    <a:lstStyle/>
                    <a:p>
                      <a:r>
                        <a:rPr lang="en-US" dirty="0"/>
                        <a:t>ROE (IN %)</a:t>
                      </a:r>
                      <a:endParaRPr lang="en-IN" dirty="0"/>
                    </a:p>
                  </a:txBody>
                  <a:tcPr/>
                </a:tc>
                <a:tc>
                  <a:txBody>
                    <a:bodyPr/>
                    <a:lstStyle/>
                    <a:p>
                      <a:r>
                        <a:rPr lang="en-IN" dirty="0"/>
                        <a:t>16.87</a:t>
                      </a:r>
                    </a:p>
                  </a:txBody>
                  <a:tcPr/>
                </a:tc>
                <a:tc>
                  <a:txBody>
                    <a:bodyPr/>
                    <a:lstStyle/>
                    <a:p>
                      <a:r>
                        <a:rPr lang="en-IN" dirty="0"/>
                        <a:t>17.31</a:t>
                      </a:r>
                    </a:p>
                  </a:txBody>
                  <a:tcPr/>
                </a:tc>
                <a:tc>
                  <a:txBody>
                    <a:bodyPr/>
                    <a:lstStyle/>
                    <a:p>
                      <a:r>
                        <a:rPr lang="en-IN" dirty="0"/>
                        <a:t>16.80</a:t>
                      </a:r>
                    </a:p>
                  </a:txBody>
                  <a:tcPr/>
                </a:tc>
                <a:tc>
                  <a:txBody>
                    <a:bodyPr/>
                    <a:lstStyle/>
                    <a:p>
                      <a:r>
                        <a:rPr lang="en-IN" dirty="0"/>
                        <a:t>12.53</a:t>
                      </a:r>
                    </a:p>
                  </a:txBody>
                  <a:tcPr/>
                </a:tc>
                <a:tc>
                  <a:txBody>
                    <a:bodyPr/>
                    <a:lstStyle/>
                    <a:p>
                      <a:r>
                        <a:rPr lang="en-IN" dirty="0"/>
                        <a:t>8.89</a:t>
                      </a:r>
                    </a:p>
                  </a:txBody>
                  <a:tcPr/>
                </a:tc>
                <a:extLst>
                  <a:ext uri="{0D108BD9-81ED-4DB2-BD59-A6C34878D82A}">
                    <a16:rowId xmlns:a16="http://schemas.microsoft.com/office/drawing/2014/main" val="273533125"/>
                  </a:ext>
                </a:extLst>
              </a:tr>
              <a:tr h="823255">
                <a:tc>
                  <a:txBody>
                    <a:bodyPr/>
                    <a:lstStyle/>
                    <a:p>
                      <a:r>
                        <a:rPr lang="en-US" b="1" dirty="0" err="1"/>
                        <a:t>Avg.ROE</a:t>
                      </a:r>
                      <a:endParaRPr lang="en-IN" b="1" dirty="0"/>
                    </a:p>
                  </a:txBody>
                  <a:tcPr/>
                </a:tc>
                <a:tc>
                  <a:txBody>
                    <a:bodyPr/>
                    <a:lstStyle/>
                    <a:p>
                      <a:r>
                        <a:rPr lang="en-IN" b="1" dirty="0"/>
                        <a:t>14.48</a:t>
                      </a:r>
                    </a:p>
                  </a:txBody>
                  <a:tcPr/>
                </a:tc>
                <a:tc>
                  <a:txBody>
                    <a:bodyPr/>
                    <a:lstStyle/>
                    <a:p>
                      <a:endParaRPr lang="en-IN" dirty="0"/>
                    </a:p>
                  </a:txBody>
                  <a:tcPr/>
                </a:tc>
                <a:tc>
                  <a:txBody>
                    <a:bodyPr/>
                    <a:lstStyle/>
                    <a:p>
                      <a:r>
                        <a:rPr lang="en-IN" b="1" dirty="0"/>
                        <a:t>Consider </a:t>
                      </a:r>
                      <a:r>
                        <a:rPr lang="en-IN" b="1" dirty="0" err="1"/>
                        <a:t>st</a:t>
                      </a:r>
                      <a:r>
                        <a:rPr lang="en-IN" b="1" dirty="0"/>
                        <a:t>/phase ROE of 12%</a:t>
                      </a:r>
                    </a:p>
                  </a:txBody>
                  <a:tcPr/>
                </a:tc>
                <a:tc>
                  <a:txBody>
                    <a:bodyPr/>
                    <a:lstStyle/>
                    <a:p>
                      <a:r>
                        <a:rPr lang="en-IN" b="1" dirty="0" err="1"/>
                        <a:t>St.phase</a:t>
                      </a:r>
                      <a:r>
                        <a:rPr lang="en-IN" b="1" dirty="0"/>
                        <a:t> DPR of 60%</a:t>
                      </a:r>
                    </a:p>
                  </a:txBody>
                  <a:tcPr/>
                </a:tc>
                <a:tc>
                  <a:txBody>
                    <a:bodyPr/>
                    <a:lstStyle/>
                    <a:p>
                      <a:endParaRPr lang="en-IN" dirty="0"/>
                    </a:p>
                  </a:txBody>
                  <a:tcPr/>
                </a:tc>
                <a:extLst>
                  <a:ext uri="{0D108BD9-81ED-4DB2-BD59-A6C34878D82A}">
                    <a16:rowId xmlns:a16="http://schemas.microsoft.com/office/drawing/2014/main" val="873779838"/>
                  </a:ext>
                </a:extLst>
              </a:tr>
              <a:tr h="1013797">
                <a:tc>
                  <a:txBody>
                    <a:bodyPr/>
                    <a:lstStyle/>
                    <a:p>
                      <a:r>
                        <a:rPr lang="en-US" b="1" dirty="0"/>
                        <a:t>Fundamental Growth rate (in %)</a:t>
                      </a:r>
                      <a:endParaRPr lang="en-IN" b="1" dirty="0"/>
                    </a:p>
                  </a:txBody>
                  <a:tcPr/>
                </a:tc>
                <a:tc>
                  <a:txBody>
                    <a:bodyPr/>
                    <a:lstStyle/>
                    <a:p>
                      <a:r>
                        <a:rPr lang="en-IN" b="1" dirty="0"/>
                        <a:t>14.48 ( 1-0.2)=</a:t>
                      </a:r>
                    </a:p>
                  </a:txBody>
                  <a:tcPr/>
                </a:tc>
                <a:tc>
                  <a:txBody>
                    <a:bodyPr/>
                    <a:lstStyle/>
                    <a:p>
                      <a:r>
                        <a:rPr lang="en-IN" b="1" dirty="0"/>
                        <a:t>11.58</a:t>
                      </a:r>
                    </a:p>
                    <a:p>
                      <a:r>
                        <a:rPr lang="en-IN" b="1" dirty="0">
                          <a:highlight>
                            <a:srgbClr val="FFFF00"/>
                          </a:highlight>
                        </a:rPr>
                        <a:t>assume it as a 2 stage firm</a:t>
                      </a:r>
                    </a:p>
                  </a:txBody>
                  <a:tcPr/>
                </a:tc>
                <a:tc>
                  <a:txBody>
                    <a:bodyPr/>
                    <a:lstStyle/>
                    <a:p>
                      <a:r>
                        <a:rPr lang="en-IN" b="1" dirty="0"/>
                        <a:t>St phase g= 4.8%</a:t>
                      </a:r>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859424804"/>
                  </a:ext>
                </a:extLst>
              </a:tr>
              <a:tr h="1115744">
                <a:tc>
                  <a:txBody>
                    <a:bodyPr/>
                    <a:lstStyle/>
                    <a:p>
                      <a:r>
                        <a:rPr lang="en-US" b="1" dirty="0"/>
                        <a:t>COE</a:t>
                      </a:r>
                      <a:endParaRPr lang="en-IN" b="1" dirty="0"/>
                    </a:p>
                  </a:txBody>
                  <a:tcPr/>
                </a:tc>
                <a:tc>
                  <a:txBody>
                    <a:bodyPr/>
                    <a:lstStyle/>
                    <a:p>
                      <a:r>
                        <a:rPr lang="en-IN" b="1" dirty="0"/>
                        <a:t>Current Beta 0.92 on 2 January 2026</a:t>
                      </a:r>
                    </a:p>
                  </a:txBody>
                  <a:tcPr/>
                </a:tc>
                <a:tc>
                  <a:txBody>
                    <a:bodyPr/>
                    <a:lstStyle/>
                    <a:p>
                      <a:endParaRPr lang="en-IN" b="1" dirty="0"/>
                    </a:p>
                  </a:txBody>
                  <a:tcPr/>
                </a:tc>
                <a:tc>
                  <a:txBody>
                    <a:bodyPr/>
                    <a:lstStyle/>
                    <a:p>
                      <a:r>
                        <a:rPr lang="en-IN" b="1" dirty="0"/>
                        <a:t>WE may assume stable phase COE of 12 % </a:t>
                      </a:r>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096634457"/>
                  </a:ext>
                </a:extLst>
              </a:tr>
            </a:tbl>
          </a:graphicData>
        </a:graphic>
      </p:graphicFrame>
    </p:spTree>
    <p:extLst>
      <p:ext uri="{BB962C8B-B14F-4D97-AF65-F5344CB8AC3E}">
        <p14:creationId xmlns:p14="http://schemas.microsoft.com/office/powerpoint/2010/main" val="2176801697"/>
      </p:ext>
    </p:extLst>
  </p:cSld>
  <p:clrMapOvr>
    <a:masterClrMapping/>
  </p:clrMapOvr>
</p:sld>
</file>

<file path=ppt/slides/slide4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1C4A7-CC7D-4D53-1544-AE0AFBF434F7}"/>
              </a:ext>
            </a:extLst>
          </p:cNvPr>
          <p:cNvSpPr>
            <a:spLocks noGrp="1"/>
          </p:cNvSpPr>
          <p:nvPr>
            <p:ph type="title"/>
          </p:nvPr>
        </p:nvSpPr>
        <p:spPr/>
        <p:txBody>
          <a:bodyPr/>
          <a:lstStyle/>
          <a:p>
            <a:r>
              <a:rPr lang="en-US" b="1" dirty="0"/>
              <a:t>If we Assume SBI as a 2 stage growth firm  </a:t>
            </a:r>
          </a:p>
        </p:txBody>
      </p:sp>
      <p:sp>
        <p:nvSpPr>
          <p:cNvPr id="3" name="Content Placeholder 2">
            <a:extLst>
              <a:ext uri="{FF2B5EF4-FFF2-40B4-BE49-F238E27FC236}">
                <a16:creationId xmlns:a16="http://schemas.microsoft.com/office/drawing/2014/main" id="{67A09F74-466A-3C4C-AE78-C3B0BDC4A469}"/>
              </a:ext>
            </a:extLst>
          </p:cNvPr>
          <p:cNvSpPr>
            <a:spLocks noGrp="1"/>
          </p:cNvSpPr>
          <p:nvPr>
            <p:ph idx="1"/>
          </p:nvPr>
        </p:nvSpPr>
        <p:spPr/>
        <p:txBody>
          <a:bodyPr/>
          <a:lstStyle/>
          <a:p>
            <a:r>
              <a:rPr lang="en-US" dirty="0"/>
              <a:t>Growth Rate- HG phase = 11.58 % ; DPR HG phase @ 20 %</a:t>
            </a:r>
          </a:p>
          <a:p>
            <a:r>
              <a:rPr lang="en-US" dirty="0"/>
              <a:t>ROE hg =  14.48 %</a:t>
            </a:r>
          </a:p>
          <a:p>
            <a:r>
              <a:rPr lang="en-US" dirty="0"/>
              <a:t>Length of HG phase = 10 years </a:t>
            </a:r>
          </a:p>
          <a:p>
            <a:r>
              <a:rPr lang="en-US" dirty="0"/>
              <a:t>COE hg = </a:t>
            </a:r>
            <a:r>
              <a:rPr lang="en-US" b="1" dirty="0"/>
              <a:t>7.35 % + ( 0.92 * 7.46 ) = 14.21 %</a:t>
            </a:r>
          </a:p>
          <a:p>
            <a:r>
              <a:rPr lang="en-US" dirty="0"/>
              <a:t>Stable Phase growth rate = 4.8%</a:t>
            </a:r>
          </a:p>
          <a:p>
            <a:r>
              <a:rPr lang="en-US" dirty="0"/>
              <a:t>Stable phase DPR = 60 %</a:t>
            </a:r>
          </a:p>
          <a:p>
            <a:r>
              <a:rPr lang="en-US" dirty="0"/>
              <a:t>Stable phase COE = ROE= 12 %</a:t>
            </a:r>
          </a:p>
        </p:txBody>
      </p:sp>
    </p:spTree>
    <p:extLst>
      <p:ext uri="{BB962C8B-B14F-4D97-AF65-F5344CB8AC3E}">
        <p14:creationId xmlns:p14="http://schemas.microsoft.com/office/powerpoint/2010/main" val="1640153594"/>
      </p:ext>
    </p:extLst>
  </p:cSld>
  <p:clrMapOvr>
    <a:masterClrMapping/>
  </p:clrMapOvr>
</p:sld>
</file>

<file path=ppt/slides/slide4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EF053-7451-C1C1-0A5D-2649C7388506}"/>
              </a:ext>
            </a:extLst>
          </p:cNvPr>
          <p:cNvSpPr>
            <a:spLocks noGrp="1"/>
          </p:cNvSpPr>
          <p:nvPr>
            <p:ph type="title"/>
          </p:nvPr>
        </p:nvSpPr>
        <p:spPr/>
        <p:txBody>
          <a:bodyPr/>
          <a:lstStyle/>
          <a:p>
            <a:r>
              <a:rPr lang="en-US" dirty="0">
                <a:highlight>
                  <a:srgbClr val="FFFF00"/>
                </a:highlight>
              </a:rPr>
              <a:t>PB ratio for SBI as a 2- stage firm</a:t>
            </a:r>
            <a:r>
              <a:rPr lang="en-US" dirty="0"/>
              <a:t> – </a:t>
            </a:r>
            <a:r>
              <a:rPr lang="en-US" b="1" dirty="0"/>
              <a:t>HG PB </a:t>
            </a:r>
          </a:p>
        </p:txBody>
      </p:sp>
      <p:sp>
        <p:nvSpPr>
          <p:cNvPr id="3" name="Content Placeholder 2">
            <a:extLst>
              <a:ext uri="{FF2B5EF4-FFF2-40B4-BE49-F238E27FC236}">
                <a16:creationId xmlns:a16="http://schemas.microsoft.com/office/drawing/2014/main" id="{2D8D5E20-17F1-CF9C-EED3-320CAB6D8191}"/>
              </a:ext>
            </a:extLst>
          </p:cNvPr>
          <p:cNvSpPr>
            <a:spLocks noGrp="1"/>
          </p:cNvSpPr>
          <p:nvPr>
            <p:ph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0.1448 [  0.20*(1.1158) *( 1- [ {1.1158}^</a:t>
            </a:r>
            <a:r>
              <a:rPr lang="en-US" sz="2400" dirty="0">
                <a:solidFill>
                  <a:prstClr val="black"/>
                </a:solidFill>
                <a:latin typeface="Calibri" panose="020F0502020204030204"/>
              </a:rPr>
              <a:t>10</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{1.1421}^</a:t>
            </a:r>
            <a:r>
              <a:rPr lang="en-US" sz="2400" dirty="0">
                <a:solidFill>
                  <a:prstClr val="black"/>
                </a:solidFill>
                <a:latin typeface="Calibri" panose="020F0502020204030204"/>
              </a:rPr>
              <a:t>10</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0.1421 – 0.1158</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0.1448* 0.20* (1.1158) (1-{</a:t>
            </a:r>
            <a:r>
              <a:rPr lang="en-US" sz="2400" dirty="0">
                <a:solidFill>
                  <a:prstClr val="black"/>
                </a:solidFill>
                <a:latin typeface="Calibri" panose="020F0502020204030204"/>
              </a:rPr>
              <a:t>2.9913</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/3.7761}) /  0.0263  =0.0067/0.0263</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0.2548 times </a:t>
            </a:r>
          </a:p>
          <a:p>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AA508568-B47E-5AC7-7BEE-F924727F4EB3}"/>
                  </a:ext>
                </a:extLst>
              </p14:cNvPr>
              <p14:cNvContentPartPr/>
              <p14:nvPr/>
            </p14:nvContentPartPr>
            <p14:xfrm>
              <a:off x="1799640" y="4685400"/>
              <a:ext cx="1752480" cy="397440"/>
            </p14:xfrm>
          </p:contentPart>
        </mc:Choice>
        <mc:Fallback xmlns="">
          <p:pic>
            <p:nvPicPr>
              <p:cNvPr id="4" name="Ink 3">
                <a:extLst>
                  <a:ext uri="{FF2B5EF4-FFF2-40B4-BE49-F238E27FC236}">
                    <a16:creationId xmlns:a16="http://schemas.microsoft.com/office/drawing/2014/main" id="{AA508568-B47E-5AC7-7BEE-F924727F4EB3}"/>
                  </a:ext>
                </a:extLst>
              </p:cNvPr>
              <p:cNvPicPr/>
              <p:nvPr/>
            </p:nvPicPr>
            <p:blipFill>
              <a:blip r:embed="rId3"/>
              <a:stretch>
                <a:fillRect/>
              </a:stretch>
            </p:blipFill>
            <p:spPr>
              <a:xfrm>
                <a:off x="1790280" y="4676040"/>
                <a:ext cx="1771200" cy="416160"/>
              </a:xfrm>
              <a:prstGeom prst="rect">
                <a:avLst/>
              </a:prstGeom>
            </p:spPr>
          </p:pic>
        </mc:Fallback>
      </mc:AlternateContent>
    </p:spTree>
    <p:extLst>
      <p:ext uri="{BB962C8B-B14F-4D97-AF65-F5344CB8AC3E}">
        <p14:creationId xmlns:p14="http://schemas.microsoft.com/office/powerpoint/2010/main" val="557260902"/>
      </p:ext>
    </p:extLst>
  </p:cSld>
  <p:clrMapOvr>
    <a:masterClrMapping/>
  </p:clrMapOvr>
</p:sld>
</file>

<file path=ppt/slides/slide4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4E17E-6EBB-6659-275E-9DA3B2015B04}"/>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highlight>
                  <a:srgbClr val="FFFF00"/>
                </a:highlight>
                <a:uLnTx/>
                <a:uFillTx/>
                <a:latin typeface="Calibri Light" panose="020F0302020204030204"/>
                <a:ea typeface="+mj-ea"/>
                <a:cs typeface="+mj-cs"/>
              </a:rPr>
              <a:t>PB ratio for SBI as a 2 -stage firm </a:t>
            </a:r>
            <a:b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              – </a:t>
            </a:r>
            <a:r>
              <a:rPr lang="en-US" b="1" dirty="0">
                <a:solidFill>
                  <a:prstClr val="black"/>
                </a:solidFill>
                <a:latin typeface="Calibri Light" panose="020F0302020204030204"/>
              </a:rPr>
              <a:t>Stable Phase</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PB </a:t>
            </a:r>
            <a:endParaRPr lang="en-US" dirty="0"/>
          </a:p>
        </p:txBody>
      </p:sp>
      <p:sp>
        <p:nvSpPr>
          <p:cNvPr id="3" name="Content Placeholder 2">
            <a:extLst>
              <a:ext uri="{FF2B5EF4-FFF2-40B4-BE49-F238E27FC236}">
                <a16:creationId xmlns:a16="http://schemas.microsoft.com/office/drawing/2014/main" id="{B8968A9A-7C88-2B8E-BEC8-B2865D55F3EC}"/>
              </a:ext>
            </a:extLst>
          </p:cNvPr>
          <p:cNvSpPr>
            <a:spLocks noGrp="1"/>
          </p:cNvSpPr>
          <p:nvPr>
            <p:ph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PB in Stable Phase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ROE *            [DPR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 g hg)^n * (1+g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COE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g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(1+ COE  hg)^n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ROE hg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dirty="0">
                <a:solidFill>
                  <a:prstClr val="black"/>
                </a:solidFill>
                <a:latin typeface="Calibri" panose="020F0502020204030204"/>
              </a:rPr>
              <a:t>14.48</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DPR </a:t>
            </a:r>
            <a:r>
              <a:rPr kumimoji="0" lang="en-US" sz="2800" b="1"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60% ;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g </a:t>
            </a:r>
            <a:r>
              <a:rPr kumimoji="0" lang="en-US" sz="2800" b="1"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4.8% ;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g hg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dirty="0">
                <a:solidFill>
                  <a:prstClr val="black"/>
                </a:solidFill>
                <a:latin typeface="Calibri" panose="020F0502020204030204"/>
              </a:rPr>
              <a:t>11.58</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COE </a:t>
            </a:r>
            <a:r>
              <a:rPr kumimoji="0" lang="en-US" sz="2800" b="1"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6% + 1(6) = 12 % ;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length of HG phase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10 years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COE hg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14.21 %</a:t>
            </a:r>
          </a:p>
          <a:p>
            <a:endParaRPr lang="en-US" dirty="0"/>
          </a:p>
        </p:txBody>
      </p:sp>
    </p:spTree>
    <p:extLst>
      <p:ext uri="{BB962C8B-B14F-4D97-AF65-F5344CB8AC3E}">
        <p14:creationId xmlns:p14="http://schemas.microsoft.com/office/powerpoint/2010/main" val="1223355197"/>
      </p:ext>
    </p:extLst>
  </p:cSld>
  <p:clrMapOvr>
    <a:masterClrMapping/>
  </p:clrMapOvr>
</p:sld>
</file>

<file path=ppt/slides/slide4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42470-5C2B-EE6A-6ED0-0C6C52517079}"/>
              </a:ext>
            </a:extLst>
          </p:cNvPr>
          <p:cNvSpPr>
            <a:spLocks noGrp="1"/>
          </p:cNvSpPr>
          <p:nvPr>
            <p:ph type="title"/>
          </p:nvPr>
        </p:nvSpPr>
        <p:spPr/>
        <p:txBody>
          <a:bodyPr/>
          <a:lstStyle/>
          <a:p>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PB ratio for SBI as a 2 -stage firm </a:t>
            </a:r>
            <a:b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              – </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Stable Phase PB </a:t>
            </a:r>
            <a:endParaRPr lang="en-US" dirty="0"/>
          </a:p>
        </p:txBody>
      </p:sp>
      <p:sp>
        <p:nvSpPr>
          <p:cNvPr id="3" name="Content Placeholder 2">
            <a:extLst>
              <a:ext uri="{FF2B5EF4-FFF2-40B4-BE49-F238E27FC236}">
                <a16:creationId xmlns:a16="http://schemas.microsoft.com/office/drawing/2014/main" id="{8DBE1136-A039-F757-7687-CB9B0DC8FA69}"/>
              </a:ext>
            </a:extLst>
          </p:cNvPr>
          <p:cNvSpPr>
            <a:spLocks noGrp="1"/>
          </p:cNvSpPr>
          <p:nvPr>
            <p:ph idx="1"/>
          </p:nvPr>
        </p:nvSpPr>
        <p:spPr/>
        <p:txBody>
          <a:bodyPr>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0.1448 *            [0.60 *(1.1158)^10 * (1.048)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( 0.12 – 0.048) * (1.1421)^</a:t>
            </a:r>
            <a:r>
              <a:rPr lang="en-US" sz="2400" dirty="0">
                <a:solidFill>
                  <a:prstClr val="black"/>
                </a:solidFill>
                <a:latin typeface="Calibri" panose="020F0502020204030204"/>
              </a:rPr>
              <a:t>10</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0.1448 (0.60) (</a:t>
            </a:r>
            <a:r>
              <a:rPr lang="en-US" sz="2400" dirty="0">
                <a:solidFill>
                  <a:prstClr val="black"/>
                </a:solidFill>
                <a:latin typeface="Calibri" panose="020F0502020204030204"/>
              </a:rPr>
              <a:t>2.9913</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(1.048)/</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(0.072) (3.7761) =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0.2724/0.2719 = </a:t>
            </a:r>
            <a:r>
              <a:rPr lang="en-US" sz="2400" b="1" dirty="0">
                <a:solidFill>
                  <a:prstClr val="black"/>
                </a:solidFill>
                <a:latin typeface="Calibri" panose="020F0502020204030204"/>
              </a:rPr>
              <a:t>1.0018</a:t>
            </a:r>
            <a:endPar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p:txBody>
      </p:sp>
    </p:spTree>
    <p:extLst>
      <p:ext uri="{BB962C8B-B14F-4D97-AF65-F5344CB8AC3E}">
        <p14:creationId xmlns:p14="http://schemas.microsoft.com/office/powerpoint/2010/main" val="882595588"/>
      </p:ext>
    </p:extLst>
  </p:cSld>
  <p:clrMapOvr>
    <a:masterClrMapping/>
  </p:clrMapOvr>
</p:sld>
</file>

<file path=ppt/slides/slide4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0CD77-4EF9-0066-15E7-7E9FA1F78195}"/>
              </a:ext>
            </a:extLst>
          </p:cNvPr>
          <p:cNvSpPr>
            <a:spLocks noGrp="1"/>
          </p:cNvSpPr>
          <p:nvPr>
            <p:ph type="title"/>
          </p:nvPr>
        </p:nvSpPr>
        <p:spPr/>
        <p:txBody>
          <a:bodyPr/>
          <a:lstStyle/>
          <a:p>
            <a:r>
              <a:rPr lang="en-US" b="1" dirty="0"/>
              <a:t> PB of SBI – as a  2 –stage firm </a:t>
            </a:r>
          </a:p>
        </p:txBody>
      </p:sp>
      <p:sp>
        <p:nvSpPr>
          <p:cNvPr id="3" name="Content Placeholder 2">
            <a:extLst>
              <a:ext uri="{FF2B5EF4-FFF2-40B4-BE49-F238E27FC236}">
                <a16:creationId xmlns:a16="http://schemas.microsoft.com/office/drawing/2014/main" id="{A636D898-1563-321B-AD9D-16FD2EE00603}"/>
              </a:ext>
            </a:extLst>
          </p:cNvPr>
          <p:cNvSpPr>
            <a:spLocks noGrp="1"/>
          </p:cNvSpPr>
          <p:nvPr>
            <p:ph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200" b="1" i="0" u="none" strike="noStrike" kern="1200" cap="none" spc="0" normalizeH="0" baseline="0" noProof="0" dirty="0">
                <a:ln>
                  <a:noFill/>
                </a:ln>
                <a:solidFill>
                  <a:prstClr val="black"/>
                </a:solidFill>
                <a:effectLst/>
                <a:uLnTx/>
                <a:uFillTx/>
                <a:latin typeface="Calibri" panose="020F0502020204030204"/>
                <a:ea typeface="+mn-ea"/>
                <a:cs typeface="+mn-cs"/>
              </a:rPr>
              <a:t>Total PB ratio = 0.2548+ </a:t>
            </a:r>
            <a:r>
              <a:rPr lang="en-US" sz="2200" b="1" dirty="0">
                <a:solidFill>
                  <a:prstClr val="black"/>
                </a:solidFill>
                <a:latin typeface="Calibri" panose="020F0502020204030204"/>
              </a:rPr>
              <a:t>1.0018</a:t>
            </a:r>
            <a:r>
              <a:rPr kumimoji="0" lang="en-US" sz="2200" b="1" i="0" u="none" strike="noStrike" kern="1200" cap="none" spc="0" normalizeH="0" baseline="0" noProof="0" dirty="0">
                <a:ln>
                  <a:noFill/>
                </a:ln>
                <a:solidFill>
                  <a:prstClr val="black"/>
                </a:solidFill>
                <a:effectLst/>
                <a:uLnTx/>
                <a:uFillTx/>
                <a:latin typeface="Calibri" panose="020F0502020204030204"/>
                <a:ea typeface="+mn-ea"/>
                <a:cs typeface="+mn-cs"/>
              </a:rPr>
              <a:t> = </a:t>
            </a:r>
            <a:r>
              <a:rPr lang="en-US" sz="2200" b="1" dirty="0">
                <a:solidFill>
                  <a:prstClr val="black"/>
                </a:solidFill>
                <a:latin typeface="Calibri" panose="020F0502020204030204"/>
              </a:rPr>
              <a:t>1.2566</a:t>
            </a:r>
            <a:r>
              <a:rPr kumimoji="0" lang="en-US" sz="2200" b="1" i="0" u="none" strike="noStrike" kern="1200" cap="none" spc="0" normalizeH="0" baseline="0" noProof="0" dirty="0">
                <a:ln>
                  <a:noFill/>
                </a:ln>
                <a:solidFill>
                  <a:prstClr val="black"/>
                </a:solidFill>
                <a:effectLst/>
                <a:uLnTx/>
                <a:uFillTx/>
                <a:latin typeface="Calibri" panose="020F0502020204030204"/>
                <a:ea typeface="+mn-ea"/>
                <a:cs typeface="+mn-cs"/>
              </a:rPr>
              <a:t>  times= 1.26 times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200" b="1"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BPS 2025</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INR 515.07</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Predicted price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515.07*1.26*(1+ 0.1421/360 *</a:t>
            </a:r>
            <a:r>
              <a:rPr lang="en-US" dirty="0">
                <a:solidFill>
                  <a:prstClr val="black"/>
                </a:solidFill>
                <a:latin typeface="Calibri" panose="020F0502020204030204"/>
              </a:rPr>
              <a:t>272</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1.11) = </a:t>
            </a:r>
            <a:r>
              <a:rPr kumimoji="0" lang="en-US" sz="2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INR </a:t>
            </a:r>
            <a:r>
              <a:rPr lang="en-US" dirty="0">
                <a:solidFill>
                  <a:prstClr val="black"/>
                </a:solidFill>
                <a:highlight>
                  <a:srgbClr val="FFFF00"/>
                </a:highlight>
                <a:latin typeface="Calibri" panose="020F0502020204030204"/>
              </a:rPr>
              <a:t>720.38</a:t>
            </a:r>
            <a:r>
              <a:rPr kumimoji="0" lang="en-US" sz="2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vs  </a:t>
            </a:r>
            <a:r>
              <a:rPr kumimoji="0" lang="en-US" sz="28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INR 589.50 as a stable growth firm</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Actual Price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INR 968.95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on 2 January 2026</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52 Week LH :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680.00</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to </a:t>
            </a:r>
            <a:r>
              <a:rPr lang="en-US" b="1" dirty="0">
                <a:solidFill>
                  <a:prstClr val="black"/>
                </a:solidFill>
                <a:latin typeface="Calibri" panose="020F0502020204030204"/>
              </a:rPr>
              <a:t>1009.50</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Overvalued </a:t>
            </a:r>
            <a:endParaRPr kumimoji="0" lang="en-IN" sz="28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200" b="1"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AF173221-5586-BFD3-E6C7-F6183C51130A}"/>
                  </a:ext>
                </a:extLst>
              </p14:cNvPr>
              <p14:cNvContentPartPr/>
              <p14:nvPr/>
            </p14:nvContentPartPr>
            <p14:xfrm>
              <a:off x="9099000" y="4171680"/>
              <a:ext cx="323640" cy="43920"/>
            </p14:xfrm>
          </p:contentPart>
        </mc:Choice>
        <mc:Fallback xmlns="">
          <p:pic>
            <p:nvPicPr>
              <p:cNvPr id="4" name="Ink 3">
                <a:extLst>
                  <a:ext uri="{FF2B5EF4-FFF2-40B4-BE49-F238E27FC236}">
                    <a16:creationId xmlns:a16="http://schemas.microsoft.com/office/drawing/2014/main" id="{AF173221-5586-BFD3-E6C7-F6183C51130A}"/>
                  </a:ext>
                </a:extLst>
              </p:cNvPr>
              <p:cNvPicPr/>
              <p:nvPr/>
            </p:nvPicPr>
            <p:blipFill>
              <a:blip r:embed="rId3"/>
              <a:stretch>
                <a:fillRect/>
              </a:stretch>
            </p:blipFill>
            <p:spPr>
              <a:xfrm>
                <a:off x="9089640" y="4162320"/>
                <a:ext cx="342360" cy="62640"/>
              </a:xfrm>
              <a:prstGeom prst="rect">
                <a:avLst/>
              </a:prstGeom>
            </p:spPr>
          </p:pic>
        </mc:Fallback>
      </mc:AlternateContent>
    </p:spTree>
    <p:extLst>
      <p:ext uri="{BB962C8B-B14F-4D97-AF65-F5344CB8AC3E}">
        <p14:creationId xmlns:p14="http://schemas.microsoft.com/office/powerpoint/2010/main" val="427975372"/>
      </p:ext>
    </p:extLst>
  </p:cSld>
  <p:clrMapOvr>
    <a:masterClrMapping/>
  </p:clrMapOvr>
</p:sld>
</file>

<file path=ppt/slides/slide4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50871-86D0-480A-BB9C-D03545B9D21E}"/>
              </a:ext>
            </a:extLst>
          </p:cNvPr>
          <p:cNvSpPr>
            <a:spLocks noGrp="1"/>
          </p:cNvSpPr>
          <p:nvPr>
            <p:ph type="title"/>
          </p:nvPr>
        </p:nvSpPr>
        <p:spPr/>
        <p:txBody>
          <a:bodyPr/>
          <a:lstStyle/>
          <a:p>
            <a:pPr algn="ctr"/>
            <a:r>
              <a:rPr lang="en-US" b="1" dirty="0"/>
              <a:t>PB Ratio for </a:t>
            </a:r>
            <a:r>
              <a:rPr lang="en-US" b="1" u="sng" dirty="0"/>
              <a:t>MRF Ltd </a:t>
            </a:r>
            <a:r>
              <a:rPr lang="en-US" b="1" dirty="0"/>
              <a:t>(consolidated financials) </a:t>
            </a:r>
            <a:endParaRPr lang="en-IN" b="1" dirty="0"/>
          </a:p>
        </p:txBody>
      </p:sp>
      <p:graphicFrame>
        <p:nvGraphicFramePr>
          <p:cNvPr id="4" name="Table 4">
            <a:extLst>
              <a:ext uri="{FF2B5EF4-FFF2-40B4-BE49-F238E27FC236}">
                <a16:creationId xmlns:a16="http://schemas.microsoft.com/office/drawing/2014/main" id="{789ED2BF-FB6C-4545-A64E-65E5E257F26E}"/>
              </a:ext>
            </a:extLst>
          </p:cNvPr>
          <p:cNvGraphicFramePr>
            <a:graphicFrameLocks noGrp="1"/>
          </p:cNvGraphicFramePr>
          <p:nvPr>
            <p:ph idx="1"/>
            <p:extLst>
              <p:ext uri="{D42A27DB-BD31-4B8C-83A1-F6EECF244321}">
                <p14:modId xmlns:p14="http://schemas.microsoft.com/office/powerpoint/2010/main" val="3990967835"/>
              </p:ext>
            </p:extLst>
          </p:nvPr>
        </p:nvGraphicFramePr>
        <p:xfrm>
          <a:off x="836908" y="1368425"/>
          <a:ext cx="10516892" cy="4597400"/>
        </p:xfrm>
        <a:graphic>
          <a:graphicData uri="http://schemas.openxmlformats.org/drawingml/2006/table">
            <a:tbl>
              <a:tblPr firstRow="1" bandRow="1">
                <a:tableStyleId>{5C22544A-7EE6-4342-B048-85BDC9FD1C3A}</a:tableStyleId>
              </a:tblPr>
              <a:tblGrid>
                <a:gridCol w="1753892">
                  <a:extLst>
                    <a:ext uri="{9D8B030D-6E8A-4147-A177-3AD203B41FA5}">
                      <a16:colId xmlns:a16="http://schemas.microsoft.com/office/drawing/2014/main" val="3700255004"/>
                    </a:ext>
                  </a:extLst>
                </a:gridCol>
                <a:gridCol w="1752600">
                  <a:extLst>
                    <a:ext uri="{9D8B030D-6E8A-4147-A177-3AD203B41FA5}">
                      <a16:colId xmlns:a16="http://schemas.microsoft.com/office/drawing/2014/main" val="3020260118"/>
                    </a:ext>
                  </a:extLst>
                </a:gridCol>
                <a:gridCol w="1752600">
                  <a:extLst>
                    <a:ext uri="{9D8B030D-6E8A-4147-A177-3AD203B41FA5}">
                      <a16:colId xmlns:a16="http://schemas.microsoft.com/office/drawing/2014/main" val="770813726"/>
                    </a:ext>
                  </a:extLst>
                </a:gridCol>
                <a:gridCol w="1752600">
                  <a:extLst>
                    <a:ext uri="{9D8B030D-6E8A-4147-A177-3AD203B41FA5}">
                      <a16:colId xmlns:a16="http://schemas.microsoft.com/office/drawing/2014/main" val="1525203245"/>
                    </a:ext>
                  </a:extLst>
                </a:gridCol>
                <a:gridCol w="1752600">
                  <a:extLst>
                    <a:ext uri="{9D8B030D-6E8A-4147-A177-3AD203B41FA5}">
                      <a16:colId xmlns:a16="http://schemas.microsoft.com/office/drawing/2014/main" val="4184476041"/>
                    </a:ext>
                  </a:extLst>
                </a:gridCol>
                <a:gridCol w="1752600">
                  <a:extLst>
                    <a:ext uri="{9D8B030D-6E8A-4147-A177-3AD203B41FA5}">
                      <a16:colId xmlns:a16="http://schemas.microsoft.com/office/drawing/2014/main" val="3774886441"/>
                    </a:ext>
                  </a:extLst>
                </a:gridCol>
              </a:tblGrid>
              <a:tr h="370840">
                <a:tc>
                  <a:txBody>
                    <a:bodyPr/>
                    <a:lstStyle/>
                    <a:p>
                      <a:r>
                        <a:rPr lang="en-US" dirty="0"/>
                        <a:t>Particulars</a:t>
                      </a:r>
                      <a:endParaRPr lang="en-IN" dirty="0"/>
                    </a:p>
                  </a:txBody>
                  <a:tcPr/>
                </a:tc>
                <a:tc>
                  <a:txBody>
                    <a:bodyPr/>
                    <a:lstStyle/>
                    <a:p>
                      <a:r>
                        <a:rPr lang="en-IN" dirty="0"/>
                        <a:t>2025</a:t>
                      </a:r>
                    </a:p>
                  </a:txBody>
                  <a:tcPr/>
                </a:tc>
                <a:tc>
                  <a:txBody>
                    <a:bodyPr/>
                    <a:lstStyle/>
                    <a:p>
                      <a:r>
                        <a:rPr lang="en-IN" dirty="0"/>
                        <a:t>2024</a:t>
                      </a:r>
                    </a:p>
                  </a:txBody>
                  <a:tcPr/>
                </a:tc>
                <a:tc>
                  <a:txBody>
                    <a:bodyPr/>
                    <a:lstStyle/>
                    <a:p>
                      <a:r>
                        <a:rPr lang="en-IN" dirty="0"/>
                        <a:t>2023</a:t>
                      </a:r>
                    </a:p>
                  </a:txBody>
                  <a:tcPr/>
                </a:tc>
                <a:tc>
                  <a:txBody>
                    <a:bodyPr/>
                    <a:lstStyle/>
                    <a:p>
                      <a:r>
                        <a:rPr lang="en-US" dirty="0"/>
                        <a:t>2022</a:t>
                      </a:r>
                      <a:endParaRPr lang="en-IN" dirty="0"/>
                    </a:p>
                  </a:txBody>
                  <a:tcPr/>
                </a:tc>
                <a:tc>
                  <a:txBody>
                    <a:bodyPr/>
                    <a:lstStyle/>
                    <a:p>
                      <a:r>
                        <a:rPr lang="en-US" dirty="0"/>
                        <a:t>2021</a:t>
                      </a:r>
                      <a:endParaRPr lang="en-IN" dirty="0"/>
                    </a:p>
                  </a:txBody>
                  <a:tcPr/>
                </a:tc>
                <a:extLst>
                  <a:ext uri="{0D108BD9-81ED-4DB2-BD59-A6C34878D82A}">
                    <a16:rowId xmlns:a16="http://schemas.microsoft.com/office/drawing/2014/main" val="1703490265"/>
                  </a:ext>
                </a:extLst>
              </a:tr>
              <a:tr h="370840">
                <a:tc>
                  <a:txBody>
                    <a:bodyPr/>
                    <a:lstStyle/>
                    <a:p>
                      <a:r>
                        <a:rPr lang="en-US" dirty="0"/>
                        <a:t>DPS (in INR)</a:t>
                      </a:r>
                      <a:endParaRPr lang="en-IN" dirty="0"/>
                    </a:p>
                  </a:txBody>
                  <a:tcPr/>
                </a:tc>
                <a:tc>
                  <a:txBody>
                    <a:bodyPr/>
                    <a:lstStyle/>
                    <a:p>
                      <a:r>
                        <a:rPr lang="en-IN" dirty="0"/>
                        <a:t>200</a:t>
                      </a:r>
                    </a:p>
                  </a:txBody>
                  <a:tcPr/>
                </a:tc>
                <a:tc>
                  <a:txBody>
                    <a:bodyPr/>
                    <a:lstStyle/>
                    <a:p>
                      <a:r>
                        <a:rPr lang="en-IN" dirty="0"/>
                        <a:t>175</a:t>
                      </a:r>
                    </a:p>
                  </a:txBody>
                  <a:tcPr/>
                </a:tc>
                <a:tc>
                  <a:txBody>
                    <a:bodyPr/>
                    <a:lstStyle/>
                    <a:p>
                      <a:r>
                        <a:rPr lang="en-IN" dirty="0"/>
                        <a:t>150</a:t>
                      </a:r>
                    </a:p>
                  </a:txBody>
                  <a:tcPr/>
                </a:tc>
                <a:tc>
                  <a:txBody>
                    <a:bodyPr/>
                    <a:lstStyle/>
                    <a:p>
                      <a:r>
                        <a:rPr lang="en-IN" dirty="0"/>
                        <a:t>150</a:t>
                      </a:r>
                    </a:p>
                  </a:txBody>
                  <a:tcPr/>
                </a:tc>
                <a:tc>
                  <a:txBody>
                    <a:bodyPr/>
                    <a:lstStyle/>
                    <a:p>
                      <a:r>
                        <a:rPr lang="en-IN" dirty="0"/>
                        <a:t>100</a:t>
                      </a:r>
                    </a:p>
                  </a:txBody>
                  <a:tcPr/>
                </a:tc>
                <a:extLst>
                  <a:ext uri="{0D108BD9-81ED-4DB2-BD59-A6C34878D82A}">
                    <a16:rowId xmlns:a16="http://schemas.microsoft.com/office/drawing/2014/main" val="1708814944"/>
                  </a:ext>
                </a:extLst>
              </a:tr>
              <a:tr h="370840">
                <a:tc>
                  <a:txBody>
                    <a:bodyPr/>
                    <a:lstStyle/>
                    <a:p>
                      <a:r>
                        <a:rPr lang="en-US" dirty="0"/>
                        <a:t>EPS Basic (in INR)</a:t>
                      </a:r>
                      <a:endParaRPr lang="en-IN" dirty="0"/>
                    </a:p>
                  </a:txBody>
                  <a:tcPr/>
                </a:tc>
                <a:tc>
                  <a:txBody>
                    <a:bodyPr/>
                    <a:lstStyle/>
                    <a:p>
                      <a:r>
                        <a:rPr lang="en-IN" dirty="0"/>
                        <a:t>4407.51</a:t>
                      </a:r>
                    </a:p>
                  </a:txBody>
                  <a:tcPr/>
                </a:tc>
                <a:tc>
                  <a:txBody>
                    <a:bodyPr/>
                    <a:lstStyle/>
                    <a:p>
                      <a:r>
                        <a:rPr lang="en-IN" dirty="0"/>
                        <a:t>4907.24</a:t>
                      </a:r>
                    </a:p>
                  </a:txBody>
                  <a:tcPr/>
                </a:tc>
                <a:tc>
                  <a:txBody>
                    <a:bodyPr/>
                    <a:lstStyle/>
                    <a:p>
                      <a:r>
                        <a:rPr lang="en-IN" dirty="0"/>
                        <a:t>1813.10</a:t>
                      </a:r>
                    </a:p>
                  </a:txBody>
                  <a:tcPr/>
                </a:tc>
                <a:tc>
                  <a:txBody>
                    <a:bodyPr/>
                    <a:lstStyle/>
                    <a:p>
                      <a:r>
                        <a:rPr lang="en-IN" dirty="0"/>
                        <a:t>1577.97</a:t>
                      </a:r>
                    </a:p>
                  </a:txBody>
                  <a:tcPr/>
                </a:tc>
                <a:tc>
                  <a:txBody>
                    <a:bodyPr/>
                    <a:lstStyle/>
                    <a:p>
                      <a:r>
                        <a:rPr lang="en-IN" dirty="0"/>
                        <a:t>3011.14</a:t>
                      </a:r>
                    </a:p>
                  </a:txBody>
                  <a:tcPr/>
                </a:tc>
                <a:extLst>
                  <a:ext uri="{0D108BD9-81ED-4DB2-BD59-A6C34878D82A}">
                    <a16:rowId xmlns:a16="http://schemas.microsoft.com/office/drawing/2014/main" val="140378545"/>
                  </a:ext>
                </a:extLst>
              </a:tr>
              <a:tr h="370840">
                <a:tc>
                  <a:txBody>
                    <a:bodyPr/>
                    <a:lstStyle/>
                    <a:p>
                      <a:r>
                        <a:rPr lang="en-US" b="1" dirty="0"/>
                        <a:t>Avg DPR</a:t>
                      </a:r>
                      <a:endParaRPr lang="en-IN" b="1" dirty="0"/>
                    </a:p>
                  </a:txBody>
                  <a:tcPr/>
                </a:tc>
                <a:tc>
                  <a:txBody>
                    <a:bodyPr/>
                    <a:lstStyle/>
                    <a:p>
                      <a:r>
                        <a:rPr lang="en-IN" b="1" dirty="0"/>
                        <a:t>775 /  15716.96</a:t>
                      </a:r>
                    </a:p>
                  </a:txBody>
                  <a:tcPr/>
                </a:tc>
                <a:tc>
                  <a:txBody>
                    <a:bodyPr/>
                    <a:lstStyle/>
                    <a:p>
                      <a:r>
                        <a:rPr lang="en-IN" b="1" dirty="0"/>
                        <a:t>= 4.93 % </a:t>
                      </a:r>
                    </a:p>
                  </a:txBody>
                  <a:tcPr/>
                </a:tc>
                <a:tc>
                  <a:txBody>
                    <a:bodyPr/>
                    <a:lstStyle/>
                    <a:p>
                      <a:r>
                        <a:rPr lang="en-IN" dirty="0"/>
                        <a:t>Let us take 5%</a:t>
                      </a:r>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626023215"/>
                  </a:ext>
                </a:extLst>
              </a:tr>
              <a:tr h="370840">
                <a:tc>
                  <a:txBody>
                    <a:bodyPr/>
                    <a:lstStyle/>
                    <a:p>
                      <a:r>
                        <a:rPr lang="en-US" dirty="0"/>
                        <a:t>ROE (IN %)</a:t>
                      </a:r>
                      <a:endParaRPr lang="en-IN" dirty="0"/>
                    </a:p>
                  </a:txBody>
                  <a:tcPr/>
                </a:tc>
                <a:tc>
                  <a:txBody>
                    <a:bodyPr/>
                    <a:lstStyle/>
                    <a:p>
                      <a:r>
                        <a:rPr lang="en-IN" dirty="0"/>
                        <a:t>10.11</a:t>
                      </a:r>
                    </a:p>
                  </a:txBody>
                  <a:tcPr/>
                </a:tc>
                <a:tc>
                  <a:txBody>
                    <a:bodyPr/>
                    <a:lstStyle/>
                    <a:p>
                      <a:r>
                        <a:rPr lang="en-IN" dirty="0"/>
                        <a:t>12.46</a:t>
                      </a:r>
                    </a:p>
                  </a:txBody>
                  <a:tcPr/>
                </a:tc>
                <a:tc>
                  <a:txBody>
                    <a:bodyPr/>
                    <a:lstStyle/>
                    <a:p>
                      <a:r>
                        <a:rPr lang="en-IN" dirty="0"/>
                        <a:t>5.22</a:t>
                      </a:r>
                    </a:p>
                  </a:txBody>
                  <a:tcPr/>
                </a:tc>
                <a:tc>
                  <a:txBody>
                    <a:bodyPr/>
                    <a:lstStyle/>
                    <a:p>
                      <a:r>
                        <a:rPr lang="en-IN" dirty="0"/>
                        <a:t>4.76</a:t>
                      </a:r>
                    </a:p>
                  </a:txBody>
                  <a:tcPr/>
                </a:tc>
                <a:tc>
                  <a:txBody>
                    <a:bodyPr/>
                    <a:lstStyle/>
                    <a:p>
                      <a:r>
                        <a:rPr lang="en-IN" dirty="0"/>
                        <a:t>9.52</a:t>
                      </a:r>
                    </a:p>
                  </a:txBody>
                  <a:tcPr/>
                </a:tc>
                <a:extLst>
                  <a:ext uri="{0D108BD9-81ED-4DB2-BD59-A6C34878D82A}">
                    <a16:rowId xmlns:a16="http://schemas.microsoft.com/office/drawing/2014/main" val="273533125"/>
                  </a:ext>
                </a:extLst>
              </a:tr>
              <a:tr h="370840">
                <a:tc>
                  <a:txBody>
                    <a:bodyPr/>
                    <a:lstStyle/>
                    <a:p>
                      <a:r>
                        <a:rPr lang="en-US" b="1" dirty="0" err="1"/>
                        <a:t>Avg.ROE</a:t>
                      </a:r>
                      <a:endParaRPr lang="en-IN" b="1" dirty="0"/>
                    </a:p>
                  </a:txBody>
                  <a:tcPr/>
                </a:tc>
                <a:tc>
                  <a:txBody>
                    <a:bodyPr/>
                    <a:lstStyle/>
                    <a:p>
                      <a:r>
                        <a:rPr lang="en-IN" b="1" dirty="0"/>
                        <a:t>8.41</a:t>
                      </a:r>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873779838"/>
                  </a:ext>
                </a:extLst>
              </a:tr>
              <a:tr h="370840">
                <a:tc>
                  <a:txBody>
                    <a:bodyPr/>
                    <a:lstStyle/>
                    <a:p>
                      <a:r>
                        <a:rPr lang="en-US" b="1" dirty="0"/>
                        <a:t>Fundamental Growth rate (in %)</a:t>
                      </a:r>
                      <a:endParaRPr lang="en-IN" b="1" dirty="0"/>
                    </a:p>
                  </a:txBody>
                  <a:tcPr/>
                </a:tc>
                <a:tc>
                  <a:txBody>
                    <a:bodyPr/>
                    <a:lstStyle/>
                    <a:p>
                      <a:r>
                        <a:rPr lang="en-IN" b="1" dirty="0"/>
                        <a:t>8.41 (1-0.05) =</a:t>
                      </a:r>
                    </a:p>
                  </a:txBody>
                  <a:tcPr/>
                </a:tc>
                <a:tc>
                  <a:txBody>
                    <a:bodyPr/>
                    <a:lstStyle/>
                    <a:p>
                      <a:r>
                        <a:rPr lang="en-IN" b="1" dirty="0">
                          <a:highlight>
                            <a:srgbClr val="FFFF00"/>
                          </a:highlight>
                        </a:rPr>
                        <a:t>8.00 %</a:t>
                      </a:r>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859424804"/>
                  </a:ext>
                </a:extLst>
              </a:tr>
              <a:tr h="370840">
                <a:tc>
                  <a:txBody>
                    <a:bodyPr/>
                    <a:lstStyle/>
                    <a:p>
                      <a:r>
                        <a:rPr lang="en-US" b="1" dirty="0"/>
                        <a:t>COE</a:t>
                      </a:r>
                      <a:endParaRPr lang="en-IN"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7.35%+ (0.83 *7.46%) = 13.54%</a:t>
                      </a: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p>
                      <a:endParaRPr lang="en-IN" b="1" dirty="0"/>
                    </a:p>
                  </a:txBody>
                  <a:tcPr/>
                </a:tc>
                <a:tc>
                  <a:txBody>
                    <a:bodyPr/>
                    <a:lstStyle/>
                    <a:p>
                      <a:endParaRPr lang="en-IN" b="1"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096634457"/>
                  </a:ext>
                </a:extLst>
              </a:tr>
            </a:tbl>
          </a:graphicData>
        </a:graphic>
      </p:graphicFrame>
      <p:sp>
        <p:nvSpPr>
          <p:cNvPr id="5" name="TextBox 4">
            <a:extLst>
              <a:ext uri="{FF2B5EF4-FFF2-40B4-BE49-F238E27FC236}">
                <a16:creationId xmlns:a16="http://schemas.microsoft.com/office/drawing/2014/main" id="{4D7090A7-137D-D45B-1332-F87106B88CB3}"/>
              </a:ext>
            </a:extLst>
          </p:cNvPr>
          <p:cNvSpPr txBox="1"/>
          <p:nvPr/>
        </p:nvSpPr>
        <p:spPr>
          <a:xfrm>
            <a:off x="1035844" y="6165056"/>
            <a:ext cx="10320005" cy="369332"/>
          </a:xfrm>
          <a:prstGeom prst="rect">
            <a:avLst/>
          </a:prstGeom>
          <a:noFill/>
        </p:spPr>
        <p:txBody>
          <a:bodyPr wrap="none" rtlCol="0">
            <a:spAutoFit/>
          </a:bodyPr>
          <a:lstStyle/>
          <a:p>
            <a:r>
              <a:rPr lang="en-US" dirty="0"/>
              <a:t>We need to look at three things to say if the company has good fundamental, = Profit margin, ROE, ROE-COE</a:t>
            </a:r>
          </a:p>
        </p:txBody>
      </p:sp>
    </p:spTree>
    <p:extLst>
      <p:ext uri="{BB962C8B-B14F-4D97-AF65-F5344CB8AC3E}">
        <p14:creationId xmlns:p14="http://schemas.microsoft.com/office/powerpoint/2010/main" val="299519630"/>
      </p:ext>
    </p:extLst>
  </p:cSld>
  <p:clrMapOvr>
    <a:masterClrMapping/>
  </p:clrMapOvr>
</p:sld>
</file>

<file path=ppt/slides/slide4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A6409-C1CD-4050-80C0-A98A93648FB5}"/>
              </a:ext>
            </a:extLst>
          </p:cNvPr>
          <p:cNvSpPr>
            <a:spLocks noGrp="1"/>
          </p:cNvSpPr>
          <p:nvPr>
            <p:ph type="title"/>
          </p:nvPr>
        </p:nvSpPr>
        <p:spPr/>
        <p:txBody>
          <a:bodyPr/>
          <a:lstStyle/>
          <a:p>
            <a:pPr algn="ctr"/>
            <a:r>
              <a:rPr lang="en-US" b="1" dirty="0"/>
              <a:t>PB Ratio for </a:t>
            </a:r>
            <a:r>
              <a:rPr lang="en-US" b="1" u="sng" dirty="0"/>
              <a:t>MRF</a:t>
            </a:r>
            <a:r>
              <a:rPr lang="en-US" b="1" dirty="0"/>
              <a:t>??? </a:t>
            </a:r>
            <a:endParaRPr lang="en-IN" b="1" dirty="0"/>
          </a:p>
        </p:txBody>
      </p:sp>
      <p:sp>
        <p:nvSpPr>
          <p:cNvPr id="3" name="Content Placeholder 2">
            <a:extLst>
              <a:ext uri="{FF2B5EF4-FFF2-40B4-BE49-F238E27FC236}">
                <a16:creationId xmlns:a16="http://schemas.microsoft.com/office/drawing/2014/main" id="{5D91521C-3481-4C91-8974-6FD82D8D41EB}"/>
              </a:ext>
            </a:extLst>
          </p:cNvPr>
          <p:cNvSpPr>
            <a:spLocks noGrp="1"/>
          </p:cNvSpPr>
          <p:nvPr>
            <p:ph idx="1"/>
          </p:nvPr>
        </p:nvSpPr>
        <p:spPr/>
        <p:txBody>
          <a:bodyPr/>
          <a:lstStyle/>
          <a:p>
            <a:pPr marL="0" indent="0">
              <a:buNone/>
            </a:pPr>
            <a:r>
              <a:rPr lang="en-US" b="1" dirty="0"/>
              <a:t>PB in High growth phase = ???</a:t>
            </a:r>
          </a:p>
          <a:p>
            <a:pPr marL="0" indent="0">
              <a:buNone/>
            </a:pPr>
            <a:r>
              <a:rPr lang="en-IN" dirty="0"/>
              <a:t> ROE       [</a:t>
            </a:r>
            <a:r>
              <a:rPr lang="en-US" dirty="0"/>
              <a:t>DPR hg *(1+ g hg) *( 1- [ {1+g hg}^n / {1+ COE hg }^n])   </a:t>
            </a:r>
          </a:p>
          <a:p>
            <a:pPr marL="0" indent="0">
              <a:buNone/>
            </a:pPr>
            <a:r>
              <a:rPr lang="en-US" dirty="0"/>
              <a:t>                 -----------------------------------------------------------------------      </a:t>
            </a:r>
          </a:p>
          <a:p>
            <a:pPr marL="0" indent="0">
              <a:buNone/>
            </a:pPr>
            <a:r>
              <a:rPr lang="en-US" dirty="0"/>
              <a:t>                                     COE hg – g hg</a:t>
            </a:r>
          </a:p>
          <a:p>
            <a:pPr marL="0" indent="0">
              <a:buNone/>
            </a:pPr>
            <a:r>
              <a:rPr lang="en-IN" dirty="0"/>
              <a:t>ROE hg = 8.41 %  ; DPR hg = 5.00 % ; g hg = 8.00% ; COE hg = 13.54%</a:t>
            </a:r>
          </a:p>
          <a:p>
            <a:pPr marL="0" indent="0">
              <a:buNone/>
            </a:pPr>
            <a:r>
              <a:rPr lang="en-IN" dirty="0"/>
              <a:t>Length of HG phase = 10 years </a:t>
            </a:r>
          </a:p>
        </p:txBody>
      </p:sp>
    </p:spTree>
    <p:extLst>
      <p:ext uri="{BB962C8B-B14F-4D97-AF65-F5344CB8AC3E}">
        <p14:creationId xmlns:p14="http://schemas.microsoft.com/office/powerpoint/2010/main" val="668238323"/>
      </p:ext>
    </p:extLst>
  </p:cSld>
  <p:clrMapOvr>
    <a:masterClrMapping/>
  </p:clrMapOvr>
</p:sld>
</file>

<file path=ppt/slides/slide4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69BCB-1E67-4E47-8E3D-CECADBDC570F}"/>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High Growth Phase PB Ratio for </a:t>
            </a:r>
            <a:r>
              <a:rPr kumimoji="0" lang="en-US" sz="4400" b="1" i="0" u="sng" strike="noStrike" kern="1200" cap="none" spc="0" normalizeH="0" baseline="0" noProof="0" dirty="0">
                <a:ln>
                  <a:noFill/>
                </a:ln>
                <a:solidFill>
                  <a:prstClr val="black"/>
                </a:solidFill>
                <a:effectLst/>
                <a:uLnTx/>
                <a:uFillTx/>
                <a:latin typeface="Calibri Light" panose="020F0302020204030204"/>
                <a:ea typeface="+mj-ea"/>
                <a:cs typeface="+mj-cs"/>
              </a:rPr>
              <a:t>MRF</a:t>
            </a:r>
            <a:endParaRPr lang="en-IN" u="sng" dirty="0"/>
          </a:p>
        </p:txBody>
      </p:sp>
      <p:sp>
        <p:nvSpPr>
          <p:cNvPr id="3" name="Content Placeholder 2">
            <a:extLst>
              <a:ext uri="{FF2B5EF4-FFF2-40B4-BE49-F238E27FC236}">
                <a16:creationId xmlns:a16="http://schemas.microsoft.com/office/drawing/2014/main" id="{169B5923-1ED5-48D1-8F13-7755CE38FE50}"/>
              </a:ext>
            </a:extLst>
          </p:cNvPr>
          <p:cNvSpPr>
            <a:spLocks noGrp="1"/>
          </p:cNvSpPr>
          <p:nvPr>
            <p:ph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0.0841 [  0.05*(1.08) *( 1- [ {1.08}^10/ {1.1354}^</a:t>
            </a:r>
            <a:r>
              <a:rPr lang="en-US" sz="2400" dirty="0">
                <a:solidFill>
                  <a:prstClr val="black"/>
                </a:solidFill>
                <a:latin typeface="Calibri" panose="020F0502020204030204"/>
              </a:rPr>
              <a:t>10</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0.1354 – 0.0800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400"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0.0841* 0.05* (1.08) (1-{</a:t>
            </a:r>
            <a:r>
              <a:rPr lang="en-US" sz="2400" dirty="0">
                <a:solidFill>
                  <a:prstClr val="black"/>
                </a:solidFill>
                <a:latin typeface="Calibri" panose="020F0502020204030204"/>
              </a:rPr>
              <a:t>2.1589</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3.5603}) /  0.0554  =0.0018/0.0554</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400" dirty="0">
                <a:solidFill>
                  <a:prstClr val="black"/>
                </a:solidFill>
                <a:latin typeface="Calibri" panose="020F0502020204030204"/>
              </a:rPr>
              <a: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0.0325 times </a:t>
            </a:r>
          </a:p>
          <a:p>
            <a:pPr marL="0" indent="0">
              <a:buNone/>
            </a:pPr>
            <a:endParaRPr lang="en-IN" dirty="0"/>
          </a:p>
        </p:txBody>
      </p:sp>
    </p:spTree>
    <p:extLst>
      <p:ext uri="{BB962C8B-B14F-4D97-AF65-F5344CB8AC3E}">
        <p14:creationId xmlns:p14="http://schemas.microsoft.com/office/powerpoint/2010/main" val="1995388270"/>
      </p:ext>
    </p:extLst>
  </p:cSld>
  <p:clrMapOvr>
    <a:masterClrMapping/>
  </p:clrMapOvr>
</p:sld>
</file>

<file path=ppt/slides/slide4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7DBCF-954F-49BD-868E-D530218B65DE}"/>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PB Ratio for MRF</a:t>
            </a:r>
            <a:endParaRPr lang="en-IN" dirty="0"/>
          </a:p>
        </p:txBody>
      </p:sp>
      <p:sp>
        <p:nvSpPr>
          <p:cNvPr id="3" name="Content Placeholder 2">
            <a:extLst>
              <a:ext uri="{FF2B5EF4-FFF2-40B4-BE49-F238E27FC236}">
                <a16:creationId xmlns:a16="http://schemas.microsoft.com/office/drawing/2014/main" id="{0D84F3BA-2BF0-45E7-82A9-4C5D3D04A475}"/>
              </a:ext>
            </a:extLst>
          </p:cNvPr>
          <p:cNvSpPr>
            <a:spLocks noGrp="1"/>
          </p:cNvSpPr>
          <p:nvPr>
            <p:ph idx="1"/>
          </p:nvPr>
        </p:nvSpPr>
        <p:spPr/>
        <p:txBody>
          <a:bodyPr/>
          <a:lstStyle/>
          <a:p>
            <a:r>
              <a:rPr lang="en-US" b="1" dirty="0"/>
              <a:t>PB in Stable Phase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ROE *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DPR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 g hg)^n * (1+g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COE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g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(1+ COE  hg)^n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b="1" dirty="0">
                <a:solidFill>
                  <a:prstClr val="black"/>
                </a:solidFill>
                <a:latin typeface="Calibri" panose="020F0502020204030204"/>
              </a:rPr>
              <a:t>ROE hg </a:t>
            </a:r>
            <a:r>
              <a:rPr lang="en-US" dirty="0">
                <a:solidFill>
                  <a:prstClr val="black"/>
                </a:solidFill>
                <a:latin typeface="Calibri" panose="020F0502020204030204"/>
              </a:rPr>
              <a:t>= 8.41% ; </a:t>
            </a:r>
            <a:r>
              <a:rPr lang="en-US" b="1" dirty="0">
                <a:solidFill>
                  <a:prstClr val="black"/>
                </a:solidFill>
                <a:latin typeface="Calibri" panose="020F0502020204030204"/>
              </a:rPr>
              <a:t>DPR </a:t>
            </a:r>
            <a:r>
              <a:rPr lang="en-US" b="1" dirty="0" err="1">
                <a:solidFill>
                  <a:prstClr val="black"/>
                </a:solidFill>
                <a:latin typeface="Calibri" panose="020F0502020204030204"/>
              </a:rPr>
              <a:t>st</a:t>
            </a:r>
            <a:r>
              <a:rPr lang="en-US" b="1" dirty="0">
                <a:solidFill>
                  <a:prstClr val="black"/>
                </a:solidFill>
                <a:latin typeface="Calibri" panose="020F0502020204030204"/>
              </a:rPr>
              <a:t> </a:t>
            </a:r>
            <a:r>
              <a:rPr lang="en-US" dirty="0">
                <a:solidFill>
                  <a:prstClr val="black"/>
                </a:solidFill>
                <a:latin typeface="Calibri" panose="020F0502020204030204"/>
              </a:rPr>
              <a:t>= 70% ; </a:t>
            </a:r>
            <a:r>
              <a:rPr lang="en-US" b="1" dirty="0">
                <a:solidFill>
                  <a:prstClr val="black"/>
                </a:solidFill>
                <a:latin typeface="Calibri" panose="020F0502020204030204"/>
              </a:rPr>
              <a:t>g </a:t>
            </a:r>
            <a:r>
              <a:rPr lang="en-US" b="1" dirty="0" err="1">
                <a:solidFill>
                  <a:prstClr val="black"/>
                </a:solidFill>
                <a:latin typeface="Calibri" panose="020F0502020204030204"/>
              </a:rPr>
              <a:t>st</a:t>
            </a:r>
            <a:r>
              <a:rPr lang="en-US" b="1" dirty="0">
                <a:solidFill>
                  <a:prstClr val="black"/>
                </a:solidFill>
                <a:latin typeface="Calibri" panose="020F0502020204030204"/>
              </a:rPr>
              <a:t> </a:t>
            </a:r>
            <a:r>
              <a:rPr lang="en-US" dirty="0">
                <a:solidFill>
                  <a:prstClr val="black"/>
                </a:solidFill>
                <a:latin typeface="Calibri" panose="020F0502020204030204"/>
              </a:rPr>
              <a:t>= 2.88% ; </a:t>
            </a:r>
            <a:r>
              <a:rPr lang="en-US" b="1" dirty="0">
                <a:solidFill>
                  <a:prstClr val="black"/>
                </a:solidFill>
                <a:latin typeface="Calibri" panose="020F0502020204030204"/>
              </a:rPr>
              <a:t>g hg </a:t>
            </a:r>
            <a:r>
              <a:rPr lang="en-US" dirty="0">
                <a:solidFill>
                  <a:prstClr val="black"/>
                </a:solidFill>
                <a:latin typeface="Calibri" panose="020F0502020204030204"/>
              </a:rPr>
              <a:t>= 8%</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COE </a:t>
            </a:r>
            <a:r>
              <a:rPr kumimoji="0" lang="en-US" sz="2800" b="1"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6% + 0.6(6) = </a:t>
            </a:r>
            <a:r>
              <a:rPr lang="en-US" dirty="0">
                <a:solidFill>
                  <a:prstClr val="black"/>
                </a:solidFill>
                <a:latin typeface="Calibri" panose="020F0502020204030204"/>
              </a:rPr>
              <a:t>9.6</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length of HG phase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10 years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b="1" dirty="0">
                <a:solidFill>
                  <a:prstClr val="black"/>
                </a:solidFill>
                <a:latin typeface="Calibri" panose="020F0502020204030204"/>
              </a:rPr>
              <a:t>COE hg </a:t>
            </a:r>
            <a:r>
              <a:rPr lang="en-US" dirty="0">
                <a:solidFill>
                  <a:prstClr val="black"/>
                </a:solidFill>
                <a:latin typeface="Calibri" panose="020F0502020204030204"/>
              </a:rPr>
              <a:t>= 13.54 %</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US" dirty="0"/>
          </a:p>
          <a:p>
            <a:pPr marL="0" indent="0">
              <a:buNone/>
            </a:pPr>
            <a:endParaRPr lang="en-IN" dirty="0"/>
          </a:p>
        </p:txBody>
      </p:sp>
    </p:spTree>
    <p:extLst>
      <p:ext uri="{BB962C8B-B14F-4D97-AF65-F5344CB8AC3E}">
        <p14:creationId xmlns:p14="http://schemas.microsoft.com/office/powerpoint/2010/main" val="3342878170"/>
      </p:ext>
    </p:extLst>
  </p:cSld>
  <p:clrMapOvr>
    <a:masterClrMapping/>
  </p:clrMapOvr>
</p:sld>
</file>

<file path=ppt/slides/slide4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B3665-2D05-41FA-A6DC-D56AFA3CDF02}"/>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PB Ratio for MRF</a:t>
            </a:r>
            <a:endParaRPr lang="en-IN" b="1" dirty="0"/>
          </a:p>
        </p:txBody>
      </p:sp>
      <p:sp>
        <p:nvSpPr>
          <p:cNvPr id="3" name="Content Placeholder 2">
            <a:extLst>
              <a:ext uri="{FF2B5EF4-FFF2-40B4-BE49-F238E27FC236}">
                <a16:creationId xmlns:a16="http://schemas.microsoft.com/office/drawing/2014/main" id="{9CC5E741-2245-4D1B-A93A-AF44D6AF957B}"/>
              </a:ext>
            </a:extLst>
          </p:cNvPr>
          <p:cNvSpPr>
            <a:spLocks noGrp="1"/>
          </p:cNvSpPr>
          <p:nvPr>
            <p:ph idx="1"/>
          </p:nvPr>
        </p:nvSpPr>
        <p:spPr/>
        <p:txBody>
          <a:bodyPr>
            <a:normAutofit fontScale="77500" lnSpcReduction="20000"/>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a:t>
            </a:r>
            <a:r>
              <a:rPr lang="en-US" dirty="0">
                <a:solidFill>
                  <a:prstClr val="black"/>
                </a:solidFill>
                <a:latin typeface="Calibri" panose="020F0502020204030204"/>
              </a:rPr>
              <a:t>0.0841</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[0.70 *(1.08)^</a:t>
            </a:r>
            <a:r>
              <a:rPr lang="en-US" dirty="0">
                <a:solidFill>
                  <a:prstClr val="black"/>
                </a:solidFill>
                <a:latin typeface="Calibri" panose="020F0502020204030204"/>
              </a:rPr>
              <a:t>10</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(1.0288)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( 0.096 – 0.0288) * (1.1354)^</a:t>
            </a:r>
            <a:r>
              <a:rPr lang="en-US" dirty="0">
                <a:solidFill>
                  <a:prstClr val="black"/>
                </a:solidFill>
                <a:latin typeface="Calibri" panose="020F0502020204030204"/>
              </a:rPr>
              <a:t>10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solidFill>
                  <a:prstClr val="black"/>
                </a:solidFill>
                <a:latin typeface="Calibri" panose="020F0502020204030204"/>
              </a:rPr>
              <a:t>= 0.0841 (0.70) (2.1589) (1.0288)/</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solidFill>
                  <a:prstClr val="black"/>
                </a:solidFill>
                <a:latin typeface="Calibri" panose="020F0502020204030204"/>
              </a:rPr>
              <a:t>                                                       (0.0672) (3.5603) = </a:t>
            </a:r>
            <a:r>
              <a:rPr lang="en-US" b="1" dirty="0">
                <a:solidFill>
                  <a:prstClr val="black"/>
                </a:solidFill>
                <a:latin typeface="Calibri" panose="020F0502020204030204"/>
              </a:rPr>
              <a:t>  0.1308/0.2393 = 0.5466</a:t>
            </a:r>
            <a:endPar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b="1" dirty="0">
                <a:solidFill>
                  <a:prstClr val="black"/>
                </a:solidFill>
                <a:latin typeface="Calibri" panose="020F0502020204030204"/>
              </a:rPr>
              <a:t>Total PB ratio = 0.0325+ 0.5466 = 0.5791 0r 0.58 times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Predicted Price = 0.58 * March 2025 BPS of INR 43604.86</a:t>
            </a:r>
            <a:r>
              <a:rPr lang="en-US" b="1" dirty="0">
                <a:solidFill>
                  <a:prstClr val="black"/>
                </a:solidFill>
                <a:latin typeface="Calibri" panose="020F0502020204030204"/>
              </a:rPr>
              <a:t> *(1 + 0.1354/360 *272= 1.10)</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28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INR </a:t>
            </a:r>
            <a:r>
              <a:rPr lang="en-US" b="1" dirty="0">
                <a:solidFill>
                  <a:prstClr val="black"/>
                </a:solidFill>
                <a:highlight>
                  <a:srgbClr val="FFFF00"/>
                </a:highlight>
                <a:latin typeface="Calibri" panose="020F0502020204030204"/>
              </a:rPr>
              <a:t>27820</a:t>
            </a:r>
            <a:endParaRPr kumimoji="0" lang="en-US" sz="28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b="1" u="sng" dirty="0">
                <a:solidFill>
                  <a:prstClr val="black"/>
                </a:solidFill>
                <a:highlight>
                  <a:srgbClr val="FFFF00"/>
                </a:highlight>
                <a:latin typeface="Calibri" panose="020F0502020204030204"/>
              </a:rPr>
              <a:t>Actual Price @ INR 150685  </a:t>
            </a:r>
            <a:r>
              <a:rPr lang="en-US" b="1" dirty="0">
                <a:solidFill>
                  <a:prstClr val="black"/>
                </a:solidFill>
                <a:latin typeface="Calibri" panose="020F0502020204030204"/>
              </a:rPr>
              <a:t>( 2 January 2026)</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52 W LH :   </a:t>
            </a:r>
            <a:r>
              <a:rPr lang="en-US" b="1" dirty="0">
                <a:solidFill>
                  <a:prstClr val="black"/>
                </a:solidFill>
                <a:latin typeface="Calibri" panose="020F0502020204030204"/>
              </a:rPr>
              <a:t>102124.05</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 – </a:t>
            </a:r>
            <a:r>
              <a:rPr lang="en-US" b="1" dirty="0">
                <a:solidFill>
                  <a:prstClr val="black"/>
                </a:solidFill>
                <a:latin typeface="Calibri" panose="020F0502020204030204"/>
              </a:rPr>
              <a:t>163600                                                      </a:t>
            </a:r>
            <a:r>
              <a:rPr lang="en-US" b="1" dirty="0">
                <a:solidFill>
                  <a:prstClr val="black"/>
                </a:solidFill>
                <a:highlight>
                  <a:srgbClr val="FFFF00"/>
                </a:highlight>
                <a:latin typeface="Calibri" panose="020F0502020204030204"/>
              </a:rPr>
              <a:t>Highly Overvalued </a:t>
            </a:r>
            <a:endParaRPr kumimoji="0" lang="en-US" sz="28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a:p>
            <a:pPr marL="0" indent="0">
              <a:buNone/>
            </a:pPr>
            <a:endParaRPr lang="en-IN" dirty="0"/>
          </a:p>
        </p:txBody>
      </p:sp>
    </p:spTree>
    <p:extLst>
      <p:ext uri="{BB962C8B-B14F-4D97-AF65-F5344CB8AC3E}">
        <p14:creationId xmlns:p14="http://schemas.microsoft.com/office/powerpoint/2010/main" val="2253490294"/>
      </p:ext>
    </p:extLst>
  </p:cSld>
  <p:clrMapOvr>
    <a:masterClrMapping/>
  </p:clrMapOvr>
</p:sld>
</file>

<file path=ppt/slides/slide4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BD6FE-FC32-4796-815C-761537A1BC7F}"/>
              </a:ext>
            </a:extLst>
          </p:cNvPr>
          <p:cNvSpPr>
            <a:spLocks noGrp="1"/>
          </p:cNvSpPr>
          <p:nvPr>
            <p:ph type="title"/>
          </p:nvPr>
        </p:nvSpPr>
        <p:spPr/>
        <p:txBody>
          <a:bodyPr/>
          <a:lstStyle/>
          <a:p>
            <a:pPr algn="ctr"/>
            <a:r>
              <a:rPr lang="en-US" b="1" dirty="0"/>
              <a:t>Three Stage Model of Growth-PB </a:t>
            </a:r>
            <a:endParaRPr lang="en-IN" b="1" dirty="0"/>
          </a:p>
        </p:txBody>
      </p:sp>
      <p:sp>
        <p:nvSpPr>
          <p:cNvPr id="3" name="Content Placeholder 2">
            <a:extLst>
              <a:ext uri="{FF2B5EF4-FFF2-40B4-BE49-F238E27FC236}">
                <a16:creationId xmlns:a16="http://schemas.microsoft.com/office/drawing/2014/main" id="{ACA2F841-9D7B-486B-A515-61B2839F0F32}"/>
              </a:ext>
            </a:extLst>
          </p:cNvPr>
          <p:cNvSpPr>
            <a:spLocks noGrp="1"/>
          </p:cNvSpPr>
          <p:nvPr>
            <p:ph idx="1"/>
          </p:nvPr>
        </p:nvSpPr>
        <p:spPr/>
        <p:txBody>
          <a:bodyPr>
            <a:normAutofit/>
          </a:bodyPr>
          <a:lstStyle/>
          <a:p>
            <a:pPr marL="514350" indent="-514350">
              <a:buAutoNum type="arabicPeriod"/>
            </a:pPr>
            <a:r>
              <a:rPr lang="en-US" sz="4000" dirty="0"/>
              <a:t>High Growth Phase</a:t>
            </a:r>
          </a:p>
          <a:p>
            <a:pPr marL="514350" indent="-514350">
              <a:buAutoNum type="arabicPeriod"/>
            </a:pPr>
            <a:r>
              <a:rPr lang="en-US" sz="4000" dirty="0"/>
              <a:t>Transition Phase </a:t>
            </a:r>
          </a:p>
          <a:p>
            <a:pPr marL="514350" indent="-514350">
              <a:buAutoNum type="arabicPeriod"/>
            </a:pPr>
            <a:r>
              <a:rPr lang="en-US" sz="4000" dirty="0"/>
              <a:t>Stable Phase </a:t>
            </a:r>
            <a:endParaRPr lang="en-IN" sz="4000" dirty="0"/>
          </a:p>
        </p:txBody>
      </p:sp>
    </p:spTree>
    <p:extLst>
      <p:ext uri="{BB962C8B-B14F-4D97-AF65-F5344CB8AC3E}">
        <p14:creationId xmlns:p14="http://schemas.microsoft.com/office/powerpoint/2010/main" val="4081697368"/>
      </p:ext>
    </p:extLst>
  </p:cSld>
  <p:clrMapOvr>
    <a:masterClrMapping/>
  </p:clrMapOvr>
</p:sld>
</file>

<file path=ppt/slides/slide4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66462-F0C2-FC3D-AE7E-F8188B2B35BA}"/>
              </a:ext>
            </a:extLst>
          </p:cNvPr>
          <p:cNvSpPr>
            <a:spLocks noGrp="1"/>
          </p:cNvSpPr>
          <p:nvPr>
            <p:ph type="title"/>
          </p:nvPr>
        </p:nvSpPr>
        <p:spPr/>
        <p:txBody>
          <a:bodyPr/>
          <a:lstStyle/>
          <a:p>
            <a:pPr algn="ctr"/>
            <a:r>
              <a:rPr lang="en-US" b="1" dirty="0"/>
              <a:t>TVS Motor Company Limited </a:t>
            </a:r>
          </a:p>
        </p:txBody>
      </p:sp>
      <p:sp>
        <p:nvSpPr>
          <p:cNvPr id="3" name="Content Placeholder 2">
            <a:extLst>
              <a:ext uri="{FF2B5EF4-FFF2-40B4-BE49-F238E27FC236}">
                <a16:creationId xmlns:a16="http://schemas.microsoft.com/office/drawing/2014/main" id="{7F1E6344-1CF3-70E3-86F2-F466B1231D7E}"/>
              </a:ext>
            </a:extLst>
          </p:cNvPr>
          <p:cNvSpPr>
            <a:spLocks noGrp="1"/>
          </p:cNvSpPr>
          <p:nvPr>
            <p:ph idx="1"/>
          </p:nvPr>
        </p:nvSpPr>
        <p:spPr/>
        <p:txBody>
          <a:bodyPr/>
          <a:lstStyle/>
          <a:p>
            <a:r>
              <a:rPr lang="en-US" b="1" dirty="0"/>
              <a:t>Mkt Cap : </a:t>
            </a:r>
            <a:r>
              <a:rPr lang="en-US" dirty="0">
                <a:highlight>
                  <a:srgbClr val="FFFF00"/>
                </a:highlight>
              </a:rPr>
              <a:t>INR I,69,629 Crores </a:t>
            </a:r>
            <a:r>
              <a:rPr lang="en-US" dirty="0"/>
              <a:t>on </a:t>
            </a:r>
            <a:r>
              <a:rPr lang="en-US" b="1" dirty="0"/>
              <a:t>29 Dec 2025</a:t>
            </a:r>
          </a:p>
          <a:p>
            <a:r>
              <a:rPr lang="en-US" b="1" dirty="0"/>
              <a:t>CMP:</a:t>
            </a:r>
            <a:r>
              <a:rPr lang="en-US" dirty="0"/>
              <a:t> INR 3570.50</a:t>
            </a:r>
          </a:p>
          <a:p>
            <a:r>
              <a:rPr lang="en-US" dirty="0"/>
              <a:t>52 Week LH </a:t>
            </a:r>
            <a:r>
              <a:rPr lang="en-US" b="1" dirty="0"/>
              <a:t>: 2171.40</a:t>
            </a:r>
            <a:r>
              <a:rPr lang="en-US" dirty="0"/>
              <a:t> to </a:t>
            </a:r>
            <a:r>
              <a:rPr lang="en-US" b="1" dirty="0"/>
              <a:t>3734.90</a:t>
            </a:r>
          </a:p>
          <a:p>
            <a:endParaRPr lang="en-US" dirty="0"/>
          </a:p>
          <a:p>
            <a:r>
              <a:rPr lang="en-US" dirty="0"/>
              <a:t>Consolidated Financials from </a:t>
            </a:r>
            <a:r>
              <a:rPr lang="en-US" dirty="0" err="1"/>
              <a:t>Moneycontrol</a:t>
            </a:r>
            <a:endParaRPr lang="en-US" dirty="0"/>
          </a:p>
          <a:p>
            <a:r>
              <a:rPr lang="en-US" b="1" dirty="0"/>
              <a:t>F score, M score &amp; </a:t>
            </a:r>
            <a:r>
              <a:rPr lang="en-US" b="1" dirty="0" err="1"/>
              <a:t>Benford</a:t>
            </a:r>
            <a:r>
              <a:rPr lang="en-US" b="1" dirty="0"/>
              <a:t> Analysis </a:t>
            </a:r>
            <a:r>
              <a:rPr lang="en-US" dirty="0"/>
              <a:t>???</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2361F991-B86F-217C-C7AF-5B45577EBCDA}"/>
                  </a:ext>
                </a:extLst>
              </p14:cNvPr>
              <p14:cNvContentPartPr/>
              <p14:nvPr/>
            </p14:nvContentPartPr>
            <p14:xfrm>
              <a:off x="3931560" y="1228680"/>
              <a:ext cx="4863600" cy="202680"/>
            </p14:xfrm>
          </p:contentPart>
        </mc:Choice>
        <mc:Fallback xmlns="">
          <p:pic>
            <p:nvPicPr>
              <p:cNvPr id="4" name="Ink 3">
                <a:extLst>
                  <a:ext uri="{FF2B5EF4-FFF2-40B4-BE49-F238E27FC236}">
                    <a16:creationId xmlns:a16="http://schemas.microsoft.com/office/drawing/2014/main" id="{2361F991-B86F-217C-C7AF-5B45577EBCDA}"/>
                  </a:ext>
                </a:extLst>
              </p:cNvPr>
              <p:cNvPicPr/>
              <p:nvPr/>
            </p:nvPicPr>
            <p:blipFill>
              <a:blip r:embed="rId3"/>
              <a:stretch>
                <a:fillRect/>
              </a:stretch>
            </p:blipFill>
            <p:spPr>
              <a:xfrm>
                <a:off x="3922200" y="1219320"/>
                <a:ext cx="4882320" cy="221400"/>
              </a:xfrm>
              <a:prstGeom prst="rect">
                <a:avLst/>
              </a:prstGeom>
            </p:spPr>
          </p:pic>
        </mc:Fallback>
      </mc:AlternateContent>
    </p:spTree>
    <p:extLst>
      <p:ext uri="{BB962C8B-B14F-4D97-AF65-F5344CB8AC3E}">
        <p14:creationId xmlns:p14="http://schemas.microsoft.com/office/powerpoint/2010/main" val="3259716301"/>
      </p:ext>
    </p:extLst>
  </p:cSld>
  <p:clrMapOvr>
    <a:masterClrMapping/>
  </p:clrMapOvr>
</p:sld>
</file>

<file path=ppt/slides/slide4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A06EE-1F01-428E-80CC-AE752C8EE1A3}"/>
              </a:ext>
            </a:extLst>
          </p:cNvPr>
          <p:cNvSpPr>
            <a:spLocks noGrp="1"/>
          </p:cNvSpPr>
          <p:nvPr>
            <p:ph type="title"/>
          </p:nvPr>
        </p:nvSpPr>
        <p:spPr/>
        <p:txBody>
          <a:bodyPr/>
          <a:lstStyle/>
          <a:p>
            <a:pPr algn="ctr"/>
            <a:r>
              <a:rPr lang="en-US" b="1" dirty="0"/>
              <a:t>TVS Motor Company Ltd ( is a 3 -stage candidate)</a:t>
            </a:r>
            <a:endParaRPr lang="en-IN" b="1" dirty="0"/>
          </a:p>
        </p:txBody>
      </p:sp>
      <p:graphicFrame>
        <p:nvGraphicFramePr>
          <p:cNvPr id="4" name="Table 4">
            <a:extLst>
              <a:ext uri="{FF2B5EF4-FFF2-40B4-BE49-F238E27FC236}">
                <a16:creationId xmlns:a16="http://schemas.microsoft.com/office/drawing/2014/main" id="{B37946E7-54DA-48CF-91AB-B64A6FC7DE70}"/>
              </a:ext>
            </a:extLst>
          </p:cNvPr>
          <p:cNvGraphicFramePr>
            <a:graphicFrameLocks noGrp="1"/>
          </p:cNvGraphicFramePr>
          <p:nvPr>
            <p:ph idx="1"/>
          </p:nvPr>
        </p:nvGraphicFramePr>
        <p:xfrm>
          <a:off x="838200" y="1825625"/>
          <a:ext cx="10515600" cy="3240928"/>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3577665059"/>
                    </a:ext>
                  </a:extLst>
                </a:gridCol>
                <a:gridCol w="1752600">
                  <a:extLst>
                    <a:ext uri="{9D8B030D-6E8A-4147-A177-3AD203B41FA5}">
                      <a16:colId xmlns:a16="http://schemas.microsoft.com/office/drawing/2014/main" val="3290545747"/>
                    </a:ext>
                  </a:extLst>
                </a:gridCol>
                <a:gridCol w="1752600">
                  <a:extLst>
                    <a:ext uri="{9D8B030D-6E8A-4147-A177-3AD203B41FA5}">
                      <a16:colId xmlns:a16="http://schemas.microsoft.com/office/drawing/2014/main" val="1024851223"/>
                    </a:ext>
                  </a:extLst>
                </a:gridCol>
                <a:gridCol w="1752600">
                  <a:extLst>
                    <a:ext uri="{9D8B030D-6E8A-4147-A177-3AD203B41FA5}">
                      <a16:colId xmlns:a16="http://schemas.microsoft.com/office/drawing/2014/main" val="4235288959"/>
                    </a:ext>
                  </a:extLst>
                </a:gridCol>
                <a:gridCol w="1752600">
                  <a:extLst>
                    <a:ext uri="{9D8B030D-6E8A-4147-A177-3AD203B41FA5}">
                      <a16:colId xmlns:a16="http://schemas.microsoft.com/office/drawing/2014/main" val="1478608210"/>
                    </a:ext>
                  </a:extLst>
                </a:gridCol>
                <a:gridCol w="1752600">
                  <a:extLst>
                    <a:ext uri="{9D8B030D-6E8A-4147-A177-3AD203B41FA5}">
                      <a16:colId xmlns:a16="http://schemas.microsoft.com/office/drawing/2014/main" val="2392319713"/>
                    </a:ext>
                  </a:extLst>
                </a:gridCol>
              </a:tblGrid>
              <a:tr h="370840">
                <a:tc>
                  <a:txBody>
                    <a:bodyPr/>
                    <a:lstStyle/>
                    <a:p>
                      <a:r>
                        <a:rPr lang="en-US" dirty="0"/>
                        <a:t>Particulars</a:t>
                      </a:r>
                      <a:endParaRPr lang="en-IN" dirty="0"/>
                    </a:p>
                  </a:txBody>
                  <a:tcPr/>
                </a:tc>
                <a:tc>
                  <a:txBody>
                    <a:bodyPr/>
                    <a:lstStyle/>
                    <a:p>
                      <a:r>
                        <a:rPr lang="en-IN" dirty="0"/>
                        <a:t>2025</a:t>
                      </a:r>
                    </a:p>
                  </a:txBody>
                  <a:tcPr/>
                </a:tc>
                <a:tc>
                  <a:txBody>
                    <a:bodyPr/>
                    <a:lstStyle/>
                    <a:p>
                      <a:r>
                        <a:rPr lang="en-IN" dirty="0"/>
                        <a:t>2024</a:t>
                      </a:r>
                    </a:p>
                  </a:txBody>
                  <a:tcPr/>
                </a:tc>
                <a:tc>
                  <a:txBody>
                    <a:bodyPr/>
                    <a:lstStyle/>
                    <a:p>
                      <a:r>
                        <a:rPr lang="en-IN" dirty="0"/>
                        <a:t>2023</a:t>
                      </a:r>
                    </a:p>
                  </a:txBody>
                  <a:tcPr/>
                </a:tc>
                <a:tc>
                  <a:txBody>
                    <a:bodyPr/>
                    <a:lstStyle/>
                    <a:p>
                      <a:r>
                        <a:rPr lang="en-US" dirty="0"/>
                        <a:t>2022</a:t>
                      </a:r>
                      <a:endParaRPr lang="en-IN" dirty="0"/>
                    </a:p>
                  </a:txBody>
                  <a:tcPr/>
                </a:tc>
                <a:tc>
                  <a:txBody>
                    <a:bodyPr/>
                    <a:lstStyle/>
                    <a:p>
                      <a:r>
                        <a:rPr lang="en-US" dirty="0"/>
                        <a:t>2021</a:t>
                      </a:r>
                      <a:endParaRPr lang="en-IN" dirty="0"/>
                    </a:p>
                  </a:txBody>
                  <a:tcPr/>
                </a:tc>
                <a:extLst>
                  <a:ext uri="{0D108BD9-81ED-4DB2-BD59-A6C34878D82A}">
                    <a16:rowId xmlns:a16="http://schemas.microsoft.com/office/drawing/2014/main" val="3960502522"/>
                  </a:ext>
                </a:extLst>
              </a:tr>
              <a:tr h="370840">
                <a:tc>
                  <a:txBody>
                    <a:bodyPr/>
                    <a:lstStyle/>
                    <a:p>
                      <a:r>
                        <a:rPr lang="en-US" b="1" dirty="0"/>
                        <a:t>ROE (In %)</a:t>
                      </a:r>
                      <a:endParaRPr lang="en-IN" b="1" dirty="0"/>
                    </a:p>
                  </a:txBody>
                  <a:tcPr/>
                </a:tc>
                <a:tc>
                  <a:txBody>
                    <a:bodyPr/>
                    <a:lstStyle/>
                    <a:p>
                      <a:r>
                        <a:rPr lang="en-IN" dirty="0"/>
                        <a:t>26.29</a:t>
                      </a:r>
                    </a:p>
                  </a:txBody>
                  <a:tcPr/>
                </a:tc>
                <a:tc>
                  <a:txBody>
                    <a:bodyPr/>
                    <a:lstStyle/>
                    <a:p>
                      <a:r>
                        <a:rPr lang="en-IN" dirty="0"/>
                        <a:t>24.85</a:t>
                      </a:r>
                    </a:p>
                  </a:txBody>
                  <a:tcPr/>
                </a:tc>
                <a:tc>
                  <a:txBody>
                    <a:bodyPr/>
                    <a:lstStyle/>
                    <a:p>
                      <a:r>
                        <a:rPr lang="en-IN" dirty="0"/>
                        <a:t>24.13</a:t>
                      </a:r>
                    </a:p>
                  </a:txBody>
                  <a:tcPr/>
                </a:tc>
                <a:tc>
                  <a:txBody>
                    <a:bodyPr/>
                    <a:lstStyle/>
                    <a:p>
                      <a:r>
                        <a:rPr lang="en-IN" dirty="0"/>
                        <a:t>17.20</a:t>
                      </a:r>
                    </a:p>
                  </a:txBody>
                  <a:tcPr/>
                </a:tc>
                <a:tc>
                  <a:txBody>
                    <a:bodyPr/>
                    <a:lstStyle/>
                    <a:p>
                      <a:r>
                        <a:rPr lang="en-IN" dirty="0"/>
                        <a:t>15.52</a:t>
                      </a:r>
                    </a:p>
                  </a:txBody>
                  <a:tcPr/>
                </a:tc>
                <a:extLst>
                  <a:ext uri="{0D108BD9-81ED-4DB2-BD59-A6C34878D82A}">
                    <a16:rowId xmlns:a16="http://schemas.microsoft.com/office/drawing/2014/main" val="3494825574"/>
                  </a:ext>
                </a:extLst>
              </a:tr>
              <a:tr h="370840">
                <a:tc>
                  <a:txBody>
                    <a:bodyPr/>
                    <a:lstStyle/>
                    <a:p>
                      <a:r>
                        <a:rPr lang="en-US" b="1" dirty="0"/>
                        <a:t>DPS (INR)</a:t>
                      </a:r>
                      <a:endParaRPr lang="en-IN" b="1" dirty="0"/>
                    </a:p>
                  </a:txBody>
                  <a:tcPr/>
                </a:tc>
                <a:tc>
                  <a:txBody>
                    <a:bodyPr/>
                    <a:lstStyle/>
                    <a:p>
                      <a:r>
                        <a:rPr lang="en-IN" dirty="0"/>
                        <a:t>10.00</a:t>
                      </a:r>
                    </a:p>
                  </a:txBody>
                  <a:tcPr/>
                </a:tc>
                <a:tc>
                  <a:txBody>
                    <a:bodyPr/>
                    <a:lstStyle/>
                    <a:p>
                      <a:r>
                        <a:rPr lang="en-IN" dirty="0"/>
                        <a:t>8.00</a:t>
                      </a:r>
                    </a:p>
                  </a:txBody>
                  <a:tcPr/>
                </a:tc>
                <a:tc>
                  <a:txBody>
                    <a:bodyPr/>
                    <a:lstStyle/>
                    <a:p>
                      <a:r>
                        <a:rPr lang="en-IN" dirty="0"/>
                        <a:t>5.00</a:t>
                      </a:r>
                    </a:p>
                  </a:txBody>
                  <a:tcPr/>
                </a:tc>
                <a:tc>
                  <a:txBody>
                    <a:bodyPr/>
                    <a:lstStyle/>
                    <a:p>
                      <a:r>
                        <a:rPr lang="en-IN" dirty="0"/>
                        <a:t>3.75</a:t>
                      </a:r>
                    </a:p>
                  </a:txBody>
                  <a:tcPr/>
                </a:tc>
                <a:tc>
                  <a:txBody>
                    <a:bodyPr/>
                    <a:lstStyle/>
                    <a:p>
                      <a:r>
                        <a:rPr lang="en-IN" dirty="0"/>
                        <a:t>3.50</a:t>
                      </a:r>
                    </a:p>
                  </a:txBody>
                  <a:tcPr/>
                </a:tc>
                <a:extLst>
                  <a:ext uri="{0D108BD9-81ED-4DB2-BD59-A6C34878D82A}">
                    <a16:rowId xmlns:a16="http://schemas.microsoft.com/office/drawing/2014/main" val="2542007561"/>
                  </a:ext>
                </a:extLst>
              </a:tr>
              <a:tr h="477408">
                <a:tc>
                  <a:txBody>
                    <a:bodyPr/>
                    <a:lstStyle/>
                    <a:p>
                      <a:r>
                        <a:rPr lang="en-US" b="1" dirty="0"/>
                        <a:t>EPS (INR)</a:t>
                      </a:r>
                      <a:endParaRPr lang="en-IN" b="1" dirty="0"/>
                    </a:p>
                  </a:txBody>
                  <a:tcPr/>
                </a:tc>
                <a:tc>
                  <a:txBody>
                    <a:bodyPr/>
                    <a:lstStyle/>
                    <a:p>
                      <a:r>
                        <a:rPr lang="en-IN" dirty="0"/>
                        <a:t>47.05</a:t>
                      </a:r>
                    </a:p>
                  </a:txBody>
                  <a:tcPr/>
                </a:tc>
                <a:tc>
                  <a:txBody>
                    <a:bodyPr/>
                    <a:lstStyle/>
                    <a:p>
                      <a:r>
                        <a:rPr lang="en-IN" dirty="0"/>
                        <a:t>35.50</a:t>
                      </a:r>
                    </a:p>
                  </a:txBody>
                  <a:tcPr/>
                </a:tc>
                <a:tc>
                  <a:txBody>
                    <a:bodyPr/>
                    <a:lstStyle/>
                    <a:p>
                      <a:r>
                        <a:rPr lang="en-IN" dirty="0"/>
                        <a:t>27.97</a:t>
                      </a:r>
                    </a:p>
                  </a:txBody>
                  <a:tcPr/>
                </a:tc>
                <a:tc>
                  <a:txBody>
                    <a:bodyPr/>
                    <a:lstStyle/>
                    <a:p>
                      <a:r>
                        <a:rPr lang="en-IN" dirty="0"/>
                        <a:t>15.93</a:t>
                      </a:r>
                    </a:p>
                  </a:txBody>
                  <a:tcPr/>
                </a:tc>
                <a:tc>
                  <a:txBody>
                    <a:bodyPr/>
                    <a:lstStyle/>
                    <a:p>
                      <a:r>
                        <a:rPr lang="en-IN" dirty="0"/>
                        <a:t>12.51</a:t>
                      </a:r>
                    </a:p>
                  </a:txBody>
                  <a:tcPr/>
                </a:tc>
                <a:extLst>
                  <a:ext uri="{0D108BD9-81ED-4DB2-BD59-A6C34878D82A}">
                    <a16:rowId xmlns:a16="http://schemas.microsoft.com/office/drawing/2014/main" val="2150367436"/>
                  </a:ext>
                </a:extLst>
              </a:tr>
              <a:tr h="370840">
                <a:tc>
                  <a:txBody>
                    <a:bodyPr/>
                    <a:lstStyle/>
                    <a:p>
                      <a:r>
                        <a:rPr lang="en-US" b="1" dirty="0" err="1"/>
                        <a:t>Avg.ROE</a:t>
                      </a:r>
                      <a:r>
                        <a:rPr lang="en-US" b="1" dirty="0"/>
                        <a:t> (in %)</a:t>
                      </a:r>
                      <a:endParaRPr lang="en-IN" b="1" dirty="0"/>
                    </a:p>
                  </a:txBody>
                  <a:tcPr/>
                </a:tc>
                <a:tc>
                  <a:txBody>
                    <a:bodyPr/>
                    <a:lstStyle/>
                    <a:p>
                      <a:r>
                        <a:rPr lang="en-IN" b="1" dirty="0"/>
                        <a:t>21.60 %</a:t>
                      </a:r>
                    </a:p>
                  </a:txBody>
                  <a:tcPr/>
                </a:tc>
                <a:tc>
                  <a:txBody>
                    <a:bodyPr/>
                    <a:lstStyle/>
                    <a:p>
                      <a:r>
                        <a:rPr lang="en-IN" dirty="0">
                          <a:highlight>
                            <a:srgbClr val="FFFF00"/>
                          </a:highlight>
                        </a:rPr>
                        <a:t>Consider 22 %</a:t>
                      </a:r>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073283897"/>
                  </a:ext>
                </a:extLst>
              </a:tr>
              <a:tr h="370840">
                <a:tc>
                  <a:txBody>
                    <a:bodyPr/>
                    <a:lstStyle/>
                    <a:p>
                      <a:r>
                        <a:rPr lang="en-US" b="1" dirty="0"/>
                        <a:t>Avg DPR</a:t>
                      </a:r>
                      <a:endParaRPr lang="en-IN" b="1" dirty="0"/>
                    </a:p>
                  </a:txBody>
                  <a:tcPr/>
                </a:tc>
                <a:tc>
                  <a:txBody>
                    <a:bodyPr/>
                    <a:lstStyle/>
                    <a:p>
                      <a:r>
                        <a:rPr lang="en-IN" b="1" dirty="0"/>
                        <a:t>30.25/ 138.96= </a:t>
                      </a:r>
                    </a:p>
                  </a:txBody>
                  <a:tcPr/>
                </a:tc>
                <a:tc>
                  <a:txBody>
                    <a:bodyPr/>
                    <a:lstStyle/>
                    <a:p>
                      <a:r>
                        <a:rPr lang="en-IN" b="1" dirty="0"/>
                        <a:t>21.77</a:t>
                      </a:r>
                    </a:p>
                    <a:p>
                      <a:r>
                        <a:rPr lang="en-IN" b="1" dirty="0"/>
                        <a:t>Consider </a:t>
                      </a:r>
                      <a:r>
                        <a:rPr lang="en-IN" b="1" dirty="0">
                          <a:highlight>
                            <a:srgbClr val="FFFF00"/>
                          </a:highlight>
                        </a:rPr>
                        <a:t>22%</a:t>
                      </a:r>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940186866"/>
                  </a:ext>
                </a:extLst>
              </a:tr>
              <a:tr h="370840">
                <a:tc>
                  <a:txBody>
                    <a:bodyPr/>
                    <a:lstStyle/>
                    <a:p>
                      <a:r>
                        <a:rPr lang="en-US" b="1" dirty="0"/>
                        <a:t>Fundamental g</a:t>
                      </a:r>
                    </a:p>
                    <a:p>
                      <a:r>
                        <a:rPr lang="en-US" b="1" dirty="0"/>
                        <a:t>= ROE*(1-DPR)</a:t>
                      </a:r>
                      <a:endParaRPr lang="en-IN" b="1" dirty="0"/>
                    </a:p>
                  </a:txBody>
                  <a:tcPr/>
                </a:tc>
                <a:tc>
                  <a:txBody>
                    <a:bodyPr/>
                    <a:lstStyle/>
                    <a:p>
                      <a:r>
                        <a:rPr lang="en-IN" b="1" dirty="0"/>
                        <a:t>22 ( 1-0.22)</a:t>
                      </a:r>
                    </a:p>
                    <a:p>
                      <a:r>
                        <a:rPr lang="en-IN" b="1" dirty="0"/>
                        <a:t>= 17.16 %</a:t>
                      </a:r>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4279277043"/>
                  </a:ext>
                </a:extLst>
              </a:tr>
            </a:tbl>
          </a:graphicData>
        </a:graphic>
      </p:graphicFrame>
    </p:spTree>
    <p:extLst>
      <p:ext uri="{BB962C8B-B14F-4D97-AF65-F5344CB8AC3E}">
        <p14:creationId xmlns:p14="http://schemas.microsoft.com/office/powerpoint/2010/main" val="3646561533"/>
      </p:ext>
    </p:extLst>
  </p:cSld>
  <p:clrMapOvr>
    <a:masterClrMapping/>
  </p:clrMapOvr>
</p:sld>
</file>

<file path=ppt/slides/slide4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AD13E-73C1-459C-BF2A-458DCAB2D524}"/>
              </a:ext>
            </a:extLst>
          </p:cNvPr>
          <p:cNvSpPr>
            <a:spLocks noGrp="1"/>
          </p:cNvSpPr>
          <p:nvPr>
            <p:ph type="title"/>
          </p:nvPr>
        </p:nvSpPr>
        <p:spPr>
          <a:xfrm>
            <a:off x="838200" y="0"/>
            <a:ext cx="10515600" cy="1325563"/>
          </a:xfrm>
        </p:spPr>
        <p:txBody>
          <a:bodyPr/>
          <a:lstStyle/>
          <a:p>
            <a:pPr algn="ctr"/>
            <a:r>
              <a:rPr lang="en-US" b="1" dirty="0"/>
              <a:t>Assumptions in the computation of Fundamental PB for</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TVS Motor Company Ltd </a:t>
            </a:r>
            <a:endParaRPr lang="en-IN" b="1" dirty="0"/>
          </a:p>
        </p:txBody>
      </p:sp>
      <p:graphicFrame>
        <p:nvGraphicFramePr>
          <p:cNvPr id="4" name="Table 4">
            <a:extLst>
              <a:ext uri="{FF2B5EF4-FFF2-40B4-BE49-F238E27FC236}">
                <a16:creationId xmlns:a16="http://schemas.microsoft.com/office/drawing/2014/main" id="{EBB5E308-6DEA-4642-BFD2-7CCB6CDC514C}"/>
              </a:ext>
            </a:extLst>
          </p:cNvPr>
          <p:cNvGraphicFramePr>
            <a:graphicFrameLocks noGrp="1"/>
          </p:cNvGraphicFramePr>
          <p:nvPr>
            <p:ph idx="1"/>
          </p:nvPr>
        </p:nvGraphicFramePr>
        <p:xfrm>
          <a:off x="838200" y="1325563"/>
          <a:ext cx="10515600" cy="5130800"/>
        </p:xfrm>
        <a:graphic>
          <a:graphicData uri="http://schemas.openxmlformats.org/drawingml/2006/table">
            <a:tbl>
              <a:tblPr firstRow="1" bandRow="1">
                <a:tableStyleId>{21E4AEA4-8DFA-4A89-87EB-49C32662AFE0}</a:tableStyleId>
              </a:tblPr>
              <a:tblGrid>
                <a:gridCol w="2628900">
                  <a:extLst>
                    <a:ext uri="{9D8B030D-6E8A-4147-A177-3AD203B41FA5}">
                      <a16:colId xmlns:a16="http://schemas.microsoft.com/office/drawing/2014/main" val="3359730896"/>
                    </a:ext>
                  </a:extLst>
                </a:gridCol>
                <a:gridCol w="2244383">
                  <a:extLst>
                    <a:ext uri="{9D8B030D-6E8A-4147-A177-3AD203B41FA5}">
                      <a16:colId xmlns:a16="http://schemas.microsoft.com/office/drawing/2014/main" val="3967438803"/>
                    </a:ext>
                  </a:extLst>
                </a:gridCol>
                <a:gridCol w="3013417">
                  <a:extLst>
                    <a:ext uri="{9D8B030D-6E8A-4147-A177-3AD203B41FA5}">
                      <a16:colId xmlns:a16="http://schemas.microsoft.com/office/drawing/2014/main" val="3218429050"/>
                    </a:ext>
                  </a:extLst>
                </a:gridCol>
                <a:gridCol w="2628900">
                  <a:extLst>
                    <a:ext uri="{9D8B030D-6E8A-4147-A177-3AD203B41FA5}">
                      <a16:colId xmlns:a16="http://schemas.microsoft.com/office/drawing/2014/main" val="3229804162"/>
                    </a:ext>
                  </a:extLst>
                </a:gridCol>
              </a:tblGrid>
              <a:tr h="370840">
                <a:tc>
                  <a:txBody>
                    <a:bodyPr/>
                    <a:lstStyle/>
                    <a:p>
                      <a:r>
                        <a:rPr lang="en-US" dirty="0"/>
                        <a:t>Particulars</a:t>
                      </a:r>
                      <a:endParaRPr lang="en-IN" dirty="0"/>
                    </a:p>
                  </a:txBody>
                  <a:tcPr/>
                </a:tc>
                <a:tc>
                  <a:txBody>
                    <a:bodyPr/>
                    <a:lstStyle/>
                    <a:p>
                      <a:r>
                        <a:rPr lang="en-US" dirty="0"/>
                        <a:t>High Growth Phase</a:t>
                      </a:r>
                      <a:endParaRPr lang="en-IN" dirty="0"/>
                    </a:p>
                  </a:txBody>
                  <a:tcPr/>
                </a:tc>
                <a:tc>
                  <a:txBody>
                    <a:bodyPr/>
                    <a:lstStyle/>
                    <a:p>
                      <a:r>
                        <a:rPr lang="en-US" dirty="0"/>
                        <a:t>Transition Phase</a:t>
                      </a:r>
                      <a:endParaRPr lang="en-IN" dirty="0"/>
                    </a:p>
                  </a:txBody>
                  <a:tcPr/>
                </a:tc>
                <a:tc>
                  <a:txBody>
                    <a:bodyPr/>
                    <a:lstStyle/>
                    <a:p>
                      <a:r>
                        <a:rPr lang="en-US" dirty="0"/>
                        <a:t>Stable Phase </a:t>
                      </a:r>
                      <a:endParaRPr lang="en-IN" dirty="0"/>
                    </a:p>
                  </a:txBody>
                  <a:tcPr/>
                </a:tc>
                <a:extLst>
                  <a:ext uri="{0D108BD9-81ED-4DB2-BD59-A6C34878D82A}">
                    <a16:rowId xmlns:a16="http://schemas.microsoft.com/office/drawing/2014/main" val="3057931776"/>
                  </a:ext>
                </a:extLst>
              </a:tr>
              <a:tr h="370840">
                <a:tc>
                  <a:txBody>
                    <a:bodyPr/>
                    <a:lstStyle/>
                    <a:p>
                      <a:r>
                        <a:rPr lang="en-US" b="1" dirty="0"/>
                        <a:t>Length (in years )</a:t>
                      </a:r>
                      <a:endParaRPr lang="en-IN" b="1" dirty="0"/>
                    </a:p>
                  </a:txBody>
                  <a:tcPr/>
                </a:tc>
                <a:tc>
                  <a:txBody>
                    <a:bodyPr/>
                    <a:lstStyle/>
                    <a:p>
                      <a:r>
                        <a:rPr lang="en-US" dirty="0"/>
                        <a:t>15 years</a:t>
                      </a:r>
                      <a:endParaRPr lang="en-IN" dirty="0"/>
                    </a:p>
                  </a:txBody>
                  <a:tcPr/>
                </a:tc>
                <a:tc>
                  <a:txBody>
                    <a:bodyPr/>
                    <a:lstStyle/>
                    <a:p>
                      <a:r>
                        <a:rPr lang="en-US" dirty="0"/>
                        <a:t>5 years (</a:t>
                      </a:r>
                      <a:r>
                        <a:rPr lang="en-US" dirty="0" err="1"/>
                        <a:t>i.e</a:t>
                      </a:r>
                      <a:r>
                        <a:rPr lang="en-US" dirty="0"/>
                        <a:t> y 16 to y 20)</a:t>
                      </a:r>
                      <a:endParaRPr lang="en-IN" dirty="0"/>
                    </a:p>
                  </a:txBody>
                  <a:tcPr/>
                </a:tc>
                <a:tc>
                  <a:txBody>
                    <a:bodyPr/>
                    <a:lstStyle/>
                    <a:p>
                      <a:r>
                        <a:rPr lang="en-US" dirty="0"/>
                        <a:t>After year 20</a:t>
                      </a:r>
                      <a:endParaRPr lang="en-IN" dirty="0"/>
                    </a:p>
                  </a:txBody>
                  <a:tcPr/>
                </a:tc>
                <a:extLst>
                  <a:ext uri="{0D108BD9-81ED-4DB2-BD59-A6C34878D82A}">
                    <a16:rowId xmlns:a16="http://schemas.microsoft.com/office/drawing/2014/main" val="1779586652"/>
                  </a:ext>
                </a:extLst>
              </a:tr>
              <a:tr h="370840">
                <a:tc>
                  <a:txBody>
                    <a:bodyPr/>
                    <a:lstStyle/>
                    <a:p>
                      <a:r>
                        <a:rPr lang="en-US" b="1" dirty="0"/>
                        <a:t>DPR</a:t>
                      </a:r>
                      <a:endParaRPr lang="en-IN" b="1" dirty="0"/>
                    </a:p>
                  </a:txBody>
                  <a:tcPr/>
                </a:tc>
                <a:tc>
                  <a:txBody>
                    <a:bodyPr/>
                    <a:lstStyle/>
                    <a:p>
                      <a:r>
                        <a:rPr lang="en-US" b="1" dirty="0"/>
                        <a:t>22%</a:t>
                      </a:r>
                      <a:endParaRPr lang="en-IN" b="1" dirty="0"/>
                    </a:p>
                  </a:txBody>
                  <a:tcPr/>
                </a:tc>
                <a:tc>
                  <a:txBody>
                    <a:bodyPr/>
                    <a:lstStyle/>
                    <a:p>
                      <a:r>
                        <a:rPr lang="en-US" dirty="0"/>
                        <a:t>(70-22)/5 = </a:t>
                      </a:r>
                      <a:r>
                        <a:rPr lang="en-US" b="1" dirty="0"/>
                        <a:t>9.6 % </a:t>
                      </a:r>
                      <a:r>
                        <a:rPr lang="en-US" b="1" dirty="0" err="1"/>
                        <a:t>p.year</a:t>
                      </a:r>
                      <a:endParaRPr lang="en-US" b="1" dirty="0"/>
                    </a:p>
                    <a:p>
                      <a:r>
                        <a:rPr lang="en-US" b="1" dirty="0"/>
                        <a:t>Y 16:</a:t>
                      </a:r>
                      <a:r>
                        <a:rPr lang="en-US" dirty="0"/>
                        <a:t> 22 + 9.6= 31.6%</a:t>
                      </a:r>
                    </a:p>
                    <a:p>
                      <a:r>
                        <a:rPr lang="en-US" b="1" dirty="0"/>
                        <a:t>Y 17:</a:t>
                      </a:r>
                      <a:r>
                        <a:rPr lang="en-US" dirty="0"/>
                        <a:t>  41.2%</a:t>
                      </a:r>
                    </a:p>
                    <a:p>
                      <a:r>
                        <a:rPr lang="en-US" b="1" dirty="0"/>
                        <a:t>Y18:</a:t>
                      </a:r>
                      <a:r>
                        <a:rPr lang="en-US" dirty="0"/>
                        <a:t> 50.8 %</a:t>
                      </a:r>
                    </a:p>
                    <a:p>
                      <a:r>
                        <a:rPr lang="en-US" b="1" dirty="0"/>
                        <a:t>Y 19</a:t>
                      </a:r>
                      <a:r>
                        <a:rPr lang="en-US" dirty="0"/>
                        <a:t>: 60.4%</a:t>
                      </a:r>
                    </a:p>
                    <a:p>
                      <a:r>
                        <a:rPr lang="en-US" b="1" dirty="0"/>
                        <a:t>Y 20:</a:t>
                      </a:r>
                      <a:r>
                        <a:rPr lang="en-US" dirty="0"/>
                        <a:t> 70 %</a:t>
                      </a:r>
                      <a:endParaRPr lang="en-IN" dirty="0"/>
                    </a:p>
                  </a:txBody>
                  <a:tcPr/>
                </a:tc>
                <a:tc>
                  <a:txBody>
                    <a:bodyPr/>
                    <a:lstStyle/>
                    <a:p>
                      <a:r>
                        <a:rPr lang="en-US" b="1" dirty="0"/>
                        <a:t>70 %</a:t>
                      </a:r>
                      <a:endParaRPr lang="en-IN" b="1" dirty="0"/>
                    </a:p>
                  </a:txBody>
                  <a:tcPr/>
                </a:tc>
                <a:extLst>
                  <a:ext uri="{0D108BD9-81ED-4DB2-BD59-A6C34878D82A}">
                    <a16:rowId xmlns:a16="http://schemas.microsoft.com/office/drawing/2014/main" val="1124298241"/>
                  </a:ext>
                </a:extLst>
              </a:tr>
              <a:tr h="370840">
                <a:tc>
                  <a:txBody>
                    <a:bodyPr/>
                    <a:lstStyle/>
                    <a:p>
                      <a:r>
                        <a:rPr lang="en-US" b="1" dirty="0"/>
                        <a:t>Growth Rate</a:t>
                      </a:r>
                      <a:endParaRPr lang="en-IN" b="1" dirty="0"/>
                    </a:p>
                  </a:txBody>
                  <a:tcPr/>
                </a:tc>
                <a:tc>
                  <a:txBody>
                    <a:bodyPr/>
                    <a:lstStyle/>
                    <a:p>
                      <a:r>
                        <a:rPr lang="en-US" b="1" dirty="0"/>
                        <a:t>17.16%</a:t>
                      </a:r>
                      <a:endParaRPr lang="en-IN" b="1" dirty="0"/>
                    </a:p>
                  </a:txBody>
                  <a:tcPr/>
                </a:tc>
                <a:tc>
                  <a:txBody>
                    <a:bodyPr/>
                    <a:lstStyle/>
                    <a:p>
                      <a:r>
                        <a:rPr lang="en-US" dirty="0"/>
                        <a:t>(17.16-3.6 )/5 = </a:t>
                      </a:r>
                      <a:r>
                        <a:rPr lang="en-US" b="1" dirty="0"/>
                        <a:t>2.712</a:t>
                      </a:r>
                    </a:p>
                    <a:p>
                      <a:r>
                        <a:rPr lang="en-US" b="1" dirty="0"/>
                        <a:t>Y 16:</a:t>
                      </a:r>
                      <a:r>
                        <a:rPr lang="en-US" dirty="0"/>
                        <a:t> 14.448% ; </a:t>
                      </a:r>
                      <a:r>
                        <a:rPr lang="en-US" b="1" dirty="0"/>
                        <a:t>Y 17</a:t>
                      </a:r>
                      <a:r>
                        <a:rPr lang="en-US" dirty="0"/>
                        <a:t> 11.736%</a:t>
                      </a:r>
                    </a:p>
                    <a:p>
                      <a:r>
                        <a:rPr lang="en-US" b="1" dirty="0"/>
                        <a:t>Y 18:</a:t>
                      </a:r>
                      <a:r>
                        <a:rPr lang="en-US" dirty="0"/>
                        <a:t> 9.024% ; </a:t>
                      </a:r>
                      <a:r>
                        <a:rPr lang="en-US" b="1" dirty="0"/>
                        <a:t>Y19</a:t>
                      </a:r>
                      <a:r>
                        <a:rPr lang="en-US" dirty="0"/>
                        <a:t>: 6.312%</a:t>
                      </a:r>
                    </a:p>
                    <a:p>
                      <a:r>
                        <a:rPr lang="en-US" b="1" dirty="0"/>
                        <a:t>Y 20:</a:t>
                      </a:r>
                      <a:r>
                        <a:rPr lang="en-US" dirty="0"/>
                        <a:t> 3.6%</a:t>
                      </a:r>
                      <a:endParaRPr lang="en-IN" dirty="0"/>
                    </a:p>
                  </a:txBody>
                  <a:tcPr/>
                </a:tc>
                <a:tc>
                  <a:txBody>
                    <a:bodyPr/>
                    <a:lstStyle/>
                    <a:p>
                      <a:r>
                        <a:rPr lang="en-US" b="1" dirty="0"/>
                        <a:t>12 % (1-0.70) = 3.6 %</a:t>
                      </a:r>
                      <a:endParaRPr lang="en-IN" b="1" dirty="0"/>
                    </a:p>
                  </a:txBody>
                  <a:tcPr/>
                </a:tc>
                <a:extLst>
                  <a:ext uri="{0D108BD9-81ED-4DB2-BD59-A6C34878D82A}">
                    <a16:rowId xmlns:a16="http://schemas.microsoft.com/office/drawing/2014/main" val="2696296970"/>
                  </a:ext>
                </a:extLst>
              </a:tr>
              <a:tr h="370840">
                <a:tc>
                  <a:txBody>
                    <a:bodyPr/>
                    <a:lstStyle/>
                    <a:p>
                      <a:r>
                        <a:rPr lang="en-US" b="1" dirty="0"/>
                        <a:t>COE</a:t>
                      </a:r>
                      <a:endParaRPr lang="en-IN"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7.35 %+ ( 1.22 *7.46%) = 16.45%</a:t>
                      </a: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p>
                      <a:endParaRPr lang="en-IN"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(16.45-12.00)/5 = </a:t>
                      </a:r>
                      <a:r>
                        <a:rPr kumimoji="0" lang="en-US" sz="1800" b="1" i="0" u="none" strike="noStrike" kern="1200" cap="none" spc="0" normalizeH="0" baseline="0" noProof="0" dirty="0">
                          <a:ln>
                            <a:noFill/>
                          </a:ln>
                          <a:solidFill>
                            <a:prstClr val="black"/>
                          </a:solidFill>
                          <a:effectLst/>
                          <a:uLnTx/>
                          <a:uFillTx/>
                          <a:latin typeface="+mn-lt"/>
                          <a:ea typeface="+mn-ea"/>
                          <a:cs typeface="+mn-cs"/>
                        </a:rPr>
                        <a:t>0.89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Y16:</a:t>
                      </a:r>
                      <a:r>
                        <a:rPr kumimoji="0" lang="en-US" sz="1800" b="0" i="0" u="none" strike="noStrike" kern="1200" cap="none" spc="0" normalizeH="0" baseline="0" noProof="0" dirty="0">
                          <a:ln>
                            <a:noFill/>
                          </a:ln>
                          <a:solidFill>
                            <a:prstClr val="black"/>
                          </a:solidFill>
                          <a:effectLst/>
                          <a:uLnTx/>
                          <a:uFillTx/>
                          <a:latin typeface="+mn-lt"/>
                          <a:ea typeface="+mn-ea"/>
                          <a:cs typeface="+mn-cs"/>
                        </a:rPr>
                        <a:t> 15.56% ; </a:t>
                      </a:r>
                      <a:r>
                        <a:rPr kumimoji="0" lang="en-US" sz="1800" b="1" i="0" u="none" strike="noStrike" kern="1200" cap="none" spc="0" normalizeH="0" baseline="0" noProof="0" dirty="0">
                          <a:ln>
                            <a:noFill/>
                          </a:ln>
                          <a:solidFill>
                            <a:prstClr val="black"/>
                          </a:solidFill>
                          <a:effectLst/>
                          <a:uLnTx/>
                          <a:uFillTx/>
                          <a:latin typeface="+mn-lt"/>
                          <a:ea typeface="+mn-ea"/>
                          <a:cs typeface="+mn-cs"/>
                        </a:rPr>
                        <a:t>Y17:</a:t>
                      </a:r>
                      <a:r>
                        <a:rPr kumimoji="0" lang="en-US" sz="1800" b="0" i="0" u="none" strike="noStrike" kern="1200" cap="none" spc="0" normalizeH="0" baseline="0" noProof="0" dirty="0">
                          <a:ln>
                            <a:noFill/>
                          </a:ln>
                          <a:solidFill>
                            <a:prstClr val="black"/>
                          </a:solidFill>
                          <a:effectLst/>
                          <a:uLnTx/>
                          <a:uFillTx/>
                          <a:latin typeface="+mn-lt"/>
                          <a:ea typeface="+mn-ea"/>
                          <a:cs typeface="+mn-cs"/>
                        </a:rPr>
                        <a:t> 14.67%</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Y18:</a:t>
                      </a:r>
                      <a:r>
                        <a:rPr kumimoji="0" lang="en-US" sz="1800" b="0" i="0" u="none" strike="noStrike" kern="1200" cap="none" spc="0" normalizeH="0" baseline="0" noProof="0" dirty="0">
                          <a:ln>
                            <a:noFill/>
                          </a:ln>
                          <a:solidFill>
                            <a:prstClr val="black"/>
                          </a:solidFill>
                          <a:effectLst/>
                          <a:uLnTx/>
                          <a:uFillTx/>
                          <a:latin typeface="+mn-lt"/>
                          <a:ea typeface="+mn-ea"/>
                          <a:cs typeface="+mn-cs"/>
                        </a:rPr>
                        <a:t> 13.78 % ; </a:t>
                      </a:r>
                      <a:r>
                        <a:rPr kumimoji="0" lang="en-US" sz="1800" b="1" i="0" u="none" strike="noStrike" kern="1200" cap="none" spc="0" normalizeH="0" baseline="0" noProof="0" dirty="0">
                          <a:ln>
                            <a:noFill/>
                          </a:ln>
                          <a:solidFill>
                            <a:prstClr val="black"/>
                          </a:solidFill>
                          <a:effectLst/>
                          <a:uLnTx/>
                          <a:uFillTx/>
                          <a:latin typeface="+mn-lt"/>
                          <a:ea typeface="+mn-ea"/>
                          <a:cs typeface="+mn-cs"/>
                        </a:rPr>
                        <a:t>Y19</a:t>
                      </a:r>
                      <a:r>
                        <a:rPr kumimoji="0" lang="en-US" sz="1800" b="0" i="0" u="none" strike="noStrike" kern="1200" cap="none" spc="0" normalizeH="0" baseline="0" noProof="0" dirty="0">
                          <a:ln>
                            <a:noFill/>
                          </a:ln>
                          <a:solidFill>
                            <a:prstClr val="black"/>
                          </a:solidFill>
                          <a:effectLst/>
                          <a:uLnTx/>
                          <a:uFillTx/>
                          <a:latin typeface="+mn-lt"/>
                          <a:ea typeface="+mn-ea"/>
                          <a:cs typeface="+mn-cs"/>
                        </a:rPr>
                        <a:t>: 12.89%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Y20:</a:t>
                      </a:r>
                      <a:r>
                        <a:rPr kumimoji="0" lang="en-US" sz="1800" b="0" i="0" u="none" strike="noStrike" kern="1200" cap="none" spc="0" normalizeH="0" baseline="0" noProof="0" dirty="0">
                          <a:ln>
                            <a:noFill/>
                          </a:ln>
                          <a:solidFill>
                            <a:prstClr val="black"/>
                          </a:solidFill>
                          <a:effectLst/>
                          <a:uLnTx/>
                          <a:uFillTx/>
                          <a:latin typeface="+mn-lt"/>
                          <a:ea typeface="+mn-ea"/>
                          <a:cs typeface="+mn-cs"/>
                        </a:rPr>
                        <a:t> 12%</a:t>
                      </a:r>
                      <a:endParaRPr kumimoji="0" lang="en-IN" sz="1800" b="0" i="0" u="none" strike="noStrike" kern="1200" cap="none" spc="0" normalizeH="0" baseline="0" noProof="0" dirty="0">
                        <a:ln>
                          <a:noFill/>
                        </a:ln>
                        <a:solidFill>
                          <a:prstClr val="black"/>
                        </a:solidFill>
                        <a:effectLst/>
                        <a:uLnTx/>
                        <a:uFillTx/>
                        <a:latin typeface="+mn-lt"/>
                        <a:ea typeface="+mn-ea"/>
                        <a:cs typeface="+mn-cs"/>
                      </a:endParaRPr>
                    </a:p>
                    <a:p>
                      <a:endParaRPr lang="en-IN" dirty="0"/>
                    </a:p>
                  </a:txBody>
                  <a:tcPr/>
                </a:tc>
                <a:tc>
                  <a:txBody>
                    <a:bodyPr/>
                    <a:lstStyle/>
                    <a:p>
                      <a:r>
                        <a:rPr lang="en-US" dirty="0"/>
                        <a:t>6% + (1*6%) = </a:t>
                      </a:r>
                      <a:r>
                        <a:rPr lang="en-US" b="1" dirty="0"/>
                        <a:t>12%</a:t>
                      </a:r>
                      <a:endParaRPr lang="en-IN" b="1" dirty="0"/>
                    </a:p>
                  </a:txBody>
                  <a:tcPr/>
                </a:tc>
                <a:extLst>
                  <a:ext uri="{0D108BD9-81ED-4DB2-BD59-A6C34878D82A}">
                    <a16:rowId xmlns:a16="http://schemas.microsoft.com/office/drawing/2014/main" val="4119907283"/>
                  </a:ext>
                </a:extLst>
              </a:tr>
            </a:tbl>
          </a:graphicData>
        </a:graphic>
      </p:graphicFrame>
    </p:spTree>
    <p:extLst>
      <p:ext uri="{BB962C8B-B14F-4D97-AF65-F5344CB8AC3E}">
        <p14:creationId xmlns:p14="http://schemas.microsoft.com/office/powerpoint/2010/main" val="2129306668"/>
      </p:ext>
    </p:extLst>
  </p:cSld>
  <p:clrMapOvr>
    <a:masterClrMapping/>
  </p:clrMapOvr>
</p:sld>
</file>

<file path=ppt/slides/slide4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ECFF3-E53C-4AF0-B79E-AF81652B8D5E}"/>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TVS Motor Company Ltd -</a:t>
            </a:r>
            <a:r>
              <a:rPr lang="en-US" b="1" dirty="0"/>
              <a:t>High Growth PB ???</a:t>
            </a:r>
            <a:endParaRPr lang="en-IN" b="1" dirty="0"/>
          </a:p>
        </p:txBody>
      </p:sp>
      <p:sp>
        <p:nvSpPr>
          <p:cNvPr id="3" name="Content Placeholder 2">
            <a:extLst>
              <a:ext uri="{FF2B5EF4-FFF2-40B4-BE49-F238E27FC236}">
                <a16:creationId xmlns:a16="http://schemas.microsoft.com/office/drawing/2014/main" id="{1ADC04F0-B394-4706-BF44-AE17C5BEFE27}"/>
              </a:ext>
            </a:extLst>
          </p:cNvPr>
          <p:cNvSpPr>
            <a:spLocks noGrp="1"/>
          </p:cNvSpPr>
          <p:nvPr>
            <p:ph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ROE hg  * DPR hg *(1+ g hg) *( 1- [ {1+g hg}^n / {1+ COE hg }^n])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600" dirty="0">
                <a:solidFill>
                  <a:prstClr val="black"/>
                </a:solidFill>
                <a:latin typeface="Calibri" panose="020F0502020204030204"/>
              </a:rPr>
              <a:t>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COE hg – g hg</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600"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prstClr val="black"/>
                </a:solidFill>
                <a:latin typeface="Calibri" panose="020F0502020204030204"/>
              </a:rPr>
              <a:t>Where </a:t>
            </a:r>
            <a:r>
              <a:rPr lang="en-US" sz="2600" b="1" dirty="0">
                <a:solidFill>
                  <a:prstClr val="black"/>
                </a:solidFill>
                <a:latin typeface="Calibri" panose="020F0502020204030204"/>
              </a:rPr>
              <a:t>DPR hg = 22% ;  g hg = 17.16% ; COE hg = 16.45%;  ROE hg = 22 %; Length of HG Phase = 15 years </a:t>
            </a:r>
            <a:endParaRPr lang="en-IN" b="1" dirty="0"/>
          </a:p>
        </p:txBody>
      </p:sp>
    </p:spTree>
    <p:extLst>
      <p:ext uri="{BB962C8B-B14F-4D97-AF65-F5344CB8AC3E}">
        <p14:creationId xmlns:p14="http://schemas.microsoft.com/office/powerpoint/2010/main" val="940892294"/>
      </p:ext>
    </p:extLst>
  </p:cSld>
  <p:clrMapOvr>
    <a:masterClrMapping/>
  </p:clrMapOvr>
</p:sld>
</file>

<file path=ppt/slides/slide4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B635D-537F-41DA-B4E3-963B25D13BAA}"/>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TVS Motor Company Ltd -High Growth PB</a:t>
            </a:r>
            <a:endParaRPr lang="en-IN" dirty="0"/>
          </a:p>
        </p:txBody>
      </p:sp>
      <p:sp>
        <p:nvSpPr>
          <p:cNvPr id="3" name="Content Placeholder 2">
            <a:extLst>
              <a:ext uri="{FF2B5EF4-FFF2-40B4-BE49-F238E27FC236}">
                <a16:creationId xmlns:a16="http://schemas.microsoft.com/office/drawing/2014/main" id="{0705010F-989C-4D89-8B33-0E0457114C99}"/>
              </a:ext>
            </a:extLst>
          </p:cNvPr>
          <p:cNvSpPr>
            <a:spLocks noGrp="1"/>
          </p:cNvSpPr>
          <p:nvPr>
            <p:ph idx="1"/>
          </p:nvPr>
        </p:nvSpPr>
        <p:spPr/>
        <p:txBody>
          <a:bodyPr/>
          <a:lstStyle/>
          <a:p>
            <a:pPr marL="0" indent="0">
              <a:buNone/>
            </a:pPr>
            <a:r>
              <a:rPr lang="en-US" dirty="0"/>
              <a:t>= (0.22) (0.22)(1.1716)(1- [{1.1716}^15/ {1.1645}^15]) /  </a:t>
            </a:r>
          </a:p>
          <a:p>
            <a:pPr marL="0" indent="0">
              <a:buNone/>
            </a:pPr>
            <a:r>
              <a:rPr lang="en-US" dirty="0"/>
              <a:t>(0.1645-0.1716)</a:t>
            </a:r>
          </a:p>
          <a:p>
            <a:pPr marL="0" indent="0">
              <a:buNone/>
            </a:pPr>
            <a:endParaRPr lang="en-US" dirty="0"/>
          </a:p>
          <a:p>
            <a:pPr marL="0" indent="0">
              <a:buNone/>
            </a:pPr>
            <a:r>
              <a:rPr lang="en-US" dirty="0"/>
              <a:t>= (0.22) (0.2578) ( 1- { 10.7570 / 9.8196}) / -0.0071</a:t>
            </a:r>
          </a:p>
          <a:p>
            <a:pPr marL="0" indent="0">
              <a:buNone/>
            </a:pPr>
            <a:r>
              <a:rPr lang="en-US" dirty="0"/>
              <a:t> </a:t>
            </a:r>
          </a:p>
          <a:p>
            <a:pPr marL="0" indent="0">
              <a:buNone/>
            </a:pPr>
            <a:endParaRPr lang="en-US" dirty="0"/>
          </a:p>
          <a:p>
            <a:pPr marL="0" indent="0">
              <a:buNone/>
            </a:pPr>
            <a:r>
              <a:rPr lang="en-US" b="1" dirty="0"/>
              <a:t>= 0.7629 times  </a:t>
            </a:r>
            <a:endParaRPr lang="en-IN"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BAB70FDB-C7C8-FEAD-17B1-3D92AF8D0B3A}"/>
                  </a:ext>
                </a:extLst>
              </p14:cNvPr>
              <p14:cNvContentPartPr/>
              <p14:nvPr/>
            </p14:nvContentPartPr>
            <p14:xfrm>
              <a:off x="1760760" y="5083920"/>
              <a:ext cx="1357920" cy="329760"/>
            </p14:xfrm>
          </p:contentPart>
        </mc:Choice>
        <mc:Fallback xmlns="">
          <p:pic>
            <p:nvPicPr>
              <p:cNvPr id="4" name="Ink 3">
                <a:extLst>
                  <a:ext uri="{FF2B5EF4-FFF2-40B4-BE49-F238E27FC236}">
                    <a16:creationId xmlns:a16="http://schemas.microsoft.com/office/drawing/2014/main" id="{BAB70FDB-C7C8-FEAD-17B1-3D92AF8D0B3A}"/>
                  </a:ext>
                </a:extLst>
              </p:cNvPr>
              <p:cNvPicPr/>
              <p:nvPr/>
            </p:nvPicPr>
            <p:blipFill>
              <a:blip r:embed="rId3"/>
              <a:stretch>
                <a:fillRect/>
              </a:stretch>
            </p:blipFill>
            <p:spPr>
              <a:xfrm>
                <a:off x="1751400" y="5074560"/>
                <a:ext cx="1376640" cy="348480"/>
              </a:xfrm>
              <a:prstGeom prst="rect">
                <a:avLst/>
              </a:prstGeom>
            </p:spPr>
          </p:pic>
        </mc:Fallback>
      </mc:AlternateContent>
    </p:spTree>
    <p:extLst>
      <p:ext uri="{BB962C8B-B14F-4D97-AF65-F5344CB8AC3E}">
        <p14:creationId xmlns:p14="http://schemas.microsoft.com/office/powerpoint/2010/main" val="3389584561"/>
      </p:ext>
    </p:extLst>
  </p:cSld>
  <p:clrMapOvr>
    <a:masterClrMapping/>
  </p:clrMapOvr>
</p:sld>
</file>

<file path=ppt/slides/slide4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F64D0-BC4C-42F7-A6E4-EE9C4CC4527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TVS Motor Company Ltd : Year </a:t>
            </a:r>
            <a:r>
              <a:rPr lang="en-US" b="1" dirty="0">
                <a:solidFill>
                  <a:prstClr val="black"/>
                </a:solidFill>
                <a:latin typeface="Calibri Light" panose="020F0302020204030204"/>
              </a:rPr>
              <a:t>16</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PB =???</a:t>
            </a:r>
            <a:endParaRPr lang="en-IN" dirty="0"/>
          </a:p>
        </p:txBody>
      </p:sp>
      <p:sp>
        <p:nvSpPr>
          <p:cNvPr id="3" name="Content Placeholder 2">
            <a:extLst>
              <a:ext uri="{FF2B5EF4-FFF2-40B4-BE49-F238E27FC236}">
                <a16:creationId xmlns:a16="http://schemas.microsoft.com/office/drawing/2014/main" id="{DFD671A4-E92E-4A54-898A-8AD3892086F7}"/>
              </a:ext>
            </a:extLst>
          </p:cNvPr>
          <p:cNvSpPr>
            <a:spLocks noGrp="1"/>
          </p:cNvSpPr>
          <p:nvPr>
            <p:ph idx="1"/>
          </p:nvPr>
        </p:nvSpPr>
        <p:spPr/>
        <p:txBody>
          <a:bodyPr/>
          <a:lstStyle/>
          <a:p>
            <a:r>
              <a:rPr lang="en-US" dirty="0"/>
              <a:t>What do we need ?</a:t>
            </a:r>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16B50C7-F827-309E-A0D0-03055C6FABC3}"/>
                  </a:ext>
                </a:extLst>
              </p14:cNvPr>
              <p14:cNvContentPartPr/>
              <p14:nvPr/>
            </p14:nvContentPartPr>
            <p14:xfrm>
              <a:off x="1774800" y="2567520"/>
              <a:ext cx="10418400" cy="2830320"/>
            </p14:xfrm>
          </p:contentPart>
        </mc:Choice>
        <mc:Fallback xmlns="">
          <p:pic>
            <p:nvPicPr>
              <p:cNvPr id="4" name="Ink 3">
                <a:extLst>
                  <a:ext uri="{FF2B5EF4-FFF2-40B4-BE49-F238E27FC236}">
                    <a16:creationId xmlns:a16="http://schemas.microsoft.com/office/drawing/2014/main" id="{116B50C7-F827-309E-A0D0-03055C6FABC3}"/>
                  </a:ext>
                </a:extLst>
              </p:cNvPr>
              <p:cNvPicPr/>
              <p:nvPr/>
            </p:nvPicPr>
            <p:blipFill>
              <a:blip r:embed="rId3"/>
              <a:stretch>
                <a:fillRect/>
              </a:stretch>
            </p:blipFill>
            <p:spPr>
              <a:xfrm>
                <a:off x="1765440" y="2558160"/>
                <a:ext cx="10437120" cy="2849040"/>
              </a:xfrm>
              <a:prstGeom prst="rect">
                <a:avLst/>
              </a:prstGeom>
            </p:spPr>
          </p:pic>
        </mc:Fallback>
      </mc:AlternateContent>
    </p:spTree>
    <p:extLst>
      <p:ext uri="{BB962C8B-B14F-4D97-AF65-F5344CB8AC3E}">
        <p14:creationId xmlns:p14="http://schemas.microsoft.com/office/powerpoint/2010/main" val="945594848"/>
      </p:ext>
    </p:extLst>
  </p:cSld>
  <p:clrMapOvr>
    <a:masterClrMapping/>
  </p:clrMapOvr>
</p:sld>
</file>

<file path=ppt/slides/slide4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F64D0-BC4C-42F7-A6E4-EE9C4CC4527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TVS Motor Company Ltd : Year 16 PB =???</a:t>
            </a:r>
            <a:endParaRPr lang="en-IN" dirty="0"/>
          </a:p>
        </p:txBody>
      </p:sp>
      <p:sp>
        <p:nvSpPr>
          <p:cNvPr id="3" name="Content Placeholder 2">
            <a:extLst>
              <a:ext uri="{FF2B5EF4-FFF2-40B4-BE49-F238E27FC236}">
                <a16:creationId xmlns:a16="http://schemas.microsoft.com/office/drawing/2014/main" id="{DFD671A4-E92E-4A54-898A-8AD3892086F7}"/>
              </a:ext>
            </a:extLst>
          </p:cNvPr>
          <p:cNvSpPr>
            <a:spLocks noGrp="1"/>
          </p:cNvSpPr>
          <p:nvPr>
            <p:ph idx="1"/>
          </p:nvPr>
        </p:nvSpPr>
        <p:spPr/>
        <p:txBody>
          <a:bodyPr>
            <a:normAutofit/>
          </a:bodyPr>
          <a:lstStyle/>
          <a:p>
            <a:r>
              <a:rPr lang="en-US" sz="3600" dirty="0"/>
              <a:t>Year 16 DPR = 31.6 %  or 0.316</a:t>
            </a:r>
          </a:p>
          <a:p>
            <a:r>
              <a:rPr lang="en-US" sz="3600" dirty="0"/>
              <a:t>Year 1-15 growth factor = 10.7570</a:t>
            </a:r>
          </a:p>
          <a:p>
            <a:r>
              <a:rPr lang="en-US" sz="3600" dirty="0"/>
              <a:t>Year 16 growth rate = 0.1445</a:t>
            </a:r>
          </a:p>
          <a:p>
            <a:r>
              <a:rPr lang="en-US" sz="3600" dirty="0"/>
              <a:t>Year 1-15 COE factor = 9.8196</a:t>
            </a:r>
          </a:p>
          <a:p>
            <a:r>
              <a:rPr lang="en-US" sz="3600" dirty="0"/>
              <a:t>Year 16 COE =  0.1556</a:t>
            </a:r>
          </a:p>
          <a:p>
            <a:r>
              <a:rPr lang="en-US" sz="3600" dirty="0"/>
              <a:t>ROE hg = 0.22</a:t>
            </a:r>
            <a:endParaRPr lang="en-IN" sz="3600"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29E7B363-EFF5-BA0C-438F-37230DBEF2B4}"/>
                  </a:ext>
                </a:extLst>
              </p14:cNvPr>
              <p14:cNvContentPartPr/>
              <p14:nvPr/>
            </p14:nvContentPartPr>
            <p14:xfrm>
              <a:off x="1976040" y="1925640"/>
              <a:ext cx="10153080" cy="4738680"/>
            </p14:xfrm>
          </p:contentPart>
        </mc:Choice>
        <mc:Fallback xmlns="">
          <p:pic>
            <p:nvPicPr>
              <p:cNvPr id="4" name="Ink 3">
                <a:extLst>
                  <a:ext uri="{FF2B5EF4-FFF2-40B4-BE49-F238E27FC236}">
                    <a16:creationId xmlns:a16="http://schemas.microsoft.com/office/drawing/2014/main" id="{29E7B363-EFF5-BA0C-438F-37230DBEF2B4}"/>
                  </a:ext>
                </a:extLst>
              </p:cNvPr>
              <p:cNvPicPr/>
              <p:nvPr/>
            </p:nvPicPr>
            <p:blipFill>
              <a:blip r:embed="rId3"/>
              <a:stretch>
                <a:fillRect/>
              </a:stretch>
            </p:blipFill>
            <p:spPr>
              <a:xfrm>
                <a:off x="1966680" y="1916280"/>
                <a:ext cx="10171800" cy="4757400"/>
              </a:xfrm>
              <a:prstGeom prst="rect">
                <a:avLst/>
              </a:prstGeom>
            </p:spPr>
          </p:pic>
        </mc:Fallback>
      </mc:AlternateContent>
    </p:spTree>
    <p:extLst>
      <p:ext uri="{BB962C8B-B14F-4D97-AF65-F5344CB8AC3E}">
        <p14:creationId xmlns:p14="http://schemas.microsoft.com/office/powerpoint/2010/main" val="3640226980"/>
      </p:ext>
    </p:extLst>
  </p:cSld>
  <p:clrMapOvr>
    <a:masterClrMapping/>
  </p:clrMapOvr>
</p:sld>
</file>

<file path=ppt/slides/slide4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204B-DC0A-4793-B4AF-A14DA4F88C4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TVS Motor Company Ltd-Year 16 PB</a:t>
            </a:r>
            <a:r>
              <a:rPr lang="en-US" b="1" dirty="0"/>
              <a:t> </a:t>
            </a:r>
            <a:endParaRPr lang="en-IN" b="1" dirty="0"/>
          </a:p>
        </p:txBody>
      </p:sp>
      <p:sp>
        <p:nvSpPr>
          <p:cNvPr id="3" name="Content Placeholder 2">
            <a:extLst>
              <a:ext uri="{FF2B5EF4-FFF2-40B4-BE49-F238E27FC236}">
                <a16:creationId xmlns:a16="http://schemas.microsoft.com/office/drawing/2014/main" id="{3A281185-5313-4B4E-ACCD-024DF39DD0C9}"/>
              </a:ext>
            </a:extLst>
          </p:cNvPr>
          <p:cNvSpPr>
            <a:spLocks noGrp="1"/>
          </p:cNvSpPr>
          <p:nvPr>
            <p:ph idx="1"/>
          </p:nvPr>
        </p:nvSpPr>
        <p:spPr/>
        <p:txBody>
          <a:bodyPr/>
          <a:lstStyle/>
          <a:p>
            <a:pPr marL="0" indent="0">
              <a:buNone/>
            </a:pPr>
            <a:r>
              <a:rPr lang="en-US" dirty="0"/>
              <a:t>=                         year 16 DPR * (1+G hg)^ hg period * (1+ G year 16)</a:t>
            </a:r>
          </a:p>
          <a:p>
            <a:pPr marL="0" indent="0">
              <a:buNone/>
            </a:pPr>
            <a:r>
              <a:rPr lang="en-US" dirty="0"/>
              <a:t>    ROE hg        -----------------------------------------------------------------------</a:t>
            </a:r>
          </a:p>
          <a:p>
            <a:pPr marL="0" indent="0">
              <a:buNone/>
            </a:pPr>
            <a:r>
              <a:rPr lang="en-US" dirty="0"/>
              <a:t>                              (1+ COE hg) ^ hg period  * (1+ COE year 16)</a:t>
            </a:r>
          </a:p>
          <a:p>
            <a:pPr marL="0" indent="0">
              <a:buNone/>
            </a:pPr>
            <a:endParaRPr lang="en-US" dirty="0"/>
          </a:p>
          <a:p>
            <a:pPr marL="0" indent="0">
              <a:buNone/>
            </a:pPr>
            <a:r>
              <a:rPr lang="en-US" dirty="0"/>
              <a:t>= 0.22 * 0.316 (10.7570) (1.1445) /  (9.8196) (1.1556)</a:t>
            </a:r>
          </a:p>
          <a:p>
            <a:pPr marL="0" indent="0">
              <a:buNone/>
            </a:pPr>
            <a:r>
              <a:rPr lang="en-US" dirty="0"/>
              <a:t>= 0.22 *0.316 ( 12.3114)/ 11.3475</a:t>
            </a:r>
          </a:p>
          <a:p>
            <a:pPr marL="0" indent="0">
              <a:buNone/>
            </a:pPr>
            <a:endParaRPr lang="en-US" dirty="0"/>
          </a:p>
          <a:p>
            <a:pPr marL="0" indent="0">
              <a:buNone/>
            </a:pPr>
            <a:r>
              <a:rPr lang="en-US" dirty="0"/>
              <a:t>= 0.8559/ 11.3475  = </a:t>
            </a:r>
            <a:r>
              <a:rPr lang="en-US" b="1" dirty="0"/>
              <a:t>0.0754 times </a:t>
            </a:r>
            <a:endParaRPr lang="en-IN" b="1" dirty="0"/>
          </a:p>
        </p:txBody>
      </p:sp>
    </p:spTree>
    <p:extLst>
      <p:ext uri="{BB962C8B-B14F-4D97-AF65-F5344CB8AC3E}">
        <p14:creationId xmlns:p14="http://schemas.microsoft.com/office/powerpoint/2010/main" val="2024139287"/>
      </p:ext>
    </p:extLst>
  </p:cSld>
  <p:clrMapOvr>
    <a:masterClrMapping/>
  </p:clrMapOvr>
</p:sld>
</file>

<file path=ppt/slides/slide4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F64D0-BC4C-42F7-A6E4-EE9C4CC4527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TVS Motor Company Ltd : Year 17 PB =???</a:t>
            </a:r>
            <a:endParaRPr lang="en-IN" dirty="0"/>
          </a:p>
        </p:txBody>
      </p:sp>
      <p:sp>
        <p:nvSpPr>
          <p:cNvPr id="3" name="Content Placeholder 2">
            <a:extLst>
              <a:ext uri="{FF2B5EF4-FFF2-40B4-BE49-F238E27FC236}">
                <a16:creationId xmlns:a16="http://schemas.microsoft.com/office/drawing/2014/main" id="{DFD671A4-E92E-4A54-898A-8AD3892086F7}"/>
              </a:ext>
            </a:extLst>
          </p:cNvPr>
          <p:cNvSpPr>
            <a:spLocks noGrp="1"/>
          </p:cNvSpPr>
          <p:nvPr>
            <p:ph idx="1"/>
          </p:nvPr>
        </p:nvSpPr>
        <p:spPr/>
        <p:txBody>
          <a:bodyPr>
            <a:normAutofit/>
          </a:bodyPr>
          <a:lstStyle/>
          <a:p>
            <a:r>
              <a:rPr lang="en-US" sz="3600" dirty="0"/>
              <a:t>Year 17 DPR =  41.2%  or 0.412</a:t>
            </a:r>
          </a:p>
          <a:p>
            <a:r>
              <a:rPr lang="en-US" sz="3600" dirty="0"/>
              <a:t>Year 1-16 growth factor = 12.3114</a:t>
            </a:r>
          </a:p>
          <a:p>
            <a:r>
              <a:rPr lang="en-US" sz="3600" dirty="0"/>
              <a:t>Year 17 growth rate = 0.1174</a:t>
            </a:r>
          </a:p>
          <a:p>
            <a:r>
              <a:rPr lang="en-US" sz="3600" dirty="0"/>
              <a:t>Year 1-16 COE factor = 11.3475</a:t>
            </a:r>
          </a:p>
          <a:p>
            <a:r>
              <a:rPr lang="en-US" sz="3600" dirty="0"/>
              <a:t>Year 17 COE =  0.1467</a:t>
            </a:r>
          </a:p>
          <a:p>
            <a:r>
              <a:rPr lang="en-US" sz="3600" dirty="0"/>
              <a:t>ROE hg = 0.22</a:t>
            </a:r>
            <a:endParaRPr lang="en-IN" sz="3600" dirty="0"/>
          </a:p>
        </p:txBody>
      </p:sp>
    </p:spTree>
    <p:extLst>
      <p:ext uri="{BB962C8B-B14F-4D97-AF65-F5344CB8AC3E}">
        <p14:creationId xmlns:p14="http://schemas.microsoft.com/office/powerpoint/2010/main" val="2565077793"/>
      </p:ext>
    </p:extLst>
  </p:cSld>
  <p:clrMapOvr>
    <a:masterClrMapping/>
  </p:clrMapOvr>
</p:sld>
</file>

<file path=ppt/slides/slide4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7D0AC-F9D8-2799-9567-EC9DB192240A}"/>
              </a:ext>
            </a:extLst>
          </p:cNvPr>
          <p:cNvSpPr>
            <a:spLocks noGrp="1"/>
          </p:cNvSpPr>
          <p:nvPr>
            <p:ph type="ctrTitle"/>
          </p:nvPr>
        </p:nvSpPr>
        <p:spPr/>
        <p:txBody>
          <a:bodyPr/>
          <a:lstStyle/>
          <a:p>
            <a:r>
              <a:rPr lang="en-IN" dirty="0"/>
              <a:t>FAL</a:t>
            </a:r>
            <a:br>
              <a:rPr lang="en-IN" dirty="0"/>
            </a:br>
            <a:r>
              <a:rPr lang="en-IN" dirty="0"/>
              <a:t>PGDF 24-26</a:t>
            </a:r>
          </a:p>
        </p:txBody>
      </p:sp>
      <p:sp>
        <p:nvSpPr>
          <p:cNvPr id="3" name="Subtitle 2">
            <a:extLst>
              <a:ext uri="{FF2B5EF4-FFF2-40B4-BE49-F238E27FC236}">
                <a16:creationId xmlns:a16="http://schemas.microsoft.com/office/drawing/2014/main" id="{F550EE19-1BA1-9892-AA06-8168903D50D2}"/>
              </a:ext>
            </a:extLst>
          </p:cNvPr>
          <p:cNvSpPr>
            <a:spLocks noGrp="1"/>
          </p:cNvSpPr>
          <p:nvPr>
            <p:ph type="subTitle" idx="1"/>
          </p:nvPr>
        </p:nvSpPr>
        <p:spPr/>
        <p:txBody>
          <a:bodyPr/>
          <a:lstStyle/>
          <a:p>
            <a:r>
              <a:rPr lang="en-IN" dirty="0"/>
              <a:t>Session 12 (7-Jan-2026)</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FE5FBC96-FEA7-03B7-F7E5-A1B4CE1F78CD}"/>
                  </a:ext>
                </a:extLst>
              </p14:cNvPr>
              <p14:cNvContentPartPr/>
              <p14:nvPr/>
            </p14:nvContentPartPr>
            <p14:xfrm>
              <a:off x="654480" y="1034640"/>
              <a:ext cx="471240" cy="525960"/>
            </p14:xfrm>
          </p:contentPart>
        </mc:Choice>
        <mc:Fallback xmlns="">
          <p:pic>
            <p:nvPicPr>
              <p:cNvPr id="4" name="Ink 3">
                <a:extLst>
                  <a:ext uri="{FF2B5EF4-FFF2-40B4-BE49-F238E27FC236}">
                    <a16:creationId xmlns:a16="http://schemas.microsoft.com/office/drawing/2014/main" id="{FE5FBC96-FEA7-03B7-F7E5-A1B4CE1F78CD}"/>
                  </a:ext>
                </a:extLst>
              </p:cNvPr>
              <p:cNvPicPr/>
              <p:nvPr/>
            </p:nvPicPr>
            <p:blipFill>
              <a:blip r:embed="rId3"/>
              <a:stretch>
                <a:fillRect/>
              </a:stretch>
            </p:blipFill>
            <p:spPr>
              <a:xfrm>
                <a:off x="645120" y="1025280"/>
                <a:ext cx="489960" cy="544680"/>
              </a:xfrm>
              <a:prstGeom prst="rect">
                <a:avLst/>
              </a:prstGeom>
            </p:spPr>
          </p:pic>
        </mc:Fallback>
      </mc:AlternateContent>
    </p:spTree>
    <p:extLst>
      <p:ext uri="{BB962C8B-B14F-4D97-AF65-F5344CB8AC3E}">
        <p14:creationId xmlns:p14="http://schemas.microsoft.com/office/powerpoint/2010/main" val="156737052"/>
      </p:ext>
    </p:extLst>
  </p:cSld>
  <p:clrMapOvr>
    <a:masterClrMapping/>
  </p:clrMapOvr>
</p:sld>
</file>

<file path=ppt/slides/slide4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F64D0-BC4C-42F7-A6E4-EE9C4CC4527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TVS Motor Company Ltd : Year 18 PB =???</a:t>
            </a:r>
            <a:endParaRPr lang="en-IN" dirty="0"/>
          </a:p>
        </p:txBody>
      </p:sp>
      <p:sp>
        <p:nvSpPr>
          <p:cNvPr id="3" name="Content Placeholder 2">
            <a:extLst>
              <a:ext uri="{FF2B5EF4-FFF2-40B4-BE49-F238E27FC236}">
                <a16:creationId xmlns:a16="http://schemas.microsoft.com/office/drawing/2014/main" id="{DFD671A4-E92E-4A54-898A-8AD3892086F7}"/>
              </a:ext>
            </a:extLst>
          </p:cNvPr>
          <p:cNvSpPr>
            <a:spLocks noGrp="1"/>
          </p:cNvSpPr>
          <p:nvPr>
            <p:ph idx="1"/>
          </p:nvPr>
        </p:nvSpPr>
        <p:spPr/>
        <p:txBody>
          <a:bodyPr>
            <a:normAutofit/>
          </a:bodyPr>
          <a:lstStyle/>
          <a:p>
            <a:r>
              <a:rPr lang="en-US" sz="3600" dirty="0"/>
              <a:t>Year 18 DPR =   0.508</a:t>
            </a:r>
          </a:p>
          <a:p>
            <a:r>
              <a:rPr lang="en-US" sz="3600" dirty="0"/>
              <a:t>Year 1-17 growth factor = 13.7568</a:t>
            </a:r>
          </a:p>
          <a:p>
            <a:r>
              <a:rPr lang="en-US" sz="3600" dirty="0"/>
              <a:t>Year 18 growth rate = 0.0902</a:t>
            </a:r>
          </a:p>
          <a:p>
            <a:r>
              <a:rPr lang="en-US" sz="3600" dirty="0"/>
              <a:t>Year 1-17 COE factor = 13.0122</a:t>
            </a:r>
          </a:p>
          <a:p>
            <a:r>
              <a:rPr lang="en-US" sz="3600" dirty="0"/>
              <a:t>Year 18 COE =  0.1378</a:t>
            </a:r>
          </a:p>
          <a:p>
            <a:r>
              <a:rPr lang="en-US" sz="3600" dirty="0"/>
              <a:t>ROE hg = 0.22</a:t>
            </a:r>
            <a:endParaRPr lang="en-IN" sz="3600" dirty="0"/>
          </a:p>
        </p:txBody>
      </p:sp>
    </p:spTree>
    <p:extLst>
      <p:ext uri="{BB962C8B-B14F-4D97-AF65-F5344CB8AC3E}">
        <p14:creationId xmlns:p14="http://schemas.microsoft.com/office/powerpoint/2010/main" val="1759774192"/>
      </p:ext>
    </p:extLst>
  </p:cSld>
  <p:clrMapOvr>
    <a:masterClrMapping/>
  </p:clrMapOvr>
</p:sld>
</file>

<file path=ppt/slides/slide4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204B-DC0A-4793-B4AF-A14DA4F88C4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TVS Motor Company Ltd-Year 18 PB</a:t>
            </a:r>
            <a:r>
              <a:rPr lang="en-US" b="1" dirty="0"/>
              <a:t> </a:t>
            </a:r>
            <a:endParaRPr lang="en-IN" b="1" dirty="0"/>
          </a:p>
        </p:txBody>
      </p:sp>
      <p:sp>
        <p:nvSpPr>
          <p:cNvPr id="3" name="Content Placeholder 2">
            <a:extLst>
              <a:ext uri="{FF2B5EF4-FFF2-40B4-BE49-F238E27FC236}">
                <a16:creationId xmlns:a16="http://schemas.microsoft.com/office/drawing/2014/main" id="{3A281185-5313-4B4E-ACCD-024DF39DD0C9}"/>
              </a:ext>
            </a:extLst>
          </p:cNvPr>
          <p:cNvSpPr>
            <a:spLocks noGrp="1"/>
          </p:cNvSpPr>
          <p:nvPr>
            <p:ph idx="1"/>
          </p:nvPr>
        </p:nvSpPr>
        <p:spPr/>
        <p:txBody>
          <a:bodyPr>
            <a:normAutofit/>
          </a:bodyPr>
          <a:lstStyle/>
          <a:p>
            <a:pPr marL="0" indent="0">
              <a:buNone/>
            </a:pPr>
            <a:r>
              <a:rPr lang="en-US" dirty="0"/>
              <a:t>=                  year 18 DPR * (1+G  y1-y17) (1+g y18)</a:t>
            </a:r>
          </a:p>
          <a:p>
            <a:pPr marL="0" indent="0">
              <a:buNone/>
            </a:pPr>
            <a:r>
              <a:rPr lang="en-US" dirty="0"/>
              <a:t>    ROE hg        -----------------------------------------------------------------------</a:t>
            </a:r>
          </a:p>
          <a:p>
            <a:pPr marL="0" indent="0">
              <a:buNone/>
            </a:pPr>
            <a:r>
              <a:rPr lang="en-US" dirty="0"/>
              <a:t>                              (1+ COE y1-17)(1+COE y18)</a:t>
            </a:r>
          </a:p>
          <a:p>
            <a:pPr marL="0" indent="0">
              <a:buNone/>
            </a:pPr>
            <a:endParaRPr lang="en-US" dirty="0"/>
          </a:p>
          <a:p>
            <a:pPr marL="0" indent="0">
              <a:buNone/>
            </a:pPr>
            <a:r>
              <a:rPr lang="en-US" dirty="0"/>
              <a:t>= 0.22 * 0.508 (13.7568) (1.0902) /  (13.0122) (1.1378)</a:t>
            </a:r>
          </a:p>
          <a:p>
            <a:pPr marL="0" indent="0">
              <a:buNone/>
            </a:pPr>
            <a:r>
              <a:rPr lang="en-US" dirty="0"/>
              <a:t>= 0.22 *0.508 ( 14.9977)/ 14.8053</a:t>
            </a:r>
          </a:p>
          <a:p>
            <a:pPr marL="0" indent="0">
              <a:buNone/>
            </a:pPr>
            <a:endParaRPr lang="en-US" dirty="0"/>
          </a:p>
          <a:p>
            <a:pPr marL="0" indent="0">
              <a:buNone/>
            </a:pPr>
            <a:r>
              <a:rPr lang="en-US" dirty="0"/>
              <a:t>= 1.6761/ 14.8053  = </a:t>
            </a:r>
            <a:r>
              <a:rPr lang="en-US" b="1" dirty="0"/>
              <a:t>0.1132 times </a:t>
            </a:r>
            <a:endParaRPr lang="en-IN"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9CEEE582-5695-C7A8-7CB3-52ABD1935740}"/>
                  </a:ext>
                </a:extLst>
              </p14:cNvPr>
              <p14:cNvContentPartPr/>
              <p14:nvPr/>
            </p14:nvContentPartPr>
            <p14:xfrm>
              <a:off x="3897000" y="4482360"/>
              <a:ext cx="2134440" cy="1416240"/>
            </p14:xfrm>
          </p:contentPart>
        </mc:Choice>
        <mc:Fallback xmlns="">
          <p:pic>
            <p:nvPicPr>
              <p:cNvPr id="4" name="Ink 3">
                <a:extLst>
                  <a:ext uri="{FF2B5EF4-FFF2-40B4-BE49-F238E27FC236}">
                    <a16:creationId xmlns:a16="http://schemas.microsoft.com/office/drawing/2014/main" id="{9CEEE582-5695-C7A8-7CB3-52ABD1935740}"/>
                  </a:ext>
                </a:extLst>
              </p:cNvPr>
              <p:cNvPicPr/>
              <p:nvPr/>
            </p:nvPicPr>
            <p:blipFill>
              <a:blip r:embed="rId3"/>
              <a:stretch>
                <a:fillRect/>
              </a:stretch>
            </p:blipFill>
            <p:spPr>
              <a:xfrm>
                <a:off x="3887640" y="4473000"/>
                <a:ext cx="2153160" cy="1434960"/>
              </a:xfrm>
              <a:prstGeom prst="rect">
                <a:avLst/>
              </a:prstGeom>
            </p:spPr>
          </p:pic>
        </mc:Fallback>
      </mc:AlternateContent>
    </p:spTree>
    <p:extLst>
      <p:ext uri="{BB962C8B-B14F-4D97-AF65-F5344CB8AC3E}">
        <p14:creationId xmlns:p14="http://schemas.microsoft.com/office/powerpoint/2010/main" val="185678408"/>
      </p:ext>
    </p:extLst>
  </p:cSld>
  <p:clrMapOvr>
    <a:masterClrMapping/>
  </p:clrMapOvr>
</p:sld>
</file>

<file path=ppt/slides/slide4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F64D0-BC4C-42F7-A6E4-EE9C4CC4527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TVS Motor Company Ltd : Year 19 PB =???</a:t>
            </a:r>
            <a:endParaRPr lang="en-IN" dirty="0"/>
          </a:p>
        </p:txBody>
      </p:sp>
      <p:sp>
        <p:nvSpPr>
          <p:cNvPr id="3" name="Content Placeholder 2">
            <a:extLst>
              <a:ext uri="{FF2B5EF4-FFF2-40B4-BE49-F238E27FC236}">
                <a16:creationId xmlns:a16="http://schemas.microsoft.com/office/drawing/2014/main" id="{DFD671A4-E92E-4A54-898A-8AD3892086F7}"/>
              </a:ext>
            </a:extLst>
          </p:cNvPr>
          <p:cNvSpPr>
            <a:spLocks noGrp="1"/>
          </p:cNvSpPr>
          <p:nvPr>
            <p:ph idx="1"/>
          </p:nvPr>
        </p:nvSpPr>
        <p:spPr/>
        <p:txBody>
          <a:bodyPr>
            <a:normAutofit/>
          </a:bodyPr>
          <a:lstStyle/>
          <a:p>
            <a:r>
              <a:rPr lang="en-US" sz="3600" dirty="0"/>
              <a:t>Year 19 DPR =   0.604</a:t>
            </a:r>
          </a:p>
          <a:p>
            <a:r>
              <a:rPr lang="en-US" sz="3600" dirty="0"/>
              <a:t>Year 1-18 growth factor = 14.9977</a:t>
            </a:r>
          </a:p>
          <a:p>
            <a:r>
              <a:rPr lang="en-US" sz="3600" dirty="0"/>
              <a:t>Year 19 growth rate = 0.0631</a:t>
            </a:r>
          </a:p>
          <a:p>
            <a:r>
              <a:rPr lang="en-US" sz="3600" dirty="0"/>
              <a:t>Year 1-18 COE factor = 14.8053</a:t>
            </a:r>
          </a:p>
          <a:p>
            <a:r>
              <a:rPr lang="en-US" sz="3600" dirty="0"/>
              <a:t>Year 19 COE =  0.1289</a:t>
            </a:r>
          </a:p>
          <a:p>
            <a:r>
              <a:rPr lang="en-US" sz="3600" dirty="0"/>
              <a:t>ROE hg = 0.22</a:t>
            </a:r>
            <a:endParaRPr lang="en-IN" sz="3600" dirty="0"/>
          </a:p>
        </p:txBody>
      </p:sp>
    </p:spTree>
    <p:extLst>
      <p:ext uri="{BB962C8B-B14F-4D97-AF65-F5344CB8AC3E}">
        <p14:creationId xmlns:p14="http://schemas.microsoft.com/office/powerpoint/2010/main" val="3552977775"/>
      </p:ext>
    </p:extLst>
  </p:cSld>
  <p:clrMapOvr>
    <a:masterClrMapping/>
  </p:clrMapOvr>
</p:sld>
</file>

<file path=ppt/slides/slide4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204B-DC0A-4793-B4AF-A14DA4F88C4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TVS Motor Company Ltd-Year 19 PB</a:t>
            </a:r>
            <a:r>
              <a:rPr lang="en-US" b="1" dirty="0"/>
              <a:t> </a:t>
            </a:r>
            <a:endParaRPr lang="en-IN" b="1" dirty="0"/>
          </a:p>
        </p:txBody>
      </p:sp>
      <p:sp>
        <p:nvSpPr>
          <p:cNvPr id="3" name="Content Placeholder 2">
            <a:extLst>
              <a:ext uri="{FF2B5EF4-FFF2-40B4-BE49-F238E27FC236}">
                <a16:creationId xmlns:a16="http://schemas.microsoft.com/office/drawing/2014/main" id="{3A281185-5313-4B4E-ACCD-024DF39DD0C9}"/>
              </a:ext>
            </a:extLst>
          </p:cNvPr>
          <p:cNvSpPr>
            <a:spLocks noGrp="1"/>
          </p:cNvSpPr>
          <p:nvPr>
            <p:ph idx="1"/>
          </p:nvPr>
        </p:nvSpPr>
        <p:spPr/>
        <p:txBody>
          <a:bodyPr>
            <a:normAutofit/>
          </a:bodyPr>
          <a:lstStyle/>
          <a:p>
            <a:pPr marL="0" indent="0">
              <a:buNone/>
            </a:pPr>
            <a:r>
              <a:rPr lang="en-US" dirty="0"/>
              <a:t>=                  year 19 DPR * (1+G  y1-y18) (1+g y19)</a:t>
            </a:r>
          </a:p>
          <a:p>
            <a:pPr marL="0" indent="0">
              <a:buNone/>
            </a:pPr>
            <a:r>
              <a:rPr lang="en-US" dirty="0"/>
              <a:t>    ROE hg        -----------------------------------------------------------------------</a:t>
            </a:r>
          </a:p>
          <a:p>
            <a:pPr marL="0" indent="0">
              <a:buNone/>
            </a:pPr>
            <a:r>
              <a:rPr lang="en-US" dirty="0"/>
              <a:t>                              (1+ COE y1-18)(1+COE y19)</a:t>
            </a:r>
          </a:p>
          <a:p>
            <a:pPr marL="0" indent="0">
              <a:buNone/>
            </a:pPr>
            <a:endParaRPr lang="en-US" dirty="0"/>
          </a:p>
          <a:p>
            <a:pPr marL="0" indent="0">
              <a:buNone/>
            </a:pPr>
            <a:r>
              <a:rPr lang="en-US" dirty="0"/>
              <a:t>= 0.22 * 0.604 (14.9977) (1.0631) /  (14.8053) (1.1289)</a:t>
            </a:r>
          </a:p>
          <a:p>
            <a:pPr marL="0" indent="0">
              <a:buNone/>
            </a:pPr>
            <a:r>
              <a:rPr lang="en-US" dirty="0"/>
              <a:t>= 0.22 *0.604 ( 15.9441)/ 16.7137</a:t>
            </a:r>
          </a:p>
          <a:p>
            <a:pPr marL="0" indent="0">
              <a:buNone/>
            </a:pPr>
            <a:endParaRPr lang="en-US" dirty="0"/>
          </a:p>
          <a:p>
            <a:pPr marL="0" indent="0">
              <a:buNone/>
            </a:pPr>
            <a:r>
              <a:rPr lang="en-US" dirty="0"/>
              <a:t>= 2.1187/ 16.7137  = </a:t>
            </a:r>
            <a:r>
              <a:rPr lang="en-US" b="1" dirty="0"/>
              <a:t>0.1268 times </a:t>
            </a:r>
            <a:endParaRPr lang="en-IN"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EA1E0852-9E05-1484-599B-131F676483FD}"/>
                  </a:ext>
                </a:extLst>
              </p14:cNvPr>
              <p14:cNvContentPartPr/>
              <p14:nvPr/>
            </p14:nvContentPartPr>
            <p14:xfrm>
              <a:off x="3184560" y="5895720"/>
              <a:ext cx="2064240" cy="91440"/>
            </p14:xfrm>
          </p:contentPart>
        </mc:Choice>
        <mc:Fallback xmlns="">
          <p:pic>
            <p:nvPicPr>
              <p:cNvPr id="4" name="Ink 3">
                <a:extLst>
                  <a:ext uri="{FF2B5EF4-FFF2-40B4-BE49-F238E27FC236}">
                    <a16:creationId xmlns:a16="http://schemas.microsoft.com/office/drawing/2014/main" id="{EA1E0852-9E05-1484-599B-131F676483FD}"/>
                  </a:ext>
                </a:extLst>
              </p:cNvPr>
              <p:cNvPicPr/>
              <p:nvPr/>
            </p:nvPicPr>
            <p:blipFill>
              <a:blip r:embed="rId3"/>
              <a:stretch>
                <a:fillRect/>
              </a:stretch>
            </p:blipFill>
            <p:spPr>
              <a:xfrm>
                <a:off x="3175200" y="5886360"/>
                <a:ext cx="2082960" cy="110160"/>
              </a:xfrm>
              <a:prstGeom prst="rect">
                <a:avLst/>
              </a:prstGeom>
            </p:spPr>
          </p:pic>
        </mc:Fallback>
      </mc:AlternateContent>
    </p:spTree>
    <p:extLst>
      <p:ext uri="{BB962C8B-B14F-4D97-AF65-F5344CB8AC3E}">
        <p14:creationId xmlns:p14="http://schemas.microsoft.com/office/powerpoint/2010/main" val="1756313095"/>
      </p:ext>
    </p:extLst>
  </p:cSld>
  <p:clrMapOvr>
    <a:masterClrMapping/>
  </p:clrMapOvr>
</p:sld>
</file>

<file path=ppt/slides/slide4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F64D0-BC4C-42F7-A6E4-EE9C4CC4527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TVS Motor Company Ltd : Year </a:t>
            </a:r>
            <a:r>
              <a:rPr lang="en-US" b="1" dirty="0">
                <a:solidFill>
                  <a:prstClr val="black"/>
                </a:solidFill>
                <a:latin typeface="Calibri Light" panose="020F0302020204030204"/>
              </a:rPr>
              <a:t>20</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PB =???</a:t>
            </a:r>
            <a:endParaRPr lang="en-IN" dirty="0"/>
          </a:p>
        </p:txBody>
      </p:sp>
      <p:sp>
        <p:nvSpPr>
          <p:cNvPr id="3" name="Content Placeholder 2">
            <a:extLst>
              <a:ext uri="{FF2B5EF4-FFF2-40B4-BE49-F238E27FC236}">
                <a16:creationId xmlns:a16="http://schemas.microsoft.com/office/drawing/2014/main" id="{DFD671A4-E92E-4A54-898A-8AD3892086F7}"/>
              </a:ext>
            </a:extLst>
          </p:cNvPr>
          <p:cNvSpPr>
            <a:spLocks noGrp="1"/>
          </p:cNvSpPr>
          <p:nvPr>
            <p:ph idx="1"/>
          </p:nvPr>
        </p:nvSpPr>
        <p:spPr/>
        <p:txBody>
          <a:bodyPr>
            <a:normAutofit/>
          </a:bodyPr>
          <a:lstStyle/>
          <a:p>
            <a:r>
              <a:rPr lang="en-US" sz="3600" dirty="0"/>
              <a:t>Year 20 DPR = 0.70</a:t>
            </a:r>
          </a:p>
          <a:p>
            <a:r>
              <a:rPr lang="en-US" sz="3600" dirty="0"/>
              <a:t>Year 1-19 growth factor = 15.9441</a:t>
            </a:r>
          </a:p>
          <a:p>
            <a:r>
              <a:rPr lang="en-US" sz="3600" dirty="0"/>
              <a:t>Year 20 growth rate = 0.036</a:t>
            </a:r>
          </a:p>
          <a:p>
            <a:r>
              <a:rPr lang="en-US" sz="3600" dirty="0"/>
              <a:t>Year 1-19 COE factor = 16.7137</a:t>
            </a:r>
          </a:p>
          <a:p>
            <a:r>
              <a:rPr lang="en-US" sz="3600" dirty="0"/>
              <a:t>Year 20 COE =  0.12</a:t>
            </a:r>
          </a:p>
          <a:p>
            <a:r>
              <a:rPr lang="en-US" sz="3600" dirty="0"/>
              <a:t>ROE hg = 0.22</a:t>
            </a:r>
            <a:endParaRPr lang="en-IN" sz="3600" dirty="0"/>
          </a:p>
        </p:txBody>
      </p:sp>
    </p:spTree>
    <p:extLst>
      <p:ext uri="{BB962C8B-B14F-4D97-AF65-F5344CB8AC3E}">
        <p14:creationId xmlns:p14="http://schemas.microsoft.com/office/powerpoint/2010/main" val="2353482782"/>
      </p:ext>
    </p:extLst>
  </p:cSld>
  <p:clrMapOvr>
    <a:masterClrMapping/>
  </p:clrMapOvr>
</p:sld>
</file>

<file path=ppt/slides/slide4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204B-DC0A-4793-B4AF-A14DA4F88C4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TVS Motor Company Ltd-Year </a:t>
            </a:r>
            <a:r>
              <a:rPr lang="en-US" b="1" dirty="0">
                <a:solidFill>
                  <a:prstClr val="black"/>
                </a:solidFill>
                <a:latin typeface="Calibri Light" panose="020F0302020204030204"/>
              </a:rPr>
              <a:t>20</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PB</a:t>
            </a:r>
            <a:r>
              <a:rPr lang="en-US" b="1" dirty="0"/>
              <a:t> </a:t>
            </a:r>
            <a:endParaRPr lang="en-IN" b="1" dirty="0"/>
          </a:p>
        </p:txBody>
      </p:sp>
      <p:sp>
        <p:nvSpPr>
          <p:cNvPr id="3" name="Content Placeholder 2">
            <a:extLst>
              <a:ext uri="{FF2B5EF4-FFF2-40B4-BE49-F238E27FC236}">
                <a16:creationId xmlns:a16="http://schemas.microsoft.com/office/drawing/2014/main" id="{3A281185-5313-4B4E-ACCD-024DF39DD0C9}"/>
              </a:ext>
            </a:extLst>
          </p:cNvPr>
          <p:cNvSpPr>
            <a:spLocks noGrp="1"/>
          </p:cNvSpPr>
          <p:nvPr>
            <p:ph idx="1"/>
          </p:nvPr>
        </p:nvSpPr>
        <p:spPr/>
        <p:txBody>
          <a:bodyPr>
            <a:normAutofit/>
          </a:bodyPr>
          <a:lstStyle/>
          <a:p>
            <a:pPr marL="0" indent="0">
              <a:buNone/>
            </a:pPr>
            <a:r>
              <a:rPr lang="en-US" dirty="0"/>
              <a:t>=                  year 20 DPR * (1+G  y1-y19) (1+g y20)</a:t>
            </a:r>
          </a:p>
          <a:p>
            <a:pPr marL="0" indent="0">
              <a:buNone/>
            </a:pPr>
            <a:r>
              <a:rPr lang="en-US" dirty="0"/>
              <a:t>    ROE hg        -----------------------------------------------------------------------</a:t>
            </a:r>
          </a:p>
          <a:p>
            <a:pPr marL="0" indent="0">
              <a:buNone/>
            </a:pPr>
            <a:r>
              <a:rPr lang="en-US" dirty="0"/>
              <a:t>                              (1+ COE y1-19)(1+COE y20)</a:t>
            </a:r>
          </a:p>
          <a:p>
            <a:pPr marL="0" indent="0">
              <a:buNone/>
            </a:pPr>
            <a:endParaRPr lang="en-US" dirty="0"/>
          </a:p>
          <a:p>
            <a:pPr marL="0" indent="0">
              <a:buNone/>
            </a:pPr>
            <a:r>
              <a:rPr lang="en-US" dirty="0"/>
              <a:t>= 0.22 * 0.70 (15.9441) (1.036) /  (16.7137) (1.12)</a:t>
            </a:r>
          </a:p>
          <a:p>
            <a:pPr marL="0" indent="0">
              <a:buNone/>
            </a:pPr>
            <a:r>
              <a:rPr lang="en-US" dirty="0"/>
              <a:t>= 0.22 *0.70 ( 16.5181)/ 18.7193</a:t>
            </a:r>
          </a:p>
          <a:p>
            <a:pPr marL="0" indent="0">
              <a:buNone/>
            </a:pPr>
            <a:endParaRPr lang="en-US" dirty="0"/>
          </a:p>
          <a:p>
            <a:pPr marL="0" indent="0">
              <a:buNone/>
            </a:pPr>
            <a:r>
              <a:rPr lang="en-US" dirty="0"/>
              <a:t>= 2.5438/ 18.7193  = </a:t>
            </a:r>
            <a:r>
              <a:rPr lang="en-US" b="1" dirty="0"/>
              <a:t>0.1359 times </a:t>
            </a:r>
            <a:endParaRPr lang="en-IN"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25BD10AA-66E0-DA8C-A698-CFDB78ED899F}"/>
                  </a:ext>
                </a:extLst>
              </p14:cNvPr>
              <p14:cNvContentPartPr/>
              <p14:nvPr/>
            </p14:nvContentPartPr>
            <p14:xfrm>
              <a:off x="3548880" y="5993280"/>
              <a:ext cx="2254320" cy="111960"/>
            </p14:xfrm>
          </p:contentPart>
        </mc:Choice>
        <mc:Fallback xmlns="">
          <p:pic>
            <p:nvPicPr>
              <p:cNvPr id="4" name="Ink 3">
                <a:extLst>
                  <a:ext uri="{FF2B5EF4-FFF2-40B4-BE49-F238E27FC236}">
                    <a16:creationId xmlns:a16="http://schemas.microsoft.com/office/drawing/2014/main" id="{25BD10AA-66E0-DA8C-A698-CFDB78ED899F}"/>
                  </a:ext>
                </a:extLst>
              </p:cNvPr>
              <p:cNvPicPr/>
              <p:nvPr/>
            </p:nvPicPr>
            <p:blipFill>
              <a:blip r:embed="rId3"/>
              <a:stretch>
                <a:fillRect/>
              </a:stretch>
            </p:blipFill>
            <p:spPr>
              <a:xfrm>
                <a:off x="3539520" y="5983920"/>
                <a:ext cx="2273040" cy="130680"/>
              </a:xfrm>
              <a:prstGeom prst="rect">
                <a:avLst/>
              </a:prstGeom>
            </p:spPr>
          </p:pic>
        </mc:Fallback>
      </mc:AlternateContent>
    </p:spTree>
    <p:extLst>
      <p:ext uri="{BB962C8B-B14F-4D97-AF65-F5344CB8AC3E}">
        <p14:creationId xmlns:p14="http://schemas.microsoft.com/office/powerpoint/2010/main" val="3878005614"/>
      </p:ext>
    </p:extLst>
  </p:cSld>
  <p:clrMapOvr>
    <a:masterClrMapping/>
  </p:clrMapOvr>
</p:sld>
</file>

<file path=ppt/slides/slide4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10724-5904-45CC-9481-26E9AE851B00}"/>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TVS Motor Company Ltd-Year 16-20 PB </a:t>
            </a:r>
            <a:endParaRPr lang="en-IN" dirty="0"/>
          </a:p>
        </p:txBody>
      </p:sp>
      <p:sp>
        <p:nvSpPr>
          <p:cNvPr id="3" name="Content Placeholder 2">
            <a:extLst>
              <a:ext uri="{FF2B5EF4-FFF2-40B4-BE49-F238E27FC236}">
                <a16:creationId xmlns:a16="http://schemas.microsoft.com/office/drawing/2014/main" id="{F670B577-D80E-4F22-86B2-153AAA0201B6}"/>
              </a:ext>
            </a:extLst>
          </p:cNvPr>
          <p:cNvSpPr>
            <a:spLocks noGrp="1"/>
          </p:cNvSpPr>
          <p:nvPr>
            <p:ph idx="1"/>
          </p:nvPr>
        </p:nvSpPr>
        <p:spPr/>
        <p:txBody>
          <a:bodyPr>
            <a:normAutofit/>
          </a:bodyPr>
          <a:lstStyle/>
          <a:p>
            <a:pPr marL="0" indent="0">
              <a:buNone/>
            </a:pPr>
            <a:r>
              <a:rPr lang="en-US" sz="3600" dirty="0"/>
              <a:t>= 0.0754 + 0.0958+ 0.1132 +0.1268 +0.1359  = </a:t>
            </a:r>
            <a:r>
              <a:rPr lang="en-US" sz="3600" b="1" dirty="0"/>
              <a:t>0.5471 times</a:t>
            </a:r>
            <a:endParaRPr lang="en-IN" sz="3600" b="1" dirty="0"/>
          </a:p>
        </p:txBody>
      </p:sp>
    </p:spTree>
    <p:extLst>
      <p:ext uri="{BB962C8B-B14F-4D97-AF65-F5344CB8AC3E}">
        <p14:creationId xmlns:p14="http://schemas.microsoft.com/office/powerpoint/2010/main" val="2686426739"/>
      </p:ext>
    </p:extLst>
  </p:cSld>
  <p:clrMapOvr>
    <a:masterClrMapping/>
  </p:clrMapOvr>
</p:sld>
</file>

<file path=ppt/slides/slide4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B7A3C-1D46-45A5-BEBF-97D4FD92846D}"/>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TVS Motor Company Ltd- : Stable Phase PB </a:t>
            </a:r>
            <a:endParaRPr lang="en-IN" dirty="0"/>
          </a:p>
        </p:txBody>
      </p:sp>
      <p:sp>
        <p:nvSpPr>
          <p:cNvPr id="3" name="Content Placeholder 2">
            <a:extLst>
              <a:ext uri="{FF2B5EF4-FFF2-40B4-BE49-F238E27FC236}">
                <a16:creationId xmlns:a16="http://schemas.microsoft.com/office/drawing/2014/main" id="{B166753A-7AD7-4124-AE88-CBC0FB3D36B8}"/>
              </a:ext>
            </a:extLst>
          </p:cNvPr>
          <p:cNvSpPr>
            <a:spLocks noGrp="1"/>
          </p:cNvSpPr>
          <p:nvPr>
            <p:ph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prstClr val="black"/>
                </a:solidFill>
                <a:latin typeface="Calibri" panose="020F0502020204030204"/>
              </a:rPr>
              <a:t>                                              St. Ph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DPR * (1+G  Y1-Y20)(1+G st.ph)</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ROE hg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(COE st.ph – G st.ph) (1+ COE Y1-Y </a:t>
            </a:r>
            <a:r>
              <a:rPr lang="en-US" sz="2600" dirty="0">
                <a:solidFill>
                  <a:prstClr val="black"/>
                </a:solidFill>
                <a:latin typeface="Calibri" panose="020F0502020204030204"/>
              </a:rPr>
              <a:t>20</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600"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ROE hg = 0.22 ; </a:t>
            </a:r>
            <a:r>
              <a:rPr kumimoji="0" lang="en-US" sz="26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600" b="0" i="0" u="none" strike="noStrike" kern="1200" cap="none" spc="0" normalizeH="0" baseline="0" noProof="0" dirty="0" err="1">
                <a:ln>
                  <a:noFill/>
                </a:ln>
                <a:solidFill>
                  <a:prstClr val="black"/>
                </a:solidFill>
                <a:effectLst/>
                <a:uLnTx/>
                <a:uFillTx/>
                <a:latin typeface="Calibri" panose="020F0502020204030204"/>
                <a:ea typeface="+mn-ea"/>
                <a:cs typeface="+mn-cs"/>
              </a:rPr>
              <a:t>ph</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DPR = 0.70; G factor y1-y20= 16.5181;g </a:t>
            </a:r>
            <a:r>
              <a:rPr kumimoji="0" lang="en-US" sz="26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600" b="0" i="0" u="none" strike="noStrike" kern="1200" cap="none" spc="0" normalizeH="0" baseline="0" noProof="0" dirty="0" err="1">
                <a:ln>
                  <a:noFill/>
                </a:ln>
                <a:solidFill>
                  <a:prstClr val="black"/>
                </a:solidFill>
                <a:effectLst/>
                <a:uLnTx/>
                <a:uFillTx/>
                <a:latin typeface="Calibri" panose="020F0502020204030204"/>
                <a:ea typeface="+mn-ea"/>
                <a:cs typeface="+mn-cs"/>
              </a:rPr>
              <a:t>pha</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 0.036</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prstClr val="black"/>
                </a:solidFill>
                <a:latin typeface="Calibri" panose="020F0502020204030204"/>
              </a:rPr>
              <a:t>COE </a:t>
            </a:r>
            <a:r>
              <a:rPr lang="en-US" sz="2600" dirty="0" err="1">
                <a:solidFill>
                  <a:prstClr val="black"/>
                </a:solidFill>
                <a:latin typeface="Calibri" panose="020F0502020204030204"/>
              </a:rPr>
              <a:t>st</a:t>
            </a:r>
            <a:r>
              <a:rPr lang="en-US" sz="2600" dirty="0">
                <a:solidFill>
                  <a:prstClr val="black"/>
                </a:solidFill>
                <a:latin typeface="Calibri" panose="020F0502020204030204"/>
              </a:rPr>
              <a:t> </a:t>
            </a:r>
            <a:r>
              <a:rPr lang="en-US" sz="2600" dirty="0" err="1">
                <a:solidFill>
                  <a:prstClr val="black"/>
                </a:solidFill>
                <a:latin typeface="Calibri" panose="020F0502020204030204"/>
              </a:rPr>
              <a:t>ph</a:t>
            </a:r>
            <a:r>
              <a:rPr lang="en-US" sz="2600" dirty="0">
                <a:solidFill>
                  <a:prstClr val="black"/>
                </a:solidFill>
                <a:latin typeface="Calibri" panose="020F0502020204030204"/>
              </a:rPr>
              <a:t> = 0.12 ; COE factor y1-y20= 18.7193</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600"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p:spTree>
    <p:extLst>
      <p:ext uri="{BB962C8B-B14F-4D97-AF65-F5344CB8AC3E}">
        <p14:creationId xmlns:p14="http://schemas.microsoft.com/office/powerpoint/2010/main" val="1149071046"/>
      </p:ext>
    </p:extLst>
  </p:cSld>
  <p:clrMapOvr>
    <a:masterClrMapping/>
  </p:clrMapOvr>
</p:sld>
</file>

<file path=ppt/slides/slide4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B7A3C-1D46-45A5-BEBF-97D4FD92846D}"/>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TVS Motor Company Ltd- : Stable Phase PB </a:t>
            </a:r>
            <a:endParaRPr lang="en-IN" dirty="0"/>
          </a:p>
        </p:txBody>
      </p:sp>
      <p:sp>
        <p:nvSpPr>
          <p:cNvPr id="3" name="Content Placeholder 2">
            <a:extLst>
              <a:ext uri="{FF2B5EF4-FFF2-40B4-BE49-F238E27FC236}">
                <a16:creationId xmlns:a16="http://schemas.microsoft.com/office/drawing/2014/main" id="{B166753A-7AD7-4124-AE88-CBC0FB3D36B8}"/>
              </a:ext>
            </a:extLst>
          </p:cNvPr>
          <p:cNvSpPr>
            <a:spLocks noGrp="1"/>
          </p:cNvSpPr>
          <p:nvPr>
            <p:ph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prstClr val="black"/>
                </a:solidFill>
                <a:latin typeface="Calibri" panose="020F0502020204030204"/>
              </a:rPr>
              <a:t>                                              St. Ph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DPR * (1+G  Y1-Y20)(1+G st.ph)</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ROE hg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(COE st.ph – G st.ph) (1+ COE Y1-Y </a:t>
            </a:r>
            <a:r>
              <a:rPr lang="en-US" sz="2600" dirty="0">
                <a:solidFill>
                  <a:prstClr val="black"/>
                </a:solidFill>
                <a:latin typeface="Calibri" panose="020F0502020204030204"/>
              </a:rPr>
              <a:t>20</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600"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0.22 (0.70 ) (16.5181) (1.036) / ( 0.12-0.036) (18.7193)</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600"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2.6354/ 1.5724 </a:t>
            </a: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600" b="1" dirty="0">
                <a:solidFill>
                  <a:prstClr val="black"/>
                </a:solidFill>
                <a:latin typeface="Calibri" panose="020F0502020204030204"/>
              </a:rPr>
              <a:t>1.6760</a:t>
            </a: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 times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5DDE9D87-BED1-A483-DC29-45E1636D0634}"/>
                  </a:ext>
                </a:extLst>
              </p14:cNvPr>
              <p14:cNvContentPartPr/>
              <p14:nvPr/>
            </p14:nvContentPartPr>
            <p14:xfrm>
              <a:off x="3582720" y="4857840"/>
              <a:ext cx="1562040" cy="519840"/>
            </p14:xfrm>
          </p:contentPart>
        </mc:Choice>
        <mc:Fallback xmlns="">
          <p:pic>
            <p:nvPicPr>
              <p:cNvPr id="4" name="Ink 3">
                <a:extLst>
                  <a:ext uri="{FF2B5EF4-FFF2-40B4-BE49-F238E27FC236}">
                    <a16:creationId xmlns:a16="http://schemas.microsoft.com/office/drawing/2014/main" id="{5DDE9D87-BED1-A483-DC29-45E1636D0634}"/>
                  </a:ext>
                </a:extLst>
              </p:cNvPr>
              <p:cNvPicPr/>
              <p:nvPr/>
            </p:nvPicPr>
            <p:blipFill>
              <a:blip r:embed="rId3"/>
              <a:stretch>
                <a:fillRect/>
              </a:stretch>
            </p:blipFill>
            <p:spPr>
              <a:xfrm>
                <a:off x="3573360" y="4848480"/>
                <a:ext cx="1580760" cy="538560"/>
              </a:xfrm>
              <a:prstGeom prst="rect">
                <a:avLst/>
              </a:prstGeom>
            </p:spPr>
          </p:pic>
        </mc:Fallback>
      </mc:AlternateContent>
    </p:spTree>
    <p:extLst>
      <p:ext uri="{BB962C8B-B14F-4D97-AF65-F5344CB8AC3E}">
        <p14:creationId xmlns:p14="http://schemas.microsoft.com/office/powerpoint/2010/main" val="2035361911"/>
      </p:ext>
    </p:extLst>
  </p:cSld>
  <p:clrMapOvr>
    <a:masterClrMapping/>
  </p:clrMapOvr>
</p:sld>
</file>

<file path=ppt/slides/slide4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62116-58FA-4A1B-870F-508435151F7E}"/>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TVS Motor Company Ltd- : Total PB </a:t>
            </a:r>
            <a:endParaRPr lang="en-IN" dirty="0"/>
          </a:p>
        </p:txBody>
      </p:sp>
      <p:sp>
        <p:nvSpPr>
          <p:cNvPr id="3" name="Content Placeholder 2">
            <a:extLst>
              <a:ext uri="{FF2B5EF4-FFF2-40B4-BE49-F238E27FC236}">
                <a16:creationId xmlns:a16="http://schemas.microsoft.com/office/drawing/2014/main" id="{25784235-CC32-4371-9563-07733AA48554}"/>
              </a:ext>
            </a:extLst>
          </p:cNvPr>
          <p:cNvSpPr>
            <a:spLocks noGrp="1"/>
          </p:cNvSpPr>
          <p:nvPr>
            <p:ph idx="1"/>
          </p:nvPr>
        </p:nvSpPr>
        <p:spPr/>
        <p:txBody>
          <a:bodyPr>
            <a:normAutofit fontScale="92500" lnSpcReduction="20000"/>
          </a:bodyPr>
          <a:lstStyle/>
          <a:p>
            <a:pPr marL="0" indent="0">
              <a:buNone/>
            </a:pPr>
            <a:r>
              <a:rPr lang="en-US" dirty="0"/>
              <a:t>= </a:t>
            </a:r>
            <a:r>
              <a:rPr lang="en-US" b="1" i="1" dirty="0"/>
              <a:t>PE HG phase + PE Transition phase + PE stable Phase </a:t>
            </a:r>
          </a:p>
          <a:p>
            <a:pPr marL="0" indent="0">
              <a:buNone/>
            </a:pPr>
            <a:endParaRPr lang="en-US" dirty="0"/>
          </a:p>
          <a:p>
            <a:pPr marL="0" indent="0">
              <a:buNone/>
            </a:pPr>
            <a:r>
              <a:rPr lang="en-US" dirty="0"/>
              <a:t>= 0.7629 + 0.5471+ 1.6760 = </a:t>
            </a:r>
            <a:r>
              <a:rPr lang="en-US" b="1" dirty="0"/>
              <a:t>2.9860 times = 2.99 times</a:t>
            </a:r>
          </a:p>
          <a:p>
            <a:pPr marL="0" indent="0">
              <a:buNone/>
            </a:pPr>
            <a:r>
              <a:rPr lang="en-US" b="1" dirty="0"/>
              <a:t>Predicted Price </a:t>
            </a:r>
            <a:r>
              <a:rPr lang="en-US" dirty="0"/>
              <a:t>= 2.99 * Mar 2025 BPS of INR 178.98*(1+ 0.1645/360*269= 1.12)</a:t>
            </a:r>
          </a:p>
          <a:p>
            <a:pPr marL="0" indent="0">
              <a:buNone/>
            </a:pPr>
            <a:r>
              <a:rPr lang="en-US" dirty="0"/>
              <a:t> = </a:t>
            </a:r>
            <a:r>
              <a:rPr lang="en-US" b="1" dirty="0"/>
              <a:t>INR 599.36</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on </a:t>
            </a:r>
            <a:r>
              <a:rPr lang="en-US" b="1" dirty="0">
                <a:solidFill>
                  <a:prstClr val="black"/>
                </a:solidFill>
                <a:highlight>
                  <a:srgbClr val="FFFF00"/>
                </a:highlight>
                <a:latin typeface="Calibri" panose="020F0502020204030204"/>
              </a:rPr>
              <a:t>29 </a:t>
            </a:r>
            <a:r>
              <a:rPr kumimoji="0" lang="en-US" sz="28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 Dec 2025</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CMP:</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INR 3570.50</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52 Week LH : 2171.40</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to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3734.90</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n-US" b="1" dirty="0">
              <a:solidFill>
                <a:prstClr val="black"/>
              </a:solidFill>
              <a:latin typeface="Calibri" panose="020F0502020204030204"/>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Highly Overvalued</a:t>
            </a:r>
          </a:p>
          <a:p>
            <a:pPr marL="0" indent="0">
              <a:buNone/>
            </a:pPr>
            <a:endParaRPr lang="en-US" dirty="0"/>
          </a:p>
        </p:txBody>
      </p:sp>
    </p:spTree>
    <p:extLst>
      <p:ext uri="{BB962C8B-B14F-4D97-AF65-F5344CB8AC3E}">
        <p14:creationId xmlns:p14="http://schemas.microsoft.com/office/powerpoint/2010/main" val="445900860"/>
      </p:ext>
    </p:extLst>
  </p:cSld>
  <p:clrMapOvr>
    <a:masterClrMapping/>
  </p:clrMapOvr>
</p:sld>
</file>

<file path=ppt/slides/slide4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1505B-C8A1-6C78-34D3-C90DA0E54A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DD0FDF-457F-98DF-6E76-6BD36A6EB140}"/>
              </a:ext>
            </a:extLst>
          </p:cNvPr>
          <p:cNvSpPr>
            <a:spLocks noGrp="1"/>
          </p:cNvSpPr>
          <p:nvPr>
            <p:ph type="title"/>
          </p:nvPr>
        </p:nvSpPr>
        <p:spPr>
          <a:xfrm>
            <a:off x="838200" y="0"/>
            <a:ext cx="10515600" cy="1325563"/>
          </a:xfrm>
        </p:spPr>
        <p:txBody>
          <a:bodyPr/>
          <a:lstStyle/>
          <a:p>
            <a:pPr algn="ctr"/>
            <a:r>
              <a:rPr lang="en-US" b="1" dirty="0"/>
              <a:t>Assumptions in the computation of Fundamental PB for</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TVS Motor Company Ltd </a:t>
            </a:r>
            <a:endParaRPr lang="en-IN" b="1" dirty="0"/>
          </a:p>
        </p:txBody>
      </p:sp>
      <p:graphicFrame>
        <p:nvGraphicFramePr>
          <p:cNvPr id="4" name="Table 4">
            <a:extLst>
              <a:ext uri="{FF2B5EF4-FFF2-40B4-BE49-F238E27FC236}">
                <a16:creationId xmlns:a16="http://schemas.microsoft.com/office/drawing/2014/main" id="{BF3DFE69-C746-598D-D6AD-1C51619A3736}"/>
              </a:ext>
            </a:extLst>
          </p:cNvPr>
          <p:cNvGraphicFramePr>
            <a:graphicFrameLocks noGrp="1"/>
          </p:cNvGraphicFramePr>
          <p:nvPr>
            <p:ph idx="1"/>
          </p:nvPr>
        </p:nvGraphicFramePr>
        <p:xfrm>
          <a:off x="838200" y="1325563"/>
          <a:ext cx="10515600" cy="5130800"/>
        </p:xfrm>
        <a:graphic>
          <a:graphicData uri="http://schemas.openxmlformats.org/drawingml/2006/table">
            <a:tbl>
              <a:tblPr firstRow="1" bandRow="1">
                <a:tableStyleId>{21E4AEA4-8DFA-4A89-87EB-49C32662AFE0}</a:tableStyleId>
              </a:tblPr>
              <a:tblGrid>
                <a:gridCol w="2628900">
                  <a:extLst>
                    <a:ext uri="{9D8B030D-6E8A-4147-A177-3AD203B41FA5}">
                      <a16:colId xmlns:a16="http://schemas.microsoft.com/office/drawing/2014/main" val="3359730896"/>
                    </a:ext>
                  </a:extLst>
                </a:gridCol>
                <a:gridCol w="2244383">
                  <a:extLst>
                    <a:ext uri="{9D8B030D-6E8A-4147-A177-3AD203B41FA5}">
                      <a16:colId xmlns:a16="http://schemas.microsoft.com/office/drawing/2014/main" val="3967438803"/>
                    </a:ext>
                  </a:extLst>
                </a:gridCol>
                <a:gridCol w="3013417">
                  <a:extLst>
                    <a:ext uri="{9D8B030D-6E8A-4147-A177-3AD203B41FA5}">
                      <a16:colId xmlns:a16="http://schemas.microsoft.com/office/drawing/2014/main" val="3218429050"/>
                    </a:ext>
                  </a:extLst>
                </a:gridCol>
                <a:gridCol w="2628900">
                  <a:extLst>
                    <a:ext uri="{9D8B030D-6E8A-4147-A177-3AD203B41FA5}">
                      <a16:colId xmlns:a16="http://schemas.microsoft.com/office/drawing/2014/main" val="3229804162"/>
                    </a:ext>
                  </a:extLst>
                </a:gridCol>
              </a:tblGrid>
              <a:tr h="370840">
                <a:tc>
                  <a:txBody>
                    <a:bodyPr/>
                    <a:lstStyle/>
                    <a:p>
                      <a:r>
                        <a:rPr lang="en-US" dirty="0"/>
                        <a:t>Particulars</a:t>
                      </a:r>
                      <a:endParaRPr lang="en-IN" dirty="0"/>
                    </a:p>
                  </a:txBody>
                  <a:tcPr/>
                </a:tc>
                <a:tc>
                  <a:txBody>
                    <a:bodyPr/>
                    <a:lstStyle/>
                    <a:p>
                      <a:r>
                        <a:rPr lang="en-US" dirty="0"/>
                        <a:t>High Growth Phase</a:t>
                      </a:r>
                      <a:endParaRPr lang="en-IN" dirty="0"/>
                    </a:p>
                  </a:txBody>
                  <a:tcPr/>
                </a:tc>
                <a:tc>
                  <a:txBody>
                    <a:bodyPr/>
                    <a:lstStyle/>
                    <a:p>
                      <a:r>
                        <a:rPr lang="en-US" dirty="0"/>
                        <a:t>Transition Phase</a:t>
                      </a:r>
                      <a:endParaRPr lang="en-IN" dirty="0"/>
                    </a:p>
                  </a:txBody>
                  <a:tcPr/>
                </a:tc>
                <a:tc>
                  <a:txBody>
                    <a:bodyPr/>
                    <a:lstStyle/>
                    <a:p>
                      <a:r>
                        <a:rPr lang="en-US" dirty="0"/>
                        <a:t>Stable Phase </a:t>
                      </a:r>
                      <a:endParaRPr lang="en-IN" dirty="0"/>
                    </a:p>
                  </a:txBody>
                  <a:tcPr/>
                </a:tc>
                <a:extLst>
                  <a:ext uri="{0D108BD9-81ED-4DB2-BD59-A6C34878D82A}">
                    <a16:rowId xmlns:a16="http://schemas.microsoft.com/office/drawing/2014/main" val="3057931776"/>
                  </a:ext>
                </a:extLst>
              </a:tr>
              <a:tr h="370840">
                <a:tc>
                  <a:txBody>
                    <a:bodyPr/>
                    <a:lstStyle/>
                    <a:p>
                      <a:r>
                        <a:rPr lang="en-US" b="1" dirty="0"/>
                        <a:t>Length (in years )</a:t>
                      </a:r>
                      <a:endParaRPr lang="en-IN" b="1" dirty="0"/>
                    </a:p>
                  </a:txBody>
                  <a:tcPr/>
                </a:tc>
                <a:tc>
                  <a:txBody>
                    <a:bodyPr/>
                    <a:lstStyle/>
                    <a:p>
                      <a:r>
                        <a:rPr lang="en-US" dirty="0"/>
                        <a:t>15 years</a:t>
                      </a:r>
                      <a:endParaRPr lang="en-IN" dirty="0"/>
                    </a:p>
                  </a:txBody>
                  <a:tcPr/>
                </a:tc>
                <a:tc>
                  <a:txBody>
                    <a:bodyPr/>
                    <a:lstStyle/>
                    <a:p>
                      <a:r>
                        <a:rPr lang="en-US" dirty="0"/>
                        <a:t>5 years (</a:t>
                      </a:r>
                      <a:r>
                        <a:rPr lang="en-US" dirty="0" err="1"/>
                        <a:t>i.e</a:t>
                      </a:r>
                      <a:r>
                        <a:rPr lang="en-US" dirty="0"/>
                        <a:t> y 16 to y 20)</a:t>
                      </a:r>
                      <a:endParaRPr lang="en-IN" dirty="0"/>
                    </a:p>
                  </a:txBody>
                  <a:tcPr/>
                </a:tc>
                <a:tc>
                  <a:txBody>
                    <a:bodyPr/>
                    <a:lstStyle/>
                    <a:p>
                      <a:r>
                        <a:rPr lang="en-US" dirty="0"/>
                        <a:t>After year 20</a:t>
                      </a:r>
                      <a:endParaRPr lang="en-IN" dirty="0"/>
                    </a:p>
                  </a:txBody>
                  <a:tcPr/>
                </a:tc>
                <a:extLst>
                  <a:ext uri="{0D108BD9-81ED-4DB2-BD59-A6C34878D82A}">
                    <a16:rowId xmlns:a16="http://schemas.microsoft.com/office/drawing/2014/main" val="1779586652"/>
                  </a:ext>
                </a:extLst>
              </a:tr>
              <a:tr h="370840">
                <a:tc>
                  <a:txBody>
                    <a:bodyPr/>
                    <a:lstStyle/>
                    <a:p>
                      <a:r>
                        <a:rPr lang="en-US" b="1" dirty="0"/>
                        <a:t>DPR</a:t>
                      </a:r>
                      <a:endParaRPr lang="en-IN" b="1" dirty="0"/>
                    </a:p>
                  </a:txBody>
                  <a:tcPr/>
                </a:tc>
                <a:tc>
                  <a:txBody>
                    <a:bodyPr/>
                    <a:lstStyle/>
                    <a:p>
                      <a:r>
                        <a:rPr lang="en-US" b="1" dirty="0"/>
                        <a:t>22%</a:t>
                      </a:r>
                      <a:endParaRPr lang="en-IN" b="1" dirty="0"/>
                    </a:p>
                  </a:txBody>
                  <a:tcPr/>
                </a:tc>
                <a:tc>
                  <a:txBody>
                    <a:bodyPr/>
                    <a:lstStyle/>
                    <a:p>
                      <a:r>
                        <a:rPr lang="en-US" dirty="0"/>
                        <a:t>(70-22)/5 = </a:t>
                      </a:r>
                      <a:r>
                        <a:rPr lang="en-US" b="1" dirty="0"/>
                        <a:t>9.6 % </a:t>
                      </a:r>
                      <a:r>
                        <a:rPr lang="en-US" b="1" dirty="0" err="1"/>
                        <a:t>p.year</a:t>
                      </a:r>
                      <a:endParaRPr lang="en-US" b="1" dirty="0"/>
                    </a:p>
                    <a:p>
                      <a:r>
                        <a:rPr lang="en-US" b="1" dirty="0"/>
                        <a:t>Y 16:</a:t>
                      </a:r>
                      <a:r>
                        <a:rPr lang="en-US" dirty="0"/>
                        <a:t> 22 + 9.6= 31.6%</a:t>
                      </a:r>
                    </a:p>
                    <a:p>
                      <a:r>
                        <a:rPr lang="en-US" b="1" dirty="0"/>
                        <a:t>Y 17:</a:t>
                      </a:r>
                      <a:r>
                        <a:rPr lang="en-US" dirty="0"/>
                        <a:t>  41.2%</a:t>
                      </a:r>
                    </a:p>
                    <a:p>
                      <a:r>
                        <a:rPr lang="en-US" b="1" dirty="0"/>
                        <a:t>Y18:</a:t>
                      </a:r>
                      <a:r>
                        <a:rPr lang="en-US" dirty="0"/>
                        <a:t> 50.8 %</a:t>
                      </a:r>
                    </a:p>
                    <a:p>
                      <a:r>
                        <a:rPr lang="en-US" b="1" dirty="0"/>
                        <a:t>Y 19</a:t>
                      </a:r>
                      <a:r>
                        <a:rPr lang="en-US" dirty="0"/>
                        <a:t>: 60.4%</a:t>
                      </a:r>
                    </a:p>
                    <a:p>
                      <a:r>
                        <a:rPr lang="en-US" b="1" dirty="0"/>
                        <a:t>Y 20:</a:t>
                      </a:r>
                      <a:r>
                        <a:rPr lang="en-US" dirty="0"/>
                        <a:t> 70 %</a:t>
                      </a:r>
                      <a:endParaRPr lang="en-IN" dirty="0"/>
                    </a:p>
                  </a:txBody>
                  <a:tcPr/>
                </a:tc>
                <a:tc>
                  <a:txBody>
                    <a:bodyPr/>
                    <a:lstStyle/>
                    <a:p>
                      <a:r>
                        <a:rPr lang="en-US" b="1" dirty="0"/>
                        <a:t>70 %</a:t>
                      </a:r>
                      <a:endParaRPr lang="en-IN" b="1" dirty="0"/>
                    </a:p>
                  </a:txBody>
                  <a:tcPr/>
                </a:tc>
                <a:extLst>
                  <a:ext uri="{0D108BD9-81ED-4DB2-BD59-A6C34878D82A}">
                    <a16:rowId xmlns:a16="http://schemas.microsoft.com/office/drawing/2014/main" val="1124298241"/>
                  </a:ext>
                </a:extLst>
              </a:tr>
              <a:tr h="370840">
                <a:tc>
                  <a:txBody>
                    <a:bodyPr/>
                    <a:lstStyle/>
                    <a:p>
                      <a:r>
                        <a:rPr lang="en-US" b="1" dirty="0"/>
                        <a:t>Growth Rate</a:t>
                      </a:r>
                      <a:endParaRPr lang="en-IN" b="1" dirty="0"/>
                    </a:p>
                  </a:txBody>
                  <a:tcPr/>
                </a:tc>
                <a:tc>
                  <a:txBody>
                    <a:bodyPr/>
                    <a:lstStyle/>
                    <a:p>
                      <a:r>
                        <a:rPr lang="en-US" b="1" dirty="0"/>
                        <a:t>17.16%</a:t>
                      </a:r>
                      <a:endParaRPr lang="en-IN" b="1" dirty="0"/>
                    </a:p>
                  </a:txBody>
                  <a:tcPr/>
                </a:tc>
                <a:tc>
                  <a:txBody>
                    <a:bodyPr/>
                    <a:lstStyle/>
                    <a:p>
                      <a:r>
                        <a:rPr lang="en-US" dirty="0"/>
                        <a:t>(17.16-3.6 )/5 = </a:t>
                      </a:r>
                      <a:r>
                        <a:rPr lang="en-US" b="1" dirty="0"/>
                        <a:t>2.712</a:t>
                      </a:r>
                    </a:p>
                    <a:p>
                      <a:r>
                        <a:rPr lang="en-US" b="1" dirty="0"/>
                        <a:t>Y 16:</a:t>
                      </a:r>
                      <a:r>
                        <a:rPr lang="en-US" dirty="0"/>
                        <a:t> 14.448% ; </a:t>
                      </a:r>
                      <a:r>
                        <a:rPr lang="en-US" b="1" dirty="0"/>
                        <a:t>Y 17</a:t>
                      </a:r>
                      <a:r>
                        <a:rPr lang="en-US" dirty="0"/>
                        <a:t> 11.736%</a:t>
                      </a:r>
                    </a:p>
                    <a:p>
                      <a:r>
                        <a:rPr lang="en-US" b="1" dirty="0"/>
                        <a:t>Y 18:</a:t>
                      </a:r>
                      <a:r>
                        <a:rPr lang="en-US" dirty="0"/>
                        <a:t> 9.024% ; </a:t>
                      </a:r>
                      <a:r>
                        <a:rPr lang="en-US" b="1" dirty="0"/>
                        <a:t>Y19</a:t>
                      </a:r>
                      <a:r>
                        <a:rPr lang="en-US" dirty="0"/>
                        <a:t>: 6.312%</a:t>
                      </a:r>
                    </a:p>
                    <a:p>
                      <a:r>
                        <a:rPr lang="en-US" b="1" dirty="0"/>
                        <a:t>Y 20:</a:t>
                      </a:r>
                      <a:r>
                        <a:rPr lang="en-US" dirty="0"/>
                        <a:t> 3.6%</a:t>
                      </a:r>
                      <a:endParaRPr lang="en-IN" dirty="0"/>
                    </a:p>
                  </a:txBody>
                  <a:tcPr/>
                </a:tc>
                <a:tc>
                  <a:txBody>
                    <a:bodyPr/>
                    <a:lstStyle/>
                    <a:p>
                      <a:r>
                        <a:rPr lang="en-US" b="1" dirty="0"/>
                        <a:t>12 % (1-0.70) = 3.6 %</a:t>
                      </a:r>
                      <a:endParaRPr lang="en-IN" b="1" dirty="0"/>
                    </a:p>
                  </a:txBody>
                  <a:tcPr/>
                </a:tc>
                <a:extLst>
                  <a:ext uri="{0D108BD9-81ED-4DB2-BD59-A6C34878D82A}">
                    <a16:rowId xmlns:a16="http://schemas.microsoft.com/office/drawing/2014/main" val="2696296970"/>
                  </a:ext>
                </a:extLst>
              </a:tr>
              <a:tr h="370840">
                <a:tc>
                  <a:txBody>
                    <a:bodyPr/>
                    <a:lstStyle/>
                    <a:p>
                      <a:r>
                        <a:rPr lang="en-US" b="1" dirty="0"/>
                        <a:t>COE</a:t>
                      </a:r>
                      <a:endParaRPr lang="en-IN"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7.35 %+ ( 1.22 *7.46%) = 16.45%</a:t>
                      </a: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p>
                      <a:endParaRPr lang="en-IN"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(16.45-12.00)/5 = </a:t>
                      </a:r>
                      <a:r>
                        <a:rPr kumimoji="0" lang="en-US" sz="1800" b="1" i="0" u="none" strike="noStrike" kern="1200" cap="none" spc="0" normalizeH="0" baseline="0" noProof="0" dirty="0">
                          <a:ln>
                            <a:noFill/>
                          </a:ln>
                          <a:solidFill>
                            <a:prstClr val="black"/>
                          </a:solidFill>
                          <a:effectLst/>
                          <a:uLnTx/>
                          <a:uFillTx/>
                          <a:latin typeface="+mn-lt"/>
                          <a:ea typeface="+mn-ea"/>
                          <a:cs typeface="+mn-cs"/>
                        </a:rPr>
                        <a:t>0.89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Y16:</a:t>
                      </a:r>
                      <a:r>
                        <a:rPr kumimoji="0" lang="en-US" sz="1800" b="0" i="0" u="none" strike="noStrike" kern="1200" cap="none" spc="0" normalizeH="0" baseline="0" noProof="0" dirty="0">
                          <a:ln>
                            <a:noFill/>
                          </a:ln>
                          <a:solidFill>
                            <a:prstClr val="black"/>
                          </a:solidFill>
                          <a:effectLst/>
                          <a:uLnTx/>
                          <a:uFillTx/>
                          <a:latin typeface="+mn-lt"/>
                          <a:ea typeface="+mn-ea"/>
                          <a:cs typeface="+mn-cs"/>
                        </a:rPr>
                        <a:t> 15.56% ; </a:t>
                      </a:r>
                      <a:r>
                        <a:rPr kumimoji="0" lang="en-US" sz="1800" b="1" i="0" u="none" strike="noStrike" kern="1200" cap="none" spc="0" normalizeH="0" baseline="0" noProof="0" dirty="0">
                          <a:ln>
                            <a:noFill/>
                          </a:ln>
                          <a:solidFill>
                            <a:prstClr val="black"/>
                          </a:solidFill>
                          <a:effectLst/>
                          <a:uLnTx/>
                          <a:uFillTx/>
                          <a:latin typeface="+mn-lt"/>
                          <a:ea typeface="+mn-ea"/>
                          <a:cs typeface="+mn-cs"/>
                        </a:rPr>
                        <a:t>Y17:</a:t>
                      </a:r>
                      <a:r>
                        <a:rPr kumimoji="0" lang="en-US" sz="1800" b="0" i="0" u="none" strike="noStrike" kern="1200" cap="none" spc="0" normalizeH="0" baseline="0" noProof="0" dirty="0">
                          <a:ln>
                            <a:noFill/>
                          </a:ln>
                          <a:solidFill>
                            <a:prstClr val="black"/>
                          </a:solidFill>
                          <a:effectLst/>
                          <a:uLnTx/>
                          <a:uFillTx/>
                          <a:latin typeface="+mn-lt"/>
                          <a:ea typeface="+mn-ea"/>
                          <a:cs typeface="+mn-cs"/>
                        </a:rPr>
                        <a:t> 14.67%</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Y18:</a:t>
                      </a:r>
                      <a:r>
                        <a:rPr kumimoji="0" lang="en-US" sz="1800" b="0" i="0" u="none" strike="noStrike" kern="1200" cap="none" spc="0" normalizeH="0" baseline="0" noProof="0" dirty="0">
                          <a:ln>
                            <a:noFill/>
                          </a:ln>
                          <a:solidFill>
                            <a:prstClr val="black"/>
                          </a:solidFill>
                          <a:effectLst/>
                          <a:uLnTx/>
                          <a:uFillTx/>
                          <a:latin typeface="+mn-lt"/>
                          <a:ea typeface="+mn-ea"/>
                          <a:cs typeface="+mn-cs"/>
                        </a:rPr>
                        <a:t> 13.78 % ; </a:t>
                      </a:r>
                      <a:r>
                        <a:rPr kumimoji="0" lang="en-US" sz="1800" b="1" i="0" u="none" strike="noStrike" kern="1200" cap="none" spc="0" normalizeH="0" baseline="0" noProof="0" dirty="0">
                          <a:ln>
                            <a:noFill/>
                          </a:ln>
                          <a:solidFill>
                            <a:prstClr val="black"/>
                          </a:solidFill>
                          <a:effectLst/>
                          <a:uLnTx/>
                          <a:uFillTx/>
                          <a:latin typeface="+mn-lt"/>
                          <a:ea typeface="+mn-ea"/>
                          <a:cs typeface="+mn-cs"/>
                        </a:rPr>
                        <a:t>Y19</a:t>
                      </a:r>
                      <a:r>
                        <a:rPr kumimoji="0" lang="en-US" sz="1800" b="0" i="0" u="none" strike="noStrike" kern="1200" cap="none" spc="0" normalizeH="0" baseline="0" noProof="0" dirty="0">
                          <a:ln>
                            <a:noFill/>
                          </a:ln>
                          <a:solidFill>
                            <a:prstClr val="black"/>
                          </a:solidFill>
                          <a:effectLst/>
                          <a:uLnTx/>
                          <a:uFillTx/>
                          <a:latin typeface="+mn-lt"/>
                          <a:ea typeface="+mn-ea"/>
                          <a:cs typeface="+mn-cs"/>
                        </a:rPr>
                        <a:t>: 12.89%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Y20:</a:t>
                      </a:r>
                      <a:r>
                        <a:rPr kumimoji="0" lang="en-US" sz="1800" b="0" i="0" u="none" strike="noStrike" kern="1200" cap="none" spc="0" normalizeH="0" baseline="0" noProof="0" dirty="0">
                          <a:ln>
                            <a:noFill/>
                          </a:ln>
                          <a:solidFill>
                            <a:prstClr val="black"/>
                          </a:solidFill>
                          <a:effectLst/>
                          <a:uLnTx/>
                          <a:uFillTx/>
                          <a:latin typeface="+mn-lt"/>
                          <a:ea typeface="+mn-ea"/>
                          <a:cs typeface="+mn-cs"/>
                        </a:rPr>
                        <a:t> 12%</a:t>
                      </a:r>
                      <a:endParaRPr kumimoji="0" lang="en-IN" sz="1800" b="0" i="0" u="none" strike="noStrike" kern="1200" cap="none" spc="0" normalizeH="0" baseline="0" noProof="0" dirty="0">
                        <a:ln>
                          <a:noFill/>
                        </a:ln>
                        <a:solidFill>
                          <a:prstClr val="black"/>
                        </a:solidFill>
                        <a:effectLst/>
                        <a:uLnTx/>
                        <a:uFillTx/>
                        <a:latin typeface="+mn-lt"/>
                        <a:ea typeface="+mn-ea"/>
                        <a:cs typeface="+mn-cs"/>
                      </a:endParaRPr>
                    </a:p>
                    <a:p>
                      <a:endParaRPr lang="en-IN" dirty="0"/>
                    </a:p>
                  </a:txBody>
                  <a:tcPr/>
                </a:tc>
                <a:tc>
                  <a:txBody>
                    <a:bodyPr/>
                    <a:lstStyle/>
                    <a:p>
                      <a:r>
                        <a:rPr lang="en-US" dirty="0"/>
                        <a:t>6% + (1*6%) = </a:t>
                      </a:r>
                      <a:r>
                        <a:rPr lang="en-US" b="1" dirty="0"/>
                        <a:t>12%</a:t>
                      </a:r>
                      <a:endParaRPr lang="en-IN" b="1" dirty="0"/>
                    </a:p>
                  </a:txBody>
                  <a:tcPr/>
                </a:tc>
                <a:extLst>
                  <a:ext uri="{0D108BD9-81ED-4DB2-BD59-A6C34878D82A}">
                    <a16:rowId xmlns:a16="http://schemas.microsoft.com/office/drawing/2014/main" val="4119907283"/>
                  </a:ext>
                </a:extLst>
              </a:tr>
            </a:tbl>
          </a:graphicData>
        </a:graphic>
      </p:graphicFrame>
    </p:spTree>
    <p:extLst>
      <p:ext uri="{BB962C8B-B14F-4D97-AF65-F5344CB8AC3E}">
        <p14:creationId xmlns:p14="http://schemas.microsoft.com/office/powerpoint/2010/main" val="2027654158"/>
      </p:ext>
    </p:extLst>
  </p:cSld>
  <p:clrMapOvr>
    <a:masterClrMapping/>
  </p:clrMapOvr>
</p:sld>
</file>

<file path=ppt/slides/slide4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C67E0-3C9D-4288-93C1-0815E9945E15}"/>
              </a:ext>
            </a:extLst>
          </p:cNvPr>
          <p:cNvSpPr>
            <a:spLocks noGrp="1"/>
          </p:cNvSpPr>
          <p:nvPr>
            <p:ph type="title"/>
          </p:nvPr>
        </p:nvSpPr>
        <p:spPr>
          <a:xfrm>
            <a:off x="698715" y="-115322"/>
            <a:ext cx="10515600" cy="1325563"/>
          </a:xfrm>
        </p:spPr>
        <p:txBody>
          <a:bodyPr>
            <a:normAutofit/>
          </a:bodyPr>
          <a:lstStyle/>
          <a:p>
            <a:pPr algn="ctr"/>
            <a:r>
              <a:rPr lang="en-US" sz="4000" b="1" dirty="0"/>
              <a:t>Mismatches in the relation b/w PB Ratio &amp; ROE</a:t>
            </a:r>
            <a:endParaRPr lang="en-IN" sz="4000" b="1" dirty="0"/>
          </a:p>
        </p:txBody>
      </p:sp>
      <p:sp>
        <p:nvSpPr>
          <p:cNvPr id="3" name="Content Placeholder 2">
            <a:extLst>
              <a:ext uri="{FF2B5EF4-FFF2-40B4-BE49-F238E27FC236}">
                <a16:creationId xmlns:a16="http://schemas.microsoft.com/office/drawing/2014/main" id="{5C1C9290-6DF0-4F25-ACB0-F28F46F864C6}"/>
              </a:ext>
            </a:extLst>
          </p:cNvPr>
          <p:cNvSpPr>
            <a:spLocks noGrp="1"/>
          </p:cNvSpPr>
          <p:nvPr>
            <p:ph idx="1"/>
          </p:nvPr>
        </p:nvSpPr>
        <p:spPr/>
        <p:txBody>
          <a:bodyPr/>
          <a:lstStyle/>
          <a:p>
            <a:r>
              <a:rPr lang="en-IN" dirty="0"/>
              <a:t>Low ROE vs Low PB – fair valuation</a:t>
            </a:r>
          </a:p>
          <a:p>
            <a:r>
              <a:rPr lang="en-IN" dirty="0"/>
              <a:t>Low ROE vs high PB – overvalued zone </a:t>
            </a:r>
          </a:p>
          <a:p>
            <a:r>
              <a:rPr lang="en-IN" dirty="0"/>
              <a:t>High ROE vs high PB – fair valuation</a:t>
            </a:r>
          </a:p>
          <a:p>
            <a:r>
              <a:rPr lang="en-IN" dirty="0"/>
              <a:t>High ROE vs low PB – under valued</a:t>
            </a:r>
          </a:p>
          <a:p>
            <a:endParaRPr lang="en-IN" dirty="0"/>
          </a:p>
        </p:txBody>
      </p:sp>
    </p:spTree>
    <p:extLst>
      <p:ext uri="{BB962C8B-B14F-4D97-AF65-F5344CB8AC3E}">
        <p14:creationId xmlns:p14="http://schemas.microsoft.com/office/powerpoint/2010/main" val="1511010292"/>
      </p:ext>
    </p:extLst>
  </p:cSld>
  <p:clrMapOvr>
    <a:masterClrMapping/>
  </p:clrMapOvr>
</p:sld>
</file>

<file path=ppt/slides/slide4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CE18F-D82A-4925-842F-19C873042339}"/>
              </a:ext>
            </a:extLst>
          </p:cNvPr>
          <p:cNvSpPr>
            <a:spLocks noGrp="1"/>
          </p:cNvSpPr>
          <p:nvPr>
            <p:ph type="title"/>
          </p:nvPr>
        </p:nvSpPr>
        <p:spPr>
          <a:xfrm>
            <a:off x="590228" y="-363295"/>
            <a:ext cx="10515600" cy="1325563"/>
          </a:xfrm>
        </p:spPr>
        <p:txBody>
          <a:bodyPr/>
          <a:lstStyle/>
          <a:p>
            <a:pPr algn="ctr"/>
            <a:r>
              <a:rPr lang="en-US" b="1" dirty="0"/>
              <a:t>Price to Sales Ratio for a Stable Firm </a:t>
            </a:r>
            <a:endParaRPr lang="en-IN" b="1" dirty="0"/>
          </a:p>
        </p:txBody>
      </p:sp>
      <p:sp>
        <p:nvSpPr>
          <p:cNvPr id="3" name="Content Placeholder 2">
            <a:extLst>
              <a:ext uri="{FF2B5EF4-FFF2-40B4-BE49-F238E27FC236}">
                <a16:creationId xmlns:a16="http://schemas.microsoft.com/office/drawing/2014/main" id="{D7188E6F-C159-4A60-B023-061FA47128AF}"/>
              </a:ext>
            </a:extLst>
          </p:cNvPr>
          <p:cNvSpPr>
            <a:spLocks noGrp="1"/>
          </p:cNvSpPr>
          <p:nvPr>
            <p:ph idx="1"/>
          </p:nvPr>
        </p:nvSpPr>
        <p:spPr>
          <a:xfrm>
            <a:off x="745331" y="1253331"/>
            <a:ext cx="10515600" cy="4351338"/>
          </a:xfrm>
        </p:spPr>
        <p:txBody>
          <a:bodyPr>
            <a:normAutofit fontScale="92500" lnSpcReduction="20000"/>
          </a:bodyPr>
          <a:lstStyle/>
          <a:p>
            <a:r>
              <a:rPr lang="en-IN" dirty="0"/>
              <a:t>High the sales, higher the value and revenue is the key metric here.</a:t>
            </a:r>
          </a:p>
          <a:p>
            <a:r>
              <a:rPr lang="en-IN" dirty="0"/>
              <a:t>NPM = EPS0/sales0 = pat/sales revenue</a:t>
            </a:r>
          </a:p>
          <a:p>
            <a:r>
              <a:rPr lang="en-IN" dirty="0"/>
              <a:t>Determinants of P/S – NPM, DPR, g, COE</a:t>
            </a:r>
          </a:p>
          <a:p>
            <a:r>
              <a:rPr lang="en-IN" dirty="0"/>
              <a:t>PS (hg) = NPM(hg) * PE ratio</a:t>
            </a:r>
          </a:p>
          <a:p>
            <a:r>
              <a:rPr lang="en-IN" dirty="0"/>
              <a:t>PS (</a:t>
            </a:r>
            <a:r>
              <a:rPr lang="en-IN" dirty="0" err="1"/>
              <a:t>st</a:t>
            </a:r>
            <a:r>
              <a:rPr lang="en-IN" dirty="0"/>
              <a:t>) = NPM (hg) * PE ratio </a:t>
            </a:r>
          </a:p>
          <a:p>
            <a:r>
              <a:rPr lang="en-US" dirty="0"/>
              <a:t>PS (</a:t>
            </a:r>
            <a:r>
              <a:rPr lang="en-US" dirty="0" err="1"/>
              <a:t>st</a:t>
            </a:r>
            <a:r>
              <a:rPr lang="en-US" dirty="0"/>
              <a:t>)= NPM *DPR (1+G) / (COE-G) </a:t>
            </a:r>
          </a:p>
          <a:p>
            <a:r>
              <a:rPr lang="en-IN" dirty="0"/>
              <a:t>PS metrics</a:t>
            </a:r>
          </a:p>
          <a:p>
            <a:pPr lvl="1"/>
            <a:r>
              <a:rPr lang="en-IN" dirty="0"/>
              <a:t>High NPM, high p/s – fair valuation</a:t>
            </a:r>
          </a:p>
          <a:p>
            <a:pPr lvl="1"/>
            <a:r>
              <a:rPr lang="en-IN" dirty="0"/>
              <a:t>High NPM, low  p/s – under valuation</a:t>
            </a:r>
          </a:p>
          <a:p>
            <a:pPr lvl="1"/>
            <a:r>
              <a:rPr lang="en-IN" dirty="0"/>
              <a:t>low NPM, high p/s – over valuation</a:t>
            </a:r>
          </a:p>
          <a:p>
            <a:pPr lvl="1"/>
            <a:r>
              <a:rPr lang="en-IN" dirty="0"/>
              <a:t>low NPM, low p/s – fair valuation</a:t>
            </a:r>
          </a:p>
          <a:p>
            <a:pPr lvl="1"/>
            <a:endParaRPr lang="en-IN" dirty="0"/>
          </a:p>
          <a:p>
            <a:endParaRPr lang="en-IN" dirty="0"/>
          </a:p>
          <a:p>
            <a:endParaRPr lang="en-IN" dirty="0"/>
          </a:p>
        </p:txBody>
      </p:sp>
    </p:spTree>
    <p:extLst>
      <p:ext uri="{BB962C8B-B14F-4D97-AF65-F5344CB8AC3E}">
        <p14:creationId xmlns:p14="http://schemas.microsoft.com/office/powerpoint/2010/main" val="1674764651"/>
      </p:ext>
    </p:extLst>
  </p:cSld>
  <p:clrMapOvr>
    <a:masterClrMapping/>
  </p:clrMapOvr>
</p:sld>
</file>

<file path=ppt/slides/slide4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B83D2-DD65-ED08-6AB7-DAA4D7B028F8}"/>
              </a:ext>
            </a:extLst>
          </p:cNvPr>
          <p:cNvSpPr>
            <a:spLocks noGrp="1"/>
          </p:cNvSpPr>
          <p:nvPr>
            <p:ph type="title"/>
          </p:nvPr>
        </p:nvSpPr>
        <p:spPr/>
        <p:txBody>
          <a:bodyPr/>
          <a:lstStyle/>
          <a:p>
            <a:r>
              <a:rPr lang="en-US" dirty="0">
                <a:highlight>
                  <a:srgbClr val="FFFF00"/>
                </a:highlight>
              </a:rPr>
              <a:t> Let us take Ashok Leyland </a:t>
            </a:r>
          </a:p>
        </p:txBody>
      </p:sp>
      <p:sp>
        <p:nvSpPr>
          <p:cNvPr id="3" name="Content Placeholder 2">
            <a:extLst>
              <a:ext uri="{FF2B5EF4-FFF2-40B4-BE49-F238E27FC236}">
                <a16:creationId xmlns:a16="http://schemas.microsoft.com/office/drawing/2014/main" id="{91373E4C-7288-39C1-E75D-300ACE8DEA7A}"/>
              </a:ext>
            </a:extLst>
          </p:cNvPr>
          <p:cNvSpPr>
            <a:spLocks noGrp="1"/>
          </p:cNvSpPr>
          <p:nvPr>
            <p:ph idx="1"/>
          </p:nvPr>
        </p:nvSpPr>
        <p:spPr/>
        <p:txBody>
          <a:bodyPr/>
          <a:lstStyle/>
          <a:p>
            <a:r>
              <a:rPr lang="en-US" b="1" dirty="0"/>
              <a:t>Net Revenue ( Operations ) for FY 2025 </a:t>
            </a:r>
            <a:r>
              <a:rPr lang="en-US" dirty="0"/>
              <a:t>= INR 48342 Crores</a:t>
            </a:r>
          </a:p>
          <a:p>
            <a:r>
              <a:rPr lang="en-US" dirty="0"/>
              <a:t> </a:t>
            </a:r>
            <a:r>
              <a:rPr lang="en-US" b="1" dirty="0"/>
              <a:t>Number of shares </a:t>
            </a:r>
            <a:r>
              <a:rPr lang="en-US" dirty="0"/>
              <a:t>= 587.39 crores </a:t>
            </a:r>
          </a:p>
        </p:txBody>
      </p:sp>
    </p:spTree>
    <p:extLst>
      <p:ext uri="{BB962C8B-B14F-4D97-AF65-F5344CB8AC3E}">
        <p14:creationId xmlns:p14="http://schemas.microsoft.com/office/powerpoint/2010/main" val="1692991013"/>
      </p:ext>
    </p:extLst>
  </p:cSld>
  <p:clrMapOvr>
    <a:masterClrMapping/>
  </p:clrMapOvr>
</p:sld>
</file>

<file path=ppt/slides/slide4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50871-86D0-480A-BB9C-D03545B9D21E}"/>
              </a:ext>
            </a:extLst>
          </p:cNvPr>
          <p:cNvSpPr>
            <a:spLocks noGrp="1"/>
          </p:cNvSpPr>
          <p:nvPr>
            <p:ph type="title"/>
          </p:nvPr>
        </p:nvSpPr>
        <p:spPr>
          <a:xfrm>
            <a:off x="838200" y="32974"/>
            <a:ext cx="10515600" cy="1325563"/>
          </a:xfrm>
        </p:spPr>
        <p:txBody>
          <a:bodyPr/>
          <a:lstStyle/>
          <a:p>
            <a:pPr algn="ctr"/>
            <a:r>
              <a:rPr lang="en-US" b="1" dirty="0"/>
              <a:t>PS Ratio for Ashok Leyland Ltd </a:t>
            </a:r>
            <a:endParaRPr lang="en-IN" b="1" dirty="0"/>
          </a:p>
        </p:txBody>
      </p:sp>
      <p:graphicFrame>
        <p:nvGraphicFramePr>
          <p:cNvPr id="4" name="Table 4">
            <a:extLst>
              <a:ext uri="{FF2B5EF4-FFF2-40B4-BE49-F238E27FC236}">
                <a16:creationId xmlns:a16="http://schemas.microsoft.com/office/drawing/2014/main" id="{789ED2BF-FB6C-4545-A64E-65E5E257F26E}"/>
              </a:ext>
            </a:extLst>
          </p:cNvPr>
          <p:cNvGraphicFramePr>
            <a:graphicFrameLocks noGrp="1"/>
          </p:cNvGraphicFramePr>
          <p:nvPr>
            <p:ph idx="1"/>
          </p:nvPr>
        </p:nvGraphicFramePr>
        <p:xfrm>
          <a:off x="838201" y="1123406"/>
          <a:ext cx="10515599" cy="5648418"/>
        </p:xfrm>
        <a:graphic>
          <a:graphicData uri="http://schemas.openxmlformats.org/drawingml/2006/table">
            <a:tbl>
              <a:tblPr firstRow="1" bandRow="1">
                <a:tableStyleId>{00A15C55-8517-42AA-B614-E9B94910E393}</a:tableStyleId>
              </a:tblPr>
              <a:tblGrid>
                <a:gridCol w="1721649">
                  <a:extLst>
                    <a:ext uri="{9D8B030D-6E8A-4147-A177-3AD203B41FA5}">
                      <a16:colId xmlns:a16="http://schemas.microsoft.com/office/drawing/2014/main" val="3700255004"/>
                    </a:ext>
                  </a:extLst>
                </a:gridCol>
                <a:gridCol w="1758790">
                  <a:extLst>
                    <a:ext uri="{9D8B030D-6E8A-4147-A177-3AD203B41FA5}">
                      <a16:colId xmlns:a16="http://schemas.microsoft.com/office/drawing/2014/main" val="3020260118"/>
                    </a:ext>
                  </a:extLst>
                </a:gridCol>
                <a:gridCol w="1758790">
                  <a:extLst>
                    <a:ext uri="{9D8B030D-6E8A-4147-A177-3AD203B41FA5}">
                      <a16:colId xmlns:a16="http://schemas.microsoft.com/office/drawing/2014/main" val="770813726"/>
                    </a:ext>
                  </a:extLst>
                </a:gridCol>
                <a:gridCol w="2111829">
                  <a:extLst>
                    <a:ext uri="{9D8B030D-6E8A-4147-A177-3AD203B41FA5}">
                      <a16:colId xmlns:a16="http://schemas.microsoft.com/office/drawing/2014/main" val="1525203245"/>
                    </a:ext>
                  </a:extLst>
                </a:gridCol>
                <a:gridCol w="1405751">
                  <a:extLst>
                    <a:ext uri="{9D8B030D-6E8A-4147-A177-3AD203B41FA5}">
                      <a16:colId xmlns:a16="http://schemas.microsoft.com/office/drawing/2014/main" val="4184476041"/>
                    </a:ext>
                  </a:extLst>
                </a:gridCol>
                <a:gridCol w="1758790">
                  <a:extLst>
                    <a:ext uri="{9D8B030D-6E8A-4147-A177-3AD203B41FA5}">
                      <a16:colId xmlns:a16="http://schemas.microsoft.com/office/drawing/2014/main" val="3774886441"/>
                    </a:ext>
                  </a:extLst>
                </a:gridCol>
              </a:tblGrid>
              <a:tr h="422256">
                <a:tc>
                  <a:txBody>
                    <a:bodyPr/>
                    <a:lstStyle/>
                    <a:p>
                      <a:r>
                        <a:rPr lang="en-US" dirty="0"/>
                        <a:t>Particulars</a:t>
                      </a:r>
                      <a:endParaRPr lang="en-IN" dirty="0"/>
                    </a:p>
                  </a:txBody>
                  <a:tcPr/>
                </a:tc>
                <a:tc>
                  <a:txBody>
                    <a:bodyPr/>
                    <a:lstStyle/>
                    <a:p>
                      <a:r>
                        <a:rPr lang="en-IN" dirty="0"/>
                        <a:t>2025</a:t>
                      </a:r>
                    </a:p>
                  </a:txBody>
                  <a:tcPr/>
                </a:tc>
                <a:tc>
                  <a:txBody>
                    <a:bodyPr/>
                    <a:lstStyle/>
                    <a:p>
                      <a:r>
                        <a:rPr lang="en-IN" dirty="0"/>
                        <a:t>2024</a:t>
                      </a:r>
                    </a:p>
                  </a:txBody>
                  <a:tcPr/>
                </a:tc>
                <a:tc>
                  <a:txBody>
                    <a:bodyPr/>
                    <a:lstStyle/>
                    <a:p>
                      <a:r>
                        <a:rPr lang="en-IN" dirty="0"/>
                        <a:t>2023</a:t>
                      </a:r>
                    </a:p>
                  </a:txBody>
                  <a:tcPr/>
                </a:tc>
                <a:tc>
                  <a:txBody>
                    <a:bodyPr/>
                    <a:lstStyle/>
                    <a:p>
                      <a:r>
                        <a:rPr lang="en-IN" dirty="0"/>
                        <a:t>2022</a:t>
                      </a:r>
                    </a:p>
                  </a:txBody>
                  <a:tcPr/>
                </a:tc>
                <a:tc>
                  <a:txBody>
                    <a:bodyPr/>
                    <a:lstStyle/>
                    <a:p>
                      <a:r>
                        <a:rPr lang="en-US" dirty="0"/>
                        <a:t>2021</a:t>
                      </a:r>
                      <a:endParaRPr lang="en-IN" dirty="0"/>
                    </a:p>
                  </a:txBody>
                  <a:tcPr/>
                </a:tc>
                <a:extLst>
                  <a:ext uri="{0D108BD9-81ED-4DB2-BD59-A6C34878D82A}">
                    <a16:rowId xmlns:a16="http://schemas.microsoft.com/office/drawing/2014/main" val="1703490265"/>
                  </a:ext>
                </a:extLst>
              </a:tr>
              <a:tr h="422256">
                <a:tc>
                  <a:txBody>
                    <a:bodyPr/>
                    <a:lstStyle/>
                    <a:p>
                      <a:r>
                        <a:rPr lang="en-US" dirty="0"/>
                        <a:t>DPS (in INR)</a:t>
                      </a:r>
                      <a:endParaRPr lang="en-IN" dirty="0"/>
                    </a:p>
                  </a:txBody>
                  <a:tcPr/>
                </a:tc>
                <a:tc>
                  <a:txBody>
                    <a:bodyPr/>
                    <a:lstStyle/>
                    <a:p>
                      <a:r>
                        <a:rPr lang="en-IN" dirty="0"/>
                        <a:t>6.25</a:t>
                      </a:r>
                    </a:p>
                  </a:txBody>
                  <a:tcPr/>
                </a:tc>
                <a:tc>
                  <a:txBody>
                    <a:bodyPr/>
                    <a:lstStyle/>
                    <a:p>
                      <a:r>
                        <a:rPr lang="en-IN" dirty="0"/>
                        <a:t>4.95</a:t>
                      </a:r>
                    </a:p>
                  </a:txBody>
                  <a:tcPr/>
                </a:tc>
                <a:tc>
                  <a:txBody>
                    <a:bodyPr/>
                    <a:lstStyle/>
                    <a:p>
                      <a:r>
                        <a:rPr lang="en-IN" dirty="0"/>
                        <a:t>2.60</a:t>
                      </a:r>
                    </a:p>
                  </a:txBody>
                  <a:tcPr/>
                </a:tc>
                <a:tc>
                  <a:txBody>
                    <a:bodyPr/>
                    <a:lstStyle/>
                    <a:p>
                      <a:r>
                        <a:rPr lang="en-IN" dirty="0"/>
                        <a:t>1.00</a:t>
                      </a:r>
                    </a:p>
                  </a:txBody>
                  <a:tcPr/>
                </a:tc>
                <a:tc>
                  <a:txBody>
                    <a:bodyPr/>
                    <a:lstStyle/>
                    <a:p>
                      <a:r>
                        <a:rPr lang="en-IN" dirty="0"/>
                        <a:t>0.60</a:t>
                      </a:r>
                    </a:p>
                  </a:txBody>
                  <a:tcPr/>
                </a:tc>
                <a:extLst>
                  <a:ext uri="{0D108BD9-81ED-4DB2-BD59-A6C34878D82A}">
                    <a16:rowId xmlns:a16="http://schemas.microsoft.com/office/drawing/2014/main" val="1708814944"/>
                  </a:ext>
                </a:extLst>
              </a:tr>
              <a:tr h="536131">
                <a:tc>
                  <a:txBody>
                    <a:bodyPr/>
                    <a:lstStyle/>
                    <a:p>
                      <a:r>
                        <a:rPr lang="en-US" dirty="0"/>
                        <a:t>EPS Basic (in INR)</a:t>
                      </a:r>
                      <a:endParaRPr lang="en-IN" dirty="0"/>
                    </a:p>
                  </a:txBody>
                  <a:tcPr/>
                </a:tc>
                <a:tc>
                  <a:txBody>
                    <a:bodyPr/>
                    <a:lstStyle/>
                    <a:p>
                      <a:r>
                        <a:rPr lang="en-IN" dirty="0"/>
                        <a:t>10.58</a:t>
                      </a:r>
                    </a:p>
                  </a:txBody>
                  <a:tcPr/>
                </a:tc>
                <a:tc>
                  <a:txBody>
                    <a:bodyPr/>
                    <a:lstStyle/>
                    <a:p>
                      <a:r>
                        <a:rPr lang="en-IN" dirty="0"/>
                        <a:t>8.46</a:t>
                      </a:r>
                    </a:p>
                  </a:txBody>
                  <a:tcPr/>
                </a:tc>
                <a:tc>
                  <a:txBody>
                    <a:bodyPr/>
                    <a:lstStyle/>
                    <a:p>
                      <a:r>
                        <a:rPr lang="en-IN" dirty="0"/>
                        <a:t>4.23</a:t>
                      </a:r>
                    </a:p>
                  </a:txBody>
                  <a:tcPr/>
                </a:tc>
                <a:tc>
                  <a:txBody>
                    <a:bodyPr/>
                    <a:lstStyle/>
                    <a:p>
                      <a:r>
                        <a:rPr lang="en-IN" dirty="0"/>
                        <a:t>-1.22</a:t>
                      </a:r>
                    </a:p>
                  </a:txBody>
                  <a:tcPr/>
                </a:tc>
                <a:tc>
                  <a:txBody>
                    <a:bodyPr/>
                    <a:lstStyle/>
                    <a:p>
                      <a:r>
                        <a:rPr lang="en-IN" dirty="0"/>
                        <a:t>-0.56</a:t>
                      </a:r>
                    </a:p>
                  </a:txBody>
                  <a:tcPr/>
                </a:tc>
                <a:extLst>
                  <a:ext uri="{0D108BD9-81ED-4DB2-BD59-A6C34878D82A}">
                    <a16:rowId xmlns:a16="http://schemas.microsoft.com/office/drawing/2014/main" val="140378545"/>
                  </a:ext>
                </a:extLst>
              </a:tr>
              <a:tr h="422256">
                <a:tc>
                  <a:txBody>
                    <a:bodyPr/>
                    <a:lstStyle/>
                    <a:p>
                      <a:r>
                        <a:rPr lang="en-US" b="1" dirty="0"/>
                        <a:t>Avg DPR</a:t>
                      </a:r>
                      <a:endParaRPr lang="en-IN" b="1" dirty="0"/>
                    </a:p>
                  </a:txBody>
                  <a:tcPr/>
                </a:tc>
                <a:tc>
                  <a:txBody>
                    <a:bodyPr/>
                    <a:lstStyle/>
                    <a:p>
                      <a:endParaRPr lang="en-IN" b="1" dirty="0"/>
                    </a:p>
                  </a:txBody>
                  <a:tcPr/>
                </a:tc>
                <a:tc>
                  <a:txBody>
                    <a:bodyPr/>
                    <a:lstStyle/>
                    <a:p>
                      <a:r>
                        <a:rPr lang="en-IN" b="1" dirty="0"/>
                        <a:t>15.40/21.49=</a:t>
                      </a:r>
                    </a:p>
                    <a:p>
                      <a:r>
                        <a:rPr lang="en-IN" b="1" dirty="0"/>
                        <a:t>71.66%</a:t>
                      </a:r>
                    </a:p>
                  </a:txBody>
                  <a:tcPr/>
                </a:tc>
                <a:tc>
                  <a:txBody>
                    <a:bodyPr/>
                    <a:lstStyle/>
                    <a:p>
                      <a:r>
                        <a:rPr lang="en-IN" b="1" dirty="0">
                          <a:highlight>
                            <a:srgbClr val="FFFF00"/>
                          </a:highlight>
                        </a:rPr>
                        <a:t>Lets us assume 60% </a:t>
                      </a:r>
                    </a:p>
                  </a:txBody>
                  <a:tcPr/>
                </a:tc>
                <a:tc>
                  <a:txBody>
                    <a:bodyPr/>
                    <a:lstStyle/>
                    <a:p>
                      <a:endParaRPr lang="en-IN" b="1" dirty="0"/>
                    </a:p>
                  </a:txBody>
                  <a:tcPr/>
                </a:tc>
                <a:tc>
                  <a:txBody>
                    <a:bodyPr/>
                    <a:lstStyle/>
                    <a:p>
                      <a:endParaRPr lang="en-IN" dirty="0"/>
                    </a:p>
                  </a:txBody>
                  <a:tcPr/>
                </a:tc>
                <a:extLst>
                  <a:ext uri="{0D108BD9-81ED-4DB2-BD59-A6C34878D82A}">
                    <a16:rowId xmlns:a16="http://schemas.microsoft.com/office/drawing/2014/main" val="2626023215"/>
                  </a:ext>
                </a:extLst>
              </a:tr>
              <a:tr h="422256">
                <a:tc>
                  <a:txBody>
                    <a:bodyPr/>
                    <a:lstStyle/>
                    <a:p>
                      <a:r>
                        <a:rPr lang="en-US" dirty="0"/>
                        <a:t>ROE (IN %)</a:t>
                      </a:r>
                      <a:endParaRPr lang="en-IN" dirty="0"/>
                    </a:p>
                  </a:txBody>
                  <a:tcPr/>
                </a:tc>
                <a:tc>
                  <a:txBody>
                    <a:bodyPr/>
                    <a:lstStyle/>
                    <a:p>
                      <a:r>
                        <a:rPr lang="en-IN" dirty="0"/>
                        <a:t>25.39</a:t>
                      </a:r>
                    </a:p>
                  </a:txBody>
                  <a:tcPr/>
                </a:tc>
                <a:tc>
                  <a:txBody>
                    <a:bodyPr/>
                    <a:lstStyle/>
                    <a:p>
                      <a:r>
                        <a:rPr lang="en-IN" dirty="0"/>
                        <a:t>27.58</a:t>
                      </a:r>
                    </a:p>
                  </a:txBody>
                  <a:tcPr/>
                </a:tc>
                <a:tc>
                  <a:txBody>
                    <a:bodyPr/>
                    <a:lstStyle/>
                    <a:p>
                      <a:r>
                        <a:rPr lang="en-IN" dirty="0"/>
                        <a:t>14.50</a:t>
                      </a:r>
                    </a:p>
                  </a:txBody>
                  <a:tcPr/>
                </a:tc>
                <a:tc>
                  <a:txBody>
                    <a:bodyPr/>
                    <a:lstStyle/>
                    <a:p>
                      <a:r>
                        <a:rPr lang="en-IN" dirty="0"/>
                        <a:t>-4.90</a:t>
                      </a:r>
                    </a:p>
                  </a:txBody>
                  <a:tcPr/>
                </a:tc>
                <a:tc>
                  <a:txBody>
                    <a:bodyPr/>
                    <a:lstStyle/>
                    <a:p>
                      <a:r>
                        <a:rPr lang="en-IN" dirty="0"/>
                        <a:t>-2.10</a:t>
                      </a:r>
                    </a:p>
                  </a:txBody>
                  <a:tcPr/>
                </a:tc>
                <a:extLst>
                  <a:ext uri="{0D108BD9-81ED-4DB2-BD59-A6C34878D82A}">
                    <a16:rowId xmlns:a16="http://schemas.microsoft.com/office/drawing/2014/main" val="273533125"/>
                  </a:ext>
                </a:extLst>
              </a:tr>
              <a:tr h="484674">
                <a:tc>
                  <a:txBody>
                    <a:bodyPr/>
                    <a:lstStyle/>
                    <a:p>
                      <a:r>
                        <a:rPr lang="en-US" b="1" dirty="0" err="1"/>
                        <a:t>Avg.ROE</a:t>
                      </a:r>
                      <a:endParaRPr lang="en-IN" b="1" dirty="0"/>
                    </a:p>
                  </a:txBody>
                  <a:tcPr/>
                </a:tc>
                <a:tc>
                  <a:txBody>
                    <a:bodyPr/>
                    <a:lstStyle/>
                    <a:p>
                      <a:endParaRPr lang="en-IN" b="1" dirty="0"/>
                    </a:p>
                  </a:txBody>
                  <a:tcPr/>
                </a:tc>
                <a:tc>
                  <a:txBody>
                    <a:bodyPr/>
                    <a:lstStyle/>
                    <a:p>
                      <a:r>
                        <a:rPr lang="en-IN" b="1" dirty="0"/>
                        <a:t>12.09 %</a:t>
                      </a:r>
                    </a:p>
                  </a:txBody>
                  <a:tcPr/>
                </a:tc>
                <a:tc>
                  <a:txBody>
                    <a:bodyPr/>
                    <a:lstStyle/>
                    <a:p>
                      <a:r>
                        <a:rPr lang="en-IN" b="1" dirty="0">
                          <a:highlight>
                            <a:srgbClr val="FFFF00"/>
                          </a:highlight>
                        </a:rPr>
                        <a:t>Let us assume 12 % </a:t>
                      </a:r>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873779838"/>
                  </a:ext>
                </a:extLst>
              </a:tr>
              <a:tr h="698351">
                <a:tc>
                  <a:txBody>
                    <a:bodyPr/>
                    <a:lstStyle/>
                    <a:p>
                      <a:r>
                        <a:rPr lang="en-US" b="1" dirty="0"/>
                        <a:t>Fundamental Growth rate (in %)</a:t>
                      </a:r>
                      <a:endParaRPr lang="en-IN" b="1" dirty="0"/>
                    </a:p>
                  </a:txBody>
                  <a:tcPr/>
                </a:tc>
                <a:tc>
                  <a:txBody>
                    <a:bodyPr/>
                    <a:lstStyle/>
                    <a:p>
                      <a:r>
                        <a:rPr lang="en-IN" b="1" dirty="0">
                          <a:highlight>
                            <a:srgbClr val="FFFF00"/>
                          </a:highlight>
                        </a:rPr>
                        <a:t>12 (0.40) = 4.80%</a:t>
                      </a:r>
                    </a:p>
                  </a:txBody>
                  <a:tcPr/>
                </a:tc>
                <a:tc>
                  <a:txBody>
                    <a:bodyPr/>
                    <a:lstStyle/>
                    <a:p>
                      <a:r>
                        <a:rPr lang="en-IN" b="1" dirty="0">
                          <a:highlight>
                            <a:srgbClr val="FFFF00"/>
                          </a:highlight>
                        </a:rPr>
                        <a:t>Stable Firm</a:t>
                      </a:r>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859424804"/>
                  </a:ext>
                </a:extLst>
              </a:tr>
              <a:tr h="422256">
                <a:tc>
                  <a:txBody>
                    <a:bodyPr/>
                    <a:lstStyle/>
                    <a:p>
                      <a:r>
                        <a:rPr lang="en-US" b="1" dirty="0"/>
                        <a:t>COE hg Phase </a:t>
                      </a:r>
                    </a:p>
                    <a:p>
                      <a:r>
                        <a:rPr lang="en-US" b="1" dirty="0"/>
                        <a:t>(30 Dec 2025)</a:t>
                      </a:r>
                      <a:endParaRPr lang="en-IN" b="1" dirty="0"/>
                    </a:p>
                  </a:txBody>
                  <a:tcPr/>
                </a:tc>
                <a:tc>
                  <a:txBody>
                    <a:bodyPr/>
                    <a:lstStyle/>
                    <a:p>
                      <a:r>
                        <a:rPr lang="en-US" b="1" dirty="0"/>
                        <a:t>7.35+ 1.31*7.46</a:t>
                      </a:r>
                      <a:endParaRPr lang="en-IN" b="1" dirty="0"/>
                    </a:p>
                  </a:txBody>
                  <a:tcPr/>
                </a:tc>
                <a:tc>
                  <a:txBody>
                    <a:bodyPr/>
                    <a:lstStyle/>
                    <a:p>
                      <a:r>
                        <a:rPr lang="en-US" b="1" dirty="0"/>
                        <a:t>= 17.12 % </a:t>
                      </a:r>
                      <a:endParaRPr lang="en-IN" b="1" dirty="0"/>
                    </a:p>
                  </a:txBody>
                  <a:tcPr/>
                </a:tc>
                <a:tc>
                  <a:txBody>
                    <a:bodyPr/>
                    <a:lstStyle/>
                    <a:p>
                      <a:r>
                        <a:rPr lang="en-IN" b="1" dirty="0">
                          <a:highlight>
                            <a:srgbClr val="FFFF00"/>
                          </a:highlight>
                        </a:rPr>
                        <a:t>St phase COE 12%</a:t>
                      </a:r>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2096634457"/>
                  </a:ext>
                </a:extLst>
              </a:tr>
              <a:tr h="422256">
                <a:tc>
                  <a:txBody>
                    <a:bodyPr/>
                    <a:lstStyle/>
                    <a:p>
                      <a:r>
                        <a:rPr lang="en-US" b="1" dirty="0"/>
                        <a:t>NPM (in %)</a:t>
                      </a:r>
                      <a:endParaRPr lang="en-IN" b="1" dirty="0"/>
                    </a:p>
                  </a:txBody>
                  <a:tcPr/>
                </a:tc>
                <a:tc>
                  <a:txBody>
                    <a:bodyPr/>
                    <a:lstStyle/>
                    <a:p>
                      <a:r>
                        <a:rPr lang="en-IN" b="1" dirty="0"/>
                        <a:t>6.90</a:t>
                      </a:r>
                    </a:p>
                  </a:txBody>
                  <a:tcPr/>
                </a:tc>
                <a:tc>
                  <a:txBody>
                    <a:bodyPr/>
                    <a:lstStyle/>
                    <a:p>
                      <a:r>
                        <a:rPr lang="en-IN" b="1" dirty="0"/>
                        <a:t>5.85</a:t>
                      </a:r>
                    </a:p>
                  </a:txBody>
                  <a:tcPr/>
                </a:tc>
                <a:tc>
                  <a:txBody>
                    <a:bodyPr/>
                    <a:lstStyle/>
                    <a:p>
                      <a:r>
                        <a:rPr lang="en-IN" b="1" dirty="0"/>
                        <a:t>3.24</a:t>
                      </a:r>
                    </a:p>
                  </a:txBody>
                  <a:tcPr/>
                </a:tc>
                <a:tc>
                  <a:txBody>
                    <a:bodyPr/>
                    <a:lstStyle/>
                    <a:p>
                      <a:r>
                        <a:rPr lang="en-IN" b="1" dirty="0"/>
                        <a:t>-1.11</a:t>
                      </a:r>
                    </a:p>
                  </a:txBody>
                  <a:tcPr/>
                </a:tc>
                <a:tc>
                  <a:txBody>
                    <a:bodyPr/>
                    <a:lstStyle/>
                    <a:p>
                      <a:r>
                        <a:rPr lang="en-IN" b="1" dirty="0"/>
                        <a:t>-0.35</a:t>
                      </a:r>
                    </a:p>
                  </a:txBody>
                  <a:tcPr/>
                </a:tc>
                <a:extLst>
                  <a:ext uri="{0D108BD9-81ED-4DB2-BD59-A6C34878D82A}">
                    <a16:rowId xmlns:a16="http://schemas.microsoft.com/office/drawing/2014/main" val="4030451260"/>
                  </a:ext>
                </a:extLst>
              </a:tr>
              <a:tr h="422256">
                <a:tc>
                  <a:txBody>
                    <a:bodyPr/>
                    <a:lstStyle/>
                    <a:p>
                      <a:r>
                        <a:rPr lang="en-US" b="1" dirty="0"/>
                        <a:t>Avg NPM %</a:t>
                      </a:r>
                      <a:endParaRPr lang="en-IN" b="1" dirty="0"/>
                    </a:p>
                  </a:txBody>
                  <a:tcPr/>
                </a:tc>
                <a:tc>
                  <a:txBody>
                    <a:bodyPr/>
                    <a:lstStyle/>
                    <a:p>
                      <a:r>
                        <a:rPr lang="en-US" b="1" dirty="0"/>
                        <a:t>5 year avg </a:t>
                      </a:r>
                    </a:p>
                    <a:p>
                      <a:r>
                        <a:rPr lang="en-US" b="1" dirty="0"/>
                        <a:t>2.91 %</a:t>
                      </a:r>
                      <a:endParaRPr lang="en-IN" b="1" dirty="0"/>
                    </a:p>
                  </a:txBody>
                  <a:tcPr/>
                </a:tc>
                <a:tc>
                  <a:txBody>
                    <a:bodyPr/>
                    <a:lstStyle/>
                    <a:p>
                      <a:r>
                        <a:rPr lang="en-IN" b="1" dirty="0"/>
                        <a:t>3 yr </a:t>
                      </a:r>
                      <a:r>
                        <a:rPr lang="en-IN" b="1" dirty="0" err="1"/>
                        <a:t>avg</a:t>
                      </a:r>
                      <a:r>
                        <a:rPr lang="en-IN" b="1" dirty="0"/>
                        <a:t> = 5.33 %</a:t>
                      </a:r>
                    </a:p>
                  </a:txBody>
                  <a:tcPr/>
                </a:tc>
                <a:tc>
                  <a:txBody>
                    <a:bodyPr/>
                    <a:lstStyle/>
                    <a:p>
                      <a:r>
                        <a:rPr lang="en-IN" b="1" dirty="0">
                          <a:highlight>
                            <a:srgbClr val="FFFF00"/>
                          </a:highlight>
                        </a:rPr>
                        <a:t>Let us take 5.33 %</a:t>
                      </a:r>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687353257"/>
                  </a:ext>
                </a:extLst>
              </a:tr>
            </a:tbl>
          </a:graphicData>
        </a:graphic>
      </p:graphicFrame>
    </p:spTree>
    <p:extLst>
      <p:ext uri="{BB962C8B-B14F-4D97-AF65-F5344CB8AC3E}">
        <p14:creationId xmlns:p14="http://schemas.microsoft.com/office/powerpoint/2010/main" val="3957488688"/>
      </p:ext>
    </p:extLst>
  </p:cSld>
  <p:clrMapOvr>
    <a:masterClrMapping/>
  </p:clrMapOvr>
</p:sld>
</file>

<file path=ppt/slides/slide4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B472B-EAB0-4EE3-91C6-D59FA590FFC6}"/>
              </a:ext>
            </a:extLst>
          </p:cNvPr>
          <p:cNvSpPr>
            <a:spLocks noGrp="1"/>
          </p:cNvSpPr>
          <p:nvPr>
            <p:ph type="title"/>
          </p:nvPr>
        </p:nvSpPr>
        <p:spPr/>
        <p:txBody>
          <a:bodyPr/>
          <a:lstStyle/>
          <a:p>
            <a:pPr algn="ctr"/>
            <a:r>
              <a:rPr lang="en-US" b="1" dirty="0"/>
              <a:t>PS Ratio of Ashok Leyland </a:t>
            </a:r>
            <a:endParaRPr lang="en-IN" b="1" dirty="0"/>
          </a:p>
        </p:txBody>
      </p:sp>
      <p:sp>
        <p:nvSpPr>
          <p:cNvPr id="3" name="Content Placeholder 2">
            <a:extLst>
              <a:ext uri="{FF2B5EF4-FFF2-40B4-BE49-F238E27FC236}">
                <a16:creationId xmlns:a16="http://schemas.microsoft.com/office/drawing/2014/main" id="{F82B3331-7F56-4007-BD20-E464CE1E12FF}"/>
              </a:ext>
            </a:extLst>
          </p:cNvPr>
          <p:cNvSpPr>
            <a:spLocks noGrp="1"/>
          </p:cNvSpPr>
          <p:nvPr>
            <p:ph idx="1"/>
          </p:nvPr>
        </p:nvSpPr>
        <p:spPr/>
        <p:txBody>
          <a:bodyPr>
            <a:normAutofit fontScale="92500" lnSpcReduction="10000"/>
          </a:bodyPr>
          <a:lstStyle/>
          <a:p>
            <a:pPr marL="0" indent="0">
              <a:buNone/>
            </a:pPr>
            <a:r>
              <a:rPr lang="en-US" dirty="0"/>
              <a:t>= NPM *DPR (1+G) / (COE-G) </a:t>
            </a:r>
          </a:p>
          <a:p>
            <a:pPr marL="0" indent="0">
              <a:buNone/>
            </a:pPr>
            <a:r>
              <a:rPr lang="en-US" dirty="0"/>
              <a:t>= 0.0533 *0.60 (1.048)  / (0.12-0.048) </a:t>
            </a:r>
          </a:p>
          <a:p>
            <a:pPr marL="0" indent="0">
              <a:buNone/>
            </a:pPr>
            <a:endParaRPr lang="en-US" dirty="0"/>
          </a:p>
          <a:p>
            <a:pPr marL="0" indent="0">
              <a:buNone/>
            </a:pPr>
            <a:r>
              <a:rPr lang="en-US" dirty="0"/>
              <a:t>= 0.034/0.072  = </a:t>
            </a:r>
            <a:r>
              <a:rPr lang="en-US" b="1" dirty="0"/>
              <a:t>0.47 times</a:t>
            </a:r>
          </a:p>
          <a:p>
            <a:pPr marL="0" indent="0">
              <a:buNone/>
            </a:pPr>
            <a:r>
              <a:rPr lang="en-US" b="1" dirty="0"/>
              <a:t>Predicted Mkt Cap </a:t>
            </a:r>
            <a:r>
              <a:rPr lang="en-US" dirty="0"/>
              <a:t>= P/S * Sales 2025* (1+ 0.12/360 * 270= 1.09) = 0.47* 48342*1.09  = </a:t>
            </a:r>
            <a:r>
              <a:rPr lang="en-US" b="1" dirty="0"/>
              <a:t>INR 24766 Crores</a:t>
            </a:r>
          </a:p>
          <a:p>
            <a:pPr marL="0" indent="0">
              <a:buNone/>
            </a:pPr>
            <a:r>
              <a:rPr lang="en-US" dirty="0">
                <a:highlight>
                  <a:srgbClr val="FFFF00"/>
                </a:highlight>
              </a:rPr>
              <a:t>Predicted price/share </a:t>
            </a:r>
            <a:r>
              <a:rPr lang="en-US" dirty="0"/>
              <a:t>= 24766 / 587.39 </a:t>
            </a:r>
            <a:r>
              <a:rPr lang="en-US" dirty="0" err="1"/>
              <a:t>cr</a:t>
            </a:r>
            <a:r>
              <a:rPr lang="en-US" dirty="0"/>
              <a:t> shares = </a:t>
            </a:r>
            <a:r>
              <a:rPr lang="en-US" b="1" dirty="0">
                <a:highlight>
                  <a:srgbClr val="FFFF00"/>
                </a:highlight>
              </a:rPr>
              <a:t>INR 42.16</a:t>
            </a:r>
          </a:p>
          <a:p>
            <a:pPr marL="0" indent="0">
              <a:buNone/>
            </a:pPr>
            <a:r>
              <a:rPr lang="en-US" b="1" dirty="0"/>
              <a:t>Actual Mkt Cap </a:t>
            </a:r>
            <a:r>
              <a:rPr lang="en-US" dirty="0"/>
              <a:t>= INR 104925 crores</a:t>
            </a:r>
          </a:p>
          <a:p>
            <a:pPr marL="0" indent="0">
              <a:buNone/>
            </a:pPr>
            <a:r>
              <a:rPr lang="en-US" dirty="0">
                <a:highlight>
                  <a:srgbClr val="FFFF00"/>
                </a:highlight>
              </a:rPr>
              <a:t>Actual Price /share </a:t>
            </a:r>
            <a:r>
              <a:rPr lang="en-US" dirty="0"/>
              <a:t>= </a:t>
            </a:r>
            <a:r>
              <a:rPr lang="en-US" b="1" dirty="0"/>
              <a:t>INR 178.63 ( 30 Dec 2025)</a:t>
            </a:r>
          </a:p>
          <a:p>
            <a:pPr marL="0" indent="0">
              <a:buNone/>
            </a:pPr>
            <a:r>
              <a:rPr lang="en-US" b="1" dirty="0"/>
              <a:t>52 w LH: INR 95.93 – INR 179.97                           </a:t>
            </a:r>
            <a:r>
              <a:rPr lang="en-US" b="1" dirty="0">
                <a:highlight>
                  <a:srgbClr val="FFFF00"/>
                </a:highlight>
              </a:rPr>
              <a:t>Highly</a:t>
            </a:r>
            <a:r>
              <a:rPr lang="en-US" b="1" dirty="0"/>
              <a:t> </a:t>
            </a:r>
            <a:r>
              <a:rPr lang="en-US" b="1" dirty="0">
                <a:highlight>
                  <a:srgbClr val="FFFF00"/>
                </a:highlight>
              </a:rPr>
              <a:t>Overvalued</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2038152201"/>
      </p:ext>
    </p:extLst>
  </p:cSld>
  <p:clrMapOvr>
    <a:masterClrMapping/>
  </p:clrMapOvr>
</p:sld>
</file>

<file path=ppt/slides/slide4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4C84E-E6C9-BFDA-176D-0CD6E66D7B42}"/>
              </a:ext>
            </a:extLst>
          </p:cNvPr>
          <p:cNvSpPr>
            <a:spLocks noGrp="1"/>
          </p:cNvSpPr>
          <p:nvPr>
            <p:ph type="title"/>
          </p:nvPr>
        </p:nvSpPr>
        <p:spPr/>
        <p:txBody>
          <a:bodyPr/>
          <a:lstStyle/>
          <a:p>
            <a:pPr algn="ctr"/>
            <a:r>
              <a:rPr lang="en-US" dirty="0"/>
              <a:t> </a:t>
            </a:r>
            <a:r>
              <a:rPr lang="en-US" b="1" dirty="0">
                <a:highlight>
                  <a:srgbClr val="FFFF00"/>
                </a:highlight>
              </a:rPr>
              <a:t>What to do ?</a:t>
            </a:r>
          </a:p>
        </p:txBody>
      </p:sp>
      <p:sp>
        <p:nvSpPr>
          <p:cNvPr id="3" name="Content Placeholder 2">
            <a:extLst>
              <a:ext uri="{FF2B5EF4-FFF2-40B4-BE49-F238E27FC236}">
                <a16:creationId xmlns:a16="http://schemas.microsoft.com/office/drawing/2014/main" id="{A89C6470-66DE-7F48-006F-CF1F28D27376}"/>
              </a:ext>
            </a:extLst>
          </p:cNvPr>
          <p:cNvSpPr>
            <a:spLocks noGrp="1"/>
          </p:cNvSpPr>
          <p:nvPr>
            <p:ph idx="1"/>
          </p:nvPr>
        </p:nvSpPr>
        <p:spPr/>
        <p:txBody>
          <a:bodyPr/>
          <a:lstStyle/>
          <a:p>
            <a:r>
              <a:rPr lang="en-US" dirty="0"/>
              <a:t>We may consider </a:t>
            </a:r>
            <a:r>
              <a:rPr lang="en-US" b="1" dirty="0"/>
              <a:t>Ashok Leyland as a 2 –stage growth candidate </a:t>
            </a:r>
            <a:r>
              <a:rPr lang="en-US" dirty="0"/>
              <a:t>under PS Multiple ( with </a:t>
            </a:r>
            <a:r>
              <a:rPr lang="en-US" dirty="0">
                <a:highlight>
                  <a:srgbClr val="FFFF00"/>
                </a:highlight>
              </a:rPr>
              <a:t>following assumptions </a:t>
            </a:r>
            <a:r>
              <a:rPr lang="en-US" dirty="0"/>
              <a:t>)</a:t>
            </a:r>
          </a:p>
          <a:p>
            <a:pPr marL="0" indent="0">
              <a:buNone/>
            </a:pPr>
            <a:endParaRPr lang="en-US" dirty="0"/>
          </a:p>
        </p:txBody>
      </p:sp>
      <p:graphicFrame>
        <p:nvGraphicFramePr>
          <p:cNvPr id="4" name="Table 4">
            <a:extLst>
              <a:ext uri="{FF2B5EF4-FFF2-40B4-BE49-F238E27FC236}">
                <a16:creationId xmlns:a16="http://schemas.microsoft.com/office/drawing/2014/main" id="{9736677E-AA53-F311-6D55-777D5A2EC024}"/>
              </a:ext>
            </a:extLst>
          </p:cNvPr>
          <p:cNvGraphicFramePr>
            <a:graphicFrameLocks noGrp="1"/>
          </p:cNvGraphicFramePr>
          <p:nvPr/>
        </p:nvGraphicFramePr>
        <p:xfrm>
          <a:off x="1496423" y="3005666"/>
          <a:ext cx="8127999" cy="259588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190578287"/>
                    </a:ext>
                  </a:extLst>
                </a:gridCol>
                <a:gridCol w="2709333">
                  <a:extLst>
                    <a:ext uri="{9D8B030D-6E8A-4147-A177-3AD203B41FA5}">
                      <a16:colId xmlns:a16="http://schemas.microsoft.com/office/drawing/2014/main" val="898636624"/>
                    </a:ext>
                  </a:extLst>
                </a:gridCol>
                <a:gridCol w="2709333">
                  <a:extLst>
                    <a:ext uri="{9D8B030D-6E8A-4147-A177-3AD203B41FA5}">
                      <a16:colId xmlns:a16="http://schemas.microsoft.com/office/drawing/2014/main" val="411044786"/>
                    </a:ext>
                  </a:extLst>
                </a:gridCol>
              </a:tblGrid>
              <a:tr h="370840">
                <a:tc>
                  <a:txBody>
                    <a:bodyPr/>
                    <a:lstStyle/>
                    <a:p>
                      <a:r>
                        <a:rPr lang="en-US" dirty="0"/>
                        <a:t>Particulars</a:t>
                      </a:r>
                    </a:p>
                  </a:txBody>
                  <a:tcPr/>
                </a:tc>
                <a:tc>
                  <a:txBody>
                    <a:bodyPr/>
                    <a:lstStyle/>
                    <a:p>
                      <a:r>
                        <a:rPr lang="en-US" dirty="0"/>
                        <a:t>HG Phase</a:t>
                      </a:r>
                    </a:p>
                  </a:txBody>
                  <a:tcPr/>
                </a:tc>
                <a:tc>
                  <a:txBody>
                    <a:bodyPr/>
                    <a:lstStyle/>
                    <a:p>
                      <a:r>
                        <a:rPr lang="en-US" dirty="0"/>
                        <a:t>Stable Phase </a:t>
                      </a:r>
                    </a:p>
                  </a:txBody>
                  <a:tcPr/>
                </a:tc>
                <a:extLst>
                  <a:ext uri="{0D108BD9-81ED-4DB2-BD59-A6C34878D82A}">
                    <a16:rowId xmlns:a16="http://schemas.microsoft.com/office/drawing/2014/main" val="1437992065"/>
                  </a:ext>
                </a:extLst>
              </a:tr>
              <a:tr h="370840">
                <a:tc>
                  <a:txBody>
                    <a:bodyPr/>
                    <a:lstStyle/>
                    <a:p>
                      <a:r>
                        <a:rPr lang="en-US" dirty="0"/>
                        <a:t>DPR </a:t>
                      </a:r>
                    </a:p>
                  </a:txBody>
                  <a:tcPr/>
                </a:tc>
                <a:tc>
                  <a:txBody>
                    <a:bodyPr/>
                    <a:lstStyle/>
                    <a:p>
                      <a:r>
                        <a:rPr lang="en-US" dirty="0"/>
                        <a:t> 60 %</a:t>
                      </a:r>
                    </a:p>
                  </a:txBody>
                  <a:tcPr/>
                </a:tc>
                <a:tc>
                  <a:txBody>
                    <a:bodyPr/>
                    <a:lstStyle/>
                    <a:p>
                      <a:r>
                        <a:rPr lang="en-US" dirty="0">
                          <a:highlight>
                            <a:srgbClr val="FFFF00"/>
                          </a:highlight>
                        </a:rPr>
                        <a:t>80 %</a:t>
                      </a:r>
                    </a:p>
                  </a:txBody>
                  <a:tcPr/>
                </a:tc>
                <a:extLst>
                  <a:ext uri="{0D108BD9-81ED-4DB2-BD59-A6C34878D82A}">
                    <a16:rowId xmlns:a16="http://schemas.microsoft.com/office/drawing/2014/main" val="2236045189"/>
                  </a:ext>
                </a:extLst>
              </a:tr>
              <a:tr h="370840">
                <a:tc>
                  <a:txBody>
                    <a:bodyPr/>
                    <a:lstStyle/>
                    <a:p>
                      <a:r>
                        <a:rPr lang="en-US" dirty="0"/>
                        <a:t>ROE</a:t>
                      </a:r>
                    </a:p>
                  </a:txBody>
                  <a:tcPr/>
                </a:tc>
                <a:tc>
                  <a:txBody>
                    <a:bodyPr/>
                    <a:lstStyle/>
                    <a:p>
                      <a:r>
                        <a:rPr lang="en-US" dirty="0">
                          <a:highlight>
                            <a:srgbClr val="FFFF00"/>
                          </a:highlight>
                        </a:rPr>
                        <a:t>25 %</a:t>
                      </a:r>
                    </a:p>
                  </a:txBody>
                  <a:tcPr/>
                </a:tc>
                <a:tc>
                  <a:txBody>
                    <a:bodyPr/>
                    <a:lstStyle/>
                    <a:p>
                      <a:r>
                        <a:rPr lang="en-US" dirty="0">
                          <a:highlight>
                            <a:srgbClr val="FFFF00"/>
                          </a:highlight>
                        </a:rPr>
                        <a:t>10.80 %</a:t>
                      </a:r>
                    </a:p>
                  </a:txBody>
                  <a:tcPr/>
                </a:tc>
                <a:extLst>
                  <a:ext uri="{0D108BD9-81ED-4DB2-BD59-A6C34878D82A}">
                    <a16:rowId xmlns:a16="http://schemas.microsoft.com/office/drawing/2014/main" val="1360171663"/>
                  </a:ext>
                </a:extLst>
              </a:tr>
              <a:tr h="370840">
                <a:tc>
                  <a:txBody>
                    <a:bodyPr/>
                    <a:lstStyle/>
                    <a:p>
                      <a:r>
                        <a:rPr lang="en-US" dirty="0"/>
                        <a:t>G </a:t>
                      </a:r>
                    </a:p>
                  </a:txBody>
                  <a:tcPr/>
                </a:tc>
                <a:tc>
                  <a:txBody>
                    <a:bodyPr/>
                    <a:lstStyle/>
                    <a:p>
                      <a:r>
                        <a:rPr lang="en-US" dirty="0">
                          <a:highlight>
                            <a:srgbClr val="FFFF00"/>
                          </a:highlight>
                        </a:rPr>
                        <a:t>10 %</a:t>
                      </a:r>
                    </a:p>
                  </a:txBody>
                  <a:tcPr/>
                </a:tc>
                <a:tc>
                  <a:txBody>
                    <a:bodyPr/>
                    <a:lstStyle/>
                    <a:p>
                      <a:r>
                        <a:rPr lang="en-US" dirty="0">
                          <a:highlight>
                            <a:srgbClr val="FFFF00"/>
                          </a:highlight>
                        </a:rPr>
                        <a:t>2.16 %</a:t>
                      </a:r>
                    </a:p>
                  </a:txBody>
                  <a:tcPr/>
                </a:tc>
                <a:extLst>
                  <a:ext uri="{0D108BD9-81ED-4DB2-BD59-A6C34878D82A}">
                    <a16:rowId xmlns:a16="http://schemas.microsoft.com/office/drawing/2014/main" val="3051242997"/>
                  </a:ext>
                </a:extLst>
              </a:tr>
              <a:tr h="370840">
                <a:tc>
                  <a:txBody>
                    <a:bodyPr/>
                    <a:lstStyle/>
                    <a:p>
                      <a:r>
                        <a:rPr lang="en-US" dirty="0"/>
                        <a:t>COE</a:t>
                      </a:r>
                    </a:p>
                  </a:txBody>
                  <a:tcPr/>
                </a:tc>
                <a:tc>
                  <a:txBody>
                    <a:bodyPr/>
                    <a:lstStyle/>
                    <a:p>
                      <a:r>
                        <a:rPr lang="en-US" dirty="0"/>
                        <a:t>17.12 %</a:t>
                      </a:r>
                    </a:p>
                  </a:txBody>
                  <a:tcPr/>
                </a:tc>
                <a:tc>
                  <a:txBody>
                    <a:bodyPr/>
                    <a:lstStyle/>
                    <a:p>
                      <a:r>
                        <a:rPr lang="en-US" dirty="0">
                          <a:highlight>
                            <a:srgbClr val="FFFF00"/>
                          </a:highlight>
                        </a:rPr>
                        <a:t>10.80 %</a:t>
                      </a:r>
                    </a:p>
                  </a:txBody>
                  <a:tcPr/>
                </a:tc>
                <a:extLst>
                  <a:ext uri="{0D108BD9-81ED-4DB2-BD59-A6C34878D82A}">
                    <a16:rowId xmlns:a16="http://schemas.microsoft.com/office/drawing/2014/main" val="1624468733"/>
                  </a:ext>
                </a:extLst>
              </a:tr>
              <a:tr h="370840">
                <a:tc>
                  <a:txBody>
                    <a:bodyPr/>
                    <a:lstStyle/>
                    <a:p>
                      <a:r>
                        <a:rPr lang="en-US" dirty="0"/>
                        <a:t>NPM </a:t>
                      </a:r>
                    </a:p>
                  </a:txBody>
                  <a:tcPr/>
                </a:tc>
                <a:tc>
                  <a:txBody>
                    <a:bodyPr/>
                    <a:lstStyle/>
                    <a:p>
                      <a:r>
                        <a:rPr lang="en-US" dirty="0">
                          <a:highlight>
                            <a:srgbClr val="FFFF00"/>
                          </a:highlight>
                        </a:rPr>
                        <a:t>10 %</a:t>
                      </a:r>
                    </a:p>
                  </a:txBody>
                  <a:tcPr/>
                </a:tc>
                <a:tc>
                  <a:txBody>
                    <a:bodyPr/>
                    <a:lstStyle/>
                    <a:p>
                      <a:endParaRPr lang="en-US" dirty="0"/>
                    </a:p>
                  </a:txBody>
                  <a:tcPr/>
                </a:tc>
                <a:extLst>
                  <a:ext uri="{0D108BD9-81ED-4DB2-BD59-A6C34878D82A}">
                    <a16:rowId xmlns:a16="http://schemas.microsoft.com/office/drawing/2014/main" val="558963268"/>
                  </a:ext>
                </a:extLst>
              </a:tr>
              <a:tr h="370840">
                <a:tc>
                  <a:txBody>
                    <a:bodyPr/>
                    <a:lstStyle/>
                    <a:p>
                      <a:r>
                        <a:rPr lang="en-US" dirty="0"/>
                        <a:t>Length of HG Phase </a:t>
                      </a:r>
                    </a:p>
                  </a:txBody>
                  <a:tcPr/>
                </a:tc>
                <a:tc>
                  <a:txBody>
                    <a:bodyPr/>
                    <a:lstStyle/>
                    <a:p>
                      <a:r>
                        <a:rPr lang="en-US" dirty="0">
                          <a:highlight>
                            <a:srgbClr val="FFFF00"/>
                          </a:highlight>
                        </a:rPr>
                        <a:t>15 years </a:t>
                      </a:r>
                    </a:p>
                  </a:txBody>
                  <a:tcPr/>
                </a:tc>
                <a:tc>
                  <a:txBody>
                    <a:bodyPr/>
                    <a:lstStyle/>
                    <a:p>
                      <a:endParaRPr lang="en-US" dirty="0"/>
                    </a:p>
                  </a:txBody>
                  <a:tcPr/>
                </a:tc>
                <a:extLst>
                  <a:ext uri="{0D108BD9-81ED-4DB2-BD59-A6C34878D82A}">
                    <a16:rowId xmlns:a16="http://schemas.microsoft.com/office/drawing/2014/main" val="2102965875"/>
                  </a:ext>
                </a:extLst>
              </a:tr>
            </a:tbl>
          </a:graphicData>
        </a:graphic>
      </p:graphicFrame>
    </p:spTree>
    <p:extLst>
      <p:ext uri="{BB962C8B-B14F-4D97-AF65-F5344CB8AC3E}">
        <p14:creationId xmlns:p14="http://schemas.microsoft.com/office/powerpoint/2010/main" val="2217404470"/>
      </p:ext>
    </p:extLst>
  </p:cSld>
  <p:clrMapOvr>
    <a:masterClrMapping/>
  </p:clrMapOvr>
</p:sld>
</file>

<file path=ppt/slides/slide4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D9323-A2E4-4076-8108-5C192C13EAA2}"/>
              </a:ext>
            </a:extLst>
          </p:cNvPr>
          <p:cNvSpPr>
            <a:spLocks noGrp="1"/>
          </p:cNvSpPr>
          <p:nvPr>
            <p:ph type="title"/>
          </p:nvPr>
        </p:nvSpPr>
        <p:spPr>
          <a:xfrm>
            <a:off x="559231" y="-270306"/>
            <a:ext cx="10515600" cy="1325563"/>
          </a:xfrm>
        </p:spPr>
        <p:txBody>
          <a:bodyPr>
            <a:normAutofit/>
          </a:bodyPr>
          <a:lstStyle/>
          <a:p>
            <a:pPr algn="ctr"/>
            <a:r>
              <a:rPr lang="en-US" sz="4000" dirty="0"/>
              <a:t> </a:t>
            </a:r>
            <a:r>
              <a:rPr lang="en-US" sz="4000" b="1" dirty="0"/>
              <a:t>PS Ratio for a Two Stage Firm ( High Growth firm)</a:t>
            </a:r>
            <a:endParaRPr lang="en-IN" sz="4000" b="1" dirty="0"/>
          </a:p>
        </p:txBody>
      </p:sp>
      <p:sp>
        <p:nvSpPr>
          <p:cNvPr id="3" name="Content Placeholder 2">
            <a:extLst>
              <a:ext uri="{FF2B5EF4-FFF2-40B4-BE49-F238E27FC236}">
                <a16:creationId xmlns:a16="http://schemas.microsoft.com/office/drawing/2014/main" id="{1127CC58-E204-4897-A73E-14D9723531FB}"/>
              </a:ext>
            </a:extLst>
          </p:cNvPr>
          <p:cNvSpPr>
            <a:spLocks noGrp="1"/>
          </p:cNvSpPr>
          <p:nvPr>
            <p:ph idx="1"/>
          </p:nvPr>
        </p:nvSpPr>
        <p:spPr>
          <a:xfrm>
            <a:off x="559231" y="926724"/>
            <a:ext cx="10515600" cy="4351338"/>
          </a:xfrm>
        </p:spPr>
        <p:txBody>
          <a:bodyPr>
            <a:normAutofit fontScale="85000" lnSpcReduction="20000"/>
          </a:bodyPr>
          <a:lstStyle/>
          <a:p>
            <a:pPr marL="0" indent="0">
              <a:buNone/>
            </a:pPr>
            <a:r>
              <a:rPr lang="en-US" dirty="0"/>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a:t>
            </a:r>
            <a:r>
              <a:rPr lang="en-US" sz="2400" b="1" dirty="0">
                <a:solidFill>
                  <a:prstClr val="black"/>
                </a:solidFill>
                <a:latin typeface="Calibri" panose="020F0502020204030204"/>
              </a:rPr>
              <a:t>NPM</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hg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[DPR hg *(1+ g hg) *( 1- [ {1+g hg}^n / {1+ COE hg }^n])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COE hg – g hg</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DPR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*(1+ g hg)^n * (1+g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COE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g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(1+ COE  hg)^n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IN" dirty="0"/>
          </a:p>
        </p:txBody>
      </p:sp>
    </p:spTree>
    <p:extLst>
      <p:ext uri="{BB962C8B-B14F-4D97-AF65-F5344CB8AC3E}">
        <p14:creationId xmlns:p14="http://schemas.microsoft.com/office/powerpoint/2010/main" val="1672283833"/>
      </p:ext>
    </p:extLst>
  </p:cSld>
  <p:clrMapOvr>
    <a:masterClrMapping/>
  </p:clrMapOvr>
</p:sld>
</file>

<file path=ppt/slides/slide4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A6409-C1CD-4050-80C0-A98A93648FB5}"/>
              </a:ext>
            </a:extLst>
          </p:cNvPr>
          <p:cNvSpPr>
            <a:spLocks noGrp="1"/>
          </p:cNvSpPr>
          <p:nvPr>
            <p:ph type="title"/>
          </p:nvPr>
        </p:nvSpPr>
        <p:spPr/>
        <p:txBody>
          <a:bodyPr/>
          <a:lstStyle/>
          <a:p>
            <a:pPr algn="ctr"/>
            <a:r>
              <a:rPr lang="en-US" b="1" dirty="0">
                <a:highlight>
                  <a:srgbClr val="FFFF00"/>
                </a:highlight>
              </a:rPr>
              <a:t>Revised PS Ratio </a:t>
            </a:r>
            <a:r>
              <a:rPr lang="en-US" b="1" dirty="0"/>
              <a:t>for Ashok Leyland Ltd </a:t>
            </a:r>
            <a:endParaRPr lang="en-IN" b="1" dirty="0"/>
          </a:p>
        </p:txBody>
      </p:sp>
      <p:sp>
        <p:nvSpPr>
          <p:cNvPr id="3" name="Content Placeholder 2">
            <a:extLst>
              <a:ext uri="{FF2B5EF4-FFF2-40B4-BE49-F238E27FC236}">
                <a16:creationId xmlns:a16="http://schemas.microsoft.com/office/drawing/2014/main" id="{5D91521C-3481-4C91-8974-6FD82D8D41EB}"/>
              </a:ext>
            </a:extLst>
          </p:cNvPr>
          <p:cNvSpPr>
            <a:spLocks noGrp="1"/>
          </p:cNvSpPr>
          <p:nvPr>
            <p:ph idx="1"/>
          </p:nvPr>
        </p:nvSpPr>
        <p:spPr/>
        <p:txBody>
          <a:bodyPr/>
          <a:lstStyle/>
          <a:p>
            <a:pPr marL="0" indent="0">
              <a:buNone/>
            </a:pPr>
            <a:r>
              <a:rPr lang="en-US" b="1" dirty="0"/>
              <a:t>PS in High growth phase = ???</a:t>
            </a:r>
          </a:p>
          <a:p>
            <a:pPr marL="0" indent="0">
              <a:buNone/>
            </a:pPr>
            <a:r>
              <a:rPr lang="en-IN" dirty="0"/>
              <a:t> NPM hg       [</a:t>
            </a:r>
            <a:r>
              <a:rPr lang="en-US" dirty="0"/>
              <a:t>DPR hg *(1+ g hg) *( 1- [ {1+g hg}^n / {1+ COE hg }^n])   </a:t>
            </a:r>
          </a:p>
          <a:p>
            <a:pPr marL="0" indent="0">
              <a:buNone/>
            </a:pPr>
            <a:r>
              <a:rPr lang="en-US" dirty="0"/>
              <a:t>                 -----------------------------------------------------------------------      </a:t>
            </a:r>
          </a:p>
          <a:p>
            <a:pPr marL="0" indent="0">
              <a:buNone/>
            </a:pPr>
            <a:r>
              <a:rPr lang="en-US" dirty="0"/>
              <a:t>                                     COE hg – g hg</a:t>
            </a:r>
          </a:p>
          <a:p>
            <a:pPr marL="0" indent="0">
              <a:buNone/>
            </a:pPr>
            <a:r>
              <a:rPr lang="en-IN" dirty="0"/>
              <a:t>NPM hg = 10.00 %  ; DPR hg = 60% ; g hg = 10 % ; COE hg = 17.12 %</a:t>
            </a:r>
          </a:p>
          <a:p>
            <a:pPr marL="0" indent="0">
              <a:buNone/>
            </a:pPr>
            <a:r>
              <a:rPr lang="en-IN" dirty="0"/>
              <a:t>Length of HG phase = 15 years </a:t>
            </a:r>
          </a:p>
        </p:txBody>
      </p:sp>
    </p:spTree>
    <p:extLst>
      <p:ext uri="{BB962C8B-B14F-4D97-AF65-F5344CB8AC3E}">
        <p14:creationId xmlns:p14="http://schemas.microsoft.com/office/powerpoint/2010/main" val="3115771370"/>
      </p:ext>
    </p:extLst>
  </p:cSld>
  <p:clrMapOvr>
    <a:masterClrMapping/>
  </p:clrMapOvr>
</p:sld>
</file>

<file path=ppt/slides/slide4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69BCB-1E67-4E47-8E3D-CECADBDC570F}"/>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highlight>
                  <a:srgbClr val="FFFF00"/>
                </a:highlight>
                <a:uLnTx/>
                <a:uFillTx/>
                <a:latin typeface="Calibri Light" panose="020F0302020204030204"/>
                <a:ea typeface="+mj-ea"/>
                <a:cs typeface="+mj-cs"/>
              </a:rPr>
              <a:t>Revised PS Ratio </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for </a:t>
            </a:r>
            <a:r>
              <a:rPr lang="en-US" b="1" dirty="0">
                <a:solidFill>
                  <a:prstClr val="black"/>
                </a:solidFill>
                <a:latin typeface="Calibri Light" panose="020F0302020204030204"/>
              </a:rPr>
              <a:t>Ashok Leyland Ltd in </a:t>
            </a:r>
            <a:br>
              <a:rPr lang="en-US" b="1" dirty="0">
                <a:solidFill>
                  <a:prstClr val="black"/>
                </a:solidFill>
                <a:latin typeface="Calibri Light" panose="020F0302020204030204"/>
              </a:rPr>
            </a:br>
            <a:r>
              <a:rPr lang="en-US" b="1" dirty="0">
                <a:solidFill>
                  <a:prstClr val="black"/>
                </a:solidFill>
                <a:latin typeface="Calibri Light" panose="020F0302020204030204"/>
              </a:rPr>
              <a:t>HG Phase </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a:t>
            </a:r>
            <a:endParaRPr lang="en-IN" dirty="0"/>
          </a:p>
        </p:txBody>
      </p:sp>
      <p:sp>
        <p:nvSpPr>
          <p:cNvPr id="3" name="Content Placeholder 2">
            <a:extLst>
              <a:ext uri="{FF2B5EF4-FFF2-40B4-BE49-F238E27FC236}">
                <a16:creationId xmlns:a16="http://schemas.microsoft.com/office/drawing/2014/main" id="{169B5923-1ED5-48D1-8F13-7755CE38FE50}"/>
              </a:ext>
            </a:extLst>
          </p:cNvPr>
          <p:cNvSpPr>
            <a:spLocks noGrp="1"/>
          </p:cNvSpPr>
          <p:nvPr>
            <p:ph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0.08 [  0.60*(1.10) *( 1- [ {1.10}^</a:t>
            </a:r>
            <a:r>
              <a:rPr lang="en-US" sz="2400" dirty="0">
                <a:solidFill>
                  <a:prstClr val="black"/>
                </a:solidFill>
                <a:latin typeface="Calibri" panose="020F0502020204030204"/>
              </a:rPr>
              <a:t>15</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{1.1712}^</a:t>
            </a:r>
            <a:r>
              <a:rPr lang="en-US" sz="2400" dirty="0">
                <a:solidFill>
                  <a:prstClr val="black"/>
                </a:solidFill>
                <a:latin typeface="Calibri" panose="020F0502020204030204"/>
              </a:rPr>
              <a:t>15</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0.1712 – 0.10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400"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0.10 * 0.60* (1.10) (1- </a:t>
            </a:r>
            <a:r>
              <a:rPr lang="en-US" sz="2400" dirty="0">
                <a:solidFill>
                  <a:prstClr val="black"/>
                </a:solidFill>
                <a:latin typeface="Calibri" panose="020F0502020204030204"/>
              </a:rPr>
              <a:t>{4.1772/ 10.7020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0.0712   =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0.0402/0.0712</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400" b="1" dirty="0">
                <a:solidFill>
                  <a:prstClr val="black"/>
                </a:solidFill>
                <a:latin typeface="Calibri" panose="020F0502020204030204"/>
              </a:rPr>
              <a:t>= </a:t>
            </a:r>
            <a:r>
              <a:rPr lang="en-US" sz="2400" b="1" dirty="0">
                <a:solidFill>
                  <a:prstClr val="black"/>
                </a:solidFill>
                <a:highlight>
                  <a:srgbClr val="FFFF00"/>
                </a:highlight>
                <a:latin typeface="Calibri" panose="020F0502020204030204"/>
              </a:rPr>
              <a:t>0.5646 </a:t>
            </a:r>
            <a:r>
              <a:rPr kumimoji="0" lang="en-US" sz="24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times </a:t>
            </a:r>
          </a:p>
          <a:p>
            <a:pPr marL="0" indent="0">
              <a:buNone/>
            </a:pPr>
            <a:endParaRPr lang="en-IN" dirty="0"/>
          </a:p>
        </p:txBody>
      </p:sp>
    </p:spTree>
    <p:extLst>
      <p:ext uri="{BB962C8B-B14F-4D97-AF65-F5344CB8AC3E}">
        <p14:creationId xmlns:p14="http://schemas.microsoft.com/office/powerpoint/2010/main" val="1653144627"/>
      </p:ext>
    </p:extLst>
  </p:cSld>
  <p:clrMapOvr>
    <a:masterClrMapping/>
  </p:clrMapOvr>
</p:sld>
</file>

<file path=ppt/slides/slide4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7DBCF-954F-49BD-868E-D530218B65DE}"/>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highlight>
                  <a:srgbClr val="FFFF00"/>
                </a:highlight>
                <a:uLnTx/>
                <a:uFillTx/>
                <a:latin typeface="Calibri Light" panose="020F0302020204030204"/>
                <a:ea typeface="+mj-ea"/>
                <a:cs typeface="+mj-cs"/>
              </a:rPr>
              <a:t>Revised PS Ratio </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for </a:t>
            </a:r>
            <a:r>
              <a:rPr lang="en-US" b="1" dirty="0">
                <a:solidFill>
                  <a:prstClr val="black"/>
                </a:solidFill>
                <a:latin typeface="Calibri Light" panose="020F0302020204030204"/>
              </a:rPr>
              <a:t>Ashok Leyland Ltd </a:t>
            </a:r>
            <a:endParaRPr lang="en-IN" dirty="0"/>
          </a:p>
        </p:txBody>
      </p:sp>
      <p:sp>
        <p:nvSpPr>
          <p:cNvPr id="3" name="Content Placeholder 2">
            <a:extLst>
              <a:ext uri="{FF2B5EF4-FFF2-40B4-BE49-F238E27FC236}">
                <a16:creationId xmlns:a16="http://schemas.microsoft.com/office/drawing/2014/main" id="{0D84F3BA-2BF0-45E7-82A9-4C5D3D04A475}"/>
              </a:ext>
            </a:extLst>
          </p:cNvPr>
          <p:cNvSpPr>
            <a:spLocks noGrp="1"/>
          </p:cNvSpPr>
          <p:nvPr>
            <p:ph idx="1"/>
          </p:nvPr>
        </p:nvSpPr>
        <p:spPr/>
        <p:txBody>
          <a:bodyPr/>
          <a:lstStyle/>
          <a:p>
            <a:r>
              <a:rPr lang="en-US" b="1" dirty="0"/>
              <a:t>PS in Stable Phase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NPM hg *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DPR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 g hg)^n * (1+g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COE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g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(1+ COE  hg)^n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b="1" dirty="0">
                <a:solidFill>
                  <a:prstClr val="black"/>
                </a:solidFill>
                <a:latin typeface="Calibri" panose="020F0502020204030204"/>
              </a:rPr>
              <a:t>NPM hg </a:t>
            </a:r>
            <a:r>
              <a:rPr lang="en-US" dirty="0">
                <a:solidFill>
                  <a:prstClr val="black"/>
                </a:solidFill>
                <a:latin typeface="Calibri" panose="020F0502020204030204"/>
              </a:rPr>
              <a:t>= 10.00 % ; </a:t>
            </a:r>
            <a:r>
              <a:rPr lang="en-US" b="1" dirty="0">
                <a:solidFill>
                  <a:prstClr val="black"/>
                </a:solidFill>
                <a:latin typeface="Calibri" panose="020F0502020204030204"/>
              </a:rPr>
              <a:t>DPR </a:t>
            </a:r>
            <a:r>
              <a:rPr lang="en-US" b="1" dirty="0" err="1">
                <a:solidFill>
                  <a:prstClr val="black"/>
                </a:solidFill>
                <a:latin typeface="Calibri" panose="020F0502020204030204"/>
              </a:rPr>
              <a:t>st</a:t>
            </a:r>
            <a:r>
              <a:rPr lang="en-US" b="1" dirty="0">
                <a:solidFill>
                  <a:prstClr val="black"/>
                </a:solidFill>
                <a:latin typeface="Calibri" panose="020F0502020204030204"/>
              </a:rPr>
              <a:t> </a:t>
            </a:r>
            <a:r>
              <a:rPr lang="en-US" dirty="0">
                <a:solidFill>
                  <a:prstClr val="black"/>
                </a:solidFill>
                <a:latin typeface="Calibri" panose="020F0502020204030204"/>
              </a:rPr>
              <a:t>= 80% ; </a:t>
            </a:r>
            <a:r>
              <a:rPr lang="en-US" b="1" dirty="0">
                <a:solidFill>
                  <a:prstClr val="black"/>
                </a:solidFill>
                <a:latin typeface="Calibri" panose="020F0502020204030204"/>
              </a:rPr>
              <a:t>g </a:t>
            </a:r>
            <a:r>
              <a:rPr lang="en-US" b="1" dirty="0" err="1">
                <a:solidFill>
                  <a:prstClr val="black"/>
                </a:solidFill>
                <a:latin typeface="Calibri" panose="020F0502020204030204"/>
              </a:rPr>
              <a:t>st</a:t>
            </a:r>
            <a:r>
              <a:rPr lang="en-US" b="1" dirty="0">
                <a:solidFill>
                  <a:prstClr val="black"/>
                </a:solidFill>
                <a:latin typeface="Calibri" panose="020F0502020204030204"/>
              </a:rPr>
              <a:t> </a:t>
            </a:r>
            <a:r>
              <a:rPr lang="en-US" dirty="0">
                <a:solidFill>
                  <a:prstClr val="black"/>
                </a:solidFill>
                <a:latin typeface="Calibri" panose="020F0502020204030204"/>
              </a:rPr>
              <a:t>= 2.16% ; </a:t>
            </a:r>
            <a:r>
              <a:rPr lang="en-US" b="1" dirty="0">
                <a:solidFill>
                  <a:prstClr val="black"/>
                </a:solidFill>
                <a:latin typeface="Calibri" panose="020F0502020204030204"/>
              </a:rPr>
              <a:t>g f hg </a:t>
            </a:r>
            <a:r>
              <a:rPr lang="en-US" dirty="0">
                <a:solidFill>
                  <a:prstClr val="black"/>
                </a:solidFill>
                <a:latin typeface="Calibri" panose="020F0502020204030204"/>
              </a:rPr>
              <a:t>= 4.1772</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COE </a:t>
            </a:r>
            <a:r>
              <a:rPr kumimoji="0" lang="en-US" sz="2800" b="1"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6% + 0.8(6) = 10.80% ;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length of HG phase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15 years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b="1" dirty="0">
                <a:solidFill>
                  <a:prstClr val="black"/>
                </a:solidFill>
                <a:latin typeface="Calibri" panose="020F0502020204030204"/>
              </a:rPr>
              <a:t>COE f hg </a:t>
            </a:r>
            <a:r>
              <a:rPr lang="en-US" dirty="0">
                <a:solidFill>
                  <a:prstClr val="black"/>
                </a:solidFill>
                <a:latin typeface="Calibri" panose="020F0502020204030204"/>
              </a:rPr>
              <a:t>= 10.7020</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US" dirty="0"/>
          </a:p>
          <a:p>
            <a:pPr marL="0" indent="0">
              <a:buNone/>
            </a:pPr>
            <a:endParaRPr lang="en-IN" dirty="0"/>
          </a:p>
        </p:txBody>
      </p:sp>
    </p:spTree>
    <p:extLst>
      <p:ext uri="{BB962C8B-B14F-4D97-AF65-F5344CB8AC3E}">
        <p14:creationId xmlns:p14="http://schemas.microsoft.com/office/powerpoint/2010/main" val="2997719589"/>
      </p:ext>
    </p:extLst>
  </p:cSld>
  <p:clrMapOvr>
    <a:masterClrMapping/>
  </p:clrMapOvr>
</p:sld>
</file>

<file path=ppt/slides/slide4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B3665-2D05-41FA-A6DC-D56AFA3CDF02}"/>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highlight>
                  <a:srgbClr val="FFFF00"/>
                </a:highlight>
                <a:uLnTx/>
                <a:uFillTx/>
                <a:latin typeface="Calibri Light" panose="020F0302020204030204"/>
                <a:ea typeface="+mj-ea"/>
                <a:cs typeface="+mj-cs"/>
              </a:rPr>
              <a:t>Revised PS Ratio </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for </a:t>
            </a:r>
            <a:r>
              <a:rPr lang="en-US" b="1" dirty="0">
                <a:solidFill>
                  <a:prstClr val="black"/>
                </a:solidFill>
                <a:latin typeface="Calibri Light" panose="020F0302020204030204"/>
              </a:rPr>
              <a:t>Ashok Leyland Ltd </a:t>
            </a:r>
            <a:endParaRPr lang="en-IN" b="1" dirty="0"/>
          </a:p>
        </p:txBody>
      </p:sp>
      <p:sp>
        <p:nvSpPr>
          <p:cNvPr id="3" name="Content Placeholder 2">
            <a:extLst>
              <a:ext uri="{FF2B5EF4-FFF2-40B4-BE49-F238E27FC236}">
                <a16:creationId xmlns:a16="http://schemas.microsoft.com/office/drawing/2014/main" id="{9CC5E741-2245-4D1B-A93A-AF44D6AF957B}"/>
              </a:ext>
            </a:extLst>
          </p:cNvPr>
          <p:cNvSpPr>
            <a:spLocks noGrp="1"/>
          </p:cNvSpPr>
          <p:nvPr>
            <p:ph idx="1"/>
          </p:nvPr>
        </p:nvSpPr>
        <p:spPr>
          <a:xfrm>
            <a:off x="1077350" y="1517140"/>
            <a:ext cx="10515600" cy="4351338"/>
          </a:xfrm>
        </p:spPr>
        <p:txBody>
          <a:bodyPr>
            <a:normAutofit fontScale="85000" lnSpcReduction="20000"/>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a:t>
            </a:r>
            <a:r>
              <a:rPr lang="en-US" dirty="0">
                <a:solidFill>
                  <a:prstClr val="black"/>
                </a:solidFill>
                <a:latin typeface="Calibri" panose="020F0502020204030204"/>
              </a:rPr>
              <a:t>0.10</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[0.80 *(4.177</a:t>
            </a:r>
            <a:r>
              <a:rPr lang="en-US" dirty="0">
                <a:solidFill>
                  <a:prstClr val="black"/>
                </a:solidFill>
                <a:latin typeface="Calibri" panose="020F0502020204030204"/>
              </a:rPr>
              <a:t>2</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(1.0216)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( 0.1080 – 0.0216) * (</a:t>
            </a:r>
            <a:r>
              <a:rPr lang="en-US" dirty="0">
                <a:solidFill>
                  <a:prstClr val="black"/>
                </a:solidFill>
                <a:latin typeface="Calibri" panose="020F0502020204030204"/>
              </a:rPr>
              <a:t>10.7020</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lang="en-US"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solidFill>
                  <a:prstClr val="black"/>
                </a:solidFill>
                <a:latin typeface="Calibri" panose="020F0502020204030204"/>
              </a:rPr>
              <a:t>= 0.10 ( 3.4139/0. 9247) = </a:t>
            </a:r>
            <a:r>
              <a:rPr lang="en-US" b="1" dirty="0">
                <a:solidFill>
                  <a:prstClr val="black"/>
                </a:solidFill>
                <a:latin typeface="Calibri" panose="020F0502020204030204"/>
              </a:rPr>
              <a:t>0.3692 times </a:t>
            </a:r>
            <a:endPar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b="1" dirty="0">
                <a:solidFill>
                  <a:prstClr val="black"/>
                </a:solidFill>
                <a:latin typeface="Calibri" panose="020F0502020204030204"/>
              </a:rPr>
              <a:t>Total PS ratio = 0.5646+ 0.3692= 0.9338 times= 0.94 times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Predicted Mkt Cap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P/S * Sales 2025* (1+ 0.1712/360 * 270= 1.13) = 0.94* 48342*1.13  = </a:t>
            </a: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INR </a:t>
            </a:r>
            <a:r>
              <a:rPr lang="en-US" sz="2600" b="1" dirty="0">
                <a:solidFill>
                  <a:prstClr val="black"/>
                </a:solidFill>
                <a:latin typeface="Calibri" panose="020F0502020204030204"/>
              </a:rPr>
              <a:t>51349</a:t>
            </a: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 Crores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Predicted price/share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sz="2600" dirty="0">
                <a:solidFill>
                  <a:prstClr val="black"/>
                </a:solidFill>
                <a:latin typeface="Calibri" panose="020F0502020204030204"/>
              </a:rPr>
              <a:t>51349</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587.39 </a:t>
            </a:r>
            <a:r>
              <a:rPr kumimoji="0" lang="en-US" sz="2600" b="0" i="0" u="none" strike="noStrike" kern="1200" cap="none" spc="0" normalizeH="0" baseline="0" noProof="0" dirty="0" err="1">
                <a:ln>
                  <a:noFill/>
                </a:ln>
                <a:solidFill>
                  <a:prstClr val="black"/>
                </a:solidFill>
                <a:effectLst/>
                <a:uLnTx/>
                <a:uFillTx/>
                <a:latin typeface="Calibri" panose="020F0502020204030204"/>
                <a:ea typeface="+mn-ea"/>
                <a:cs typeface="+mn-cs"/>
              </a:rPr>
              <a:t>cr</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shares = </a:t>
            </a:r>
            <a:r>
              <a:rPr kumimoji="0" lang="en-US" sz="26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INR 87.42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vs </a:t>
            </a:r>
            <a:r>
              <a:rPr kumimoji="0" lang="en-US" sz="26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INR 42.16 ( Base Case)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Actual Mkt Cap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INR 104925 crores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Actual Price /share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INR 178.63 ( 30 Dec 2025)</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52 w LH: INR 95.93 – INR 179.97                           </a:t>
            </a:r>
            <a:r>
              <a:rPr kumimoji="0" lang="en-US" sz="26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Highly</a:t>
            </a: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6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Overvalued</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92F6B3B4-FF83-49AF-B107-19DA66321897}"/>
                  </a:ext>
                </a:extLst>
              </p14:cNvPr>
              <p14:cNvContentPartPr/>
              <p14:nvPr/>
            </p14:nvContentPartPr>
            <p14:xfrm>
              <a:off x="1435680" y="2743560"/>
              <a:ext cx="8888400" cy="2632680"/>
            </p14:xfrm>
          </p:contentPart>
        </mc:Choice>
        <mc:Fallback xmlns="">
          <p:pic>
            <p:nvPicPr>
              <p:cNvPr id="4" name="Ink 3">
                <a:extLst>
                  <a:ext uri="{FF2B5EF4-FFF2-40B4-BE49-F238E27FC236}">
                    <a16:creationId xmlns:a16="http://schemas.microsoft.com/office/drawing/2014/main" id="{92F6B3B4-FF83-49AF-B107-19DA66321897}"/>
                  </a:ext>
                </a:extLst>
              </p:cNvPr>
              <p:cNvPicPr/>
              <p:nvPr/>
            </p:nvPicPr>
            <p:blipFill>
              <a:blip r:embed="rId3"/>
              <a:stretch>
                <a:fillRect/>
              </a:stretch>
            </p:blipFill>
            <p:spPr>
              <a:xfrm>
                <a:off x="1426320" y="2734200"/>
                <a:ext cx="8907120" cy="2651400"/>
              </a:xfrm>
              <a:prstGeom prst="rect">
                <a:avLst/>
              </a:prstGeom>
            </p:spPr>
          </p:pic>
        </mc:Fallback>
      </mc:AlternateContent>
    </p:spTree>
    <p:extLst>
      <p:ext uri="{BB962C8B-B14F-4D97-AF65-F5344CB8AC3E}">
        <p14:creationId xmlns:p14="http://schemas.microsoft.com/office/powerpoint/2010/main" val="3179766507"/>
      </p:ext>
    </p:extLst>
  </p:cSld>
  <p:clrMapOvr>
    <a:masterClrMapping/>
  </p:clrMapOvr>
</p:sld>
</file>

<file path=ppt/slides/slide4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3AF1E-E331-4DDA-80C5-9223A07444A2}"/>
              </a:ext>
            </a:extLst>
          </p:cNvPr>
          <p:cNvSpPr>
            <a:spLocks noGrp="1"/>
          </p:cNvSpPr>
          <p:nvPr>
            <p:ph type="title"/>
          </p:nvPr>
        </p:nvSpPr>
        <p:spPr>
          <a:xfrm>
            <a:off x="698715" y="-192814"/>
            <a:ext cx="10515600" cy="1325563"/>
          </a:xfrm>
        </p:spPr>
        <p:txBody>
          <a:bodyPr/>
          <a:lstStyle/>
          <a:p>
            <a:pPr algn="ctr"/>
            <a:r>
              <a:rPr lang="en-US" b="1" dirty="0"/>
              <a:t>PS Ratio of NALCO ( 30 Dec 2025) </a:t>
            </a:r>
            <a:endParaRPr lang="en-IN" b="1" dirty="0"/>
          </a:p>
        </p:txBody>
      </p:sp>
      <p:graphicFrame>
        <p:nvGraphicFramePr>
          <p:cNvPr id="4" name="Table 4">
            <a:extLst>
              <a:ext uri="{FF2B5EF4-FFF2-40B4-BE49-F238E27FC236}">
                <a16:creationId xmlns:a16="http://schemas.microsoft.com/office/drawing/2014/main" id="{173D9243-126E-44F2-A21F-6199B42D338A}"/>
              </a:ext>
            </a:extLst>
          </p:cNvPr>
          <p:cNvGraphicFramePr>
            <a:graphicFrameLocks noGrp="1"/>
          </p:cNvGraphicFramePr>
          <p:nvPr>
            <p:ph idx="1"/>
          </p:nvPr>
        </p:nvGraphicFramePr>
        <p:xfrm>
          <a:off x="731520" y="942222"/>
          <a:ext cx="10482795" cy="5603240"/>
        </p:xfrm>
        <a:graphic>
          <a:graphicData uri="http://schemas.openxmlformats.org/drawingml/2006/table">
            <a:tbl>
              <a:tblPr firstRow="1" bandRow="1">
                <a:tableStyleId>{93296810-A885-4BE3-A3E7-6D5BEEA58F35}</a:tableStyleId>
              </a:tblPr>
              <a:tblGrid>
                <a:gridCol w="1825700">
                  <a:extLst>
                    <a:ext uri="{9D8B030D-6E8A-4147-A177-3AD203B41FA5}">
                      <a16:colId xmlns:a16="http://schemas.microsoft.com/office/drawing/2014/main" val="3418766108"/>
                    </a:ext>
                  </a:extLst>
                </a:gridCol>
                <a:gridCol w="1646695">
                  <a:extLst>
                    <a:ext uri="{9D8B030D-6E8A-4147-A177-3AD203B41FA5}">
                      <a16:colId xmlns:a16="http://schemas.microsoft.com/office/drawing/2014/main" val="1270078332"/>
                    </a:ext>
                  </a:extLst>
                </a:gridCol>
                <a:gridCol w="1752600">
                  <a:extLst>
                    <a:ext uri="{9D8B030D-6E8A-4147-A177-3AD203B41FA5}">
                      <a16:colId xmlns:a16="http://schemas.microsoft.com/office/drawing/2014/main" val="3660235723"/>
                    </a:ext>
                  </a:extLst>
                </a:gridCol>
                <a:gridCol w="1752600">
                  <a:extLst>
                    <a:ext uri="{9D8B030D-6E8A-4147-A177-3AD203B41FA5}">
                      <a16:colId xmlns:a16="http://schemas.microsoft.com/office/drawing/2014/main" val="2778930366"/>
                    </a:ext>
                  </a:extLst>
                </a:gridCol>
                <a:gridCol w="1752600">
                  <a:extLst>
                    <a:ext uri="{9D8B030D-6E8A-4147-A177-3AD203B41FA5}">
                      <a16:colId xmlns:a16="http://schemas.microsoft.com/office/drawing/2014/main" val="3166084875"/>
                    </a:ext>
                  </a:extLst>
                </a:gridCol>
                <a:gridCol w="1752600">
                  <a:extLst>
                    <a:ext uri="{9D8B030D-6E8A-4147-A177-3AD203B41FA5}">
                      <a16:colId xmlns:a16="http://schemas.microsoft.com/office/drawing/2014/main" val="2676576751"/>
                    </a:ext>
                  </a:extLst>
                </a:gridCol>
              </a:tblGrid>
              <a:tr h="370840">
                <a:tc>
                  <a:txBody>
                    <a:bodyPr/>
                    <a:lstStyle/>
                    <a:p>
                      <a:r>
                        <a:rPr lang="en-US" dirty="0"/>
                        <a:t>Particulars</a:t>
                      </a:r>
                      <a:endParaRPr lang="en-IN" dirty="0"/>
                    </a:p>
                  </a:txBody>
                  <a:tcPr/>
                </a:tc>
                <a:tc>
                  <a:txBody>
                    <a:bodyPr/>
                    <a:lstStyle/>
                    <a:p>
                      <a:r>
                        <a:rPr lang="en-IN" dirty="0"/>
                        <a:t>2025</a:t>
                      </a:r>
                    </a:p>
                  </a:txBody>
                  <a:tcPr/>
                </a:tc>
                <a:tc>
                  <a:txBody>
                    <a:bodyPr/>
                    <a:lstStyle/>
                    <a:p>
                      <a:r>
                        <a:rPr lang="en-IN" dirty="0"/>
                        <a:t>2024</a:t>
                      </a:r>
                    </a:p>
                  </a:txBody>
                  <a:tcPr/>
                </a:tc>
                <a:tc>
                  <a:txBody>
                    <a:bodyPr/>
                    <a:lstStyle/>
                    <a:p>
                      <a:r>
                        <a:rPr lang="en-IN" dirty="0"/>
                        <a:t>2023</a:t>
                      </a:r>
                    </a:p>
                  </a:txBody>
                  <a:tcPr/>
                </a:tc>
                <a:tc>
                  <a:txBody>
                    <a:bodyPr/>
                    <a:lstStyle/>
                    <a:p>
                      <a:r>
                        <a:rPr lang="en-IN" dirty="0"/>
                        <a:t>2022</a:t>
                      </a:r>
                    </a:p>
                  </a:txBody>
                  <a:tcPr/>
                </a:tc>
                <a:tc>
                  <a:txBody>
                    <a:bodyPr/>
                    <a:lstStyle/>
                    <a:p>
                      <a:r>
                        <a:rPr lang="en-US" dirty="0"/>
                        <a:t>2021</a:t>
                      </a:r>
                      <a:endParaRPr lang="en-IN" dirty="0"/>
                    </a:p>
                  </a:txBody>
                  <a:tcPr/>
                </a:tc>
                <a:extLst>
                  <a:ext uri="{0D108BD9-81ED-4DB2-BD59-A6C34878D82A}">
                    <a16:rowId xmlns:a16="http://schemas.microsoft.com/office/drawing/2014/main" val="1699590686"/>
                  </a:ext>
                </a:extLst>
              </a:tr>
              <a:tr h="370840">
                <a:tc>
                  <a:txBody>
                    <a:bodyPr/>
                    <a:lstStyle/>
                    <a:p>
                      <a:r>
                        <a:rPr lang="en-US" dirty="0"/>
                        <a:t>DPS (in INR)</a:t>
                      </a:r>
                      <a:endParaRPr lang="en-IN" dirty="0"/>
                    </a:p>
                  </a:txBody>
                  <a:tcPr/>
                </a:tc>
                <a:tc>
                  <a:txBody>
                    <a:bodyPr/>
                    <a:lstStyle/>
                    <a:p>
                      <a:r>
                        <a:rPr lang="en-IN" dirty="0"/>
                        <a:t>8.00</a:t>
                      </a:r>
                    </a:p>
                  </a:txBody>
                  <a:tcPr/>
                </a:tc>
                <a:tc>
                  <a:txBody>
                    <a:bodyPr/>
                    <a:lstStyle/>
                    <a:p>
                      <a:r>
                        <a:rPr lang="en-IN" dirty="0"/>
                        <a:t>5.00</a:t>
                      </a:r>
                    </a:p>
                  </a:txBody>
                  <a:tcPr/>
                </a:tc>
                <a:tc>
                  <a:txBody>
                    <a:bodyPr/>
                    <a:lstStyle/>
                    <a:p>
                      <a:r>
                        <a:rPr lang="en-IN" dirty="0"/>
                        <a:t>4.50</a:t>
                      </a:r>
                    </a:p>
                  </a:txBody>
                  <a:tcPr/>
                </a:tc>
                <a:tc>
                  <a:txBody>
                    <a:bodyPr/>
                    <a:lstStyle/>
                    <a:p>
                      <a:r>
                        <a:rPr lang="en-IN" dirty="0"/>
                        <a:t>6.50</a:t>
                      </a:r>
                    </a:p>
                  </a:txBody>
                  <a:tcPr/>
                </a:tc>
                <a:tc>
                  <a:txBody>
                    <a:bodyPr/>
                    <a:lstStyle/>
                    <a:p>
                      <a:r>
                        <a:rPr lang="en-IN" dirty="0"/>
                        <a:t>3.50</a:t>
                      </a:r>
                    </a:p>
                  </a:txBody>
                  <a:tcPr/>
                </a:tc>
                <a:extLst>
                  <a:ext uri="{0D108BD9-81ED-4DB2-BD59-A6C34878D82A}">
                    <a16:rowId xmlns:a16="http://schemas.microsoft.com/office/drawing/2014/main" val="262288761"/>
                  </a:ext>
                </a:extLst>
              </a:tr>
              <a:tr h="438366">
                <a:tc>
                  <a:txBody>
                    <a:bodyPr/>
                    <a:lstStyle/>
                    <a:p>
                      <a:r>
                        <a:rPr lang="en-US" dirty="0"/>
                        <a:t>EPS Basic ( In INR)</a:t>
                      </a:r>
                      <a:endParaRPr lang="en-IN" dirty="0"/>
                    </a:p>
                  </a:txBody>
                  <a:tcPr/>
                </a:tc>
                <a:tc>
                  <a:txBody>
                    <a:bodyPr/>
                    <a:lstStyle/>
                    <a:p>
                      <a:r>
                        <a:rPr lang="en-IN" dirty="0"/>
                        <a:t>28.68</a:t>
                      </a:r>
                    </a:p>
                  </a:txBody>
                  <a:tcPr/>
                </a:tc>
                <a:tc>
                  <a:txBody>
                    <a:bodyPr/>
                    <a:lstStyle/>
                    <a:p>
                      <a:r>
                        <a:rPr lang="en-IN" dirty="0"/>
                        <a:t>10.83</a:t>
                      </a:r>
                    </a:p>
                  </a:txBody>
                  <a:tcPr/>
                </a:tc>
                <a:tc>
                  <a:txBody>
                    <a:bodyPr/>
                    <a:lstStyle/>
                    <a:p>
                      <a:r>
                        <a:rPr lang="en-IN" dirty="0"/>
                        <a:t>7.81</a:t>
                      </a:r>
                    </a:p>
                  </a:txBody>
                  <a:tcPr/>
                </a:tc>
                <a:tc>
                  <a:txBody>
                    <a:bodyPr/>
                    <a:lstStyle/>
                    <a:p>
                      <a:r>
                        <a:rPr lang="en-IN" dirty="0"/>
                        <a:t>16.07</a:t>
                      </a:r>
                    </a:p>
                  </a:txBody>
                  <a:tcPr/>
                </a:tc>
                <a:tc>
                  <a:txBody>
                    <a:bodyPr/>
                    <a:lstStyle/>
                    <a:p>
                      <a:r>
                        <a:rPr lang="en-IN" dirty="0"/>
                        <a:t>6.97</a:t>
                      </a:r>
                    </a:p>
                  </a:txBody>
                  <a:tcPr/>
                </a:tc>
                <a:extLst>
                  <a:ext uri="{0D108BD9-81ED-4DB2-BD59-A6C34878D82A}">
                    <a16:rowId xmlns:a16="http://schemas.microsoft.com/office/drawing/2014/main" val="1667656263"/>
                  </a:ext>
                </a:extLst>
              </a:tr>
              <a:tr h="370840">
                <a:tc>
                  <a:txBody>
                    <a:bodyPr/>
                    <a:lstStyle/>
                    <a:p>
                      <a:r>
                        <a:rPr lang="en-US" b="1" dirty="0"/>
                        <a:t>Average DPR </a:t>
                      </a:r>
                      <a:endParaRPr lang="en-IN" b="1" dirty="0"/>
                    </a:p>
                  </a:txBody>
                  <a:tcPr/>
                </a:tc>
                <a:tc>
                  <a:txBody>
                    <a:bodyPr/>
                    <a:lstStyle/>
                    <a:p>
                      <a:endParaRPr lang="en-IN" dirty="0"/>
                    </a:p>
                  </a:txBody>
                  <a:tcPr/>
                </a:tc>
                <a:tc>
                  <a:txBody>
                    <a:bodyPr/>
                    <a:lstStyle/>
                    <a:p>
                      <a:endParaRPr lang="en-IN" dirty="0"/>
                    </a:p>
                  </a:txBody>
                  <a:tcPr/>
                </a:tc>
                <a:tc>
                  <a:txBody>
                    <a:bodyPr/>
                    <a:lstStyle/>
                    <a:p>
                      <a:r>
                        <a:rPr lang="en-IN" dirty="0"/>
                        <a:t>27.5/ 70.36 =  </a:t>
                      </a:r>
                      <a:r>
                        <a:rPr lang="en-IN" b="1" dirty="0"/>
                        <a:t>39.08%</a:t>
                      </a:r>
                    </a:p>
                  </a:txBody>
                  <a:tcPr/>
                </a:tc>
                <a:tc>
                  <a:txBody>
                    <a:bodyPr/>
                    <a:lstStyle/>
                    <a:p>
                      <a:r>
                        <a:rPr lang="en-IN" b="1" dirty="0">
                          <a:highlight>
                            <a:srgbClr val="FFFF00"/>
                          </a:highlight>
                        </a:rPr>
                        <a:t>Assume 40 %</a:t>
                      </a:r>
                    </a:p>
                  </a:txBody>
                  <a:tcPr/>
                </a:tc>
                <a:tc>
                  <a:txBody>
                    <a:bodyPr/>
                    <a:lstStyle/>
                    <a:p>
                      <a:r>
                        <a:rPr lang="en-IN" b="1" dirty="0">
                          <a:highlight>
                            <a:srgbClr val="FFFF00"/>
                          </a:highlight>
                        </a:rPr>
                        <a:t>St Ph DPR = 70%</a:t>
                      </a:r>
                    </a:p>
                  </a:txBody>
                  <a:tcPr/>
                </a:tc>
                <a:extLst>
                  <a:ext uri="{0D108BD9-81ED-4DB2-BD59-A6C34878D82A}">
                    <a16:rowId xmlns:a16="http://schemas.microsoft.com/office/drawing/2014/main" val="2728041789"/>
                  </a:ext>
                </a:extLst>
              </a:tr>
              <a:tr h="370840">
                <a:tc>
                  <a:txBody>
                    <a:bodyPr/>
                    <a:lstStyle/>
                    <a:p>
                      <a:r>
                        <a:rPr lang="en-US" dirty="0"/>
                        <a:t>ROE (in %) </a:t>
                      </a:r>
                      <a:endParaRPr lang="en-IN" dirty="0"/>
                    </a:p>
                  </a:txBody>
                  <a:tcPr/>
                </a:tc>
                <a:tc>
                  <a:txBody>
                    <a:bodyPr/>
                    <a:lstStyle/>
                    <a:p>
                      <a:r>
                        <a:rPr lang="en-IN" dirty="0"/>
                        <a:t>29.58</a:t>
                      </a:r>
                    </a:p>
                  </a:txBody>
                  <a:tcPr/>
                </a:tc>
                <a:tc>
                  <a:txBody>
                    <a:bodyPr/>
                    <a:lstStyle/>
                    <a:p>
                      <a:r>
                        <a:rPr lang="en-IN" dirty="0"/>
                        <a:t>13.82</a:t>
                      </a:r>
                    </a:p>
                  </a:txBody>
                  <a:tcPr/>
                </a:tc>
                <a:tc>
                  <a:txBody>
                    <a:bodyPr/>
                    <a:lstStyle/>
                    <a:p>
                      <a:r>
                        <a:rPr lang="en-IN" dirty="0"/>
                        <a:t>10.92</a:t>
                      </a:r>
                    </a:p>
                  </a:txBody>
                  <a:tcPr/>
                </a:tc>
                <a:tc>
                  <a:txBody>
                    <a:bodyPr/>
                    <a:lstStyle/>
                    <a:p>
                      <a:r>
                        <a:rPr lang="en-IN" dirty="0"/>
                        <a:t>23.51</a:t>
                      </a:r>
                    </a:p>
                  </a:txBody>
                  <a:tcPr/>
                </a:tc>
                <a:tc>
                  <a:txBody>
                    <a:bodyPr/>
                    <a:lstStyle/>
                    <a:p>
                      <a:r>
                        <a:rPr lang="en-IN" dirty="0"/>
                        <a:t>12.16</a:t>
                      </a:r>
                    </a:p>
                  </a:txBody>
                  <a:tcPr/>
                </a:tc>
                <a:extLst>
                  <a:ext uri="{0D108BD9-81ED-4DB2-BD59-A6C34878D82A}">
                    <a16:rowId xmlns:a16="http://schemas.microsoft.com/office/drawing/2014/main" val="1842960044"/>
                  </a:ext>
                </a:extLst>
              </a:tr>
              <a:tr h="370840">
                <a:tc>
                  <a:txBody>
                    <a:bodyPr/>
                    <a:lstStyle/>
                    <a:p>
                      <a:r>
                        <a:rPr lang="en-US" b="1" dirty="0"/>
                        <a:t>Average ROE(in %)</a:t>
                      </a:r>
                      <a:endParaRPr lang="en-IN" b="1" dirty="0"/>
                    </a:p>
                  </a:txBody>
                  <a:tcPr/>
                </a:tc>
                <a:tc>
                  <a:txBody>
                    <a:bodyPr/>
                    <a:lstStyle/>
                    <a:p>
                      <a:endParaRPr lang="en-IN" b="1" dirty="0"/>
                    </a:p>
                  </a:txBody>
                  <a:tcPr/>
                </a:tc>
                <a:tc>
                  <a:txBody>
                    <a:bodyPr/>
                    <a:lstStyle/>
                    <a:p>
                      <a:endParaRPr lang="en-IN" b="1" dirty="0"/>
                    </a:p>
                  </a:txBody>
                  <a:tcPr/>
                </a:tc>
                <a:tc>
                  <a:txBody>
                    <a:bodyPr/>
                    <a:lstStyle/>
                    <a:p>
                      <a:r>
                        <a:rPr lang="en-IN" b="1" dirty="0">
                          <a:highlight>
                            <a:srgbClr val="FFFF00"/>
                          </a:highlight>
                        </a:rPr>
                        <a:t>18 %</a:t>
                      </a:r>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997042124"/>
                  </a:ext>
                </a:extLst>
              </a:tr>
              <a:tr h="370840">
                <a:tc>
                  <a:txBody>
                    <a:bodyPr/>
                    <a:lstStyle/>
                    <a:p>
                      <a:r>
                        <a:rPr lang="en-US" b="1" dirty="0"/>
                        <a:t>Fundamental growth rate in %</a:t>
                      </a:r>
                      <a:endParaRPr lang="en-IN" b="1" dirty="0"/>
                    </a:p>
                  </a:txBody>
                  <a:tcPr/>
                </a:tc>
                <a:tc>
                  <a:txBody>
                    <a:bodyPr/>
                    <a:lstStyle/>
                    <a:p>
                      <a:endParaRPr lang="en-IN" b="1" dirty="0"/>
                    </a:p>
                  </a:txBody>
                  <a:tcPr/>
                </a:tc>
                <a:tc>
                  <a:txBody>
                    <a:bodyPr/>
                    <a:lstStyle/>
                    <a:p>
                      <a:endParaRPr lang="en-IN" b="1" dirty="0"/>
                    </a:p>
                  </a:txBody>
                  <a:tcPr/>
                </a:tc>
                <a:tc>
                  <a:txBody>
                    <a:bodyPr/>
                    <a:lstStyle/>
                    <a:p>
                      <a:r>
                        <a:rPr lang="en-IN" b="1" dirty="0"/>
                        <a:t>18 (1-0.40) = </a:t>
                      </a:r>
                      <a:r>
                        <a:rPr lang="en-IN" b="1" dirty="0">
                          <a:highlight>
                            <a:srgbClr val="FFFF00"/>
                          </a:highlight>
                        </a:rPr>
                        <a:t>10.80 %</a:t>
                      </a:r>
                    </a:p>
                  </a:txBody>
                  <a:tcPr/>
                </a:tc>
                <a:tc>
                  <a:txBody>
                    <a:bodyPr/>
                    <a:lstStyle/>
                    <a:p>
                      <a:r>
                        <a:rPr lang="en-IN" b="1" dirty="0">
                          <a:highlight>
                            <a:srgbClr val="FFFF00"/>
                          </a:highlight>
                        </a:rPr>
                        <a:t>2 Stage Firm</a:t>
                      </a:r>
                    </a:p>
                  </a:txBody>
                  <a:tcPr/>
                </a:tc>
                <a:tc>
                  <a:txBody>
                    <a:bodyPr/>
                    <a:lstStyle/>
                    <a:p>
                      <a:r>
                        <a:rPr lang="en-IN" dirty="0"/>
                        <a:t>St Ph G</a:t>
                      </a:r>
                    </a:p>
                    <a:p>
                      <a:r>
                        <a:rPr lang="en-IN" dirty="0"/>
                        <a:t>= 13.20 (0.30)= </a:t>
                      </a:r>
                      <a:r>
                        <a:rPr lang="en-IN" b="1" dirty="0">
                          <a:highlight>
                            <a:srgbClr val="FFFF00"/>
                          </a:highlight>
                        </a:rPr>
                        <a:t>3.96 %</a:t>
                      </a:r>
                    </a:p>
                  </a:txBody>
                  <a:tcPr/>
                </a:tc>
                <a:extLst>
                  <a:ext uri="{0D108BD9-81ED-4DB2-BD59-A6C34878D82A}">
                    <a16:rowId xmlns:a16="http://schemas.microsoft.com/office/drawing/2014/main" val="2684606607"/>
                  </a:ext>
                </a:extLst>
              </a:tr>
              <a:tr h="370840">
                <a:tc>
                  <a:txBody>
                    <a:bodyPr/>
                    <a:lstStyle/>
                    <a:p>
                      <a:r>
                        <a:rPr lang="en-US" dirty="0"/>
                        <a:t>NPM (IN %)</a:t>
                      </a:r>
                      <a:endParaRPr lang="en-IN" dirty="0"/>
                    </a:p>
                  </a:txBody>
                  <a:tcPr/>
                </a:tc>
                <a:tc>
                  <a:txBody>
                    <a:bodyPr/>
                    <a:lstStyle/>
                    <a:p>
                      <a:r>
                        <a:rPr lang="en-IN" dirty="0"/>
                        <a:t>31.71</a:t>
                      </a:r>
                    </a:p>
                  </a:txBody>
                  <a:tcPr/>
                </a:tc>
                <a:tc>
                  <a:txBody>
                    <a:bodyPr/>
                    <a:lstStyle/>
                    <a:p>
                      <a:r>
                        <a:rPr lang="en-IN" dirty="0"/>
                        <a:t>15.66</a:t>
                      </a:r>
                    </a:p>
                  </a:txBody>
                  <a:tcPr/>
                </a:tc>
                <a:tc>
                  <a:txBody>
                    <a:bodyPr/>
                    <a:lstStyle/>
                    <a:p>
                      <a:r>
                        <a:rPr lang="en-IN" dirty="0"/>
                        <a:t>10.83</a:t>
                      </a:r>
                    </a:p>
                  </a:txBody>
                  <a:tcPr/>
                </a:tc>
                <a:tc>
                  <a:txBody>
                    <a:bodyPr/>
                    <a:lstStyle/>
                    <a:p>
                      <a:r>
                        <a:rPr lang="en-IN" dirty="0"/>
                        <a:t>20.81</a:t>
                      </a:r>
                    </a:p>
                  </a:txBody>
                  <a:tcPr/>
                </a:tc>
                <a:tc>
                  <a:txBody>
                    <a:bodyPr/>
                    <a:lstStyle/>
                    <a:p>
                      <a:r>
                        <a:rPr lang="en-IN" dirty="0"/>
                        <a:t>14.51</a:t>
                      </a:r>
                    </a:p>
                  </a:txBody>
                  <a:tcPr/>
                </a:tc>
                <a:extLst>
                  <a:ext uri="{0D108BD9-81ED-4DB2-BD59-A6C34878D82A}">
                    <a16:rowId xmlns:a16="http://schemas.microsoft.com/office/drawing/2014/main" val="2697174927"/>
                  </a:ext>
                </a:extLst>
              </a:tr>
              <a:tr h="370840">
                <a:tc>
                  <a:txBody>
                    <a:bodyPr/>
                    <a:lstStyle/>
                    <a:p>
                      <a:r>
                        <a:rPr lang="en-US" b="1" dirty="0"/>
                        <a:t>Average NPM %</a:t>
                      </a:r>
                      <a:endParaRPr lang="en-IN" b="1" dirty="0"/>
                    </a:p>
                  </a:txBody>
                  <a:tcPr/>
                </a:tc>
                <a:tc>
                  <a:txBody>
                    <a:bodyPr/>
                    <a:lstStyle/>
                    <a:p>
                      <a:r>
                        <a:rPr lang="en-IN" b="1" dirty="0">
                          <a:highlight>
                            <a:srgbClr val="FFFF00"/>
                          </a:highlight>
                        </a:rPr>
                        <a:t>18.70%</a:t>
                      </a:r>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60895401"/>
                  </a:ext>
                </a:extLst>
              </a:tr>
              <a:tr h="370840">
                <a:tc>
                  <a:txBody>
                    <a:bodyPr/>
                    <a:lstStyle/>
                    <a:p>
                      <a:r>
                        <a:rPr lang="en-US" b="1" dirty="0"/>
                        <a:t>COE in %</a:t>
                      </a:r>
                      <a:endParaRPr lang="en-IN" b="1" dirty="0"/>
                    </a:p>
                  </a:txBody>
                  <a:tcPr/>
                </a:tc>
                <a:tc>
                  <a:txBody>
                    <a:bodyPr/>
                    <a:lstStyle/>
                    <a:p>
                      <a:r>
                        <a:rPr lang="en-US" dirty="0"/>
                        <a:t>Rf = 7.35%</a:t>
                      </a:r>
                      <a:endParaRPr lang="en-IN" dirty="0"/>
                    </a:p>
                  </a:txBody>
                  <a:tcPr/>
                </a:tc>
                <a:tc>
                  <a:txBody>
                    <a:bodyPr/>
                    <a:lstStyle/>
                    <a:p>
                      <a:r>
                        <a:rPr lang="en-US" dirty="0"/>
                        <a:t>Beta = 1.73</a:t>
                      </a:r>
                      <a:endParaRPr lang="en-IN" dirty="0"/>
                    </a:p>
                  </a:txBody>
                  <a:tcPr/>
                </a:tc>
                <a:tc>
                  <a:txBody>
                    <a:bodyPr/>
                    <a:lstStyle/>
                    <a:p>
                      <a:r>
                        <a:rPr lang="en-US" dirty="0"/>
                        <a:t>MRP =7.46%</a:t>
                      </a:r>
                      <a:endParaRPr lang="en-IN" dirty="0"/>
                    </a:p>
                  </a:txBody>
                  <a:tcPr/>
                </a:tc>
                <a:tc>
                  <a:txBody>
                    <a:bodyPr/>
                    <a:lstStyle/>
                    <a:p>
                      <a:r>
                        <a:rPr lang="en-IN" b="1" dirty="0"/>
                        <a:t>COE Hg = 20.26 %</a:t>
                      </a:r>
                    </a:p>
                  </a:txBody>
                  <a:tcPr/>
                </a:tc>
                <a:tc>
                  <a:txBody>
                    <a:bodyPr/>
                    <a:lstStyle/>
                    <a:p>
                      <a:r>
                        <a:rPr lang="en-IN" b="1" dirty="0"/>
                        <a:t>St </a:t>
                      </a:r>
                      <a:r>
                        <a:rPr lang="en-IN" b="1" dirty="0" err="1"/>
                        <a:t>ph</a:t>
                      </a:r>
                      <a:r>
                        <a:rPr lang="en-IN" b="1" dirty="0"/>
                        <a:t> COE= 13.20 % </a:t>
                      </a:r>
                    </a:p>
                    <a:p>
                      <a:r>
                        <a:rPr lang="en-IN" b="1" dirty="0"/>
                        <a:t>(= 6 + 1.2*6)</a:t>
                      </a:r>
                    </a:p>
                  </a:txBody>
                  <a:tcPr/>
                </a:tc>
                <a:extLst>
                  <a:ext uri="{0D108BD9-81ED-4DB2-BD59-A6C34878D82A}">
                    <a16:rowId xmlns:a16="http://schemas.microsoft.com/office/drawing/2014/main" val="4109533588"/>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F5A75685-024E-5033-B5F6-55A7BB65B59D}"/>
                  </a:ext>
                </a:extLst>
              </p14:cNvPr>
              <p14:cNvContentPartPr/>
              <p14:nvPr/>
            </p14:nvContentPartPr>
            <p14:xfrm>
              <a:off x="9597600" y="4161600"/>
              <a:ext cx="2419200" cy="1494000"/>
            </p14:xfrm>
          </p:contentPart>
        </mc:Choice>
        <mc:Fallback xmlns="">
          <p:pic>
            <p:nvPicPr>
              <p:cNvPr id="3" name="Ink 2">
                <a:extLst>
                  <a:ext uri="{FF2B5EF4-FFF2-40B4-BE49-F238E27FC236}">
                    <a16:creationId xmlns:a16="http://schemas.microsoft.com/office/drawing/2014/main" id="{F5A75685-024E-5033-B5F6-55A7BB65B59D}"/>
                  </a:ext>
                </a:extLst>
              </p:cNvPr>
              <p:cNvPicPr/>
              <p:nvPr/>
            </p:nvPicPr>
            <p:blipFill>
              <a:blip r:embed="rId3"/>
              <a:stretch>
                <a:fillRect/>
              </a:stretch>
            </p:blipFill>
            <p:spPr>
              <a:xfrm>
                <a:off x="9588240" y="4152240"/>
                <a:ext cx="2437920" cy="1512720"/>
              </a:xfrm>
              <a:prstGeom prst="rect">
                <a:avLst/>
              </a:prstGeom>
            </p:spPr>
          </p:pic>
        </mc:Fallback>
      </mc:AlternateContent>
    </p:spTree>
    <p:extLst>
      <p:ext uri="{BB962C8B-B14F-4D97-AF65-F5344CB8AC3E}">
        <p14:creationId xmlns:p14="http://schemas.microsoft.com/office/powerpoint/2010/main" val="148349074"/>
      </p:ext>
    </p:extLst>
  </p:cSld>
  <p:clrMapOvr>
    <a:masterClrMapping/>
  </p:clrMapOvr>
</p:sld>
</file>

<file path=ppt/slides/slide4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FD8AA-1DC3-4D87-C863-8B4CC9E016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229AB8-AD78-4DE1-90AA-3D051F6B9B0B}"/>
              </a:ext>
            </a:extLst>
          </p:cNvPr>
          <p:cNvSpPr>
            <a:spLocks noGrp="1"/>
          </p:cNvSpPr>
          <p:nvPr>
            <p:ph type="title"/>
          </p:nvPr>
        </p:nvSpPr>
        <p:spPr>
          <a:xfrm>
            <a:off x="559231" y="-270306"/>
            <a:ext cx="10515600" cy="1325563"/>
          </a:xfrm>
        </p:spPr>
        <p:txBody>
          <a:bodyPr>
            <a:normAutofit/>
          </a:bodyPr>
          <a:lstStyle/>
          <a:p>
            <a:pPr algn="ctr"/>
            <a:r>
              <a:rPr lang="en-US" sz="4000" dirty="0"/>
              <a:t> </a:t>
            </a:r>
            <a:r>
              <a:rPr lang="en-US" sz="4000" b="1" dirty="0"/>
              <a:t>PS Ratio for a Two Stage Firm ( High Growth firm)</a:t>
            </a:r>
            <a:endParaRPr lang="en-IN" sz="4000" b="1" dirty="0"/>
          </a:p>
        </p:txBody>
      </p:sp>
      <p:sp>
        <p:nvSpPr>
          <p:cNvPr id="3" name="Content Placeholder 2">
            <a:extLst>
              <a:ext uri="{FF2B5EF4-FFF2-40B4-BE49-F238E27FC236}">
                <a16:creationId xmlns:a16="http://schemas.microsoft.com/office/drawing/2014/main" id="{6AEA8210-6DC0-AB82-856E-D25F01369422}"/>
              </a:ext>
            </a:extLst>
          </p:cNvPr>
          <p:cNvSpPr>
            <a:spLocks noGrp="1"/>
          </p:cNvSpPr>
          <p:nvPr>
            <p:ph idx="1"/>
          </p:nvPr>
        </p:nvSpPr>
        <p:spPr>
          <a:xfrm>
            <a:off x="559231" y="926724"/>
            <a:ext cx="10515600" cy="4351338"/>
          </a:xfrm>
        </p:spPr>
        <p:txBody>
          <a:bodyPr>
            <a:normAutofit fontScale="85000" lnSpcReduction="20000"/>
          </a:bodyPr>
          <a:lstStyle/>
          <a:p>
            <a:pPr marL="0" indent="0">
              <a:buNone/>
            </a:pPr>
            <a:r>
              <a:rPr lang="en-US" dirty="0"/>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a:t>
            </a:r>
            <a:r>
              <a:rPr lang="en-US" sz="2400" b="1" dirty="0">
                <a:solidFill>
                  <a:prstClr val="black"/>
                </a:solidFill>
                <a:latin typeface="Calibri" panose="020F0502020204030204"/>
              </a:rPr>
              <a:t>NPM</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hg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[DPR hg *(1+ g hg) *( 1- [ {1+g hg}^n / {1+ COE hg }^n])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COE hg – g hg</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DPR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*(1+ g hg)^n * (1+g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COE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g </a:t>
            </a:r>
            <a:r>
              <a:rPr kumimoji="0" lang="en-US" sz="24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(1+ COE  hg)^n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IN" dirty="0"/>
          </a:p>
        </p:txBody>
      </p:sp>
    </p:spTree>
    <p:extLst>
      <p:ext uri="{BB962C8B-B14F-4D97-AF65-F5344CB8AC3E}">
        <p14:creationId xmlns:p14="http://schemas.microsoft.com/office/powerpoint/2010/main" val="1022246120"/>
      </p:ext>
    </p:extLst>
  </p:cSld>
  <p:clrMapOvr>
    <a:masterClrMapping/>
  </p:clrMapOvr>
</p:sld>
</file>

<file path=ppt/slides/slide5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D2F77-AB76-C9CC-E1CC-809ABAEC87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169279-87B7-B972-45E1-56243032F9FD}"/>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PS Ratio </a:t>
            </a:r>
            <a:r>
              <a:rPr lang="en-US" b="1" dirty="0">
                <a:solidFill>
                  <a:prstClr val="black"/>
                </a:solidFill>
                <a:latin typeface="Calibri Light" panose="020F0302020204030204"/>
              </a:rPr>
              <a:t>of NALCO in hg Phase </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a:t>
            </a:r>
            <a:endParaRPr lang="en-IN" dirty="0"/>
          </a:p>
        </p:txBody>
      </p:sp>
      <p:sp>
        <p:nvSpPr>
          <p:cNvPr id="3" name="Content Placeholder 2">
            <a:extLst>
              <a:ext uri="{FF2B5EF4-FFF2-40B4-BE49-F238E27FC236}">
                <a16:creationId xmlns:a16="http://schemas.microsoft.com/office/drawing/2014/main" id="{C0298807-F243-E5E3-393F-CDD584F099B3}"/>
              </a:ext>
            </a:extLst>
          </p:cNvPr>
          <p:cNvSpPr>
            <a:spLocks noGrp="1"/>
          </p:cNvSpPr>
          <p:nvPr>
            <p:ph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0.187 [  0.40*(1.1080) *( 1- [ {1.1080}^</a:t>
            </a:r>
            <a:r>
              <a:rPr lang="en-US" sz="2400" dirty="0">
                <a:solidFill>
                  <a:prstClr val="black"/>
                </a:solidFill>
                <a:latin typeface="Calibri" panose="020F0502020204030204"/>
              </a:rPr>
              <a:t>10</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{1.2026}^</a:t>
            </a:r>
            <a:r>
              <a:rPr lang="en-US" sz="2400" dirty="0">
                <a:solidFill>
                  <a:prstClr val="black"/>
                </a:solidFill>
                <a:latin typeface="Calibri" panose="020F0502020204030204"/>
              </a:rPr>
              <a:t>10</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0.2026 – 0.1080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400"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0.187 * 0.40* (1.1080) (1- </a:t>
            </a:r>
            <a:r>
              <a:rPr lang="en-US" sz="2400" dirty="0">
                <a:solidFill>
                  <a:prstClr val="black"/>
                </a:solidFill>
                <a:latin typeface="Calibri" panose="020F0502020204030204"/>
              </a:rPr>
              <a:t>{2.7887/ 6.3272}</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0.0946   =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0.0464/0.0946</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400" b="1" dirty="0">
                <a:solidFill>
                  <a:prstClr val="black"/>
                </a:solidFill>
                <a:latin typeface="Calibri" panose="020F0502020204030204"/>
              </a:rPr>
              <a:t>= </a:t>
            </a:r>
            <a:r>
              <a:rPr lang="en-US" sz="2400" b="1" dirty="0">
                <a:solidFill>
                  <a:prstClr val="black"/>
                </a:solidFill>
                <a:highlight>
                  <a:srgbClr val="FFFF00"/>
                </a:highlight>
                <a:latin typeface="Calibri" panose="020F0502020204030204"/>
              </a:rPr>
              <a:t>0.4905 </a:t>
            </a:r>
            <a:r>
              <a:rPr kumimoji="0" lang="en-US" sz="24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times </a:t>
            </a:r>
          </a:p>
          <a:p>
            <a:pPr marL="0" indent="0">
              <a:buNone/>
            </a:pPr>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5C8D2223-7928-94FF-02DF-A09A75D78258}"/>
                  </a:ext>
                </a:extLst>
              </p14:cNvPr>
              <p14:cNvContentPartPr/>
              <p14:nvPr/>
            </p14:nvContentPartPr>
            <p14:xfrm>
              <a:off x="110880" y="1000080"/>
              <a:ext cx="7077240" cy="4368960"/>
            </p14:xfrm>
          </p:contentPart>
        </mc:Choice>
        <mc:Fallback xmlns="">
          <p:pic>
            <p:nvPicPr>
              <p:cNvPr id="4" name="Ink 3">
                <a:extLst>
                  <a:ext uri="{FF2B5EF4-FFF2-40B4-BE49-F238E27FC236}">
                    <a16:creationId xmlns:a16="http://schemas.microsoft.com/office/drawing/2014/main" id="{5C8D2223-7928-94FF-02DF-A09A75D78258}"/>
                  </a:ext>
                </a:extLst>
              </p:cNvPr>
              <p:cNvPicPr/>
              <p:nvPr/>
            </p:nvPicPr>
            <p:blipFill>
              <a:blip r:embed="rId3"/>
              <a:stretch>
                <a:fillRect/>
              </a:stretch>
            </p:blipFill>
            <p:spPr>
              <a:xfrm>
                <a:off x="101520" y="990720"/>
                <a:ext cx="7095960" cy="4387680"/>
              </a:xfrm>
              <a:prstGeom prst="rect">
                <a:avLst/>
              </a:prstGeom>
            </p:spPr>
          </p:pic>
        </mc:Fallback>
      </mc:AlternateContent>
    </p:spTree>
    <p:extLst>
      <p:ext uri="{BB962C8B-B14F-4D97-AF65-F5344CB8AC3E}">
        <p14:creationId xmlns:p14="http://schemas.microsoft.com/office/powerpoint/2010/main" val="1560660008"/>
      </p:ext>
    </p:extLst>
  </p:cSld>
  <p:clrMapOvr>
    <a:masterClrMapping/>
  </p:clrMapOvr>
</p:sld>
</file>

<file path=ppt/slides/slide5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81237-B0CA-A778-B1BD-6FF7DD9CCB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407664-0A78-8352-5F6E-DF9BDF909C08}"/>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PS Ratio </a:t>
            </a:r>
            <a:r>
              <a:rPr lang="en-US" b="1" dirty="0">
                <a:solidFill>
                  <a:prstClr val="black"/>
                </a:solidFill>
                <a:latin typeface="Calibri Light" panose="020F0302020204030204"/>
              </a:rPr>
              <a:t>of NALCO –St. Phase </a:t>
            </a:r>
            <a:endParaRPr lang="en-IN" dirty="0"/>
          </a:p>
        </p:txBody>
      </p:sp>
      <p:sp>
        <p:nvSpPr>
          <p:cNvPr id="3" name="Content Placeholder 2">
            <a:extLst>
              <a:ext uri="{FF2B5EF4-FFF2-40B4-BE49-F238E27FC236}">
                <a16:creationId xmlns:a16="http://schemas.microsoft.com/office/drawing/2014/main" id="{22BAAFEC-9D8B-25AA-3778-5404D9154119}"/>
              </a:ext>
            </a:extLst>
          </p:cNvPr>
          <p:cNvSpPr>
            <a:spLocks noGrp="1"/>
          </p:cNvSpPr>
          <p:nvPr>
            <p:ph idx="1"/>
          </p:nvPr>
        </p:nvSpPr>
        <p:spPr/>
        <p:txBody>
          <a:bodyPr/>
          <a:lstStyle/>
          <a:p>
            <a:r>
              <a:rPr lang="en-US" b="1" dirty="0"/>
              <a:t>PS in Stable Phase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NPM hg *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DPR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 g hg)^n * (1+g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COE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g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(1+ COE  hg)^n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b="1" dirty="0">
                <a:solidFill>
                  <a:prstClr val="black"/>
                </a:solidFill>
                <a:latin typeface="Calibri" panose="020F0502020204030204"/>
              </a:rPr>
              <a:t>NPM hg </a:t>
            </a:r>
            <a:r>
              <a:rPr lang="en-US" dirty="0">
                <a:solidFill>
                  <a:prstClr val="black"/>
                </a:solidFill>
                <a:latin typeface="Calibri" panose="020F0502020204030204"/>
              </a:rPr>
              <a:t>= 18.70 % ; </a:t>
            </a:r>
            <a:r>
              <a:rPr lang="en-US" b="1" dirty="0">
                <a:solidFill>
                  <a:prstClr val="black"/>
                </a:solidFill>
                <a:latin typeface="Calibri" panose="020F0502020204030204"/>
              </a:rPr>
              <a:t>DPR </a:t>
            </a:r>
            <a:r>
              <a:rPr lang="en-US" b="1" dirty="0" err="1">
                <a:solidFill>
                  <a:prstClr val="black"/>
                </a:solidFill>
                <a:latin typeface="Calibri" panose="020F0502020204030204"/>
              </a:rPr>
              <a:t>st</a:t>
            </a:r>
            <a:r>
              <a:rPr lang="en-US" b="1" dirty="0">
                <a:solidFill>
                  <a:prstClr val="black"/>
                </a:solidFill>
                <a:latin typeface="Calibri" panose="020F0502020204030204"/>
              </a:rPr>
              <a:t> </a:t>
            </a:r>
            <a:r>
              <a:rPr lang="en-US" dirty="0">
                <a:solidFill>
                  <a:prstClr val="black"/>
                </a:solidFill>
                <a:latin typeface="Calibri" panose="020F0502020204030204"/>
              </a:rPr>
              <a:t>= 70% ; </a:t>
            </a:r>
            <a:r>
              <a:rPr lang="en-US" b="1" dirty="0">
                <a:solidFill>
                  <a:prstClr val="black"/>
                </a:solidFill>
                <a:latin typeface="Calibri" panose="020F0502020204030204"/>
              </a:rPr>
              <a:t>g </a:t>
            </a:r>
            <a:r>
              <a:rPr lang="en-US" b="1" dirty="0" err="1">
                <a:solidFill>
                  <a:prstClr val="black"/>
                </a:solidFill>
                <a:latin typeface="Calibri" panose="020F0502020204030204"/>
              </a:rPr>
              <a:t>st</a:t>
            </a:r>
            <a:r>
              <a:rPr lang="en-US" b="1" dirty="0">
                <a:solidFill>
                  <a:prstClr val="black"/>
                </a:solidFill>
                <a:latin typeface="Calibri" panose="020F0502020204030204"/>
              </a:rPr>
              <a:t> </a:t>
            </a:r>
            <a:r>
              <a:rPr lang="en-US" dirty="0">
                <a:solidFill>
                  <a:prstClr val="black"/>
                </a:solidFill>
                <a:latin typeface="Calibri" panose="020F0502020204030204"/>
              </a:rPr>
              <a:t>= 3.96% ; </a:t>
            </a:r>
            <a:r>
              <a:rPr lang="en-US" b="1" dirty="0">
                <a:solidFill>
                  <a:prstClr val="black"/>
                </a:solidFill>
                <a:latin typeface="Calibri" panose="020F0502020204030204"/>
              </a:rPr>
              <a:t>g f hg </a:t>
            </a:r>
            <a:r>
              <a:rPr lang="en-US" dirty="0">
                <a:solidFill>
                  <a:prstClr val="black"/>
                </a:solidFill>
                <a:latin typeface="Calibri" panose="020F0502020204030204"/>
              </a:rPr>
              <a:t>= 2.7887</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COE </a:t>
            </a:r>
            <a:r>
              <a:rPr kumimoji="0" lang="en-US" sz="2800" b="1"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6% + </a:t>
            </a:r>
            <a:r>
              <a:rPr lang="en-US" dirty="0">
                <a:solidFill>
                  <a:prstClr val="black"/>
                </a:solidFill>
                <a:latin typeface="Calibri" panose="020F0502020204030204"/>
              </a:rPr>
              <a:t>1.2</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(6) = 13.20% ;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length of HG phase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10 years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b="1" dirty="0">
                <a:solidFill>
                  <a:prstClr val="black"/>
                </a:solidFill>
                <a:latin typeface="Calibri" panose="020F0502020204030204"/>
              </a:rPr>
              <a:t>COE f hg </a:t>
            </a:r>
            <a:r>
              <a:rPr lang="en-US" dirty="0">
                <a:solidFill>
                  <a:prstClr val="black"/>
                </a:solidFill>
                <a:latin typeface="Calibri" panose="020F0502020204030204"/>
              </a:rPr>
              <a:t>= 6.3272</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US" dirty="0"/>
          </a:p>
          <a:p>
            <a:pPr marL="0" indent="0">
              <a:buNone/>
            </a:pPr>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8825A3D-71E7-0327-AC99-E1A4EADACBC7}"/>
                  </a:ext>
                </a:extLst>
              </p14:cNvPr>
              <p14:cNvContentPartPr/>
              <p14:nvPr/>
            </p14:nvContentPartPr>
            <p14:xfrm>
              <a:off x="2753280" y="3042720"/>
              <a:ext cx="7302240" cy="2454480"/>
            </p14:xfrm>
          </p:contentPart>
        </mc:Choice>
        <mc:Fallback xmlns="">
          <p:pic>
            <p:nvPicPr>
              <p:cNvPr id="4" name="Ink 3">
                <a:extLst>
                  <a:ext uri="{FF2B5EF4-FFF2-40B4-BE49-F238E27FC236}">
                    <a16:creationId xmlns:a16="http://schemas.microsoft.com/office/drawing/2014/main" id="{18825A3D-71E7-0327-AC99-E1A4EADACBC7}"/>
                  </a:ext>
                </a:extLst>
              </p:cNvPr>
              <p:cNvPicPr/>
              <p:nvPr/>
            </p:nvPicPr>
            <p:blipFill>
              <a:blip r:embed="rId3"/>
              <a:stretch>
                <a:fillRect/>
              </a:stretch>
            </p:blipFill>
            <p:spPr>
              <a:xfrm>
                <a:off x="2743920" y="3033360"/>
                <a:ext cx="7320960" cy="2473200"/>
              </a:xfrm>
              <a:prstGeom prst="rect">
                <a:avLst/>
              </a:prstGeom>
            </p:spPr>
          </p:pic>
        </mc:Fallback>
      </mc:AlternateContent>
    </p:spTree>
    <p:extLst>
      <p:ext uri="{BB962C8B-B14F-4D97-AF65-F5344CB8AC3E}">
        <p14:creationId xmlns:p14="http://schemas.microsoft.com/office/powerpoint/2010/main" val="1341934168"/>
      </p:ext>
    </p:extLst>
  </p:cSld>
  <p:clrMapOvr>
    <a:masterClrMapping/>
  </p:clrMapOvr>
</p:sld>
</file>

<file path=ppt/slides/slide5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DEF1F-F3C9-F866-948C-F39FEF139A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743733-86BA-A33E-3EC3-3760BDD26379}"/>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highlight>
                  <a:srgbClr val="FFFF00"/>
                </a:highlight>
                <a:uLnTx/>
                <a:uFillTx/>
                <a:latin typeface="Calibri Light" panose="020F0302020204030204"/>
                <a:ea typeface="+mj-ea"/>
                <a:cs typeface="+mj-cs"/>
              </a:rPr>
              <a:t>PS Ratio </a:t>
            </a:r>
            <a:r>
              <a:rPr lang="en-US" b="1" dirty="0">
                <a:solidFill>
                  <a:prstClr val="black"/>
                </a:solidFill>
                <a:highlight>
                  <a:srgbClr val="FFFF00"/>
                </a:highlight>
                <a:latin typeface="Calibri Light" panose="020F0302020204030204"/>
              </a:rPr>
              <a:t>of </a:t>
            </a:r>
            <a:r>
              <a:rPr kumimoji="0" lang="en-US" sz="4400" b="1" i="0" u="none" strike="noStrike" kern="1200" cap="none" spc="0" normalizeH="0" baseline="0" noProof="0" dirty="0">
                <a:ln>
                  <a:noFill/>
                </a:ln>
                <a:solidFill>
                  <a:prstClr val="black"/>
                </a:solidFill>
                <a:effectLst/>
                <a:highlight>
                  <a:srgbClr val="FFFF00"/>
                </a:highlight>
                <a:uLnTx/>
                <a:uFillTx/>
                <a:latin typeface="Calibri Light" panose="020F0302020204030204"/>
                <a:ea typeface="+mj-ea"/>
                <a:cs typeface="+mj-cs"/>
              </a:rPr>
              <a:t> NALCO</a:t>
            </a:r>
            <a:endParaRPr lang="en-IN" b="1" dirty="0">
              <a:highlight>
                <a:srgbClr val="FFFF00"/>
              </a:highlight>
            </a:endParaRPr>
          </a:p>
        </p:txBody>
      </p:sp>
      <p:sp>
        <p:nvSpPr>
          <p:cNvPr id="3" name="Content Placeholder 2">
            <a:extLst>
              <a:ext uri="{FF2B5EF4-FFF2-40B4-BE49-F238E27FC236}">
                <a16:creationId xmlns:a16="http://schemas.microsoft.com/office/drawing/2014/main" id="{D3F1CA1D-1490-FC22-6003-44F264A60B29}"/>
              </a:ext>
            </a:extLst>
          </p:cNvPr>
          <p:cNvSpPr>
            <a:spLocks noGrp="1"/>
          </p:cNvSpPr>
          <p:nvPr>
            <p:ph idx="1"/>
          </p:nvPr>
        </p:nvSpPr>
        <p:spPr>
          <a:xfrm>
            <a:off x="838200" y="1446802"/>
            <a:ext cx="10515600" cy="4351338"/>
          </a:xfrm>
        </p:spPr>
        <p:txBody>
          <a:bodyPr>
            <a:normAutofit fontScale="85000" lnSpcReduction="20000"/>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a:t>
            </a:r>
            <a:r>
              <a:rPr lang="en-US" dirty="0">
                <a:solidFill>
                  <a:prstClr val="black"/>
                </a:solidFill>
                <a:latin typeface="Calibri" panose="020F0502020204030204"/>
              </a:rPr>
              <a:t>0.187</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[0.70 *(</a:t>
            </a:r>
            <a:r>
              <a:rPr lang="en-US" dirty="0">
                <a:solidFill>
                  <a:prstClr val="black"/>
                </a:solidFill>
                <a:latin typeface="Calibri" panose="020F0502020204030204"/>
              </a:rPr>
              <a:t>2.7887</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(1.0396)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( 0.1320 – 0.0396) * (6.3272)</a:t>
            </a:r>
            <a:endParaRPr lang="en-US"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solidFill>
                  <a:prstClr val="black"/>
                </a:solidFill>
                <a:latin typeface="Calibri" panose="020F0502020204030204"/>
              </a:rPr>
              <a:t>= 0.187 ( 2.0294/0. 5846 ) = </a:t>
            </a:r>
            <a:r>
              <a:rPr lang="en-US" b="1" dirty="0">
                <a:solidFill>
                  <a:prstClr val="black"/>
                </a:solidFill>
                <a:latin typeface="Calibri" panose="020F0502020204030204"/>
              </a:rPr>
              <a:t>0.6492 times </a:t>
            </a:r>
            <a:endPar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b="1" dirty="0">
                <a:solidFill>
                  <a:prstClr val="black"/>
                </a:solidFill>
                <a:latin typeface="Calibri" panose="020F0502020204030204"/>
              </a:rPr>
              <a:t>Total PS ratio = 0.4905+ 0.6492 = 1.1397 times = 1.14 times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Predicted Mkt Cap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P/S * Sales 2025* (1+ 0.2026/360 * </a:t>
            </a:r>
            <a:r>
              <a:rPr lang="en-US" sz="2600" dirty="0">
                <a:solidFill>
                  <a:prstClr val="black"/>
                </a:solidFill>
                <a:latin typeface="Calibri" panose="020F0502020204030204"/>
              </a:rPr>
              <a:t>27</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0= 1.15) = </a:t>
            </a:r>
            <a:r>
              <a:rPr lang="en-US" sz="2600" dirty="0">
                <a:solidFill>
                  <a:prstClr val="black"/>
                </a:solidFill>
                <a:latin typeface="Calibri" panose="020F0502020204030204"/>
              </a:rPr>
              <a:t>1.14</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16788*1.15  = </a:t>
            </a: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INR 22009 Crores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Predicted price/share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22009 /</a:t>
            </a:r>
            <a:r>
              <a:rPr lang="en-US" sz="2600" dirty="0">
                <a:solidFill>
                  <a:prstClr val="black"/>
                </a:solidFill>
                <a:latin typeface="Calibri" panose="020F0502020204030204"/>
              </a:rPr>
              <a:t> 183.66</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600" b="0" i="0" u="none" strike="noStrike" kern="1200" cap="none" spc="0" normalizeH="0" baseline="0" noProof="0" dirty="0" err="1">
                <a:ln>
                  <a:noFill/>
                </a:ln>
                <a:solidFill>
                  <a:prstClr val="black"/>
                </a:solidFill>
                <a:effectLst/>
                <a:uLnTx/>
                <a:uFillTx/>
                <a:latin typeface="Calibri" panose="020F0502020204030204"/>
                <a:ea typeface="+mn-ea"/>
                <a:cs typeface="+mn-cs"/>
              </a:rPr>
              <a:t>cr</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shares = </a:t>
            </a:r>
            <a:r>
              <a:rPr kumimoji="0" lang="en-US" sz="26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INR 119.84</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Actual Mkt Cap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INR 58239  crores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Actual Price /share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INR 317.10 ( 30 Dec 2025)</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52 w LH: INR 137.75 – INR </a:t>
            </a:r>
            <a:r>
              <a:rPr lang="en-US" sz="2600" b="1" dirty="0">
                <a:solidFill>
                  <a:prstClr val="black"/>
                </a:solidFill>
                <a:latin typeface="Calibri" panose="020F0502020204030204"/>
              </a:rPr>
              <a:t>319.85                                 </a:t>
            </a:r>
            <a:r>
              <a:rPr lang="en-US" sz="2600" b="1" dirty="0">
                <a:solidFill>
                  <a:prstClr val="black"/>
                </a:solidFill>
                <a:highlight>
                  <a:srgbClr val="FFFF00"/>
                </a:highlight>
                <a:latin typeface="Calibri" panose="020F0502020204030204"/>
              </a:rPr>
              <a:t>Highly Overvalued </a:t>
            </a:r>
            <a:endParaRPr kumimoji="0" lang="en-US" sz="26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8B6F17A0-733E-2283-BA69-4E18924E0A4B}"/>
                  </a:ext>
                </a:extLst>
              </p14:cNvPr>
              <p14:cNvContentPartPr/>
              <p14:nvPr/>
            </p14:nvContentPartPr>
            <p14:xfrm>
              <a:off x="5761800" y="1167480"/>
              <a:ext cx="6427800" cy="4541400"/>
            </p14:xfrm>
          </p:contentPart>
        </mc:Choice>
        <mc:Fallback xmlns="">
          <p:pic>
            <p:nvPicPr>
              <p:cNvPr id="4" name="Ink 3">
                <a:extLst>
                  <a:ext uri="{FF2B5EF4-FFF2-40B4-BE49-F238E27FC236}">
                    <a16:creationId xmlns:a16="http://schemas.microsoft.com/office/drawing/2014/main" id="{8B6F17A0-733E-2283-BA69-4E18924E0A4B}"/>
                  </a:ext>
                </a:extLst>
              </p:cNvPr>
              <p:cNvPicPr/>
              <p:nvPr/>
            </p:nvPicPr>
            <p:blipFill>
              <a:blip r:embed="rId3"/>
              <a:stretch>
                <a:fillRect/>
              </a:stretch>
            </p:blipFill>
            <p:spPr>
              <a:xfrm>
                <a:off x="5752440" y="1158120"/>
                <a:ext cx="6446520" cy="4560120"/>
              </a:xfrm>
              <a:prstGeom prst="rect">
                <a:avLst/>
              </a:prstGeom>
            </p:spPr>
          </p:pic>
        </mc:Fallback>
      </mc:AlternateContent>
    </p:spTree>
    <p:extLst>
      <p:ext uri="{BB962C8B-B14F-4D97-AF65-F5344CB8AC3E}">
        <p14:creationId xmlns:p14="http://schemas.microsoft.com/office/powerpoint/2010/main" val="610683244"/>
      </p:ext>
    </p:extLst>
  </p:cSld>
  <p:clrMapOvr>
    <a:masterClrMapping/>
  </p:clrMapOvr>
</p:sld>
</file>

<file path=ppt/slides/slide5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B2518-3B2F-DDBD-54EC-02028AC3D6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755D5B-70E7-EA37-B01C-1031F23A43CC}"/>
              </a:ext>
            </a:extLst>
          </p:cNvPr>
          <p:cNvSpPr>
            <a:spLocks noGrp="1"/>
          </p:cNvSpPr>
          <p:nvPr>
            <p:ph type="title"/>
          </p:nvPr>
        </p:nvSpPr>
        <p:spPr>
          <a:xfrm>
            <a:off x="698715" y="-192814"/>
            <a:ext cx="10515600" cy="1325563"/>
          </a:xfrm>
        </p:spPr>
        <p:txBody>
          <a:bodyPr/>
          <a:lstStyle/>
          <a:p>
            <a:pPr algn="ctr"/>
            <a:r>
              <a:rPr lang="en-US" b="1" dirty="0">
                <a:highlight>
                  <a:srgbClr val="FFFF00"/>
                </a:highlight>
              </a:rPr>
              <a:t>Revised PS Ratio </a:t>
            </a:r>
            <a:r>
              <a:rPr lang="en-US" b="1" dirty="0"/>
              <a:t>of NALCO ( 30 Dec 2025) </a:t>
            </a:r>
            <a:endParaRPr lang="en-IN" b="1" dirty="0"/>
          </a:p>
        </p:txBody>
      </p:sp>
      <p:graphicFrame>
        <p:nvGraphicFramePr>
          <p:cNvPr id="4" name="Table 4">
            <a:extLst>
              <a:ext uri="{FF2B5EF4-FFF2-40B4-BE49-F238E27FC236}">
                <a16:creationId xmlns:a16="http://schemas.microsoft.com/office/drawing/2014/main" id="{33B19135-9B23-5C1A-A604-4DB24EF10669}"/>
              </a:ext>
            </a:extLst>
          </p:cNvPr>
          <p:cNvGraphicFramePr>
            <a:graphicFrameLocks noGrp="1"/>
          </p:cNvGraphicFramePr>
          <p:nvPr>
            <p:ph idx="1"/>
          </p:nvPr>
        </p:nvGraphicFramePr>
        <p:xfrm>
          <a:off x="731520" y="942222"/>
          <a:ext cx="10482795" cy="5872480"/>
        </p:xfrm>
        <a:graphic>
          <a:graphicData uri="http://schemas.openxmlformats.org/drawingml/2006/table">
            <a:tbl>
              <a:tblPr firstRow="1" bandRow="1">
                <a:tableStyleId>{00A15C55-8517-42AA-B614-E9B94910E393}</a:tableStyleId>
              </a:tblPr>
              <a:tblGrid>
                <a:gridCol w="1825700">
                  <a:extLst>
                    <a:ext uri="{9D8B030D-6E8A-4147-A177-3AD203B41FA5}">
                      <a16:colId xmlns:a16="http://schemas.microsoft.com/office/drawing/2014/main" val="3418766108"/>
                    </a:ext>
                  </a:extLst>
                </a:gridCol>
                <a:gridCol w="1646695">
                  <a:extLst>
                    <a:ext uri="{9D8B030D-6E8A-4147-A177-3AD203B41FA5}">
                      <a16:colId xmlns:a16="http://schemas.microsoft.com/office/drawing/2014/main" val="1270078332"/>
                    </a:ext>
                  </a:extLst>
                </a:gridCol>
                <a:gridCol w="1752600">
                  <a:extLst>
                    <a:ext uri="{9D8B030D-6E8A-4147-A177-3AD203B41FA5}">
                      <a16:colId xmlns:a16="http://schemas.microsoft.com/office/drawing/2014/main" val="3660235723"/>
                    </a:ext>
                  </a:extLst>
                </a:gridCol>
                <a:gridCol w="1752600">
                  <a:extLst>
                    <a:ext uri="{9D8B030D-6E8A-4147-A177-3AD203B41FA5}">
                      <a16:colId xmlns:a16="http://schemas.microsoft.com/office/drawing/2014/main" val="2778930366"/>
                    </a:ext>
                  </a:extLst>
                </a:gridCol>
                <a:gridCol w="1752600">
                  <a:extLst>
                    <a:ext uri="{9D8B030D-6E8A-4147-A177-3AD203B41FA5}">
                      <a16:colId xmlns:a16="http://schemas.microsoft.com/office/drawing/2014/main" val="3166084875"/>
                    </a:ext>
                  </a:extLst>
                </a:gridCol>
                <a:gridCol w="1752600">
                  <a:extLst>
                    <a:ext uri="{9D8B030D-6E8A-4147-A177-3AD203B41FA5}">
                      <a16:colId xmlns:a16="http://schemas.microsoft.com/office/drawing/2014/main" val="2676576751"/>
                    </a:ext>
                  </a:extLst>
                </a:gridCol>
              </a:tblGrid>
              <a:tr h="370840">
                <a:tc>
                  <a:txBody>
                    <a:bodyPr/>
                    <a:lstStyle/>
                    <a:p>
                      <a:r>
                        <a:rPr lang="en-US" dirty="0"/>
                        <a:t>Particulars</a:t>
                      </a:r>
                      <a:endParaRPr lang="en-IN" dirty="0"/>
                    </a:p>
                  </a:txBody>
                  <a:tcPr/>
                </a:tc>
                <a:tc>
                  <a:txBody>
                    <a:bodyPr/>
                    <a:lstStyle/>
                    <a:p>
                      <a:r>
                        <a:rPr lang="en-IN" dirty="0"/>
                        <a:t>2025</a:t>
                      </a:r>
                    </a:p>
                  </a:txBody>
                  <a:tcPr/>
                </a:tc>
                <a:tc>
                  <a:txBody>
                    <a:bodyPr/>
                    <a:lstStyle/>
                    <a:p>
                      <a:r>
                        <a:rPr lang="en-IN" dirty="0"/>
                        <a:t>2024</a:t>
                      </a:r>
                    </a:p>
                  </a:txBody>
                  <a:tcPr/>
                </a:tc>
                <a:tc>
                  <a:txBody>
                    <a:bodyPr/>
                    <a:lstStyle/>
                    <a:p>
                      <a:r>
                        <a:rPr lang="en-IN" dirty="0"/>
                        <a:t>2023</a:t>
                      </a:r>
                    </a:p>
                  </a:txBody>
                  <a:tcPr/>
                </a:tc>
                <a:tc>
                  <a:txBody>
                    <a:bodyPr/>
                    <a:lstStyle/>
                    <a:p>
                      <a:r>
                        <a:rPr lang="en-IN" dirty="0"/>
                        <a:t>2022</a:t>
                      </a:r>
                    </a:p>
                  </a:txBody>
                  <a:tcPr/>
                </a:tc>
                <a:tc>
                  <a:txBody>
                    <a:bodyPr/>
                    <a:lstStyle/>
                    <a:p>
                      <a:r>
                        <a:rPr lang="en-US" dirty="0"/>
                        <a:t>2021</a:t>
                      </a:r>
                      <a:endParaRPr lang="en-IN" dirty="0"/>
                    </a:p>
                  </a:txBody>
                  <a:tcPr/>
                </a:tc>
                <a:extLst>
                  <a:ext uri="{0D108BD9-81ED-4DB2-BD59-A6C34878D82A}">
                    <a16:rowId xmlns:a16="http://schemas.microsoft.com/office/drawing/2014/main" val="1699590686"/>
                  </a:ext>
                </a:extLst>
              </a:tr>
              <a:tr h="370840">
                <a:tc>
                  <a:txBody>
                    <a:bodyPr/>
                    <a:lstStyle/>
                    <a:p>
                      <a:r>
                        <a:rPr lang="en-US" dirty="0"/>
                        <a:t>DPS (in INR)</a:t>
                      </a:r>
                      <a:endParaRPr lang="en-IN" dirty="0"/>
                    </a:p>
                  </a:txBody>
                  <a:tcPr/>
                </a:tc>
                <a:tc>
                  <a:txBody>
                    <a:bodyPr/>
                    <a:lstStyle/>
                    <a:p>
                      <a:r>
                        <a:rPr lang="en-IN" dirty="0"/>
                        <a:t>8.00</a:t>
                      </a:r>
                    </a:p>
                  </a:txBody>
                  <a:tcPr/>
                </a:tc>
                <a:tc>
                  <a:txBody>
                    <a:bodyPr/>
                    <a:lstStyle/>
                    <a:p>
                      <a:r>
                        <a:rPr lang="en-IN" dirty="0"/>
                        <a:t>5.00</a:t>
                      </a:r>
                    </a:p>
                  </a:txBody>
                  <a:tcPr/>
                </a:tc>
                <a:tc>
                  <a:txBody>
                    <a:bodyPr/>
                    <a:lstStyle/>
                    <a:p>
                      <a:r>
                        <a:rPr lang="en-IN" dirty="0"/>
                        <a:t>4.50</a:t>
                      </a:r>
                    </a:p>
                  </a:txBody>
                  <a:tcPr/>
                </a:tc>
                <a:tc>
                  <a:txBody>
                    <a:bodyPr/>
                    <a:lstStyle/>
                    <a:p>
                      <a:r>
                        <a:rPr lang="en-IN" dirty="0"/>
                        <a:t>6.50</a:t>
                      </a:r>
                    </a:p>
                  </a:txBody>
                  <a:tcPr/>
                </a:tc>
                <a:tc>
                  <a:txBody>
                    <a:bodyPr/>
                    <a:lstStyle/>
                    <a:p>
                      <a:r>
                        <a:rPr lang="en-IN" dirty="0"/>
                        <a:t>3.50</a:t>
                      </a:r>
                    </a:p>
                  </a:txBody>
                  <a:tcPr/>
                </a:tc>
                <a:extLst>
                  <a:ext uri="{0D108BD9-81ED-4DB2-BD59-A6C34878D82A}">
                    <a16:rowId xmlns:a16="http://schemas.microsoft.com/office/drawing/2014/main" val="262288761"/>
                  </a:ext>
                </a:extLst>
              </a:tr>
              <a:tr h="438366">
                <a:tc>
                  <a:txBody>
                    <a:bodyPr/>
                    <a:lstStyle/>
                    <a:p>
                      <a:r>
                        <a:rPr lang="en-US" dirty="0"/>
                        <a:t>EPS Basic ( In INR)</a:t>
                      </a:r>
                      <a:endParaRPr lang="en-IN" dirty="0"/>
                    </a:p>
                  </a:txBody>
                  <a:tcPr/>
                </a:tc>
                <a:tc>
                  <a:txBody>
                    <a:bodyPr/>
                    <a:lstStyle/>
                    <a:p>
                      <a:r>
                        <a:rPr lang="en-IN" dirty="0"/>
                        <a:t>28.68</a:t>
                      </a:r>
                    </a:p>
                  </a:txBody>
                  <a:tcPr/>
                </a:tc>
                <a:tc>
                  <a:txBody>
                    <a:bodyPr/>
                    <a:lstStyle/>
                    <a:p>
                      <a:r>
                        <a:rPr lang="en-IN" dirty="0"/>
                        <a:t>10.83</a:t>
                      </a:r>
                    </a:p>
                  </a:txBody>
                  <a:tcPr/>
                </a:tc>
                <a:tc>
                  <a:txBody>
                    <a:bodyPr/>
                    <a:lstStyle/>
                    <a:p>
                      <a:r>
                        <a:rPr lang="en-IN" dirty="0"/>
                        <a:t>7.81</a:t>
                      </a:r>
                    </a:p>
                  </a:txBody>
                  <a:tcPr/>
                </a:tc>
                <a:tc>
                  <a:txBody>
                    <a:bodyPr/>
                    <a:lstStyle/>
                    <a:p>
                      <a:r>
                        <a:rPr lang="en-IN" dirty="0"/>
                        <a:t>16.07</a:t>
                      </a:r>
                    </a:p>
                  </a:txBody>
                  <a:tcPr/>
                </a:tc>
                <a:tc>
                  <a:txBody>
                    <a:bodyPr/>
                    <a:lstStyle/>
                    <a:p>
                      <a:r>
                        <a:rPr lang="en-IN" dirty="0"/>
                        <a:t>6.97</a:t>
                      </a:r>
                    </a:p>
                  </a:txBody>
                  <a:tcPr/>
                </a:tc>
                <a:extLst>
                  <a:ext uri="{0D108BD9-81ED-4DB2-BD59-A6C34878D82A}">
                    <a16:rowId xmlns:a16="http://schemas.microsoft.com/office/drawing/2014/main" val="1667656263"/>
                  </a:ext>
                </a:extLst>
              </a:tr>
              <a:tr h="370840">
                <a:tc>
                  <a:txBody>
                    <a:bodyPr/>
                    <a:lstStyle/>
                    <a:p>
                      <a:r>
                        <a:rPr lang="en-US" b="1" dirty="0"/>
                        <a:t>Average DPR </a:t>
                      </a:r>
                      <a:endParaRPr lang="en-IN" b="1" dirty="0"/>
                    </a:p>
                  </a:txBody>
                  <a:tcPr/>
                </a:tc>
                <a:tc>
                  <a:txBody>
                    <a:bodyPr/>
                    <a:lstStyle/>
                    <a:p>
                      <a:endParaRPr lang="en-IN" dirty="0"/>
                    </a:p>
                  </a:txBody>
                  <a:tcPr/>
                </a:tc>
                <a:tc>
                  <a:txBody>
                    <a:bodyPr/>
                    <a:lstStyle/>
                    <a:p>
                      <a:endParaRPr lang="en-IN" dirty="0"/>
                    </a:p>
                  </a:txBody>
                  <a:tcPr/>
                </a:tc>
                <a:tc>
                  <a:txBody>
                    <a:bodyPr/>
                    <a:lstStyle/>
                    <a:p>
                      <a:r>
                        <a:rPr lang="en-IN" dirty="0"/>
                        <a:t>27.5/ 70.36 =  39.08%</a:t>
                      </a:r>
                    </a:p>
                  </a:txBody>
                  <a:tcPr/>
                </a:tc>
                <a:tc>
                  <a:txBody>
                    <a:bodyPr/>
                    <a:lstStyle/>
                    <a:p>
                      <a:r>
                        <a:rPr lang="en-IN" b="1" dirty="0">
                          <a:highlight>
                            <a:srgbClr val="FFFF00"/>
                          </a:highlight>
                        </a:rPr>
                        <a:t>Assume 40 %</a:t>
                      </a:r>
                    </a:p>
                  </a:txBody>
                  <a:tcPr/>
                </a:tc>
                <a:tc>
                  <a:txBody>
                    <a:bodyPr/>
                    <a:lstStyle/>
                    <a:p>
                      <a:r>
                        <a:rPr lang="en-IN" b="1" dirty="0">
                          <a:highlight>
                            <a:srgbClr val="FFFF00"/>
                          </a:highlight>
                        </a:rPr>
                        <a:t>St Ph DPR = 70%</a:t>
                      </a:r>
                    </a:p>
                  </a:txBody>
                  <a:tcPr/>
                </a:tc>
                <a:extLst>
                  <a:ext uri="{0D108BD9-81ED-4DB2-BD59-A6C34878D82A}">
                    <a16:rowId xmlns:a16="http://schemas.microsoft.com/office/drawing/2014/main" val="2728041789"/>
                  </a:ext>
                </a:extLst>
              </a:tr>
              <a:tr h="370840">
                <a:tc>
                  <a:txBody>
                    <a:bodyPr/>
                    <a:lstStyle/>
                    <a:p>
                      <a:r>
                        <a:rPr lang="en-US" dirty="0"/>
                        <a:t>ROE (in %) </a:t>
                      </a:r>
                      <a:endParaRPr lang="en-IN" dirty="0"/>
                    </a:p>
                  </a:txBody>
                  <a:tcPr/>
                </a:tc>
                <a:tc>
                  <a:txBody>
                    <a:bodyPr/>
                    <a:lstStyle/>
                    <a:p>
                      <a:r>
                        <a:rPr lang="en-IN" dirty="0"/>
                        <a:t>29.58</a:t>
                      </a:r>
                    </a:p>
                  </a:txBody>
                  <a:tcPr/>
                </a:tc>
                <a:tc>
                  <a:txBody>
                    <a:bodyPr/>
                    <a:lstStyle/>
                    <a:p>
                      <a:r>
                        <a:rPr lang="en-IN" dirty="0"/>
                        <a:t>13.82</a:t>
                      </a:r>
                    </a:p>
                  </a:txBody>
                  <a:tcPr/>
                </a:tc>
                <a:tc>
                  <a:txBody>
                    <a:bodyPr/>
                    <a:lstStyle/>
                    <a:p>
                      <a:r>
                        <a:rPr lang="en-IN" dirty="0"/>
                        <a:t>10.92</a:t>
                      </a:r>
                    </a:p>
                  </a:txBody>
                  <a:tcPr/>
                </a:tc>
                <a:tc>
                  <a:txBody>
                    <a:bodyPr/>
                    <a:lstStyle/>
                    <a:p>
                      <a:r>
                        <a:rPr lang="en-IN" dirty="0"/>
                        <a:t>23.51</a:t>
                      </a:r>
                    </a:p>
                  </a:txBody>
                  <a:tcPr/>
                </a:tc>
                <a:tc>
                  <a:txBody>
                    <a:bodyPr/>
                    <a:lstStyle/>
                    <a:p>
                      <a:r>
                        <a:rPr lang="en-IN" dirty="0"/>
                        <a:t>12.16</a:t>
                      </a:r>
                    </a:p>
                  </a:txBody>
                  <a:tcPr/>
                </a:tc>
                <a:extLst>
                  <a:ext uri="{0D108BD9-81ED-4DB2-BD59-A6C34878D82A}">
                    <a16:rowId xmlns:a16="http://schemas.microsoft.com/office/drawing/2014/main" val="1842960044"/>
                  </a:ext>
                </a:extLst>
              </a:tr>
              <a:tr h="370840">
                <a:tc>
                  <a:txBody>
                    <a:bodyPr/>
                    <a:lstStyle/>
                    <a:p>
                      <a:r>
                        <a:rPr lang="en-US" b="1" dirty="0"/>
                        <a:t>Average ROE(in %)</a:t>
                      </a:r>
                      <a:endParaRPr lang="en-IN" b="1" dirty="0"/>
                    </a:p>
                  </a:txBody>
                  <a:tcPr/>
                </a:tc>
                <a:tc>
                  <a:txBody>
                    <a:bodyPr/>
                    <a:lstStyle/>
                    <a:p>
                      <a:endParaRPr lang="en-IN" b="1" dirty="0"/>
                    </a:p>
                  </a:txBody>
                  <a:tcPr/>
                </a:tc>
                <a:tc>
                  <a:txBody>
                    <a:bodyPr/>
                    <a:lstStyle/>
                    <a:p>
                      <a:endParaRPr lang="en-IN" b="1" dirty="0"/>
                    </a:p>
                  </a:txBody>
                  <a:tcPr/>
                </a:tc>
                <a:tc>
                  <a:txBody>
                    <a:bodyPr/>
                    <a:lstStyle/>
                    <a:p>
                      <a:r>
                        <a:rPr lang="en-IN" b="1" dirty="0">
                          <a:highlight>
                            <a:srgbClr val="FFFF00"/>
                          </a:highlight>
                        </a:rPr>
                        <a:t>18 %</a:t>
                      </a:r>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997042124"/>
                  </a:ext>
                </a:extLst>
              </a:tr>
              <a:tr h="370840">
                <a:tc>
                  <a:txBody>
                    <a:bodyPr/>
                    <a:lstStyle/>
                    <a:p>
                      <a:r>
                        <a:rPr lang="en-US" b="1" dirty="0"/>
                        <a:t>Fundamental growth rate in %</a:t>
                      </a:r>
                      <a:endParaRPr lang="en-IN" b="1" dirty="0"/>
                    </a:p>
                  </a:txBody>
                  <a:tcPr/>
                </a:tc>
                <a:tc>
                  <a:txBody>
                    <a:bodyPr/>
                    <a:lstStyle/>
                    <a:p>
                      <a:endParaRPr lang="en-IN" b="1" dirty="0"/>
                    </a:p>
                  </a:txBody>
                  <a:tcPr/>
                </a:tc>
                <a:tc>
                  <a:txBody>
                    <a:bodyPr/>
                    <a:lstStyle/>
                    <a:p>
                      <a:endParaRPr lang="en-IN" b="1" dirty="0"/>
                    </a:p>
                  </a:txBody>
                  <a:tcPr/>
                </a:tc>
                <a:tc>
                  <a:txBody>
                    <a:bodyPr/>
                    <a:lstStyle/>
                    <a:p>
                      <a:r>
                        <a:rPr lang="en-IN" b="1" dirty="0"/>
                        <a:t>18 (1-0.40) = </a:t>
                      </a:r>
                      <a:r>
                        <a:rPr lang="en-IN" b="1" dirty="0">
                          <a:highlight>
                            <a:srgbClr val="FFFF00"/>
                          </a:highlight>
                        </a:rPr>
                        <a:t>10.80 %</a:t>
                      </a:r>
                    </a:p>
                  </a:txBody>
                  <a:tcPr/>
                </a:tc>
                <a:tc>
                  <a:txBody>
                    <a:bodyPr/>
                    <a:lstStyle/>
                    <a:p>
                      <a:r>
                        <a:rPr lang="en-IN" b="1" dirty="0">
                          <a:highlight>
                            <a:srgbClr val="FFFF00"/>
                          </a:highlight>
                        </a:rPr>
                        <a:t>2 Stage Firm</a:t>
                      </a:r>
                    </a:p>
                  </a:txBody>
                  <a:tcPr/>
                </a:tc>
                <a:tc>
                  <a:txBody>
                    <a:bodyPr/>
                    <a:lstStyle/>
                    <a:p>
                      <a:r>
                        <a:rPr lang="en-IN" dirty="0"/>
                        <a:t>St Ph G</a:t>
                      </a:r>
                    </a:p>
                    <a:p>
                      <a:r>
                        <a:rPr lang="en-IN" dirty="0"/>
                        <a:t>= 13.20 (0.30)= </a:t>
                      </a:r>
                      <a:r>
                        <a:rPr lang="en-IN" b="1" dirty="0">
                          <a:highlight>
                            <a:srgbClr val="FFFF00"/>
                          </a:highlight>
                        </a:rPr>
                        <a:t>3.96 %</a:t>
                      </a:r>
                    </a:p>
                  </a:txBody>
                  <a:tcPr/>
                </a:tc>
                <a:extLst>
                  <a:ext uri="{0D108BD9-81ED-4DB2-BD59-A6C34878D82A}">
                    <a16:rowId xmlns:a16="http://schemas.microsoft.com/office/drawing/2014/main" val="2684606607"/>
                  </a:ext>
                </a:extLst>
              </a:tr>
              <a:tr h="370840">
                <a:tc>
                  <a:txBody>
                    <a:bodyPr/>
                    <a:lstStyle/>
                    <a:p>
                      <a:r>
                        <a:rPr lang="en-US" dirty="0"/>
                        <a:t>NPM (IN %)</a:t>
                      </a:r>
                      <a:endParaRPr lang="en-IN" dirty="0"/>
                    </a:p>
                  </a:txBody>
                  <a:tcPr/>
                </a:tc>
                <a:tc>
                  <a:txBody>
                    <a:bodyPr/>
                    <a:lstStyle/>
                    <a:p>
                      <a:r>
                        <a:rPr lang="en-IN" dirty="0"/>
                        <a:t>31.71</a:t>
                      </a:r>
                    </a:p>
                  </a:txBody>
                  <a:tcPr/>
                </a:tc>
                <a:tc>
                  <a:txBody>
                    <a:bodyPr/>
                    <a:lstStyle/>
                    <a:p>
                      <a:r>
                        <a:rPr lang="en-IN" dirty="0"/>
                        <a:t>15.66</a:t>
                      </a:r>
                    </a:p>
                  </a:txBody>
                  <a:tcPr/>
                </a:tc>
                <a:tc>
                  <a:txBody>
                    <a:bodyPr/>
                    <a:lstStyle/>
                    <a:p>
                      <a:r>
                        <a:rPr lang="en-IN" dirty="0"/>
                        <a:t>10.83</a:t>
                      </a:r>
                    </a:p>
                  </a:txBody>
                  <a:tcPr/>
                </a:tc>
                <a:tc>
                  <a:txBody>
                    <a:bodyPr/>
                    <a:lstStyle/>
                    <a:p>
                      <a:r>
                        <a:rPr lang="en-IN" dirty="0"/>
                        <a:t>20.81</a:t>
                      </a:r>
                    </a:p>
                  </a:txBody>
                  <a:tcPr/>
                </a:tc>
                <a:tc>
                  <a:txBody>
                    <a:bodyPr/>
                    <a:lstStyle/>
                    <a:p>
                      <a:r>
                        <a:rPr lang="en-IN" dirty="0"/>
                        <a:t>14.51</a:t>
                      </a:r>
                    </a:p>
                  </a:txBody>
                  <a:tcPr/>
                </a:tc>
                <a:extLst>
                  <a:ext uri="{0D108BD9-81ED-4DB2-BD59-A6C34878D82A}">
                    <a16:rowId xmlns:a16="http://schemas.microsoft.com/office/drawing/2014/main" val="2697174927"/>
                  </a:ext>
                </a:extLst>
              </a:tr>
              <a:tr h="370840">
                <a:tc>
                  <a:txBody>
                    <a:bodyPr/>
                    <a:lstStyle/>
                    <a:p>
                      <a:r>
                        <a:rPr lang="en-US" b="1" dirty="0"/>
                        <a:t>5 Average NPM %</a:t>
                      </a:r>
                      <a:endParaRPr lang="en-IN" b="1" dirty="0"/>
                    </a:p>
                  </a:txBody>
                  <a:tcPr/>
                </a:tc>
                <a:tc>
                  <a:txBody>
                    <a:bodyPr/>
                    <a:lstStyle/>
                    <a:p>
                      <a:r>
                        <a:rPr lang="en-IN" b="1" dirty="0"/>
                        <a:t>18.70%</a:t>
                      </a:r>
                    </a:p>
                  </a:txBody>
                  <a:tcPr/>
                </a:tc>
                <a:tc>
                  <a:txBody>
                    <a:bodyPr/>
                    <a:lstStyle/>
                    <a:p>
                      <a:r>
                        <a:rPr lang="en-IN" dirty="0">
                          <a:highlight>
                            <a:srgbClr val="FFFF00"/>
                          </a:highlight>
                        </a:rPr>
                        <a:t>Let us take 20%</a:t>
                      </a:r>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60895401"/>
                  </a:ext>
                </a:extLst>
              </a:tr>
              <a:tr h="370840">
                <a:tc>
                  <a:txBody>
                    <a:bodyPr/>
                    <a:lstStyle/>
                    <a:p>
                      <a:r>
                        <a:rPr lang="en-US" b="1" dirty="0"/>
                        <a:t>COE in %</a:t>
                      </a:r>
                      <a:endParaRPr lang="en-IN" b="1" dirty="0"/>
                    </a:p>
                  </a:txBody>
                  <a:tcPr/>
                </a:tc>
                <a:tc>
                  <a:txBody>
                    <a:bodyPr/>
                    <a:lstStyle/>
                    <a:p>
                      <a:r>
                        <a:rPr lang="en-US" dirty="0"/>
                        <a:t>Rf = 7.35%</a:t>
                      </a:r>
                      <a:endParaRPr lang="en-IN" dirty="0"/>
                    </a:p>
                  </a:txBody>
                  <a:tcPr/>
                </a:tc>
                <a:tc>
                  <a:txBody>
                    <a:bodyPr/>
                    <a:lstStyle/>
                    <a:p>
                      <a:r>
                        <a:rPr lang="en-US" dirty="0"/>
                        <a:t>Beta = 1.73</a:t>
                      </a:r>
                      <a:endParaRPr lang="en-IN" dirty="0"/>
                    </a:p>
                  </a:txBody>
                  <a:tcPr/>
                </a:tc>
                <a:tc>
                  <a:txBody>
                    <a:bodyPr/>
                    <a:lstStyle/>
                    <a:p>
                      <a:r>
                        <a:rPr lang="en-US" dirty="0"/>
                        <a:t>MRP =7.46%</a:t>
                      </a:r>
                      <a:endParaRPr lang="en-IN" dirty="0"/>
                    </a:p>
                  </a:txBody>
                  <a:tcPr/>
                </a:tc>
                <a:tc>
                  <a:txBody>
                    <a:bodyPr/>
                    <a:lstStyle/>
                    <a:p>
                      <a:r>
                        <a:rPr lang="en-IN" b="1" dirty="0"/>
                        <a:t>COE Hg = 20.26 %</a:t>
                      </a:r>
                    </a:p>
                  </a:txBody>
                  <a:tcPr/>
                </a:tc>
                <a:tc>
                  <a:txBody>
                    <a:bodyPr/>
                    <a:lstStyle/>
                    <a:p>
                      <a:r>
                        <a:rPr lang="en-IN" b="1" dirty="0"/>
                        <a:t>St </a:t>
                      </a:r>
                      <a:r>
                        <a:rPr lang="en-IN" b="1" dirty="0" err="1"/>
                        <a:t>ph</a:t>
                      </a:r>
                      <a:r>
                        <a:rPr lang="en-IN" b="1" dirty="0"/>
                        <a:t> COE= 13.20 % </a:t>
                      </a:r>
                    </a:p>
                    <a:p>
                      <a:r>
                        <a:rPr lang="en-IN" b="1" dirty="0"/>
                        <a:t>(= 6 + 1.2*6)</a:t>
                      </a:r>
                    </a:p>
                  </a:txBody>
                  <a:tcPr/>
                </a:tc>
                <a:extLst>
                  <a:ext uri="{0D108BD9-81ED-4DB2-BD59-A6C34878D82A}">
                    <a16:rowId xmlns:a16="http://schemas.microsoft.com/office/drawing/2014/main" val="4109533588"/>
                  </a:ext>
                </a:extLst>
              </a:tr>
            </a:tbl>
          </a:graphicData>
        </a:graphic>
      </p:graphicFrame>
    </p:spTree>
    <p:extLst>
      <p:ext uri="{BB962C8B-B14F-4D97-AF65-F5344CB8AC3E}">
        <p14:creationId xmlns:p14="http://schemas.microsoft.com/office/powerpoint/2010/main" val="3364556848"/>
      </p:ext>
    </p:extLst>
  </p:cSld>
  <p:clrMapOvr>
    <a:masterClrMapping/>
  </p:clrMapOvr>
</p:sld>
</file>

<file path=ppt/slides/slide5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2E5A9-2FFE-FDA9-2B9E-69830316C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5A6E9F-7BB3-DC51-7AED-6E0F7EB06D3D}"/>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highlight>
                  <a:srgbClr val="FFFF00"/>
                </a:highlight>
                <a:uLnTx/>
                <a:uFillTx/>
                <a:latin typeface="Calibri Light" panose="020F0302020204030204"/>
                <a:ea typeface="+mj-ea"/>
                <a:cs typeface="+mj-cs"/>
              </a:rPr>
              <a:t>Revised PS Ratio </a:t>
            </a:r>
            <a:r>
              <a:rPr lang="en-US" b="1" dirty="0">
                <a:solidFill>
                  <a:prstClr val="black"/>
                </a:solidFill>
                <a:latin typeface="Calibri Light" panose="020F0302020204030204"/>
              </a:rPr>
              <a:t>of NALCO in hg Phase </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a:t>
            </a:r>
            <a:endParaRPr lang="en-IN" dirty="0"/>
          </a:p>
        </p:txBody>
      </p:sp>
      <p:sp>
        <p:nvSpPr>
          <p:cNvPr id="3" name="Content Placeholder 2">
            <a:extLst>
              <a:ext uri="{FF2B5EF4-FFF2-40B4-BE49-F238E27FC236}">
                <a16:creationId xmlns:a16="http://schemas.microsoft.com/office/drawing/2014/main" id="{9CE204DA-32EB-B6B1-5F3B-42107E08D8FE}"/>
              </a:ext>
            </a:extLst>
          </p:cNvPr>
          <p:cNvSpPr>
            <a:spLocks noGrp="1"/>
          </p:cNvSpPr>
          <p:nvPr>
            <p:ph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0.2000 [  0.40*(1.1080) *( 1- [ {1.1080}^</a:t>
            </a:r>
            <a:r>
              <a:rPr lang="en-US" sz="2400" dirty="0">
                <a:solidFill>
                  <a:prstClr val="black"/>
                </a:solidFill>
                <a:latin typeface="Calibri" panose="020F0502020204030204"/>
              </a:rPr>
              <a:t>10</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{1.2026}^</a:t>
            </a:r>
            <a:r>
              <a:rPr lang="en-US" sz="2400" dirty="0">
                <a:solidFill>
                  <a:prstClr val="black"/>
                </a:solidFill>
                <a:latin typeface="Calibri" panose="020F0502020204030204"/>
              </a:rPr>
              <a:t>10</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0.2026 – 0.1080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400"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0.2000 * 0.40* (1.1080) (1- </a:t>
            </a:r>
            <a:r>
              <a:rPr lang="en-US" sz="2400" dirty="0">
                <a:solidFill>
                  <a:prstClr val="black"/>
                </a:solidFill>
                <a:latin typeface="Calibri" panose="020F0502020204030204"/>
              </a:rPr>
              <a:t>{2.7887/ 6.3272}</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0.0946   =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0.0496/0.0946</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400" b="1" dirty="0">
                <a:solidFill>
                  <a:prstClr val="black"/>
                </a:solidFill>
                <a:latin typeface="Calibri" panose="020F0502020204030204"/>
              </a:rPr>
              <a:t>= 0.5243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times </a:t>
            </a:r>
          </a:p>
          <a:p>
            <a:pPr marL="0" indent="0">
              <a:buNone/>
            </a:pPr>
            <a:endParaRPr lang="en-IN" dirty="0"/>
          </a:p>
        </p:txBody>
      </p:sp>
    </p:spTree>
    <p:extLst>
      <p:ext uri="{BB962C8B-B14F-4D97-AF65-F5344CB8AC3E}">
        <p14:creationId xmlns:p14="http://schemas.microsoft.com/office/powerpoint/2010/main" val="750907416"/>
      </p:ext>
    </p:extLst>
  </p:cSld>
  <p:clrMapOvr>
    <a:masterClrMapping/>
  </p:clrMapOvr>
</p:sld>
</file>

<file path=ppt/slides/slide5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C6617-A1C2-0967-E30C-ECF484036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0E9AF5-177F-970F-ECE9-D4F0416FB0B7}"/>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highlight>
                  <a:srgbClr val="FFFF00"/>
                </a:highlight>
                <a:uLnTx/>
                <a:uFillTx/>
                <a:latin typeface="Calibri Light" panose="020F0302020204030204"/>
                <a:ea typeface="+mj-ea"/>
                <a:cs typeface="+mj-cs"/>
              </a:rPr>
              <a:t>Revised PS Ratio </a:t>
            </a:r>
            <a:r>
              <a:rPr lang="en-US" b="1" dirty="0">
                <a:solidFill>
                  <a:prstClr val="black"/>
                </a:solidFill>
                <a:latin typeface="Calibri Light" panose="020F0302020204030204"/>
              </a:rPr>
              <a:t>of NALCO –St. Phase </a:t>
            </a:r>
            <a:endParaRPr lang="en-IN" dirty="0"/>
          </a:p>
        </p:txBody>
      </p:sp>
      <p:sp>
        <p:nvSpPr>
          <p:cNvPr id="3" name="Content Placeholder 2">
            <a:extLst>
              <a:ext uri="{FF2B5EF4-FFF2-40B4-BE49-F238E27FC236}">
                <a16:creationId xmlns:a16="http://schemas.microsoft.com/office/drawing/2014/main" id="{4C752CD5-9AB8-93BB-218D-B84E2FB20E2A}"/>
              </a:ext>
            </a:extLst>
          </p:cNvPr>
          <p:cNvSpPr>
            <a:spLocks noGrp="1"/>
          </p:cNvSpPr>
          <p:nvPr>
            <p:ph idx="1"/>
          </p:nvPr>
        </p:nvSpPr>
        <p:spPr/>
        <p:txBody>
          <a:bodyPr/>
          <a:lstStyle/>
          <a:p>
            <a:r>
              <a:rPr lang="en-US" b="1" dirty="0"/>
              <a:t>PS in Stable Phase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NPM hg *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DPR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 g hg)^n * (1+g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COE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g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(1+ COE  hg)^n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b="1" dirty="0">
                <a:solidFill>
                  <a:prstClr val="black"/>
                </a:solidFill>
                <a:latin typeface="Calibri" panose="020F0502020204030204"/>
              </a:rPr>
              <a:t>NPM hg </a:t>
            </a:r>
            <a:r>
              <a:rPr lang="en-US" dirty="0">
                <a:solidFill>
                  <a:prstClr val="black"/>
                </a:solidFill>
                <a:latin typeface="Calibri" panose="020F0502020204030204"/>
              </a:rPr>
              <a:t>= 20 % ; </a:t>
            </a:r>
            <a:r>
              <a:rPr lang="en-US" b="1" dirty="0">
                <a:solidFill>
                  <a:prstClr val="black"/>
                </a:solidFill>
                <a:latin typeface="Calibri" panose="020F0502020204030204"/>
              </a:rPr>
              <a:t>DPR </a:t>
            </a:r>
            <a:r>
              <a:rPr lang="en-US" b="1" dirty="0" err="1">
                <a:solidFill>
                  <a:prstClr val="black"/>
                </a:solidFill>
                <a:latin typeface="Calibri" panose="020F0502020204030204"/>
              </a:rPr>
              <a:t>st</a:t>
            </a:r>
            <a:r>
              <a:rPr lang="en-US" b="1" dirty="0">
                <a:solidFill>
                  <a:prstClr val="black"/>
                </a:solidFill>
                <a:latin typeface="Calibri" panose="020F0502020204030204"/>
              </a:rPr>
              <a:t> </a:t>
            </a:r>
            <a:r>
              <a:rPr lang="en-US" dirty="0">
                <a:solidFill>
                  <a:prstClr val="black"/>
                </a:solidFill>
                <a:latin typeface="Calibri" panose="020F0502020204030204"/>
              </a:rPr>
              <a:t>= 70% ; </a:t>
            </a:r>
            <a:r>
              <a:rPr lang="en-US" b="1" dirty="0">
                <a:solidFill>
                  <a:prstClr val="black"/>
                </a:solidFill>
                <a:latin typeface="Calibri" panose="020F0502020204030204"/>
              </a:rPr>
              <a:t>g </a:t>
            </a:r>
            <a:r>
              <a:rPr lang="en-US" b="1" dirty="0" err="1">
                <a:solidFill>
                  <a:prstClr val="black"/>
                </a:solidFill>
                <a:latin typeface="Calibri" panose="020F0502020204030204"/>
              </a:rPr>
              <a:t>st</a:t>
            </a:r>
            <a:r>
              <a:rPr lang="en-US" b="1" dirty="0">
                <a:solidFill>
                  <a:prstClr val="black"/>
                </a:solidFill>
                <a:latin typeface="Calibri" panose="020F0502020204030204"/>
              </a:rPr>
              <a:t> </a:t>
            </a:r>
            <a:r>
              <a:rPr lang="en-US" dirty="0">
                <a:solidFill>
                  <a:prstClr val="black"/>
                </a:solidFill>
                <a:latin typeface="Calibri" panose="020F0502020204030204"/>
              </a:rPr>
              <a:t>= 3.96% ; </a:t>
            </a:r>
            <a:r>
              <a:rPr lang="en-US" b="1" dirty="0">
                <a:solidFill>
                  <a:prstClr val="black"/>
                </a:solidFill>
                <a:latin typeface="Calibri" panose="020F0502020204030204"/>
              </a:rPr>
              <a:t>g f hg </a:t>
            </a:r>
            <a:r>
              <a:rPr lang="en-US" dirty="0">
                <a:solidFill>
                  <a:prstClr val="black"/>
                </a:solidFill>
                <a:latin typeface="Calibri" panose="020F0502020204030204"/>
              </a:rPr>
              <a:t>= 2.7887</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COE </a:t>
            </a:r>
            <a:r>
              <a:rPr kumimoji="0" lang="en-US" sz="2800" b="1" i="0" u="none" strike="noStrike" kern="1200" cap="none" spc="0" normalizeH="0" baseline="0" noProof="0" dirty="0" err="1">
                <a:ln>
                  <a:noFill/>
                </a:ln>
                <a:solidFill>
                  <a:prstClr val="black"/>
                </a:solidFill>
                <a:effectLst/>
                <a:uLnTx/>
                <a:uFillTx/>
                <a:latin typeface="Calibri" panose="020F0502020204030204"/>
                <a:ea typeface="+mn-ea"/>
                <a:cs typeface="+mn-cs"/>
              </a:rPr>
              <a:t>st</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6% + </a:t>
            </a:r>
            <a:r>
              <a:rPr lang="en-US" dirty="0">
                <a:solidFill>
                  <a:prstClr val="black"/>
                </a:solidFill>
                <a:latin typeface="Calibri" panose="020F0502020204030204"/>
              </a:rPr>
              <a:t>1.2</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(6) = 13.20% ;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length of HG phase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10 years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b="1" dirty="0">
                <a:solidFill>
                  <a:prstClr val="black"/>
                </a:solidFill>
                <a:latin typeface="Calibri" panose="020F0502020204030204"/>
              </a:rPr>
              <a:t>COE f hg </a:t>
            </a:r>
            <a:r>
              <a:rPr lang="en-US" dirty="0">
                <a:solidFill>
                  <a:prstClr val="black"/>
                </a:solidFill>
                <a:latin typeface="Calibri" panose="020F0502020204030204"/>
              </a:rPr>
              <a:t>= 6.3272</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US" dirty="0"/>
          </a:p>
          <a:p>
            <a:pPr marL="0" indent="0">
              <a:buNone/>
            </a:pPr>
            <a:endParaRPr lang="en-IN" dirty="0"/>
          </a:p>
        </p:txBody>
      </p:sp>
    </p:spTree>
    <p:extLst>
      <p:ext uri="{BB962C8B-B14F-4D97-AF65-F5344CB8AC3E}">
        <p14:creationId xmlns:p14="http://schemas.microsoft.com/office/powerpoint/2010/main" val="651743699"/>
      </p:ext>
    </p:extLst>
  </p:cSld>
  <p:clrMapOvr>
    <a:masterClrMapping/>
  </p:clrMapOvr>
</p:sld>
</file>

<file path=ppt/slides/slide5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4414D-91F5-FAB9-E9C1-137F971DB9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C97AFF-513B-2A61-33B1-99C81D4663F8}"/>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highlight>
                  <a:srgbClr val="FFFF00"/>
                </a:highlight>
                <a:uLnTx/>
                <a:uFillTx/>
                <a:latin typeface="Calibri Light" panose="020F0302020204030204"/>
                <a:ea typeface="+mj-ea"/>
                <a:cs typeface="+mj-cs"/>
              </a:rPr>
              <a:t>Revised PS Ratio </a:t>
            </a:r>
            <a:r>
              <a:rPr lang="en-US" b="1" dirty="0">
                <a:solidFill>
                  <a:prstClr val="black"/>
                </a:solidFill>
                <a:latin typeface="Calibri Light" panose="020F0302020204030204"/>
              </a:rPr>
              <a:t>of </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NALCO</a:t>
            </a:r>
            <a:endParaRPr lang="en-IN" b="1" dirty="0"/>
          </a:p>
        </p:txBody>
      </p:sp>
      <p:sp>
        <p:nvSpPr>
          <p:cNvPr id="3" name="Content Placeholder 2">
            <a:extLst>
              <a:ext uri="{FF2B5EF4-FFF2-40B4-BE49-F238E27FC236}">
                <a16:creationId xmlns:a16="http://schemas.microsoft.com/office/drawing/2014/main" id="{C7D5FADF-7F17-AEBC-7725-7D88F08C5AE5}"/>
              </a:ext>
            </a:extLst>
          </p:cNvPr>
          <p:cNvSpPr>
            <a:spLocks noGrp="1"/>
          </p:cNvSpPr>
          <p:nvPr>
            <p:ph idx="1"/>
          </p:nvPr>
        </p:nvSpPr>
        <p:spPr>
          <a:xfrm>
            <a:off x="838200" y="1446802"/>
            <a:ext cx="10515600" cy="4351338"/>
          </a:xfrm>
        </p:spPr>
        <p:txBody>
          <a:bodyPr>
            <a:normAutofit fontScale="85000" lnSpcReduction="20000"/>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a:t>
            </a:r>
            <a:r>
              <a:rPr lang="en-US" dirty="0">
                <a:solidFill>
                  <a:prstClr val="black"/>
                </a:solidFill>
                <a:latin typeface="Calibri" panose="020F0502020204030204"/>
              </a:rPr>
              <a:t>0.2000</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[0.70 *(</a:t>
            </a:r>
            <a:r>
              <a:rPr lang="en-US" dirty="0">
                <a:solidFill>
                  <a:prstClr val="black"/>
                </a:solidFill>
                <a:latin typeface="Calibri" panose="020F0502020204030204"/>
              </a:rPr>
              <a:t>2.7887</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(1.0396)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( 0.1320 – 0.0396) * (6.3272)</a:t>
            </a:r>
            <a:endParaRPr lang="en-US"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solidFill>
                  <a:prstClr val="black"/>
                </a:solidFill>
                <a:latin typeface="Calibri" panose="020F0502020204030204"/>
              </a:rPr>
              <a:t>= 0.2000 ( 2.0294/0. 5846 ) = </a:t>
            </a:r>
            <a:r>
              <a:rPr lang="en-US" b="1" dirty="0">
                <a:solidFill>
                  <a:prstClr val="black"/>
                </a:solidFill>
                <a:latin typeface="Calibri" panose="020F0502020204030204"/>
              </a:rPr>
              <a:t>0.6943 times </a:t>
            </a:r>
            <a:endPar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b="1" dirty="0">
                <a:solidFill>
                  <a:prstClr val="black"/>
                </a:solidFill>
                <a:latin typeface="Calibri" panose="020F0502020204030204"/>
              </a:rPr>
              <a:t>Total PS ratio = 0.5243+ 0.6943 = 1.2186 times = 1.22 times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Predicted Mkt Cap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P/S * Sales 2025* (1+ 0.2026/360 * </a:t>
            </a:r>
            <a:r>
              <a:rPr lang="en-US" sz="2600" dirty="0">
                <a:solidFill>
                  <a:prstClr val="black"/>
                </a:solidFill>
                <a:latin typeface="Calibri" panose="020F0502020204030204"/>
              </a:rPr>
              <a:t>27</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0= 1.15) = </a:t>
            </a:r>
            <a:r>
              <a:rPr lang="en-US" sz="2600" dirty="0">
                <a:solidFill>
                  <a:prstClr val="black"/>
                </a:solidFill>
                <a:latin typeface="Calibri" panose="020F0502020204030204"/>
              </a:rPr>
              <a:t>1.22</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16788*1.15  = </a:t>
            </a: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INR 23554 Crores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Predicted price/share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23554/</a:t>
            </a:r>
            <a:r>
              <a:rPr lang="en-US" sz="2600" dirty="0">
                <a:solidFill>
                  <a:prstClr val="black"/>
                </a:solidFill>
                <a:latin typeface="Calibri" panose="020F0502020204030204"/>
              </a:rPr>
              <a:t> 183.66</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600" b="0" i="0" u="none" strike="noStrike" kern="1200" cap="none" spc="0" normalizeH="0" baseline="0" noProof="0" dirty="0" err="1">
                <a:ln>
                  <a:noFill/>
                </a:ln>
                <a:solidFill>
                  <a:prstClr val="black"/>
                </a:solidFill>
                <a:effectLst/>
                <a:uLnTx/>
                <a:uFillTx/>
                <a:latin typeface="Calibri" panose="020F0502020204030204"/>
                <a:ea typeface="+mn-ea"/>
                <a:cs typeface="+mn-cs"/>
              </a:rPr>
              <a:t>cr</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shares = </a:t>
            </a:r>
            <a:r>
              <a:rPr kumimoji="0" lang="en-US" sz="26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INR 128.25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VS </a:t>
            </a: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INR 119.84 </a:t>
            </a:r>
            <a:r>
              <a:rPr kumimoji="0" lang="en-US" sz="26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 Base Case)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Actual Mkt Cap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INR 58239  crores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Actual Price /share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INR 317.10 ( 30 Dec 2025)</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52 w LH: INR 137.75 – INR </a:t>
            </a:r>
            <a:r>
              <a:rPr lang="en-US" sz="2600" b="1" dirty="0">
                <a:solidFill>
                  <a:prstClr val="black"/>
                </a:solidFill>
                <a:latin typeface="Calibri" panose="020F0502020204030204"/>
              </a:rPr>
              <a:t>319.85                                 </a:t>
            </a:r>
            <a:r>
              <a:rPr lang="en-US" sz="2600" b="1" dirty="0">
                <a:solidFill>
                  <a:prstClr val="black"/>
                </a:solidFill>
                <a:highlight>
                  <a:srgbClr val="FFFF00"/>
                </a:highlight>
                <a:latin typeface="Calibri" panose="020F0502020204030204"/>
              </a:rPr>
              <a:t>Highly Overvalued </a:t>
            </a:r>
            <a:endParaRPr kumimoji="0" lang="en-US" sz="26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IN" dirty="0"/>
          </a:p>
        </p:txBody>
      </p:sp>
    </p:spTree>
    <p:extLst>
      <p:ext uri="{BB962C8B-B14F-4D97-AF65-F5344CB8AC3E}">
        <p14:creationId xmlns:p14="http://schemas.microsoft.com/office/powerpoint/2010/main" val="2165374283"/>
      </p:ext>
    </p:extLst>
  </p:cSld>
  <p:clrMapOvr>
    <a:masterClrMapping/>
  </p:clrMapOvr>
</p:sld>
</file>

<file path=ppt/slides/slide5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3FC06-C1D7-49DF-8D4C-E425B6D3C928}"/>
              </a:ext>
            </a:extLst>
          </p:cNvPr>
          <p:cNvSpPr>
            <a:spLocks noGrp="1"/>
          </p:cNvSpPr>
          <p:nvPr>
            <p:ph type="title"/>
          </p:nvPr>
        </p:nvSpPr>
        <p:spPr/>
        <p:txBody>
          <a:bodyPr/>
          <a:lstStyle/>
          <a:p>
            <a:pPr algn="ctr"/>
            <a:r>
              <a:rPr lang="en-US" dirty="0">
                <a:highlight>
                  <a:srgbClr val="FFFF00"/>
                </a:highlight>
              </a:rPr>
              <a:t>PS Ratio for a </a:t>
            </a:r>
            <a:r>
              <a:rPr lang="en-US" b="1" dirty="0">
                <a:highlight>
                  <a:srgbClr val="FFFF00"/>
                </a:highlight>
              </a:rPr>
              <a:t>3-stage firm</a:t>
            </a:r>
          </a:p>
        </p:txBody>
      </p:sp>
      <p:sp>
        <p:nvSpPr>
          <p:cNvPr id="3" name="Content Placeholder 2">
            <a:extLst>
              <a:ext uri="{FF2B5EF4-FFF2-40B4-BE49-F238E27FC236}">
                <a16:creationId xmlns:a16="http://schemas.microsoft.com/office/drawing/2014/main" id="{275FEBC7-C8EF-4A09-A027-FB999B24D28C}"/>
              </a:ext>
            </a:extLst>
          </p:cNvPr>
          <p:cNvSpPr>
            <a:spLocks noGrp="1"/>
          </p:cNvSpPr>
          <p:nvPr>
            <p:ph idx="1"/>
          </p:nvPr>
        </p:nvSpPr>
        <p:spPr/>
        <p:txBody>
          <a:bodyPr/>
          <a:lstStyle/>
          <a:p>
            <a:r>
              <a:rPr lang="en-US" dirty="0"/>
              <a:t>Let us take </a:t>
            </a:r>
            <a:r>
              <a:rPr lang="en-US" b="1" dirty="0">
                <a:highlight>
                  <a:srgbClr val="FFFF00"/>
                </a:highlight>
              </a:rPr>
              <a:t>TCS</a:t>
            </a:r>
          </a:p>
        </p:txBody>
      </p:sp>
    </p:spTree>
    <p:extLst>
      <p:ext uri="{BB962C8B-B14F-4D97-AF65-F5344CB8AC3E}">
        <p14:creationId xmlns:p14="http://schemas.microsoft.com/office/powerpoint/2010/main" val="3491714655"/>
      </p:ext>
    </p:extLst>
  </p:cSld>
  <p:clrMapOvr>
    <a:masterClrMapping/>
  </p:clrMapOvr>
</p:sld>
</file>

<file path=ppt/slides/slide5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50871-86D0-480A-BB9C-D03545B9D21E}"/>
              </a:ext>
            </a:extLst>
          </p:cNvPr>
          <p:cNvSpPr>
            <a:spLocks noGrp="1"/>
          </p:cNvSpPr>
          <p:nvPr>
            <p:ph type="title"/>
          </p:nvPr>
        </p:nvSpPr>
        <p:spPr/>
        <p:txBody>
          <a:bodyPr/>
          <a:lstStyle/>
          <a:p>
            <a:pPr algn="ctr"/>
            <a:r>
              <a:rPr lang="en-US" b="1" dirty="0"/>
              <a:t>PS Ratio for TCS ( 30 Dec 2025) </a:t>
            </a:r>
            <a:endParaRPr lang="en-IN" b="1" dirty="0"/>
          </a:p>
        </p:txBody>
      </p:sp>
      <p:graphicFrame>
        <p:nvGraphicFramePr>
          <p:cNvPr id="4" name="Table 4">
            <a:extLst>
              <a:ext uri="{FF2B5EF4-FFF2-40B4-BE49-F238E27FC236}">
                <a16:creationId xmlns:a16="http://schemas.microsoft.com/office/drawing/2014/main" id="{789ED2BF-FB6C-4545-A64E-65E5E257F26E}"/>
              </a:ext>
            </a:extLst>
          </p:cNvPr>
          <p:cNvGraphicFramePr>
            <a:graphicFrameLocks noGrp="1"/>
          </p:cNvGraphicFramePr>
          <p:nvPr>
            <p:ph idx="1"/>
          </p:nvPr>
        </p:nvGraphicFramePr>
        <p:xfrm>
          <a:off x="836908" y="1825625"/>
          <a:ext cx="10516892" cy="4521200"/>
        </p:xfrm>
        <a:graphic>
          <a:graphicData uri="http://schemas.openxmlformats.org/drawingml/2006/table">
            <a:tbl>
              <a:tblPr firstRow="1" bandRow="1">
                <a:tableStyleId>{F5AB1C69-6EDB-4FF4-983F-18BD219EF322}</a:tableStyleId>
              </a:tblPr>
              <a:tblGrid>
                <a:gridCol w="1753892">
                  <a:extLst>
                    <a:ext uri="{9D8B030D-6E8A-4147-A177-3AD203B41FA5}">
                      <a16:colId xmlns:a16="http://schemas.microsoft.com/office/drawing/2014/main" val="3700255004"/>
                    </a:ext>
                  </a:extLst>
                </a:gridCol>
                <a:gridCol w="1752600">
                  <a:extLst>
                    <a:ext uri="{9D8B030D-6E8A-4147-A177-3AD203B41FA5}">
                      <a16:colId xmlns:a16="http://schemas.microsoft.com/office/drawing/2014/main" val="3020260118"/>
                    </a:ext>
                  </a:extLst>
                </a:gridCol>
                <a:gridCol w="1752600">
                  <a:extLst>
                    <a:ext uri="{9D8B030D-6E8A-4147-A177-3AD203B41FA5}">
                      <a16:colId xmlns:a16="http://schemas.microsoft.com/office/drawing/2014/main" val="770813726"/>
                    </a:ext>
                  </a:extLst>
                </a:gridCol>
                <a:gridCol w="1752600">
                  <a:extLst>
                    <a:ext uri="{9D8B030D-6E8A-4147-A177-3AD203B41FA5}">
                      <a16:colId xmlns:a16="http://schemas.microsoft.com/office/drawing/2014/main" val="1525203245"/>
                    </a:ext>
                  </a:extLst>
                </a:gridCol>
                <a:gridCol w="1752600">
                  <a:extLst>
                    <a:ext uri="{9D8B030D-6E8A-4147-A177-3AD203B41FA5}">
                      <a16:colId xmlns:a16="http://schemas.microsoft.com/office/drawing/2014/main" val="4184476041"/>
                    </a:ext>
                  </a:extLst>
                </a:gridCol>
                <a:gridCol w="1752600">
                  <a:extLst>
                    <a:ext uri="{9D8B030D-6E8A-4147-A177-3AD203B41FA5}">
                      <a16:colId xmlns:a16="http://schemas.microsoft.com/office/drawing/2014/main" val="3774886441"/>
                    </a:ext>
                  </a:extLst>
                </a:gridCol>
              </a:tblGrid>
              <a:tr h="370840">
                <a:tc>
                  <a:txBody>
                    <a:bodyPr/>
                    <a:lstStyle/>
                    <a:p>
                      <a:r>
                        <a:rPr lang="en-US" dirty="0"/>
                        <a:t>Particulars</a:t>
                      </a:r>
                      <a:endParaRPr lang="en-IN" dirty="0"/>
                    </a:p>
                  </a:txBody>
                  <a:tcPr/>
                </a:tc>
                <a:tc>
                  <a:txBody>
                    <a:bodyPr/>
                    <a:lstStyle/>
                    <a:p>
                      <a:r>
                        <a:rPr lang="en-IN" dirty="0"/>
                        <a:t>2025</a:t>
                      </a:r>
                    </a:p>
                  </a:txBody>
                  <a:tcPr/>
                </a:tc>
                <a:tc>
                  <a:txBody>
                    <a:bodyPr/>
                    <a:lstStyle/>
                    <a:p>
                      <a:r>
                        <a:rPr lang="en-IN" dirty="0"/>
                        <a:t>2024</a:t>
                      </a:r>
                    </a:p>
                  </a:txBody>
                  <a:tcPr/>
                </a:tc>
                <a:tc>
                  <a:txBody>
                    <a:bodyPr/>
                    <a:lstStyle/>
                    <a:p>
                      <a:r>
                        <a:rPr lang="en-IN" dirty="0"/>
                        <a:t>2023</a:t>
                      </a:r>
                    </a:p>
                  </a:txBody>
                  <a:tcPr/>
                </a:tc>
                <a:tc>
                  <a:txBody>
                    <a:bodyPr/>
                    <a:lstStyle/>
                    <a:p>
                      <a:r>
                        <a:rPr lang="en-US" dirty="0"/>
                        <a:t>2022</a:t>
                      </a:r>
                      <a:endParaRPr lang="en-IN" dirty="0"/>
                    </a:p>
                  </a:txBody>
                  <a:tcPr/>
                </a:tc>
                <a:tc>
                  <a:txBody>
                    <a:bodyPr/>
                    <a:lstStyle/>
                    <a:p>
                      <a:r>
                        <a:rPr lang="en-US" dirty="0"/>
                        <a:t>2021</a:t>
                      </a:r>
                      <a:endParaRPr lang="en-IN" dirty="0"/>
                    </a:p>
                  </a:txBody>
                  <a:tcPr/>
                </a:tc>
                <a:extLst>
                  <a:ext uri="{0D108BD9-81ED-4DB2-BD59-A6C34878D82A}">
                    <a16:rowId xmlns:a16="http://schemas.microsoft.com/office/drawing/2014/main" val="1703490265"/>
                  </a:ext>
                </a:extLst>
              </a:tr>
              <a:tr h="370840">
                <a:tc>
                  <a:txBody>
                    <a:bodyPr/>
                    <a:lstStyle/>
                    <a:p>
                      <a:r>
                        <a:rPr lang="en-US" dirty="0"/>
                        <a:t>DPS (in INR)</a:t>
                      </a:r>
                      <a:endParaRPr lang="en-IN" dirty="0"/>
                    </a:p>
                  </a:txBody>
                  <a:tcPr/>
                </a:tc>
                <a:tc>
                  <a:txBody>
                    <a:bodyPr/>
                    <a:lstStyle/>
                    <a:p>
                      <a:r>
                        <a:rPr lang="en-IN" dirty="0"/>
                        <a:t>126</a:t>
                      </a:r>
                    </a:p>
                  </a:txBody>
                  <a:tcPr/>
                </a:tc>
                <a:tc>
                  <a:txBody>
                    <a:bodyPr/>
                    <a:lstStyle/>
                    <a:p>
                      <a:r>
                        <a:rPr lang="en-IN" dirty="0"/>
                        <a:t>73</a:t>
                      </a:r>
                    </a:p>
                  </a:txBody>
                  <a:tcPr/>
                </a:tc>
                <a:tc>
                  <a:txBody>
                    <a:bodyPr/>
                    <a:lstStyle/>
                    <a:p>
                      <a:r>
                        <a:rPr lang="en-IN" dirty="0"/>
                        <a:t>115</a:t>
                      </a:r>
                    </a:p>
                  </a:txBody>
                  <a:tcPr/>
                </a:tc>
                <a:tc>
                  <a:txBody>
                    <a:bodyPr/>
                    <a:lstStyle/>
                    <a:p>
                      <a:r>
                        <a:rPr lang="en-IN" dirty="0"/>
                        <a:t>43</a:t>
                      </a:r>
                    </a:p>
                  </a:txBody>
                  <a:tcPr/>
                </a:tc>
                <a:tc>
                  <a:txBody>
                    <a:bodyPr/>
                    <a:lstStyle/>
                    <a:p>
                      <a:r>
                        <a:rPr lang="en-IN" dirty="0"/>
                        <a:t>38</a:t>
                      </a:r>
                    </a:p>
                  </a:txBody>
                  <a:tcPr/>
                </a:tc>
                <a:extLst>
                  <a:ext uri="{0D108BD9-81ED-4DB2-BD59-A6C34878D82A}">
                    <a16:rowId xmlns:a16="http://schemas.microsoft.com/office/drawing/2014/main" val="1708814944"/>
                  </a:ext>
                </a:extLst>
              </a:tr>
              <a:tr h="370840">
                <a:tc>
                  <a:txBody>
                    <a:bodyPr/>
                    <a:lstStyle/>
                    <a:p>
                      <a:r>
                        <a:rPr lang="en-US" dirty="0"/>
                        <a:t>EPS Basic (in INR)</a:t>
                      </a:r>
                      <a:endParaRPr lang="en-IN" dirty="0"/>
                    </a:p>
                  </a:txBody>
                  <a:tcPr/>
                </a:tc>
                <a:tc>
                  <a:txBody>
                    <a:bodyPr/>
                    <a:lstStyle/>
                    <a:p>
                      <a:r>
                        <a:rPr lang="en-IN" dirty="0"/>
                        <a:t>134.19</a:t>
                      </a:r>
                    </a:p>
                  </a:txBody>
                  <a:tcPr/>
                </a:tc>
                <a:tc>
                  <a:txBody>
                    <a:bodyPr/>
                    <a:lstStyle/>
                    <a:p>
                      <a:r>
                        <a:rPr lang="en-IN" dirty="0"/>
                        <a:t>125.88</a:t>
                      </a:r>
                    </a:p>
                  </a:txBody>
                  <a:tcPr/>
                </a:tc>
                <a:tc>
                  <a:txBody>
                    <a:bodyPr/>
                    <a:lstStyle/>
                    <a:p>
                      <a:r>
                        <a:rPr lang="en-IN" dirty="0"/>
                        <a:t>115.19</a:t>
                      </a:r>
                    </a:p>
                  </a:txBody>
                  <a:tcPr/>
                </a:tc>
                <a:tc>
                  <a:txBody>
                    <a:bodyPr/>
                    <a:lstStyle/>
                    <a:p>
                      <a:r>
                        <a:rPr lang="en-IN" dirty="0"/>
                        <a:t>103.62</a:t>
                      </a:r>
                    </a:p>
                  </a:txBody>
                  <a:tcPr/>
                </a:tc>
                <a:tc>
                  <a:txBody>
                    <a:bodyPr/>
                    <a:lstStyle/>
                    <a:p>
                      <a:r>
                        <a:rPr lang="en-IN" dirty="0"/>
                        <a:t>86.71</a:t>
                      </a:r>
                    </a:p>
                  </a:txBody>
                  <a:tcPr/>
                </a:tc>
                <a:extLst>
                  <a:ext uri="{0D108BD9-81ED-4DB2-BD59-A6C34878D82A}">
                    <a16:rowId xmlns:a16="http://schemas.microsoft.com/office/drawing/2014/main" val="140378545"/>
                  </a:ext>
                </a:extLst>
              </a:tr>
              <a:tr h="370840">
                <a:tc>
                  <a:txBody>
                    <a:bodyPr/>
                    <a:lstStyle/>
                    <a:p>
                      <a:r>
                        <a:rPr lang="en-US" b="1" dirty="0"/>
                        <a:t>Avg DPR</a:t>
                      </a:r>
                      <a:endParaRPr lang="en-IN" b="1" dirty="0"/>
                    </a:p>
                  </a:txBody>
                  <a:tcPr/>
                </a:tc>
                <a:tc>
                  <a:txBody>
                    <a:bodyPr/>
                    <a:lstStyle/>
                    <a:p>
                      <a:r>
                        <a:rPr lang="en-IN" b="1" dirty="0"/>
                        <a:t>395/ 565.59</a:t>
                      </a:r>
                    </a:p>
                  </a:txBody>
                  <a:tcPr/>
                </a:tc>
                <a:tc>
                  <a:txBody>
                    <a:bodyPr/>
                    <a:lstStyle/>
                    <a:p>
                      <a:r>
                        <a:rPr lang="en-IN" b="1" dirty="0"/>
                        <a:t>69.84%</a:t>
                      </a:r>
                    </a:p>
                  </a:txBody>
                  <a:tcPr/>
                </a:tc>
                <a:tc>
                  <a:txBody>
                    <a:bodyPr/>
                    <a:lstStyle/>
                    <a:p>
                      <a:r>
                        <a:rPr lang="en-IN" b="1" dirty="0">
                          <a:highlight>
                            <a:srgbClr val="FFFF00"/>
                          </a:highlight>
                        </a:rPr>
                        <a:t>Assume 60%</a:t>
                      </a:r>
                    </a:p>
                  </a:txBody>
                  <a:tcPr/>
                </a:tc>
                <a:tc>
                  <a:txBody>
                    <a:bodyPr/>
                    <a:lstStyle/>
                    <a:p>
                      <a:endParaRPr lang="en-IN" b="1" dirty="0"/>
                    </a:p>
                  </a:txBody>
                  <a:tcPr/>
                </a:tc>
                <a:tc>
                  <a:txBody>
                    <a:bodyPr/>
                    <a:lstStyle/>
                    <a:p>
                      <a:endParaRPr lang="en-IN" dirty="0"/>
                    </a:p>
                  </a:txBody>
                  <a:tcPr/>
                </a:tc>
                <a:extLst>
                  <a:ext uri="{0D108BD9-81ED-4DB2-BD59-A6C34878D82A}">
                    <a16:rowId xmlns:a16="http://schemas.microsoft.com/office/drawing/2014/main" val="2626023215"/>
                  </a:ext>
                </a:extLst>
              </a:tr>
              <a:tr h="370840">
                <a:tc>
                  <a:txBody>
                    <a:bodyPr/>
                    <a:lstStyle/>
                    <a:p>
                      <a:r>
                        <a:rPr lang="en-US" dirty="0"/>
                        <a:t>ROE (IN %)</a:t>
                      </a:r>
                      <a:endParaRPr lang="en-IN" dirty="0"/>
                    </a:p>
                  </a:txBody>
                  <a:tcPr/>
                </a:tc>
                <a:tc>
                  <a:txBody>
                    <a:bodyPr/>
                    <a:lstStyle/>
                    <a:p>
                      <a:r>
                        <a:rPr lang="en-IN" dirty="0"/>
                        <a:t>51.24</a:t>
                      </a:r>
                    </a:p>
                  </a:txBody>
                  <a:tcPr/>
                </a:tc>
                <a:tc>
                  <a:txBody>
                    <a:bodyPr/>
                    <a:lstStyle/>
                    <a:p>
                      <a:r>
                        <a:rPr lang="en-IN" dirty="0"/>
                        <a:t>50.73</a:t>
                      </a:r>
                    </a:p>
                  </a:txBody>
                  <a:tcPr/>
                </a:tc>
                <a:tc>
                  <a:txBody>
                    <a:bodyPr/>
                    <a:lstStyle/>
                    <a:p>
                      <a:r>
                        <a:rPr lang="en-IN" dirty="0"/>
                        <a:t>46.61</a:t>
                      </a:r>
                    </a:p>
                  </a:txBody>
                  <a:tcPr/>
                </a:tc>
                <a:tc>
                  <a:txBody>
                    <a:bodyPr/>
                    <a:lstStyle/>
                    <a:p>
                      <a:r>
                        <a:rPr lang="en-IN" dirty="0"/>
                        <a:t>42.99</a:t>
                      </a:r>
                    </a:p>
                  </a:txBody>
                  <a:tcPr/>
                </a:tc>
                <a:tc>
                  <a:txBody>
                    <a:bodyPr/>
                    <a:lstStyle/>
                    <a:p>
                      <a:r>
                        <a:rPr lang="en-IN" dirty="0"/>
                        <a:t>37.52</a:t>
                      </a:r>
                    </a:p>
                  </a:txBody>
                  <a:tcPr/>
                </a:tc>
                <a:extLst>
                  <a:ext uri="{0D108BD9-81ED-4DB2-BD59-A6C34878D82A}">
                    <a16:rowId xmlns:a16="http://schemas.microsoft.com/office/drawing/2014/main" val="273533125"/>
                  </a:ext>
                </a:extLst>
              </a:tr>
              <a:tr h="370840">
                <a:tc>
                  <a:txBody>
                    <a:bodyPr/>
                    <a:lstStyle/>
                    <a:p>
                      <a:r>
                        <a:rPr lang="en-US" b="1" dirty="0" err="1"/>
                        <a:t>Avg.ROE</a:t>
                      </a:r>
                      <a:endParaRPr lang="en-IN" b="1" dirty="0"/>
                    </a:p>
                  </a:txBody>
                  <a:tcPr/>
                </a:tc>
                <a:tc>
                  <a:txBody>
                    <a:bodyPr/>
                    <a:lstStyle/>
                    <a:p>
                      <a:r>
                        <a:rPr lang="en-IN" dirty="0"/>
                        <a:t>45.82 %</a:t>
                      </a:r>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873779838"/>
                  </a:ext>
                </a:extLst>
              </a:tr>
              <a:tr h="370840">
                <a:tc>
                  <a:txBody>
                    <a:bodyPr/>
                    <a:lstStyle/>
                    <a:p>
                      <a:r>
                        <a:rPr lang="en-US" b="1" dirty="0"/>
                        <a:t>Fundamental Growth rate (in %)</a:t>
                      </a:r>
                      <a:endParaRPr lang="en-IN" b="1" dirty="0"/>
                    </a:p>
                  </a:txBody>
                  <a:tcPr/>
                </a:tc>
                <a:tc>
                  <a:txBody>
                    <a:bodyPr/>
                    <a:lstStyle/>
                    <a:p>
                      <a:r>
                        <a:rPr lang="en-IN" b="1" dirty="0"/>
                        <a:t>45.82 (1-0.6)</a:t>
                      </a:r>
                    </a:p>
                  </a:txBody>
                  <a:tcPr/>
                </a:tc>
                <a:tc>
                  <a:txBody>
                    <a:bodyPr/>
                    <a:lstStyle/>
                    <a:p>
                      <a:r>
                        <a:rPr lang="en-IN" b="1" dirty="0">
                          <a:highlight>
                            <a:srgbClr val="FFFF00"/>
                          </a:highlight>
                        </a:rPr>
                        <a:t>=18.33 %</a:t>
                      </a:r>
                    </a:p>
                    <a:p>
                      <a:r>
                        <a:rPr lang="en-IN" b="1" dirty="0">
                          <a:highlight>
                            <a:srgbClr val="FFFF00"/>
                          </a:highlight>
                        </a:rPr>
                        <a:t>Consider 18.30 %</a:t>
                      </a:r>
                    </a:p>
                  </a:txBody>
                  <a:tcPr/>
                </a:tc>
                <a:tc>
                  <a:txBody>
                    <a:bodyPr/>
                    <a:lstStyle/>
                    <a:p>
                      <a:endParaRPr lang="en-IN" b="1"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859424804"/>
                  </a:ext>
                </a:extLst>
              </a:tr>
              <a:tr h="370840">
                <a:tc>
                  <a:txBody>
                    <a:bodyPr/>
                    <a:lstStyle/>
                    <a:p>
                      <a:r>
                        <a:rPr lang="en-US" b="1" dirty="0"/>
                        <a:t>COE hg Phase </a:t>
                      </a:r>
                      <a:endParaRPr lang="en-IN" b="1" dirty="0"/>
                    </a:p>
                  </a:txBody>
                  <a:tcPr/>
                </a:tc>
                <a:tc>
                  <a:txBody>
                    <a:bodyPr/>
                    <a:lstStyle/>
                    <a:p>
                      <a:endParaRPr lang="en-IN" b="1" dirty="0"/>
                    </a:p>
                  </a:txBody>
                  <a:tcPr/>
                </a:tc>
                <a:tc>
                  <a:txBody>
                    <a:bodyPr/>
                    <a:lstStyle/>
                    <a:p>
                      <a:r>
                        <a:rPr lang="en-US" b="1" dirty="0"/>
                        <a:t>7.35+0.89*7.46</a:t>
                      </a:r>
                      <a:endParaRPr lang="en-IN" b="1" dirty="0"/>
                    </a:p>
                  </a:txBody>
                  <a:tcPr/>
                </a:tc>
                <a:tc>
                  <a:txBody>
                    <a:bodyPr/>
                    <a:lstStyle/>
                    <a:p>
                      <a:r>
                        <a:rPr lang="en-IN" b="1" dirty="0"/>
                        <a:t>= 13.99%</a:t>
                      </a:r>
                    </a:p>
                  </a:txBody>
                  <a:tcPr/>
                </a:tc>
                <a:tc>
                  <a:txBody>
                    <a:bodyPr/>
                    <a:lstStyle/>
                    <a:p>
                      <a:r>
                        <a:rPr lang="en-GB" b="1" dirty="0">
                          <a:highlight>
                            <a:srgbClr val="FFFF00"/>
                          </a:highlight>
                        </a:rPr>
                        <a:t>Assume 14 %</a:t>
                      </a:r>
                      <a:endParaRPr lang="en-IN" b="1" dirty="0">
                        <a:highlight>
                          <a:srgbClr val="FFFF00"/>
                        </a:highlight>
                      </a:endParaRPr>
                    </a:p>
                  </a:txBody>
                  <a:tcPr/>
                </a:tc>
                <a:tc>
                  <a:txBody>
                    <a:bodyPr/>
                    <a:lstStyle/>
                    <a:p>
                      <a:endParaRPr lang="en-IN" b="1" dirty="0"/>
                    </a:p>
                  </a:txBody>
                  <a:tcPr/>
                </a:tc>
                <a:extLst>
                  <a:ext uri="{0D108BD9-81ED-4DB2-BD59-A6C34878D82A}">
                    <a16:rowId xmlns:a16="http://schemas.microsoft.com/office/drawing/2014/main" val="2096634457"/>
                  </a:ext>
                </a:extLst>
              </a:tr>
              <a:tr h="370840">
                <a:tc>
                  <a:txBody>
                    <a:bodyPr/>
                    <a:lstStyle/>
                    <a:p>
                      <a:r>
                        <a:rPr lang="en-US" b="1" dirty="0"/>
                        <a:t>NPM (in %)</a:t>
                      </a:r>
                      <a:endParaRPr lang="en-IN" b="1" dirty="0"/>
                    </a:p>
                  </a:txBody>
                  <a:tcPr/>
                </a:tc>
                <a:tc>
                  <a:txBody>
                    <a:bodyPr/>
                    <a:lstStyle/>
                    <a:p>
                      <a:r>
                        <a:rPr lang="en-IN" b="1" dirty="0"/>
                        <a:t>19.11</a:t>
                      </a:r>
                    </a:p>
                  </a:txBody>
                  <a:tcPr/>
                </a:tc>
                <a:tc>
                  <a:txBody>
                    <a:bodyPr/>
                    <a:lstStyle/>
                    <a:p>
                      <a:r>
                        <a:rPr lang="en-IN" b="1" dirty="0"/>
                        <a:t>19.13</a:t>
                      </a:r>
                    </a:p>
                  </a:txBody>
                  <a:tcPr/>
                </a:tc>
                <a:tc>
                  <a:txBody>
                    <a:bodyPr/>
                    <a:lstStyle/>
                    <a:p>
                      <a:r>
                        <a:rPr lang="en-IN" b="1" dirty="0"/>
                        <a:t>18.76</a:t>
                      </a:r>
                    </a:p>
                  </a:txBody>
                  <a:tcPr/>
                </a:tc>
                <a:tc>
                  <a:txBody>
                    <a:bodyPr/>
                    <a:lstStyle/>
                    <a:p>
                      <a:r>
                        <a:rPr lang="en-IN" b="1" dirty="0"/>
                        <a:t>20.05</a:t>
                      </a:r>
                    </a:p>
                  </a:txBody>
                  <a:tcPr/>
                </a:tc>
                <a:tc>
                  <a:txBody>
                    <a:bodyPr/>
                    <a:lstStyle/>
                    <a:p>
                      <a:r>
                        <a:rPr lang="en-IN" b="1" dirty="0"/>
                        <a:t>19.83</a:t>
                      </a:r>
                    </a:p>
                  </a:txBody>
                  <a:tcPr/>
                </a:tc>
                <a:extLst>
                  <a:ext uri="{0D108BD9-81ED-4DB2-BD59-A6C34878D82A}">
                    <a16:rowId xmlns:a16="http://schemas.microsoft.com/office/drawing/2014/main" val="4030451260"/>
                  </a:ext>
                </a:extLst>
              </a:tr>
              <a:tr h="370840">
                <a:tc>
                  <a:txBody>
                    <a:bodyPr/>
                    <a:lstStyle/>
                    <a:p>
                      <a:r>
                        <a:rPr lang="en-US" b="1" dirty="0"/>
                        <a:t>Avg NPM %</a:t>
                      </a:r>
                      <a:endParaRPr lang="en-IN" b="1" dirty="0"/>
                    </a:p>
                  </a:txBody>
                  <a:tcPr/>
                </a:tc>
                <a:tc>
                  <a:txBody>
                    <a:bodyPr/>
                    <a:lstStyle/>
                    <a:p>
                      <a:r>
                        <a:rPr lang="en-IN" b="1" dirty="0"/>
                        <a:t>19.38%</a:t>
                      </a:r>
                    </a:p>
                  </a:txBody>
                  <a:tcPr/>
                </a:tc>
                <a:tc>
                  <a:txBody>
                    <a:bodyPr/>
                    <a:lstStyle/>
                    <a:p>
                      <a:r>
                        <a:rPr lang="en-GB" b="1" dirty="0">
                          <a:highlight>
                            <a:srgbClr val="FFFF00"/>
                          </a:highlight>
                        </a:rPr>
                        <a:t>Assume 19%</a:t>
                      </a:r>
                      <a:endParaRPr lang="en-IN" b="1" dirty="0">
                        <a:highlight>
                          <a:srgbClr val="FFFF00"/>
                        </a:highlight>
                      </a:endParaRPr>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687353257"/>
                  </a:ext>
                </a:extLst>
              </a:tr>
            </a:tbl>
          </a:graphicData>
        </a:graphic>
      </p:graphicFrame>
    </p:spTree>
    <p:extLst>
      <p:ext uri="{BB962C8B-B14F-4D97-AF65-F5344CB8AC3E}">
        <p14:creationId xmlns:p14="http://schemas.microsoft.com/office/powerpoint/2010/main" val="1102750864"/>
      </p:ext>
    </p:extLst>
  </p:cSld>
  <p:clrMapOvr>
    <a:masterClrMapping/>
  </p:clrMapOvr>
</p:sld>
</file>

<file path=ppt/slides/slide5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AD13E-73C1-459C-BF2A-458DCAB2D524}"/>
              </a:ext>
            </a:extLst>
          </p:cNvPr>
          <p:cNvSpPr>
            <a:spLocks noGrp="1"/>
          </p:cNvSpPr>
          <p:nvPr>
            <p:ph type="title"/>
          </p:nvPr>
        </p:nvSpPr>
        <p:spPr>
          <a:xfrm>
            <a:off x="838200" y="0"/>
            <a:ext cx="10515600" cy="1325563"/>
          </a:xfrm>
        </p:spPr>
        <p:txBody>
          <a:bodyPr/>
          <a:lstStyle/>
          <a:p>
            <a:pPr algn="ctr"/>
            <a:r>
              <a:rPr lang="en-US" b="1" dirty="0"/>
              <a:t>Assumptions in the computation of Fundamental PS for TCS-</a:t>
            </a:r>
            <a:r>
              <a:rPr lang="en-US" b="1" dirty="0" err="1"/>
              <a:t>Trans.phase</a:t>
            </a:r>
            <a:endParaRPr lang="en-IN" b="1" dirty="0"/>
          </a:p>
        </p:txBody>
      </p:sp>
      <p:graphicFrame>
        <p:nvGraphicFramePr>
          <p:cNvPr id="4" name="Table 4">
            <a:extLst>
              <a:ext uri="{FF2B5EF4-FFF2-40B4-BE49-F238E27FC236}">
                <a16:creationId xmlns:a16="http://schemas.microsoft.com/office/drawing/2014/main" id="{EBB5E308-6DEA-4642-BFD2-7CCB6CDC514C}"/>
              </a:ext>
            </a:extLst>
          </p:cNvPr>
          <p:cNvGraphicFramePr>
            <a:graphicFrameLocks noGrp="1"/>
          </p:cNvGraphicFramePr>
          <p:nvPr>
            <p:ph idx="1"/>
          </p:nvPr>
        </p:nvGraphicFramePr>
        <p:xfrm>
          <a:off x="838200" y="1325563"/>
          <a:ext cx="10515600" cy="5401808"/>
        </p:xfrm>
        <a:graphic>
          <a:graphicData uri="http://schemas.openxmlformats.org/drawingml/2006/table">
            <a:tbl>
              <a:tblPr firstRow="1" bandRow="1">
                <a:tableStyleId>{21E4AEA4-8DFA-4A89-87EB-49C32662AFE0}</a:tableStyleId>
              </a:tblPr>
              <a:tblGrid>
                <a:gridCol w="2628900">
                  <a:extLst>
                    <a:ext uri="{9D8B030D-6E8A-4147-A177-3AD203B41FA5}">
                      <a16:colId xmlns:a16="http://schemas.microsoft.com/office/drawing/2014/main" val="3359730896"/>
                    </a:ext>
                  </a:extLst>
                </a:gridCol>
                <a:gridCol w="2298269">
                  <a:extLst>
                    <a:ext uri="{9D8B030D-6E8A-4147-A177-3AD203B41FA5}">
                      <a16:colId xmlns:a16="http://schemas.microsoft.com/office/drawing/2014/main" val="3967438803"/>
                    </a:ext>
                  </a:extLst>
                </a:gridCol>
                <a:gridCol w="2959531">
                  <a:extLst>
                    <a:ext uri="{9D8B030D-6E8A-4147-A177-3AD203B41FA5}">
                      <a16:colId xmlns:a16="http://schemas.microsoft.com/office/drawing/2014/main" val="3218429050"/>
                    </a:ext>
                  </a:extLst>
                </a:gridCol>
                <a:gridCol w="2628900">
                  <a:extLst>
                    <a:ext uri="{9D8B030D-6E8A-4147-A177-3AD203B41FA5}">
                      <a16:colId xmlns:a16="http://schemas.microsoft.com/office/drawing/2014/main" val="3229804162"/>
                    </a:ext>
                  </a:extLst>
                </a:gridCol>
              </a:tblGrid>
              <a:tr h="370840">
                <a:tc>
                  <a:txBody>
                    <a:bodyPr/>
                    <a:lstStyle/>
                    <a:p>
                      <a:r>
                        <a:rPr lang="en-US" dirty="0"/>
                        <a:t>Particulars</a:t>
                      </a:r>
                      <a:endParaRPr lang="en-IN" dirty="0"/>
                    </a:p>
                  </a:txBody>
                  <a:tcPr/>
                </a:tc>
                <a:tc>
                  <a:txBody>
                    <a:bodyPr/>
                    <a:lstStyle/>
                    <a:p>
                      <a:r>
                        <a:rPr lang="en-US" dirty="0"/>
                        <a:t>High Growth Phase</a:t>
                      </a:r>
                      <a:endParaRPr lang="en-IN" dirty="0"/>
                    </a:p>
                  </a:txBody>
                  <a:tcPr/>
                </a:tc>
                <a:tc>
                  <a:txBody>
                    <a:bodyPr/>
                    <a:lstStyle/>
                    <a:p>
                      <a:r>
                        <a:rPr lang="en-US" dirty="0"/>
                        <a:t>Transition Phase</a:t>
                      </a:r>
                      <a:endParaRPr lang="en-IN" dirty="0"/>
                    </a:p>
                  </a:txBody>
                  <a:tcPr/>
                </a:tc>
                <a:tc>
                  <a:txBody>
                    <a:bodyPr/>
                    <a:lstStyle/>
                    <a:p>
                      <a:r>
                        <a:rPr lang="en-US" dirty="0"/>
                        <a:t>Stable Phase </a:t>
                      </a:r>
                      <a:endParaRPr lang="en-IN" dirty="0"/>
                    </a:p>
                  </a:txBody>
                  <a:tcPr/>
                </a:tc>
                <a:extLst>
                  <a:ext uri="{0D108BD9-81ED-4DB2-BD59-A6C34878D82A}">
                    <a16:rowId xmlns:a16="http://schemas.microsoft.com/office/drawing/2014/main" val="3057931776"/>
                  </a:ext>
                </a:extLst>
              </a:tr>
              <a:tr h="367528">
                <a:tc>
                  <a:txBody>
                    <a:bodyPr/>
                    <a:lstStyle/>
                    <a:p>
                      <a:r>
                        <a:rPr lang="en-US" b="1" dirty="0"/>
                        <a:t>Length (in years )</a:t>
                      </a:r>
                      <a:endParaRPr lang="en-IN" b="1" dirty="0"/>
                    </a:p>
                  </a:txBody>
                  <a:tcPr/>
                </a:tc>
                <a:tc>
                  <a:txBody>
                    <a:bodyPr/>
                    <a:lstStyle/>
                    <a:p>
                      <a:r>
                        <a:rPr lang="en-US" dirty="0"/>
                        <a:t>20years</a:t>
                      </a:r>
                      <a:endParaRPr lang="en-IN" dirty="0"/>
                    </a:p>
                  </a:txBody>
                  <a:tcPr/>
                </a:tc>
                <a:tc>
                  <a:txBody>
                    <a:bodyPr/>
                    <a:lstStyle/>
                    <a:p>
                      <a:r>
                        <a:rPr lang="en-US" dirty="0"/>
                        <a:t>5 years (</a:t>
                      </a:r>
                      <a:r>
                        <a:rPr lang="en-US" dirty="0" err="1"/>
                        <a:t>i.e</a:t>
                      </a:r>
                      <a:r>
                        <a:rPr lang="en-US" dirty="0"/>
                        <a:t> y21 to y25)</a:t>
                      </a:r>
                      <a:endParaRPr lang="en-IN" dirty="0"/>
                    </a:p>
                  </a:txBody>
                  <a:tcPr/>
                </a:tc>
                <a:tc>
                  <a:txBody>
                    <a:bodyPr/>
                    <a:lstStyle/>
                    <a:p>
                      <a:r>
                        <a:rPr lang="en-US" dirty="0"/>
                        <a:t>After year 25</a:t>
                      </a:r>
                      <a:endParaRPr lang="en-IN" dirty="0"/>
                    </a:p>
                  </a:txBody>
                  <a:tcPr/>
                </a:tc>
                <a:extLst>
                  <a:ext uri="{0D108BD9-81ED-4DB2-BD59-A6C34878D82A}">
                    <a16:rowId xmlns:a16="http://schemas.microsoft.com/office/drawing/2014/main" val="1779586652"/>
                  </a:ext>
                </a:extLst>
              </a:tr>
              <a:tr h="370840">
                <a:tc>
                  <a:txBody>
                    <a:bodyPr/>
                    <a:lstStyle/>
                    <a:p>
                      <a:r>
                        <a:rPr lang="en-US" b="1" dirty="0"/>
                        <a:t>DPR</a:t>
                      </a:r>
                      <a:endParaRPr lang="en-IN" b="1" dirty="0"/>
                    </a:p>
                  </a:txBody>
                  <a:tcPr/>
                </a:tc>
                <a:tc>
                  <a:txBody>
                    <a:bodyPr/>
                    <a:lstStyle/>
                    <a:p>
                      <a:r>
                        <a:rPr lang="en-US" b="1" dirty="0"/>
                        <a:t>60%</a:t>
                      </a:r>
                      <a:endParaRPr lang="en-IN" b="1" dirty="0"/>
                    </a:p>
                  </a:txBody>
                  <a:tcPr/>
                </a:tc>
                <a:tc>
                  <a:txBody>
                    <a:bodyPr/>
                    <a:lstStyle/>
                    <a:p>
                      <a:r>
                        <a:rPr lang="en-US" dirty="0"/>
                        <a:t>(80-60)/5 = </a:t>
                      </a:r>
                      <a:r>
                        <a:rPr lang="en-US" b="1" dirty="0"/>
                        <a:t>4% </a:t>
                      </a:r>
                      <a:r>
                        <a:rPr lang="en-US" b="1" dirty="0" err="1"/>
                        <a:t>p.year</a:t>
                      </a:r>
                      <a:endParaRPr lang="en-US" b="1" dirty="0"/>
                    </a:p>
                    <a:p>
                      <a:r>
                        <a:rPr lang="en-US" b="1" dirty="0"/>
                        <a:t>Y21:</a:t>
                      </a:r>
                      <a:r>
                        <a:rPr lang="en-US" dirty="0"/>
                        <a:t> 60+4 = 64 %</a:t>
                      </a:r>
                    </a:p>
                    <a:p>
                      <a:r>
                        <a:rPr lang="en-US" b="1" dirty="0"/>
                        <a:t>Y22:</a:t>
                      </a:r>
                      <a:r>
                        <a:rPr lang="en-US" dirty="0"/>
                        <a:t> 68 %</a:t>
                      </a:r>
                    </a:p>
                    <a:p>
                      <a:r>
                        <a:rPr lang="en-US" b="1" dirty="0"/>
                        <a:t>Y23:</a:t>
                      </a:r>
                      <a:r>
                        <a:rPr lang="en-US" dirty="0"/>
                        <a:t> 72 %</a:t>
                      </a:r>
                    </a:p>
                    <a:p>
                      <a:r>
                        <a:rPr lang="en-US" b="1" dirty="0"/>
                        <a:t>Y24</a:t>
                      </a:r>
                      <a:r>
                        <a:rPr lang="en-US" dirty="0"/>
                        <a:t>: 76 %</a:t>
                      </a:r>
                    </a:p>
                    <a:p>
                      <a:r>
                        <a:rPr lang="en-US" b="1" dirty="0"/>
                        <a:t>Y25:</a:t>
                      </a:r>
                      <a:r>
                        <a:rPr lang="en-US" dirty="0"/>
                        <a:t> 80 %</a:t>
                      </a:r>
                      <a:endParaRPr lang="en-IN" dirty="0"/>
                    </a:p>
                  </a:txBody>
                  <a:tcPr/>
                </a:tc>
                <a:tc>
                  <a:txBody>
                    <a:bodyPr/>
                    <a:lstStyle/>
                    <a:p>
                      <a:r>
                        <a:rPr lang="en-US" b="1" dirty="0"/>
                        <a:t>80 %</a:t>
                      </a:r>
                      <a:endParaRPr lang="en-IN" b="1" dirty="0"/>
                    </a:p>
                  </a:txBody>
                  <a:tcPr/>
                </a:tc>
                <a:extLst>
                  <a:ext uri="{0D108BD9-81ED-4DB2-BD59-A6C34878D82A}">
                    <a16:rowId xmlns:a16="http://schemas.microsoft.com/office/drawing/2014/main" val="1124298241"/>
                  </a:ext>
                </a:extLst>
              </a:tr>
              <a:tr h="370840">
                <a:tc>
                  <a:txBody>
                    <a:bodyPr/>
                    <a:lstStyle/>
                    <a:p>
                      <a:r>
                        <a:rPr lang="en-US" b="1" dirty="0"/>
                        <a:t>Growth Rate</a:t>
                      </a:r>
                      <a:endParaRPr lang="en-IN" b="1" dirty="0"/>
                    </a:p>
                  </a:txBody>
                  <a:tcPr/>
                </a:tc>
                <a:tc>
                  <a:txBody>
                    <a:bodyPr/>
                    <a:lstStyle/>
                    <a:p>
                      <a:r>
                        <a:rPr lang="en-US" b="1" dirty="0"/>
                        <a:t>18.30 %</a:t>
                      </a:r>
                      <a:endParaRPr lang="en-IN" b="1" dirty="0"/>
                    </a:p>
                  </a:txBody>
                  <a:tcPr/>
                </a:tc>
                <a:tc>
                  <a:txBody>
                    <a:bodyPr/>
                    <a:lstStyle/>
                    <a:p>
                      <a:r>
                        <a:rPr lang="en-US" dirty="0"/>
                        <a:t>(18.30 -2.16 )/5 = </a:t>
                      </a:r>
                      <a:r>
                        <a:rPr lang="en-US" b="1" dirty="0"/>
                        <a:t>3.228 </a:t>
                      </a:r>
                    </a:p>
                    <a:p>
                      <a:r>
                        <a:rPr lang="en-US" b="1" dirty="0"/>
                        <a:t>Y21:</a:t>
                      </a:r>
                      <a:r>
                        <a:rPr lang="en-US" dirty="0"/>
                        <a:t> 15.072% ; </a:t>
                      </a:r>
                    </a:p>
                    <a:p>
                      <a:r>
                        <a:rPr lang="en-US" b="1" dirty="0"/>
                        <a:t>Y22:</a:t>
                      </a:r>
                      <a:r>
                        <a:rPr lang="en-US" dirty="0"/>
                        <a:t> 11.844%</a:t>
                      </a:r>
                    </a:p>
                    <a:p>
                      <a:r>
                        <a:rPr lang="en-US" b="1" dirty="0"/>
                        <a:t>Y23:</a:t>
                      </a:r>
                      <a:r>
                        <a:rPr lang="en-US" dirty="0"/>
                        <a:t> 8.616% ; </a:t>
                      </a:r>
                      <a:r>
                        <a:rPr lang="en-US" b="1" dirty="0"/>
                        <a:t>Y24</a:t>
                      </a:r>
                      <a:r>
                        <a:rPr lang="en-US" dirty="0"/>
                        <a:t>: 5.388 %</a:t>
                      </a:r>
                    </a:p>
                    <a:p>
                      <a:r>
                        <a:rPr lang="en-US" b="1" dirty="0"/>
                        <a:t>Y25:</a:t>
                      </a:r>
                      <a:r>
                        <a:rPr lang="en-US" dirty="0"/>
                        <a:t> 2.16%</a:t>
                      </a:r>
                      <a:endParaRPr lang="en-IN" dirty="0"/>
                    </a:p>
                  </a:txBody>
                  <a:tcPr/>
                </a:tc>
                <a:tc>
                  <a:txBody>
                    <a:bodyPr/>
                    <a:lstStyle/>
                    <a:p>
                      <a:r>
                        <a:rPr lang="en-US" b="1" dirty="0"/>
                        <a:t>2.16%  [ = 10.80 (1-0.80) ]</a:t>
                      </a:r>
                      <a:endParaRPr lang="en-IN" b="1" dirty="0"/>
                    </a:p>
                  </a:txBody>
                  <a:tcPr/>
                </a:tc>
                <a:extLst>
                  <a:ext uri="{0D108BD9-81ED-4DB2-BD59-A6C34878D82A}">
                    <a16:rowId xmlns:a16="http://schemas.microsoft.com/office/drawing/2014/main" val="2696296970"/>
                  </a:ext>
                </a:extLst>
              </a:tr>
              <a:tr h="370840">
                <a:tc>
                  <a:txBody>
                    <a:bodyPr/>
                    <a:lstStyle/>
                    <a:p>
                      <a:r>
                        <a:rPr lang="en-US" b="1" dirty="0"/>
                        <a:t>COE</a:t>
                      </a:r>
                      <a:endParaRPr lang="en-IN" b="1" dirty="0"/>
                    </a:p>
                  </a:txBody>
                  <a:tcPr/>
                </a:tc>
                <a:tc>
                  <a:txBody>
                    <a:bodyPr/>
                    <a:lstStyle/>
                    <a:p>
                      <a:r>
                        <a:rPr lang="en-US" b="1" dirty="0"/>
                        <a:t>14 %</a:t>
                      </a:r>
                      <a:endParaRPr lang="en-IN"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(14.00-10.80)/5 = </a:t>
                      </a:r>
                      <a:r>
                        <a:rPr kumimoji="0" lang="en-US" sz="1800" b="1" i="0" u="none" strike="noStrike" kern="1200" cap="none" spc="0" normalizeH="0" baseline="0" noProof="0" dirty="0">
                          <a:ln>
                            <a:noFill/>
                          </a:ln>
                          <a:solidFill>
                            <a:prstClr val="black"/>
                          </a:solidFill>
                          <a:effectLst/>
                          <a:uLnTx/>
                          <a:uFillTx/>
                          <a:latin typeface="+mn-lt"/>
                          <a:ea typeface="+mn-ea"/>
                          <a:cs typeface="+mn-cs"/>
                        </a:rPr>
                        <a:t>0.64%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Y21:</a:t>
                      </a:r>
                      <a:r>
                        <a:rPr kumimoji="0" lang="en-US" sz="1800" b="0" i="0" u="none" strike="noStrike" kern="1200" cap="none" spc="0" normalizeH="0" baseline="0" noProof="0" dirty="0">
                          <a:ln>
                            <a:noFill/>
                          </a:ln>
                          <a:solidFill>
                            <a:prstClr val="black"/>
                          </a:solidFill>
                          <a:effectLst/>
                          <a:uLnTx/>
                          <a:uFillTx/>
                          <a:latin typeface="+mn-lt"/>
                          <a:ea typeface="+mn-ea"/>
                          <a:cs typeface="+mn-cs"/>
                        </a:rPr>
                        <a:t> 13.36% ; </a:t>
                      </a:r>
                      <a:r>
                        <a:rPr kumimoji="0" lang="en-US" sz="1800" b="1" i="0" u="none" strike="noStrike" kern="1200" cap="none" spc="0" normalizeH="0" baseline="0" noProof="0" dirty="0">
                          <a:ln>
                            <a:noFill/>
                          </a:ln>
                          <a:solidFill>
                            <a:prstClr val="black"/>
                          </a:solidFill>
                          <a:effectLst/>
                          <a:uLnTx/>
                          <a:uFillTx/>
                          <a:latin typeface="+mn-lt"/>
                          <a:ea typeface="+mn-ea"/>
                          <a:cs typeface="+mn-cs"/>
                        </a:rPr>
                        <a:t>Y22:</a:t>
                      </a:r>
                      <a:r>
                        <a:rPr kumimoji="0" lang="en-US" sz="1800" b="0" i="0" u="none" strike="noStrike" kern="1200" cap="none" spc="0" normalizeH="0" baseline="0" noProof="0" dirty="0">
                          <a:ln>
                            <a:noFill/>
                          </a:ln>
                          <a:solidFill>
                            <a:prstClr val="black"/>
                          </a:solidFill>
                          <a:effectLst/>
                          <a:uLnTx/>
                          <a:uFillTx/>
                          <a:latin typeface="+mn-lt"/>
                          <a:ea typeface="+mn-ea"/>
                          <a:cs typeface="+mn-cs"/>
                        </a:rPr>
                        <a:t> 12.72%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Y23:</a:t>
                      </a:r>
                      <a:r>
                        <a:rPr kumimoji="0" lang="en-US" sz="1800" b="0" i="0" u="none" strike="noStrike" kern="1200" cap="none" spc="0" normalizeH="0" baseline="0" noProof="0" dirty="0">
                          <a:ln>
                            <a:noFill/>
                          </a:ln>
                          <a:solidFill>
                            <a:prstClr val="black"/>
                          </a:solidFill>
                          <a:effectLst/>
                          <a:uLnTx/>
                          <a:uFillTx/>
                          <a:latin typeface="+mn-lt"/>
                          <a:ea typeface="+mn-ea"/>
                          <a:cs typeface="+mn-cs"/>
                        </a:rPr>
                        <a:t> 12.08 % ; </a:t>
                      </a:r>
                      <a:r>
                        <a:rPr kumimoji="0" lang="en-US" sz="1800" b="1" i="0" u="none" strike="noStrike" kern="1200" cap="none" spc="0" normalizeH="0" baseline="0" noProof="0" dirty="0">
                          <a:ln>
                            <a:noFill/>
                          </a:ln>
                          <a:solidFill>
                            <a:prstClr val="black"/>
                          </a:solidFill>
                          <a:effectLst/>
                          <a:uLnTx/>
                          <a:uFillTx/>
                          <a:latin typeface="+mn-lt"/>
                          <a:ea typeface="+mn-ea"/>
                          <a:cs typeface="+mn-cs"/>
                        </a:rPr>
                        <a:t>Y24</a:t>
                      </a:r>
                      <a:r>
                        <a:rPr kumimoji="0" lang="en-US" sz="1800" b="0" i="0" u="none" strike="noStrike" kern="1200" cap="none" spc="0" normalizeH="0" baseline="0" noProof="0" dirty="0">
                          <a:ln>
                            <a:noFill/>
                          </a:ln>
                          <a:solidFill>
                            <a:prstClr val="black"/>
                          </a:solidFill>
                          <a:effectLst/>
                          <a:uLnTx/>
                          <a:uFillTx/>
                          <a:latin typeface="+mn-lt"/>
                          <a:ea typeface="+mn-ea"/>
                          <a:cs typeface="+mn-cs"/>
                        </a:rPr>
                        <a:t>: 11.44%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Y25:</a:t>
                      </a:r>
                      <a:r>
                        <a:rPr kumimoji="0" lang="en-US" sz="1800" b="0" i="0" u="none" strike="noStrike" kern="1200" cap="none" spc="0" normalizeH="0" baseline="0" noProof="0" dirty="0">
                          <a:ln>
                            <a:noFill/>
                          </a:ln>
                          <a:solidFill>
                            <a:prstClr val="black"/>
                          </a:solidFill>
                          <a:effectLst/>
                          <a:uLnTx/>
                          <a:uFillTx/>
                          <a:latin typeface="+mn-lt"/>
                          <a:ea typeface="+mn-ea"/>
                          <a:cs typeface="+mn-cs"/>
                        </a:rPr>
                        <a:t> 10.80 %</a:t>
                      </a:r>
                      <a:endParaRPr kumimoji="0" lang="en-IN" sz="1800" b="0" i="0" u="none" strike="noStrike" kern="1200" cap="none" spc="0" normalizeH="0" baseline="0" noProof="0" dirty="0">
                        <a:ln>
                          <a:noFill/>
                        </a:ln>
                        <a:solidFill>
                          <a:prstClr val="black"/>
                        </a:solidFill>
                        <a:effectLst/>
                        <a:uLnTx/>
                        <a:uFillTx/>
                        <a:latin typeface="+mn-lt"/>
                        <a:ea typeface="+mn-ea"/>
                        <a:cs typeface="+mn-cs"/>
                      </a:endParaRPr>
                    </a:p>
                    <a:p>
                      <a:endParaRPr lang="en-IN" dirty="0"/>
                    </a:p>
                  </a:txBody>
                  <a:tcPr/>
                </a:tc>
                <a:tc>
                  <a:txBody>
                    <a:bodyPr/>
                    <a:lstStyle/>
                    <a:p>
                      <a:r>
                        <a:rPr lang="en-US" dirty="0"/>
                        <a:t>6% + (0.8*6%) = </a:t>
                      </a:r>
                      <a:r>
                        <a:rPr lang="en-US" b="1" dirty="0"/>
                        <a:t>10.80%</a:t>
                      </a:r>
                      <a:endParaRPr lang="en-IN" b="1" dirty="0"/>
                    </a:p>
                  </a:txBody>
                  <a:tcPr/>
                </a:tc>
                <a:extLst>
                  <a:ext uri="{0D108BD9-81ED-4DB2-BD59-A6C34878D82A}">
                    <a16:rowId xmlns:a16="http://schemas.microsoft.com/office/drawing/2014/main" val="4119907283"/>
                  </a:ext>
                </a:extLst>
              </a:tr>
            </a:tbl>
          </a:graphicData>
        </a:graphic>
      </p:graphicFrame>
    </p:spTree>
    <p:extLst>
      <p:ext uri="{BB962C8B-B14F-4D97-AF65-F5344CB8AC3E}">
        <p14:creationId xmlns:p14="http://schemas.microsoft.com/office/powerpoint/2010/main" val="3072143675"/>
      </p:ext>
    </p:extLst>
  </p:cSld>
  <p:clrMapOvr>
    <a:masterClrMapping/>
  </p:clrMapOvr>
</p:sld>
</file>

<file path=ppt/slides/slide5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69BCB-1E67-4E47-8E3D-CECADBDC570F}"/>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PS Ratio for TCS in hg Phase (3 stage model) </a:t>
            </a:r>
            <a:endParaRPr lang="en-IN" dirty="0"/>
          </a:p>
        </p:txBody>
      </p:sp>
      <p:sp>
        <p:nvSpPr>
          <p:cNvPr id="3" name="Content Placeholder 2">
            <a:extLst>
              <a:ext uri="{FF2B5EF4-FFF2-40B4-BE49-F238E27FC236}">
                <a16:creationId xmlns:a16="http://schemas.microsoft.com/office/drawing/2014/main" id="{169B5923-1ED5-48D1-8F13-7755CE38FE50}"/>
              </a:ext>
            </a:extLst>
          </p:cNvPr>
          <p:cNvSpPr>
            <a:spLocks noGrp="1"/>
          </p:cNvSpPr>
          <p:nvPr>
            <p:ph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0.1900 [  0.60*(1.1830) *( 1- [ {1.1830}^20/ {1.1400}^2</a:t>
            </a:r>
            <a:r>
              <a:rPr lang="en-US" sz="2400" dirty="0">
                <a:solidFill>
                  <a:prstClr val="black"/>
                </a:solidFill>
                <a:latin typeface="Calibri" panose="020F0502020204030204"/>
              </a:rPr>
              <a:t>0</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0.1400 – 0.1830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400"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0.1900 * 0.60* (1.1830) (1- {28.8201/13.7435 )/  -0.0430   = </a:t>
            </a:r>
            <a:r>
              <a:rPr lang="en-US" sz="2400" b="1" dirty="0">
                <a:solidFill>
                  <a:prstClr val="black"/>
                </a:solidFill>
                <a:latin typeface="Calibri" panose="020F0502020204030204"/>
              </a:rPr>
              <a:t>3.4405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times </a:t>
            </a:r>
          </a:p>
          <a:p>
            <a:pPr marL="0" indent="0">
              <a:buNone/>
            </a:pPr>
            <a:endParaRPr lang="en-IN" dirty="0"/>
          </a:p>
        </p:txBody>
      </p:sp>
    </p:spTree>
    <p:extLst>
      <p:ext uri="{BB962C8B-B14F-4D97-AF65-F5344CB8AC3E}">
        <p14:creationId xmlns:p14="http://schemas.microsoft.com/office/powerpoint/2010/main" val="2604327165"/>
      </p:ext>
    </p:extLst>
  </p:cSld>
  <p:clrMapOvr>
    <a:masterClrMapping/>
  </p:clrMapOvr>
</p:sld>
</file>

<file path=ppt/slides/slide5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204B-DC0A-4793-B4AF-A14DA4F88C4B}"/>
              </a:ext>
            </a:extLst>
          </p:cNvPr>
          <p:cNvSpPr>
            <a:spLocks noGrp="1"/>
          </p:cNvSpPr>
          <p:nvPr>
            <p:ph type="title"/>
          </p:nvPr>
        </p:nvSpPr>
        <p:spPr/>
        <p:txBody>
          <a:bodyPr/>
          <a:lstStyle/>
          <a:p>
            <a:pPr algn="ctr"/>
            <a:r>
              <a:rPr lang="en-US" b="1" dirty="0"/>
              <a:t>TCS: Year 21 PS</a:t>
            </a:r>
            <a:endParaRPr lang="en-IN" b="1" dirty="0"/>
          </a:p>
        </p:txBody>
      </p:sp>
      <p:sp>
        <p:nvSpPr>
          <p:cNvPr id="3" name="Content Placeholder 2">
            <a:extLst>
              <a:ext uri="{FF2B5EF4-FFF2-40B4-BE49-F238E27FC236}">
                <a16:creationId xmlns:a16="http://schemas.microsoft.com/office/drawing/2014/main" id="{3A281185-5313-4B4E-ACCD-024DF39DD0C9}"/>
              </a:ext>
            </a:extLst>
          </p:cNvPr>
          <p:cNvSpPr>
            <a:spLocks noGrp="1"/>
          </p:cNvSpPr>
          <p:nvPr>
            <p:ph idx="1"/>
          </p:nvPr>
        </p:nvSpPr>
        <p:spPr/>
        <p:txBody>
          <a:bodyPr/>
          <a:lstStyle/>
          <a:p>
            <a:pPr marL="0" indent="0">
              <a:buNone/>
            </a:pPr>
            <a:r>
              <a:rPr lang="en-US" dirty="0"/>
              <a:t>= NPM hg *year 21 DPR * (1+G hg)^ hg period * (1+ G year 21)</a:t>
            </a:r>
          </a:p>
          <a:p>
            <a:pPr marL="0" indent="0">
              <a:buNone/>
            </a:pPr>
            <a:r>
              <a:rPr lang="en-US" dirty="0"/>
              <a:t>-----------------------------------------------------------------------</a:t>
            </a:r>
          </a:p>
          <a:p>
            <a:pPr marL="0" indent="0">
              <a:buNone/>
            </a:pPr>
            <a:r>
              <a:rPr lang="en-US" dirty="0"/>
              <a:t>            (1+ COE hg) ^ hg period  * (1+ COE year 21)</a:t>
            </a:r>
          </a:p>
          <a:p>
            <a:pPr marL="0" indent="0">
              <a:buNone/>
            </a:pPr>
            <a:endParaRPr lang="en-US" dirty="0"/>
          </a:p>
          <a:p>
            <a:pPr marL="0" indent="0">
              <a:buNone/>
            </a:pPr>
            <a:r>
              <a:rPr lang="en-US" dirty="0"/>
              <a:t>= 0.1900 *0.64 (28.8201) (1.1507) /  (13.7435) (1.1336)</a:t>
            </a:r>
          </a:p>
          <a:p>
            <a:pPr marL="0" indent="0">
              <a:buNone/>
            </a:pPr>
            <a:r>
              <a:rPr lang="en-US" dirty="0"/>
              <a:t>= 0.1900 *0.64 (33.1633) / 15.5796</a:t>
            </a:r>
          </a:p>
          <a:p>
            <a:pPr marL="0" indent="0">
              <a:buNone/>
            </a:pPr>
            <a:endParaRPr lang="en-US" dirty="0"/>
          </a:p>
          <a:p>
            <a:pPr marL="0" indent="0">
              <a:buNone/>
            </a:pPr>
            <a:r>
              <a:rPr lang="en-US" dirty="0"/>
              <a:t>= 4.0327/ 15.5796 = </a:t>
            </a:r>
            <a:r>
              <a:rPr lang="en-US" b="1" dirty="0"/>
              <a:t> 0.2588 times </a:t>
            </a:r>
            <a:endParaRPr lang="en-IN"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E5B53662-A8D0-6C0F-78CF-0B3A1382EFB9}"/>
                  </a:ext>
                </a:extLst>
              </p14:cNvPr>
              <p14:cNvContentPartPr/>
              <p14:nvPr/>
            </p14:nvContentPartPr>
            <p14:xfrm>
              <a:off x="2640960" y="5601960"/>
              <a:ext cx="1926000" cy="408960"/>
            </p14:xfrm>
          </p:contentPart>
        </mc:Choice>
        <mc:Fallback xmlns="">
          <p:pic>
            <p:nvPicPr>
              <p:cNvPr id="4" name="Ink 3">
                <a:extLst>
                  <a:ext uri="{FF2B5EF4-FFF2-40B4-BE49-F238E27FC236}">
                    <a16:creationId xmlns:a16="http://schemas.microsoft.com/office/drawing/2014/main" id="{E5B53662-A8D0-6C0F-78CF-0B3A1382EFB9}"/>
                  </a:ext>
                </a:extLst>
              </p:cNvPr>
              <p:cNvPicPr/>
              <p:nvPr/>
            </p:nvPicPr>
            <p:blipFill>
              <a:blip r:embed="rId3"/>
              <a:stretch>
                <a:fillRect/>
              </a:stretch>
            </p:blipFill>
            <p:spPr>
              <a:xfrm>
                <a:off x="2631600" y="5592600"/>
                <a:ext cx="1944720" cy="427680"/>
              </a:xfrm>
              <a:prstGeom prst="rect">
                <a:avLst/>
              </a:prstGeom>
            </p:spPr>
          </p:pic>
        </mc:Fallback>
      </mc:AlternateContent>
    </p:spTree>
    <p:extLst>
      <p:ext uri="{BB962C8B-B14F-4D97-AF65-F5344CB8AC3E}">
        <p14:creationId xmlns:p14="http://schemas.microsoft.com/office/powerpoint/2010/main" val="1585367628"/>
      </p:ext>
    </p:extLst>
  </p:cSld>
  <p:clrMapOvr>
    <a:masterClrMapping/>
  </p:clrMapOvr>
</p:sld>
</file>

<file path=ppt/slides/slide5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204B-DC0A-4793-B4AF-A14DA4F88C4B}"/>
              </a:ext>
            </a:extLst>
          </p:cNvPr>
          <p:cNvSpPr>
            <a:spLocks noGrp="1"/>
          </p:cNvSpPr>
          <p:nvPr>
            <p:ph type="title"/>
          </p:nvPr>
        </p:nvSpPr>
        <p:spPr/>
        <p:txBody>
          <a:bodyPr/>
          <a:lstStyle/>
          <a:p>
            <a:pPr algn="ctr"/>
            <a:r>
              <a:rPr lang="en-US" b="1" dirty="0"/>
              <a:t>TCS : Year 22 PS</a:t>
            </a:r>
            <a:endParaRPr lang="en-IN" b="1" dirty="0"/>
          </a:p>
        </p:txBody>
      </p:sp>
      <p:sp>
        <p:nvSpPr>
          <p:cNvPr id="3" name="Content Placeholder 2">
            <a:extLst>
              <a:ext uri="{FF2B5EF4-FFF2-40B4-BE49-F238E27FC236}">
                <a16:creationId xmlns:a16="http://schemas.microsoft.com/office/drawing/2014/main" id="{3A281185-5313-4B4E-ACCD-024DF39DD0C9}"/>
              </a:ext>
            </a:extLst>
          </p:cNvPr>
          <p:cNvSpPr>
            <a:spLocks noGrp="1"/>
          </p:cNvSpPr>
          <p:nvPr>
            <p:ph idx="1"/>
          </p:nvPr>
        </p:nvSpPr>
        <p:spPr/>
        <p:txBody>
          <a:bodyPr>
            <a:normAutofit lnSpcReduction="10000"/>
          </a:bodyPr>
          <a:lstStyle/>
          <a:p>
            <a:pPr marL="0" indent="0">
              <a:buNone/>
            </a:pPr>
            <a:r>
              <a:rPr lang="en-US" dirty="0"/>
              <a:t>= NPM hg * year 22 DPR * (1+G hg)^ hg period * (1+ G year 21)*(1+G y22)</a:t>
            </a:r>
          </a:p>
          <a:p>
            <a:pPr marL="0" indent="0">
              <a:buNone/>
            </a:pPr>
            <a:r>
              <a:rPr lang="en-US" dirty="0"/>
              <a:t>---------------------------------------------------------------------------------</a:t>
            </a:r>
          </a:p>
          <a:p>
            <a:pPr marL="0" indent="0">
              <a:buNone/>
            </a:pPr>
            <a:r>
              <a:rPr lang="en-US" dirty="0"/>
              <a:t>            (1+ COE hg) ^ hg period  * (1+ COE year 21)*(1+COE y22)</a:t>
            </a:r>
          </a:p>
          <a:p>
            <a:pPr marL="0" indent="0">
              <a:buNone/>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0.1900 *0.68 (33.1633) (1.1184) / (15.5796) (1.1272)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0.1900 *0.68 ( </a:t>
            </a:r>
            <a:r>
              <a:rPr lang="en-US" dirty="0">
                <a:solidFill>
                  <a:prstClr val="black"/>
                </a:solidFill>
                <a:latin typeface="Calibri" panose="020F0502020204030204"/>
              </a:rPr>
              <a:t>37.0898</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1</a:t>
            </a:r>
            <a:r>
              <a:rPr lang="en-US" dirty="0">
                <a:solidFill>
                  <a:prstClr val="black"/>
                </a:solidFill>
                <a:latin typeface="Calibri" panose="020F0502020204030204"/>
              </a:rPr>
              <a:t>7.5613</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US" dirty="0"/>
          </a:p>
          <a:p>
            <a:pPr marL="0" indent="0">
              <a:buNone/>
            </a:pPr>
            <a:r>
              <a:rPr lang="en-US" dirty="0"/>
              <a:t>= 4.7920 / 17.5613  = </a:t>
            </a:r>
            <a:r>
              <a:rPr lang="en-US" b="1" dirty="0"/>
              <a:t>0.2729 times </a:t>
            </a:r>
            <a:endParaRPr lang="en-IN"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2223378-9CD5-5BF8-955C-CEBAE9250D77}"/>
                  </a:ext>
                </a:extLst>
              </p14:cNvPr>
              <p14:cNvContentPartPr/>
              <p14:nvPr/>
            </p14:nvContentPartPr>
            <p14:xfrm>
              <a:off x="962280" y="3530520"/>
              <a:ext cx="8473680" cy="3002760"/>
            </p14:xfrm>
          </p:contentPart>
        </mc:Choice>
        <mc:Fallback xmlns="">
          <p:pic>
            <p:nvPicPr>
              <p:cNvPr id="4" name="Ink 3">
                <a:extLst>
                  <a:ext uri="{FF2B5EF4-FFF2-40B4-BE49-F238E27FC236}">
                    <a16:creationId xmlns:a16="http://schemas.microsoft.com/office/drawing/2014/main" id="{12223378-9CD5-5BF8-955C-CEBAE9250D77}"/>
                  </a:ext>
                </a:extLst>
              </p:cNvPr>
              <p:cNvPicPr/>
              <p:nvPr/>
            </p:nvPicPr>
            <p:blipFill>
              <a:blip r:embed="rId3"/>
              <a:stretch>
                <a:fillRect/>
              </a:stretch>
            </p:blipFill>
            <p:spPr>
              <a:xfrm>
                <a:off x="952920" y="3521160"/>
                <a:ext cx="8492400" cy="3021480"/>
              </a:xfrm>
              <a:prstGeom prst="rect">
                <a:avLst/>
              </a:prstGeom>
            </p:spPr>
          </p:pic>
        </mc:Fallback>
      </mc:AlternateContent>
    </p:spTree>
    <p:extLst>
      <p:ext uri="{BB962C8B-B14F-4D97-AF65-F5344CB8AC3E}">
        <p14:creationId xmlns:p14="http://schemas.microsoft.com/office/powerpoint/2010/main" val="3024299625"/>
      </p:ext>
    </p:extLst>
  </p:cSld>
  <p:clrMapOvr>
    <a:masterClrMapping/>
  </p:clrMapOvr>
</p:sld>
</file>

<file path=ppt/slides/slide5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204B-DC0A-4793-B4AF-A14DA4F88C4B}"/>
              </a:ext>
            </a:extLst>
          </p:cNvPr>
          <p:cNvSpPr>
            <a:spLocks noGrp="1"/>
          </p:cNvSpPr>
          <p:nvPr>
            <p:ph type="title"/>
          </p:nvPr>
        </p:nvSpPr>
        <p:spPr/>
        <p:txBody>
          <a:bodyPr/>
          <a:lstStyle/>
          <a:p>
            <a:pPr algn="ctr"/>
            <a:r>
              <a:rPr lang="en-US" b="1" dirty="0"/>
              <a:t>TCS : Year 23 PS </a:t>
            </a:r>
            <a:endParaRPr lang="en-IN" b="1" dirty="0"/>
          </a:p>
        </p:txBody>
      </p:sp>
      <p:sp>
        <p:nvSpPr>
          <p:cNvPr id="3" name="Content Placeholder 2">
            <a:extLst>
              <a:ext uri="{FF2B5EF4-FFF2-40B4-BE49-F238E27FC236}">
                <a16:creationId xmlns:a16="http://schemas.microsoft.com/office/drawing/2014/main" id="{3A281185-5313-4B4E-ACCD-024DF39DD0C9}"/>
              </a:ext>
            </a:extLst>
          </p:cNvPr>
          <p:cNvSpPr>
            <a:spLocks noGrp="1"/>
          </p:cNvSpPr>
          <p:nvPr>
            <p:ph idx="1"/>
          </p:nvPr>
        </p:nvSpPr>
        <p:spPr/>
        <p:txBody>
          <a:bodyPr>
            <a:normAutofit lnSpcReduction="10000"/>
          </a:bodyPr>
          <a:lstStyle/>
          <a:p>
            <a:pPr marL="0" indent="0">
              <a:buNone/>
            </a:pPr>
            <a:r>
              <a:rPr lang="en-US" dirty="0"/>
              <a:t>= NPM hg * year 23 DPR * (1+G hg)^ hg p * (1+ G y 21)*(1+G y22) (1+G y23)</a:t>
            </a:r>
          </a:p>
          <a:p>
            <a:pPr marL="0" indent="0">
              <a:buNone/>
            </a:pPr>
            <a:r>
              <a:rPr lang="en-US" dirty="0"/>
              <a:t>--------------------------------------------------------------------------------------</a:t>
            </a:r>
          </a:p>
          <a:p>
            <a:pPr marL="0" indent="0">
              <a:buNone/>
            </a:pPr>
            <a:r>
              <a:rPr lang="en-US" dirty="0"/>
              <a:t>    (1+ COE hg) ^ hg p  * (1+ COE y 21)*(1+COE y22)* (1+COE y23)</a:t>
            </a:r>
          </a:p>
          <a:p>
            <a:pPr marL="0" indent="0">
              <a:buNone/>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0.1900 *0.72 ( 37.0898) (1.0862))/ (17.5613) (1.1208)</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0.1900 *0.72 (40.2869)/</a:t>
            </a:r>
            <a:r>
              <a:rPr lang="en-US" dirty="0">
                <a:solidFill>
                  <a:prstClr val="black"/>
                </a:solidFill>
                <a:latin typeface="Calibri" panose="020F0502020204030204"/>
              </a:rPr>
              <a:t> 19.6827</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indent="0">
              <a:buNone/>
            </a:pPr>
            <a:r>
              <a:rPr lang="en-US" dirty="0"/>
              <a:t>= 5.5112/ 19.6827  = </a:t>
            </a:r>
            <a:r>
              <a:rPr lang="en-US" b="1" dirty="0"/>
              <a:t> 0.2800 times </a:t>
            </a:r>
            <a:endParaRPr lang="en-IN" b="1" dirty="0"/>
          </a:p>
        </p:txBody>
      </p:sp>
    </p:spTree>
    <p:extLst>
      <p:ext uri="{BB962C8B-B14F-4D97-AF65-F5344CB8AC3E}">
        <p14:creationId xmlns:p14="http://schemas.microsoft.com/office/powerpoint/2010/main" val="562830909"/>
      </p:ext>
    </p:extLst>
  </p:cSld>
  <p:clrMapOvr>
    <a:masterClrMapping/>
  </p:clrMapOvr>
</p:sld>
</file>

<file path=ppt/slides/slide5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204B-DC0A-4793-B4AF-A14DA4F88C4B}"/>
              </a:ext>
            </a:extLst>
          </p:cNvPr>
          <p:cNvSpPr>
            <a:spLocks noGrp="1"/>
          </p:cNvSpPr>
          <p:nvPr>
            <p:ph type="title"/>
          </p:nvPr>
        </p:nvSpPr>
        <p:spPr/>
        <p:txBody>
          <a:bodyPr/>
          <a:lstStyle/>
          <a:p>
            <a:pPr algn="ctr"/>
            <a:r>
              <a:rPr lang="en-US" b="1" dirty="0"/>
              <a:t>TCS : Year 24 PS </a:t>
            </a:r>
            <a:endParaRPr lang="en-IN" b="1" dirty="0"/>
          </a:p>
        </p:txBody>
      </p:sp>
      <p:sp>
        <p:nvSpPr>
          <p:cNvPr id="3" name="Content Placeholder 2">
            <a:extLst>
              <a:ext uri="{FF2B5EF4-FFF2-40B4-BE49-F238E27FC236}">
                <a16:creationId xmlns:a16="http://schemas.microsoft.com/office/drawing/2014/main" id="{3A281185-5313-4B4E-ACCD-024DF39DD0C9}"/>
              </a:ext>
            </a:extLst>
          </p:cNvPr>
          <p:cNvSpPr>
            <a:spLocks noGrp="1"/>
          </p:cNvSpPr>
          <p:nvPr>
            <p:ph idx="1"/>
          </p:nvPr>
        </p:nvSpPr>
        <p:spPr/>
        <p:txBody>
          <a:bodyPr>
            <a:normAutofit lnSpcReduction="10000"/>
          </a:bodyPr>
          <a:lstStyle/>
          <a:p>
            <a:pPr marL="0" indent="0">
              <a:buNone/>
            </a:pPr>
            <a:r>
              <a:rPr lang="en-US" dirty="0"/>
              <a:t>= NPM hg * year 24 DPR * (1+G hg)^ hg p * (1+ G y 21)*(1+G y22) (1+G y23) (1+Gy24)</a:t>
            </a:r>
          </a:p>
          <a:p>
            <a:pPr marL="0" indent="0">
              <a:buNone/>
            </a:pPr>
            <a:r>
              <a:rPr lang="en-US" dirty="0"/>
              <a:t>--------------------------------------------------------------------------------------------------</a:t>
            </a:r>
          </a:p>
          <a:p>
            <a:pPr marL="0" indent="0">
              <a:buNone/>
            </a:pPr>
            <a:r>
              <a:rPr lang="en-US" dirty="0"/>
              <a:t>  (1+ COE hg) ^ hg p  * (1+ COE y 21)*(1+COE y22)* (1+COE y23) (1+COE y24)</a:t>
            </a:r>
          </a:p>
          <a:p>
            <a:pPr marL="0" indent="0">
              <a:buNone/>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0.1900 *0.76 (</a:t>
            </a:r>
            <a:r>
              <a:rPr lang="en-US" sz="2600" dirty="0">
                <a:solidFill>
                  <a:prstClr val="black"/>
                </a:solidFill>
                <a:latin typeface="Calibri" panose="020F0502020204030204"/>
              </a:rPr>
              <a:t>40.2869</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(1.0539) </a:t>
            </a:r>
            <a:r>
              <a:rPr lang="en-US" sz="2600" dirty="0">
                <a:solidFill>
                  <a:prstClr val="black"/>
                </a:solidFill>
                <a:latin typeface="Calibri" panose="020F0502020204030204"/>
              </a:rPr>
              <a:t>/ (19.6827) (1.1144)</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=0.1900 *0.76 ( 42.4584)/ </a:t>
            </a:r>
            <a:r>
              <a:rPr lang="en-US" sz="2600" dirty="0">
                <a:solidFill>
                  <a:prstClr val="black"/>
                </a:solidFill>
                <a:latin typeface="Calibri" panose="020F0502020204030204"/>
              </a:rPr>
              <a:t>21.9344</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=6.1310 / 21.9344  = </a:t>
            </a:r>
            <a:r>
              <a:rPr lang="en-US" b="1" dirty="0"/>
              <a:t>0.2795 times </a:t>
            </a:r>
            <a:endParaRPr lang="en-IN" b="1" dirty="0"/>
          </a:p>
        </p:txBody>
      </p:sp>
    </p:spTree>
    <p:extLst>
      <p:ext uri="{BB962C8B-B14F-4D97-AF65-F5344CB8AC3E}">
        <p14:creationId xmlns:p14="http://schemas.microsoft.com/office/powerpoint/2010/main" val="623998145"/>
      </p:ext>
    </p:extLst>
  </p:cSld>
  <p:clrMapOvr>
    <a:masterClrMapping/>
  </p:clrMapOvr>
</p:sld>
</file>

<file path=ppt/slides/slide5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204B-DC0A-4793-B4AF-A14DA4F88C4B}"/>
              </a:ext>
            </a:extLst>
          </p:cNvPr>
          <p:cNvSpPr>
            <a:spLocks noGrp="1"/>
          </p:cNvSpPr>
          <p:nvPr>
            <p:ph type="title"/>
          </p:nvPr>
        </p:nvSpPr>
        <p:spPr/>
        <p:txBody>
          <a:bodyPr/>
          <a:lstStyle/>
          <a:p>
            <a:pPr algn="ctr"/>
            <a:r>
              <a:rPr lang="en-US" b="1" dirty="0"/>
              <a:t>TCS : Year 25 PS </a:t>
            </a:r>
            <a:endParaRPr lang="en-IN" b="1" dirty="0"/>
          </a:p>
        </p:txBody>
      </p:sp>
      <p:sp>
        <p:nvSpPr>
          <p:cNvPr id="3" name="Content Placeholder 2">
            <a:extLst>
              <a:ext uri="{FF2B5EF4-FFF2-40B4-BE49-F238E27FC236}">
                <a16:creationId xmlns:a16="http://schemas.microsoft.com/office/drawing/2014/main" id="{3A281185-5313-4B4E-ACCD-024DF39DD0C9}"/>
              </a:ext>
            </a:extLst>
          </p:cNvPr>
          <p:cNvSpPr>
            <a:spLocks noGrp="1"/>
          </p:cNvSpPr>
          <p:nvPr>
            <p:ph idx="1"/>
          </p:nvPr>
        </p:nvSpPr>
        <p:spPr/>
        <p:txBody>
          <a:bodyPr>
            <a:normAutofit lnSpcReduction="10000"/>
          </a:bodyPr>
          <a:lstStyle/>
          <a:p>
            <a:pPr marL="0" indent="0">
              <a:buNone/>
            </a:pPr>
            <a:r>
              <a:rPr lang="en-US" dirty="0"/>
              <a:t>NPM hg * year25DPR * (1+G hg)^ hg p * (1+ Gy21)*(1+Gy22) (1+Gy23) (1+Gy24)(1+G Y 25)</a:t>
            </a:r>
          </a:p>
          <a:p>
            <a:pPr marL="0" indent="0">
              <a:buNone/>
            </a:pPr>
            <a:r>
              <a:rPr lang="en-US" dirty="0"/>
              <a:t>---------------------------------------------------------------------------------------------------</a:t>
            </a:r>
          </a:p>
          <a:p>
            <a:pPr marL="0" indent="0">
              <a:buNone/>
            </a:pPr>
            <a:r>
              <a:rPr lang="en-US" dirty="0"/>
              <a:t> (1+ COE hg) ^ hg p * (1+ COE y 21)*(1+COE y22)* (1+COE y23) (1+COE y24) (1+COE y25)</a:t>
            </a:r>
          </a:p>
          <a:p>
            <a:pPr marL="0" indent="0">
              <a:buNone/>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0.1900 *0.80 (</a:t>
            </a:r>
            <a:r>
              <a:rPr lang="en-US" sz="2400" dirty="0">
                <a:solidFill>
                  <a:prstClr val="black"/>
                </a:solidFill>
                <a:latin typeface="Calibri" panose="020F0502020204030204"/>
              </a:rPr>
              <a:t>42.4584</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(1.0216)/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(21.9</a:t>
            </a:r>
            <a:r>
              <a:rPr lang="en-US" sz="2600" dirty="0">
                <a:solidFill>
                  <a:prstClr val="black"/>
                </a:solidFill>
                <a:latin typeface="Calibri" panose="020F0502020204030204"/>
              </a:rPr>
              <a:t>344</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(1.1080)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0.1900 *0.80 (43.3755)/ 24.3033</a:t>
            </a:r>
          </a:p>
          <a:p>
            <a:pPr marL="0" indent="0">
              <a:buNone/>
            </a:pPr>
            <a:r>
              <a:rPr lang="en-US" dirty="0"/>
              <a:t>= 6.5931/  24.3033= </a:t>
            </a:r>
            <a:r>
              <a:rPr lang="en-US" b="1" dirty="0"/>
              <a:t>0.2713 times </a:t>
            </a:r>
            <a:endParaRPr lang="en-IN" b="1" dirty="0"/>
          </a:p>
        </p:txBody>
      </p:sp>
    </p:spTree>
    <p:extLst>
      <p:ext uri="{BB962C8B-B14F-4D97-AF65-F5344CB8AC3E}">
        <p14:creationId xmlns:p14="http://schemas.microsoft.com/office/powerpoint/2010/main" val="3574072728"/>
      </p:ext>
    </p:extLst>
  </p:cSld>
  <p:clrMapOvr>
    <a:masterClrMapping/>
  </p:clrMapOvr>
</p:sld>
</file>

<file path=ppt/slides/slide5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10724-5904-45CC-9481-26E9AE851B00}"/>
              </a:ext>
            </a:extLst>
          </p:cNvPr>
          <p:cNvSpPr>
            <a:spLocks noGrp="1"/>
          </p:cNvSpPr>
          <p:nvPr>
            <p:ph type="title"/>
          </p:nvPr>
        </p:nvSpPr>
        <p:spPr/>
        <p:txBody>
          <a:bodyPr/>
          <a:lstStyle/>
          <a:p>
            <a:pPr algn="ctr"/>
            <a:r>
              <a:rPr lang="en-US" b="1" dirty="0">
                <a:solidFill>
                  <a:prstClr val="black"/>
                </a:solidFill>
                <a:latin typeface="Calibri Light" panose="020F0302020204030204"/>
              </a:rPr>
              <a:t>TCS</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a:t>
            </a:r>
            <a:r>
              <a:rPr kumimoji="0" lang="en-US" sz="4400" b="1" i="0" u="none" strike="noStrike" kern="1200" cap="none" spc="0" normalizeH="0" baseline="0" noProof="0">
                <a:ln>
                  <a:noFill/>
                </a:ln>
                <a:solidFill>
                  <a:prstClr val="black"/>
                </a:solidFill>
                <a:effectLst/>
                <a:uLnTx/>
                <a:uFillTx/>
                <a:latin typeface="Calibri Light" panose="020F0302020204030204"/>
                <a:ea typeface="+mj-ea"/>
                <a:cs typeface="+mj-cs"/>
              </a:rPr>
              <a:t>Year 21-25 </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PS </a:t>
            </a:r>
            <a:endParaRPr lang="en-IN" dirty="0"/>
          </a:p>
        </p:txBody>
      </p:sp>
      <p:sp>
        <p:nvSpPr>
          <p:cNvPr id="3" name="Content Placeholder 2">
            <a:extLst>
              <a:ext uri="{FF2B5EF4-FFF2-40B4-BE49-F238E27FC236}">
                <a16:creationId xmlns:a16="http://schemas.microsoft.com/office/drawing/2014/main" id="{F670B577-D80E-4F22-86B2-153AAA0201B6}"/>
              </a:ext>
            </a:extLst>
          </p:cNvPr>
          <p:cNvSpPr>
            <a:spLocks noGrp="1"/>
          </p:cNvSpPr>
          <p:nvPr>
            <p:ph idx="1"/>
          </p:nvPr>
        </p:nvSpPr>
        <p:spPr/>
        <p:txBody>
          <a:bodyPr>
            <a:normAutofit/>
          </a:bodyPr>
          <a:lstStyle/>
          <a:p>
            <a:pPr marL="0" indent="0">
              <a:buNone/>
            </a:pPr>
            <a:r>
              <a:rPr lang="en-US" sz="3600" dirty="0"/>
              <a:t>= 0.2588 + 0.2729+ 0.2800 +0.2795 +0.2713  = </a:t>
            </a:r>
            <a:r>
              <a:rPr lang="en-US" sz="3600" b="1" dirty="0"/>
              <a:t> 1.3625 times</a:t>
            </a:r>
            <a:endParaRPr lang="en-IN" sz="3600" b="1" dirty="0"/>
          </a:p>
        </p:txBody>
      </p:sp>
    </p:spTree>
    <p:extLst>
      <p:ext uri="{BB962C8B-B14F-4D97-AF65-F5344CB8AC3E}">
        <p14:creationId xmlns:p14="http://schemas.microsoft.com/office/powerpoint/2010/main" val="1566517020"/>
      </p:ext>
    </p:extLst>
  </p:cSld>
  <p:clrMapOvr>
    <a:masterClrMapping/>
  </p:clrMapOvr>
</p:sld>
</file>

<file path=ppt/slides/slide5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B7A3C-1D46-45A5-BEBF-97D4FD92846D}"/>
              </a:ext>
            </a:extLst>
          </p:cNvPr>
          <p:cNvSpPr>
            <a:spLocks noGrp="1"/>
          </p:cNvSpPr>
          <p:nvPr>
            <p:ph type="title"/>
          </p:nvPr>
        </p:nvSpPr>
        <p:spPr/>
        <p:txBody>
          <a:bodyPr/>
          <a:lstStyle/>
          <a:p>
            <a:pPr algn="ctr"/>
            <a:r>
              <a:rPr lang="en-US" b="1" dirty="0">
                <a:solidFill>
                  <a:prstClr val="black"/>
                </a:solidFill>
                <a:latin typeface="Calibri Light" panose="020F0302020204030204"/>
              </a:rPr>
              <a:t>TCS</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 Stable Phase PS </a:t>
            </a:r>
            <a:endParaRPr lang="en-IN" dirty="0"/>
          </a:p>
        </p:txBody>
      </p:sp>
      <p:sp>
        <p:nvSpPr>
          <p:cNvPr id="3" name="Content Placeholder 2">
            <a:extLst>
              <a:ext uri="{FF2B5EF4-FFF2-40B4-BE49-F238E27FC236}">
                <a16:creationId xmlns:a16="http://schemas.microsoft.com/office/drawing/2014/main" id="{B166753A-7AD7-4124-AE88-CBC0FB3D36B8}"/>
              </a:ext>
            </a:extLst>
          </p:cNvPr>
          <p:cNvSpPr>
            <a:spLocks noGrp="1"/>
          </p:cNvSpPr>
          <p:nvPr>
            <p:ph idx="1"/>
          </p:nvPr>
        </p:nvSpPr>
        <p:spPr/>
        <p:txBody>
          <a:bodyPr>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prstClr val="black"/>
                </a:solidFill>
                <a:latin typeface="Calibri" panose="020F0502020204030204"/>
              </a:rPr>
              <a:t>NPM hg* St. Ph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DPR * (1+G hg)^ hg p * (1+ Gy21)*(1+Gy22) (1+Gy23) (1+Gy24)(1+G Y 25)(1+G st.ph)</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(COE st.ph – G st.ph) (1+ COE hg) ^ hg p * (1+ COE y 21)*(1+COE y22)* (1+COE y23) (1+COE y24) (1+COE y25)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600"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0.1900 *0.80 (</a:t>
            </a:r>
            <a:r>
              <a:rPr lang="en-US" sz="2200" dirty="0">
                <a:solidFill>
                  <a:prstClr val="black"/>
                </a:solidFill>
                <a:latin typeface="Calibri" panose="020F0502020204030204"/>
              </a:rPr>
              <a:t>43.3755</a:t>
            </a: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 (1.0216)/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(24.3033)</a:t>
            </a: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 (0.</a:t>
            </a:r>
            <a:r>
              <a:rPr lang="en-US" sz="2200" dirty="0">
                <a:solidFill>
                  <a:prstClr val="black"/>
                </a:solidFill>
                <a:latin typeface="Calibri" panose="020F0502020204030204"/>
              </a:rPr>
              <a:t>1080</a:t>
            </a: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-0.0216)</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prstClr val="black"/>
                </a:solidFill>
                <a:latin typeface="Calibri" panose="020F0502020204030204"/>
              </a:rPr>
              <a:t>= 6.7355/2.0998 = </a:t>
            </a:r>
            <a:r>
              <a:rPr lang="en-US" sz="2600" b="1" dirty="0">
                <a:solidFill>
                  <a:prstClr val="black"/>
                </a:solidFill>
                <a:latin typeface="Calibri" panose="020F0502020204030204"/>
              </a:rPr>
              <a:t>3.2077 times</a:t>
            </a:r>
            <a:endPar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94DEAF45-8603-3515-2452-F5E2E35D2064}"/>
                  </a:ext>
                </a:extLst>
              </p14:cNvPr>
              <p14:cNvContentPartPr/>
              <p14:nvPr/>
            </p14:nvContentPartPr>
            <p14:xfrm>
              <a:off x="5209920" y="4606920"/>
              <a:ext cx="1485000" cy="543600"/>
            </p14:xfrm>
          </p:contentPart>
        </mc:Choice>
        <mc:Fallback xmlns="">
          <p:pic>
            <p:nvPicPr>
              <p:cNvPr id="4" name="Ink 3">
                <a:extLst>
                  <a:ext uri="{FF2B5EF4-FFF2-40B4-BE49-F238E27FC236}">
                    <a16:creationId xmlns:a16="http://schemas.microsoft.com/office/drawing/2014/main" id="{94DEAF45-8603-3515-2452-F5E2E35D2064}"/>
                  </a:ext>
                </a:extLst>
              </p:cNvPr>
              <p:cNvPicPr/>
              <p:nvPr/>
            </p:nvPicPr>
            <p:blipFill>
              <a:blip r:embed="rId3"/>
              <a:stretch>
                <a:fillRect/>
              </a:stretch>
            </p:blipFill>
            <p:spPr>
              <a:xfrm>
                <a:off x="5200560" y="4597560"/>
                <a:ext cx="1503720" cy="562320"/>
              </a:xfrm>
              <a:prstGeom prst="rect">
                <a:avLst/>
              </a:prstGeom>
            </p:spPr>
          </p:pic>
        </mc:Fallback>
      </mc:AlternateContent>
    </p:spTree>
    <p:extLst>
      <p:ext uri="{BB962C8B-B14F-4D97-AF65-F5344CB8AC3E}">
        <p14:creationId xmlns:p14="http://schemas.microsoft.com/office/powerpoint/2010/main" val="3124882174"/>
      </p:ext>
    </p:extLst>
  </p:cSld>
  <p:clrMapOvr>
    <a:masterClrMapping/>
  </p:clrMapOvr>
</p:sld>
</file>

<file path=ppt/slides/slide5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62116-58FA-4A1B-870F-508435151F7E}"/>
              </a:ext>
            </a:extLst>
          </p:cNvPr>
          <p:cNvSpPr>
            <a:spLocks noGrp="1"/>
          </p:cNvSpPr>
          <p:nvPr>
            <p:ph type="title"/>
          </p:nvPr>
        </p:nvSpPr>
        <p:spPr/>
        <p:txBody>
          <a:bodyPr/>
          <a:lstStyle/>
          <a:p>
            <a:pPr algn="ctr"/>
            <a:r>
              <a:rPr lang="en-US" b="1" dirty="0">
                <a:solidFill>
                  <a:prstClr val="black"/>
                </a:solidFill>
                <a:latin typeface="Calibri Light" panose="020F0302020204030204"/>
              </a:rPr>
              <a:t>TCS</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 Total PS &amp; Value </a:t>
            </a:r>
            <a:endParaRPr lang="en-IN" dirty="0"/>
          </a:p>
        </p:txBody>
      </p:sp>
      <p:sp>
        <p:nvSpPr>
          <p:cNvPr id="3" name="Content Placeholder 2">
            <a:extLst>
              <a:ext uri="{FF2B5EF4-FFF2-40B4-BE49-F238E27FC236}">
                <a16:creationId xmlns:a16="http://schemas.microsoft.com/office/drawing/2014/main" id="{25784235-CC32-4371-9563-07733AA48554}"/>
              </a:ext>
            </a:extLst>
          </p:cNvPr>
          <p:cNvSpPr>
            <a:spLocks noGrp="1"/>
          </p:cNvSpPr>
          <p:nvPr>
            <p:ph idx="1"/>
          </p:nvPr>
        </p:nvSpPr>
        <p:spPr/>
        <p:txBody>
          <a:bodyPr>
            <a:normAutofit/>
          </a:bodyPr>
          <a:lstStyle/>
          <a:p>
            <a:pPr marL="0" indent="0">
              <a:buNone/>
            </a:pPr>
            <a:r>
              <a:rPr lang="en-US" dirty="0"/>
              <a:t>= PS HG phase + PS Transition phase + PS stable Phase </a:t>
            </a:r>
          </a:p>
          <a:p>
            <a:pPr marL="0" indent="0">
              <a:buNone/>
            </a:pPr>
            <a:endParaRPr lang="en-US" dirty="0"/>
          </a:p>
          <a:p>
            <a:pPr marL="0" indent="0">
              <a:buNone/>
            </a:pPr>
            <a:r>
              <a:rPr lang="en-US" dirty="0"/>
              <a:t>= 3.4405 + 1.3625+ 3.2077 = </a:t>
            </a:r>
            <a:r>
              <a:rPr lang="en-US" b="1" dirty="0"/>
              <a:t>8.0107 times= </a:t>
            </a:r>
            <a:r>
              <a:rPr lang="en-US" b="1" dirty="0">
                <a:highlight>
                  <a:srgbClr val="FFFF00"/>
                </a:highlight>
              </a:rPr>
              <a:t>8.01 times</a:t>
            </a:r>
          </a:p>
          <a:p>
            <a:pPr marL="0" indent="0">
              <a:buNone/>
            </a:pPr>
            <a:endParaRPr lang="en-US" b="1"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Predicted Mkt Cap  = 8</a:t>
            </a:r>
            <a:r>
              <a:rPr lang="en-US" sz="2400" b="1" dirty="0">
                <a:solidFill>
                  <a:prstClr val="black"/>
                </a:solidFill>
                <a:latin typeface="Calibri" panose="020F0502020204030204"/>
              </a:rPr>
              <a:t>.01</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Sales 2025 at INR 255324 * (1 +0.1400/360 * </a:t>
            </a:r>
            <a:r>
              <a:rPr lang="en-US" sz="2400" b="1" dirty="0">
                <a:solidFill>
                  <a:prstClr val="black"/>
                </a:solidFill>
                <a:latin typeface="Calibri" panose="020F0502020204030204"/>
              </a:rPr>
              <a:t>270</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1.11) = INR </a:t>
            </a:r>
            <a:r>
              <a:rPr lang="en-US" sz="2400" b="1" dirty="0">
                <a:solidFill>
                  <a:prstClr val="black"/>
                </a:solidFill>
                <a:latin typeface="Calibri" panose="020F0502020204030204"/>
              </a:rPr>
              <a:t>2270111</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crores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Predicted Price/share = </a:t>
            </a:r>
            <a:r>
              <a:rPr lang="en-US" sz="2400" b="1" dirty="0">
                <a:solidFill>
                  <a:prstClr val="black"/>
                </a:solidFill>
                <a:latin typeface="Calibri" panose="020F0502020204030204"/>
              </a:rPr>
              <a:t>2270111</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/361.81 Crore shares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4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INR </a:t>
            </a:r>
            <a:r>
              <a:rPr lang="en-US" sz="2400" b="1" dirty="0">
                <a:solidFill>
                  <a:prstClr val="black"/>
                </a:solidFill>
                <a:highlight>
                  <a:srgbClr val="FFFF00"/>
                </a:highlight>
                <a:latin typeface="Calibri" panose="020F0502020204030204"/>
              </a:rPr>
              <a:t>6274</a:t>
            </a:r>
            <a:r>
              <a:rPr kumimoji="0" lang="en-US" sz="24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 Share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Actual </a:t>
            </a:r>
            <a:r>
              <a:rPr kumimoji="0" lang="en-US" sz="2400" b="1" i="0" u="none" strike="noStrike" kern="1200" cap="none" spc="0" normalizeH="0" baseline="0" noProof="0" dirty="0" err="1">
                <a:ln>
                  <a:noFill/>
                </a:ln>
                <a:solidFill>
                  <a:prstClr val="black"/>
                </a:solidFill>
                <a:effectLst/>
                <a:uLnTx/>
                <a:uFillTx/>
                <a:latin typeface="Calibri" panose="020F0502020204030204"/>
                <a:ea typeface="+mn-ea"/>
                <a:cs typeface="+mn-cs"/>
              </a:rPr>
              <a:t>Mket</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Cap  @ INR 11,63,938 Crores on </a:t>
            </a:r>
            <a:r>
              <a:rPr lang="en-US" sz="2400" b="1" dirty="0">
                <a:solidFill>
                  <a:prstClr val="black"/>
                </a:solidFill>
                <a:latin typeface="Calibri" panose="020F0502020204030204"/>
              </a:rPr>
              <a:t>30</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Dec  2025; </a:t>
            </a:r>
            <a:r>
              <a:rPr kumimoji="0" lang="en-US" sz="24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CMP = 3217</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52 WLH : INR </a:t>
            </a:r>
            <a:r>
              <a:rPr lang="en-US" sz="2400" b="1" dirty="0">
                <a:solidFill>
                  <a:prstClr val="black"/>
                </a:solidFill>
                <a:latin typeface="Calibri" panose="020F0502020204030204"/>
              </a:rPr>
              <a:t>3156</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 INR </a:t>
            </a:r>
            <a:r>
              <a:rPr lang="en-US" sz="2400" b="1" dirty="0">
                <a:solidFill>
                  <a:prstClr val="black"/>
                </a:solidFill>
                <a:latin typeface="Calibri" panose="020F0502020204030204"/>
              </a:rPr>
              <a:t>4431                                  </a:t>
            </a:r>
            <a:r>
              <a:rPr lang="en-US" sz="2400" b="1" dirty="0">
                <a:solidFill>
                  <a:prstClr val="black"/>
                </a:solidFill>
                <a:highlight>
                  <a:srgbClr val="FFFF00"/>
                </a:highlight>
                <a:latin typeface="Calibri" panose="020F0502020204030204"/>
              </a:rPr>
              <a:t>Highly  Undervalued </a:t>
            </a:r>
            <a:endParaRPr kumimoji="0" lang="en-US" sz="24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a:p>
            <a:pPr marL="0" indent="0">
              <a:buNone/>
            </a:pPr>
            <a:endParaRPr lang="en-US" dirty="0"/>
          </a:p>
        </p:txBody>
      </p:sp>
    </p:spTree>
    <p:extLst>
      <p:ext uri="{BB962C8B-B14F-4D97-AF65-F5344CB8AC3E}">
        <p14:creationId xmlns:p14="http://schemas.microsoft.com/office/powerpoint/2010/main" val="795066794"/>
      </p:ext>
    </p:extLst>
  </p:cSld>
  <p:clrMapOvr>
    <a:masterClrMapping/>
  </p:clrMapOvr>
</p:sld>
</file>

<file path=ppt/slides/slide5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48E58-49E4-7991-2BEB-7347A004655C}"/>
              </a:ext>
            </a:extLst>
          </p:cNvPr>
          <p:cNvSpPr>
            <a:spLocks noGrp="1"/>
          </p:cNvSpPr>
          <p:nvPr>
            <p:ph type="title"/>
          </p:nvPr>
        </p:nvSpPr>
        <p:spPr/>
        <p:txBody>
          <a:bodyPr/>
          <a:lstStyle/>
          <a:p>
            <a:pPr algn="ctr"/>
            <a:r>
              <a:rPr lang="en-US" b="1" dirty="0"/>
              <a:t>What Can be done????</a:t>
            </a:r>
          </a:p>
        </p:txBody>
      </p:sp>
      <p:sp>
        <p:nvSpPr>
          <p:cNvPr id="3" name="Content Placeholder 2">
            <a:extLst>
              <a:ext uri="{FF2B5EF4-FFF2-40B4-BE49-F238E27FC236}">
                <a16:creationId xmlns:a16="http://schemas.microsoft.com/office/drawing/2014/main" id="{B294E85C-5F80-76D7-B394-F228C1002B03}"/>
              </a:ext>
            </a:extLst>
          </p:cNvPr>
          <p:cNvSpPr>
            <a:spLocks noGrp="1"/>
          </p:cNvSpPr>
          <p:nvPr>
            <p:ph idx="1"/>
          </p:nvPr>
        </p:nvSpPr>
        <p:spPr/>
        <p:txBody>
          <a:bodyPr/>
          <a:lstStyle/>
          <a:p>
            <a:r>
              <a:rPr lang="en-US" dirty="0"/>
              <a:t>We can assume </a:t>
            </a:r>
            <a:r>
              <a:rPr lang="en-US" dirty="0">
                <a:highlight>
                  <a:srgbClr val="FFFF00"/>
                </a:highlight>
              </a:rPr>
              <a:t>Length of HG Phase as 10 years </a:t>
            </a:r>
            <a:r>
              <a:rPr lang="en-US" dirty="0"/>
              <a:t>and </a:t>
            </a:r>
            <a:r>
              <a:rPr lang="en-US" dirty="0">
                <a:highlight>
                  <a:srgbClr val="FFFF00"/>
                </a:highlight>
              </a:rPr>
              <a:t>Transition Phase as Y 11 to Y 15 </a:t>
            </a:r>
            <a:r>
              <a:rPr lang="en-US" dirty="0"/>
              <a:t>and </a:t>
            </a:r>
            <a:r>
              <a:rPr lang="en-US" b="1" dirty="0"/>
              <a:t>Stable Phase starting from Y 16 </a:t>
            </a:r>
          </a:p>
          <a:p>
            <a:r>
              <a:rPr lang="en-US" u="sng" dirty="0"/>
              <a:t>Keeping</a:t>
            </a:r>
            <a:r>
              <a:rPr lang="en-US" dirty="0"/>
              <a:t> </a:t>
            </a:r>
            <a:r>
              <a:rPr lang="en-US" b="1" dirty="0"/>
              <a:t>other things constant </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6C75D05C-8C2C-9E89-F209-D5822C6BF4F3}"/>
                  </a:ext>
                </a:extLst>
              </p14:cNvPr>
              <p14:cNvContentPartPr/>
              <p14:nvPr/>
            </p14:nvContentPartPr>
            <p14:xfrm>
              <a:off x="5758200" y="2215080"/>
              <a:ext cx="1787040" cy="572400"/>
            </p14:xfrm>
          </p:contentPart>
        </mc:Choice>
        <mc:Fallback xmlns="">
          <p:pic>
            <p:nvPicPr>
              <p:cNvPr id="4" name="Ink 3">
                <a:extLst>
                  <a:ext uri="{FF2B5EF4-FFF2-40B4-BE49-F238E27FC236}">
                    <a16:creationId xmlns:a16="http://schemas.microsoft.com/office/drawing/2014/main" id="{6C75D05C-8C2C-9E89-F209-D5822C6BF4F3}"/>
                  </a:ext>
                </a:extLst>
              </p:cNvPr>
              <p:cNvPicPr/>
              <p:nvPr/>
            </p:nvPicPr>
            <p:blipFill>
              <a:blip r:embed="rId3"/>
              <a:stretch>
                <a:fillRect/>
              </a:stretch>
            </p:blipFill>
            <p:spPr>
              <a:xfrm>
                <a:off x="5748840" y="2205720"/>
                <a:ext cx="1805760" cy="591120"/>
              </a:xfrm>
              <a:prstGeom prst="rect">
                <a:avLst/>
              </a:prstGeom>
            </p:spPr>
          </p:pic>
        </mc:Fallback>
      </mc:AlternateContent>
    </p:spTree>
    <p:extLst>
      <p:ext uri="{BB962C8B-B14F-4D97-AF65-F5344CB8AC3E}">
        <p14:creationId xmlns:p14="http://schemas.microsoft.com/office/powerpoint/2010/main" val="846416057"/>
      </p:ext>
    </p:extLst>
  </p:cSld>
  <p:clrMapOvr>
    <a:masterClrMapping/>
  </p:clrMapOvr>
</p:sld>
</file>

<file path=ppt/slides/slide5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E4BAD-6000-5D4B-45A1-5732FF0015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C29B45-C44C-1E88-8216-67A386D75DED}"/>
              </a:ext>
            </a:extLst>
          </p:cNvPr>
          <p:cNvSpPr>
            <a:spLocks noGrp="1"/>
          </p:cNvSpPr>
          <p:nvPr>
            <p:ph type="title"/>
          </p:nvPr>
        </p:nvSpPr>
        <p:spPr>
          <a:xfrm>
            <a:off x="838200" y="0"/>
            <a:ext cx="10515600" cy="1325563"/>
          </a:xfrm>
        </p:spPr>
        <p:txBody>
          <a:bodyPr/>
          <a:lstStyle/>
          <a:p>
            <a:pPr algn="ctr"/>
            <a:r>
              <a:rPr lang="en-US" b="1" dirty="0">
                <a:highlight>
                  <a:srgbClr val="FFFF00"/>
                </a:highlight>
              </a:rPr>
              <a:t>Revised Assumptions </a:t>
            </a:r>
            <a:r>
              <a:rPr lang="en-US" b="1" dirty="0"/>
              <a:t>in the computation of Fundamental PS for TCS-</a:t>
            </a:r>
            <a:r>
              <a:rPr lang="en-US" b="1" dirty="0" err="1"/>
              <a:t>Trans.phase</a:t>
            </a:r>
            <a:endParaRPr lang="en-IN" b="1" dirty="0"/>
          </a:p>
        </p:txBody>
      </p:sp>
      <p:graphicFrame>
        <p:nvGraphicFramePr>
          <p:cNvPr id="4" name="Table 4">
            <a:extLst>
              <a:ext uri="{FF2B5EF4-FFF2-40B4-BE49-F238E27FC236}">
                <a16:creationId xmlns:a16="http://schemas.microsoft.com/office/drawing/2014/main" id="{E79F9D8E-31AF-14C4-B456-185A44D363B1}"/>
              </a:ext>
            </a:extLst>
          </p:cNvPr>
          <p:cNvGraphicFramePr>
            <a:graphicFrameLocks noGrp="1"/>
          </p:cNvGraphicFramePr>
          <p:nvPr>
            <p:ph idx="1"/>
          </p:nvPr>
        </p:nvGraphicFramePr>
        <p:xfrm>
          <a:off x="838200" y="1325563"/>
          <a:ext cx="10515600" cy="5401808"/>
        </p:xfrm>
        <a:graphic>
          <a:graphicData uri="http://schemas.openxmlformats.org/drawingml/2006/table">
            <a:tbl>
              <a:tblPr firstRow="1" bandRow="1">
                <a:tableStyleId>{21E4AEA4-8DFA-4A89-87EB-49C32662AFE0}</a:tableStyleId>
              </a:tblPr>
              <a:tblGrid>
                <a:gridCol w="2628900">
                  <a:extLst>
                    <a:ext uri="{9D8B030D-6E8A-4147-A177-3AD203B41FA5}">
                      <a16:colId xmlns:a16="http://schemas.microsoft.com/office/drawing/2014/main" val="3359730896"/>
                    </a:ext>
                  </a:extLst>
                </a:gridCol>
                <a:gridCol w="2298269">
                  <a:extLst>
                    <a:ext uri="{9D8B030D-6E8A-4147-A177-3AD203B41FA5}">
                      <a16:colId xmlns:a16="http://schemas.microsoft.com/office/drawing/2014/main" val="3967438803"/>
                    </a:ext>
                  </a:extLst>
                </a:gridCol>
                <a:gridCol w="2959531">
                  <a:extLst>
                    <a:ext uri="{9D8B030D-6E8A-4147-A177-3AD203B41FA5}">
                      <a16:colId xmlns:a16="http://schemas.microsoft.com/office/drawing/2014/main" val="3218429050"/>
                    </a:ext>
                  </a:extLst>
                </a:gridCol>
                <a:gridCol w="2628900">
                  <a:extLst>
                    <a:ext uri="{9D8B030D-6E8A-4147-A177-3AD203B41FA5}">
                      <a16:colId xmlns:a16="http://schemas.microsoft.com/office/drawing/2014/main" val="3229804162"/>
                    </a:ext>
                  </a:extLst>
                </a:gridCol>
              </a:tblGrid>
              <a:tr h="370840">
                <a:tc>
                  <a:txBody>
                    <a:bodyPr/>
                    <a:lstStyle/>
                    <a:p>
                      <a:r>
                        <a:rPr lang="en-US" dirty="0"/>
                        <a:t>Particulars</a:t>
                      </a:r>
                      <a:endParaRPr lang="en-IN" dirty="0"/>
                    </a:p>
                  </a:txBody>
                  <a:tcPr/>
                </a:tc>
                <a:tc>
                  <a:txBody>
                    <a:bodyPr/>
                    <a:lstStyle/>
                    <a:p>
                      <a:r>
                        <a:rPr lang="en-US" dirty="0"/>
                        <a:t>High Growth Phase</a:t>
                      </a:r>
                      <a:endParaRPr lang="en-IN" dirty="0"/>
                    </a:p>
                  </a:txBody>
                  <a:tcPr/>
                </a:tc>
                <a:tc>
                  <a:txBody>
                    <a:bodyPr/>
                    <a:lstStyle/>
                    <a:p>
                      <a:r>
                        <a:rPr lang="en-US" dirty="0"/>
                        <a:t>Transition Phase</a:t>
                      </a:r>
                      <a:endParaRPr lang="en-IN" dirty="0"/>
                    </a:p>
                  </a:txBody>
                  <a:tcPr/>
                </a:tc>
                <a:tc>
                  <a:txBody>
                    <a:bodyPr/>
                    <a:lstStyle/>
                    <a:p>
                      <a:r>
                        <a:rPr lang="en-US" dirty="0"/>
                        <a:t>Stable Phase </a:t>
                      </a:r>
                      <a:endParaRPr lang="en-IN" dirty="0"/>
                    </a:p>
                  </a:txBody>
                  <a:tcPr/>
                </a:tc>
                <a:extLst>
                  <a:ext uri="{0D108BD9-81ED-4DB2-BD59-A6C34878D82A}">
                    <a16:rowId xmlns:a16="http://schemas.microsoft.com/office/drawing/2014/main" val="3057931776"/>
                  </a:ext>
                </a:extLst>
              </a:tr>
              <a:tr h="367528">
                <a:tc>
                  <a:txBody>
                    <a:bodyPr/>
                    <a:lstStyle/>
                    <a:p>
                      <a:r>
                        <a:rPr lang="en-US" b="1" dirty="0"/>
                        <a:t>Length (in years )</a:t>
                      </a:r>
                      <a:endParaRPr lang="en-IN" b="1" dirty="0"/>
                    </a:p>
                  </a:txBody>
                  <a:tcPr/>
                </a:tc>
                <a:tc>
                  <a:txBody>
                    <a:bodyPr/>
                    <a:lstStyle/>
                    <a:p>
                      <a:r>
                        <a:rPr lang="en-US" dirty="0"/>
                        <a:t>10years</a:t>
                      </a:r>
                      <a:endParaRPr lang="en-IN" dirty="0"/>
                    </a:p>
                  </a:txBody>
                  <a:tcPr/>
                </a:tc>
                <a:tc>
                  <a:txBody>
                    <a:bodyPr/>
                    <a:lstStyle/>
                    <a:p>
                      <a:r>
                        <a:rPr lang="en-US" dirty="0"/>
                        <a:t>5 years (</a:t>
                      </a:r>
                      <a:r>
                        <a:rPr lang="en-US" dirty="0" err="1"/>
                        <a:t>i.e</a:t>
                      </a:r>
                      <a:r>
                        <a:rPr lang="en-US" dirty="0"/>
                        <a:t> y11 to y15)</a:t>
                      </a:r>
                      <a:endParaRPr lang="en-IN" dirty="0"/>
                    </a:p>
                  </a:txBody>
                  <a:tcPr/>
                </a:tc>
                <a:tc>
                  <a:txBody>
                    <a:bodyPr/>
                    <a:lstStyle/>
                    <a:p>
                      <a:r>
                        <a:rPr lang="en-US" dirty="0"/>
                        <a:t>After year 15</a:t>
                      </a:r>
                      <a:endParaRPr lang="en-IN" dirty="0"/>
                    </a:p>
                  </a:txBody>
                  <a:tcPr/>
                </a:tc>
                <a:extLst>
                  <a:ext uri="{0D108BD9-81ED-4DB2-BD59-A6C34878D82A}">
                    <a16:rowId xmlns:a16="http://schemas.microsoft.com/office/drawing/2014/main" val="1779586652"/>
                  </a:ext>
                </a:extLst>
              </a:tr>
              <a:tr h="370840">
                <a:tc>
                  <a:txBody>
                    <a:bodyPr/>
                    <a:lstStyle/>
                    <a:p>
                      <a:r>
                        <a:rPr lang="en-US" b="1" dirty="0"/>
                        <a:t>DPR</a:t>
                      </a:r>
                      <a:endParaRPr lang="en-IN" b="1" dirty="0"/>
                    </a:p>
                  </a:txBody>
                  <a:tcPr/>
                </a:tc>
                <a:tc>
                  <a:txBody>
                    <a:bodyPr/>
                    <a:lstStyle/>
                    <a:p>
                      <a:r>
                        <a:rPr lang="en-US" b="1" dirty="0"/>
                        <a:t>60%</a:t>
                      </a:r>
                      <a:endParaRPr lang="en-IN" b="1" dirty="0"/>
                    </a:p>
                  </a:txBody>
                  <a:tcPr/>
                </a:tc>
                <a:tc>
                  <a:txBody>
                    <a:bodyPr/>
                    <a:lstStyle/>
                    <a:p>
                      <a:r>
                        <a:rPr lang="en-US" dirty="0"/>
                        <a:t>(80-60)/5 = </a:t>
                      </a:r>
                      <a:r>
                        <a:rPr lang="en-US" b="1" dirty="0"/>
                        <a:t>4% </a:t>
                      </a:r>
                      <a:r>
                        <a:rPr lang="en-US" b="1" dirty="0" err="1"/>
                        <a:t>p.year</a:t>
                      </a:r>
                      <a:endParaRPr lang="en-US" b="1" dirty="0"/>
                    </a:p>
                    <a:p>
                      <a:r>
                        <a:rPr lang="en-US" b="1" dirty="0"/>
                        <a:t>Y11:</a:t>
                      </a:r>
                      <a:r>
                        <a:rPr lang="en-US" dirty="0"/>
                        <a:t> 60+4 = 64 %</a:t>
                      </a:r>
                    </a:p>
                    <a:p>
                      <a:r>
                        <a:rPr lang="en-US" b="1" dirty="0"/>
                        <a:t>Y12:</a:t>
                      </a:r>
                      <a:r>
                        <a:rPr lang="en-US" dirty="0"/>
                        <a:t> 68 %</a:t>
                      </a:r>
                    </a:p>
                    <a:p>
                      <a:r>
                        <a:rPr lang="en-US" b="1" dirty="0"/>
                        <a:t>Y13:</a:t>
                      </a:r>
                      <a:r>
                        <a:rPr lang="en-US" dirty="0"/>
                        <a:t> 72 %</a:t>
                      </a:r>
                    </a:p>
                    <a:p>
                      <a:r>
                        <a:rPr lang="en-US" b="1" dirty="0"/>
                        <a:t>Y14</a:t>
                      </a:r>
                      <a:r>
                        <a:rPr lang="en-US" dirty="0"/>
                        <a:t>: 76 %</a:t>
                      </a:r>
                    </a:p>
                    <a:p>
                      <a:r>
                        <a:rPr lang="en-US" b="1" dirty="0"/>
                        <a:t>Y15:</a:t>
                      </a:r>
                      <a:r>
                        <a:rPr lang="en-US" dirty="0"/>
                        <a:t> 80 %</a:t>
                      </a:r>
                      <a:endParaRPr lang="en-IN" dirty="0"/>
                    </a:p>
                  </a:txBody>
                  <a:tcPr/>
                </a:tc>
                <a:tc>
                  <a:txBody>
                    <a:bodyPr/>
                    <a:lstStyle/>
                    <a:p>
                      <a:r>
                        <a:rPr lang="en-US" b="1" dirty="0"/>
                        <a:t>80 %</a:t>
                      </a:r>
                      <a:endParaRPr lang="en-IN" b="1" dirty="0"/>
                    </a:p>
                  </a:txBody>
                  <a:tcPr/>
                </a:tc>
                <a:extLst>
                  <a:ext uri="{0D108BD9-81ED-4DB2-BD59-A6C34878D82A}">
                    <a16:rowId xmlns:a16="http://schemas.microsoft.com/office/drawing/2014/main" val="1124298241"/>
                  </a:ext>
                </a:extLst>
              </a:tr>
              <a:tr h="370840">
                <a:tc>
                  <a:txBody>
                    <a:bodyPr/>
                    <a:lstStyle/>
                    <a:p>
                      <a:r>
                        <a:rPr lang="en-US" b="1" dirty="0"/>
                        <a:t>Growth Rate</a:t>
                      </a:r>
                      <a:endParaRPr lang="en-IN" b="1" dirty="0"/>
                    </a:p>
                  </a:txBody>
                  <a:tcPr/>
                </a:tc>
                <a:tc>
                  <a:txBody>
                    <a:bodyPr/>
                    <a:lstStyle/>
                    <a:p>
                      <a:r>
                        <a:rPr lang="en-US" b="1" dirty="0"/>
                        <a:t>18.30 %</a:t>
                      </a:r>
                      <a:endParaRPr lang="en-IN" b="1" dirty="0"/>
                    </a:p>
                  </a:txBody>
                  <a:tcPr/>
                </a:tc>
                <a:tc>
                  <a:txBody>
                    <a:bodyPr/>
                    <a:lstStyle/>
                    <a:p>
                      <a:r>
                        <a:rPr lang="en-US" dirty="0"/>
                        <a:t>(18.30 -2.16 )/5 = </a:t>
                      </a:r>
                      <a:r>
                        <a:rPr lang="en-US" b="1" dirty="0"/>
                        <a:t>3.228 </a:t>
                      </a:r>
                    </a:p>
                    <a:p>
                      <a:r>
                        <a:rPr lang="en-US" b="1" dirty="0"/>
                        <a:t>Y11:</a:t>
                      </a:r>
                      <a:r>
                        <a:rPr lang="en-US" dirty="0"/>
                        <a:t> 15.072% ; </a:t>
                      </a:r>
                    </a:p>
                    <a:p>
                      <a:r>
                        <a:rPr lang="en-US" b="1" dirty="0"/>
                        <a:t>Y12:</a:t>
                      </a:r>
                      <a:r>
                        <a:rPr lang="en-US" dirty="0"/>
                        <a:t> 11.844%</a:t>
                      </a:r>
                    </a:p>
                    <a:p>
                      <a:r>
                        <a:rPr lang="en-US" b="1" dirty="0"/>
                        <a:t>Y13:</a:t>
                      </a:r>
                      <a:r>
                        <a:rPr lang="en-US" dirty="0"/>
                        <a:t> 8.616% ; </a:t>
                      </a:r>
                      <a:r>
                        <a:rPr lang="en-US" b="1" dirty="0"/>
                        <a:t>Y14</a:t>
                      </a:r>
                      <a:r>
                        <a:rPr lang="en-US" dirty="0"/>
                        <a:t>: 5.388 %</a:t>
                      </a:r>
                    </a:p>
                    <a:p>
                      <a:r>
                        <a:rPr lang="en-US" b="1" dirty="0"/>
                        <a:t>Y15:</a:t>
                      </a:r>
                      <a:r>
                        <a:rPr lang="en-US" dirty="0"/>
                        <a:t> 2.16%</a:t>
                      </a:r>
                      <a:endParaRPr lang="en-IN" dirty="0"/>
                    </a:p>
                  </a:txBody>
                  <a:tcPr/>
                </a:tc>
                <a:tc>
                  <a:txBody>
                    <a:bodyPr/>
                    <a:lstStyle/>
                    <a:p>
                      <a:r>
                        <a:rPr lang="en-US" b="1" dirty="0"/>
                        <a:t>2.16%  [ = 10.80 (1-0.80) ]</a:t>
                      </a:r>
                      <a:endParaRPr lang="en-IN" b="1" dirty="0"/>
                    </a:p>
                  </a:txBody>
                  <a:tcPr/>
                </a:tc>
                <a:extLst>
                  <a:ext uri="{0D108BD9-81ED-4DB2-BD59-A6C34878D82A}">
                    <a16:rowId xmlns:a16="http://schemas.microsoft.com/office/drawing/2014/main" val="2696296970"/>
                  </a:ext>
                </a:extLst>
              </a:tr>
              <a:tr h="370840">
                <a:tc>
                  <a:txBody>
                    <a:bodyPr/>
                    <a:lstStyle/>
                    <a:p>
                      <a:r>
                        <a:rPr lang="en-US" b="1" dirty="0"/>
                        <a:t>COE</a:t>
                      </a:r>
                      <a:endParaRPr lang="en-IN" b="1" dirty="0"/>
                    </a:p>
                  </a:txBody>
                  <a:tcPr/>
                </a:tc>
                <a:tc>
                  <a:txBody>
                    <a:bodyPr/>
                    <a:lstStyle/>
                    <a:p>
                      <a:r>
                        <a:rPr lang="en-US" b="1" dirty="0"/>
                        <a:t>14 %</a:t>
                      </a:r>
                      <a:endParaRPr lang="en-IN"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(14.00-10.80)/5 = </a:t>
                      </a:r>
                      <a:r>
                        <a:rPr kumimoji="0" lang="en-US" sz="1800" b="1" i="0" u="none" strike="noStrike" kern="1200" cap="none" spc="0" normalizeH="0" baseline="0" noProof="0" dirty="0">
                          <a:ln>
                            <a:noFill/>
                          </a:ln>
                          <a:solidFill>
                            <a:prstClr val="black"/>
                          </a:solidFill>
                          <a:effectLst/>
                          <a:uLnTx/>
                          <a:uFillTx/>
                          <a:latin typeface="+mn-lt"/>
                          <a:ea typeface="+mn-ea"/>
                          <a:cs typeface="+mn-cs"/>
                        </a:rPr>
                        <a:t>0.64%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Y11:</a:t>
                      </a:r>
                      <a:r>
                        <a:rPr kumimoji="0" lang="en-US" sz="1800" b="0" i="0" u="none" strike="noStrike" kern="1200" cap="none" spc="0" normalizeH="0" baseline="0" noProof="0" dirty="0">
                          <a:ln>
                            <a:noFill/>
                          </a:ln>
                          <a:solidFill>
                            <a:prstClr val="black"/>
                          </a:solidFill>
                          <a:effectLst/>
                          <a:uLnTx/>
                          <a:uFillTx/>
                          <a:latin typeface="+mn-lt"/>
                          <a:ea typeface="+mn-ea"/>
                          <a:cs typeface="+mn-cs"/>
                        </a:rPr>
                        <a:t> 13.36% ; </a:t>
                      </a:r>
                      <a:r>
                        <a:rPr kumimoji="0" lang="en-US" sz="1800" b="1" i="0" u="none" strike="noStrike" kern="1200" cap="none" spc="0" normalizeH="0" baseline="0" noProof="0" dirty="0">
                          <a:ln>
                            <a:noFill/>
                          </a:ln>
                          <a:solidFill>
                            <a:prstClr val="black"/>
                          </a:solidFill>
                          <a:effectLst/>
                          <a:uLnTx/>
                          <a:uFillTx/>
                          <a:latin typeface="+mn-lt"/>
                          <a:ea typeface="+mn-ea"/>
                          <a:cs typeface="+mn-cs"/>
                        </a:rPr>
                        <a:t>Y12:</a:t>
                      </a:r>
                      <a:r>
                        <a:rPr kumimoji="0" lang="en-US" sz="1800" b="0" i="0" u="none" strike="noStrike" kern="1200" cap="none" spc="0" normalizeH="0" baseline="0" noProof="0" dirty="0">
                          <a:ln>
                            <a:noFill/>
                          </a:ln>
                          <a:solidFill>
                            <a:prstClr val="black"/>
                          </a:solidFill>
                          <a:effectLst/>
                          <a:uLnTx/>
                          <a:uFillTx/>
                          <a:latin typeface="+mn-lt"/>
                          <a:ea typeface="+mn-ea"/>
                          <a:cs typeface="+mn-cs"/>
                        </a:rPr>
                        <a:t> 12.72%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Y13:</a:t>
                      </a:r>
                      <a:r>
                        <a:rPr kumimoji="0" lang="en-US" sz="1800" b="0" i="0" u="none" strike="noStrike" kern="1200" cap="none" spc="0" normalizeH="0" baseline="0" noProof="0" dirty="0">
                          <a:ln>
                            <a:noFill/>
                          </a:ln>
                          <a:solidFill>
                            <a:prstClr val="black"/>
                          </a:solidFill>
                          <a:effectLst/>
                          <a:uLnTx/>
                          <a:uFillTx/>
                          <a:latin typeface="+mn-lt"/>
                          <a:ea typeface="+mn-ea"/>
                          <a:cs typeface="+mn-cs"/>
                        </a:rPr>
                        <a:t> 12.08 % ; </a:t>
                      </a:r>
                      <a:r>
                        <a:rPr kumimoji="0" lang="en-US" sz="1800" b="1" i="0" u="none" strike="noStrike" kern="1200" cap="none" spc="0" normalizeH="0" baseline="0" noProof="0" dirty="0">
                          <a:ln>
                            <a:noFill/>
                          </a:ln>
                          <a:solidFill>
                            <a:prstClr val="black"/>
                          </a:solidFill>
                          <a:effectLst/>
                          <a:uLnTx/>
                          <a:uFillTx/>
                          <a:latin typeface="+mn-lt"/>
                          <a:ea typeface="+mn-ea"/>
                          <a:cs typeface="+mn-cs"/>
                        </a:rPr>
                        <a:t>Y14</a:t>
                      </a:r>
                      <a:r>
                        <a:rPr kumimoji="0" lang="en-US" sz="1800" b="0" i="0" u="none" strike="noStrike" kern="1200" cap="none" spc="0" normalizeH="0" baseline="0" noProof="0" dirty="0">
                          <a:ln>
                            <a:noFill/>
                          </a:ln>
                          <a:solidFill>
                            <a:prstClr val="black"/>
                          </a:solidFill>
                          <a:effectLst/>
                          <a:uLnTx/>
                          <a:uFillTx/>
                          <a:latin typeface="+mn-lt"/>
                          <a:ea typeface="+mn-ea"/>
                          <a:cs typeface="+mn-cs"/>
                        </a:rPr>
                        <a:t>: 11.44%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Y15:</a:t>
                      </a:r>
                      <a:r>
                        <a:rPr kumimoji="0" lang="en-US" sz="1800" b="0" i="0" u="none" strike="noStrike" kern="1200" cap="none" spc="0" normalizeH="0" baseline="0" noProof="0" dirty="0">
                          <a:ln>
                            <a:noFill/>
                          </a:ln>
                          <a:solidFill>
                            <a:prstClr val="black"/>
                          </a:solidFill>
                          <a:effectLst/>
                          <a:uLnTx/>
                          <a:uFillTx/>
                          <a:latin typeface="+mn-lt"/>
                          <a:ea typeface="+mn-ea"/>
                          <a:cs typeface="+mn-cs"/>
                        </a:rPr>
                        <a:t> 10.80 %</a:t>
                      </a:r>
                      <a:endParaRPr kumimoji="0" lang="en-IN" sz="1800" b="0" i="0" u="none" strike="noStrike" kern="1200" cap="none" spc="0" normalizeH="0" baseline="0" noProof="0" dirty="0">
                        <a:ln>
                          <a:noFill/>
                        </a:ln>
                        <a:solidFill>
                          <a:prstClr val="black"/>
                        </a:solidFill>
                        <a:effectLst/>
                        <a:uLnTx/>
                        <a:uFillTx/>
                        <a:latin typeface="+mn-lt"/>
                        <a:ea typeface="+mn-ea"/>
                        <a:cs typeface="+mn-cs"/>
                      </a:endParaRPr>
                    </a:p>
                    <a:p>
                      <a:endParaRPr lang="en-IN" dirty="0"/>
                    </a:p>
                  </a:txBody>
                  <a:tcPr/>
                </a:tc>
                <a:tc>
                  <a:txBody>
                    <a:bodyPr/>
                    <a:lstStyle/>
                    <a:p>
                      <a:r>
                        <a:rPr lang="en-US" dirty="0"/>
                        <a:t>6% + (0.8*6%) = </a:t>
                      </a:r>
                      <a:r>
                        <a:rPr lang="en-US" b="1" dirty="0"/>
                        <a:t>10.80%</a:t>
                      </a:r>
                      <a:endParaRPr lang="en-IN" b="1" dirty="0"/>
                    </a:p>
                  </a:txBody>
                  <a:tcPr/>
                </a:tc>
                <a:extLst>
                  <a:ext uri="{0D108BD9-81ED-4DB2-BD59-A6C34878D82A}">
                    <a16:rowId xmlns:a16="http://schemas.microsoft.com/office/drawing/2014/main" val="4119907283"/>
                  </a:ext>
                </a:extLst>
              </a:tr>
            </a:tbl>
          </a:graphicData>
        </a:graphic>
      </p:graphicFrame>
    </p:spTree>
    <p:extLst>
      <p:ext uri="{BB962C8B-B14F-4D97-AF65-F5344CB8AC3E}">
        <p14:creationId xmlns:p14="http://schemas.microsoft.com/office/powerpoint/2010/main" val="1042127911"/>
      </p:ext>
    </p:extLst>
  </p:cSld>
  <p:clrMapOvr>
    <a:masterClrMapping/>
  </p:clrMapOvr>
</p:sld>
</file>

<file path=ppt/slides/slide5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61147-9786-E38C-D893-B5A2EC82F1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B81606-FE9E-41BD-6616-AE2457BCB6D1}"/>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highlight>
                  <a:srgbClr val="FFFF00"/>
                </a:highlight>
                <a:uLnTx/>
                <a:uFillTx/>
                <a:latin typeface="Calibri Light" panose="020F0302020204030204"/>
                <a:ea typeface="+mj-ea"/>
                <a:cs typeface="+mj-cs"/>
              </a:rPr>
              <a:t>Revised PS Ratio </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for TCS in hg Phase (3 stage model) </a:t>
            </a:r>
            <a:endParaRPr lang="en-IN" dirty="0"/>
          </a:p>
        </p:txBody>
      </p:sp>
      <p:sp>
        <p:nvSpPr>
          <p:cNvPr id="3" name="Content Placeholder 2">
            <a:extLst>
              <a:ext uri="{FF2B5EF4-FFF2-40B4-BE49-F238E27FC236}">
                <a16:creationId xmlns:a16="http://schemas.microsoft.com/office/drawing/2014/main" id="{78A4C055-6EF0-800D-3C33-1815037AA4FB}"/>
              </a:ext>
            </a:extLst>
          </p:cNvPr>
          <p:cNvSpPr>
            <a:spLocks noGrp="1"/>
          </p:cNvSpPr>
          <p:nvPr>
            <p:ph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0.1900 [  0.60*(1.1830) *( 1- [ {1.1830}^10/ {1.1400}^</a:t>
            </a:r>
            <a:r>
              <a:rPr lang="en-US" sz="2400" dirty="0">
                <a:solidFill>
                  <a:prstClr val="black"/>
                </a:solidFill>
                <a:latin typeface="Calibri" panose="020F0502020204030204"/>
              </a:rPr>
              <a:t>10</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0.1400 – 0.1830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400"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0.1900 * 0.60* (1.1830) (1- {</a:t>
            </a:r>
            <a:r>
              <a:rPr lang="en-US" sz="2400" dirty="0">
                <a:solidFill>
                  <a:prstClr val="black"/>
                </a:solidFill>
                <a:latin typeface="Calibri" panose="020F0502020204030204"/>
              </a:rPr>
              <a:t>5.3684</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3.7072 )/  -0.0430   =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1.4054</a:t>
            </a:r>
            <a:r>
              <a:rPr lang="en-US" sz="2400" b="1" dirty="0">
                <a:solidFill>
                  <a:prstClr val="black"/>
                </a:solidFill>
                <a:latin typeface="Calibri" panose="020F0502020204030204"/>
              </a:rPr>
              <a:t>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times </a:t>
            </a:r>
          </a:p>
          <a:p>
            <a:pPr marL="0" indent="0">
              <a:buNone/>
            </a:pPr>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BE91CCD2-CE2D-3706-781E-FF3EEEC833CE}"/>
                  </a:ext>
                </a:extLst>
              </p14:cNvPr>
              <p14:cNvContentPartPr/>
              <p14:nvPr/>
            </p14:nvContentPartPr>
            <p14:xfrm>
              <a:off x="5845680" y="5298480"/>
              <a:ext cx="2479680" cy="204120"/>
            </p14:xfrm>
          </p:contentPart>
        </mc:Choice>
        <mc:Fallback xmlns="">
          <p:pic>
            <p:nvPicPr>
              <p:cNvPr id="4" name="Ink 3">
                <a:extLst>
                  <a:ext uri="{FF2B5EF4-FFF2-40B4-BE49-F238E27FC236}">
                    <a16:creationId xmlns:a16="http://schemas.microsoft.com/office/drawing/2014/main" id="{BE91CCD2-CE2D-3706-781E-FF3EEEC833CE}"/>
                  </a:ext>
                </a:extLst>
              </p:cNvPr>
              <p:cNvPicPr/>
              <p:nvPr/>
            </p:nvPicPr>
            <p:blipFill>
              <a:blip r:embed="rId3"/>
              <a:stretch>
                <a:fillRect/>
              </a:stretch>
            </p:blipFill>
            <p:spPr>
              <a:xfrm>
                <a:off x="5836320" y="5289120"/>
                <a:ext cx="2498400" cy="222840"/>
              </a:xfrm>
              <a:prstGeom prst="rect">
                <a:avLst/>
              </a:prstGeom>
            </p:spPr>
          </p:pic>
        </mc:Fallback>
      </mc:AlternateContent>
    </p:spTree>
    <p:extLst>
      <p:ext uri="{BB962C8B-B14F-4D97-AF65-F5344CB8AC3E}">
        <p14:creationId xmlns:p14="http://schemas.microsoft.com/office/powerpoint/2010/main" val="1809476814"/>
      </p:ext>
    </p:extLst>
  </p:cSld>
  <p:clrMapOvr>
    <a:masterClrMapping/>
  </p:clrMapOvr>
</p:sld>
</file>

<file path=ppt/slides/slide5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A5D16-0A09-BFFE-876A-0605A3F177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245DDE-2597-06D6-9EB9-811405FD92E3}"/>
              </a:ext>
            </a:extLst>
          </p:cNvPr>
          <p:cNvSpPr>
            <a:spLocks noGrp="1"/>
          </p:cNvSpPr>
          <p:nvPr>
            <p:ph type="title"/>
          </p:nvPr>
        </p:nvSpPr>
        <p:spPr/>
        <p:txBody>
          <a:bodyPr/>
          <a:lstStyle/>
          <a:p>
            <a:pPr algn="ctr"/>
            <a:r>
              <a:rPr lang="en-US" b="1" dirty="0"/>
              <a:t>TCS: </a:t>
            </a:r>
            <a:r>
              <a:rPr lang="en-US" b="1" dirty="0">
                <a:highlight>
                  <a:srgbClr val="FFFF00"/>
                </a:highlight>
              </a:rPr>
              <a:t>Revised Year 11 PS</a:t>
            </a:r>
            <a:endParaRPr lang="en-IN" b="1" dirty="0">
              <a:highlight>
                <a:srgbClr val="FFFF00"/>
              </a:highlight>
            </a:endParaRPr>
          </a:p>
        </p:txBody>
      </p:sp>
      <p:sp>
        <p:nvSpPr>
          <p:cNvPr id="3" name="Content Placeholder 2">
            <a:extLst>
              <a:ext uri="{FF2B5EF4-FFF2-40B4-BE49-F238E27FC236}">
                <a16:creationId xmlns:a16="http://schemas.microsoft.com/office/drawing/2014/main" id="{31A896D5-F94D-2551-87F2-37CB8C7B281D}"/>
              </a:ext>
            </a:extLst>
          </p:cNvPr>
          <p:cNvSpPr>
            <a:spLocks noGrp="1"/>
          </p:cNvSpPr>
          <p:nvPr>
            <p:ph idx="1"/>
          </p:nvPr>
        </p:nvSpPr>
        <p:spPr/>
        <p:txBody>
          <a:bodyPr/>
          <a:lstStyle/>
          <a:p>
            <a:pPr marL="0" indent="0">
              <a:buNone/>
            </a:pPr>
            <a:r>
              <a:rPr lang="en-US" dirty="0"/>
              <a:t>= NPM hg *year 11 DPR * (1+G hg)^ hg period * (1+ G year 11)</a:t>
            </a:r>
          </a:p>
          <a:p>
            <a:pPr marL="0" indent="0">
              <a:buNone/>
            </a:pPr>
            <a:r>
              <a:rPr lang="en-US" dirty="0"/>
              <a:t>-----------------------------------------------------------------------</a:t>
            </a:r>
          </a:p>
          <a:p>
            <a:pPr marL="0" indent="0">
              <a:buNone/>
            </a:pPr>
            <a:r>
              <a:rPr lang="en-US" dirty="0"/>
              <a:t>            (1+ COE hg) ^ hg period  * (1+ COE year 11)</a:t>
            </a:r>
          </a:p>
          <a:p>
            <a:pPr marL="0" indent="0">
              <a:buNone/>
            </a:pPr>
            <a:endParaRPr lang="en-US" dirty="0"/>
          </a:p>
          <a:p>
            <a:pPr marL="0" indent="0">
              <a:buNone/>
            </a:pPr>
            <a:r>
              <a:rPr lang="en-US" dirty="0"/>
              <a:t>= 0.1900 *0.64 (5.3684) (1.1507) /  (3.7072) (1.1336)</a:t>
            </a:r>
          </a:p>
          <a:p>
            <a:pPr marL="0" indent="0">
              <a:buNone/>
            </a:pPr>
            <a:r>
              <a:rPr lang="en-US" dirty="0"/>
              <a:t>= 0.1900 *0.64 (6.1774) / 4.2025</a:t>
            </a:r>
          </a:p>
          <a:p>
            <a:pPr marL="0" indent="0">
              <a:buNone/>
            </a:pPr>
            <a:endParaRPr lang="en-US" dirty="0"/>
          </a:p>
          <a:p>
            <a:pPr marL="0" indent="0">
              <a:buNone/>
            </a:pPr>
            <a:r>
              <a:rPr lang="en-US" dirty="0"/>
              <a:t>= 0.7512/ 4.2025 = </a:t>
            </a:r>
            <a:r>
              <a:rPr lang="en-US" b="1" dirty="0"/>
              <a:t> 0.1788 times </a:t>
            </a:r>
            <a:endParaRPr lang="en-IN"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5A4263B5-0F94-682B-7A0A-B07D02C0B94F}"/>
                  </a:ext>
                </a:extLst>
              </p14:cNvPr>
              <p14:cNvContentPartPr/>
              <p14:nvPr/>
            </p14:nvContentPartPr>
            <p14:xfrm>
              <a:off x="5109120" y="5617800"/>
              <a:ext cx="1846080" cy="210960"/>
            </p14:xfrm>
          </p:contentPart>
        </mc:Choice>
        <mc:Fallback xmlns="">
          <p:pic>
            <p:nvPicPr>
              <p:cNvPr id="4" name="Ink 3">
                <a:extLst>
                  <a:ext uri="{FF2B5EF4-FFF2-40B4-BE49-F238E27FC236}">
                    <a16:creationId xmlns:a16="http://schemas.microsoft.com/office/drawing/2014/main" id="{5A4263B5-0F94-682B-7A0A-B07D02C0B94F}"/>
                  </a:ext>
                </a:extLst>
              </p:cNvPr>
              <p:cNvPicPr/>
              <p:nvPr/>
            </p:nvPicPr>
            <p:blipFill>
              <a:blip r:embed="rId3"/>
              <a:stretch>
                <a:fillRect/>
              </a:stretch>
            </p:blipFill>
            <p:spPr>
              <a:xfrm>
                <a:off x="5099760" y="5608440"/>
                <a:ext cx="1864800" cy="229680"/>
              </a:xfrm>
              <a:prstGeom prst="rect">
                <a:avLst/>
              </a:prstGeom>
            </p:spPr>
          </p:pic>
        </mc:Fallback>
      </mc:AlternateContent>
    </p:spTree>
    <p:extLst>
      <p:ext uri="{BB962C8B-B14F-4D97-AF65-F5344CB8AC3E}">
        <p14:creationId xmlns:p14="http://schemas.microsoft.com/office/powerpoint/2010/main" val="3088854360"/>
      </p:ext>
    </p:extLst>
  </p:cSld>
  <p:clrMapOvr>
    <a:masterClrMapping/>
  </p:clrMapOvr>
</p:sld>
</file>

<file path=ppt/slides/slide5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5C249-84E6-6C20-F6C2-F2EB8685A2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63209A-0A93-AC60-B3FC-1651E1B26904}"/>
              </a:ext>
            </a:extLst>
          </p:cNvPr>
          <p:cNvSpPr>
            <a:spLocks noGrp="1"/>
          </p:cNvSpPr>
          <p:nvPr>
            <p:ph type="title"/>
          </p:nvPr>
        </p:nvSpPr>
        <p:spPr/>
        <p:txBody>
          <a:bodyPr/>
          <a:lstStyle/>
          <a:p>
            <a:pPr algn="ctr"/>
            <a:r>
              <a:rPr lang="en-US" b="1" dirty="0"/>
              <a:t>TCS : </a:t>
            </a:r>
            <a:r>
              <a:rPr lang="en-US" b="1" dirty="0">
                <a:highlight>
                  <a:srgbClr val="FFFF00"/>
                </a:highlight>
              </a:rPr>
              <a:t>Revised Year 12 PS</a:t>
            </a:r>
            <a:endParaRPr lang="en-IN" b="1" dirty="0">
              <a:highlight>
                <a:srgbClr val="FFFF00"/>
              </a:highlight>
            </a:endParaRPr>
          </a:p>
        </p:txBody>
      </p:sp>
      <p:sp>
        <p:nvSpPr>
          <p:cNvPr id="3" name="Content Placeholder 2">
            <a:extLst>
              <a:ext uri="{FF2B5EF4-FFF2-40B4-BE49-F238E27FC236}">
                <a16:creationId xmlns:a16="http://schemas.microsoft.com/office/drawing/2014/main" id="{E48EFA19-441D-C27E-EA81-AD2D2BA39E15}"/>
              </a:ext>
            </a:extLst>
          </p:cNvPr>
          <p:cNvSpPr>
            <a:spLocks noGrp="1"/>
          </p:cNvSpPr>
          <p:nvPr>
            <p:ph idx="1"/>
          </p:nvPr>
        </p:nvSpPr>
        <p:spPr/>
        <p:txBody>
          <a:bodyPr>
            <a:normAutofit lnSpcReduction="10000"/>
          </a:bodyPr>
          <a:lstStyle/>
          <a:p>
            <a:pPr marL="0" indent="0">
              <a:buNone/>
            </a:pPr>
            <a:r>
              <a:rPr lang="en-US" dirty="0"/>
              <a:t>= NPM hg * year 12 DPR * (1+G hg)^ hg period * (1+ G year 12)*(1+G y12)</a:t>
            </a:r>
          </a:p>
          <a:p>
            <a:pPr marL="0" indent="0">
              <a:buNone/>
            </a:pPr>
            <a:r>
              <a:rPr lang="en-US" dirty="0"/>
              <a:t>---------------------------------------------------------------------------------</a:t>
            </a:r>
          </a:p>
          <a:p>
            <a:pPr marL="0" indent="0">
              <a:buNone/>
            </a:pPr>
            <a:r>
              <a:rPr lang="en-US" dirty="0"/>
              <a:t>            (1+ COE hg) ^ hg period  * (1+ COE year 11)*(1+COE y12)</a:t>
            </a:r>
          </a:p>
          <a:p>
            <a:pPr marL="0" indent="0">
              <a:buNone/>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0.1900 *0.68 (</a:t>
            </a:r>
            <a:r>
              <a:rPr lang="en-US" dirty="0">
                <a:solidFill>
                  <a:prstClr val="black"/>
                </a:solidFill>
                <a:latin typeface="Calibri" panose="020F0502020204030204"/>
              </a:rPr>
              <a:t>6.1774</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(1.1184) / (</a:t>
            </a:r>
            <a:r>
              <a:rPr lang="en-US" dirty="0">
                <a:solidFill>
                  <a:prstClr val="black"/>
                </a:solidFill>
                <a:latin typeface="Calibri" panose="020F0502020204030204"/>
              </a:rPr>
              <a:t>4.2025</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(1.1272)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0.1900 *0.68 ( 6.9088) / 4.7371</a:t>
            </a:r>
          </a:p>
          <a:p>
            <a:pPr marL="0" indent="0">
              <a:buNone/>
            </a:pPr>
            <a:endParaRPr lang="en-US" dirty="0"/>
          </a:p>
          <a:p>
            <a:pPr marL="0" indent="0">
              <a:buNone/>
            </a:pPr>
            <a:r>
              <a:rPr lang="en-US" dirty="0"/>
              <a:t>= 0.8926 / 4.7371  = </a:t>
            </a:r>
            <a:r>
              <a:rPr lang="en-US" b="1" dirty="0"/>
              <a:t>0.1884 times </a:t>
            </a:r>
            <a:endParaRPr lang="en-IN"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87350ACD-90A8-1F2F-4796-8E168C852B78}"/>
                  </a:ext>
                </a:extLst>
              </p14:cNvPr>
              <p14:cNvContentPartPr/>
              <p14:nvPr/>
            </p14:nvContentPartPr>
            <p14:xfrm>
              <a:off x="3667320" y="5385240"/>
              <a:ext cx="2147400" cy="257400"/>
            </p14:xfrm>
          </p:contentPart>
        </mc:Choice>
        <mc:Fallback xmlns="">
          <p:pic>
            <p:nvPicPr>
              <p:cNvPr id="4" name="Ink 3">
                <a:extLst>
                  <a:ext uri="{FF2B5EF4-FFF2-40B4-BE49-F238E27FC236}">
                    <a16:creationId xmlns:a16="http://schemas.microsoft.com/office/drawing/2014/main" id="{87350ACD-90A8-1F2F-4796-8E168C852B78}"/>
                  </a:ext>
                </a:extLst>
              </p:cNvPr>
              <p:cNvPicPr/>
              <p:nvPr/>
            </p:nvPicPr>
            <p:blipFill>
              <a:blip r:embed="rId3"/>
              <a:stretch>
                <a:fillRect/>
              </a:stretch>
            </p:blipFill>
            <p:spPr>
              <a:xfrm>
                <a:off x="3657960" y="5375880"/>
                <a:ext cx="2166120" cy="276120"/>
              </a:xfrm>
              <a:prstGeom prst="rect">
                <a:avLst/>
              </a:prstGeom>
            </p:spPr>
          </p:pic>
        </mc:Fallback>
      </mc:AlternateContent>
    </p:spTree>
    <p:extLst>
      <p:ext uri="{BB962C8B-B14F-4D97-AF65-F5344CB8AC3E}">
        <p14:creationId xmlns:p14="http://schemas.microsoft.com/office/powerpoint/2010/main" val="1535039284"/>
      </p:ext>
    </p:extLst>
  </p:cSld>
  <p:clrMapOvr>
    <a:masterClrMapping/>
  </p:clrMapOvr>
</p:sld>
</file>

<file path=ppt/slides/slide5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9541B-C19C-FFED-EF77-ABA9CAA0F7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52F5E7-C8A7-DEEE-EFA4-D45ECC022F84}"/>
              </a:ext>
            </a:extLst>
          </p:cNvPr>
          <p:cNvSpPr>
            <a:spLocks noGrp="1"/>
          </p:cNvSpPr>
          <p:nvPr>
            <p:ph type="title"/>
          </p:nvPr>
        </p:nvSpPr>
        <p:spPr/>
        <p:txBody>
          <a:bodyPr/>
          <a:lstStyle/>
          <a:p>
            <a:pPr algn="ctr"/>
            <a:r>
              <a:rPr lang="en-US" b="1" dirty="0"/>
              <a:t>TCS : </a:t>
            </a:r>
            <a:r>
              <a:rPr lang="en-US" b="1" dirty="0">
                <a:highlight>
                  <a:srgbClr val="FFFF00"/>
                </a:highlight>
              </a:rPr>
              <a:t>Revised Year 13 PS </a:t>
            </a:r>
            <a:endParaRPr lang="en-IN" b="1" dirty="0">
              <a:highlight>
                <a:srgbClr val="FFFF00"/>
              </a:highlight>
            </a:endParaRPr>
          </a:p>
        </p:txBody>
      </p:sp>
      <p:sp>
        <p:nvSpPr>
          <p:cNvPr id="3" name="Content Placeholder 2">
            <a:extLst>
              <a:ext uri="{FF2B5EF4-FFF2-40B4-BE49-F238E27FC236}">
                <a16:creationId xmlns:a16="http://schemas.microsoft.com/office/drawing/2014/main" id="{63217074-706F-FE46-4433-C35C4AC3B4FE}"/>
              </a:ext>
            </a:extLst>
          </p:cNvPr>
          <p:cNvSpPr>
            <a:spLocks noGrp="1"/>
          </p:cNvSpPr>
          <p:nvPr>
            <p:ph idx="1"/>
          </p:nvPr>
        </p:nvSpPr>
        <p:spPr/>
        <p:txBody>
          <a:bodyPr>
            <a:normAutofit lnSpcReduction="10000"/>
          </a:bodyPr>
          <a:lstStyle/>
          <a:p>
            <a:pPr marL="0" indent="0">
              <a:buNone/>
            </a:pPr>
            <a:r>
              <a:rPr lang="en-US" dirty="0"/>
              <a:t>= NPM hg * year 13 DPR * (1+G hg)^ hg p * (1+ G y 11)*(1+G y12) (1+G y13)</a:t>
            </a:r>
          </a:p>
          <a:p>
            <a:pPr marL="0" indent="0">
              <a:buNone/>
            </a:pPr>
            <a:r>
              <a:rPr lang="en-US" dirty="0"/>
              <a:t>--------------------------------------------------------------------------------------</a:t>
            </a:r>
          </a:p>
          <a:p>
            <a:pPr marL="0" indent="0">
              <a:buNone/>
            </a:pPr>
            <a:r>
              <a:rPr lang="en-US" dirty="0"/>
              <a:t>    (1+ COE hg) ^ hg p  * (1+ COE y 11)*(1+COE y12)* (1+COE y13)</a:t>
            </a:r>
          </a:p>
          <a:p>
            <a:pPr marL="0" indent="0">
              <a:buNone/>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0.1900 *0.72 ( </a:t>
            </a:r>
            <a:r>
              <a:rPr lang="en-US" dirty="0">
                <a:solidFill>
                  <a:prstClr val="black"/>
                </a:solidFill>
                <a:latin typeface="Calibri" panose="020F0502020204030204"/>
              </a:rPr>
              <a:t>6.9088</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(1.0862))/ (</a:t>
            </a:r>
            <a:r>
              <a:rPr lang="en-US" dirty="0">
                <a:solidFill>
                  <a:prstClr val="black"/>
                </a:solidFill>
                <a:latin typeface="Calibri" panose="020F0502020204030204"/>
              </a:rPr>
              <a:t>4.7371</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(1.1208)</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0.1900 *0.72 (</a:t>
            </a:r>
            <a:r>
              <a:rPr lang="en-US" dirty="0">
                <a:solidFill>
                  <a:prstClr val="black"/>
                </a:solidFill>
                <a:latin typeface="Calibri" panose="020F0502020204030204"/>
              </a:rPr>
              <a:t>7.5043</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r>
              <a:rPr lang="en-US" dirty="0">
                <a:solidFill>
                  <a:prstClr val="black"/>
                </a:solidFill>
                <a:latin typeface="Calibri" panose="020F0502020204030204"/>
              </a:rPr>
              <a:t> 5.3093</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marL="0" indent="0">
              <a:buNone/>
            </a:pPr>
            <a:r>
              <a:rPr lang="en-US" dirty="0"/>
              <a:t>= 1.0266/ 5.3093  = </a:t>
            </a:r>
            <a:r>
              <a:rPr lang="en-US" b="1" dirty="0"/>
              <a:t> 0.1934 times </a:t>
            </a:r>
            <a:endParaRPr lang="en-IN"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7781B330-FF95-7C0F-ABCC-1F2E28204E95}"/>
                  </a:ext>
                </a:extLst>
              </p14:cNvPr>
              <p14:cNvContentPartPr/>
              <p14:nvPr/>
            </p14:nvContentPartPr>
            <p14:xfrm>
              <a:off x="5883480" y="5002560"/>
              <a:ext cx="1643040" cy="516960"/>
            </p14:xfrm>
          </p:contentPart>
        </mc:Choice>
        <mc:Fallback xmlns="">
          <p:pic>
            <p:nvPicPr>
              <p:cNvPr id="4" name="Ink 3">
                <a:extLst>
                  <a:ext uri="{FF2B5EF4-FFF2-40B4-BE49-F238E27FC236}">
                    <a16:creationId xmlns:a16="http://schemas.microsoft.com/office/drawing/2014/main" id="{7781B330-FF95-7C0F-ABCC-1F2E28204E95}"/>
                  </a:ext>
                </a:extLst>
              </p:cNvPr>
              <p:cNvPicPr/>
              <p:nvPr/>
            </p:nvPicPr>
            <p:blipFill>
              <a:blip r:embed="rId3"/>
              <a:stretch>
                <a:fillRect/>
              </a:stretch>
            </p:blipFill>
            <p:spPr>
              <a:xfrm>
                <a:off x="5874120" y="4993200"/>
                <a:ext cx="1661760" cy="535680"/>
              </a:xfrm>
              <a:prstGeom prst="rect">
                <a:avLst/>
              </a:prstGeom>
            </p:spPr>
          </p:pic>
        </mc:Fallback>
      </mc:AlternateContent>
    </p:spTree>
    <p:extLst>
      <p:ext uri="{BB962C8B-B14F-4D97-AF65-F5344CB8AC3E}">
        <p14:creationId xmlns:p14="http://schemas.microsoft.com/office/powerpoint/2010/main" val="3618751400"/>
      </p:ext>
    </p:extLst>
  </p:cSld>
  <p:clrMapOvr>
    <a:masterClrMapping/>
  </p:clrMapOvr>
</p:sld>
</file>

<file path=ppt/slides/slide5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623F6-3AA8-6F4F-82F9-DBC11144BC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ED5BB2-91EF-E671-623A-CC13F863ACB7}"/>
              </a:ext>
            </a:extLst>
          </p:cNvPr>
          <p:cNvSpPr>
            <a:spLocks noGrp="1"/>
          </p:cNvSpPr>
          <p:nvPr>
            <p:ph type="title"/>
          </p:nvPr>
        </p:nvSpPr>
        <p:spPr/>
        <p:txBody>
          <a:bodyPr/>
          <a:lstStyle/>
          <a:p>
            <a:pPr algn="ctr"/>
            <a:r>
              <a:rPr lang="en-US" b="1" dirty="0"/>
              <a:t>TCS : </a:t>
            </a:r>
            <a:r>
              <a:rPr lang="en-US" b="1" dirty="0">
                <a:highlight>
                  <a:srgbClr val="FFFF00"/>
                </a:highlight>
              </a:rPr>
              <a:t>Revised Year 14 PS </a:t>
            </a:r>
            <a:endParaRPr lang="en-IN" b="1" dirty="0">
              <a:highlight>
                <a:srgbClr val="FFFF00"/>
              </a:highlight>
            </a:endParaRPr>
          </a:p>
        </p:txBody>
      </p:sp>
      <p:sp>
        <p:nvSpPr>
          <p:cNvPr id="3" name="Content Placeholder 2">
            <a:extLst>
              <a:ext uri="{FF2B5EF4-FFF2-40B4-BE49-F238E27FC236}">
                <a16:creationId xmlns:a16="http://schemas.microsoft.com/office/drawing/2014/main" id="{A1E6090E-3D17-B901-1965-EFF099A9DD1A}"/>
              </a:ext>
            </a:extLst>
          </p:cNvPr>
          <p:cNvSpPr>
            <a:spLocks noGrp="1"/>
          </p:cNvSpPr>
          <p:nvPr>
            <p:ph idx="1"/>
          </p:nvPr>
        </p:nvSpPr>
        <p:spPr/>
        <p:txBody>
          <a:bodyPr>
            <a:normAutofit/>
          </a:bodyPr>
          <a:lstStyle/>
          <a:p>
            <a:pPr marL="0" indent="0">
              <a:buNone/>
            </a:pPr>
            <a:r>
              <a:rPr lang="en-US" dirty="0"/>
              <a:t>= NPM hg * year 14 DPR * (1+G hg)^ hg p * (1+ G y 11)*(1+G y12) (1+G y13) (1+Gy14)</a:t>
            </a:r>
          </a:p>
          <a:p>
            <a:pPr marL="0" indent="0">
              <a:buNone/>
            </a:pPr>
            <a:r>
              <a:rPr lang="en-US" dirty="0"/>
              <a:t>----------------------------------------------------------------------------------------------</a:t>
            </a:r>
          </a:p>
          <a:p>
            <a:pPr marL="0" indent="0">
              <a:buNone/>
            </a:pPr>
            <a:r>
              <a:rPr lang="en-US" dirty="0"/>
              <a:t>  (1+ COE hg) ^ hg p  * (1+ COE y 11)*(1+COE y12)* (1+COE y13) (1+COE y14)</a:t>
            </a:r>
          </a:p>
          <a:p>
            <a:pPr marL="0" indent="0">
              <a:buNone/>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0.1900 *0.76 (7.5043) (1.0539) </a:t>
            </a:r>
            <a:r>
              <a:rPr lang="en-US" sz="2600" dirty="0">
                <a:solidFill>
                  <a:prstClr val="black"/>
                </a:solidFill>
                <a:latin typeface="Calibri" panose="020F0502020204030204"/>
              </a:rPr>
              <a:t>/ (5.3093) (1.1144)</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=0.1900 *0.76 ( </a:t>
            </a:r>
            <a:r>
              <a:rPr lang="en-US" sz="2600" dirty="0">
                <a:solidFill>
                  <a:prstClr val="black"/>
                </a:solidFill>
                <a:latin typeface="Calibri" panose="020F0502020204030204"/>
              </a:rPr>
              <a:t>7.9088</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5.9167</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=1.1420 / 5.9167  = </a:t>
            </a:r>
            <a:r>
              <a:rPr lang="en-US" b="1" dirty="0"/>
              <a:t>0.1930 times </a:t>
            </a:r>
            <a:endParaRPr lang="en-IN"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A99012B6-C671-3038-985C-C851223EA6CF}"/>
                  </a:ext>
                </a:extLst>
              </p14:cNvPr>
              <p14:cNvContentPartPr/>
              <p14:nvPr/>
            </p14:nvContentPartPr>
            <p14:xfrm>
              <a:off x="3882240" y="4368600"/>
              <a:ext cx="1881720" cy="298440"/>
            </p14:xfrm>
          </p:contentPart>
        </mc:Choice>
        <mc:Fallback xmlns="">
          <p:pic>
            <p:nvPicPr>
              <p:cNvPr id="4" name="Ink 3">
                <a:extLst>
                  <a:ext uri="{FF2B5EF4-FFF2-40B4-BE49-F238E27FC236}">
                    <a16:creationId xmlns:a16="http://schemas.microsoft.com/office/drawing/2014/main" id="{A99012B6-C671-3038-985C-C851223EA6CF}"/>
                  </a:ext>
                </a:extLst>
              </p:cNvPr>
              <p:cNvPicPr/>
              <p:nvPr/>
            </p:nvPicPr>
            <p:blipFill>
              <a:blip r:embed="rId3"/>
              <a:stretch>
                <a:fillRect/>
              </a:stretch>
            </p:blipFill>
            <p:spPr>
              <a:xfrm>
                <a:off x="3872880" y="4359240"/>
                <a:ext cx="1900440" cy="317160"/>
              </a:xfrm>
              <a:prstGeom prst="rect">
                <a:avLst/>
              </a:prstGeom>
            </p:spPr>
          </p:pic>
        </mc:Fallback>
      </mc:AlternateContent>
    </p:spTree>
    <p:extLst>
      <p:ext uri="{BB962C8B-B14F-4D97-AF65-F5344CB8AC3E}">
        <p14:creationId xmlns:p14="http://schemas.microsoft.com/office/powerpoint/2010/main" val="2834243863"/>
      </p:ext>
    </p:extLst>
  </p:cSld>
  <p:clrMapOvr>
    <a:masterClrMapping/>
  </p:clrMapOvr>
</p:sld>
</file>

<file path=ppt/slides/slide5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B7D2C-95B1-463B-F0B2-9FB837944D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AE96B4-B2C0-E03B-3703-13542FF9203A}"/>
              </a:ext>
            </a:extLst>
          </p:cNvPr>
          <p:cNvSpPr>
            <a:spLocks noGrp="1"/>
          </p:cNvSpPr>
          <p:nvPr>
            <p:ph type="title"/>
          </p:nvPr>
        </p:nvSpPr>
        <p:spPr/>
        <p:txBody>
          <a:bodyPr/>
          <a:lstStyle/>
          <a:p>
            <a:pPr algn="ctr"/>
            <a:r>
              <a:rPr lang="en-US" b="1" dirty="0"/>
              <a:t>TCS : </a:t>
            </a:r>
            <a:r>
              <a:rPr lang="en-US" b="1" dirty="0">
                <a:highlight>
                  <a:srgbClr val="FFFF00"/>
                </a:highlight>
              </a:rPr>
              <a:t>Revised Year 15 PS </a:t>
            </a:r>
            <a:endParaRPr lang="en-IN" b="1" dirty="0">
              <a:highlight>
                <a:srgbClr val="FFFF00"/>
              </a:highlight>
            </a:endParaRPr>
          </a:p>
        </p:txBody>
      </p:sp>
      <p:sp>
        <p:nvSpPr>
          <p:cNvPr id="3" name="Content Placeholder 2">
            <a:extLst>
              <a:ext uri="{FF2B5EF4-FFF2-40B4-BE49-F238E27FC236}">
                <a16:creationId xmlns:a16="http://schemas.microsoft.com/office/drawing/2014/main" id="{F66E30FA-14BA-C3AD-F81D-55E667567F1B}"/>
              </a:ext>
            </a:extLst>
          </p:cNvPr>
          <p:cNvSpPr>
            <a:spLocks noGrp="1"/>
          </p:cNvSpPr>
          <p:nvPr>
            <p:ph idx="1"/>
          </p:nvPr>
        </p:nvSpPr>
        <p:spPr/>
        <p:txBody>
          <a:bodyPr>
            <a:normAutofit/>
          </a:bodyPr>
          <a:lstStyle/>
          <a:p>
            <a:pPr marL="0" indent="0">
              <a:buNone/>
            </a:pPr>
            <a:r>
              <a:rPr lang="en-US" dirty="0"/>
              <a:t>NPM hg * year15DPR * (1+G hg)^ hg p * (1+ Gy11)*(1+Gy12) (1+Gy13) (1+Gy14)(1+G Y 15)</a:t>
            </a:r>
          </a:p>
          <a:p>
            <a:pPr marL="0" indent="0">
              <a:buNone/>
            </a:pPr>
            <a:r>
              <a:rPr lang="en-US" dirty="0"/>
              <a:t>----------------------------------------------------------------------------------------------</a:t>
            </a:r>
          </a:p>
          <a:p>
            <a:pPr marL="0" indent="0">
              <a:buNone/>
            </a:pPr>
            <a:r>
              <a:rPr lang="en-US" dirty="0"/>
              <a:t> (1+ COE hg) ^ hg p * (1+ COE y 11)*(1+COE y12)* (1+COE y13) (1+COE y14) (1+COE y15)</a:t>
            </a:r>
          </a:p>
          <a:p>
            <a:pPr marL="0" indent="0">
              <a:buNone/>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0.1900 *0.80 (7.9088) (1.0216)/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a:t>
            </a:r>
            <a:r>
              <a:rPr lang="en-US" sz="2600" dirty="0">
                <a:solidFill>
                  <a:prstClr val="black"/>
                </a:solidFill>
                <a:latin typeface="Calibri" panose="020F0502020204030204"/>
              </a:rPr>
              <a:t>5.9167</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(1.1080)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 0.1900 *0.80 (8.0796)/ 6.5557</a:t>
            </a:r>
          </a:p>
          <a:p>
            <a:pPr marL="0" indent="0">
              <a:buNone/>
            </a:pPr>
            <a:r>
              <a:rPr lang="en-US" dirty="0"/>
              <a:t>= 1.2281/  6.5557= </a:t>
            </a:r>
            <a:r>
              <a:rPr lang="en-US" b="1" dirty="0"/>
              <a:t>0.1873 times </a:t>
            </a:r>
            <a:endParaRPr lang="en-IN"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6B2257E8-7FBC-D3E9-C78E-DA01CF252DB4}"/>
                  </a:ext>
                </a:extLst>
              </p14:cNvPr>
              <p14:cNvContentPartPr/>
              <p14:nvPr/>
            </p14:nvContentPartPr>
            <p14:xfrm>
              <a:off x="4630320" y="3925800"/>
              <a:ext cx="2024280" cy="586800"/>
            </p14:xfrm>
          </p:contentPart>
        </mc:Choice>
        <mc:Fallback xmlns="">
          <p:pic>
            <p:nvPicPr>
              <p:cNvPr id="4" name="Ink 3">
                <a:extLst>
                  <a:ext uri="{FF2B5EF4-FFF2-40B4-BE49-F238E27FC236}">
                    <a16:creationId xmlns:a16="http://schemas.microsoft.com/office/drawing/2014/main" id="{6B2257E8-7FBC-D3E9-C78E-DA01CF252DB4}"/>
                  </a:ext>
                </a:extLst>
              </p:cNvPr>
              <p:cNvPicPr/>
              <p:nvPr/>
            </p:nvPicPr>
            <p:blipFill>
              <a:blip r:embed="rId3"/>
              <a:stretch>
                <a:fillRect/>
              </a:stretch>
            </p:blipFill>
            <p:spPr>
              <a:xfrm>
                <a:off x="4620960" y="3916440"/>
                <a:ext cx="2043000" cy="605520"/>
              </a:xfrm>
              <a:prstGeom prst="rect">
                <a:avLst/>
              </a:prstGeom>
            </p:spPr>
          </p:pic>
        </mc:Fallback>
      </mc:AlternateContent>
    </p:spTree>
    <p:extLst>
      <p:ext uri="{BB962C8B-B14F-4D97-AF65-F5344CB8AC3E}">
        <p14:creationId xmlns:p14="http://schemas.microsoft.com/office/powerpoint/2010/main" val="335288861"/>
      </p:ext>
    </p:extLst>
  </p:cSld>
  <p:clrMapOvr>
    <a:masterClrMapping/>
  </p:clrMapOvr>
</p:sld>
</file>

<file path=ppt/slides/slide5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8E401-117C-949B-CE54-6BC1712BC1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D64DEB-D887-A3CD-8E2A-F9BC7A841E54}"/>
              </a:ext>
            </a:extLst>
          </p:cNvPr>
          <p:cNvSpPr>
            <a:spLocks noGrp="1"/>
          </p:cNvSpPr>
          <p:nvPr>
            <p:ph type="title"/>
          </p:nvPr>
        </p:nvSpPr>
        <p:spPr/>
        <p:txBody>
          <a:bodyPr/>
          <a:lstStyle/>
          <a:p>
            <a:pPr algn="ctr"/>
            <a:r>
              <a:rPr lang="en-US" b="1" dirty="0">
                <a:solidFill>
                  <a:prstClr val="black"/>
                </a:solidFill>
                <a:latin typeface="Calibri Light" panose="020F0302020204030204"/>
              </a:rPr>
              <a:t>TCS</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a:t>
            </a:r>
            <a:r>
              <a:rPr kumimoji="0" lang="en-US" sz="4400" b="1" i="0" u="none" strike="noStrike" kern="1200" cap="none" spc="0" normalizeH="0" baseline="0" noProof="0" dirty="0">
                <a:ln>
                  <a:noFill/>
                </a:ln>
                <a:solidFill>
                  <a:prstClr val="black"/>
                </a:solidFill>
                <a:effectLst/>
                <a:highlight>
                  <a:srgbClr val="FFFF00"/>
                </a:highlight>
                <a:uLnTx/>
                <a:uFillTx/>
                <a:latin typeface="Calibri Light" panose="020F0302020204030204"/>
                <a:ea typeface="+mj-ea"/>
                <a:cs typeface="+mj-cs"/>
              </a:rPr>
              <a:t>Revised Year </a:t>
            </a:r>
            <a:r>
              <a:rPr lang="en-US" b="1" dirty="0">
                <a:solidFill>
                  <a:prstClr val="black"/>
                </a:solidFill>
                <a:highlight>
                  <a:srgbClr val="FFFF00"/>
                </a:highlight>
                <a:latin typeface="Calibri Light" panose="020F0302020204030204"/>
              </a:rPr>
              <a:t>1</a:t>
            </a:r>
            <a:r>
              <a:rPr kumimoji="0" lang="en-US" sz="4400" b="1" i="0" u="none" strike="noStrike" kern="1200" cap="none" spc="0" normalizeH="0" baseline="0" noProof="0" dirty="0">
                <a:ln>
                  <a:noFill/>
                </a:ln>
                <a:solidFill>
                  <a:prstClr val="black"/>
                </a:solidFill>
                <a:effectLst/>
                <a:highlight>
                  <a:srgbClr val="FFFF00"/>
                </a:highlight>
                <a:uLnTx/>
                <a:uFillTx/>
                <a:latin typeface="Calibri Light" panose="020F0302020204030204"/>
                <a:ea typeface="+mj-ea"/>
                <a:cs typeface="+mj-cs"/>
              </a:rPr>
              <a:t>1-15 PS </a:t>
            </a:r>
            <a:endParaRPr lang="en-IN" dirty="0">
              <a:highlight>
                <a:srgbClr val="FFFF00"/>
              </a:highlight>
            </a:endParaRPr>
          </a:p>
        </p:txBody>
      </p:sp>
      <p:sp>
        <p:nvSpPr>
          <p:cNvPr id="3" name="Content Placeholder 2">
            <a:extLst>
              <a:ext uri="{FF2B5EF4-FFF2-40B4-BE49-F238E27FC236}">
                <a16:creationId xmlns:a16="http://schemas.microsoft.com/office/drawing/2014/main" id="{697DED98-1759-DE6C-AF0F-8B60B8659FEB}"/>
              </a:ext>
            </a:extLst>
          </p:cNvPr>
          <p:cNvSpPr>
            <a:spLocks noGrp="1"/>
          </p:cNvSpPr>
          <p:nvPr>
            <p:ph idx="1"/>
          </p:nvPr>
        </p:nvSpPr>
        <p:spPr/>
        <p:txBody>
          <a:bodyPr>
            <a:normAutofit/>
          </a:bodyPr>
          <a:lstStyle/>
          <a:p>
            <a:pPr marL="0" indent="0">
              <a:buNone/>
            </a:pPr>
            <a:r>
              <a:rPr lang="en-US" sz="3600" dirty="0"/>
              <a:t>= 0.1788 + 0.1884+ 0.1934 +0.1930 +0.1873  = </a:t>
            </a:r>
            <a:r>
              <a:rPr lang="en-US" sz="3600" b="1" dirty="0"/>
              <a:t> 0.9409 times</a:t>
            </a:r>
            <a:endParaRPr lang="en-IN" sz="3600"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271AC372-A1B3-C56E-7884-C98DAE636B66}"/>
                  </a:ext>
                </a:extLst>
              </p14:cNvPr>
              <p14:cNvContentPartPr/>
              <p14:nvPr/>
            </p14:nvContentPartPr>
            <p14:xfrm>
              <a:off x="4509000" y="2493000"/>
              <a:ext cx="2112480" cy="974160"/>
            </p14:xfrm>
          </p:contentPart>
        </mc:Choice>
        <mc:Fallback xmlns="">
          <p:pic>
            <p:nvPicPr>
              <p:cNvPr id="4" name="Ink 3">
                <a:extLst>
                  <a:ext uri="{FF2B5EF4-FFF2-40B4-BE49-F238E27FC236}">
                    <a16:creationId xmlns:a16="http://schemas.microsoft.com/office/drawing/2014/main" id="{271AC372-A1B3-C56E-7884-C98DAE636B66}"/>
                  </a:ext>
                </a:extLst>
              </p:cNvPr>
              <p:cNvPicPr/>
              <p:nvPr/>
            </p:nvPicPr>
            <p:blipFill>
              <a:blip r:embed="rId3"/>
              <a:stretch>
                <a:fillRect/>
              </a:stretch>
            </p:blipFill>
            <p:spPr>
              <a:xfrm>
                <a:off x="4499640" y="2483640"/>
                <a:ext cx="2131200" cy="992880"/>
              </a:xfrm>
              <a:prstGeom prst="rect">
                <a:avLst/>
              </a:prstGeom>
            </p:spPr>
          </p:pic>
        </mc:Fallback>
      </mc:AlternateContent>
    </p:spTree>
    <p:extLst>
      <p:ext uri="{BB962C8B-B14F-4D97-AF65-F5344CB8AC3E}">
        <p14:creationId xmlns:p14="http://schemas.microsoft.com/office/powerpoint/2010/main" val="591182744"/>
      </p:ext>
    </p:extLst>
  </p:cSld>
  <p:clrMapOvr>
    <a:masterClrMapping/>
  </p:clrMapOvr>
</p:sld>
</file>

<file path=ppt/slides/slide5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7DC1F-E353-6EAC-B951-59F508920A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ED8423-C6D8-9AD3-010A-FABAF19DA0A9}"/>
              </a:ext>
            </a:extLst>
          </p:cNvPr>
          <p:cNvSpPr>
            <a:spLocks noGrp="1"/>
          </p:cNvSpPr>
          <p:nvPr>
            <p:ph type="title"/>
          </p:nvPr>
        </p:nvSpPr>
        <p:spPr/>
        <p:txBody>
          <a:bodyPr/>
          <a:lstStyle/>
          <a:p>
            <a:pPr algn="ctr"/>
            <a:r>
              <a:rPr lang="en-US" b="1" dirty="0">
                <a:solidFill>
                  <a:prstClr val="black"/>
                </a:solidFill>
                <a:latin typeface="Calibri Light" panose="020F0302020204030204"/>
              </a:rPr>
              <a:t>TCS</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 </a:t>
            </a:r>
            <a:r>
              <a:rPr kumimoji="0" lang="en-US" sz="4400" b="1" i="0" u="none" strike="noStrike" kern="1200" cap="none" spc="0" normalizeH="0" baseline="0" noProof="0" dirty="0">
                <a:ln>
                  <a:noFill/>
                </a:ln>
                <a:solidFill>
                  <a:prstClr val="black"/>
                </a:solidFill>
                <a:effectLst/>
                <a:highlight>
                  <a:srgbClr val="FFFF00"/>
                </a:highlight>
                <a:uLnTx/>
                <a:uFillTx/>
                <a:latin typeface="Calibri Light" panose="020F0302020204030204"/>
                <a:ea typeface="+mj-ea"/>
                <a:cs typeface="+mj-cs"/>
              </a:rPr>
              <a:t>Revised Stable Phase PS </a:t>
            </a:r>
            <a:endParaRPr lang="en-IN" dirty="0">
              <a:highlight>
                <a:srgbClr val="FFFF00"/>
              </a:highlight>
            </a:endParaRPr>
          </a:p>
        </p:txBody>
      </p:sp>
      <p:sp>
        <p:nvSpPr>
          <p:cNvPr id="3" name="Content Placeholder 2">
            <a:extLst>
              <a:ext uri="{FF2B5EF4-FFF2-40B4-BE49-F238E27FC236}">
                <a16:creationId xmlns:a16="http://schemas.microsoft.com/office/drawing/2014/main" id="{5857EA26-47CC-EEC5-D1FB-A28C0CE5CACF}"/>
              </a:ext>
            </a:extLst>
          </p:cNvPr>
          <p:cNvSpPr>
            <a:spLocks noGrp="1"/>
          </p:cNvSpPr>
          <p:nvPr>
            <p:ph idx="1"/>
          </p:nvPr>
        </p:nvSpPr>
        <p:spPr/>
        <p:txBody>
          <a:bodyPr>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prstClr val="black"/>
                </a:solidFill>
                <a:latin typeface="Calibri" panose="020F0502020204030204"/>
              </a:rPr>
              <a:t>NPM hg* St. Ph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DPR * (1+G hg)^ hg p * (1+ Gy11)*(1+Gy12) (1+Gy13) (1+Gy14)(1+G Y 15)(1+G st.ph)</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(COE st.ph – G st.ph) (1+ COE hg) ^ hg p * (1+ COE y 11)*(1+COE y12)* (1+COE y13) (1+COE y14) (1+COE y15)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600"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0.1900 *0.80 (8.0796) (1.0216)/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a:t>
            </a:r>
            <a:r>
              <a:rPr lang="en-US" sz="2600" dirty="0">
                <a:solidFill>
                  <a:prstClr val="black"/>
                </a:solidFill>
                <a:latin typeface="Calibri" panose="020F0502020204030204"/>
              </a:rPr>
              <a:t>6.5557</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 (0.</a:t>
            </a:r>
            <a:r>
              <a:rPr lang="en-US" sz="2200" dirty="0">
                <a:solidFill>
                  <a:prstClr val="black"/>
                </a:solidFill>
                <a:latin typeface="Calibri" panose="020F0502020204030204"/>
              </a:rPr>
              <a:t>1080</a:t>
            </a: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-0.0216)</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prstClr val="black"/>
                </a:solidFill>
                <a:latin typeface="Calibri" panose="020F0502020204030204"/>
              </a:rPr>
              <a:t>= 1.2546/0.5664 = </a:t>
            </a:r>
            <a:r>
              <a:rPr lang="en-US" sz="2600" b="1" dirty="0">
                <a:solidFill>
                  <a:prstClr val="black"/>
                </a:solidFill>
                <a:latin typeface="Calibri" panose="020F0502020204030204"/>
              </a:rPr>
              <a:t>2.2150 times</a:t>
            </a:r>
            <a:endPar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F339550-99CB-9445-543B-5C11173D45F6}"/>
                  </a:ext>
                </a:extLst>
              </p14:cNvPr>
              <p14:cNvContentPartPr/>
              <p14:nvPr/>
            </p14:nvContentPartPr>
            <p14:xfrm>
              <a:off x="4798440" y="4977000"/>
              <a:ext cx="2114640" cy="759960"/>
            </p14:xfrm>
          </p:contentPart>
        </mc:Choice>
        <mc:Fallback xmlns="">
          <p:pic>
            <p:nvPicPr>
              <p:cNvPr id="4" name="Ink 3">
                <a:extLst>
                  <a:ext uri="{FF2B5EF4-FFF2-40B4-BE49-F238E27FC236}">
                    <a16:creationId xmlns:a16="http://schemas.microsoft.com/office/drawing/2014/main" id="{1F339550-99CB-9445-543B-5C11173D45F6}"/>
                  </a:ext>
                </a:extLst>
              </p:cNvPr>
              <p:cNvPicPr/>
              <p:nvPr/>
            </p:nvPicPr>
            <p:blipFill>
              <a:blip r:embed="rId3"/>
              <a:stretch>
                <a:fillRect/>
              </a:stretch>
            </p:blipFill>
            <p:spPr>
              <a:xfrm>
                <a:off x="4789080" y="4967640"/>
                <a:ext cx="2133360" cy="778680"/>
              </a:xfrm>
              <a:prstGeom prst="rect">
                <a:avLst/>
              </a:prstGeom>
            </p:spPr>
          </p:pic>
        </mc:Fallback>
      </mc:AlternateContent>
    </p:spTree>
    <p:extLst>
      <p:ext uri="{BB962C8B-B14F-4D97-AF65-F5344CB8AC3E}">
        <p14:creationId xmlns:p14="http://schemas.microsoft.com/office/powerpoint/2010/main" val="4292856096"/>
      </p:ext>
    </p:extLst>
  </p:cSld>
  <p:clrMapOvr>
    <a:masterClrMapping/>
  </p:clrMapOvr>
</p:sld>
</file>

<file path=ppt/slides/slide5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2F1E8-2640-01E4-6D52-03C9D1127C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95BE84-1E73-1407-A63A-221BA582113A}"/>
              </a:ext>
            </a:extLst>
          </p:cNvPr>
          <p:cNvSpPr>
            <a:spLocks noGrp="1"/>
          </p:cNvSpPr>
          <p:nvPr>
            <p:ph type="title"/>
          </p:nvPr>
        </p:nvSpPr>
        <p:spPr/>
        <p:txBody>
          <a:bodyPr/>
          <a:lstStyle/>
          <a:p>
            <a:pPr algn="ctr"/>
            <a:r>
              <a:rPr lang="en-US" b="1" dirty="0">
                <a:solidFill>
                  <a:prstClr val="black"/>
                </a:solidFill>
                <a:latin typeface="Calibri Light" panose="020F0302020204030204"/>
              </a:rPr>
              <a:t>TCS</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 </a:t>
            </a:r>
            <a:r>
              <a:rPr kumimoji="0" lang="en-US" sz="4400" b="1" i="0" u="none" strike="noStrike" kern="1200" cap="none" spc="0" normalizeH="0" baseline="0" noProof="0" dirty="0">
                <a:ln>
                  <a:noFill/>
                </a:ln>
                <a:solidFill>
                  <a:prstClr val="black"/>
                </a:solidFill>
                <a:effectLst/>
                <a:highlight>
                  <a:srgbClr val="FFFF00"/>
                </a:highlight>
                <a:uLnTx/>
                <a:uFillTx/>
                <a:latin typeface="Calibri Light" panose="020F0302020204030204"/>
                <a:ea typeface="+mj-ea"/>
                <a:cs typeface="+mj-cs"/>
              </a:rPr>
              <a:t>Revised Total PS &amp; Value </a:t>
            </a:r>
            <a:endParaRPr lang="en-IN" dirty="0">
              <a:highlight>
                <a:srgbClr val="FFFF00"/>
              </a:highlight>
            </a:endParaRPr>
          </a:p>
        </p:txBody>
      </p:sp>
      <p:sp>
        <p:nvSpPr>
          <p:cNvPr id="3" name="Content Placeholder 2">
            <a:extLst>
              <a:ext uri="{FF2B5EF4-FFF2-40B4-BE49-F238E27FC236}">
                <a16:creationId xmlns:a16="http://schemas.microsoft.com/office/drawing/2014/main" id="{191FEDBE-7107-5184-AF42-2494108040CF}"/>
              </a:ext>
            </a:extLst>
          </p:cNvPr>
          <p:cNvSpPr>
            <a:spLocks noGrp="1"/>
          </p:cNvSpPr>
          <p:nvPr>
            <p:ph idx="1"/>
          </p:nvPr>
        </p:nvSpPr>
        <p:spPr/>
        <p:txBody>
          <a:bodyPr>
            <a:normAutofit lnSpcReduction="10000"/>
          </a:bodyPr>
          <a:lstStyle/>
          <a:p>
            <a:pPr marL="0" indent="0">
              <a:buNone/>
            </a:pPr>
            <a:r>
              <a:rPr lang="en-US" dirty="0"/>
              <a:t>= PS HG phase + PS Transition phase + PS stable Phase </a:t>
            </a:r>
          </a:p>
          <a:p>
            <a:pPr marL="0" indent="0">
              <a:buNone/>
            </a:pPr>
            <a:endParaRPr lang="en-US" dirty="0"/>
          </a:p>
          <a:p>
            <a:pPr marL="0" indent="0">
              <a:buNone/>
            </a:pPr>
            <a:r>
              <a:rPr lang="en-US" dirty="0"/>
              <a:t>= 1.4054 + 0.9409+ 2.2150 = </a:t>
            </a:r>
            <a:r>
              <a:rPr lang="en-US" b="1" dirty="0"/>
              <a:t>4.5613 times= </a:t>
            </a:r>
            <a:r>
              <a:rPr lang="en-US" b="1" dirty="0">
                <a:highlight>
                  <a:srgbClr val="FFFF00"/>
                </a:highlight>
              </a:rPr>
              <a:t>4.56 times</a:t>
            </a:r>
          </a:p>
          <a:p>
            <a:pPr marL="0" indent="0">
              <a:buNone/>
            </a:pPr>
            <a:endParaRPr lang="en-US" b="1"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Predicted Mkt Cap  = </a:t>
            </a:r>
            <a:r>
              <a:rPr lang="en-US" sz="2400" b="1" dirty="0">
                <a:solidFill>
                  <a:prstClr val="black"/>
                </a:solidFill>
                <a:latin typeface="Calibri" panose="020F0502020204030204"/>
              </a:rPr>
              <a:t>4.56</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Sales 2025 at INR 255324 * (1 +0.1400/360 * </a:t>
            </a:r>
            <a:r>
              <a:rPr lang="en-US" sz="2400" b="1" dirty="0">
                <a:solidFill>
                  <a:prstClr val="black"/>
                </a:solidFill>
                <a:latin typeface="Calibri" panose="020F0502020204030204"/>
              </a:rPr>
              <a:t>270</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1.11) = INR 1</a:t>
            </a:r>
            <a:r>
              <a:rPr lang="en-US" sz="2400" b="1" dirty="0">
                <a:solidFill>
                  <a:prstClr val="black"/>
                </a:solidFill>
                <a:latin typeface="Calibri" panose="020F0502020204030204"/>
              </a:rPr>
              <a:t>292348</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crores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Predicted Price/share = 1292348</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/361.81 Crore shares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4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INR 3572/ Share </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vs INR 6274/ share ( Base Case)</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Actual </a:t>
            </a:r>
            <a:r>
              <a:rPr kumimoji="0" lang="en-US" sz="2400" b="1" i="0" u="none" strike="noStrike" kern="1200" cap="none" spc="0" normalizeH="0" baseline="0" noProof="0" dirty="0" err="1">
                <a:ln>
                  <a:noFill/>
                </a:ln>
                <a:solidFill>
                  <a:prstClr val="black"/>
                </a:solidFill>
                <a:effectLst/>
                <a:uLnTx/>
                <a:uFillTx/>
                <a:latin typeface="Calibri" panose="020F0502020204030204"/>
                <a:ea typeface="+mn-ea"/>
                <a:cs typeface="+mn-cs"/>
              </a:rPr>
              <a:t>Mket</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Cap  @ INR 11,63,938 Crores on </a:t>
            </a:r>
            <a:r>
              <a:rPr lang="en-US" sz="2400" b="1" dirty="0">
                <a:solidFill>
                  <a:prstClr val="black"/>
                </a:solidFill>
                <a:latin typeface="Calibri" panose="020F0502020204030204"/>
              </a:rPr>
              <a:t>30</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Dec  2025; </a:t>
            </a:r>
            <a:r>
              <a:rPr kumimoji="0" lang="en-US" sz="24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rPr>
              <a:t>CMP = 3217</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52 WLH : INR </a:t>
            </a:r>
            <a:r>
              <a:rPr lang="en-US" sz="2400" b="1" dirty="0">
                <a:solidFill>
                  <a:prstClr val="black"/>
                </a:solidFill>
                <a:latin typeface="Calibri" panose="020F0502020204030204"/>
              </a:rPr>
              <a:t>3156</a:t>
            </a: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 – INR </a:t>
            </a:r>
            <a:r>
              <a:rPr lang="en-US" sz="2400" b="1" dirty="0">
                <a:solidFill>
                  <a:prstClr val="black"/>
                </a:solidFill>
                <a:latin typeface="Calibri" panose="020F0502020204030204"/>
              </a:rPr>
              <a:t>4431                                          </a:t>
            </a:r>
            <a:r>
              <a:rPr lang="en-US" sz="2400" b="1" dirty="0">
                <a:solidFill>
                  <a:prstClr val="black"/>
                </a:solidFill>
                <a:highlight>
                  <a:srgbClr val="FFFF00"/>
                </a:highlight>
                <a:latin typeface="Calibri" panose="020F0502020204030204"/>
              </a:rPr>
              <a:t>Undervalued </a:t>
            </a:r>
            <a:endParaRPr kumimoji="0" lang="en-US" sz="2400" b="1" i="0" u="none" strike="noStrike" kern="1200" cap="none" spc="0" normalizeH="0" baseline="0" noProof="0" dirty="0">
              <a:ln>
                <a:noFill/>
              </a:ln>
              <a:solidFill>
                <a:prstClr val="black"/>
              </a:solidFill>
              <a:effectLst/>
              <a:highlight>
                <a:srgbClr val="FFFF00"/>
              </a:highlight>
              <a:uLnTx/>
              <a:uFillTx/>
              <a:latin typeface="Calibri" panose="020F0502020204030204"/>
              <a:ea typeface="+mn-ea"/>
              <a:cs typeface="+mn-cs"/>
            </a:endParaRPr>
          </a:p>
          <a:p>
            <a:pPr marL="0" indent="0">
              <a:buNone/>
            </a:pPr>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6B7D74C5-0E41-6E97-D406-11AED9E72392}"/>
                  </a:ext>
                </a:extLst>
              </p14:cNvPr>
              <p14:cNvContentPartPr/>
              <p14:nvPr/>
            </p14:nvContentPartPr>
            <p14:xfrm>
              <a:off x="5664600" y="2033280"/>
              <a:ext cx="5115240" cy="2900520"/>
            </p14:xfrm>
          </p:contentPart>
        </mc:Choice>
        <mc:Fallback xmlns="">
          <p:pic>
            <p:nvPicPr>
              <p:cNvPr id="4" name="Ink 3">
                <a:extLst>
                  <a:ext uri="{FF2B5EF4-FFF2-40B4-BE49-F238E27FC236}">
                    <a16:creationId xmlns:a16="http://schemas.microsoft.com/office/drawing/2014/main" id="{6B7D74C5-0E41-6E97-D406-11AED9E72392}"/>
                  </a:ext>
                </a:extLst>
              </p:cNvPr>
              <p:cNvPicPr/>
              <p:nvPr/>
            </p:nvPicPr>
            <p:blipFill>
              <a:blip r:embed="rId3"/>
              <a:stretch>
                <a:fillRect/>
              </a:stretch>
            </p:blipFill>
            <p:spPr>
              <a:xfrm>
                <a:off x="5655240" y="2023920"/>
                <a:ext cx="5133960" cy="2919240"/>
              </a:xfrm>
              <a:prstGeom prst="rect">
                <a:avLst/>
              </a:prstGeom>
            </p:spPr>
          </p:pic>
        </mc:Fallback>
      </mc:AlternateContent>
    </p:spTree>
    <p:extLst>
      <p:ext uri="{BB962C8B-B14F-4D97-AF65-F5344CB8AC3E}">
        <p14:creationId xmlns:p14="http://schemas.microsoft.com/office/powerpoint/2010/main" val="2767996299"/>
      </p:ext>
    </p:extLst>
  </p:cSld>
  <p:clrMapOvr>
    <a:masterClrMapping/>
  </p:clrMapOvr>
</p:sld>
</file>

<file path=ppt/slides/slide5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B3DF5-E6E2-4224-9D2D-476AD4E8AE40}"/>
              </a:ext>
            </a:extLst>
          </p:cNvPr>
          <p:cNvSpPr>
            <a:spLocks noGrp="1"/>
          </p:cNvSpPr>
          <p:nvPr>
            <p:ph type="ctrTitle"/>
          </p:nvPr>
        </p:nvSpPr>
        <p:spPr/>
        <p:txBody>
          <a:bodyPr/>
          <a:lstStyle/>
          <a:p>
            <a:r>
              <a:rPr lang="en-US" dirty="0"/>
              <a:t>FAL</a:t>
            </a:r>
            <a:br>
              <a:rPr lang="en-US" dirty="0"/>
            </a:br>
            <a:r>
              <a:rPr lang="en-US" dirty="0"/>
              <a:t>PGDF (24-26)</a:t>
            </a:r>
            <a:endParaRPr lang="en-IN" dirty="0"/>
          </a:p>
        </p:txBody>
      </p:sp>
      <p:sp>
        <p:nvSpPr>
          <p:cNvPr id="3" name="Subtitle 2">
            <a:extLst>
              <a:ext uri="{FF2B5EF4-FFF2-40B4-BE49-F238E27FC236}">
                <a16:creationId xmlns:a16="http://schemas.microsoft.com/office/drawing/2014/main" id="{1C8DCB7D-5243-4ABF-A854-C71230688D68}"/>
              </a:ext>
            </a:extLst>
          </p:cNvPr>
          <p:cNvSpPr>
            <a:spLocks noGrp="1"/>
          </p:cNvSpPr>
          <p:nvPr>
            <p:ph type="subTitle" idx="1"/>
          </p:nvPr>
        </p:nvSpPr>
        <p:spPr/>
        <p:txBody>
          <a:bodyPr/>
          <a:lstStyle/>
          <a:p>
            <a:r>
              <a:rPr lang="en-US" dirty="0"/>
              <a:t>Session 13 10</a:t>
            </a:r>
            <a:r>
              <a:rPr lang="en-US" baseline="30000" dirty="0"/>
              <a:t>th</a:t>
            </a:r>
            <a:r>
              <a:rPr lang="en-US" dirty="0"/>
              <a:t> Jan 2026</a:t>
            </a:r>
          </a:p>
        </p:txBody>
      </p:sp>
    </p:spTree>
    <p:extLst>
      <p:ext uri="{BB962C8B-B14F-4D97-AF65-F5344CB8AC3E}">
        <p14:creationId xmlns:p14="http://schemas.microsoft.com/office/powerpoint/2010/main" val="1245329866"/>
      </p:ext>
    </p:extLst>
  </p:cSld>
  <p:clrMapOvr>
    <a:masterClrMapping/>
  </p:clrMapOvr>
</p:sld>
</file>

<file path=ppt/slides/slide5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4EE68-695A-489F-819A-D376C600B93E}"/>
              </a:ext>
            </a:extLst>
          </p:cNvPr>
          <p:cNvSpPr>
            <a:spLocks noGrp="1"/>
          </p:cNvSpPr>
          <p:nvPr>
            <p:ph type="title"/>
          </p:nvPr>
        </p:nvSpPr>
        <p:spPr/>
        <p:txBody>
          <a:bodyPr/>
          <a:lstStyle/>
          <a:p>
            <a:pPr algn="ctr"/>
            <a:r>
              <a:rPr lang="en-US" b="1" dirty="0"/>
              <a:t>EV/EBITDA multiple</a:t>
            </a:r>
            <a:endParaRPr lang="en-IN" b="1" dirty="0"/>
          </a:p>
        </p:txBody>
      </p:sp>
      <p:sp>
        <p:nvSpPr>
          <p:cNvPr id="3" name="Content Placeholder 2">
            <a:extLst>
              <a:ext uri="{FF2B5EF4-FFF2-40B4-BE49-F238E27FC236}">
                <a16:creationId xmlns:a16="http://schemas.microsoft.com/office/drawing/2014/main" id="{8CE3B3CA-149B-4B8D-92A1-0BB0DA10760F}"/>
              </a:ext>
            </a:extLst>
          </p:cNvPr>
          <p:cNvSpPr>
            <a:spLocks noGrp="1"/>
          </p:cNvSpPr>
          <p:nvPr>
            <p:ph idx="1"/>
          </p:nvPr>
        </p:nvSpPr>
        <p:spPr>
          <a:xfrm>
            <a:off x="838200" y="1597025"/>
            <a:ext cx="10515600" cy="4351338"/>
          </a:xfrm>
        </p:spPr>
        <p:txBody>
          <a:bodyPr>
            <a:normAutofit/>
          </a:bodyPr>
          <a:lstStyle/>
          <a:p>
            <a:r>
              <a:rPr lang="en-US" sz="2000" b="1" dirty="0"/>
              <a:t>EV</a:t>
            </a:r>
            <a:r>
              <a:rPr lang="en-US" sz="2000" dirty="0"/>
              <a:t>= MV of Equity + MV of Debt – Cash</a:t>
            </a:r>
          </a:p>
          <a:p>
            <a:pPr lvl="1"/>
            <a:r>
              <a:rPr lang="en-US" sz="1600" dirty="0"/>
              <a:t>MV of equity = market cap, MV of debt = BV of debt which is equal to short term borrowing and long term borrowing, cash and cash equivalent is cash and current investments. </a:t>
            </a:r>
          </a:p>
          <a:p>
            <a:pPr lvl="1"/>
            <a:r>
              <a:rPr lang="en-US" sz="1600" dirty="0"/>
              <a:t>EV is applicable for both equity and debt investor.</a:t>
            </a:r>
          </a:p>
          <a:p>
            <a:r>
              <a:rPr lang="en-US" sz="2000" b="1" dirty="0"/>
              <a:t>EBITDA</a:t>
            </a:r>
            <a:r>
              <a:rPr lang="en-US" sz="2000" dirty="0"/>
              <a:t>- Earnings Before Interest Tax Depreciation and Amortization</a:t>
            </a:r>
          </a:p>
          <a:p>
            <a:r>
              <a:rPr lang="en-US" sz="2000" dirty="0"/>
              <a:t>When we values many companies using price based multiple why most of the companies are overvalues:</a:t>
            </a:r>
          </a:p>
          <a:p>
            <a:pPr lvl="1"/>
            <a:r>
              <a:rPr lang="en-US" sz="1600" dirty="0"/>
              <a:t>There are few types of company where DPS = EPS, DPS &lt; EPS, DPS &gt; EPS</a:t>
            </a:r>
          </a:p>
          <a:p>
            <a:pPr lvl="2"/>
            <a:r>
              <a:rPr lang="en-US" sz="1200" dirty="0"/>
              <a:t>If earning per share is higher then dividend per share then DPR is lower and P/E depends on DPR hence the valuation is higher. </a:t>
            </a:r>
          </a:p>
          <a:p>
            <a:pPr lvl="2"/>
            <a:r>
              <a:rPr lang="en-US" sz="1200" dirty="0"/>
              <a:t>One solution to solve it is to go for modified DPR which is FCFE/PAT where FCFE = PAT+D&amp;A +/ delta Capex +- Delta NWC +- Net debt</a:t>
            </a:r>
          </a:p>
          <a:p>
            <a:pPr lvl="1"/>
            <a:r>
              <a:rPr lang="en-US" sz="1600" dirty="0"/>
              <a:t>Computed PAT removed non-recurring items &amp; other incomes.</a:t>
            </a:r>
          </a:p>
          <a:p>
            <a:pPr lvl="1"/>
            <a:endParaRPr lang="en-IN" sz="1800" dirty="0"/>
          </a:p>
        </p:txBody>
      </p:sp>
    </p:spTree>
    <p:extLst>
      <p:ext uri="{BB962C8B-B14F-4D97-AF65-F5344CB8AC3E}">
        <p14:creationId xmlns:p14="http://schemas.microsoft.com/office/powerpoint/2010/main" val="2089033677"/>
      </p:ext>
    </p:extLst>
  </p:cSld>
  <p:clrMapOvr>
    <a:masterClrMapping/>
  </p:clrMapOvr>
</p:sld>
</file>

<file path=ppt/slides/slide5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0AD68-8298-410E-A7DA-116AC45FADA8}"/>
              </a:ext>
            </a:extLst>
          </p:cNvPr>
          <p:cNvSpPr>
            <a:spLocks noGrp="1"/>
          </p:cNvSpPr>
          <p:nvPr>
            <p:ph type="title"/>
          </p:nvPr>
        </p:nvSpPr>
        <p:spPr/>
        <p:txBody>
          <a:bodyPr/>
          <a:lstStyle/>
          <a:p>
            <a:pPr algn="ctr"/>
            <a:r>
              <a:rPr lang="en-US" b="1" dirty="0"/>
              <a:t>Suitability of EV/EBITDA multiple</a:t>
            </a:r>
            <a:endParaRPr lang="en-IN" b="1" dirty="0"/>
          </a:p>
        </p:txBody>
      </p:sp>
      <p:sp>
        <p:nvSpPr>
          <p:cNvPr id="3" name="Content Placeholder 2">
            <a:extLst>
              <a:ext uri="{FF2B5EF4-FFF2-40B4-BE49-F238E27FC236}">
                <a16:creationId xmlns:a16="http://schemas.microsoft.com/office/drawing/2014/main" id="{E96A48C7-A3C8-412C-B8E1-7A073CC64EC8}"/>
              </a:ext>
            </a:extLst>
          </p:cNvPr>
          <p:cNvSpPr>
            <a:spLocks noGrp="1"/>
          </p:cNvSpPr>
          <p:nvPr>
            <p:ph idx="1"/>
          </p:nvPr>
        </p:nvSpPr>
        <p:spPr/>
        <p:txBody>
          <a:bodyPr/>
          <a:lstStyle/>
          <a:p>
            <a:pPr marL="514350" indent="-514350">
              <a:buAutoNum type="arabicPeriod"/>
            </a:pPr>
            <a:r>
              <a:rPr lang="en-US" dirty="0"/>
              <a:t>Firms in businesses with </a:t>
            </a:r>
            <a:r>
              <a:rPr lang="en-US" b="1" dirty="0"/>
              <a:t>longer gestation periods (invest today and payback takes time)</a:t>
            </a:r>
          </a:p>
          <a:p>
            <a:pPr marL="514350" indent="-514350">
              <a:buAutoNum type="arabicPeriod"/>
            </a:pPr>
            <a:r>
              <a:rPr lang="en-US" dirty="0"/>
              <a:t>Firms reporting </a:t>
            </a:r>
            <a:r>
              <a:rPr lang="en-US" b="1" dirty="0"/>
              <a:t>losses</a:t>
            </a:r>
          </a:p>
          <a:p>
            <a:pPr marL="514350" indent="-514350">
              <a:buAutoNum type="arabicPeriod"/>
            </a:pPr>
            <a:r>
              <a:rPr lang="en-US" dirty="0"/>
              <a:t>Firms with </a:t>
            </a:r>
            <a:r>
              <a:rPr lang="en-US" b="1" dirty="0"/>
              <a:t>differences in capital structure </a:t>
            </a:r>
          </a:p>
          <a:p>
            <a:pPr marL="514350" indent="-514350">
              <a:buAutoNum type="arabicPeriod"/>
            </a:pPr>
            <a:r>
              <a:rPr lang="en-US" dirty="0"/>
              <a:t>In </a:t>
            </a:r>
            <a:r>
              <a:rPr lang="en-US" b="1" dirty="0"/>
              <a:t>LBOs ( Leveraged Buyouts)</a:t>
            </a:r>
            <a:endParaRPr lang="en-IN" b="1" dirty="0"/>
          </a:p>
        </p:txBody>
      </p:sp>
    </p:spTree>
    <p:extLst>
      <p:ext uri="{BB962C8B-B14F-4D97-AF65-F5344CB8AC3E}">
        <p14:creationId xmlns:p14="http://schemas.microsoft.com/office/powerpoint/2010/main" val="1402878705"/>
      </p:ext>
    </p:extLst>
  </p:cSld>
  <p:clrMapOvr>
    <a:masterClrMapping/>
  </p:clrMapOvr>
</p:sld>
</file>

<file path=ppt/slides/slide5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80167-E09C-4CD7-9F55-B337167932BD}"/>
              </a:ext>
            </a:extLst>
          </p:cNvPr>
          <p:cNvSpPr>
            <a:spLocks noGrp="1"/>
          </p:cNvSpPr>
          <p:nvPr>
            <p:ph type="title"/>
          </p:nvPr>
        </p:nvSpPr>
        <p:spPr/>
        <p:txBody>
          <a:bodyPr/>
          <a:lstStyle/>
          <a:p>
            <a:pPr algn="ctr"/>
            <a:r>
              <a:rPr lang="en-US" b="1" dirty="0"/>
              <a:t>Determinants of EV/EBITDA</a:t>
            </a:r>
            <a:endParaRPr lang="en-IN" b="1" dirty="0"/>
          </a:p>
        </p:txBody>
      </p:sp>
      <p:sp>
        <p:nvSpPr>
          <p:cNvPr id="3" name="Content Placeholder 2">
            <a:extLst>
              <a:ext uri="{FF2B5EF4-FFF2-40B4-BE49-F238E27FC236}">
                <a16:creationId xmlns:a16="http://schemas.microsoft.com/office/drawing/2014/main" id="{25AA47D7-5FC5-4F2D-B17C-01ABE88BCD25}"/>
              </a:ext>
            </a:extLst>
          </p:cNvPr>
          <p:cNvSpPr>
            <a:spLocks noGrp="1"/>
          </p:cNvSpPr>
          <p:nvPr>
            <p:ph idx="1"/>
          </p:nvPr>
        </p:nvSpPr>
        <p:spPr/>
        <p:txBody>
          <a:bodyPr>
            <a:normAutofit fontScale="92500"/>
          </a:bodyPr>
          <a:lstStyle/>
          <a:p>
            <a:r>
              <a:rPr lang="en-US" b="1" dirty="0"/>
              <a:t>Value of firm as time 0 = FCFF1 / (WACC-g)</a:t>
            </a:r>
          </a:p>
          <a:p>
            <a:r>
              <a:rPr lang="en-US" b="1" dirty="0"/>
              <a:t>FCFF</a:t>
            </a:r>
            <a:r>
              <a:rPr lang="en-US" dirty="0"/>
              <a:t>= EBIT(1-T)- Capex +D&amp;A-Delta NWC</a:t>
            </a:r>
          </a:p>
          <a:p>
            <a:pPr marL="0" indent="0">
              <a:buNone/>
            </a:pPr>
            <a:r>
              <a:rPr lang="en-US" i="1" u="sng" dirty="0"/>
              <a:t>Could be expanded as</a:t>
            </a:r>
          </a:p>
          <a:p>
            <a:pPr marL="0" indent="0">
              <a:buNone/>
            </a:pPr>
            <a:r>
              <a:rPr lang="en-US" dirty="0"/>
              <a:t>= (EBITDA-D&amp;A) (1-T)- Capex + D&amp;A- Delta NWC</a:t>
            </a:r>
          </a:p>
          <a:p>
            <a:pPr marL="0" indent="0">
              <a:buNone/>
            </a:pPr>
            <a:r>
              <a:rPr lang="en-US" dirty="0"/>
              <a:t>= EBITDA (1-T)-D&amp;A+ D&amp;A </a:t>
            </a:r>
            <a:r>
              <a:rPr lang="en-US" dirty="0" err="1"/>
              <a:t>T-Capex+D&amp;A</a:t>
            </a:r>
            <a:r>
              <a:rPr lang="en-US" dirty="0"/>
              <a:t> – Delta NWC</a:t>
            </a:r>
          </a:p>
          <a:p>
            <a:pPr marL="0" indent="0">
              <a:buNone/>
            </a:pPr>
            <a:r>
              <a:rPr lang="en-US" dirty="0"/>
              <a:t>= EBITDA (1-T)+ D&amp;A T-Capex- Delta NWC</a:t>
            </a:r>
          </a:p>
          <a:p>
            <a:pPr marL="0" indent="0">
              <a:buNone/>
            </a:pPr>
            <a:r>
              <a:rPr lang="en-US" b="1" dirty="0"/>
              <a:t>EV/EBITDA </a:t>
            </a:r>
            <a:r>
              <a:rPr lang="en-US" dirty="0"/>
              <a:t>=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EBITDA (1-T)+ D&amp;A T-Capex- Delta NWC/ EBITDA (WACC-g)</a:t>
            </a:r>
          </a:p>
          <a:p>
            <a:pPr marL="0" indent="0">
              <a:buNone/>
            </a:pPr>
            <a:r>
              <a:rPr lang="en-US" b="1" dirty="0">
                <a:solidFill>
                  <a:prstClr val="black"/>
                </a:solidFill>
                <a:latin typeface="Calibri" panose="020F0502020204030204"/>
              </a:rPr>
              <a:t>=(  {1-T}/{WACC-g}  ) +   (  {D&amp;A T/ EBITDA} / {WACC-g}   )  - </a:t>
            </a:r>
          </a:p>
          <a:p>
            <a:pPr marL="0" indent="0">
              <a:buNone/>
            </a:pPr>
            <a:r>
              <a:rPr lang="en-US" b="1" dirty="0">
                <a:solidFill>
                  <a:prstClr val="black"/>
                </a:solidFill>
                <a:latin typeface="Calibri" panose="020F0502020204030204"/>
              </a:rPr>
              <a:t>(  {capex / EBITDA} /  {WACC-g} ) – (  {Delta NWC/</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EBITDA} /  {WACC-g}  )</a:t>
            </a:r>
          </a:p>
          <a:p>
            <a:pPr marL="0" indent="0">
              <a:buNone/>
            </a:pPr>
            <a:endParaRPr lang="en-IN" dirty="0"/>
          </a:p>
        </p:txBody>
      </p:sp>
    </p:spTree>
    <p:extLst>
      <p:ext uri="{BB962C8B-B14F-4D97-AF65-F5344CB8AC3E}">
        <p14:creationId xmlns:p14="http://schemas.microsoft.com/office/powerpoint/2010/main" val="771761919"/>
      </p:ext>
    </p:extLst>
  </p:cSld>
  <p:clrMapOvr>
    <a:masterClrMapping/>
  </p:clrMapOvr>
</p:sld>
</file>

<file path=ppt/slides/slide5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E9069-D792-4CDF-B787-0EC2B5F7A097}"/>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Determinants of EV/EBITDA</a:t>
            </a:r>
            <a:endParaRPr lang="en-IN" dirty="0"/>
          </a:p>
        </p:txBody>
      </p:sp>
      <p:sp>
        <p:nvSpPr>
          <p:cNvPr id="3" name="Content Placeholder 2">
            <a:extLst>
              <a:ext uri="{FF2B5EF4-FFF2-40B4-BE49-F238E27FC236}">
                <a16:creationId xmlns:a16="http://schemas.microsoft.com/office/drawing/2014/main" id="{88BA0D3F-5CDF-4D97-B56F-A23FE1B235B2}"/>
              </a:ext>
            </a:extLst>
          </p:cNvPr>
          <p:cNvSpPr>
            <a:spLocks noGrp="1"/>
          </p:cNvSpPr>
          <p:nvPr>
            <p:ph idx="1"/>
          </p:nvPr>
        </p:nvSpPr>
        <p:spPr/>
        <p:txBody>
          <a:bodyPr>
            <a:normAutofit lnSpcReduction="10000"/>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  {1-T}/{WACC-g}  ) +   (  {D&amp;A T/ EBITDA} / {WACC-g}   )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  {capex / EBITDA} /  {WACC-g} ) – (  {Delta NWC/EBITDA} /  {WACC-g}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r>
              <a:rPr lang="en-US" dirty="0"/>
              <a:t>Tax Rate – lower the tax higher the EV/EBITDA</a:t>
            </a:r>
          </a:p>
          <a:p>
            <a:r>
              <a:rPr lang="en-US" dirty="0"/>
              <a:t>Depreciation/EBITDA – higher D&amp;A, higher EV/EBITDA</a:t>
            </a:r>
          </a:p>
          <a:p>
            <a:r>
              <a:rPr lang="en-US" dirty="0"/>
              <a:t>Capex/EBITDA – lower the capex, higher EV/EBITDA</a:t>
            </a:r>
          </a:p>
          <a:p>
            <a:r>
              <a:rPr lang="en-US" dirty="0"/>
              <a:t>Delta NWC/ EBITDA - lower the delta NWC, higher EV/EBITDA</a:t>
            </a:r>
          </a:p>
          <a:p>
            <a:r>
              <a:rPr lang="en-US" dirty="0"/>
              <a:t>WACC or cost of capital  - lower the WACC, higher EV/EBITDA</a:t>
            </a:r>
          </a:p>
          <a:p>
            <a:r>
              <a:rPr lang="en-US" dirty="0"/>
              <a:t>Growth Rate – higher growth, higher EV/EBITDA</a:t>
            </a:r>
          </a:p>
          <a:p>
            <a:pPr marL="0" indent="0">
              <a:buNone/>
            </a:pPr>
            <a:endParaRPr lang="en-US" dirty="0"/>
          </a:p>
          <a:p>
            <a:endParaRPr lang="en-IN" dirty="0"/>
          </a:p>
        </p:txBody>
      </p:sp>
    </p:spTree>
    <p:extLst>
      <p:ext uri="{BB962C8B-B14F-4D97-AF65-F5344CB8AC3E}">
        <p14:creationId xmlns:p14="http://schemas.microsoft.com/office/powerpoint/2010/main" val="1143272355"/>
      </p:ext>
    </p:extLst>
  </p:cSld>
  <p:clrMapOvr>
    <a:masterClrMapping/>
  </p:clrMapOvr>
</p:sld>
</file>

<file path=ppt/slides/slide5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D9154-216B-41E7-97DA-280876CFDFE2}"/>
              </a:ext>
            </a:extLst>
          </p:cNvPr>
          <p:cNvSpPr>
            <a:spLocks noGrp="1"/>
          </p:cNvSpPr>
          <p:nvPr>
            <p:ph type="title"/>
          </p:nvPr>
        </p:nvSpPr>
        <p:spPr/>
        <p:txBody>
          <a:bodyPr/>
          <a:lstStyle/>
          <a:p>
            <a:r>
              <a:rPr lang="en-US" b="1" dirty="0"/>
              <a:t>EV/ EBITDA for PGDF (24-26) Ltd </a:t>
            </a:r>
            <a:endParaRPr lang="en-IN" b="1" dirty="0"/>
          </a:p>
        </p:txBody>
      </p:sp>
      <p:sp>
        <p:nvSpPr>
          <p:cNvPr id="3" name="Content Placeholder 2">
            <a:extLst>
              <a:ext uri="{FF2B5EF4-FFF2-40B4-BE49-F238E27FC236}">
                <a16:creationId xmlns:a16="http://schemas.microsoft.com/office/drawing/2014/main" id="{3EB63CE2-D34E-4947-B50A-8E2348AF9ECD}"/>
              </a:ext>
            </a:extLst>
          </p:cNvPr>
          <p:cNvSpPr>
            <a:spLocks noGrp="1"/>
          </p:cNvSpPr>
          <p:nvPr>
            <p:ph idx="1"/>
          </p:nvPr>
        </p:nvSpPr>
        <p:spPr/>
        <p:txBody>
          <a:bodyPr>
            <a:normAutofit lnSpcReduction="10000"/>
          </a:bodyPr>
          <a:lstStyle/>
          <a:p>
            <a:r>
              <a:rPr lang="en-US" b="1" dirty="0"/>
              <a:t>Tax Rate </a:t>
            </a:r>
            <a:r>
              <a:rPr lang="en-US" dirty="0"/>
              <a:t>= 50%</a:t>
            </a:r>
          </a:p>
          <a:p>
            <a:r>
              <a:rPr lang="en-US" b="1" dirty="0"/>
              <a:t>D&amp;A/EBITDA</a:t>
            </a:r>
            <a:r>
              <a:rPr lang="en-US" dirty="0"/>
              <a:t>= 5%</a:t>
            </a:r>
          </a:p>
          <a:p>
            <a:r>
              <a:rPr lang="en-US" b="1" dirty="0"/>
              <a:t>CAPEX/EBITDA</a:t>
            </a:r>
            <a:r>
              <a:rPr lang="en-US" dirty="0"/>
              <a:t>= 15%</a:t>
            </a:r>
          </a:p>
          <a:p>
            <a:r>
              <a:rPr lang="en-US" b="1" dirty="0"/>
              <a:t>Delta NWC/EBITDA </a:t>
            </a:r>
            <a:r>
              <a:rPr lang="en-US" dirty="0"/>
              <a:t>= 10%</a:t>
            </a:r>
          </a:p>
          <a:p>
            <a:r>
              <a:rPr lang="en-US" b="1" dirty="0"/>
              <a:t>Cost of Capital </a:t>
            </a:r>
            <a:r>
              <a:rPr lang="en-US" dirty="0"/>
              <a:t>= 20%</a:t>
            </a:r>
          </a:p>
          <a:p>
            <a:r>
              <a:rPr lang="en-US" b="1" dirty="0"/>
              <a:t>Growth rate </a:t>
            </a:r>
            <a:r>
              <a:rPr lang="en-US" dirty="0"/>
              <a:t>in operating income = 5%</a:t>
            </a:r>
          </a:p>
          <a:p>
            <a:r>
              <a:rPr lang="en-US" b="1" dirty="0"/>
              <a:t>EBITDA </a:t>
            </a:r>
            <a:r>
              <a:rPr lang="en-US" dirty="0"/>
              <a:t>= INR 20000 Crores</a:t>
            </a:r>
          </a:p>
          <a:p>
            <a:endParaRPr lang="en-US" dirty="0"/>
          </a:p>
          <a:p>
            <a:r>
              <a:rPr lang="en-US" b="1" dirty="0"/>
              <a:t>EV/EBITDA= ??? &amp; EV =?</a:t>
            </a:r>
          </a:p>
          <a:p>
            <a:endParaRPr lang="en-US" b="1" dirty="0"/>
          </a:p>
          <a:p>
            <a:endParaRPr lang="en-US" dirty="0"/>
          </a:p>
          <a:p>
            <a:endParaRPr lang="en-IN" dirty="0"/>
          </a:p>
        </p:txBody>
      </p:sp>
    </p:spTree>
    <p:extLst>
      <p:ext uri="{BB962C8B-B14F-4D97-AF65-F5344CB8AC3E}">
        <p14:creationId xmlns:p14="http://schemas.microsoft.com/office/powerpoint/2010/main" val="3105020179"/>
      </p:ext>
    </p:extLst>
  </p:cSld>
  <p:clrMapOvr>
    <a:masterClrMapping/>
  </p:clrMapOvr>
</p:sld>
</file>

<file path=ppt/slides/slide5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2E265-9A8E-4E8C-A059-20DC2A3BD2E1}"/>
              </a:ext>
            </a:extLst>
          </p:cNvPr>
          <p:cNvSpPr>
            <a:spLocks noGrp="1"/>
          </p:cNvSpPr>
          <p:nvPr>
            <p:ph type="title"/>
          </p:nvPr>
        </p:nvSpPr>
        <p:spPr/>
        <p:txBody>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EV/ EBITDA for  </a:t>
            </a:r>
            <a:r>
              <a:rPr lang="en-US" b="1" dirty="0">
                <a:solidFill>
                  <a:prstClr val="black"/>
                </a:solidFill>
                <a:latin typeface="Calibri Light" panose="020F0302020204030204"/>
              </a:rPr>
              <a:t>PGDF</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a:t>
            </a:r>
            <a:r>
              <a:rPr lang="en-US" b="1" dirty="0">
                <a:solidFill>
                  <a:prstClr val="black"/>
                </a:solidFill>
                <a:latin typeface="Calibri Light" panose="020F0302020204030204"/>
              </a:rPr>
              <a:t>24</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-26) Ltd </a:t>
            </a:r>
            <a:endParaRPr lang="en-IN" dirty="0"/>
          </a:p>
        </p:txBody>
      </p:sp>
      <p:sp>
        <p:nvSpPr>
          <p:cNvPr id="3" name="Content Placeholder 2">
            <a:extLst>
              <a:ext uri="{FF2B5EF4-FFF2-40B4-BE49-F238E27FC236}">
                <a16:creationId xmlns:a16="http://schemas.microsoft.com/office/drawing/2014/main" id="{1D21C16F-B6AB-48C4-8D26-BD2BB5BC43FC}"/>
              </a:ext>
            </a:extLst>
          </p:cNvPr>
          <p:cNvSpPr>
            <a:spLocks noGrp="1"/>
          </p:cNvSpPr>
          <p:nvPr>
            <p:ph idx="1"/>
          </p:nvPr>
        </p:nvSpPr>
        <p:spPr>
          <a:xfrm>
            <a:off x="838200" y="1599071"/>
            <a:ext cx="10515600" cy="4351338"/>
          </a:xfrm>
        </p:spPr>
        <p:txBody>
          <a:bodyPr>
            <a:normAutofit lnSpcReduction="10000"/>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  {1-T}/{WACC-g}  ) +   (  {D&amp;A T/ EBITDA} / {WACC-g}   )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  {capex / EBITDA} /  {WACC-g} ) – (  {Delta NWC/EBITDA} /  {WACC-g}  )</a:t>
            </a:r>
          </a:p>
          <a:p>
            <a:pPr marL="0" marR="0" lvl="0" indent="0" algn="l" defTabSz="914400" rtl="0" eaLnBrk="1" fontAlgn="auto" latinLnBrk="0" hangingPunct="1">
              <a:lnSpc>
                <a:spcPct val="90000"/>
              </a:lnSpc>
              <a:spcBef>
                <a:spcPts val="1000"/>
              </a:spcBef>
              <a:spcAft>
                <a:spcPts val="0"/>
              </a:spcAft>
              <a:buClrTx/>
              <a:buSzTx/>
              <a:buNone/>
              <a:tabLst/>
              <a:defRPr/>
            </a:pPr>
            <a:endPar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Tax Rate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50%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D&amp;A/EBITDA</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5%</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CAPEX/EBITDA</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15%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Delta NWC/EBITDA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10%</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Cost of Capital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dirty="0">
                <a:solidFill>
                  <a:prstClr val="black"/>
                </a:solidFill>
                <a:latin typeface="Calibri" panose="020F0502020204030204"/>
              </a:rPr>
              <a:t>20</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Growth rate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in operating income = 5%</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EBITDA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INR 20000 Crores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EV/EBITDA= ??? &amp; EV =?</a:t>
            </a:r>
          </a:p>
          <a:p>
            <a:pPr marL="0" marR="0" lvl="0" indent="0" algn="l" defTabSz="914400" rtl="0" eaLnBrk="1" fontAlgn="auto" latinLnBrk="0" hangingPunct="1">
              <a:lnSpc>
                <a:spcPct val="90000"/>
              </a:lnSpc>
              <a:spcBef>
                <a:spcPts val="1000"/>
              </a:spcBef>
              <a:spcAft>
                <a:spcPts val="0"/>
              </a:spcAft>
              <a:buClrTx/>
              <a:buSzTx/>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IN" dirty="0"/>
          </a:p>
        </p:txBody>
      </p:sp>
    </p:spTree>
    <p:extLst>
      <p:ext uri="{BB962C8B-B14F-4D97-AF65-F5344CB8AC3E}">
        <p14:creationId xmlns:p14="http://schemas.microsoft.com/office/powerpoint/2010/main" val="1662508308"/>
      </p:ext>
    </p:extLst>
  </p:cSld>
  <p:clrMapOvr>
    <a:masterClrMapping/>
  </p:clrMapOvr>
</p:sld>
</file>

<file path=ppt/slides/slide5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2E265-9A8E-4E8C-A059-20DC2A3BD2E1}"/>
              </a:ext>
            </a:extLst>
          </p:cNvPr>
          <p:cNvSpPr>
            <a:spLocks noGrp="1"/>
          </p:cNvSpPr>
          <p:nvPr>
            <p:ph type="title"/>
          </p:nvPr>
        </p:nvSpPr>
        <p:spPr/>
        <p:txBody>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EV/ EBITDA for </a:t>
            </a:r>
            <a:r>
              <a:rPr lang="en-US" b="1" dirty="0">
                <a:solidFill>
                  <a:prstClr val="black"/>
                </a:solidFill>
                <a:latin typeface="Calibri Light" panose="020F0302020204030204"/>
              </a:rPr>
              <a:t>PGDF</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 (</a:t>
            </a:r>
            <a:r>
              <a:rPr lang="en-US" b="1" dirty="0">
                <a:solidFill>
                  <a:prstClr val="black"/>
                </a:solidFill>
                <a:latin typeface="Calibri Light" panose="020F0302020204030204"/>
              </a:rPr>
              <a:t>24</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-26) Ltd </a:t>
            </a:r>
            <a:endParaRPr lang="en-IN" dirty="0"/>
          </a:p>
        </p:txBody>
      </p:sp>
      <p:sp>
        <p:nvSpPr>
          <p:cNvPr id="3" name="Content Placeholder 2">
            <a:extLst>
              <a:ext uri="{FF2B5EF4-FFF2-40B4-BE49-F238E27FC236}">
                <a16:creationId xmlns:a16="http://schemas.microsoft.com/office/drawing/2014/main" id="{1D21C16F-B6AB-48C4-8D26-BD2BB5BC43FC}"/>
              </a:ext>
            </a:extLst>
          </p:cNvPr>
          <p:cNvSpPr>
            <a:spLocks noGrp="1"/>
          </p:cNvSpPr>
          <p:nvPr>
            <p:ph idx="1"/>
          </p:nvPr>
        </p:nvSpPr>
        <p:spPr>
          <a:xfrm>
            <a:off x="838200" y="1599071"/>
            <a:ext cx="10515600" cy="4351338"/>
          </a:xfrm>
        </p:spPr>
        <p:txBody>
          <a:bodyPr>
            <a:normAutofit fontScale="92500" lnSpcReduction="20000"/>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  {1-T}/{WACC-g}  ) +   (  {D&amp;A T/ EBITDA} / {WACC-g}   )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  {capex / EBITDA} /  {WACC-g} ) – (  {Delta NWC/EBITDA} /  {WACC-g}  )</a:t>
            </a:r>
          </a:p>
          <a:p>
            <a:pPr marL="0" marR="0" lvl="0" indent="0" algn="l" defTabSz="914400" rtl="0" eaLnBrk="1" fontAlgn="auto" latinLnBrk="0" hangingPunct="1">
              <a:lnSpc>
                <a:spcPct val="90000"/>
              </a:lnSpc>
              <a:spcBef>
                <a:spcPts val="1000"/>
              </a:spcBef>
              <a:spcAft>
                <a:spcPts val="0"/>
              </a:spcAft>
              <a:buClrTx/>
              <a:buSzTx/>
              <a:buNone/>
              <a:tabLst/>
              <a:defRPr/>
            </a:pPr>
            <a:endPar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Tax Rate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50%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D&amp;A/EBITDA</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5%</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CAPEX/EBITDA</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15%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Delta NWC/EBITDA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10%</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Cost of Capital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dirty="0">
                <a:solidFill>
                  <a:prstClr val="black"/>
                </a:solidFill>
                <a:latin typeface="Calibri" panose="020F0502020204030204"/>
              </a:rPr>
              <a:t>20</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Growth rate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in operating income = 5%</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EV/EBITDA= [(1-0.50)/0.15 ] + [0.05*0.5/0.15] –[0.15/0.15]-[0.10/0.15]    </a:t>
            </a:r>
          </a:p>
          <a:p>
            <a:pPr marL="0" marR="0" lvl="0" indent="0" algn="l" defTabSz="914400" rtl="0" eaLnBrk="1" fontAlgn="auto" latinLnBrk="0" hangingPunct="1">
              <a:lnSpc>
                <a:spcPct val="90000"/>
              </a:lnSpc>
              <a:spcBef>
                <a:spcPts val="1000"/>
              </a:spcBef>
              <a:spcAft>
                <a:spcPts val="0"/>
              </a:spcAft>
              <a:buClrTx/>
              <a:buSzTx/>
              <a:buNone/>
              <a:tabLst/>
              <a:defRPr/>
            </a:pPr>
            <a:r>
              <a:rPr lang="en-US" b="1" dirty="0">
                <a:solidFill>
                  <a:prstClr val="black"/>
                </a:solidFill>
                <a:latin typeface="Calibri" panose="020F0502020204030204"/>
              </a:rPr>
              <a:t>= 3.33</a:t>
            </a:r>
            <a:r>
              <a:rPr lang="en-US" dirty="0">
                <a:solidFill>
                  <a:prstClr val="black"/>
                </a:solidFill>
                <a:latin typeface="Calibri" panose="020F0502020204030204"/>
              </a:rPr>
              <a:t>+0.17-1.00-0.67</a:t>
            </a:r>
            <a:r>
              <a:rPr lang="en-US" b="1" dirty="0">
                <a:solidFill>
                  <a:prstClr val="black"/>
                </a:solidFill>
                <a:latin typeface="Calibri" panose="020F0502020204030204"/>
              </a:rPr>
              <a:t> = 1.83 times</a:t>
            </a:r>
          </a:p>
          <a:p>
            <a:pPr marL="0" marR="0" lvl="0" indent="0" algn="l" defTabSz="914400" rtl="0" eaLnBrk="1" fontAlgn="auto" latinLnBrk="0" hangingPunct="1">
              <a:lnSpc>
                <a:spcPct val="90000"/>
              </a:lnSpc>
              <a:spcBef>
                <a:spcPts val="1000"/>
              </a:spcBef>
              <a:spcAft>
                <a:spcPts val="0"/>
              </a:spcAft>
              <a:buClrTx/>
              <a:buSzTx/>
              <a:buNone/>
              <a:tabLst/>
              <a:defRPr/>
            </a:pP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If EBITDA is </a:t>
            </a:r>
            <a:r>
              <a:rPr kumimoji="0" lang="en-US" sz="2800" i="0" u="none" strike="noStrike" kern="1200" cap="none" spc="0" normalizeH="0" baseline="0" noProof="0" dirty="0">
                <a:ln>
                  <a:noFill/>
                </a:ln>
                <a:solidFill>
                  <a:prstClr val="black"/>
                </a:solidFill>
                <a:effectLst/>
                <a:uLnTx/>
                <a:uFillTx/>
                <a:latin typeface="Calibri" panose="020F0502020204030204"/>
                <a:ea typeface="+mn-ea"/>
                <a:cs typeface="+mn-cs"/>
              </a:rPr>
              <a:t>INR 20000 crores</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800" i="0" u="none" strike="noStrike" kern="1200" cap="none" spc="0" normalizeH="0" baseline="0" noProof="0" dirty="0">
                <a:ln>
                  <a:noFill/>
                </a:ln>
                <a:solidFill>
                  <a:prstClr val="black"/>
                </a:solidFill>
                <a:effectLst/>
                <a:uLnTx/>
                <a:uFillTx/>
                <a:latin typeface="Calibri" panose="020F0502020204030204"/>
                <a:ea typeface="+mn-ea"/>
                <a:cs typeface="+mn-cs"/>
              </a:rPr>
              <a:t>then</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 its EV = 1.83</a:t>
            </a:r>
            <a:r>
              <a:rPr kumimoji="0" lang="en-US" sz="2800" i="0" u="none" strike="noStrike" kern="1200" cap="none" spc="0" normalizeH="0" baseline="0" noProof="0" dirty="0">
                <a:ln>
                  <a:noFill/>
                </a:ln>
                <a:solidFill>
                  <a:prstClr val="black"/>
                </a:solidFill>
                <a:effectLst/>
                <a:uLnTx/>
                <a:uFillTx/>
                <a:latin typeface="Calibri" panose="020F0502020204030204"/>
                <a:ea typeface="+mn-ea"/>
                <a:cs typeface="+mn-cs"/>
              </a:rPr>
              <a:t>*20000</a:t>
            </a:r>
            <a:r>
              <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rPr>
              <a:t> = INR 36600 crores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IN" dirty="0"/>
          </a:p>
        </p:txBody>
      </p:sp>
    </p:spTree>
    <p:extLst>
      <p:ext uri="{BB962C8B-B14F-4D97-AF65-F5344CB8AC3E}">
        <p14:creationId xmlns:p14="http://schemas.microsoft.com/office/powerpoint/2010/main" val="1467650591"/>
      </p:ext>
    </p:extLst>
  </p:cSld>
  <p:clrMapOvr>
    <a:masterClrMapping/>
  </p:clrMapOvr>
</p:sld>
</file>

<file path=ppt/slides/slide5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F24F2-3C96-4C24-8BE8-A93E3F62A6A0}"/>
              </a:ext>
            </a:extLst>
          </p:cNvPr>
          <p:cNvSpPr>
            <a:spLocks noGrp="1"/>
          </p:cNvSpPr>
          <p:nvPr>
            <p:ph type="title"/>
          </p:nvPr>
        </p:nvSpPr>
        <p:spPr/>
        <p:txBody>
          <a:bodyPr/>
          <a:lstStyle/>
          <a:p>
            <a:pPr algn="ctr"/>
            <a:r>
              <a:rPr lang="en-US" b="1" dirty="0"/>
              <a:t>EV/EBITDA for a Stable firm </a:t>
            </a:r>
            <a:endParaRPr lang="en-IN" b="1" dirty="0"/>
          </a:p>
        </p:txBody>
      </p:sp>
      <p:sp>
        <p:nvSpPr>
          <p:cNvPr id="3" name="Content Placeholder 2">
            <a:extLst>
              <a:ext uri="{FF2B5EF4-FFF2-40B4-BE49-F238E27FC236}">
                <a16:creationId xmlns:a16="http://schemas.microsoft.com/office/drawing/2014/main" id="{F6F992CE-4720-4555-B2AA-836F03C5A9B3}"/>
              </a:ext>
            </a:extLst>
          </p:cNvPr>
          <p:cNvSpPr>
            <a:spLocks noGrp="1"/>
          </p:cNvSpPr>
          <p:nvPr>
            <p:ph idx="1"/>
          </p:nvPr>
        </p:nvSpPr>
        <p:spPr/>
        <p:txBody>
          <a:bodyPr>
            <a:normAutofit/>
          </a:bodyPr>
          <a:lstStyle/>
          <a:p>
            <a:pPr marL="0" indent="0">
              <a:buNone/>
            </a:pPr>
            <a:r>
              <a:rPr lang="en-US" sz="4000" dirty="0"/>
              <a:t>V 0 =  FCFF 0 (1+g) / {WACC-g)</a:t>
            </a:r>
          </a:p>
          <a:p>
            <a:pPr marL="0" indent="0">
              <a:buNone/>
            </a:pPr>
            <a:r>
              <a:rPr lang="en-US" sz="4000" dirty="0"/>
              <a:t>V/EBITDA = FCFF0/EBITDA  (1+g) / {WACC-g}</a:t>
            </a:r>
            <a:endParaRPr lang="en-IN" sz="4000" dirty="0"/>
          </a:p>
        </p:txBody>
      </p:sp>
    </p:spTree>
    <p:extLst>
      <p:ext uri="{BB962C8B-B14F-4D97-AF65-F5344CB8AC3E}">
        <p14:creationId xmlns:p14="http://schemas.microsoft.com/office/powerpoint/2010/main" val="643730127"/>
      </p:ext>
    </p:extLst>
  </p:cSld>
  <p:clrMapOvr>
    <a:masterClrMapping/>
  </p:clrMapOvr>
</p:sld>
</file>

<file path=ppt/slides/slide5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AAA44-ABCA-4FFE-A8C7-2B5C38310FAE}"/>
              </a:ext>
            </a:extLst>
          </p:cNvPr>
          <p:cNvSpPr>
            <a:spLocks noGrp="1"/>
          </p:cNvSpPr>
          <p:nvPr>
            <p:ph type="title"/>
          </p:nvPr>
        </p:nvSpPr>
        <p:spPr/>
        <p:txBody>
          <a:bodyPr/>
          <a:lstStyle/>
          <a:p>
            <a:r>
              <a:rPr lang="en-US" b="1" dirty="0"/>
              <a:t>Let us consider HUL </a:t>
            </a:r>
            <a:endParaRPr lang="en-IN" b="1" dirty="0"/>
          </a:p>
        </p:txBody>
      </p:sp>
      <p:sp>
        <p:nvSpPr>
          <p:cNvPr id="3" name="Content Placeholder 2">
            <a:extLst>
              <a:ext uri="{FF2B5EF4-FFF2-40B4-BE49-F238E27FC236}">
                <a16:creationId xmlns:a16="http://schemas.microsoft.com/office/drawing/2014/main" id="{0E0B7B32-C246-4FED-BB54-A63C5786DE80}"/>
              </a:ext>
            </a:extLst>
          </p:cNvPr>
          <p:cNvSpPr>
            <a:spLocks noGrp="1"/>
          </p:cNvSpPr>
          <p:nvPr>
            <p:ph idx="1"/>
          </p:nvPr>
        </p:nvSpPr>
        <p:spPr/>
        <p:txBody>
          <a:bodyPr/>
          <a:lstStyle/>
          <a:p>
            <a:r>
              <a:rPr lang="en-US" dirty="0"/>
              <a:t>Stable firm Test:</a:t>
            </a:r>
          </a:p>
          <a:p>
            <a:endParaRPr lang="en-US" dirty="0"/>
          </a:p>
          <a:p>
            <a:pPr marL="0" indent="0">
              <a:buNone/>
            </a:pPr>
            <a:r>
              <a:rPr lang="en-US" dirty="0"/>
              <a:t>If the </a:t>
            </a:r>
            <a:r>
              <a:rPr lang="en-US" b="1" dirty="0"/>
              <a:t>growth rate in operating income </a:t>
            </a:r>
            <a:r>
              <a:rPr lang="en-US" dirty="0"/>
              <a:t>is less than the expected long run growth rate of the economy </a:t>
            </a:r>
            <a:r>
              <a:rPr lang="en-US" dirty="0" err="1"/>
              <a:t>i.e</a:t>
            </a:r>
            <a:r>
              <a:rPr lang="en-US" dirty="0"/>
              <a:t> 6 % for India</a:t>
            </a:r>
          </a:p>
          <a:p>
            <a:pPr marL="0" indent="0">
              <a:buNone/>
            </a:pPr>
            <a:endParaRPr lang="en-US" dirty="0"/>
          </a:p>
          <a:p>
            <a:r>
              <a:rPr lang="en-IN" b="1" dirty="0"/>
              <a:t>Growth rate in EBIT</a:t>
            </a:r>
            <a:r>
              <a:rPr lang="en-IN" dirty="0"/>
              <a:t> = </a:t>
            </a:r>
            <a:r>
              <a:rPr lang="en-IN" dirty="0" err="1">
                <a:highlight>
                  <a:srgbClr val="FFFF00"/>
                </a:highlight>
              </a:rPr>
              <a:t>Avg.reinvst</a:t>
            </a:r>
            <a:r>
              <a:rPr lang="en-IN" dirty="0">
                <a:highlight>
                  <a:srgbClr val="FFFF00"/>
                </a:highlight>
              </a:rPr>
              <a:t> rate * </a:t>
            </a:r>
            <a:r>
              <a:rPr lang="en-IN" dirty="0" err="1">
                <a:highlight>
                  <a:srgbClr val="FFFF00"/>
                </a:highlight>
              </a:rPr>
              <a:t>Avg</a:t>
            </a:r>
            <a:r>
              <a:rPr lang="en-IN" dirty="0">
                <a:highlight>
                  <a:srgbClr val="FFFF00"/>
                </a:highlight>
              </a:rPr>
              <a:t> ROC </a:t>
            </a:r>
          </a:p>
          <a:p>
            <a:r>
              <a:rPr lang="en-IN" dirty="0"/>
              <a:t>We may consider last five years for our analysis</a:t>
            </a:r>
          </a:p>
        </p:txBody>
      </p:sp>
    </p:spTree>
    <p:extLst>
      <p:ext uri="{BB962C8B-B14F-4D97-AF65-F5344CB8AC3E}">
        <p14:creationId xmlns:p14="http://schemas.microsoft.com/office/powerpoint/2010/main" val="1615817814"/>
      </p:ext>
    </p:extLst>
  </p:cSld>
  <p:clrMapOvr>
    <a:masterClrMapping/>
  </p:clrMapOvr>
</p:sld>
</file>

<file path=ppt/slides/slide5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E9904-2952-4ED0-9D67-445DB965375E}"/>
              </a:ext>
            </a:extLst>
          </p:cNvPr>
          <p:cNvSpPr>
            <a:spLocks noGrp="1"/>
          </p:cNvSpPr>
          <p:nvPr>
            <p:ph type="title"/>
          </p:nvPr>
        </p:nvSpPr>
        <p:spPr/>
        <p:txBody>
          <a:bodyPr/>
          <a:lstStyle/>
          <a:p>
            <a:r>
              <a:rPr lang="en-US" b="1" dirty="0"/>
              <a:t>Five Year Average ROC for HUL </a:t>
            </a:r>
            <a:endParaRPr lang="en-IN" b="1" dirty="0"/>
          </a:p>
        </p:txBody>
      </p:sp>
      <p:graphicFrame>
        <p:nvGraphicFramePr>
          <p:cNvPr id="4" name="Table 4">
            <a:extLst>
              <a:ext uri="{FF2B5EF4-FFF2-40B4-BE49-F238E27FC236}">
                <a16:creationId xmlns:a16="http://schemas.microsoft.com/office/drawing/2014/main" id="{82402FFE-C97E-4A6B-A5B4-4F3BF6814545}"/>
              </a:ext>
            </a:extLst>
          </p:cNvPr>
          <p:cNvGraphicFramePr>
            <a:graphicFrameLocks noGrp="1"/>
          </p:cNvGraphicFramePr>
          <p:nvPr>
            <p:ph idx="1"/>
          </p:nvPr>
        </p:nvGraphicFramePr>
        <p:xfrm>
          <a:off x="492369" y="1825625"/>
          <a:ext cx="10861431" cy="3566160"/>
        </p:xfrm>
        <a:graphic>
          <a:graphicData uri="http://schemas.openxmlformats.org/drawingml/2006/table">
            <a:tbl>
              <a:tblPr firstRow="1" bandRow="1">
                <a:tableStyleId>{5C22544A-7EE6-4342-B048-85BDC9FD1C3A}</a:tableStyleId>
              </a:tblPr>
              <a:tblGrid>
                <a:gridCol w="2098431">
                  <a:extLst>
                    <a:ext uri="{9D8B030D-6E8A-4147-A177-3AD203B41FA5}">
                      <a16:colId xmlns:a16="http://schemas.microsoft.com/office/drawing/2014/main" val="1340238082"/>
                    </a:ext>
                  </a:extLst>
                </a:gridCol>
                <a:gridCol w="1752600">
                  <a:extLst>
                    <a:ext uri="{9D8B030D-6E8A-4147-A177-3AD203B41FA5}">
                      <a16:colId xmlns:a16="http://schemas.microsoft.com/office/drawing/2014/main" val="68420675"/>
                    </a:ext>
                  </a:extLst>
                </a:gridCol>
                <a:gridCol w="1752600">
                  <a:extLst>
                    <a:ext uri="{9D8B030D-6E8A-4147-A177-3AD203B41FA5}">
                      <a16:colId xmlns:a16="http://schemas.microsoft.com/office/drawing/2014/main" val="1279391335"/>
                    </a:ext>
                  </a:extLst>
                </a:gridCol>
                <a:gridCol w="1752600">
                  <a:extLst>
                    <a:ext uri="{9D8B030D-6E8A-4147-A177-3AD203B41FA5}">
                      <a16:colId xmlns:a16="http://schemas.microsoft.com/office/drawing/2014/main" val="3468009399"/>
                    </a:ext>
                  </a:extLst>
                </a:gridCol>
                <a:gridCol w="1752600">
                  <a:extLst>
                    <a:ext uri="{9D8B030D-6E8A-4147-A177-3AD203B41FA5}">
                      <a16:colId xmlns:a16="http://schemas.microsoft.com/office/drawing/2014/main" val="501061700"/>
                    </a:ext>
                  </a:extLst>
                </a:gridCol>
                <a:gridCol w="1752600">
                  <a:extLst>
                    <a:ext uri="{9D8B030D-6E8A-4147-A177-3AD203B41FA5}">
                      <a16:colId xmlns:a16="http://schemas.microsoft.com/office/drawing/2014/main" val="541187148"/>
                    </a:ext>
                  </a:extLst>
                </a:gridCol>
              </a:tblGrid>
              <a:tr h="370840">
                <a:tc>
                  <a:txBody>
                    <a:bodyPr/>
                    <a:lstStyle/>
                    <a:p>
                      <a:r>
                        <a:rPr lang="en-US" sz="4400" dirty="0"/>
                        <a:t>Particulars</a:t>
                      </a:r>
                      <a:endParaRPr lang="en-IN" sz="4400" dirty="0"/>
                    </a:p>
                  </a:txBody>
                  <a:tcPr/>
                </a:tc>
                <a:tc>
                  <a:txBody>
                    <a:bodyPr/>
                    <a:lstStyle/>
                    <a:p>
                      <a:r>
                        <a:rPr lang="en-IN" sz="4400" dirty="0"/>
                        <a:t>2025</a:t>
                      </a:r>
                    </a:p>
                  </a:txBody>
                  <a:tcPr/>
                </a:tc>
                <a:tc>
                  <a:txBody>
                    <a:bodyPr/>
                    <a:lstStyle/>
                    <a:p>
                      <a:r>
                        <a:rPr lang="en-IN" sz="4400" dirty="0"/>
                        <a:t>2024</a:t>
                      </a:r>
                    </a:p>
                  </a:txBody>
                  <a:tcPr/>
                </a:tc>
                <a:tc>
                  <a:txBody>
                    <a:bodyPr/>
                    <a:lstStyle/>
                    <a:p>
                      <a:r>
                        <a:rPr lang="en-IN" sz="4400" dirty="0"/>
                        <a:t>2023</a:t>
                      </a:r>
                    </a:p>
                  </a:txBody>
                  <a:tcPr/>
                </a:tc>
                <a:tc>
                  <a:txBody>
                    <a:bodyPr/>
                    <a:lstStyle/>
                    <a:p>
                      <a:r>
                        <a:rPr lang="en-IN" sz="4400" dirty="0"/>
                        <a:t>2022</a:t>
                      </a:r>
                    </a:p>
                  </a:txBody>
                  <a:tcPr/>
                </a:tc>
                <a:tc>
                  <a:txBody>
                    <a:bodyPr/>
                    <a:lstStyle/>
                    <a:p>
                      <a:r>
                        <a:rPr lang="en-IN" sz="4400" dirty="0"/>
                        <a:t>2021</a:t>
                      </a:r>
                    </a:p>
                  </a:txBody>
                  <a:tcPr/>
                </a:tc>
                <a:extLst>
                  <a:ext uri="{0D108BD9-81ED-4DB2-BD59-A6C34878D82A}">
                    <a16:rowId xmlns:a16="http://schemas.microsoft.com/office/drawing/2014/main" val="1185285758"/>
                  </a:ext>
                </a:extLst>
              </a:tr>
              <a:tr h="370840">
                <a:tc>
                  <a:txBody>
                    <a:bodyPr/>
                    <a:lstStyle/>
                    <a:p>
                      <a:r>
                        <a:rPr lang="en-US" sz="3200" dirty="0"/>
                        <a:t>ROC in %</a:t>
                      </a:r>
                      <a:endParaRPr lang="en-IN" sz="3200" dirty="0"/>
                    </a:p>
                  </a:txBody>
                  <a:tcPr/>
                </a:tc>
                <a:tc>
                  <a:txBody>
                    <a:bodyPr/>
                    <a:lstStyle/>
                    <a:p>
                      <a:r>
                        <a:rPr lang="en-IN" sz="3200" dirty="0"/>
                        <a:t>22.91</a:t>
                      </a:r>
                    </a:p>
                  </a:txBody>
                  <a:tcPr/>
                </a:tc>
                <a:tc>
                  <a:txBody>
                    <a:bodyPr/>
                    <a:lstStyle/>
                    <a:p>
                      <a:r>
                        <a:rPr lang="en-IN" sz="3200" dirty="0"/>
                        <a:t>21.72</a:t>
                      </a:r>
                    </a:p>
                  </a:txBody>
                  <a:tcPr/>
                </a:tc>
                <a:tc>
                  <a:txBody>
                    <a:bodyPr/>
                    <a:lstStyle/>
                    <a:p>
                      <a:r>
                        <a:rPr lang="en-IN" sz="3200" dirty="0"/>
                        <a:t>22.14</a:t>
                      </a:r>
                    </a:p>
                  </a:txBody>
                  <a:tcPr/>
                </a:tc>
                <a:tc>
                  <a:txBody>
                    <a:bodyPr/>
                    <a:lstStyle/>
                    <a:p>
                      <a:r>
                        <a:rPr lang="en-IN" sz="3200" dirty="0"/>
                        <a:t>20.29</a:t>
                      </a:r>
                    </a:p>
                  </a:txBody>
                  <a:tcPr/>
                </a:tc>
                <a:tc>
                  <a:txBody>
                    <a:bodyPr/>
                    <a:lstStyle/>
                    <a:p>
                      <a:r>
                        <a:rPr lang="en-IN" sz="3200" dirty="0"/>
                        <a:t>19.01</a:t>
                      </a:r>
                    </a:p>
                  </a:txBody>
                  <a:tcPr/>
                </a:tc>
                <a:extLst>
                  <a:ext uri="{0D108BD9-81ED-4DB2-BD59-A6C34878D82A}">
                    <a16:rowId xmlns:a16="http://schemas.microsoft.com/office/drawing/2014/main" val="4031269677"/>
                  </a:ext>
                </a:extLst>
              </a:tr>
              <a:tr h="370840">
                <a:tc>
                  <a:txBody>
                    <a:bodyPr/>
                    <a:lstStyle/>
                    <a:p>
                      <a:r>
                        <a:rPr lang="en-US" sz="3200" dirty="0"/>
                        <a:t>5 year avg ROC</a:t>
                      </a:r>
                      <a:endParaRPr lang="en-IN" sz="3200" dirty="0"/>
                    </a:p>
                  </a:txBody>
                  <a:tcPr/>
                </a:tc>
                <a:tc>
                  <a:txBody>
                    <a:bodyPr/>
                    <a:lstStyle/>
                    <a:p>
                      <a:r>
                        <a:rPr lang="en-US" sz="3200" dirty="0"/>
                        <a:t>= 21.21</a:t>
                      </a:r>
                      <a:endParaRPr lang="en-IN" sz="3200" dirty="0"/>
                    </a:p>
                  </a:txBody>
                  <a:tcPr/>
                </a:tc>
                <a:tc>
                  <a:txBody>
                    <a:bodyPr/>
                    <a:lstStyle/>
                    <a:p>
                      <a:r>
                        <a:rPr lang="en-US" sz="3200" b="1" dirty="0"/>
                        <a:t>Last 3 years avg = 22.26</a:t>
                      </a:r>
                      <a:endParaRPr lang="en-IN" sz="3200" b="1" dirty="0"/>
                    </a:p>
                  </a:txBody>
                  <a:tcPr/>
                </a:tc>
                <a:tc>
                  <a:txBody>
                    <a:bodyPr/>
                    <a:lstStyle/>
                    <a:p>
                      <a:r>
                        <a:rPr lang="en-IN" sz="3200" dirty="0">
                          <a:highlight>
                            <a:srgbClr val="FFFF00"/>
                          </a:highlight>
                        </a:rPr>
                        <a:t>Let us take 22 %</a:t>
                      </a:r>
                    </a:p>
                  </a:txBody>
                  <a:tcPr/>
                </a:tc>
                <a:tc>
                  <a:txBody>
                    <a:bodyPr/>
                    <a:lstStyle/>
                    <a:p>
                      <a:endParaRPr lang="en-IN" sz="3200" dirty="0"/>
                    </a:p>
                  </a:txBody>
                  <a:tcPr/>
                </a:tc>
                <a:tc>
                  <a:txBody>
                    <a:bodyPr/>
                    <a:lstStyle/>
                    <a:p>
                      <a:endParaRPr lang="en-IN" sz="3200" dirty="0"/>
                    </a:p>
                  </a:txBody>
                  <a:tcPr/>
                </a:tc>
                <a:extLst>
                  <a:ext uri="{0D108BD9-81ED-4DB2-BD59-A6C34878D82A}">
                    <a16:rowId xmlns:a16="http://schemas.microsoft.com/office/drawing/2014/main" val="786387396"/>
                  </a:ext>
                </a:extLst>
              </a:tr>
            </a:tbl>
          </a:graphicData>
        </a:graphic>
      </p:graphicFrame>
    </p:spTree>
    <p:extLst>
      <p:ext uri="{BB962C8B-B14F-4D97-AF65-F5344CB8AC3E}">
        <p14:creationId xmlns:p14="http://schemas.microsoft.com/office/powerpoint/2010/main" val="1300170900"/>
      </p:ext>
    </p:extLst>
  </p:cSld>
  <p:clrMapOvr>
    <a:masterClrMapping/>
  </p:clrMapOvr>
</p:sld>
</file>

<file path=ppt/slides/slide5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67B94-5C71-4C16-823D-EB388CB269EB}"/>
              </a:ext>
            </a:extLst>
          </p:cNvPr>
          <p:cNvSpPr>
            <a:spLocks noGrp="1"/>
          </p:cNvSpPr>
          <p:nvPr>
            <p:ph type="title"/>
          </p:nvPr>
        </p:nvSpPr>
        <p:spPr/>
        <p:txBody>
          <a:bodyPr/>
          <a:lstStyle/>
          <a:p>
            <a:r>
              <a:rPr lang="en-US" b="1" dirty="0"/>
              <a:t>Reinvestment Amount – HUL  </a:t>
            </a:r>
            <a:r>
              <a:rPr lang="en-US" dirty="0"/>
              <a:t>(in Rs </a:t>
            </a:r>
            <a:r>
              <a:rPr lang="en-US" dirty="0" err="1"/>
              <a:t>cr</a:t>
            </a:r>
            <a:r>
              <a:rPr lang="en-US" dirty="0"/>
              <a:t>)</a:t>
            </a:r>
            <a:endParaRPr lang="en-IN" dirty="0"/>
          </a:p>
        </p:txBody>
      </p:sp>
      <p:graphicFrame>
        <p:nvGraphicFramePr>
          <p:cNvPr id="4" name="Table 4">
            <a:extLst>
              <a:ext uri="{FF2B5EF4-FFF2-40B4-BE49-F238E27FC236}">
                <a16:creationId xmlns:a16="http://schemas.microsoft.com/office/drawing/2014/main" id="{CC032253-7ABF-43F9-8395-2240E0F14243}"/>
              </a:ext>
            </a:extLst>
          </p:cNvPr>
          <p:cNvGraphicFramePr>
            <a:graphicFrameLocks noGrp="1"/>
          </p:cNvGraphicFramePr>
          <p:nvPr>
            <p:ph idx="1"/>
          </p:nvPr>
        </p:nvGraphicFramePr>
        <p:xfrm>
          <a:off x="274320" y="1825625"/>
          <a:ext cx="10345783" cy="2895600"/>
        </p:xfrm>
        <a:graphic>
          <a:graphicData uri="http://schemas.openxmlformats.org/drawingml/2006/table">
            <a:tbl>
              <a:tblPr firstRow="1" bandRow="1">
                <a:tableStyleId>{21E4AEA4-8DFA-4A89-87EB-49C32662AFE0}</a:tableStyleId>
              </a:tblPr>
              <a:tblGrid>
                <a:gridCol w="2769326">
                  <a:extLst>
                    <a:ext uri="{9D8B030D-6E8A-4147-A177-3AD203B41FA5}">
                      <a16:colId xmlns:a16="http://schemas.microsoft.com/office/drawing/2014/main" val="2302184130"/>
                    </a:ext>
                  </a:extLst>
                </a:gridCol>
                <a:gridCol w="1371600">
                  <a:extLst>
                    <a:ext uri="{9D8B030D-6E8A-4147-A177-3AD203B41FA5}">
                      <a16:colId xmlns:a16="http://schemas.microsoft.com/office/drawing/2014/main" val="3180827227"/>
                    </a:ext>
                  </a:extLst>
                </a:gridCol>
                <a:gridCol w="1280160">
                  <a:extLst>
                    <a:ext uri="{9D8B030D-6E8A-4147-A177-3AD203B41FA5}">
                      <a16:colId xmlns:a16="http://schemas.microsoft.com/office/drawing/2014/main" val="1453077121"/>
                    </a:ext>
                  </a:extLst>
                </a:gridCol>
                <a:gridCol w="1619794">
                  <a:extLst>
                    <a:ext uri="{9D8B030D-6E8A-4147-A177-3AD203B41FA5}">
                      <a16:colId xmlns:a16="http://schemas.microsoft.com/office/drawing/2014/main" val="60103565"/>
                    </a:ext>
                  </a:extLst>
                </a:gridCol>
                <a:gridCol w="1593669">
                  <a:extLst>
                    <a:ext uri="{9D8B030D-6E8A-4147-A177-3AD203B41FA5}">
                      <a16:colId xmlns:a16="http://schemas.microsoft.com/office/drawing/2014/main" val="3207679460"/>
                    </a:ext>
                  </a:extLst>
                </a:gridCol>
                <a:gridCol w="1711234">
                  <a:extLst>
                    <a:ext uri="{9D8B030D-6E8A-4147-A177-3AD203B41FA5}">
                      <a16:colId xmlns:a16="http://schemas.microsoft.com/office/drawing/2014/main" val="4157285003"/>
                    </a:ext>
                  </a:extLst>
                </a:gridCol>
              </a:tblGrid>
              <a:tr h="370840">
                <a:tc>
                  <a:txBody>
                    <a:bodyPr/>
                    <a:lstStyle/>
                    <a:p>
                      <a:r>
                        <a:rPr lang="en-US" sz="2000" dirty="0"/>
                        <a:t>Particulars</a:t>
                      </a:r>
                      <a:endParaRPr lang="en-IN" sz="2000" dirty="0"/>
                    </a:p>
                  </a:txBody>
                  <a:tcPr/>
                </a:tc>
                <a:tc>
                  <a:txBody>
                    <a:bodyPr/>
                    <a:lstStyle/>
                    <a:p>
                      <a:r>
                        <a:rPr lang="en-IN" sz="2000" dirty="0"/>
                        <a:t>2025</a:t>
                      </a:r>
                    </a:p>
                  </a:txBody>
                  <a:tcPr/>
                </a:tc>
                <a:tc>
                  <a:txBody>
                    <a:bodyPr/>
                    <a:lstStyle/>
                    <a:p>
                      <a:r>
                        <a:rPr lang="en-IN" sz="2000" dirty="0"/>
                        <a:t>2024</a:t>
                      </a:r>
                    </a:p>
                  </a:txBody>
                  <a:tcPr/>
                </a:tc>
                <a:tc>
                  <a:txBody>
                    <a:bodyPr/>
                    <a:lstStyle/>
                    <a:p>
                      <a:r>
                        <a:rPr lang="en-IN" sz="2000" dirty="0"/>
                        <a:t>2023</a:t>
                      </a:r>
                    </a:p>
                  </a:txBody>
                  <a:tcPr/>
                </a:tc>
                <a:tc>
                  <a:txBody>
                    <a:bodyPr/>
                    <a:lstStyle/>
                    <a:p>
                      <a:r>
                        <a:rPr lang="en-IN" sz="2000" dirty="0"/>
                        <a:t> 2022</a:t>
                      </a:r>
                    </a:p>
                  </a:txBody>
                  <a:tcPr/>
                </a:tc>
                <a:tc>
                  <a:txBody>
                    <a:bodyPr/>
                    <a:lstStyle/>
                    <a:p>
                      <a:r>
                        <a:rPr lang="en-IN" sz="2000" dirty="0"/>
                        <a:t>2021</a:t>
                      </a:r>
                    </a:p>
                  </a:txBody>
                  <a:tcPr/>
                </a:tc>
                <a:extLst>
                  <a:ext uri="{0D108BD9-81ED-4DB2-BD59-A6C34878D82A}">
                    <a16:rowId xmlns:a16="http://schemas.microsoft.com/office/drawing/2014/main" val="3146438449"/>
                  </a:ext>
                </a:extLst>
              </a:tr>
              <a:tr h="565763">
                <a:tc>
                  <a:txBody>
                    <a:bodyPr/>
                    <a:lstStyle/>
                    <a:p>
                      <a:r>
                        <a:rPr lang="en-US" sz="2000" dirty="0"/>
                        <a:t>Delta Net Capex </a:t>
                      </a:r>
                    </a:p>
                    <a:p>
                      <a:r>
                        <a:rPr lang="en-US" sz="2000" dirty="0"/>
                        <a:t>(Tangible Fixed Asset + Cap WIP+ </a:t>
                      </a:r>
                      <a:r>
                        <a:rPr lang="en-US" sz="2000" dirty="0" err="1"/>
                        <a:t>Intang.assets</a:t>
                      </a:r>
                      <a:r>
                        <a:rPr lang="en-US" sz="2000" dirty="0"/>
                        <a:t>  of CY  minus PY)</a:t>
                      </a:r>
                      <a:endParaRPr lang="en-IN" sz="2000" dirty="0"/>
                    </a:p>
                  </a:txBody>
                  <a:tcPr/>
                </a:tc>
                <a:tc>
                  <a:txBody>
                    <a:bodyPr/>
                    <a:lstStyle/>
                    <a:p>
                      <a:r>
                        <a:rPr lang="en-IN" sz="2000" dirty="0"/>
                        <a:t>575</a:t>
                      </a:r>
                    </a:p>
                    <a:p>
                      <a:endParaRPr lang="en-IN" sz="2000" dirty="0"/>
                    </a:p>
                    <a:p>
                      <a:r>
                        <a:rPr lang="en-IN" sz="2000" dirty="0"/>
                        <a:t>(37878-37303)</a:t>
                      </a:r>
                    </a:p>
                  </a:txBody>
                  <a:tcPr/>
                </a:tc>
                <a:tc>
                  <a:txBody>
                    <a:bodyPr/>
                    <a:lstStyle/>
                    <a:p>
                      <a:r>
                        <a:rPr lang="en-IN" sz="2000" dirty="0"/>
                        <a:t>959</a:t>
                      </a:r>
                    </a:p>
                    <a:p>
                      <a:endParaRPr lang="en-IN" sz="2000" dirty="0"/>
                    </a:p>
                    <a:p>
                      <a:r>
                        <a:rPr lang="en-IN" sz="2000" dirty="0"/>
                        <a:t>(37303-36344)</a:t>
                      </a:r>
                    </a:p>
                  </a:txBody>
                  <a:tcPr/>
                </a:tc>
                <a:tc>
                  <a:txBody>
                    <a:bodyPr/>
                    <a:lstStyle/>
                    <a:p>
                      <a:r>
                        <a:rPr lang="en-IN" sz="2000" dirty="0"/>
                        <a:t>955</a:t>
                      </a:r>
                    </a:p>
                    <a:p>
                      <a:endParaRPr lang="en-IN" sz="2000" dirty="0"/>
                    </a:p>
                    <a:p>
                      <a:r>
                        <a:rPr lang="en-IN" sz="2000" dirty="0"/>
                        <a:t>( 36344 – 35389)</a:t>
                      </a:r>
                    </a:p>
                  </a:txBody>
                  <a:tcPr/>
                </a:tc>
                <a:tc>
                  <a:txBody>
                    <a:bodyPr/>
                    <a:lstStyle/>
                    <a:p>
                      <a:r>
                        <a:rPr lang="en-IN" sz="2000" dirty="0"/>
                        <a:t>598</a:t>
                      </a:r>
                    </a:p>
                    <a:p>
                      <a:endParaRPr lang="en-IN" sz="2000" dirty="0"/>
                    </a:p>
                    <a:p>
                      <a:r>
                        <a:rPr lang="en-IN" sz="2000" dirty="0"/>
                        <a:t>(35389-34791)</a:t>
                      </a:r>
                    </a:p>
                  </a:txBody>
                  <a:tcPr/>
                </a:tc>
                <a:tc>
                  <a:txBody>
                    <a:bodyPr/>
                    <a:lstStyle/>
                    <a:p>
                      <a:r>
                        <a:rPr lang="en-IN" sz="2000" dirty="0"/>
                        <a:t>28832</a:t>
                      </a:r>
                    </a:p>
                    <a:p>
                      <a:endParaRPr lang="en-IN" sz="2000" dirty="0"/>
                    </a:p>
                    <a:p>
                      <a:r>
                        <a:rPr lang="en-IN" sz="2000" dirty="0"/>
                        <a:t>(34791-5959)</a:t>
                      </a:r>
                    </a:p>
                  </a:txBody>
                  <a:tcPr/>
                </a:tc>
                <a:extLst>
                  <a:ext uri="{0D108BD9-81ED-4DB2-BD59-A6C34878D82A}">
                    <a16:rowId xmlns:a16="http://schemas.microsoft.com/office/drawing/2014/main" val="440241834"/>
                  </a:ext>
                </a:extLst>
              </a:tr>
              <a:tr h="370840">
                <a:tc>
                  <a:txBody>
                    <a:bodyPr/>
                    <a:lstStyle/>
                    <a:p>
                      <a:r>
                        <a:rPr lang="en-US" sz="2000" dirty="0"/>
                        <a:t>NWC</a:t>
                      </a:r>
                      <a:endParaRPr lang="en-IN" sz="2000" dirty="0"/>
                    </a:p>
                  </a:txBody>
                  <a:tcPr/>
                </a:tc>
                <a:tc>
                  <a:txBody>
                    <a:bodyPr/>
                    <a:lstStyle/>
                    <a:p>
                      <a:r>
                        <a:rPr lang="en-IN" sz="2000" dirty="0"/>
                        <a:t>( 3081 )</a:t>
                      </a:r>
                    </a:p>
                  </a:txBody>
                  <a:tcPr/>
                </a:tc>
                <a:tc>
                  <a:txBody>
                    <a:bodyPr/>
                    <a:lstStyle/>
                    <a:p>
                      <a:r>
                        <a:rPr lang="en-IN" sz="2000" dirty="0"/>
                        <a:t> (3467)</a:t>
                      </a:r>
                    </a:p>
                  </a:txBody>
                  <a:tcPr/>
                </a:tc>
                <a:tc>
                  <a:txBody>
                    <a:bodyPr/>
                    <a:lstStyle/>
                    <a:p>
                      <a:r>
                        <a:rPr lang="en-IN" sz="2000" dirty="0"/>
                        <a:t>( 2244 )</a:t>
                      </a:r>
                    </a:p>
                  </a:txBody>
                  <a:tcPr/>
                </a:tc>
                <a:tc>
                  <a:txBody>
                    <a:bodyPr/>
                    <a:lstStyle/>
                    <a:p>
                      <a:r>
                        <a:rPr lang="en-IN" sz="2000" dirty="0"/>
                        <a:t>(2736)</a:t>
                      </a:r>
                    </a:p>
                  </a:txBody>
                  <a:tcPr/>
                </a:tc>
                <a:tc>
                  <a:txBody>
                    <a:bodyPr/>
                    <a:lstStyle/>
                    <a:p>
                      <a:r>
                        <a:rPr lang="en-IN" sz="2000" dirty="0"/>
                        <a:t>(3465)</a:t>
                      </a:r>
                    </a:p>
                  </a:txBody>
                  <a:tcPr/>
                </a:tc>
                <a:extLst>
                  <a:ext uri="{0D108BD9-81ED-4DB2-BD59-A6C34878D82A}">
                    <a16:rowId xmlns:a16="http://schemas.microsoft.com/office/drawing/2014/main" val="3694902708"/>
                  </a:ext>
                </a:extLst>
              </a:tr>
              <a:tr h="370840">
                <a:tc>
                  <a:txBody>
                    <a:bodyPr/>
                    <a:lstStyle/>
                    <a:p>
                      <a:r>
                        <a:rPr lang="en-US" sz="2000" dirty="0"/>
                        <a:t>Delta NWC</a:t>
                      </a:r>
                      <a:endParaRPr lang="en-IN" sz="2000" dirty="0"/>
                    </a:p>
                  </a:txBody>
                  <a:tcPr/>
                </a:tc>
                <a:tc>
                  <a:txBody>
                    <a:bodyPr/>
                    <a:lstStyle/>
                    <a:p>
                      <a:r>
                        <a:rPr lang="en-IN" sz="2000" dirty="0"/>
                        <a:t>Inc 386</a:t>
                      </a:r>
                    </a:p>
                  </a:txBody>
                  <a:tcPr/>
                </a:tc>
                <a:tc>
                  <a:txBody>
                    <a:bodyPr/>
                    <a:lstStyle/>
                    <a:p>
                      <a:r>
                        <a:rPr lang="en-IN" sz="2000" dirty="0"/>
                        <a:t>Dec 1223</a:t>
                      </a:r>
                    </a:p>
                  </a:txBody>
                  <a:tcPr/>
                </a:tc>
                <a:tc>
                  <a:txBody>
                    <a:bodyPr/>
                    <a:lstStyle/>
                    <a:p>
                      <a:r>
                        <a:rPr lang="en-IN" sz="2000" dirty="0"/>
                        <a:t>Inc 492</a:t>
                      </a:r>
                    </a:p>
                  </a:txBody>
                  <a:tcPr/>
                </a:tc>
                <a:tc>
                  <a:txBody>
                    <a:bodyPr/>
                    <a:lstStyle/>
                    <a:p>
                      <a:r>
                        <a:rPr lang="en-IN" sz="2000" dirty="0"/>
                        <a:t>Inc 729</a:t>
                      </a:r>
                    </a:p>
                  </a:txBody>
                  <a:tcPr/>
                </a:tc>
                <a:tc>
                  <a:txBody>
                    <a:bodyPr/>
                    <a:lstStyle/>
                    <a:p>
                      <a:r>
                        <a:rPr lang="en-IN" sz="2000" dirty="0"/>
                        <a:t>Inc 154</a:t>
                      </a:r>
                    </a:p>
                  </a:txBody>
                  <a:tcPr/>
                </a:tc>
                <a:extLst>
                  <a:ext uri="{0D108BD9-81ED-4DB2-BD59-A6C34878D82A}">
                    <a16:rowId xmlns:a16="http://schemas.microsoft.com/office/drawing/2014/main" val="1888397032"/>
                  </a:ext>
                </a:extLst>
              </a:tr>
              <a:tr h="370840">
                <a:tc>
                  <a:txBody>
                    <a:bodyPr/>
                    <a:lstStyle/>
                    <a:p>
                      <a:r>
                        <a:rPr lang="en-US" sz="2000" dirty="0"/>
                        <a:t>Net Reinvestment</a:t>
                      </a:r>
                      <a:endParaRPr lang="en-IN" sz="2000" dirty="0"/>
                    </a:p>
                  </a:txBody>
                  <a:tcPr/>
                </a:tc>
                <a:tc>
                  <a:txBody>
                    <a:bodyPr/>
                    <a:lstStyle/>
                    <a:p>
                      <a:r>
                        <a:rPr lang="en-IN" sz="2000" dirty="0"/>
                        <a:t>961</a:t>
                      </a:r>
                    </a:p>
                  </a:txBody>
                  <a:tcPr/>
                </a:tc>
                <a:tc>
                  <a:txBody>
                    <a:bodyPr/>
                    <a:lstStyle/>
                    <a:p>
                      <a:r>
                        <a:rPr lang="en-IN" sz="2000" dirty="0"/>
                        <a:t>-264</a:t>
                      </a:r>
                    </a:p>
                  </a:txBody>
                  <a:tcPr/>
                </a:tc>
                <a:tc>
                  <a:txBody>
                    <a:bodyPr/>
                    <a:lstStyle/>
                    <a:p>
                      <a:r>
                        <a:rPr lang="en-IN" sz="2000" dirty="0"/>
                        <a:t>1447</a:t>
                      </a:r>
                    </a:p>
                  </a:txBody>
                  <a:tcPr/>
                </a:tc>
                <a:tc>
                  <a:txBody>
                    <a:bodyPr/>
                    <a:lstStyle/>
                    <a:p>
                      <a:r>
                        <a:rPr lang="en-IN" sz="2000" dirty="0"/>
                        <a:t>1327</a:t>
                      </a:r>
                    </a:p>
                  </a:txBody>
                  <a:tcPr/>
                </a:tc>
                <a:tc>
                  <a:txBody>
                    <a:bodyPr/>
                    <a:lstStyle/>
                    <a:p>
                      <a:r>
                        <a:rPr lang="en-IN" sz="2000" dirty="0"/>
                        <a:t>28986</a:t>
                      </a:r>
                    </a:p>
                  </a:txBody>
                  <a:tcPr/>
                </a:tc>
                <a:extLst>
                  <a:ext uri="{0D108BD9-81ED-4DB2-BD59-A6C34878D82A}">
                    <a16:rowId xmlns:a16="http://schemas.microsoft.com/office/drawing/2014/main" val="827072912"/>
                  </a:ext>
                </a:extLst>
              </a:tr>
            </a:tbl>
          </a:graphicData>
        </a:graphic>
      </p:graphicFrame>
    </p:spTree>
    <p:extLst>
      <p:ext uri="{BB962C8B-B14F-4D97-AF65-F5344CB8AC3E}">
        <p14:creationId xmlns:p14="http://schemas.microsoft.com/office/powerpoint/2010/main" val="1715288234"/>
      </p:ext>
    </p:extLst>
  </p:cSld>
  <p:clrMapOvr>
    <a:masterClrMapping/>
  </p:clrMapOvr>
</p:sld>
</file>

<file path=ppt/slides/slide5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705CE-83C8-4E57-88CD-A68D93108196}"/>
              </a:ext>
            </a:extLst>
          </p:cNvPr>
          <p:cNvSpPr>
            <a:spLocks noGrp="1"/>
          </p:cNvSpPr>
          <p:nvPr>
            <p:ph type="title"/>
          </p:nvPr>
        </p:nvSpPr>
        <p:spPr/>
        <p:txBody>
          <a:bodyPr/>
          <a:lstStyle/>
          <a:p>
            <a:r>
              <a:rPr lang="en-US" b="1" dirty="0"/>
              <a:t>Reinvestment Rate- HUL (amount in Rs </a:t>
            </a:r>
            <a:r>
              <a:rPr lang="en-US" b="1" dirty="0" err="1"/>
              <a:t>cr</a:t>
            </a:r>
            <a:r>
              <a:rPr lang="en-US" b="1" dirty="0"/>
              <a:t>)</a:t>
            </a:r>
            <a:endParaRPr lang="en-IN" b="1" dirty="0"/>
          </a:p>
        </p:txBody>
      </p:sp>
      <p:graphicFrame>
        <p:nvGraphicFramePr>
          <p:cNvPr id="4" name="Table 4">
            <a:extLst>
              <a:ext uri="{FF2B5EF4-FFF2-40B4-BE49-F238E27FC236}">
                <a16:creationId xmlns:a16="http://schemas.microsoft.com/office/drawing/2014/main" id="{1FE2EC8A-FAB8-4C61-9172-85FF10B99EFC}"/>
              </a:ext>
            </a:extLst>
          </p:cNvPr>
          <p:cNvGraphicFramePr>
            <a:graphicFrameLocks noGrp="1"/>
          </p:cNvGraphicFramePr>
          <p:nvPr>
            <p:ph idx="1"/>
          </p:nvPr>
        </p:nvGraphicFramePr>
        <p:xfrm>
          <a:off x="838200" y="1825625"/>
          <a:ext cx="10515600" cy="4246880"/>
        </p:xfrm>
        <a:graphic>
          <a:graphicData uri="http://schemas.openxmlformats.org/drawingml/2006/table">
            <a:tbl>
              <a:tblPr firstRow="1" bandRow="1">
                <a:tableStyleId>{F5AB1C69-6EDB-4FF4-983F-18BD219EF322}</a:tableStyleId>
              </a:tblPr>
              <a:tblGrid>
                <a:gridCol w="1752600">
                  <a:extLst>
                    <a:ext uri="{9D8B030D-6E8A-4147-A177-3AD203B41FA5}">
                      <a16:colId xmlns:a16="http://schemas.microsoft.com/office/drawing/2014/main" val="951889586"/>
                    </a:ext>
                  </a:extLst>
                </a:gridCol>
                <a:gridCol w="1628503">
                  <a:extLst>
                    <a:ext uri="{9D8B030D-6E8A-4147-A177-3AD203B41FA5}">
                      <a16:colId xmlns:a16="http://schemas.microsoft.com/office/drawing/2014/main" val="1181006905"/>
                    </a:ext>
                  </a:extLst>
                </a:gridCol>
                <a:gridCol w="1876697">
                  <a:extLst>
                    <a:ext uri="{9D8B030D-6E8A-4147-A177-3AD203B41FA5}">
                      <a16:colId xmlns:a16="http://schemas.microsoft.com/office/drawing/2014/main" val="262328647"/>
                    </a:ext>
                  </a:extLst>
                </a:gridCol>
                <a:gridCol w="1752600">
                  <a:extLst>
                    <a:ext uri="{9D8B030D-6E8A-4147-A177-3AD203B41FA5}">
                      <a16:colId xmlns:a16="http://schemas.microsoft.com/office/drawing/2014/main" val="3426473500"/>
                    </a:ext>
                  </a:extLst>
                </a:gridCol>
                <a:gridCol w="1752600">
                  <a:extLst>
                    <a:ext uri="{9D8B030D-6E8A-4147-A177-3AD203B41FA5}">
                      <a16:colId xmlns:a16="http://schemas.microsoft.com/office/drawing/2014/main" val="3046099265"/>
                    </a:ext>
                  </a:extLst>
                </a:gridCol>
                <a:gridCol w="1752600">
                  <a:extLst>
                    <a:ext uri="{9D8B030D-6E8A-4147-A177-3AD203B41FA5}">
                      <a16:colId xmlns:a16="http://schemas.microsoft.com/office/drawing/2014/main" val="2174463176"/>
                    </a:ext>
                  </a:extLst>
                </a:gridCol>
              </a:tblGrid>
              <a:tr h="370840">
                <a:tc>
                  <a:txBody>
                    <a:bodyPr/>
                    <a:lstStyle/>
                    <a:p>
                      <a:r>
                        <a:rPr lang="en-US" dirty="0"/>
                        <a:t>Particulars</a:t>
                      </a:r>
                      <a:endParaRPr lang="en-IN" dirty="0"/>
                    </a:p>
                  </a:txBody>
                  <a:tcPr/>
                </a:tc>
                <a:tc>
                  <a:txBody>
                    <a:bodyPr/>
                    <a:lstStyle/>
                    <a:p>
                      <a:r>
                        <a:rPr lang="en-IN" dirty="0"/>
                        <a:t>March 2025</a:t>
                      </a:r>
                    </a:p>
                  </a:txBody>
                  <a:tcPr/>
                </a:tc>
                <a:tc>
                  <a:txBody>
                    <a:bodyPr/>
                    <a:lstStyle/>
                    <a:p>
                      <a:r>
                        <a:rPr lang="en-IN" dirty="0"/>
                        <a:t> 2024</a:t>
                      </a:r>
                    </a:p>
                  </a:txBody>
                  <a:tcPr/>
                </a:tc>
                <a:tc>
                  <a:txBody>
                    <a:bodyPr/>
                    <a:lstStyle/>
                    <a:p>
                      <a:r>
                        <a:rPr lang="en-IN" dirty="0"/>
                        <a:t>2023</a:t>
                      </a:r>
                    </a:p>
                  </a:txBody>
                  <a:tcPr/>
                </a:tc>
                <a:tc>
                  <a:txBody>
                    <a:bodyPr/>
                    <a:lstStyle/>
                    <a:p>
                      <a:r>
                        <a:rPr lang="en-IN" dirty="0"/>
                        <a:t>   2022</a:t>
                      </a:r>
                    </a:p>
                  </a:txBody>
                  <a:tcPr/>
                </a:tc>
                <a:tc>
                  <a:txBody>
                    <a:bodyPr/>
                    <a:lstStyle/>
                    <a:p>
                      <a:r>
                        <a:rPr lang="en-IN" dirty="0"/>
                        <a:t>2021</a:t>
                      </a:r>
                    </a:p>
                  </a:txBody>
                  <a:tcPr/>
                </a:tc>
                <a:extLst>
                  <a:ext uri="{0D108BD9-81ED-4DB2-BD59-A6C34878D82A}">
                    <a16:rowId xmlns:a16="http://schemas.microsoft.com/office/drawing/2014/main" val="1842447583"/>
                  </a:ext>
                </a:extLst>
              </a:tr>
              <a:tr h="370840">
                <a:tc>
                  <a:txBody>
                    <a:bodyPr/>
                    <a:lstStyle/>
                    <a:p>
                      <a:r>
                        <a:rPr lang="en-US" b="1" dirty="0"/>
                        <a:t>EBIT</a:t>
                      </a:r>
                      <a:endParaRPr lang="en-IN" b="1" dirty="0"/>
                    </a:p>
                  </a:txBody>
                  <a:tcPr/>
                </a:tc>
                <a:tc>
                  <a:txBody>
                    <a:bodyPr/>
                    <a:lstStyle/>
                    <a:p>
                      <a:r>
                        <a:rPr lang="en-IN" b="1" dirty="0"/>
                        <a:t>12663</a:t>
                      </a:r>
                    </a:p>
                  </a:txBody>
                  <a:tcPr/>
                </a:tc>
                <a:tc>
                  <a:txBody>
                    <a:bodyPr/>
                    <a:lstStyle/>
                    <a:p>
                      <a:r>
                        <a:rPr lang="en-IN" b="1" dirty="0"/>
                        <a:t>12517</a:t>
                      </a:r>
                    </a:p>
                  </a:txBody>
                  <a:tcPr/>
                </a:tc>
                <a:tc>
                  <a:txBody>
                    <a:bodyPr/>
                    <a:lstStyle/>
                    <a:p>
                      <a:r>
                        <a:rPr lang="en-IN" b="1" dirty="0"/>
                        <a:t>11981</a:t>
                      </a:r>
                    </a:p>
                  </a:txBody>
                  <a:tcPr/>
                </a:tc>
                <a:tc>
                  <a:txBody>
                    <a:bodyPr/>
                    <a:lstStyle/>
                    <a:p>
                      <a:r>
                        <a:rPr lang="en-IN" b="1" dirty="0"/>
                        <a:t>10868</a:t>
                      </a:r>
                    </a:p>
                  </a:txBody>
                  <a:tcPr/>
                </a:tc>
                <a:tc>
                  <a:txBody>
                    <a:bodyPr/>
                    <a:lstStyle/>
                    <a:p>
                      <a:r>
                        <a:rPr lang="en-IN" b="1" dirty="0"/>
                        <a:t>9845</a:t>
                      </a:r>
                    </a:p>
                  </a:txBody>
                  <a:tcPr/>
                </a:tc>
                <a:extLst>
                  <a:ext uri="{0D108BD9-81ED-4DB2-BD59-A6C34878D82A}">
                    <a16:rowId xmlns:a16="http://schemas.microsoft.com/office/drawing/2014/main" val="2487255371"/>
                  </a:ext>
                </a:extLst>
              </a:tr>
              <a:tr h="370840">
                <a:tc>
                  <a:txBody>
                    <a:bodyPr/>
                    <a:lstStyle/>
                    <a:p>
                      <a:r>
                        <a:rPr lang="en-US" dirty="0"/>
                        <a:t>Total Tax expenses</a:t>
                      </a:r>
                      <a:endParaRPr lang="en-IN" dirty="0"/>
                    </a:p>
                  </a:txBody>
                  <a:tcPr/>
                </a:tc>
                <a:tc>
                  <a:txBody>
                    <a:bodyPr/>
                    <a:lstStyle/>
                    <a:p>
                      <a:r>
                        <a:rPr lang="en-IN" dirty="0"/>
                        <a:t>3744</a:t>
                      </a:r>
                    </a:p>
                  </a:txBody>
                  <a:tcPr/>
                </a:tc>
                <a:tc>
                  <a:txBody>
                    <a:bodyPr/>
                    <a:lstStyle/>
                    <a:p>
                      <a:r>
                        <a:rPr lang="en-IN" dirty="0"/>
                        <a:t>3644</a:t>
                      </a:r>
                    </a:p>
                  </a:txBody>
                  <a:tcPr/>
                </a:tc>
                <a:tc>
                  <a:txBody>
                    <a:bodyPr/>
                    <a:lstStyle/>
                    <a:p>
                      <a:r>
                        <a:rPr lang="en-IN" dirty="0"/>
                        <a:t>3201</a:t>
                      </a:r>
                    </a:p>
                  </a:txBody>
                  <a:tcPr/>
                </a:tc>
                <a:tc>
                  <a:txBody>
                    <a:bodyPr/>
                    <a:lstStyle/>
                    <a:p>
                      <a:r>
                        <a:rPr lang="en-IN" dirty="0"/>
                        <a:t>2987</a:t>
                      </a:r>
                    </a:p>
                  </a:txBody>
                  <a:tcPr/>
                </a:tc>
                <a:tc>
                  <a:txBody>
                    <a:bodyPr/>
                    <a:lstStyle/>
                    <a:p>
                      <a:r>
                        <a:rPr lang="en-IN" dirty="0"/>
                        <a:t>2606</a:t>
                      </a:r>
                    </a:p>
                  </a:txBody>
                  <a:tcPr/>
                </a:tc>
                <a:extLst>
                  <a:ext uri="{0D108BD9-81ED-4DB2-BD59-A6C34878D82A}">
                    <a16:rowId xmlns:a16="http://schemas.microsoft.com/office/drawing/2014/main" val="1698366517"/>
                  </a:ext>
                </a:extLst>
              </a:tr>
              <a:tr h="370840">
                <a:tc>
                  <a:txBody>
                    <a:bodyPr/>
                    <a:lstStyle/>
                    <a:p>
                      <a:r>
                        <a:rPr lang="en-US" dirty="0"/>
                        <a:t>PBT</a:t>
                      </a:r>
                      <a:endParaRPr lang="en-IN" dirty="0"/>
                    </a:p>
                  </a:txBody>
                  <a:tcPr/>
                </a:tc>
                <a:tc>
                  <a:txBody>
                    <a:bodyPr/>
                    <a:lstStyle/>
                    <a:p>
                      <a:r>
                        <a:rPr lang="en-IN" dirty="0"/>
                        <a:t>14423</a:t>
                      </a:r>
                    </a:p>
                  </a:txBody>
                  <a:tcPr/>
                </a:tc>
                <a:tc>
                  <a:txBody>
                    <a:bodyPr/>
                    <a:lstStyle/>
                    <a:p>
                      <a:r>
                        <a:rPr lang="en-IN" dirty="0"/>
                        <a:t>13930</a:t>
                      </a:r>
                    </a:p>
                  </a:txBody>
                  <a:tcPr/>
                </a:tc>
                <a:tc>
                  <a:txBody>
                    <a:bodyPr/>
                    <a:lstStyle/>
                    <a:p>
                      <a:r>
                        <a:rPr lang="en-IN" dirty="0"/>
                        <a:t>13346</a:t>
                      </a:r>
                    </a:p>
                  </a:txBody>
                  <a:tcPr/>
                </a:tc>
                <a:tc>
                  <a:txBody>
                    <a:bodyPr/>
                    <a:lstStyle/>
                    <a:p>
                      <a:r>
                        <a:rPr lang="en-IN" dirty="0"/>
                        <a:t>11874</a:t>
                      </a:r>
                    </a:p>
                  </a:txBody>
                  <a:tcPr/>
                </a:tc>
                <a:tc>
                  <a:txBody>
                    <a:bodyPr/>
                    <a:lstStyle/>
                    <a:p>
                      <a:r>
                        <a:rPr lang="en-IN" dirty="0"/>
                        <a:t>10606</a:t>
                      </a:r>
                    </a:p>
                  </a:txBody>
                  <a:tcPr/>
                </a:tc>
                <a:extLst>
                  <a:ext uri="{0D108BD9-81ED-4DB2-BD59-A6C34878D82A}">
                    <a16:rowId xmlns:a16="http://schemas.microsoft.com/office/drawing/2014/main" val="2232746911"/>
                  </a:ext>
                </a:extLst>
              </a:tr>
              <a:tr h="370840">
                <a:tc>
                  <a:txBody>
                    <a:bodyPr/>
                    <a:lstStyle/>
                    <a:p>
                      <a:r>
                        <a:rPr lang="en-US" dirty="0"/>
                        <a:t>Tax Rate</a:t>
                      </a:r>
                      <a:endParaRPr lang="en-IN" dirty="0"/>
                    </a:p>
                  </a:txBody>
                  <a:tcPr/>
                </a:tc>
                <a:tc>
                  <a:txBody>
                    <a:bodyPr/>
                    <a:lstStyle/>
                    <a:p>
                      <a:r>
                        <a:rPr lang="en-IN" dirty="0"/>
                        <a:t>0.2596</a:t>
                      </a:r>
                    </a:p>
                  </a:txBody>
                  <a:tcPr/>
                </a:tc>
                <a:tc>
                  <a:txBody>
                    <a:bodyPr/>
                    <a:lstStyle/>
                    <a:p>
                      <a:r>
                        <a:rPr lang="en-IN" dirty="0"/>
                        <a:t>0.2616</a:t>
                      </a:r>
                    </a:p>
                  </a:txBody>
                  <a:tcPr/>
                </a:tc>
                <a:tc>
                  <a:txBody>
                    <a:bodyPr/>
                    <a:lstStyle/>
                    <a:p>
                      <a:r>
                        <a:rPr lang="en-IN" dirty="0"/>
                        <a:t>0.2398</a:t>
                      </a:r>
                    </a:p>
                  </a:txBody>
                  <a:tcPr/>
                </a:tc>
                <a:tc>
                  <a:txBody>
                    <a:bodyPr/>
                    <a:lstStyle/>
                    <a:p>
                      <a:r>
                        <a:rPr lang="en-IN" dirty="0"/>
                        <a:t>0.2516</a:t>
                      </a:r>
                    </a:p>
                  </a:txBody>
                  <a:tcPr/>
                </a:tc>
                <a:tc>
                  <a:txBody>
                    <a:bodyPr/>
                    <a:lstStyle/>
                    <a:p>
                      <a:r>
                        <a:rPr lang="en-IN" dirty="0"/>
                        <a:t>0.2457</a:t>
                      </a:r>
                    </a:p>
                  </a:txBody>
                  <a:tcPr/>
                </a:tc>
                <a:extLst>
                  <a:ext uri="{0D108BD9-81ED-4DB2-BD59-A6C34878D82A}">
                    <a16:rowId xmlns:a16="http://schemas.microsoft.com/office/drawing/2014/main" val="2070792527"/>
                  </a:ext>
                </a:extLst>
              </a:tr>
              <a:tr h="370840">
                <a:tc>
                  <a:txBody>
                    <a:bodyPr/>
                    <a:lstStyle/>
                    <a:p>
                      <a:r>
                        <a:rPr lang="en-US" dirty="0"/>
                        <a:t>(1-t)</a:t>
                      </a:r>
                      <a:endParaRPr lang="en-IN" dirty="0"/>
                    </a:p>
                  </a:txBody>
                  <a:tcPr/>
                </a:tc>
                <a:tc>
                  <a:txBody>
                    <a:bodyPr/>
                    <a:lstStyle/>
                    <a:p>
                      <a:r>
                        <a:rPr lang="en-IN" dirty="0"/>
                        <a:t>0.7404</a:t>
                      </a:r>
                    </a:p>
                  </a:txBody>
                  <a:tcPr/>
                </a:tc>
                <a:tc>
                  <a:txBody>
                    <a:bodyPr/>
                    <a:lstStyle/>
                    <a:p>
                      <a:r>
                        <a:rPr lang="en-IN" dirty="0"/>
                        <a:t>0.7384</a:t>
                      </a:r>
                    </a:p>
                  </a:txBody>
                  <a:tcPr/>
                </a:tc>
                <a:tc>
                  <a:txBody>
                    <a:bodyPr/>
                    <a:lstStyle/>
                    <a:p>
                      <a:r>
                        <a:rPr lang="en-IN" dirty="0"/>
                        <a:t>0.7602</a:t>
                      </a:r>
                    </a:p>
                  </a:txBody>
                  <a:tcPr/>
                </a:tc>
                <a:tc>
                  <a:txBody>
                    <a:bodyPr/>
                    <a:lstStyle/>
                    <a:p>
                      <a:r>
                        <a:rPr lang="en-IN" dirty="0"/>
                        <a:t>0.7484</a:t>
                      </a:r>
                    </a:p>
                  </a:txBody>
                  <a:tcPr/>
                </a:tc>
                <a:tc>
                  <a:txBody>
                    <a:bodyPr/>
                    <a:lstStyle/>
                    <a:p>
                      <a:r>
                        <a:rPr lang="en-IN" dirty="0"/>
                        <a:t>0.7543</a:t>
                      </a:r>
                    </a:p>
                  </a:txBody>
                  <a:tcPr/>
                </a:tc>
                <a:extLst>
                  <a:ext uri="{0D108BD9-81ED-4DB2-BD59-A6C34878D82A}">
                    <a16:rowId xmlns:a16="http://schemas.microsoft.com/office/drawing/2014/main" val="2302520892"/>
                  </a:ext>
                </a:extLst>
              </a:tr>
              <a:tr h="370840">
                <a:tc>
                  <a:txBody>
                    <a:bodyPr/>
                    <a:lstStyle/>
                    <a:p>
                      <a:r>
                        <a:rPr lang="en-US" b="1" dirty="0"/>
                        <a:t>EBIT (1-t)</a:t>
                      </a:r>
                      <a:endParaRPr lang="en-IN" b="1" dirty="0"/>
                    </a:p>
                  </a:txBody>
                  <a:tcPr/>
                </a:tc>
                <a:tc>
                  <a:txBody>
                    <a:bodyPr/>
                    <a:lstStyle/>
                    <a:p>
                      <a:r>
                        <a:rPr lang="en-IN" b="1" dirty="0"/>
                        <a:t>9376</a:t>
                      </a:r>
                    </a:p>
                  </a:txBody>
                  <a:tcPr/>
                </a:tc>
                <a:tc>
                  <a:txBody>
                    <a:bodyPr/>
                    <a:lstStyle/>
                    <a:p>
                      <a:r>
                        <a:rPr lang="en-IN" b="1" dirty="0"/>
                        <a:t>9243</a:t>
                      </a:r>
                    </a:p>
                  </a:txBody>
                  <a:tcPr/>
                </a:tc>
                <a:tc>
                  <a:txBody>
                    <a:bodyPr/>
                    <a:lstStyle/>
                    <a:p>
                      <a:r>
                        <a:rPr lang="en-IN" b="1" dirty="0"/>
                        <a:t>9108</a:t>
                      </a:r>
                    </a:p>
                  </a:txBody>
                  <a:tcPr/>
                </a:tc>
                <a:tc>
                  <a:txBody>
                    <a:bodyPr/>
                    <a:lstStyle/>
                    <a:p>
                      <a:r>
                        <a:rPr lang="en-IN" b="1" dirty="0"/>
                        <a:t>8134</a:t>
                      </a:r>
                    </a:p>
                  </a:txBody>
                  <a:tcPr/>
                </a:tc>
                <a:tc>
                  <a:txBody>
                    <a:bodyPr/>
                    <a:lstStyle/>
                    <a:p>
                      <a:r>
                        <a:rPr lang="en-IN" b="1" dirty="0"/>
                        <a:t>7426</a:t>
                      </a:r>
                    </a:p>
                  </a:txBody>
                  <a:tcPr/>
                </a:tc>
                <a:extLst>
                  <a:ext uri="{0D108BD9-81ED-4DB2-BD59-A6C34878D82A}">
                    <a16:rowId xmlns:a16="http://schemas.microsoft.com/office/drawing/2014/main" val="4293412671"/>
                  </a:ext>
                </a:extLst>
              </a:tr>
              <a:tr h="370840">
                <a:tc>
                  <a:txBody>
                    <a:bodyPr/>
                    <a:lstStyle/>
                    <a:p>
                      <a:r>
                        <a:rPr lang="en-US" dirty="0" err="1"/>
                        <a:t>Reinvst</a:t>
                      </a:r>
                      <a:r>
                        <a:rPr lang="en-US" dirty="0"/>
                        <a:t> amount</a:t>
                      </a:r>
                      <a:endParaRPr lang="en-IN" dirty="0"/>
                    </a:p>
                  </a:txBody>
                  <a:tcPr/>
                </a:tc>
                <a:tc>
                  <a:txBody>
                    <a:bodyPr/>
                    <a:lstStyle/>
                    <a:p>
                      <a:r>
                        <a:rPr lang="en-IN" dirty="0"/>
                        <a:t>961</a:t>
                      </a:r>
                    </a:p>
                  </a:txBody>
                  <a:tcPr/>
                </a:tc>
                <a:tc>
                  <a:txBody>
                    <a:bodyPr/>
                    <a:lstStyle/>
                    <a:p>
                      <a:r>
                        <a:rPr lang="en-IN" dirty="0"/>
                        <a:t>-264</a:t>
                      </a:r>
                    </a:p>
                  </a:txBody>
                  <a:tcPr/>
                </a:tc>
                <a:tc>
                  <a:txBody>
                    <a:bodyPr/>
                    <a:lstStyle/>
                    <a:p>
                      <a:r>
                        <a:rPr lang="en-IN" dirty="0"/>
                        <a:t>1447</a:t>
                      </a:r>
                    </a:p>
                  </a:txBody>
                  <a:tcPr/>
                </a:tc>
                <a:tc>
                  <a:txBody>
                    <a:bodyPr/>
                    <a:lstStyle/>
                    <a:p>
                      <a:r>
                        <a:rPr lang="en-IN" dirty="0"/>
                        <a:t>1327</a:t>
                      </a:r>
                    </a:p>
                  </a:txBody>
                  <a:tcPr/>
                </a:tc>
                <a:tc>
                  <a:txBody>
                    <a:bodyPr/>
                    <a:lstStyle/>
                    <a:p>
                      <a:r>
                        <a:rPr lang="en-IN" dirty="0"/>
                        <a:t>28986</a:t>
                      </a:r>
                    </a:p>
                  </a:txBody>
                  <a:tcPr/>
                </a:tc>
                <a:extLst>
                  <a:ext uri="{0D108BD9-81ED-4DB2-BD59-A6C34878D82A}">
                    <a16:rowId xmlns:a16="http://schemas.microsoft.com/office/drawing/2014/main" val="2722667753"/>
                  </a:ext>
                </a:extLst>
              </a:tr>
              <a:tr h="370840">
                <a:tc>
                  <a:txBody>
                    <a:bodyPr/>
                    <a:lstStyle/>
                    <a:p>
                      <a:r>
                        <a:rPr lang="en-US" b="1" dirty="0" err="1"/>
                        <a:t>Reinvst</a:t>
                      </a:r>
                      <a:r>
                        <a:rPr lang="en-US" b="1" dirty="0"/>
                        <a:t> rate</a:t>
                      </a:r>
                      <a:endParaRPr lang="en-IN" b="1" dirty="0"/>
                    </a:p>
                  </a:txBody>
                  <a:tcPr/>
                </a:tc>
                <a:tc>
                  <a:txBody>
                    <a:bodyPr/>
                    <a:lstStyle/>
                    <a:p>
                      <a:r>
                        <a:rPr lang="en-IN" b="1" dirty="0"/>
                        <a:t>10.25</a:t>
                      </a:r>
                    </a:p>
                  </a:txBody>
                  <a:tcPr/>
                </a:tc>
                <a:tc>
                  <a:txBody>
                    <a:bodyPr/>
                    <a:lstStyle/>
                    <a:p>
                      <a:r>
                        <a:rPr lang="en-IN" b="1" dirty="0"/>
                        <a:t>-2.86</a:t>
                      </a:r>
                    </a:p>
                  </a:txBody>
                  <a:tcPr/>
                </a:tc>
                <a:tc>
                  <a:txBody>
                    <a:bodyPr/>
                    <a:lstStyle/>
                    <a:p>
                      <a:r>
                        <a:rPr lang="en-IN" b="1" dirty="0"/>
                        <a:t>15.89</a:t>
                      </a:r>
                    </a:p>
                  </a:txBody>
                  <a:tcPr/>
                </a:tc>
                <a:tc>
                  <a:txBody>
                    <a:bodyPr/>
                    <a:lstStyle/>
                    <a:p>
                      <a:r>
                        <a:rPr lang="en-IN" b="1" dirty="0"/>
                        <a:t>16.31</a:t>
                      </a:r>
                    </a:p>
                  </a:txBody>
                  <a:tcPr/>
                </a:tc>
                <a:tc>
                  <a:txBody>
                    <a:bodyPr/>
                    <a:lstStyle/>
                    <a:p>
                      <a:r>
                        <a:rPr lang="en-IN" b="1" dirty="0"/>
                        <a:t>390.33</a:t>
                      </a:r>
                    </a:p>
                  </a:txBody>
                  <a:tcPr/>
                </a:tc>
                <a:extLst>
                  <a:ext uri="{0D108BD9-81ED-4DB2-BD59-A6C34878D82A}">
                    <a16:rowId xmlns:a16="http://schemas.microsoft.com/office/drawing/2014/main" val="2085808992"/>
                  </a:ext>
                </a:extLst>
              </a:tr>
              <a:tr h="370840">
                <a:tc>
                  <a:txBody>
                    <a:bodyPr/>
                    <a:lstStyle/>
                    <a:p>
                      <a:r>
                        <a:rPr lang="en-US" dirty="0"/>
                        <a:t>5 year avg </a:t>
                      </a:r>
                      <a:r>
                        <a:rPr lang="en-US" dirty="0" err="1"/>
                        <a:t>reinvest.rate</a:t>
                      </a:r>
                      <a:endParaRPr lang="en-IN" dirty="0"/>
                    </a:p>
                  </a:txBody>
                  <a:tcPr/>
                </a:tc>
                <a:tc>
                  <a:txBody>
                    <a:bodyPr/>
                    <a:lstStyle/>
                    <a:p>
                      <a:r>
                        <a:rPr lang="en-IN" dirty="0"/>
                        <a:t>85.98</a:t>
                      </a:r>
                    </a:p>
                  </a:txBody>
                  <a:tcPr/>
                </a:tc>
                <a:tc>
                  <a:txBody>
                    <a:bodyPr/>
                    <a:lstStyle/>
                    <a:p>
                      <a:r>
                        <a:rPr lang="en-IN" b="1" dirty="0">
                          <a:highlight>
                            <a:srgbClr val="FFFF00"/>
                          </a:highlight>
                        </a:rPr>
                        <a:t>Let us take 20%</a:t>
                      </a:r>
                    </a:p>
                  </a:txBody>
                  <a:tcPr/>
                </a:tc>
                <a:tc>
                  <a:txBody>
                    <a:bodyPr/>
                    <a:lstStyle/>
                    <a:p>
                      <a:r>
                        <a:rPr lang="en-IN" b="1" dirty="0"/>
                        <a:t>Median of 15.89 %</a:t>
                      </a:r>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587994741"/>
                  </a:ext>
                </a:extLst>
              </a:tr>
            </a:tbl>
          </a:graphicData>
        </a:graphic>
      </p:graphicFrame>
    </p:spTree>
    <p:extLst>
      <p:ext uri="{BB962C8B-B14F-4D97-AF65-F5344CB8AC3E}">
        <p14:creationId xmlns:p14="http://schemas.microsoft.com/office/powerpoint/2010/main" val="3625585387"/>
      </p:ext>
    </p:extLst>
  </p:cSld>
  <p:clrMapOvr>
    <a:masterClrMapping/>
  </p:clrMapOvr>
</p:sld>
</file>

<file path=ppt/slides/slide5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5D29E-E3D6-41F8-8CD2-D8AAA9FCB054}"/>
              </a:ext>
            </a:extLst>
          </p:cNvPr>
          <p:cNvSpPr>
            <a:spLocks noGrp="1"/>
          </p:cNvSpPr>
          <p:nvPr>
            <p:ph type="title"/>
          </p:nvPr>
        </p:nvSpPr>
        <p:spPr/>
        <p:txBody>
          <a:bodyPr/>
          <a:lstStyle/>
          <a:p>
            <a:r>
              <a:rPr lang="en-US" b="1" dirty="0"/>
              <a:t>Inputs for EV/EBITDA for HUL</a:t>
            </a:r>
            <a:endParaRPr lang="en-IN" b="1" dirty="0"/>
          </a:p>
        </p:txBody>
      </p:sp>
      <p:sp>
        <p:nvSpPr>
          <p:cNvPr id="3" name="Content Placeholder 2">
            <a:extLst>
              <a:ext uri="{FF2B5EF4-FFF2-40B4-BE49-F238E27FC236}">
                <a16:creationId xmlns:a16="http://schemas.microsoft.com/office/drawing/2014/main" id="{EEE77142-08B1-4699-A812-178B97F807C9}"/>
              </a:ext>
            </a:extLst>
          </p:cNvPr>
          <p:cNvSpPr>
            <a:spLocks noGrp="1"/>
          </p:cNvSpPr>
          <p:nvPr>
            <p:ph idx="1"/>
          </p:nvPr>
        </p:nvSpPr>
        <p:spPr/>
        <p:txBody>
          <a:bodyPr/>
          <a:lstStyle/>
          <a:p>
            <a:r>
              <a:rPr lang="en-US" dirty="0" err="1"/>
              <a:t>Avg.ROC</a:t>
            </a:r>
            <a:r>
              <a:rPr lang="en-US" dirty="0"/>
              <a:t> = 22% </a:t>
            </a:r>
          </a:p>
          <a:p>
            <a:r>
              <a:rPr lang="en-US" dirty="0"/>
              <a:t>Assumed  reinvestment rate = 20 %</a:t>
            </a:r>
          </a:p>
          <a:p>
            <a:r>
              <a:rPr lang="en-US" dirty="0"/>
              <a:t>Growth rate in EBIT = </a:t>
            </a:r>
            <a:r>
              <a:rPr lang="en-US" dirty="0">
                <a:highlight>
                  <a:srgbClr val="FFFF00"/>
                </a:highlight>
              </a:rPr>
              <a:t>22*0.20 = 4.4 %  ( Stable firm)</a:t>
            </a:r>
          </a:p>
          <a:p>
            <a:endParaRPr lang="en-US" dirty="0">
              <a:highlight>
                <a:srgbClr val="FFFF00"/>
              </a:highlight>
            </a:endParaRPr>
          </a:p>
          <a:p>
            <a:r>
              <a:rPr lang="en-US" dirty="0"/>
              <a:t>FCFF/EBITDA =???</a:t>
            </a:r>
          </a:p>
          <a:p>
            <a:r>
              <a:rPr lang="en-US" dirty="0"/>
              <a:t>WACC = ???</a:t>
            </a:r>
            <a:endParaRPr lang="en-IN" dirty="0"/>
          </a:p>
        </p:txBody>
      </p:sp>
    </p:spTree>
    <p:extLst>
      <p:ext uri="{BB962C8B-B14F-4D97-AF65-F5344CB8AC3E}">
        <p14:creationId xmlns:p14="http://schemas.microsoft.com/office/powerpoint/2010/main" val="2210674472"/>
      </p:ext>
    </p:extLst>
  </p:cSld>
  <p:clrMapOvr>
    <a:masterClrMapping/>
  </p:clrMapOvr>
</p:sld>
</file>

<file path=ppt/slides/slide5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2CB0E-E623-4D27-8E54-4F0B420B722C}"/>
              </a:ext>
            </a:extLst>
          </p:cNvPr>
          <p:cNvSpPr>
            <a:spLocks noGrp="1"/>
          </p:cNvSpPr>
          <p:nvPr>
            <p:ph type="title"/>
          </p:nvPr>
        </p:nvSpPr>
        <p:spPr/>
        <p:txBody>
          <a:bodyPr/>
          <a:lstStyle/>
          <a:p>
            <a:r>
              <a:rPr lang="en-US" b="1" dirty="0"/>
              <a:t>FCFF/EBITDA - HUL</a:t>
            </a:r>
            <a:endParaRPr lang="en-IN" b="1" dirty="0"/>
          </a:p>
        </p:txBody>
      </p:sp>
      <p:sp>
        <p:nvSpPr>
          <p:cNvPr id="3" name="Content Placeholder 2">
            <a:extLst>
              <a:ext uri="{FF2B5EF4-FFF2-40B4-BE49-F238E27FC236}">
                <a16:creationId xmlns:a16="http://schemas.microsoft.com/office/drawing/2014/main" id="{FC89D89E-20AE-4744-968A-802149D5D795}"/>
              </a:ext>
            </a:extLst>
          </p:cNvPr>
          <p:cNvSpPr>
            <a:spLocks noGrp="1"/>
          </p:cNvSpPr>
          <p:nvPr>
            <p:ph idx="1"/>
          </p:nvPr>
        </p:nvSpPr>
        <p:spPr/>
        <p:txBody>
          <a:bodyPr/>
          <a:lstStyle/>
          <a:p>
            <a:pPr marL="0" indent="0">
              <a:buNone/>
            </a:pPr>
            <a:endParaRPr lang="en-IN" dirty="0"/>
          </a:p>
        </p:txBody>
      </p:sp>
      <p:graphicFrame>
        <p:nvGraphicFramePr>
          <p:cNvPr id="6" name="Table 4">
            <a:extLst>
              <a:ext uri="{FF2B5EF4-FFF2-40B4-BE49-F238E27FC236}">
                <a16:creationId xmlns:a16="http://schemas.microsoft.com/office/drawing/2014/main" id="{9EF2BA99-240B-4AF4-A5D2-DBA4D2290AAB}"/>
              </a:ext>
            </a:extLst>
          </p:cNvPr>
          <p:cNvGraphicFramePr>
            <a:graphicFrameLocks/>
          </p:cNvGraphicFramePr>
          <p:nvPr/>
        </p:nvGraphicFramePr>
        <p:xfrm>
          <a:off x="838200" y="1825625"/>
          <a:ext cx="10515600" cy="4348480"/>
        </p:xfrm>
        <a:graphic>
          <a:graphicData uri="http://schemas.openxmlformats.org/drawingml/2006/table">
            <a:tbl>
              <a:tblPr firstRow="1" bandRow="1">
                <a:tableStyleId>{00A15C55-8517-42AA-B614-E9B94910E393}</a:tableStyleId>
              </a:tblPr>
              <a:tblGrid>
                <a:gridCol w="1752600">
                  <a:extLst>
                    <a:ext uri="{9D8B030D-6E8A-4147-A177-3AD203B41FA5}">
                      <a16:colId xmlns:a16="http://schemas.microsoft.com/office/drawing/2014/main" val="951889586"/>
                    </a:ext>
                  </a:extLst>
                </a:gridCol>
                <a:gridCol w="1752600">
                  <a:extLst>
                    <a:ext uri="{9D8B030D-6E8A-4147-A177-3AD203B41FA5}">
                      <a16:colId xmlns:a16="http://schemas.microsoft.com/office/drawing/2014/main" val="1181006905"/>
                    </a:ext>
                  </a:extLst>
                </a:gridCol>
                <a:gridCol w="1752600">
                  <a:extLst>
                    <a:ext uri="{9D8B030D-6E8A-4147-A177-3AD203B41FA5}">
                      <a16:colId xmlns:a16="http://schemas.microsoft.com/office/drawing/2014/main" val="262328647"/>
                    </a:ext>
                  </a:extLst>
                </a:gridCol>
                <a:gridCol w="1752600">
                  <a:extLst>
                    <a:ext uri="{9D8B030D-6E8A-4147-A177-3AD203B41FA5}">
                      <a16:colId xmlns:a16="http://schemas.microsoft.com/office/drawing/2014/main" val="3426473500"/>
                    </a:ext>
                  </a:extLst>
                </a:gridCol>
                <a:gridCol w="1752600">
                  <a:extLst>
                    <a:ext uri="{9D8B030D-6E8A-4147-A177-3AD203B41FA5}">
                      <a16:colId xmlns:a16="http://schemas.microsoft.com/office/drawing/2014/main" val="3046099265"/>
                    </a:ext>
                  </a:extLst>
                </a:gridCol>
                <a:gridCol w="1752600">
                  <a:extLst>
                    <a:ext uri="{9D8B030D-6E8A-4147-A177-3AD203B41FA5}">
                      <a16:colId xmlns:a16="http://schemas.microsoft.com/office/drawing/2014/main" val="3600067678"/>
                    </a:ext>
                  </a:extLst>
                </a:gridCol>
              </a:tblGrid>
              <a:tr h="370840">
                <a:tc>
                  <a:txBody>
                    <a:bodyPr/>
                    <a:lstStyle/>
                    <a:p>
                      <a:r>
                        <a:rPr lang="en-US" dirty="0"/>
                        <a:t>Particulars</a:t>
                      </a:r>
                      <a:endParaRPr lang="en-IN" dirty="0"/>
                    </a:p>
                  </a:txBody>
                  <a:tcPr/>
                </a:tc>
                <a:tc>
                  <a:txBody>
                    <a:bodyPr/>
                    <a:lstStyle/>
                    <a:p>
                      <a:r>
                        <a:rPr lang="en-IN" dirty="0"/>
                        <a:t>2025</a:t>
                      </a:r>
                    </a:p>
                  </a:txBody>
                  <a:tcPr/>
                </a:tc>
                <a:tc>
                  <a:txBody>
                    <a:bodyPr/>
                    <a:lstStyle/>
                    <a:p>
                      <a:r>
                        <a:rPr lang="en-IN" dirty="0"/>
                        <a:t>2024</a:t>
                      </a:r>
                    </a:p>
                  </a:txBody>
                  <a:tcPr/>
                </a:tc>
                <a:tc>
                  <a:txBody>
                    <a:bodyPr/>
                    <a:lstStyle/>
                    <a:p>
                      <a:r>
                        <a:rPr lang="en-IN" dirty="0"/>
                        <a:t>2023</a:t>
                      </a:r>
                    </a:p>
                  </a:txBody>
                  <a:tcPr/>
                </a:tc>
                <a:tc>
                  <a:txBody>
                    <a:bodyPr/>
                    <a:lstStyle/>
                    <a:p>
                      <a:r>
                        <a:rPr lang="en-IN" dirty="0"/>
                        <a:t> 2022</a:t>
                      </a:r>
                    </a:p>
                  </a:txBody>
                  <a:tcPr/>
                </a:tc>
                <a:tc>
                  <a:txBody>
                    <a:bodyPr/>
                    <a:lstStyle/>
                    <a:p>
                      <a:r>
                        <a:rPr lang="en-IN" dirty="0"/>
                        <a:t>2021</a:t>
                      </a:r>
                    </a:p>
                  </a:txBody>
                  <a:tcPr/>
                </a:tc>
                <a:extLst>
                  <a:ext uri="{0D108BD9-81ED-4DB2-BD59-A6C34878D82A}">
                    <a16:rowId xmlns:a16="http://schemas.microsoft.com/office/drawing/2014/main" val="1842447583"/>
                  </a:ext>
                </a:extLst>
              </a:tr>
              <a:tr h="370840">
                <a:tc>
                  <a:txBody>
                    <a:bodyPr/>
                    <a:lstStyle/>
                    <a:p>
                      <a:r>
                        <a:rPr lang="en-US" dirty="0"/>
                        <a:t>EBIT</a:t>
                      </a:r>
                      <a:endParaRPr lang="en-IN" dirty="0"/>
                    </a:p>
                  </a:txBody>
                  <a:tcPr/>
                </a:tc>
                <a:tc>
                  <a:txBody>
                    <a:bodyPr/>
                    <a:lstStyle/>
                    <a:p>
                      <a:r>
                        <a:rPr lang="en-IN" dirty="0"/>
                        <a:t>12663</a:t>
                      </a:r>
                    </a:p>
                  </a:txBody>
                  <a:tcPr/>
                </a:tc>
                <a:tc>
                  <a:txBody>
                    <a:bodyPr/>
                    <a:lstStyle/>
                    <a:p>
                      <a:r>
                        <a:rPr lang="en-IN" dirty="0"/>
                        <a:t>12517</a:t>
                      </a:r>
                    </a:p>
                  </a:txBody>
                  <a:tcPr/>
                </a:tc>
                <a:tc>
                  <a:txBody>
                    <a:bodyPr/>
                    <a:lstStyle/>
                    <a:p>
                      <a:r>
                        <a:rPr lang="en-IN" dirty="0"/>
                        <a:t>11981</a:t>
                      </a:r>
                    </a:p>
                  </a:txBody>
                  <a:tcPr/>
                </a:tc>
                <a:tc>
                  <a:txBody>
                    <a:bodyPr/>
                    <a:lstStyle/>
                    <a:p>
                      <a:r>
                        <a:rPr lang="en-IN" dirty="0"/>
                        <a:t>10868</a:t>
                      </a:r>
                    </a:p>
                  </a:txBody>
                  <a:tcPr/>
                </a:tc>
                <a:tc>
                  <a:txBody>
                    <a:bodyPr/>
                    <a:lstStyle/>
                    <a:p>
                      <a:r>
                        <a:rPr lang="en-IN" dirty="0"/>
                        <a:t>9845</a:t>
                      </a:r>
                    </a:p>
                  </a:txBody>
                  <a:tcPr/>
                </a:tc>
                <a:extLst>
                  <a:ext uri="{0D108BD9-81ED-4DB2-BD59-A6C34878D82A}">
                    <a16:rowId xmlns:a16="http://schemas.microsoft.com/office/drawing/2014/main" val="2487255371"/>
                  </a:ext>
                </a:extLst>
              </a:tr>
              <a:tr h="370840">
                <a:tc>
                  <a:txBody>
                    <a:bodyPr/>
                    <a:lstStyle/>
                    <a:p>
                      <a:r>
                        <a:rPr lang="en-US" dirty="0"/>
                        <a:t>+ D&amp;A</a:t>
                      </a:r>
                      <a:endParaRPr lang="en-IN" dirty="0"/>
                    </a:p>
                  </a:txBody>
                  <a:tcPr/>
                </a:tc>
                <a:tc>
                  <a:txBody>
                    <a:bodyPr/>
                    <a:lstStyle/>
                    <a:p>
                      <a:r>
                        <a:rPr lang="en-IN" dirty="0"/>
                        <a:t>1355</a:t>
                      </a:r>
                    </a:p>
                  </a:txBody>
                  <a:tcPr/>
                </a:tc>
                <a:tc>
                  <a:txBody>
                    <a:bodyPr/>
                    <a:lstStyle/>
                    <a:p>
                      <a:r>
                        <a:rPr lang="en-IN" dirty="0"/>
                        <a:t>1216</a:t>
                      </a:r>
                    </a:p>
                  </a:txBody>
                  <a:tcPr/>
                </a:tc>
                <a:tc>
                  <a:txBody>
                    <a:bodyPr/>
                    <a:lstStyle/>
                    <a:p>
                      <a:r>
                        <a:rPr lang="en-IN" dirty="0"/>
                        <a:t>1137</a:t>
                      </a:r>
                    </a:p>
                  </a:txBody>
                  <a:tcPr/>
                </a:tc>
                <a:tc>
                  <a:txBody>
                    <a:bodyPr/>
                    <a:lstStyle/>
                    <a:p>
                      <a:r>
                        <a:rPr lang="en-IN" dirty="0"/>
                        <a:t>1091</a:t>
                      </a:r>
                    </a:p>
                  </a:txBody>
                  <a:tcPr/>
                </a:tc>
                <a:tc>
                  <a:txBody>
                    <a:bodyPr/>
                    <a:lstStyle/>
                    <a:p>
                      <a:r>
                        <a:rPr lang="en-IN" dirty="0"/>
                        <a:t>1074</a:t>
                      </a:r>
                    </a:p>
                  </a:txBody>
                  <a:tcPr/>
                </a:tc>
                <a:extLst>
                  <a:ext uri="{0D108BD9-81ED-4DB2-BD59-A6C34878D82A}">
                    <a16:rowId xmlns:a16="http://schemas.microsoft.com/office/drawing/2014/main" val="1698366517"/>
                  </a:ext>
                </a:extLst>
              </a:tr>
              <a:tr h="370840">
                <a:tc>
                  <a:txBody>
                    <a:bodyPr/>
                    <a:lstStyle/>
                    <a:p>
                      <a:r>
                        <a:rPr lang="en-US" dirty="0"/>
                        <a:t>= EBITDA</a:t>
                      </a:r>
                      <a:endParaRPr lang="en-IN" dirty="0"/>
                    </a:p>
                  </a:txBody>
                  <a:tcPr/>
                </a:tc>
                <a:tc>
                  <a:txBody>
                    <a:bodyPr/>
                    <a:lstStyle/>
                    <a:p>
                      <a:r>
                        <a:rPr lang="en-IN" b="1" dirty="0"/>
                        <a:t>14018</a:t>
                      </a:r>
                    </a:p>
                  </a:txBody>
                  <a:tcPr/>
                </a:tc>
                <a:tc>
                  <a:txBody>
                    <a:bodyPr/>
                    <a:lstStyle/>
                    <a:p>
                      <a:r>
                        <a:rPr lang="en-IN" b="1" dirty="0"/>
                        <a:t>13733</a:t>
                      </a:r>
                    </a:p>
                  </a:txBody>
                  <a:tcPr/>
                </a:tc>
                <a:tc>
                  <a:txBody>
                    <a:bodyPr/>
                    <a:lstStyle/>
                    <a:p>
                      <a:r>
                        <a:rPr lang="en-IN" dirty="0"/>
                        <a:t>13118</a:t>
                      </a:r>
                    </a:p>
                  </a:txBody>
                  <a:tcPr/>
                </a:tc>
                <a:tc>
                  <a:txBody>
                    <a:bodyPr/>
                    <a:lstStyle/>
                    <a:p>
                      <a:r>
                        <a:rPr lang="en-IN" dirty="0"/>
                        <a:t>11959</a:t>
                      </a:r>
                    </a:p>
                  </a:txBody>
                  <a:tcPr/>
                </a:tc>
                <a:tc>
                  <a:txBody>
                    <a:bodyPr/>
                    <a:lstStyle/>
                    <a:p>
                      <a:r>
                        <a:rPr lang="en-IN" dirty="0"/>
                        <a:t>10919</a:t>
                      </a:r>
                    </a:p>
                  </a:txBody>
                  <a:tcPr/>
                </a:tc>
                <a:extLst>
                  <a:ext uri="{0D108BD9-81ED-4DB2-BD59-A6C34878D82A}">
                    <a16:rowId xmlns:a16="http://schemas.microsoft.com/office/drawing/2014/main" val="2232746911"/>
                  </a:ext>
                </a:extLst>
              </a:tr>
              <a:tr h="37084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070792527"/>
                  </a:ext>
                </a:extLst>
              </a:tr>
              <a:tr h="370840">
                <a:tc>
                  <a:txBody>
                    <a:bodyPr/>
                    <a:lstStyle/>
                    <a:p>
                      <a:r>
                        <a:rPr lang="en-US" dirty="0"/>
                        <a:t>EBIT(1-T)</a:t>
                      </a:r>
                      <a:endParaRPr lang="en-IN" dirty="0"/>
                    </a:p>
                  </a:txBody>
                  <a:tcPr/>
                </a:tc>
                <a:tc>
                  <a:txBody>
                    <a:bodyPr/>
                    <a:lstStyle/>
                    <a:p>
                      <a:r>
                        <a:rPr lang="en-IN" dirty="0"/>
                        <a:t>9376</a:t>
                      </a:r>
                    </a:p>
                  </a:txBody>
                  <a:tcPr/>
                </a:tc>
                <a:tc>
                  <a:txBody>
                    <a:bodyPr/>
                    <a:lstStyle/>
                    <a:p>
                      <a:r>
                        <a:rPr lang="en-IN" dirty="0"/>
                        <a:t>9243</a:t>
                      </a:r>
                    </a:p>
                  </a:txBody>
                  <a:tcPr/>
                </a:tc>
                <a:tc>
                  <a:txBody>
                    <a:bodyPr/>
                    <a:lstStyle/>
                    <a:p>
                      <a:r>
                        <a:rPr lang="en-IN" dirty="0"/>
                        <a:t>9108</a:t>
                      </a:r>
                    </a:p>
                  </a:txBody>
                  <a:tcPr/>
                </a:tc>
                <a:tc>
                  <a:txBody>
                    <a:bodyPr/>
                    <a:lstStyle/>
                    <a:p>
                      <a:r>
                        <a:rPr lang="en-IN" dirty="0"/>
                        <a:t>8134</a:t>
                      </a:r>
                    </a:p>
                  </a:txBody>
                  <a:tcPr/>
                </a:tc>
                <a:tc>
                  <a:txBody>
                    <a:bodyPr/>
                    <a:lstStyle/>
                    <a:p>
                      <a:r>
                        <a:rPr lang="en-IN" dirty="0"/>
                        <a:t>7426</a:t>
                      </a:r>
                    </a:p>
                  </a:txBody>
                  <a:tcPr/>
                </a:tc>
                <a:extLst>
                  <a:ext uri="{0D108BD9-81ED-4DB2-BD59-A6C34878D82A}">
                    <a16:rowId xmlns:a16="http://schemas.microsoft.com/office/drawing/2014/main" val="2302520892"/>
                  </a:ext>
                </a:extLst>
              </a:tr>
              <a:tr h="370840">
                <a:tc>
                  <a:txBody>
                    <a:bodyPr/>
                    <a:lstStyle/>
                    <a:p>
                      <a:r>
                        <a:rPr lang="en-US" dirty="0"/>
                        <a:t>- </a:t>
                      </a:r>
                      <a:r>
                        <a:rPr lang="en-US" dirty="0" err="1"/>
                        <a:t>Reinvst</a:t>
                      </a:r>
                      <a:endParaRPr lang="en-IN" dirty="0"/>
                    </a:p>
                  </a:txBody>
                  <a:tcPr/>
                </a:tc>
                <a:tc>
                  <a:txBody>
                    <a:bodyPr/>
                    <a:lstStyle/>
                    <a:p>
                      <a:r>
                        <a:rPr lang="en-IN" dirty="0"/>
                        <a:t>961</a:t>
                      </a:r>
                    </a:p>
                  </a:txBody>
                  <a:tcPr/>
                </a:tc>
                <a:tc>
                  <a:txBody>
                    <a:bodyPr/>
                    <a:lstStyle/>
                    <a:p>
                      <a:r>
                        <a:rPr lang="en-IN" dirty="0"/>
                        <a:t>-264</a:t>
                      </a:r>
                    </a:p>
                  </a:txBody>
                  <a:tcPr/>
                </a:tc>
                <a:tc>
                  <a:txBody>
                    <a:bodyPr/>
                    <a:lstStyle/>
                    <a:p>
                      <a:r>
                        <a:rPr lang="en-IN" dirty="0"/>
                        <a:t>1447</a:t>
                      </a:r>
                    </a:p>
                  </a:txBody>
                  <a:tcPr/>
                </a:tc>
                <a:tc>
                  <a:txBody>
                    <a:bodyPr/>
                    <a:lstStyle/>
                    <a:p>
                      <a:r>
                        <a:rPr lang="en-IN" dirty="0"/>
                        <a:t>1327</a:t>
                      </a:r>
                    </a:p>
                  </a:txBody>
                  <a:tcPr/>
                </a:tc>
                <a:tc>
                  <a:txBody>
                    <a:bodyPr/>
                    <a:lstStyle/>
                    <a:p>
                      <a:r>
                        <a:rPr lang="en-IN" dirty="0"/>
                        <a:t>28986</a:t>
                      </a:r>
                    </a:p>
                  </a:txBody>
                  <a:tcPr/>
                </a:tc>
                <a:extLst>
                  <a:ext uri="{0D108BD9-81ED-4DB2-BD59-A6C34878D82A}">
                    <a16:rowId xmlns:a16="http://schemas.microsoft.com/office/drawing/2014/main" val="4293412671"/>
                  </a:ext>
                </a:extLst>
              </a:tr>
              <a:tr h="370840">
                <a:tc>
                  <a:txBody>
                    <a:bodyPr/>
                    <a:lstStyle/>
                    <a:p>
                      <a:r>
                        <a:rPr lang="en-US" b="1" dirty="0"/>
                        <a:t>= FCFF</a:t>
                      </a:r>
                      <a:endParaRPr lang="en-IN" b="1" dirty="0"/>
                    </a:p>
                  </a:txBody>
                  <a:tcPr/>
                </a:tc>
                <a:tc>
                  <a:txBody>
                    <a:bodyPr/>
                    <a:lstStyle/>
                    <a:p>
                      <a:r>
                        <a:rPr lang="en-IN" b="1" dirty="0"/>
                        <a:t>8415</a:t>
                      </a:r>
                    </a:p>
                  </a:txBody>
                  <a:tcPr/>
                </a:tc>
                <a:tc>
                  <a:txBody>
                    <a:bodyPr/>
                    <a:lstStyle/>
                    <a:p>
                      <a:r>
                        <a:rPr lang="en-IN" b="1" dirty="0"/>
                        <a:t>9507</a:t>
                      </a:r>
                    </a:p>
                  </a:txBody>
                  <a:tcPr/>
                </a:tc>
                <a:tc>
                  <a:txBody>
                    <a:bodyPr/>
                    <a:lstStyle/>
                    <a:p>
                      <a:r>
                        <a:rPr lang="en-IN" b="1" dirty="0"/>
                        <a:t>7661</a:t>
                      </a:r>
                    </a:p>
                  </a:txBody>
                  <a:tcPr/>
                </a:tc>
                <a:tc>
                  <a:txBody>
                    <a:bodyPr/>
                    <a:lstStyle/>
                    <a:p>
                      <a:r>
                        <a:rPr lang="en-IN" b="1" dirty="0"/>
                        <a:t>6807</a:t>
                      </a:r>
                    </a:p>
                  </a:txBody>
                  <a:tcPr/>
                </a:tc>
                <a:tc>
                  <a:txBody>
                    <a:bodyPr/>
                    <a:lstStyle/>
                    <a:p>
                      <a:r>
                        <a:rPr lang="en-IN" b="1" dirty="0"/>
                        <a:t>-21560</a:t>
                      </a:r>
                    </a:p>
                  </a:txBody>
                  <a:tcPr/>
                </a:tc>
                <a:extLst>
                  <a:ext uri="{0D108BD9-81ED-4DB2-BD59-A6C34878D82A}">
                    <a16:rowId xmlns:a16="http://schemas.microsoft.com/office/drawing/2014/main" val="2722667753"/>
                  </a:ext>
                </a:extLst>
              </a:tr>
              <a:tr h="37084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085808992"/>
                  </a:ext>
                </a:extLst>
              </a:tr>
              <a:tr h="370840">
                <a:tc>
                  <a:txBody>
                    <a:bodyPr/>
                    <a:lstStyle/>
                    <a:p>
                      <a:r>
                        <a:rPr lang="en-US" b="1" dirty="0"/>
                        <a:t>FCFF/EBITDA</a:t>
                      </a:r>
                      <a:endParaRPr lang="en-IN" b="1" dirty="0"/>
                    </a:p>
                  </a:txBody>
                  <a:tcPr/>
                </a:tc>
                <a:tc>
                  <a:txBody>
                    <a:bodyPr/>
                    <a:lstStyle/>
                    <a:p>
                      <a:r>
                        <a:rPr lang="en-IN" b="1" dirty="0"/>
                        <a:t>0.60</a:t>
                      </a:r>
                    </a:p>
                  </a:txBody>
                  <a:tcPr/>
                </a:tc>
                <a:tc>
                  <a:txBody>
                    <a:bodyPr/>
                    <a:lstStyle/>
                    <a:p>
                      <a:r>
                        <a:rPr lang="en-IN" b="1" dirty="0"/>
                        <a:t>0.69</a:t>
                      </a:r>
                    </a:p>
                  </a:txBody>
                  <a:tcPr/>
                </a:tc>
                <a:tc>
                  <a:txBody>
                    <a:bodyPr/>
                    <a:lstStyle/>
                    <a:p>
                      <a:r>
                        <a:rPr lang="en-IN" b="1" dirty="0"/>
                        <a:t>0.58</a:t>
                      </a:r>
                    </a:p>
                  </a:txBody>
                  <a:tcPr/>
                </a:tc>
                <a:tc>
                  <a:txBody>
                    <a:bodyPr/>
                    <a:lstStyle/>
                    <a:p>
                      <a:r>
                        <a:rPr lang="en-IN" b="1" dirty="0"/>
                        <a:t>0.57</a:t>
                      </a:r>
                    </a:p>
                  </a:txBody>
                  <a:tcPr/>
                </a:tc>
                <a:tc>
                  <a:txBody>
                    <a:bodyPr/>
                    <a:lstStyle/>
                    <a:p>
                      <a:r>
                        <a:rPr lang="en-IN" b="1" dirty="0"/>
                        <a:t>-1.97</a:t>
                      </a:r>
                    </a:p>
                  </a:txBody>
                  <a:tcPr/>
                </a:tc>
                <a:extLst>
                  <a:ext uri="{0D108BD9-81ED-4DB2-BD59-A6C34878D82A}">
                    <a16:rowId xmlns:a16="http://schemas.microsoft.com/office/drawing/2014/main" val="3587994741"/>
                  </a:ext>
                </a:extLst>
              </a:tr>
              <a:tr h="370840">
                <a:tc>
                  <a:txBody>
                    <a:bodyPr/>
                    <a:lstStyle/>
                    <a:p>
                      <a:r>
                        <a:rPr lang="en-US" dirty="0"/>
                        <a:t>Avg FCFF/EBITDA</a:t>
                      </a:r>
                      <a:endParaRPr lang="en-IN" dirty="0"/>
                    </a:p>
                  </a:txBody>
                  <a:tcPr/>
                </a:tc>
                <a:tc>
                  <a:txBody>
                    <a:bodyPr/>
                    <a:lstStyle/>
                    <a:p>
                      <a:r>
                        <a:rPr lang="en-US" dirty="0"/>
                        <a:t>9.40 %</a:t>
                      </a:r>
                      <a:endParaRPr lang="en-IN" dirty="0"/>
                    </a:p>
                  </a:txBody>
                  <a:tcPr/>
                </a:tc>
                <a:tc>
                  <a:txBody>
                    <a:bodyPr/>
                    <a:lstStyle/>
                    <a:p>
                      <a:r>
                        <a:rPr lang="en-IN" dirty="0" err="1"/>
                        <a:t>Avg</a:t>
                      </a:r>
                      <a:r>
                        <a:rPr lang="en-IN" dirty="0"/>
                        <a:t> excluding 2021 = 61  % </a:t>
                      </a:r>
                    </a:p>
                  </a:txBody>
                  <a:tcPr/>
                </a:tc>
                <a:tc>
                  <a:txBody>
                    <a:bodyPr/>
                    <a:lstStyle/>
                    <a:p>
                      <a:r>
                        <a:rPr lang="en-IN" dirty="0"/>
                        <a:t> </a:t>
                      </a:r>
                      <a:r>
                        <a:rPr lang="en-IN" b="1" dirty="0">
                          <a:highlight>
                            <a:srgbClr val="FFFF00"/>
                          </a:highlight>
                        </a:rPr>
                        <a:t>we shall take 60% </a:t>
                      </a:r>
                    </a:p>
                  </a:txBody>
                  <a:tcPr/>
                </a:tc>
                <a:tc>
                  <a:txBody>
                    <a:bodyPr/>
                    <a:lstStyle/>
                    <a:p>
                      <a:r>
                        <a:rPr lang="en-IN" dirty="0"/>
                        <a:t>Median = 58%</a:t>
                      </a:r>
                    </a:p>
                  </a:txBody>
                  <a:tcPr/>
                </a:tc>
                <a:tc>
                  <a:txBody>
                    <a:bodyPr/>
                    <a:lstStyle/>
                    <a:p>
                      <a:endParaRPr lang="en-IN" dirty="0"/>
                    </a:p>
                  </a:txBody>
                  <a:tcPr/>
                </a:tc>
                <a:extLst>
                  <a:ext uri="{0D108BD9-81ED-4DB2-BD59-A6C34878D82A}">
                    <a16:rowId xmlns:a16="http://schemas.microsoft.com/office/drawing/2014/main" val="727685358"/>
                  </a:ext>
                </a:extLst>
              </a:tr>
            </a:tbl>
          </a:graphicData>
        </a:graphic>
      </p:graphicFrame>
    </p:spTree>
    <p:extLst>
      <p:ext uri="{BB962C8B-B14F-4D97-AF65-F5344CB8AC3E}">
        <p14:creationId xmlns:p14="http://schemas.microsoft.com/office/powerpoint/2010/main" val="3098161078"/>
      </p:ext>
    </p:extLst>
  </p:cSld>
  <p:clrMapOvr>
    <a:masterClrMapping/>
  </p:clrMapOvr>
</p:sld>
</file>

<file path=ppt/slides/slide5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1424F-EA54-4695-AE39-9AC2C8489447}"/>
              </a:ext>
            </a:extLst>
          </p:cNvPr>
          <p:cNvSpPr>
            <a:spLocks noGrp="1"/>
          </p:cNvSpPr>
          <p:nvPr>
            <p:ph type="title"/>
          </p:nvPr>
        </p:nvSpPr>
        <p:spPr/>
        <p:txBody>
          <a:bodyPr/>
          <a:lstStyle/>
          <a:p>
            <a:r>
              <a:rPr lang="en-US" b="1" dirty="0"/>
              <a:t>WACC for HUL </a:t>
            </a:r>
            <a:endParaRPr lang="en-IN" b="1" dirty="0"/>
          </a:p>
        </p:txBody>
      </p:sp>
      <p:sp>
        <p:nvSpPr>
          <p:cNvPr id="3" name="Content Placeholder 2">
            <a:extLst>
              <a:ext uri="{FF2B5EF4-FFF2-40B4-BE49-F238E27FC236}">
                <a16:creationId xmlns:a16="http://schemas.microsoft.com/office/drawing/2014/main" id="{3E925744-6BCD-44D9-A54E-1E205BB5D860}"/>
              </a:ext>
            </a:extLst>
          </p:cNvPr>
          <p:cNvSpPr>
            <a:spLocks noGrp="1"/>
          </p:cNvSpPr>
          <p:nvPr>
            <p:ph idx="1"/>
          </p:nvPr>
        </p:nvSpPr>
        <p:spPr/>
        <p:txBody>
          <a:bodyPr/>
          <a:lstStyle/>
          <a:p>
            <a:r>
              <a:rPr lang="en-US" dirty="0"/>
              <a:t>Stable phase WACC = 9 %</a:t>
            </a:r>
          </a:p>
        </p:txBody>
      </p:sp>
    </p:spTree>
    <p:extLst>
      <p:ext uri="{BB962C8B-B14F-4D97-AF65-F5344CB8AC3E}">
        <p14:creationId xmlns:p14="http://schemas.microsoft.com/office/powerpoint/2010/main" val="4176377568"/>
      </p:ext>
    </p:extLst>
  </p:cSld>
  <p:clrMapOvr>
    <a:masterClrMapping/>
  </p:clrMapOvr>
</p:sld>
</file>

<file path=ppt/slides/slide5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49B7A-E5E8-4F79-A166-9AAE1E19CEEE}"/>
              </a:ext>
            </a:extLst>
          </p:cNvPr>
          <p:cNvSpPr>
            <a:spLocks noGrp="1"/>
          </p:cNvSpPr>
          <p:nvPr>
            <p:ph type="title"/>
          </p:nvPr>
        </p:nvSpPr>
        <p:spPr/>
        <p:txBody>
          <a:bodyPr/>
          <a:lstStyle/>
          <a:p>
            <a:r>
              <a:rPr lang="en-US" b="1" dirty="0">
                <a:highlight>
                  <a:srgbClr val="FFFF00"/>
                </a:highlight>
              </a:rPr>
              <a:t>EV/EBITDA for HUL- 1 January 2026 </a:t>
            </a:r>
            <a:endParaRPr lang="en-IN" b="1" dirty="0">
              <a:highlight>
                <a:srgbClr val="FFFF00"/>
              </a:highlight>
            </a:endParaRPr>
          </a:p>
        </p:txBody>
      </p:sp>
      <p:sp>
        <p:nvSpPr>
          <p:cNvPr id="3" name="Content Placeholder 2">
            <a:extLst>
              <a:ext uri="{FF2B5EF4-FFF2-40B4-BE49-F238E27FC236}">
                <a16:creationId xmlns:a16="http://schemas.microsoft.com/office/drawing/2014/main" id="{C1379245-A916-4EA8-AD73-22CA7484043B}"/>
              </a:ext>
            </a:extLst>
          </p:cNvPr>
          <p:cNvSpPr>
            <a:spLocks noGrp="1"/>
          </p:cNvSpPr>
          <p:nvPr>
            <p:ph idx="1"/>
          </p:nvPr>
        </p:nvSpPr>
        <p:spPr/>
        <p:txBody>
          <a:bodyPr>
            <a:normAutofit fontScale="77500" lnSpcReduction="20000"/>
          </a:bodyPr>
          <a:lstStyle/>
          <a:p>
            <a:r>
              <a:rPr lang="en-US" dirty="0"/>
              <a:t>FCFF/EBITDA = 0.60; g= 4.40%; WACC= 9%</a:t>
            </a:r>
          </a:p>
          <a:p>
            <a:endParaRPr lang="en-US" dirty="0"/>
          </a:p>
          <a:p>
            <a:r>
              <a:rPr lang="en-US" dirty="0"/>
              <a:t>EV/EBITDA = 0.60 (1.044) / (0.09-0.044) = 0.6264/0.046 = </a:t>
            </a:r>
            <a:r>
              <a:rPr lang="en-US" b="1" dirty="0"/>
              <a:t>13.62 times</a:t>
            </a:r>
          </a:p>
          <a:p>
            <a:endParaRPr lang="en-US" dirty="0"/>
          </a:p>
          <a:p>
            <a:r>
              <a:rPr lang="en-US" dirty="0"/>
              <a:t>Predicted </a:t>
            </a:r>
            <a:r>
              <a:rPr lang="en-US" dirty="0" err="1"/>
              <a:t>EntV</a:t>
            </a:r>
            <a:r>
              <a:rPr lang="en-US" dirty="0"/>
              <a:t> = 13.62  * EBITDA 2025* (1 + 0.09 / 360 * 271= 1.07)= 13.62*14018*1.07</a:t>
            </a:r>
          </a:p>
          <a:p>
            <a:pPr marL="0" indent="0">
              <a:buNone/>
            </a:pPr>
            <a:r>
              <a:rPr lang="en-US" dirty="0"/>
              <a:t> </a:t>
            </a:r>
            <a:r>
              <a:rPr lang="en-US" b="1" dirty="0"/>
              <a:t>= INR 204290 </a:t>
            </a:r>
            <a:r>
              <a:rPr lang="en-US" b="1" dirty="0" err="1"/>
              <a:t>cr</a:t>
            </a:r>
            <a:endParaRPr lang="en-US" b="1" dirty="0"/>
          </a:p>
          <a:p>
            <a:endParaRPr lang="en-US" dirty="0"/>
          </a:p>
          <a:p>
            <a:r>
              <a:rPr lang="en-US" b="1" dirty="0"/>
              <a:t>Predicted </a:t>
            </a:r>
            <a:r>
              <a:rPr lang="en-US" b="1" dirty="0" err="1"/>
              <a:t>Eq.value</a:t>
            </a:r>
            <a:r>
              <a:rPr lang="en-US" b="1" dirty="0"/>
              <a:t>  on 1 Jan 2026</a:t>
            </a:r>
            <a:r>
              <a:rPr lang="en-US" dirty="0"/>
              <a:t>= </a:t>
            </a:r>
            <a:r>
              <a:rPr lang="en-US" dirty="0" err="1"/>
              <a:t>EntV</a:t>
            </a:r>
            <a:r>
              <a:rPr lang="en-US" dirty="0"/>
              <a:t> – Debt + Cash = 204290 -1+ 7554+3751 = </a:t>
            </a:r>
          </a:p>
          <a:p>
            <a:pPr marL="0" indent="0">
              <a:buNone/>
            </a:pPr>
            <a:r>
              <a:rPr lang="en-US" b="1" dirty="0"/>
              <a:t>Rs 215594 Cr</a:t>
            </a:r>
          </a:p>
          <a:p>
            <a:pPr marL="0" indent="0">
              <a:buNone/>
            </a:pPr>
            <a:r>
              <a:rPr lang="en-US" b="1" dirty="0">
                <a:highlight>
                  <a:srgbClr val="FFFF00"/>
                </a:highlight>
              </a:rPr>
              <a:t>Predicted Price/share </a:t>
            </a:r>
            <a:r>
              <a:rPr lang="en-US" b="1" dirty="0"/>
              <a:t>= 215594 </a:t>
            </a:r>
            <a:r>
              <a:rPr lang="en-US" dirty="0"/>
              <a:t>/234.96 </a:t>
            </a:r>
            <a:r>
              <a:rPr lang="en-US" b="1" dirty="0"/>
              <a:t>= </a:t>
            </a:r>
            <a:r>
              <a:rPr lang="en-US" b="1" dirty="0">
                <a:highlight>
                  <a:srgbClr val="FFFF00"/>
                </a:highlight>
              </a:rPr>
              <a:t>INR 917.58</a:t>
            </a:r>
          </a:p>
          <a:p>
            <a:r>
              <a:rPr lang="en-US" b="1" dirty="0">
                <a:highlight>
                  <a:srgbClr val="FFFF00"/>
                </a:highlight>
              </a:rPr>
              <a:t>CMP = </a:t>
            </a:r>
            <a:r>
              <a:rPr lang="en-US" dirty="0">
                <a:highlight>
                  <a:srgbClr val="FFFF00"/>
                </a:highlight>
              </a:rPr>
              <a:t>INR 2323 </a:t>
            </a:r>
            <a:r>
              <a:rPr lang="en-US" b="1" dirty="0"/>
              <a:t>on 1 January 2026</a:t>
            </a:r>
          </a:p>
          <a:p>
            <a:r>
              <a:rPr lang="en-US" b="1" dirty="0"/>
              <a:t>52 week LH : </a:t>
            </a:r>
            <a:r>
              <a:rPr lang="en-US" dirty="0"/>
              <a:t>INR 2136.00 – INR 2750.00                                                </a:t>
            </a:r>
            <a:r>
              <a:rPr lang="en-US" dirty="0">
                <a:highlight>
                  <a:srgbClr val="FFFF00"/>
                </a:highlight>
              </a:rPr>
              <a:t>Highly</a:t>
            </a:r>
            <a:r>
              <a:rPr lang="en-US" dirty="0"/>
              <a:t> </a:t>
            </a:r>
            <a:r>
              <a:rPr lang="en-US" dirty="0">
                <a:highlight>
                  <a:srgbClr val="FFFF00"/>
                </a:highlight>
              </a:rPr>
              <a:t>Overvalued</a:t>
            </a:r>
          </a:p>
        </p:txBody>
      </p:sp>
    </p:spTree>
    <p:extLst>
      <p:ext uri="{BB962C8B-B14F-4D97-AF65-F5344CB8AC3E}">
        <p14:creationId xmlns:p14="http://schemas.microsoft.com/office/powerpoint/2010/main" val="1303460348"/>
      </p:ext>
    </p:extLst>
  </p:cSld>
  <p:clrMapOvr>
    <a:masterClrMapping/>
  </p:clrMapOvr>
</p:sld>
</file>

<file path=ppt/slides/slide5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77143-9E70-4116-BA28-0E169A64B9C8}"/>
              </a:ext>
            </a:extLst>
          </p:cNvPr>
          <p:cNvSpPr>
            <a:spLocks noGrp="1"/>
          </p:cNvSpPr>
          <p:nvPr>
            <p:ph type="title"/>
          </p:nvPr>
        </p:nvSpPr>
        <p:spPr/>
        <p:txBody>
          <a:bodyPr/>
          <a:lstStyle/>
          <a:p>
            <a:pPr algn="ctr"/>
            <a:r>
              <a:rPr lang="en-IN" b="1" dirty="0"/>
              <a:t>EV/EBITDA for a 2 stage firm </a:t>
            </a:r>
          </a:p>
        </p:txBody>
      </p:sp>
      <p:sp>
        <p:nvSpPr>
          <p:cNvPr id="3" name="Content Placeholder 2">
            <a:extLst>
              <a:ext uri="{FF2B5EF4-FFF2-40B4-BE49-F238E27FC236}">
                <a16:creationId xmlns:a16="http://schemas.microsoft.com/office/drawing/2014/main" id="{CDF07D5C-B144-42F8-A317-842A9C95988D}"/>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410811344"/>
      </p:ext>
    </p:extLst>
  </p:cSld>
  <p:clrMapOvr>
    <a:masterClrMapping/>
  </p:clrMapOvr>
</p:sld>
</file>

<file path=ppt/slides/slide5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370FF-49C0-408C-AAFB-4EFCFB1255C9}"/>
              </a:ext>
            </a:extLst>
          </p:cNvPr>
          <p:cNvSpPr>
            <a:spLocks noGrp="1"/>
          </p:cNvSpPr>
          <p:nvPr>
            <p:ph type="title"/>
          </p:nvPr>
        </p:nvSpPr>
        <p:spPr/>
        <p:txBody>
          <a:bodyPr/>
          <a:lstStyle/>
          <a:p>
            <a:r>
              <a:rPr lang="en-US" dirty="0"/>
              <a:t>Let us consider </a:t>
            </a:r>
            <a:endParaRPr lang="en-IN" dirty="0"/>
          </a:p>
        </p:txBody>
      </p:sp>
      <p:sp>
        <p:nvSpPr>
          <p:cNvPr id="3" name="Content Placeholder 2">
            <a:extLst>
              <a:ext uri="{FF2B5EF4-FFF2-40B4-BE49-F238E27FC236}">
                <a16:creationId xmlns:a16="http://schemas.microsoft.com/office/drawing/2014/main" id="{230084E2-6641-42EF-9A6A-D060FEFD859C}"/>
              </a:ext>
            </a:extLst>
          </p:cNvPr>
          <p:cNvSpPr>
            <a:spLocks noGrp="1"/>
          </p:cNvSpPr>
          <p:nvPr>
            <p:ph idx="1"/>
          </p:nvPr>
        </p:nvSpPr>
        <p:spPr/>
        <p:txBody>
          <a:bodyPr/>
          <a:lstStyle/>
          <a:p>
            <a:pPr marL="0" indent="0">
              <a:buNone/>
            </a:pPr>
            <a:r>
              <a:rPr lang="en-US" b="1" dirty="0"/>
              <a:t>Hero </a:t>
            </a:r>
            <a:r>
              <a:rPr lang="en-US" b="1" dirty="0" err="1"/>
              <a:t>Motocorp</a:t>
            </a:r>
            <a:r>
              <a:rPr lang="en-US" b="1" dirty="0"/>
              <a:t> Ltd </a:t>
            </a:r>
            <a:endParaRPr lang="en-IN"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DA432EF9-22AD-315E-BE83-30D12B57488D}"/>
                  </a:ext>
                </a:extLst>
              </p14:cNvPr>
              <p14:cNvContentPartPr/>
              <p14:nvPr/>
            </p14:nvContentPartPr>
            <p14:xfrm>
              <a:off x="1647000" y="2987640"/>
              <a:ext cx="2961720" cy="295200"/>
            </p14:xfrm>
          </p:contentPart>
        </mc:Choice>
        <mc:Fallback xmlns="">
          <p:pic>
            <p:nvPicPr>
              <p:cNvPr id="4" name="Ink 3">
                <a:extLst>
                  <a:ext uri="{FF2B5EF4-FFF2-40B4-BE49-F238E27FC236}">
                    <a16:creationId xmlns:a16="http://schemas.microsoft.com/office/drawing/2014/main" id="{DA432EF9-22AD-315E-BE83-30D12B57488D}"/>
                  </a:ext>
                </a:extLst>
              </p:cNvPr>
              <p:cNvPicPr/>
              <p:nvPr/>
            </p:nvPicPr>
            <p:blipFill>
              <a:blip r:embed="rId3"/>
              <a:stretch>
                <a:fillRect/>
              </a:stretch>
            </p:blipFill>
            <p:spPr>
              <a:xfrm>
                <a:off x="1637640" y="2978280"/>
                <a:ext cx="2980440" cy="313920"/>
              </a:xfrm>
              <a:prstGeom prst="rect">
                <a:avLst/>
              </a:prstGeom>
            </p:spPr>
          </p:pic>
        </mc:Fallback>
      </mc:AlternateContent>
    </p:spTree>
    <p:extLst>
      <p:ext uri="{BB962C8B-B14F-4D97-AF65-F5344CB8AC3E}">
        <p14:creationId xmlns:p14="http://schemas.microsoft.com/office/powerpoint/2010/main" val="2049375155"/>
      </p:ext>
    </p:extLst>
  </p:cSld>
  <p:clrMapOvr>
    <a:masterClrMapping/>
  </p:clrMapOvr>
</p:sld>
</file>

<file path=ppt/slides/slide5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E9904-2952-4ED0-9D67-445DB965375E}"/>
              </a:ext>
            </a:extLst>
          </p:cNvPr>
          <p:cNvSpPr>
            <a:spLocks noGrp="1"/>
          </p:cNvSpPr>
          <p:nvPr>
            <p:ph type="title"/>
          </p:nvPr>
        </p:nvSpPr>
        <p:spPr/>
        <p:txBody>
          <a:bodyPr/>
          <a:lstStyle/>
          <a:p>
            <a:r>
              <a:rPr lang="en-US" b="1" dirty="0"/>
              <a:t>Five Year Average ROC for Hero </a:t>
            </a:r>
            <a:r>
              <a:rPr lang="en-US" b="1" dirty="0" err="1"/>
              <a:t>Motocorp</a:t>
            </a:r>
            <a:r>
              <a:rPr lang="en-US" b="1" dirty="0"/>
              <a:t>  </a:t>
            </a:r>
            <a:endParaRPr lang="en-IN" b="1" dirty="0"/>
          </a:p>
        </p:txBody>
      </p:sp>
      <p:graphicFrame>
        <p:nvGraphicFramePr>
          <p:cNvPr id="4" name="Table 4">
            <a:extLst>
              <a:ext uri="{FF2B5EF4-FFF2-40B4-BE49-F238E27FC236}">
                <a16:creationId xmlns:a16="http://schemas.microsoft.com/office/drawing/2014/main" id="{82402FFE-C97E-4A6B-A5B4-4F3BF6814545}"/>
              </a:ext>
            </a:extLst>
          </p:cNvPr>
          <p:cNvGraphicFramePr>
            <a:graphicFrameLocks noGrp="1"/>
          </p:cNvGraphicFramePr>
          <p:nvPr>
            <p:ph idx="1"/>
          </p:nvPr>
        </p:nvGraphicFramePr>
        <p:xfrm>
          <a:off x="838200" y="1825625"/>
          <a:ext cx="10515600" cy="1381760"/>
        </p:xfrm>
        <a:graphic>
          <a:graphicData uri="http://schemas.openxmlformats.org/drawingml/2006/table">
            <a:tbl>
              <a:tblPr firstRow="1" bandRow="1">
                <a:tableStyleId>{5C22544A-7EE6-4342-B048-85BDC9FD1C3A}</a:tableStyleId>
              </a:tblPr>
              <a:tblGrid>
                <a:gridCol w="1752600">
                  <a:extLst>
                    <a:ext uri="{9D8B030D-6E8A-4147-A177-3AD203B41FA5}">
                      <a16:colId xmlns:a16="http://schemas.microsoft.com/office/drawing/2014/main" val="1340238082"/>
                    </a:ext>
                  </a:extLst>
                </a:gridCol>
                <a:gridCol w="1752600">
                  <a:extLst>
                    <a:ext uri="{9D8B030D-6E8A-4147-A177-3AD203B41FA5}">
                      <a16:colId xmlns:a16="http://schemas.microsoft.com/office/drawing/2014/main" val="68420675"/>
                    </a:ext>
                  </a:extLst>
                </a:gridCol>
                <a:gridCol w="1752600">
                  <a:extLst>
                    <a:ext uri="{9D8B030D-6E8A-4147-A177-3AD203B41FA5}">
                      <a16:colId xmlns:a16="http://schemas.microsoft.com/office/drawing/2014/main" val="1279391335"/>
                    </a:ext>
                  </a:extLst>
                </a:gridCol>
                <a:gridCol w="1752600">
                  <a:extLst>
                    <a:ext uri="{9D8B030D-6E8A-4147-A177-3AD203B41FA5}">
                      <a16:colId xmlns:a16="http://schemas.microsoft.com/office/drawing/2014/main" val="3468009399"/>
                    </a:ext>
                  </a:extLst>
                </a:gridCol>
                <a:gridCol w="1752600">
                  <a:extLst>
                    <a:ext uri="{9D8B030D-6E8A-4147-A177-3AD203B41FA5}">
                      <a16:colId xmlns:a16="http://schemas.microsoft.com/office/drawing/2014/main" val="501061700"/>
                    </a:ext>
                  </a:extLst>
                </a:gridCol>
                <a:gridCol w="1752600">
                  <a:extLst>
                    <a:ext uri="{9D8B030D-6E8A-4147-A177-3AD203B41FA5}">
                      <a16:colId xmlns:a16="http://schemas.microsoft.com/office/drawing/2014/main" val="1853237051"/>
                    </a:ext>
                  </a:extLst>
                </a:gridCol>
              </a:tblGrid>
              <a:tr h="370840">
                <a:tc>
                  <a:txBody>
                    <a:bodyPr/>
                    <a:lstStyle/>
                    <a:p>
                      <a:r>
                        <a:rPr lang="en-US" dirty="0"/>
                        <a:t>Particulars</a:t>
                      </a:r>
                      <a:endParaRPr lang="en-IN" dirty="0"/>
                    </a:p>
                  </a:txBody>
                  <a:tcPr/>
                </a:tc>
                <a:tc>
                  <a:txBody>
                    <a:bodyPr/>
                    <a:lstStyle/>
                    <a:p>
                      <a:r>
                        <a:rPr lang="en-IN" dirty="0"/>
                        <a:t>2025</a:t>
                      </a:r>
                    </a:p>
                  </a:txBody>
                  <a:tcPr/>
                </a:tc>
                <a:tc>
                  <a:txBody>
                    <a:bodyPr/>
                    <a:lstStyle/>
                    <a:p>
                      <a:r>
                        <a:rPr lang="en-IN" dirty="0"/>
                        <a:t>2024</a:t>
                      </a:r>
                    </a:p>
                  </a:txBody>
                  <a:tcPr/>
                </a:tc>
                <a:tc>
                  <a:txBody>
                    <a:bodyPr/>
                    <a:lstStyle/>
                    <a:p>
                      <a:r>
                        <a:rPr lang="en-IN" dirty="0"/>
                        <a:t>2023</a:t>
                      </a:r>
                    </a:p>
                  </a:txBody>
                  <a:tcPr/>
                </a:tc>
                <a:tc>
                  <a:txBody>
                    <a:bodyPr/>
                    <a:lstStyle/>
                    <a:p>
                      <a:r>
                        <a:rPr lang="en-IN" dirty="0"/>
                        <a:t>2022</a:t>
                      </a:r>
                    </a:p>
                  </a:txBody>
                  <a:tcPr/>
                </a:tc>
                <a:tc>
                  <a:txBody>
                    <a:bodyPr/>
                    <a:lstStyle/>
                    <a:p>
                      <a:r>
                        <a:rPr lang="en-IN" dirty="0"/>
                        <a:t>2021</a:t>
                      </a:r>
                    </a:p>
                  </a:txBody>
                  <a:tcPr/>
                </a:tc>
                <a:extLst>
                  <a:ext uri="{0D108BD9-81ED-4DB2-BD59-A6C34878D82A}">
                    <a16:rowId xmlns:a16="http://schemas.microsoft.com/office/drawing/2014/main" val="1185285758"/>
                  </a:ext>
                </a:extLst>
              </a:tr>
              <a:tr h="370840">
                <a:tc>
                  <a:txBody>
                    <a:bodyPr/>
                    <a:lstStyle/>
                    <a:p>
                      <a:r>
                        <a:rPr lang="en-US" dirty="0"/>
                        <a:t>ROC in %</a:t>
                      </a:r>
                      <a:endParaRPr lang="en-IN" dirty="0"/>
                    </a:p>
                  </a:txBody>
                  <a:tcPr/>
                </a:tc>
                <a:tc>
                  <a:txBody>
                    <a:bodyPr/>
                    <a:lstStyle/>
                    <a:p>
                      <a:r>
                        <a:rPr lang="en-IN" dirty="0"/>
                        <a:t>29.47</a:t>
                      </a:r>
                    </a:p>
                  </a:txBody>
                  <a:tcPr/>
                </a:tc>
                <a:tc>
                  <a:txBody>
                    <a:bodyPr/>
                    <a:lstStyle/>
                    <a:p>
                      <a:r>
                        <a:rPr lang="en-IN" dirty="0"/>
                        <a:t>28.51</a:t>
                      </a:r>
                    </a:p>
                  </a:txBody>
                  <a:tcPr/>
                </a:tc>
                <a:tc>
                  <a:txBody>
                    <a:bodyPr/>
                    <a:lstStyle/>
                    <a:p>
                      <a:r>
                        <a:rPr lang="en-IN" dirty="0"/>
                        <a:t>22.14</a:t>
                      </a:r>
                    </a:p>
                  </a:txBody>
                  <a:tcPr/>
                </a:tc>
                <a:tc>
                  <a:txBody>
                    <a:bodyPr/>
                    <a:lstStyle/>
                    <a:p>
                      <a:r>
                        <a:rPr lang="en-IN" dirty="0"/>
                        <a:t>19.51</a:t>
                      </a:r>
                    </a:p>
                  </a:txBody>
                  <a:tcPr/>
                </a:tc>
                <a:tc>
                  <a:txBody>
                    <a:bodyPr/>
                    <a:lstStyle/>
                    <a:p>
                      <a:r>
                        <a:rPr lang="en-IN" dirty="0"/>
                        <a:t>23.76</a:t>
                      </a:r>
                    </a:p>
                  </a:txBody>
                  <a:tcPr/>
                </a:tc>
                <a:extLst>
                  <a:ext uri="{0D108BD9-81ED-4DB2-BD59-A6C34878D82A}">
                    <a16:rowId xmlns:a16="http://schemas.microsoft.com/office/drawing/2014/main" val="4031269677"/>
                  </a:ext>
                </a:extLst>
              </a:tr>
              <a:tr h="370840">
                <a:tc>
                  <a:txBody>
                    <a:bodyPr/>
                    <a:lstStyle/>
                    <a:p>
                      <a:r>
                        <a:rPr lang="en-US" dirty="0"/>
                        <a:t>5 year avg ROC</a:t>
                      </a:r>
                      <a:endParaRPr lang="en-IN" dirty="0"/>
                    </a:p>
                  </a:txBody>
                  <a:tcPr/>
                </a:tc>
                <a:tc>
                  <a:txBody>
                    <a:bodyPr/>
                    <a:lstStyle/>
                    <a:p>
                      <a:r>
                        <a:rPr lang="en-US" dirty="0"/>
                        <a:t>24.68</a:t>
                      </a:r>
                      <a:endParaRPr lang="en-IN" dirty="0"/>
                    </a:p>
                  </a:txBody>
                  <a:tcPr/>
                </a:tc>
                <a:tc>
                  <a:txBody>
                    <a:bodyPr/>
                    <a:lstStyle/>
                    <a:p>
                      <a:r>
                        <a:rPr lang="en-IN" b="1" dirty="0"/>
                        <a:t>Let us assume 25%</a:t>
                      </a:r>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786387396"/>
                  </a:ext>
                </a:extLst>
              </a:tr>
            </a:tbl>
          </a:graphicData>
        </a:graphic>
      </p:graphicFrame>
    </p:spTree>
    <p:extLst>
      <p:ext uri="{BB962C8B-B14F-4D97-AF65-F5344CB8AC3E}">
        <p14:creationId xmlns:p14="http://schemas.microsoft.com/office/powerpoint/2010/main" val="2771858318"/>
      </p:ext>
    </p:extLst>
  </p:cSld>
  <p:clrMapOvr>
    <a:masterClrMapping/>
  </p:clrMapOvr>
</p:sld>
</file>

<file path=ppt/slides/slide5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67B94-5C71-4C16-823D-EB388CB269EB}"/>
              </a:ext>
            </a:extLst>
          </p:cNvPr>
          <p:cNvSpPr>
            <a:spLocks noGrp="1"/>
          </p:cNvSpPr>
          <p:nvPr>
            <p:ph type="title"/>
          </p:nvPr>
        </p:nvSpPr>
        <p:spPr/>
        <p:txBody>
          <a:bodyPr/>
          <a:lstStyle/>
          <a:p>
            <a:r>
              <a:rPr lang="en-US" b="1" dirty="0"/>
              <a:t>Reinvestment Amount – Hero </a:t>
            </a:r>
            <a:r>
              <a:rPr lang="en-US" b="1" dirty="0" err="1"/>
              <a:t>Motocorp</a:t>
            </a:r>
            <a:r>
              <a:rPr lang="en-US" b="1" dirty="0"/>
              <a:t>  </a:t>
            </a:r>
            <a:r>
              <a:rPr lang="en-US" dirty="0"/>
              <a:t>(in Rs </a:t>
            </a:r>
            <a:r>
              <a:rPr lang="en-US" dirty="0" err="1"/>
              <a:t>cr</a:t>
            </a:r>
            <a:r>
              <a:rPr lang="en-US" dirty="0"/>
              <a:t>)</a:t>
            </a:r>
            <a:endParaRPr lang="en-IN" dirty="0"/>
          </a:p>
        </p:txBody>
      </p:sp>
      <p:graphicFrame>
        <p:nvGraphicFramePr>
          <p:cNvPr id="4" name="Table 4">
            <a:extLst>
              <a:ext uri="{FF2B5EF4-FFF2-40B4-BE49-F238E27FC236}">
                <a16:creationId xmlns:a16="http://schemas.microsoft.com/office/drawing/2014/main" id="{CC032253-7ABF-43F9-8395-2240E0F14243}"/>
              </a:ext>
            </a:extLst>
          </p:cNvPr>
          <p:cNvGraphicFramePr>
            <a:graphicFrameLocks noGrp="1"/>
          </p:cNvGraphicFramePr>
          <p:nvPr>
            <p:ph idx="1"/>
          </p:nvPr>
        </p:nvGraphicFramePr>
        <p:xfrm>
          <a:off x="838200" y="1825625"/>
          <a:ext cx="10515600" cy="3664736"/>
        </p:xfrm>
        <a:graphic>
          <a:graphicData uri="http://schemas.openxmlformats.org/drawingml/2006/table">
            <a:tbl>
              <a:tblPr firstRow="1" bandRow="1">
                <a:tableStyleId>{21E4AEA4-8DFA-4A89-87EB-49C32662AFE0}</a:tableStyleId>
              </a:tblPr>
              <a:tblGrid>
                <a:gridCol w="1709057">
                  <a:extLst>
                    <a:ext uri="{9D8B030D-6E8A-4147-A177-3AD203B41FA5}">
                      <a16:colId xmlns:a16="http://schemas.microsoft.com/office/drawing/2014/main" val="2302184130"/>
                    </a:ext>
                  </a:extLst>
                </a:gridCol>
                <a:gridCol w="1796143">
                  <a:extLst>
                    <a:ext uri="{9D8B030D-6E8A-4147-A177-3AD203B41FA5}">
                      <a16:colId xmlns:a16="http://schemas.microsoft.com/office/drawing/2014/main" val="2794571184"/>
                    </a:ext>
                  </a:extLst>
                </a:gridCol>
                <a:gridCol w="1752600">
                  <a:extLst>
                    <a:ext uri="{9D8B030D-6E8A-4147-A177-3AD203B41FA5}">
                      <a16:colId xmlns:a16="http://schemas.microsoft.com/office/drawing/2014/main" val="2559217002"/>
                    </a:ext>
                  </a:extLst>
                </a:gridCol>
                <a:gridCol w="1752600">
                  <a:extLst>
                    <a:ext uri="{9D8B030D-6E8A-4147-A177-3AD203B41FA5}">
                      <a16:colId xmlns:a16="http://schemas.microsoft.com/office/drawing/2014/main" val="3836402395"/>
                    </a:ext>
                  </a:extLst>
                </a:gridCol>
                <a:gridCol w="1752600">
                  <a:extLst>
                    <a:ext uri="{9D8B030D-6E8A-4147-A177-3AD203B41FA5}">
                      <a16:colId xmlns:a16="http://schemas.microsoft.com/office/drawing/2014/main" val="3180827227"/>
                    </a:ext>
                  </a:extLst>
                </a:gridCol>
                <a:gridCol w="1752600">
                  <a:extLst>
                    <a:ext uri="{9D8B030D-6E8A-4147-A177-3AD203B41FA5}">
                      <a16:colId xmlns:a16="http://schemas.microsoft.com/office/drawing/2014/main" val="2163712165"/>
                    </a:ext>
                  </a:extLst>
                </a:gridCol>
              </a:tblGrid>
              <a:tr h="545616">
                <a:tc>
                  <a:txBody>
                    <a:bodyPr/>
                    <a:lstStyle/>
                    <a:p>
                      <a:r>
                        <a:rPr lang="en-US" dirty="0"/>
                        <a:t>Particulars</a:t>
                      </a:r>
                      <a:endParaRPr lang="en-IN" dirty="0"/>
                    </a:p>
                  </a:txBody>
                  <a:tcPr/>
                </a:tc>
                <a:tc>
                  <a:txBody>
                    <a:bodyPr/>
                    <a:lstStyle/>
                    <a:p>
                      <a:r>
                        <a:rPr lang="en-IN" dirty="0"/>
                        <a:t>2025</a:t>
                      </a:r>
                    </a:p>
                  </a:txBody>
                  <a:tcPr/>
                </a:tc>
                <a:tc>
                  <a:txBody>
                    <a:bodyPr/>
                    <a:lstStyle/>
                    <a:p>
                      <a:r>
                        <a:rPr lang="en-IN" dirty="0"/>
                        <a:t>2024</a:t>
                      </a:r>
                    </a:p>
                  </a:txBody>
                  <a:tcPr/>
                </a:tc>
                <a:tc>
                  <a:txBody>
                    <a:bodyPr/>
                    <a:lstStyle/>
                    <a:p>
                      <a:r>
                        <a:rPr lang="en-IN" dirty="0"/>
                        <a:t>2023</a:t>
                      </a:r>
                    </a:p>
                  </a:txBody>
                  <a:tcPr/>
                </a:tc>
                <a:tc>
                  <a:txBody>
                    <a:bodyPr/>
                    <a:lstStyle/>
                    <a:p>
                      <a:r>
                        <a:rPr lang="en-IN" dirty="0"/>
                        <a:t>2022</a:t>
                      </a:r>
                    </a:p>
                  </a:txBody>
                  <a:tcPr/>
                </a:tc>
                <a:tc>
                  <a:txBody>
                    <a:bodyPr/>
                    <a:lstStyle/>
                    <a:p>
                      <a:r>
                        <a:rPr lang="en-IN" dirty="0"/>
                        <a:t>2021</a:t>
                      </a:r>
                    </a:p>
                  </a:txBody>
                  <a:tcPr/>
                </a:tc>
                <a:extLst>
                  <a:ext uri="{0D108BD9-81ED-4DB2-BD59-A6C34878D82A}">
                    <a16:rowId xmlns:a16="http://schemas.microsoft.com/office/drawing/2014/main" val="3146438449"/>
                  </a:ext>
                </a:extLst>
              </a:tr>
              <a:tr h="565763">
                <a:tc>
                  <a:txBody>
                    <a:bodyPr/>
                    <a:lstStyle/>
                    <a:p>
                      <a:r>
                        <a:rPr lang="en-US" dirty="0"/>
                        <a:t>Delta Net Capex </a:t>
                      </a:r>
                    </a:p>
                    <a:p>
                      <a:r>
                        <a:rPr lang="en-US" dirty="0"/>
                        <a:t>(Tangible Fixed Asset +</a:t>
                      </a:r>
                      <a:r>
                        <a:rPr lang="en-US" dirty="0" err="1"/>
                        <a:t>Intang.assets</a:t>
                      </a:r>
                      <a:r>
                        <a:rPr lang="en-US" dirty="0"/>
                        <a:t> + Cap WIP of CY  minus PY)</a:t>
                      </a:r>
                      <a:endParaRPr lang="en-IN" dirty="0"/>
                    </a:p>
                  </a:txBody>
                  <a:tcPr/>
                </a:tc>
                <a:tc>
                  <a:txBody>
                    <a:bodyPr/>
                    <a:lstStyle/>
                    <a:p>
                      <a:r>
                        <a:rPr lang="en-IN" dirty="0"/>
                        <a:t>28</a:t>
                      </a:r>
                    </a:p>
                    <a:p>
                      <a:endParaRPr lang="en-IN" dirty="0"/>
                    </a:p>
                    <a:p>
                      <a:r>
                        <a:rPr lang="en-IN" dirty="0"/>
                        <a:t>( 6388-6360)</a:t>
                      </a:r>
                    </a:p>
                  </a:txBody>
                  <a:tcPr/>
                </a:tc>
                <a:tc>
                  <a:txBody>
                    <a:bodyPr/>
                    <a:lstStyle/>
                    <a:p>
                      <a:r>
                        <a:rPr lang="en-IN" dirty="0"/>
                        <a:t> 78</a:t>
                      </a:r>
                    </a:p>
                    <a:p>
                      <a:endParaRPr lang="en-IN" dirty="0"/>
                    </a:p>
                    <a:p>
                      <a:r>
                        <a:rPr lang="en-IN" dirty="0"/>
                        <a:t>( 6360-6282)</a:t>
                      </a:r>
                    </a:p>
                  </a:txBody>
                  <a:tcPr/>
                </a:tc>
                <a:tc>
                  <a:txBody>
                    <a:bodyPr/>
                    <a:lstStyle/>
                    <a:p>
                      <a:r>
                        <a:rPr lang="en-IN" dirty="0"/>
                        <a:t>-60</a:t>
                      </a:r>
                    </a:p>
                    <a:p>
                      <a:endParaRPr lang="en-IN" dirty="0"/>
                    </a:p>
                    <a:p>
                      <a:r>
                        <a:rPr lang="en-IN" dirty="0"/>
                        <a:t>(6282-6342)</a:t>
                      </a:r>
                    </a:p>
                  </a:txBody>
                  <a:tcPr/>
                </a:tc>
                <a:tc>
                  <a:txBody>
                    <a:bodyPr/>
                    <a:lstStyle/>
                    <a:p>
                      <a:r>
                        <a:rPr lang="en-IN" dirty="0"/>
                        <a:t>-274</a:t>
                      </a:r>
                    </a:p>
                    <a:p>
                      <a:endParaRPr lang="en-IN" dirty="0"/>
                    </a:p>
                    <a:p>
                      <a:r>
                        <a:rPr lang="en-IN" dirty="0"/>
                        <a:t>( 6342-6616)</a:t>
                      </a:r>
                    </a:p>
                  </a:txBody>
                  <a:tcPr/>
                </a:tc>
                <a:tc>
                  <a:txBody>
                    <a:bodyPr/>
                    <a:lstStyle/>
                    <a:p>
                      <a:r>
                        <a:rPr lang="en-IN" dirty="0"/>
                        <a:t>-62</a:t>
                      </a:r>
                    </a:p>
                    <a:p>
                      <a:endParaRPr lang="en-IN" dirty="0"/>
                    </a:p>
                    <a:p>
                      <a:r>
                        <a:rPr lang="en-IN" dirty="0"/>
                        <a:t>( 6616-6678)</a:t>
                      </a:r>
                    </a:p>
                  </a:txBody>
                  <a:tcPr/>
                </a:tc>
                <a:extLst>
                  <a:ext uri="{0D108BD9-81ED-4DB2-BD59-A6C34878D82A}">
                    <a16:rowId xmlns:a16="http://schemas.microsoft.com/office/drawing/2014/main" val="440241834"/>
                  </a:ext>
                </a:extLst>
              </a:tr>
              <a:tr h="370840">
                <a:tc>
                  <a:txBody>
                    <a:bodyPr/>
                    <a:lstStyle/>
                    <a:p>
                      <a:r>
                        <a:rPr lang="en-US" dirty="0"/>
                        <a:t>NWC</a:t>
                      </a:r>
                      <a:endParaRPr lang="en-IN" dirty="0"/>
                    </a:p>
                  </a:txBody>
                  <a:tcPr/>
                </a:tc>
                <a:tc>
                  <a:txBody>
                    <a:bodyPr/>
                    <a:lstStyle/>
                    <a:p>
                      <a:r>
                        <a:rPr lang="en-IN" dirty="0"/>
                        <a:t>( 306 )</a:t>
                      </a:r>
                    </a:p>
                  </a:txBody>
                  <a:tcPr/>
                </a:tc>
                <a:tc>
                  <a:txBody>
                    <a:bodyPr/>
                    <a:lstStyle/>
                    <a:p>
                      <a:r>
                        <a:rPr lang="en-IN" dirty="0"/>
                        <a:t>(1237)</a:t>
                      </a:r>
                    </a:p>
                  </a:txBody>
                  <a:tcPr/>
                </a:tc>
                <a:tc>
                  <a:txBody>
                    <a:bodyPr/>
                    <a:lstStyle/>
                    <a:p>
                      <a:r>
                        <a:rPr lang="en-IN" dirty="0"/>
                        <a:t>(285)</a:t>
                      </a:r>
                    </a:p>
                  </a:txBody>
                  <a:tcPr/>
                </a:tc>
                <a:tc>
                  <a:txBody>
                    <a:bodyPr/>
                    <a:lstStyle/>
                    <a:p>
                      <a:r>
                        <a:rPr lang="en-IN" dirty="0"/>
                        <a:t>(713)</a:t>
                      </a:r>
                    </a:p>
                  </a:txBody>
                  <a:tcPr/>
                </a:tc>
                <a:tc>
                  <a:txBody>
                    <a:bodyPr/>
                    <a:lstStyle/>
                    <a:p>
                      <a:r>
                        <a:rPr lang="en-IN" dirty="0"/>
                        <a:t>(1200)</a:t>
                      </a:r>
                    </a:p>
                  </a:txBody>
                  <a:tcPr/>
                </a:tc>
                <a:extLst>
                  <a:ext uri="{0D108BD9-81ED-4DB2-BD59-A6C34878D82A}">
                    <a16:rowId xmlns:a16="http://schemas.microsoft.com/office/drawing/2014/main" val="3694902708"/>
                  </a:ext>
                </a:extLst>
              </a:tr>
              <a:tr h="370840">
                <a:tc>
                  <a:txBody>
                    <a:bodyPr/>
                    <a:lstStyle/>
                    <a:p>
                      <a:r>
                        <a:rPr lang="en-US" dirty="0"/>
                        <a:t>Delta NWC</a:t>
                      </a:r>
                      <a:endParaRPr lang="en-IN" dirty="0"/>
                    </a:p>
                  </a:txBody>
                  <a:tcPr/>
                </a:tc>
                <a:tc>
                  <a:txBody>
                    <a:bodyPr/>
                    <a:lstStyle/>
                    <a:p>
                      <a:r>
                        <a:rPr lang="en-IN" dirty="0"/>
                        <a:t>Inc 931</a:t>
                      </a:r>
                    </a:p>
                  </a:txBody>
                  <a:tcPr/>
                </a:tc>
                <a:tc>
                  <a:txBody>
                    <a:bodyPr/>
                    <a:lstStyle/>
                    <a:p>
                      <a:r>
                        <a:rPr lang="en-IN" dirty="0"/>
                        <a:t>Dec 952</a:t>
                      </a:r>
                    </a:p>
                  </a:txBody>
                  <a:tcPr/>
                </a:tc>
                <a:tc>
                  <a:txBody>
                    <a:bodyPr/>
                    <a:lstStyle/>
                    <a:p>
                      <a:r>
                        <a:rPr lang="en-IN" dirty="0"/>
                        <a:t>Inc 428</a:t>
                      </a:r>
                    </a:p>
                  </a:txBody>
                  <a:tcPr/>
                </a:tc>
                <a:tc>
                  <a:txBody>
                    <a:bodyPr/>
                    <a:lstStyle/>
                    <a:p>
                      <a:r>
                        <a:rPr lang="en-IN" dirty="0"/>
                        <a:t>Inc 487</a:t>
                      </a:r>
                    </a:p>
                  </a:txBody>
                  <a:tcPr/>
                </a:tc>
                <a:tc>
                  <a:txBody>
                    <a:bodyPr/>
                    <a:lstStyle/>
                    <a:p>
                      <a:r>
                        <a:rPr lang="en-IN" dirty="0"/>
                        <a:t>Dec 866</a:t>
                      </a:r>
                    </a:p>
                  </a:txBody>
                  <a:tcPr/>
                </a:tc>
                <a:extLst>
                  <a:ext uri="{0D108BD9-81ED-4DB2-BD59-A6C34878D82A}">
                    <a16:rowId xmlns:a16="http://schemas.microsoft.com/office/drawing/2014/main" val="1888397032"/>
                  </a:ext>
                </a:extLst>
              </a:tr>
              <a:tr h="370840">
                <a:tc>
                  <a:txBody>
                    <a:bodyPr/>
                    <a:lstStyle/>
                    <a:p>
                      <a:r>
                        <a:rPr lang="en-US" b="1" dirty="0"/>
                        <a:t>Net Reinvestment</a:t>
                      </a:r>
                      <a:endParaRPr lang="en-IN" b="1" dirty="0"/>
                    </a:p>
                  </a:txBody>
                  <a:tcPr/>
                </a:tc>
                <a:tc>
                  <a:txBody>
                    <a:bodyPr/>
                    <a:lstStyle/>
                    <a:p>
                      <a:r>
                        <a:rPr lang="en-IN" b="1" dirty="0"/>
                        <a:t> 959</a:t>
                      </a:r>
                    </a:p>
                  </a:txBody>
                  <a:tcPr/>
                </a:tc>
                <a:tc>
                  <a:txBody>
                    <a:bodyPr/>
                    <a:lstStyle/>
                    <a:p>
                      <a:r>
                        <a:rPr lang="en-IN" b="1" dirty="0"/>
                        <a:t>-874</a:t>
                      </a:r>
                    </a:p>
                  </a:txBody>
                  <a:tcPr/>
                </a:tc>
                <a:tc>
                  <a:txBody>
                    <a:bodyPr/>
                    <a:lstStyle/>
                    <a:p>
                      <a:r>
                        <a:rPr lang="en-IN" b="1" dirty="0"/>
                        <a:t>368</a:t>
                      </a:r>
                    </a:p>
                  </a:txBody>
                  <a:tcPr/>
                </a:tc>
                <a:tc>
                  <a:txBody>
                    <a:bodyPr/>
                    <a:lstStyle/>
                    <a:p>
                      <a:r>
                        <a:rPr lang="en-IN" b="1" dirty="0"/>
                        <a:t>213</a:t>
                      </a:r>
                    </a:p>
                  </a:txBody>
                  <a:tcPr/>
                </a:tc>
                <a:tc>
                  <a:txBody>
                    <a:bodyPr/>
                    <a:lstStyle/>
                    <a:p>
                      <a:r>
                        <a:rPr lang="en-IN" b="1" dirty="0"/>
                        <a:t>-928</a:t>
                      </a:r>
                    </a:p>
                  </a:txBody>
                  <a:tcPr/>
                </a:tc>
                <a:extLst>
                  <a:ext uri="{0D108BD9-81ED-4DB2-BD59-A6C34878D82A}">
                    <a16:rowId xmlns:a16="http://schemas.microsoft.com/office/drawing/2014/main" val="827072912"/>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F3E38845-2F80-BCF2-2975-1807EE855A14}"/>
                  </a:ext>
                </a:extLst>
              </p14:cNvPr>
              <p14:cNvContentPartPr/>
              <p14:nvPr/>
            </p14:nvContentPartPr>
            <p14:xfrm>
              <a:off x="2521800" y="5326920"/>
              <a:ext cx="9428040" cy="1280880"/>
            </p14:xfrm>
          </p:contentPart>
        </mc:Choice>
        <mc:Fallback xmlns="">
          <p:pic>
            <p:nvPicPr>
              <p:cNvPr id="3" name="Ink 2">
                <a:extLst>
                  <a:ext uri="{FF2B5EF4-FFF2-40B4-BE49-F238E27FC236}">
                    <a16:creationId xmlns:a16="http://schemas.microsoft.com/office/drawing/2014/main" id="{F3E38845-2F80-BCF2-2975-1807EE855A14}"/>
                  </a:ext>
                </a:extLst>
              </p:cNvPr>
              <p:cNvPicPr/>
              <p:nvPr/>
            </p:nvPicPr>
            <p:blipFill>
              <a:blip r:embed="rId3"/>
              <a:stretch>
                <a:fillRect/>
              </a:stretch>
            </p:blipFill>
            <p:spPr>
              <a:xfrm>
                <a:off x="2512440" y="5317560"/>
                <a:ext cx="9446760" cy="1299600"/>
              </a:xfrm>
              <a:prstGeom prst="rect">
                <a:avLst/>
              </a:prstGeom>
            </p:spPr>
          </p:pic>
        </mc:Fallback>
      </mc:AlternateContent>
    </p:spTree>
    <p:extLst>
      <p:ext uri="{BB962C8B-B14F-4D97-AF65-F5344CB8AC3E}">
        <p14:creationId xmlns:p14="http://schemas.microsoft.com/office/powerpoint/2010/main" val="3707857961"/>
      </p:ext>
    </p:extLst>
  </p:cSld>
  <p:clrMapOvr>
    <a:masterClrMapping/>
  </p:clrMapOvr>
</p:sld>
</file>

<file path=ppt/slides/slide5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705CE-83C8-4E57-88CD-A68D93108196}"/>
              </a:ext>
            </a:extLst>
          </p:cNvPr>
          <p:cNvSpPr>
            <a:spLocks noGrp="1"/>
          </p:cNvSpPr>
          <p:nvPr>
            <p:ph type="title"/>
          </p:nvPr>
        </p:nvSpPr>
        <p:spPr/>
        <p:txBody>
          <a:bodyPr/>
          <a:lstStyle/>
          <a:p>
            <a:r>
              <a:rPr lang="en-US" dirty="0"/>
              <a:t>Reinvestment Rate- </a:t>
            </a:r>
            <a:r>
              <a:rPr lang="en-US" b="1" dirty="0"/>
              <a:t>Hero </a:t>
            </a:r>
            <a:r>
              <a:rPr lang="en-US" b="1" dirty="0" err="1"/>
              <a:t>Motocorp</a:t>
            </a:r>
            <a:r>
              <a:rPr lang="en-US" b="1" dirty="0"/>
              <a:t> </a:t>
            </a:r>
            <a:r>
              <a:rPr lang="en-US" dirty="0"/>
              <a:t>(amount in Rs </a:t>
            </a:r>
            <a:r>
              <a:rPr lang="en-US" dirty="0" err="1"/>
              <a:t>cr</a:t>
            </a:r>
            <a:r>
              <a:rPr lang="en-US" dirty="0"/>
              <a:t>)</a:t>
            </a:r>
            <a:endParaRPr lang="en-IN" dirty="0"/>
          </a:p>
        </p:txBody>
      </p:sp>
      <p:graphicFrame>
        <p:nvGraphicFramePr>
          <p:cNvPr id="4" name="Table 4">
            <a:extLst>
              <a:ext uri="{FF2B5EF4-FFF2-40B4-BE49-F238E27FC236}">
                <a16:creationId xmlns:a16="http://schemas.microsoft.com/office/drawing/2014/main" id="{1FE2EC8A-FAB8-4C61-9172-85FF10B99EFC}"/>
              </a:ext>
            </a:extLst>
          </p:cNvPr>
          <p:cNvGraphicFramePr>
            <a:graphicFrameLocks noGrp="1"/>
          </p:cNvGraphicFramePr>
          <p:nvPr>
            <p:ph idx="1"/>
          </p:nvPr>
        </p:nvGraphicFramePr>
        <p:xfrm>
          <a:off x="838200" y="1825625"/>
          <a:ext cx="10515600" cy="4795520"/>
        </p:xfrm>
        <a:graphic>
          <a:graphicData uri="http://schemas.openxmlformats.org/drawingml/2006/table">
            <a:tbl>
              <a:tblPr firstRow="1" bandRow="1">
                <a:tableStyleId>{F5AB1C69-6EDB-4FF4-983F-18BD219EF322}</a:tableStyleId>
              </a:tblPr>
              <a:tblGrid>
                <a:gridCol w="1752600">
                  <a:extLst>
                    <a:ext uri="{9D8B030D-6E8A-4147-A177-3AD203B41FA5}">
                      <a16:colId xmlns:a16="http://schemas.microsoft.com/office/drawing/2014/main" val="951889586"/>
                    </a:ext>
                  </a:extLst>
                </a:gridCol>
                <a:gridCol w="1752600">
                  <a:extLst>
                    <a:ext uri="{9D8B030D-6E8A-4147-A177-3AD203B41FA5}">
                      <a16:colId xmlns:a16="http://schemas.microsoft.com/office/drawing/2014/main" val="1181006905"/>
                    </a:ext>
                  </a:extLst>
                </a:gridCol>
                <a:gridCol w="1752600">
                  <a:extLst>
                    <a:ext uri="{9D8B030D-6E8A-4147-A177-3AD203B41FA5}">
                      <a16:colId xmlns:a16="http://schemas.microsoft.com/office/drawing/2014/main" val="262328647"/>
                    </a:ext>
                  </a:extLst>
                </a:gridCol>
                <a:gridCol w="1752600">
                  <a:extLst>
                    <a:ext uri="{9D8B030D-6E8A-4147-A177-3AD203B41FA5}">
                      <a16:colId xmlns:a16="http://schemas.microsoft.com/office/drawing/2014/main" val="3426473500"/>
                    </a:ext>
                  </a:extLst>
                </a:gridCol>
                <a:gridCol w="1752600">
                  <a:extLst>
                    <a:ext uri="{9D8B030D-6E8A-4147-A177-3AD203B41FA5}">
                      <a16:colId xmlns:a16="http://schemas.microsoft.com/office/drawing/2014/main" val="3046099265"/>
                    </a:ext>
                  </a:extLst>
                </a:gridCol>
                <a:gridCol w="1752600">
                  <a:extLst>
                    <a:ext uri="{9D8B030D-6E8A-4147-A177-3AD203B41FA5}">
                      <a16:colId xmlns:a16="http://schemas.microsoft.com/office/drawing/2014/main" val="1730855375"/>
                    </a:ext>
                  </a:extLst>
                </a:gridCol>
              </a:tblGrid>
              <a:tr h="370840">
                <a:tc>
                  <a:txBody>
                    <a:bodyPr/>
                    <a:lstStyle/>
                    <a:p>
                      <a:r>
                        <a:rPr lang="en-US" dirty="0"/>
                        <a:t>Particulars</a:t>
                      </a:r>
                      <a:endParaRPr lang="en-IN" dirty="0"/>
                    </a:p>
                  </a:txBody>
                  <a:tcPr/>
                </a:tc>
                <a:tc>
                  <a:txBody>
                    <a:bodyPr/>
                    <a:lstStyle/>
                    <a:p>
                      <a:r>
                        <a:rPr lang="en-IN" dirty="0"/>
                        <a:t>2025</a:t>
                      </a:r>
                    </a:p>
                  </a:txBody>
                  <a:tcPr/>
                </a:tc>
                <a:tc>
                  <a:txBody>
                    <a:bodyPr/>
                    <a:lstStyle/>
                    <a:p>
                      <a:r>
                        <a:rPr lang="en-IN" dirty="0"/>
                        <a:t>2024</a:t>
                      </a:r>
                    </a:p>
                  </a:txBody>
                  <a:tcPr/>
                </a:tc>
                <a:tc>
                  <a:txBody>
                    <a:bodyPr/>
                    <a:lstStyle/>
                    <a:p>
                      <a:r>
                        <a:rPr lang="en-IN" dirty="0"/>
                        <a:t>2023</a:t>
                      </a:r>
                    </a:p>
                  </a:txBody>
                  <a:tcPr/>
                </a:tc>
                <a:tc>
                  <a:txBody>
                    <a:bodyPr/>
                    <a:lstStyle/>
                    <a:p>
                      <a:r>
                        <a:rPr lang="en-IN" dirty="0"/>
                        <a:t>2022</a:t>
                      </a:r>
                    </a:p>
                  </a:txBody>
                  <a:tcPr/>
                </a:tc>
                <a:tc>
                  <a:txBody>
                    <a:bodyPr/>
                    <a:lstStyle/>
                    <a:p>
                      <a:r>
                        <a:rPr lang="en-IN" dirty="0"/>
                        <a:t>2021</a:t>
                      </a:r>
                    </a:p>
                  </a:txBody>
                  <a:tcPr/>
                </a:tc>
                <a:extLst>
                  <a:ext uri="{0D108BD9-81ED-4DB2-BD59-A6C34878D82A}">
                    <a16:rowId xmlns:a16="http://schemas.microsoft.com/office/drawing/2014/main" val="1842447583"/>
                  </a:ext>
                </a:extLst>
              </a:tr>
              <a:tr h="370840">
                <a:tc>
                  <a:txBody>
                    <a:bodyPr/>
                    <a:lstStyle/>
                    <a:p>
                      <a:r>
                        <a:rPr lang="en-US" b="1" dirty="0"/>
                        <a:t>EBIT</a:t>
                      </a:r>
                      <a:endParaRPr lang="en-IN" b="1" dirty="0"/>
                    </a:p>
                  </a:txBody>
                  <a:tcPr/>
                </a:tc>
                <a:tc>
                  <a:txBody>
                    <a:bodyPr/>
                    <a:lstStyle/>
                    <a:p>
                      <a:r>
                        <a:rPr lang="en-IN" b="1" dirty="0"/>
                        <a:t>4910</a:t>
                      </a:r>
                    </a:p>
                  </a:txBody>
                  <a:tcPr/>
                </a:tc>
                <a:tc>
                  <a:txBody>
                    <a:bodyPr/>
                    <a:lstStyle/>
                    <a:p>
                      <a:r>
                        <a:rPr lang="en-IN" b="1" dirty="0"/>
                        <a:t>4402</a:t>
                      </a:r>
                    </a:p>
                  </a:txBody>
                  <a:tcPr/>
                </a:tc>
                <a:tc>
                  <a:txBody>
                    <a:bodyPr/>
                    <a:lstStyle/>
                    <a:p>
                      <a:r>
                        <a:rPr lang="en-IN" b="1" dirty="0"/>
                        <a:t>2976</a:t>
                      </a:r>
                    </a:p>
                  </a:txBody>
                  <a:tcPr/>
                </a:tc>
                <a:tc>
                  <a:txBody>
                    <a:bodyPr/>
                    <a:lstStyle/>
                    <a:p>
                      <a:r>
                        <a:rPr lang="en-IN" b="1" dirty="0"/>
                        <a:t>2182</a:t>
                      </a:r>
                    </a:p>
                  </a:txBody>
                  <a:tcPr/>
                </a:tc>
                <a:tc>
                  <a:txBody>
                    <a:bodyPr/>
                    <a:lstStyle/>
                    <a:p>
                      <a:r>
                        <a:rPr lang="en-IN" b="1" dirty="0"/>
                        <a:t>2877</a:t>
                      </a:r>
                    </a:p>
                  </a:txBody>
                  <a:tcPr/>
                </a:tc>
                <a:extLst>
                  <a:ext uri="{0D108BD9-81ED-4DB2-BD59-A6C34878D82A}">
                    <a16:rowId xmlns:a16="http://schemas.microsoft.com/office/drawing/2014/main" val="2487255371"/>
                  </a:ext>
                </a:extLst>
              </a:tr>
              <a:tr h="370840">
                <a:tc>
                  <a:txBody>
                    <a:bodyPr/>
                    <a:lstStyle/>
                    <a:p>
                      <a:r>
                        <a:rPr lang="en-US" dirty="0"/>
                        <a:t>Total Tax expenses</a:t>
                      </a:r>
                      <a:endParaRPr lang="en-IN" dirty="0"/>
                    </a:p>
                  </a:txBody>
                  <a:tcPr/>
                </a:tc>
                <a:tc>
                  <a:txBody>
                    <a:bodyPr/>
                    <a:lstStyle/>
                    <a:p>
                      <a:r>
                        <a:rPr lang="en-IN" dirty="0"/>
                        <a:t>1558</a:t>
                      </a:r>
                    </a:p>
                  </a:txBody>
                  <a:tcPr/>
                </a:tc>
                <a:tc>
                  <a:txBody>
                    <a:bodyPr/>
                    <a:lstStyle/>
                    <a:p>
                      <a:r>
                        <a:rPr lang="en-IN" dirty="0"/>
                        <a:t>1348</a:t>
                      </a:r>
                    </a:p>
                  </a:txBody>
                  <a:tcPr/>
                </a:tc>
                <a:tc>
                  <a:txBody>
                    <a:bodyPr/>
                    <a:lstStyle/>
                    <a:p>
                      <a:r>
                        <a:rPr lang="en-IN" dirty="0"/>
                        <a:t>1064</a:t>
                      </a:r>
                    </a:p>
                  </a:txBody>
                  <a:tcPr/>
                </a:tc>
                <a:tc>
                  <a:txBody>
                    <a:bodyPr/>
                    <a:lstStyle/>
                    <a:p>
                      <a:r>
                        <a:rPr lang="en-IN" dirty="0"/>
                        <a:t>729</a:t>
                      </a:r>
                    </a:p>
                  </a:txBody>
                  <a:tcPr/>
                </a:tc>
                <a:tc>
                  <a:txBody>
                    <a:bodyPr/>
                    <a:lstStyle/>
                    <a:p>
                      <a:r>
                        <a:rPr lang="en-IN" dirty="0"/>
                        <a:t>913</a:t>
                      </a:r>
                    </a:p>
                  </a:txBody>
                  <a:tcPr/>
                </a:tc>
                <a:extLst>
                  <a:ext uri="{0D108BD9-81ED-4DB2-BD59-A6C34878D82A}">
                    <a16:rowId xmlns:a16="http://schemas.microsoft.com/office/drawing/2014/main" val="1698366517"/>
                  </a:ext>
                </a:extLst>
              </a:tr>
              <a:tr h="370840">
                <a:tc>
                  <a:txBody>
                    <a:bodyPr/>
                    <a:lstStyle/>
                    <a:p>
                      <a:r>
                        <a:rPr lang="en-US" dirty="0"/>
                        <a:t>PBT</a:t>
                      </a:r>
                      <a:endParaRPr lang="en-IN" dirty="0"/>
                    </a:p>
                  </a:txBody>
                  <a:tcPr/>
                </a:tc>
                <a:tc>
                  <a:txBody>
                    <a:bodyPr/>
                    <a:lstStyle/>
                    <a:p>
                      <a:r>
                        <a:rPr lang="en-IN" dirty="0"/>
                        <a:t>6095</a:t>
                      </a:r>
                    </a:p>
                  </a:txBody>
                  <a:tcPr/>
                </a:tc>
                <a:tc>
                  <a:txBody>
                    <a:bodyPr/>
                    <a:lstStyle/>
                    <a:p>
                      <a:r>
                        <a:rPr lang="en-IN" dirty="0"/>
                        <a:t>5210</a:t>
                      </a:r>
                    </a:p>
                  </a:txBody>
                  <a:tcPr/>
                </a:tc>
                <a:tc>
                  <a:txBody>
                    <a:bodyPr/>
                    <a:lstStyle/>
                    <a:p>
                      <a:r>
                        <a:rPr lang="en-IN" dirty="0"/>
                        <a:t>3861</a:t>
                      </a:r>
                    </a:p>
                  </a:txBody>
                  <a:tcPr/>
                </a:tc>
                <a:tc>
                  <a:txBody>
                    <a:bodyPr/>
                    <a:lstStyle/>
                    <a:p>
                      <a:r>
                        <a:rPr lang="en-IN"/>
                        <a:t>3257</a:t>
                      </a:r>
                      <a:endParaRPr lang="en-IN" dirty="0"/>
                    </a:p>
                  </a:txBody>
                  <a:tcPr/>
                </a:tc>
                <a:tc>
                  <a:txBody>
                    <a:bodyPr/>
                    <a:lstStyle/>
                    <a:p>
                      <a:r>
                        <a:rPr lang="en-IN" dirty="0"/>
                        <a:t>3896</a:t>
                      </a:r>
                    </a:p>
                  </a:txBody>
                  <a:tcPr/>
                </a:tc>
                <a:extLst>
                  <a:ext uri="{0D108BD9-81ED-4DB2-BD59-A6C34878D82A}">
                    <a16:rowId xmlns:a16="http://schemas.microsoft.com/office/drawing/2014/main" val="2232746911"/>
                  </a:ext>
                </a:extLst>
              </a:tr>
              <a:tr h="370840">
                <a:tc>
                  <a:txBody>
                    <a:bodyPr/>
                    <a:lstStyle/>
                    <a:p>
                      <a:r>
                        <a:rPr lang="en-US" dirty="0"/>
                        <a:t>Tax Rate</a:t>
                      </a:r>
                      <a:endParaRPr lang="en-IN" dirty="0"/>
                    </a:p>
                  </a:txBody>
                  <a:tcPr/>
                </a:tc>
                <a:tc>
                  <a:txBody>
                    <a:bodyPr/>
                    <a:lstStyle/>
                    <a:p>
                      <a:r>
                        <a:rPr lang="en-IN" dirty="0"/>
                        <a:t>0.2556</a:t>
                      </a:r>
                    </a:p>
                  </a:txBody>
                  <a:tcPr/>
                </a:tc>
                <a:tc>
                  <a:txBody>
                    <a:bodyPr/>
                    <a:lstStyle/>
                    <a:p>
                      <a:r>
                        <a:rPr lang="en-IN" dirty="0"/>
                        <a:t>0.2587</a:t>
                      </a:r>
                    </a:p>
                  </a:txBody>
                  <a:tcPr/>
                </a:tc>
                <a:tc>
                  <a:txBody>
                    <a:bodyPr/>
                    <a:lstStyle/>
                    <a:p>
                      <a:r>
                        <a:rPr lang="en-IN" dirty="0"/>
                        <a:t>0.2756</a:t>
                      </a:r>
                    </a:p>
                  </a:txBody>
                  <a:tcPr/>
                </a:tc>
                <a:tc>
                  <a:txBody>
                    <a:bodyPr/>
                    <a:lstStyle/>
                    <a:p>
                      <a:r>
                        <a:rPr lang="en-IN"/>
                        <a:t>0.2238</a:t>
                      </a:r>
                      <a:endParaRPr lang="en-IN" dirty="0"/>
                    </a:p>
                  </a:txBody>
                  <a:tcPr/>
                </a:tc>
                <a:tc>
                  <a:txBody>
                    <a:bodyPr/>
                    <a:lstStyle/>
                    <a:p>
                      <a:r>
                        <a:rPr lang="en-IN" dirty="0"/>
                        <a:t>0.2343</a:t>
                      </a:r>
                    </a:p>
                  </a:txBody>
                  <a:tcPr/>
                </a:tc>
                <a:extLst>
                  <a:ext uri="{0D108BD9-81ED-4DB2-BD59-A6C34878D82A}">
                    <a16:rowId xmlns:a16="http://schemas.microsoft.com/office/drawing/2014/main" val="2070792527"/>
                  </a:ext>
                </a:extLst>
              </a:tr>
              <a:tr h="370840">
                <a:tc>
                  <a:txBody>
                    <a:bodyPr/>
                    <a:lstStyle/>
                    <a:p>
                      <a:r>
                        <a:rPr lang="en-US" dirty="0"/>
                        <a:t>(1-t)</a:t>
                      </a:r>
                      <a:endParaRPr lang="en-IN" dirty="0"/>
                    </a:p>
                  </a:txBody>
                  <a:tcPr/>
                </a:tc>
                <a:tc>
                  <a:txBody>
                    <a:bodyPr/>
                    <a:lstStyle/>
                    <a:p>
                      <a:r>
                        <a:rPr lang="en-IN" dirty="0"/>
                        <a:t>0.7444</a:t>
                      </a:r>
                    </a:p>
                  </a:txBody>
                  <a:tcPr/>
                </a:tc>
                <a:tc>
                  <a:txBody>
                    <a:bodyPr/>
                    <a:lstStyle/>
                    <a:p>
                      <a:r>
                        <a:rPr lang="en-IN" dirty="0"/>
                        <a:t>0.7413</a:t>
                      </a:r>
                    </a:p>
                  </a:txBody>
                  <a:tcPr/>
                </a:tc>
                <a:tc>
                  <a:txBody>
                    <a:bodyPr/>
                    <a:lstStyle/>
                    <a:p>
                      <a:r>
                        <a:rPr lang="en-IN" dirty="0"/>
                        <a:t>0.7244</a:t>
                      </a:r>
                    </a:p>
                  </a:txBody>
                  <a:tcPr/>
                </a:tc>
                <a:tc>
                  <a:txBody>
                    <a:bodyPr/>
                    <a:lstStyle/>
                    <a:p>
                      <a:r>
                        <a:rPr lang="en-IN" dirty="0"/>
                        <a:t>0.7762</a:t>
                      </a:r>
                    </a:p>
                  </a:txBody>
                  <a:tcPr/>
                </a:tc>
                <a:tc>
                  <a:txBody>
                    <a:bodyPr/>
                    <a:lstStyle/>
                    <a:p>
                      <a:r>
                        <a:rPr lang="en-IN" dirty="0"/>
                        <a:t>0.7657</a:t>
                      </a:r>
                    </a:p>
                  </a:txBody>
                  <a:tcPr/>
                </a:tc>
                <a:extLst>
                  <a:ext uri="{0D108BD9-81ED-4DB2-BD59-A6C34878D82A}">
                    <a16:rowId xmlns:a16="http://schemas.microsoft.com/office/drawing/2014/main" val="2302520892"/>
                  </a:ext>
                </a:extLst>
              </a:tr>
              <a:tr h="370840">
                <a:tc>
                  <a:txBody>
                    <a:bodyPr/>
                    <a:lstStyle/>
                    <a:p>
                      <a:r>
                        <a:rPr lang="en-US" b="1" dirty="0"/>
                        <a:t>EBIT (1-t)</a:t>
                      </a:r>
                      <a:endParaRPr lang="en-IN" b="1" dirty="0"/>
                    </a:p>
                  </a:txBody>
                  <a:tcPr/>
                </a:tc>
                <a:tc>
                  <a:txBody>
                    <a:bodyPr/>
                    <a:lstStyle/>
                    <a:p>
                      <a:r>
                        <a:rPr lang="en-IN" b="1" dirty="0"/>
                        <a:t>3655</a:t>
                      </a:r>
                    </a:p>
                  </a:txBody>
                  <a:tcPr/>
                </a:tc>
                <a:tc>
                  <a:txBody>
                    <a:bodyPr/>
                    <a:lstStyle/>
                    <a:p>
                      <a:r>
                        <a:rPr lang="en-IN" b="1" dirty="0"/>
                        <a:t>3263</a:t>
                      </a:r>
                    </a:p>
                  </a:txBody>
                  <a:tcPr/>
                </a:tc>
                <a:tc>
                  <a:txBody>
                    <a:bodyPr/>
                    <a:lstStyle/>
                    <a:p>
                      <a:r>
                        <a:rPr lang="en-IN" b="1" dirty="0"/>
                        <a:t>2156</a:t>
                      </a:r>
                    </a:p>
                  </a:txBody>
                  <a:tcPr/>
                </a:tc>
                <a:tc>
                  <a:txBody>
                    <a:bodyPr/>
                    <a:lstStyle/>
                    <a:p>
                      <a:r>
                        <a:rPr lang="en-IN" b="1" dirty="0"/>
                        <a:t>1694</a:t>
                      </a:r>
                    </a:p>
                  </a:txBody>
                  <a:tcPr/>
                </a:tc>
                <a:tc>
                  <a:txBody>
                    <a:bodyPr/>
                    <a:lstStyle/>
                    <a:p>
                      <a:r>
                        <a:rPr lang="en-IN" b="1" dirty="0"/>
                        <a:t>2203</a:t>
                      </a:r>
                    </a:p>
                  </a:txBody>
                  <a:tcPr/>
                </a:tc>
                <a:extLst>
                  <a:ext uri="{0D108BD9-81ED-4DB2-BD59-A6C34878D82A}">
                    <a16:rowId xmlns:a16="http://schemas.microsoft.com/office/drawing/2014/main" val="4293412671"/>
                  </a:ext>
                </a:extLst>
              </a:tr>
              <a:tr h="370840">
                <a:tc>
                  <a:txBody>
                    <a:bodyPr/>
                    <a:lstStyle/>
                    <a:p>
                      <a:r>
                        <a:rPr lang="en-US" dirty="0" err="1"/>
                        <a:t>Reinvst</a:t>
                      </a:r>
                      <a:r>
                        <a:rPr lang="en-US" dirty="0"/>
                        <a:t> amount</a:t>
                      </a:r>
                      <a:endParaRPr lang="en-IN" dirty="0"/>
                    </a:p>
                  </a:txBody>
                  <a:tcPr/>
                </a:tc>
                <a:tc>
                  <a:txBody>
                    <a:bodyPr/>
                    <a:lstStyle/>
                    <a:p>
                      <a:r>
                        <a:rPr lang="en-IN" dirty="0"/>
                        <a:t>959</a:t>
                      </a:r>
                    </a:p>
                  </a:txBody>
                  <a:tcPr/>
                </a:tc>
                <a:tc>
                  <a:txBody>
                    <a:bodyPr/>
                    <a:lstStyle/>
                    <a:p>
                      <a:r>
                        <a:rPr lang="en-IN" dirty="0"/>
                        <a:t>-874</a:t>
                      </a:r>
                    </a:p>
                  </a:txBody>
                  <a:tcPr/>
                </a:tc>
                <a:tc>
                  <a:txBody>
                    <a:bodyPr/>
                    <a:lstStyle/>
                    <a:p>
                      <a:r>
                        <a:rPr lang="en-IN" dirty="0"/>
                        <a:t>368</a:t>
                      </a:r>
                    </a:p>
                  </a:txBody>
                  <a:tcPr/>
                </a:tc>
                <a:tc>
                  <a:txBody>
                    <a:bodyPr/>
                    <a:lstStyle/>
                    <a:p>
                      <a:r>
                        <a:rPr lang="en-IN" dirty="0"/>
                        <a:t>213</a:t>
                      </a:r>
                    </a:p>
                  </a:txBody>
                  <a:tcPr/>
                </a:tc>
                <a:tc>
                  <a:txBody>
                    <a:bodyPr/>
                    <a:lstStyle/>
                    <a:p>
                      <a:r>
                        <a:rPr lang="en-IN" dirty="0"/>
                        <a:t>-928</a:t>
                      </a:r>
                    </a:p>
                  </a:txBody>
                  <a:tcPr/>
                </a:tc>
                <a:extLst>
                  <a:ext uri="{0D108BD9-81ED-4DB2-BD59-A6C34878D82A}">
                    <a16:rowId xmlns:a16="http://schemas.microsoft.com/office/drawing/2014/main" val="2722667753"/>
                  </a:ext>
                </a:extLst>
              </a:tr>
              <a:tr h="370840">
                <a:tc>
                  <a:txBody>
                    <a:bodyPr/>
                    <a:lstStyle/>
                    <a:p>
                      <a:r>
                        <a:rPr lang="en-US" b="1" dirty="0" err="1"/>
                        <a:t>Reinvst</a:t>
                      </a:r>
                      <a:r>
                        <a:rPr lang="en-US" b="1" dirty="0"/>
                        <a:t> rate</a:t>
                      </a:r>
                      <a:endParaRPr lang="en-IN" b="1" dirty="0"/>
                    </a:p>
                  </a:txBody>
                  <a:tcPr/>
                </a:tc>
                <a:tc>
                  <a:txBody>
                    <a:bodyPr/>
                    <a:lstStyle/>
                    <a:p>
                      <a:r>
                        <a:rPr lang="en-IN" b="1" dirty="0"/>
                        <a:t>0.26</a:t>
                      </a:r>
                    </a:p>
                  </a:txBody>
                  <a:tcPr/>
                </a:tc>
                <a:tc>
                  <a:txBody>
                    <a:bodyPr/>
                    <a:lstStyle/>
                    <a:p>
                      <a:r>
                        <a:rPr lang="en-IN" b="1" dirty="0"/>
                        <a:t>-0.27</a:t>
                      </a:r>
                    </a:p>
                  </a:txBody>
                  <a:tcPr/>
                </a:tc>
                <a:tc>
                  <a:txBody>
                    <a:bodyPr/>
                    <a:lstStyle/>
                    <a:p>
                      <a:r>
                        <a:rPr lang="en-IN" b="1" dirty="0"/>
                        <a:t>0.17</a:t>
                      </a:r>
                    </a:p>
                  </a:txBody>
                  <a:tcPr/>
                </a:tc>
                <a:tc>
                  <a:txBody>
                    <a:bodyPr/>
                    <a:lstStyle/>
                    <a:p>
                      <a:r>
                        <a:rPr lang="en-IN" b="1" dirty="0"/>
                        <a:t>0.13</a:t>
                      </a:r>
                    </a:p>
                  </a:txBody>
                  <a:tcPr/>
                </a:tc>
                <a:tc>
                  <a:txBody>
                    <a:bodyPr/>
                    <a:lstStyle/>
                    <a:p>
                      <a:r>
                        <a:rPr lang="en-IN" b="1" dirty="0"/>
                        <a:t>-0.42</a:t>
                      </a:r>
                    </a:p>
                  </a:txBody>
                  <a:tcPr/>
                </a:tc>
                <a:extLst>
                  <a:ext uri="{0D108BD9-81ED-4DB2-BD59-A6C34878D82A}">
                    <a16:rowId xmlns:a16="http://schemas.microsoft.com/office/drawing/2014/main" val="2085808992"/>
                  </a:ext>
                </a:extLst>
              </a:tr>
              <a:tr h="370840">
                <a:tc>
                  <a:txBody>
                    <a:bodyPr/>
                    <a:lstStyle/>
                    <a:p>
                      <a:r>
                        <a:rPr lang="en-US" dirty="0"/>
                        <a:t>5 year avg </a:t>
                      </a:r>
                      <a:r>
                        <a:rPr lang="en-US" dirty="0" err="1"/>
                        <a:t>reinvest.rate</a:t>
                      </a:r>
                      <a:endParaRPr lang="en-IN" dirty="0"/>
                    </a:p>
                  </a:txBody>
                  <a:tcPr/>
                </a:tc>
                <a:tc>
                  <a:txBody>
                    <a:bodyPr/>
                    <a:lstStyle/>
                    <a:p>
                      <a:r>
                        <a:rPr lang="en-IN" dirty="0"/>
                        <a:t>-3 % </a:t>
                      </a:r>
                    </a:p>
                  </a:txBody>
                  <a:tcPr/>
                </a:tc>
                <a:tc>
                  <a:txBody>
                    <a:bodyPr/>
                    <a:lstStyle/>
                    <a:p>
                      <a:r>
                        <a:rPr lang="en-IN" b="1" dirty="0">
                          <a:highlight>
                            <a:srgbClr val="FFFF00"/>
                          </a:highlight>
                        </a:rPr>
                        <a:t>Lets us assume 25%</a:t>
                      </a:r>
                    </a:p>
                  </a:txBody>
                  <a:tcPr/>
                </a:tc>
                <a:tc>
                  <a:txBody>
                    <a:bodyPr/>
                    <a:lstStyle/>
                    <a:p>
                      <a:r>
                        <a:rPr lang="en-IN" b="1" dirty="0"/>
                        <a:t>4 year </a:t>
                      </a:r>
                      <a:r>
                        <a:rPr lang="en-IN" b="1" dirty="0" err="1"/>
                        <a:t>avg</a:t>
                      </a:r>
                      <a:r>
                        <a:rPr lang="en-IN" b="1" dirty="0"/>
                        <a:t> reinvest rate (excluding 2021)</a:t>
                      </a:r>
                    </a:p>
                    <a:p>
                      <a:r>
                        <a:rPr lang="en-IN" b="1" dirty="0"/>
                        <a:t>7%</a:t>
                      </a:r>
                    </a:p>
                  </a:txBody>
                  <a:tcPr/>
                </a:tc>
                <a:tc>
                  <a:txBody>
                    <a:bodyPr/>
                    <a:lstStyle/>
                    <a:p>
                      <a:r>
                        <a:rPr lang="en-IN" dirty="0"/>
                        <a:t>Median </a:t>
                      </a:r>
                    </a:p>
                    <a:p>
                      <a:r>
                        <a:rPr lang="en-IN" dirty="0"/>
                        <a:t>13%</a:t>
                      </a:r>
                    </a:p>
                  </a:txBody>
                  <a:tcPr/>
                </a:tc>
                <a:tc>
                  <a:txBody>
                    <a:bodyPr/>
                    <a:lstStyle/>
                    <a:p>
                      <a:endParaRPr lang="en-IN" dirty="0"/>
                    </a:p>
                  </a:txBody>
                  <a:tcPr/>
                </a:tc>
                <a:extLst>
                  <a:ext uri="{0D108BD9-81ED-4DB2-BD59-A6C34878D82A}">
                    <a16:rowId xmlns:a16="http://schemas.microsoft.com/office/drawing/2014/main" val="3587994741"/>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D93A2BB5-D956-2F1D-6A6E-C6A20982652D}"/>
                  </a:ext>
                </a:extLst>
              </p14:cNvPr>
              <p14:cNvContentPartPr/>
              <p14:nvPr/>
            </p14:nvContentPartPr>
            <p14:xfrm>
              <a:off x="2959920" y="920520"/>
              <a:ext cx="7940520" cy="5342400"/>
            </p14:xfrm>
          </p:contentPart>
        </mc:Choice>
        <mc:Fallback xmlns="">
          <p:pic>
            <p:nvPicPr>
              <p:cNvPr id="3" name="Ink 2">
                <a:extLst>
                  <a:ext uri="{FF2B5EF4-FFF2-40B4-BE49-F238E27FC236}">
                    <a16:creationId xmlns:a16="http://schemas.microsoft.com/office/drawing/2014/main" id="{D93A2BB5-D956-2F1D-6A6E-C6A20982652D}"/>
                  </a:ext>
                </a:extLst>
              </p:cNvPr>
              <p:cNvPicPr/>
              <p:nvPr/>
            </p:nvPicPr>
            <p:blipFill>
              <a:blip r:embed="rId3"/>
              <a:stretch>
                <a:fillRect/>
              </a:stretch>
            </p:blipFill>
            <p:spPr>
              <a:xfrm>
                <a:off x="2950560" y="911160"/>
                <a:ext cx="7959240" cy="5361120"/>
              </a:xfrm>
              <a:prstGeom prst="rect">
                <a:avLst/>
              </a:prstGeom>
            </p:spPr>
          </p:pic>
        </mc:Fallback>
      </mc:AlternateContent>
    </p:spTree>
    <p:extLst>
      <p:ext uri="{BB962C8B-B14F-4D97-AF65-F5344CB8AC3E}">
        <p14:creationId xmlns:p14="http://schemas.microsoft.com/office/powerpoint/2010/main" val="2703690196"/>
      </p:ext>
    </p:extLst>
  </p:cSld>
  <p:clrMapOvr>
    <a:masterClrMapping/>
  </p:clrMapOvr>
</p:sld>
</file>

<file path=ppt/slides/slide5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5D29E-E3D6-41F8-8CD2-D8AAA9FCB054}"/>
              </a:ext>
            </a:extLst>
          </p:cNvPr>
          <p:cNvSpPr>
            <a:spLocks noGrp="1"/>
          </p:cNvSpPr>
          <p:nvPr>
            <p:ph type="title"/>
          </p:nvPr>
        </p:nvSpPr>
        <p:spPr/>
        <p:txBody>
          <a:bodyPr/>
          <a:lstStyle/>
          <a:p>
            <a:r>
              <a:rPr lang="en-US" dirty="0"/>
              <a:t>Inputs for </a:t>
            </a:r>
            <a:r>
              <a:rPr lang="en-US" b="1" dirty="0"/>
              <a:t>EV/EBITDA </a:t>
            </a:r>
            <a:r>
              <a:rPr lang="en-US" dirty="0"/>
              <a:t>for </a:t>
            </a:r>
            <a:r>
              <a:rPr lang="en-US" b="1" dirty="0"/>
              <a:t>Hero </a:t>
            </a:r>
            <a:r>
              <a:rPr lang="en-US" b="1" dirty="0" err="1"/>
              <a:t>Motocorp</a:t>
            </a:r>
            <a:endParaRPr lang="en-IN" b="1" dirty="0"/>
          </a:p>
        </p:txBody>
      </p:sp>
      <p:sp>
        <p:nvSpPr>
          <p:cNvPr id="3" name="Content Placeholder 2">
            <a:extLst>
              <a:ext uri="{FF2B5EF4-FFF2-40B4-BE49-F238E27FC236}">
                <a16:creationId xmlns:a16="http://schemas.microsoft.com/office/drawing/2014/main" id="{EEE77142-08B1-4699-A812-178B97F807C9}"/>
              </a:ext>
            </a:extLst>
          </p:cNvPr>
          <p:cNvSpPr>
            <a:spLocks noGrp="1"/>
          </p:cNvSpPr>
          <p:nvPr>
            <p:ph idx="1"/>
          </p:nvPr>
        </p:nvSpPr>
        <p:spPr/>
        <p:txBody>
          <a:bodyPr/>
          <a:lstStyle/>
          <a:p>
            <a:r>
              <a:rPr lang="en-US" dirty="0"/>
              <a:t>Assumed ROC = 25%</a:t>
            </a:r>
          </a:p>
          <a:p>
            <a:r>
              <a:rPr lang="en-US" dirty="0"/>
              <a:t>Assumed reinvestment rate = 0.25</a:t>
            </a:r>
          </a:p>
          <a:p>
            <a:r>
              <a:rPr lang="en-US" dirty="0"/>
              <a:t>Growth rate in EBIT =  = 25 *0.25  = </a:t>
            </a:r>
            <a:r>
              <a:rPr lang="en-US" b="1" dirty="0"/>
              <a:t>6.25%  </a:t>
            </a:r>
            <a:r>
              <a:rPr lang="en-US" b="1" dirty="0">
                <a:highlight>
                  <a:srgbClr val="FFFF00"/>
                </a:highlight>
              </a:rPr>
              <a:t>( 2 stage growth firm</a:t>
            </a:r>
            <a:r>
              <a:rPr lang="en-US" b="1" dirty="0"/>
              <a:t>)</a:t>
            </a:r>
          </a:p>
          <a:p>
            <a:endParaRPr lang="en-US" b="1" dirty="0"/>
          </a:p>
          <a:p>
            <a:pPr marL="0" indent="0">
              <a:buNone/>
            </a:pPr>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FDA28952-CF0C-9072-C6F8-B5545119A045}"/>
                  </a:ext>
                </a:extLst>
              </p14:cNvPr>
              <p14:cNvContentPartPr/>
              <p14:nvPr/>
            </p14:nvContentPartPr>
            <p14:xfrm>
              <a:off x="2693880" y="2701440"/>
              <a:ext cx="7079040" cy="2984760"/>
            </p14:xfrm>
          </p:contentPart>
        </mc:Choice>
        <mc:Fallback xmlns="">
          <p:pic>
            <p:nvPicPr>
              <p:cNvPr id="4" name="Ink 3">
                <a:extLst>
                  <a:ext uri="{FF2B5EF4-FFF2-40B4-BE49-F238E27FC236}">
                    <a16:creationId xmlns:a16="http://schemas.microsoft.com/office/drawing/2014/main" id="{FDA28952-CF0C-9072-C6F8-B5545119A045}"/>
                  </a:ext>
                </a:extLst>
              </p:cNvPr>
              <p:cNvPicPr/>
              <p:nvPr/>
            </p:nvPicPr>
            <p:blipFill>
              <a:blip r:embed="rId3"/>
              <a:stretch>
                <a:fillRect/>
              </a:stretch>
            </p:blipFill>
            <p:spPr>
              <a:xfrm>
                <a:off x="2684520" y="2692080"/>
                <a:ext cx="7097760" cy="3003480"/>
              </a:xfrm>
              <a:prstGeom prst="rect">
                <a:avLst/>
              </a:prstGeom>
            </p:spPr>
          </p:pic>
        </mc:Fallback>
      </mc:AlternateContent>
    </p:spTree>
    <p:extLst>
      <p:ext uri="{BB962C8B-B14F-4D97-AF65-F5344CB8AC3E}">
        <p14:creationId xmlns:p14="http://schemas.microsoft.com/office/powerpoint/2010/main" val="3245922920"/>
      </p:ext>
    </p:extLst>
  </p:cSld>
  <p:clrMapOvr>
    <a:masterClrMapping/>
  </p:clrMapOvr>
</p:sld>
</file>

<file path=ppt/slides/slide5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4CF69-E78E-4393-AC9A-3B5C702EADB9}"/>
              </a:ext>
            </a:extLst>
          </p:cNvPr>
          <p:cNvSpPr>
            <a:spLocks noGrp="1"/>
          </p:cNvSpPr>
          <p:nvPr>
            <p:ph type="title"/>
          </p:nvPr>
        </p:nvSpPr>
        <p:spPr/>
        <p:txBody>
          <a:bodyPr/>
          <a:lstStyle/>
          <a:p>
            <a:r>
              <a:rPr lang="en-US" b="1" dirty="0"/>
              <a:t>EV/EBITDA for the high growth phase </a:t>
            </a:r>
            <a:endParaRPr lang="en-IN" b="1" dirty="0"/>
          </a:p>
        </p:txBody>
      </p:sp>
      <p:sp>
        <p:nvSpPr>
          <p:cNvPr id="3" name="Content Placeholder 2">
            <a:extLst>
              <a:ext uri="{FF2B5EF4-FFF2-40B4-BE49-F238E27FC236}">
                <a16:creationId xmlns:a16="http://schemas.microsoft.com/office/drawing/2014/main" id="{2C6A8692-7185-4AF2-BE7A-8DE667D8DC0B}"/>
              </a:ext>
            </a:extLst>
          </p:cNvPr>
          <p:cNvSpPr>
            <a:spLocks noGrp="1"/>
          </p:cNvSpPr>
          <p:nvPr>
            <p:ph idx="1"/>
          </p:nvPr>
        </p:nvSpPr>
        <p:spPr/>
        <p:txBody>
          <a:bodyPr/>
          <a:lstStyle/>
          <a:p>
            <a:pPr marL="0" indent="0">
              <a:buNone/>
            </a:pPr>
            <a:r>
              <a:rPr lang="en-US" dirty="0"/>
              <a:t>EV/EBITDA = </a:t>
            </a:r>
          </a:p>
          <a:p>
            <a:pPr marL="0" indent="0">
              <a:buNone/>
            </a:pPr>
            <a:endParaRPr lang="en-US" dirty="0"/>
          </a:p>
          <a:p>
            <a:pPr marL="0" indent="0">
              <a:buNone/>
            </a:pPr>
            <a:r>
              <a:rPr lang="en-US" dirty="0"/>
              <a:t>(FCFF/EBITDA) (1+g) { 1- (1+g) ^n/ (1+WACC)^n} /  (WACC-g)</a:t>
            </a:r>
          </a:p>
          <a:p>
            <a:pPr marL="0" indent="0">
              <a:buNone/>
            </a:pPr>
            <a:endParaRPr lang="en-US" dirty="0"/>
          </a:p>
          <a:p>
            <a:pPr marL="0" indent="0">
              <a:buNone/>
            </a:pPr>
            <a:r>
              <a:rPr lang="en-US" dirty="0"/>
              <a:t>Here g=  6.25%</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FCFF/EBITDA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WACC = ???</a:t>
            </a:r>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AD49B3E4-9D03-792D-890B-F1B2D556F165}"/>
                  </a:ext>
                </a:extLst>
              </p14:cNvPr>
              <p14:cNvContentPartPr/>
              <p14:nvPr/>
            </p14:nvContentPartPr>
            <p14:xfrm>
              <a:off x="40680" y="2918520"/>
              <a:ext cx="9279360" cy="2664720"/>
            </p14:xfrm>
          </p:contentPart>
        </mc:Choice>
        <mc:Fallback xmlns="">
          <p:pic>
            <p:nvPicPr>
              <p:cNvPr id="4" name="Ink 3">
                <a:extLst>
                  <a:ext uri="{FF2B5EF4-FFF2-40B4-BE49-F238E27FC236}">
                    <a16:creationId xmlns:a16="http://schemas.microsoft.com/office/drawing/2014/main" id="{AD49B3E4-9D03-792D-890B-F1B2D556F165}"/>
                  </a:ext>
                </a:extLst>
              </p:cNvPr>
              <p:cNvPicPr/>
              <p:nvPr/>
            </p:nvPicPr>
            <p:blipFill>
              <a:blip r:embed="rId3"/>
              <a:stretch>
                <a:fillRect/>
              </a:stretch>
            </p:blipFill>
            <p:spPr>
              <a:xfrm>
                <a:off x="31320" y="2909160"/>
                <a:ext cx="9298080" cy="2683440"/>
              </a:xfrm>
              <a:prstGeom prst="rect">
                <a:avLst/>
              </a:prstGeom>
            </p:spPr>
          </p:pic>
        </mc:Fallback>
      </mc:AlternateContent>
    </p:spTree>
    <p:extLst>
      <p:ext uri="{BB962C8B-B14F-4D97-AF65-F5344CB8AC3E}">
        <p14:creationId xmlns:p14="http://schemas.microsoft.com/office/powerpoint/2010/main" val="2003371130"/>
      </p:ext>
    </p:extLst>
  </p:cSld>
  <p:clrMapOvr>
    <a:masterClrMapping/>
  </p:clrMapOvr>
</p:sld>
</file>

<file path=ppt/slides/slide5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2CB0E-E623-4D27-8E54-4F0B420B722C}"/>
              </a:ext>
            </a:extLst>
          </p:cNvPr>
          <p:cNvSpPr>
            <a:spLocks noGrp="1"/>
          </p:cNvSpPr>
          <p:nvPr>
            <p:ph type="title"/>
          </p:nvPr>
        </p:nvSpPr>
        <p:spPr/>
        <p:txBody>
          <a:bodyPr/>
          <a:lstStyle/>
          <a:p>
            <a:r>
              <a:rPr lang="en-US" b="1" dirty="0"/>
              <a:t>FCFF/EBITDA – Hero </a:t>
            </a:r>
            <a:r>
              <a:rPr lang="en-US" b="1" dirty="0" err="1"/>
              <a:t>Motocorp</a:t>
            </a:r>
            <a:endParaRPr lang="en-IN" b="1" dirty="0"/>
          </a:p>
        </p:txBody>
      </p:sp>
      <p:sp>
        <p:nvSpPr>
          <p:cNvPr id="3" name="Content Placeholder 2">
            <a:extLst>
              <a:ext uri="{FF2B5EF4-FFF2-40B4-BE49-F238E27FC236}">
                <a16:creationId xmlns:a16="http://schemas.microsoft.com/office/drawing/2014/main" id="{FC89D89E-20AE-4744-968A-802149D5D795}"/>
              </a:ext>
            </a:extLst>
          </p:cNvPr>
          <p:cNvSpPr>
            <a:spLocks noGrp="1"/>
          </p:cNvSpPr>
          <p:nvPr>
            <p:ph idx="1"/>
          </p:nvPr>
        </p:nvSpPr>
        <p:spPr/>
        <p:txBody>
          <a:bodyPr/>
          <a:lstStyle/>
          <a:p>
            <a:pPr marL="0" indent="0">
              <a:buNone/>
            </a:pPr>
            <a:endParaRPr lang="en-IN" dirty="0"/>
          </a:p>
        </p:txBody>
      </p:sp>
      <p:graphicFrame>
        <p:nvGraphicFramePr>
          <p:cNvPr id="6" name="Table 4">
            <a:extLst>
              <a:ext uri="{FF2B5EF4-FFF2-40B4-BE49-F238E27FC236}">
                <a16:creationId xmlns:a16="http://schemas.microsoft.com/office/drawing/2014/main" id="{9EF2BA99-240B-4AF4-A5D2-DBA4D2290AAB}"/>
              </a:ext>
            </a:extLst>
          </p:cNvPr>
          <p:cNvGraphicFramePr>
            <a:graphicFrameLocks/>
          </p:cNvGraphicFramePr>
          <p:nvPr/>
        </p:nvGraphicFramePr>
        <p:xfrm>
          <a:off x="838200" y="1825625"/>
          <a:ext cx="10515600" cy="4348480"/>
        </p:xfrm>
        <a:graphic>
          <a:graphicData uri="http://schemas.openxmlformats.org/drawingml/2006/table">
            <a:tbl>
              <a:tblPr firstRow="1" bandRow="1">
                <a:tableStyleId>{00A15C55-8517-42AA-B614-E9B94910E393}</a:tableStyleId>
              </a:tblPr>
              <a:tblGrid>
                <a:gridCol w="1752600">
                  <a:extLst>
                    <a:ext uri="{9D8B030D-6E8A-4147-A177-3AD203B41FA5}">
                      <a16:colId xmlns:a16="http://schemas.microsoft.com/office/drawing/2014/main" val="951889586"/>
                    </a:ext>
                  </a:extLst>
                </a:gridCol>
                <a:gridCol w="1752600">
                  <a:extLst>
                    <a:ext uri="{9D8B030D-6E8A-4147-A177-3AD203B41FA5}">
                      <a16:colId xmlns:a16="http://schemas.microsoft.com/office/drawing/2014/main" val="1181006905"/>
                    </a:ext>
                  </a:extLst>
                </a:gridCol>
                <a:gridCol w="1752600">
                  <a:extLst>
                    <a:ext uri="{9D8B030D-6E8A-4147-A177-3AD203B41FA5}">
                      <a16:colId xmlns:a16="http://schemas.microsoft.com/office/drawing/2014/main" val="262328647"/>
                    </a:ext>
                  </a:extLst>
                </a:gridCol>
                <a:gridCol w="1752600">
                  <a:extLst>
                    <a:ext uri="{9D8B030D-6E8A-4147-A177-3AD203B41FA5}">
                      <a16:colId xmlns:a16="http://schemas.microsoft.com/office/drawing/2014/main" val="3426473500"/>
                    </a:ext>
                  </a:extLst>
                </a:gridCol>
                <a:gridCol w="1752600">
                  <a:extLst>
                    <a:ext uri="{9D8B030D-6E8A-4147-A177-3AD203B41FA5}">
                      <a16:colId xmlns:a16="http://schemas.microsoft.com/office/drawing/2014/main" val="3046099265"/>
                    </a:ext>
                  </a:extLst>
                </a:gridCol>
                <a:gridCol w="1752600">
                  <a:extLst>
                    <a:ext uri="{9D8B030D-6E8A-4147-A177-3AD203B41FA5}">
                      <a16:colId xmlns:a16="http://schemas.microsoft.com/office/drawing/2014/main" val="436611556"/>
                    </a:ext>
                  </a:extLst>
                </a:gridCol>
              </a:tblGrid>
              <a:tr h="370840">
                <a:tc>
                  <a:txBody>
                    <a:bodyPr/>
                    <a:lstStyle/>
                    <a:p>
                      <a:r>
                        <a:rPr lang="en-US" dirty="0"/>
                        <a:t>Particulars</a:t>
                      </a:r>
                      <a:endParaRPr lang="en-IN" dirty="0"/>
                    </a:p>
                  </a:txBody>
                  <a:tcPr/>
                </a:tc>
                <a:tc>
                  <a:txBody>
                    <a:bodyPr/>
                    <a:lstStyle/>
                    <a:p>
                      <a:r>
                        <a:rPr lang="en-IN" dirty="0"/>
                        <a:t>2025</a:t>
                      </a:r>
                    </a:p>
                  </a:txBody>
                  <a:tcPr/>
                </a:tc>
                <a:tc>
                  <a:txBody>
                    <a:bodyPr/>
                    <a:lstStyle/>
                    <a:p>
                      <a:r>
                        <a:rPr lang="en-IN" dirty="0"/>
                        <a:t>2024</a:t>
                      </a:r>
                    </a:p>
                  </a:txBody>
                  <a:tcPr/>
                </a:tc>
                <a:tc>
                  <a:txBody>
                    <a:bodyPr/>
                    <a:lstStyle/>
                    <a:p>
                      <a:r>
                        <a:rPr lang="en-IN" dirty="0"/>
                        <a:t>2023</a:t>
                      </a:r>
                    </a:p>
                  </a:txBody>
                  <a:tcPr/>
                </a:tc>
                <a:tc>
                  <a:txBody>
                    <a:bodyPr/>
                    <a:lstStyle/>
                    <a:p>
                      <a:r>
                        <a:rPr lang="en-IN" dirty="0"/>
                        <a:t>2022</a:t>
                      </a:r>
                    </a:p>
                  </a:txBody>
                  <a:tcPr/>
                </a:tc>
                <a:tc>
                  <a:txBody>
                    <a:bodyPr/>
                    <a:lstStyle/>
                    <a:p>
                      <a:r>
                        <a:rPr lang="en-IN" dirty="0"/>
                        <a:t>2021</a:t>
                      </a:r>
                    </a:p>
                  </a:txBody>
                  <a:tcPr/>
                </a:tc>
                <a:extLst>
                  <a:ext uri="{0D108BD9-81ED-4DB2-BD59-A6C34878D82A}">
                    <a16:rowId xmlns:a16="http://schemas.microsoft.com/office/drawing/2014/main" val="1842447583"/>
                  </a:ext>
                </a:extLst>
              </a:tr>
              <a:tr h="370840">
                <a:tc>
                  <a:txBody>
                    <a:bodyPr/>
                    <a:lstStyle/>
                    <a:p>
                      <a:r>
                        <a:rPr lang="en-US" dirty="0"/>
                        <a:t>EBIT</a:t>
                      </a:r>
                      <a:endParaRPr lang="en-IN" dirty="0"/>
                    </a:p>
                  </a:txBody>
                  <a:tcPr/>
                </a:tc>
                <a:tc>
                  <a:txBody>
                    <a:bodyPr/>
                    <a:lstStyle/>
                    <a:p>
                      <a:r>
                        <a:rPr lang="en-IN" b="0" dirty="0"/>
                        <a:t>4910</a:t>
                      </a:r>
                    </a:p>
                  </a:txBody>
                  <a:tcPr/>
                </a:tc>
                <a:tc>
                  <a:txBody>
                    <a:bodyPr/>
                    <a:lstStyle/>
                    <a:p>
                      <a:r>
                        <a:rPr lang="en-IN" b="0" dirty="0"/>
                        <a:t>4402</a:t>
                      </a:r>
                    </a:p>
                  </a:txBody>
                  <a:tcPr/>
                </a:tc>
                <a:tc>
                  <a:txBody>
                    <a:bodyPr/>
                    <a:lstStyle/>
                    <a:p>
                      <a:r>
                        <a:rPr lang="en-IN" b="0" dirty="0"/>
                        <a:t>2976</a:t>
                      </a:r>
                    </a:p>
                  </a:txBody>
                  <a:tcPr/>
                </a:tc>
                <a:tc>
                  <a:txBody>
                    <a:bodyPr/>
                    <a:lstStyle/>
                    <a:p>
                      <a:r>
                        <a:rPr lang="en-IN" b="0" dirty="0"/>
                        <a:t>2182</a:t>
                      </a:r>
                    </a:p>
                  </a:txBody>
                  <a:tcPr/>
                </a:tc>
                <a:tc>
                  <a:txBody>
                    <a:bodyPr/>
                    <a:lstStyle/>
                    <a:p>
                      <a:r>
                        <a:rPr lang="en-IN" b="0" dirty="0"/>
                        <a:t>2877</a:t>
                      </a:r>
                    </a:p>
                  </a:txBody>
                  <a:tcPr/>
                </a:tc>
                <a:extLst>
                  <a:ext uri="{0D108BD9-81ED-4DB2-BD59-A6C34878D82A}">
                    <a16:rowId xmlns:a16="http://schemas.microsoft.com/office/drawing/2014/main" val="2487255371"/>
                  </a:ext>
                </a:extLst>
              </a:tr>
              <a:tr h="370840">
                <a:tc>
                  <a:txBody>
                    <a:bodyPr/>
                    <a:lstStyle/>
                    <a:p>
                      <a:r>
                        <a:rPr lang="en-US" dirty="0"/>
                        <a:t>+ D&amp;A</a:t>
                      </a:r>
                      <a:endParaRPr lang="en-IN" dirty="0"/>
                    </a:p>
                  </a:txBody>
                  <a:tcPr/>
                </a:tc>
                <a:tc>
                  <a:txBody>
                    <a:bodyPr/>
                    <a:lstStyle/>
                    <a:p>
                      <a:r>
                        <a:rPr lang="en-IN" dirty="0"/>
                        <a:t>825</a:t>
                      </a:r>
                    </a:p>
                  </a:txBody>
                  <a:tcPr/>
                </a:tc>
                <a:tc>
                  <a:txBody>
                    <a:bodyPr/>
                    <a:lstStyle/>
                    <a:p>
                      <a:r>
                        <a:rPr lang="en-IN" dirty="0"/>
                        <a:t>757</a:t>
                      </a:r>
                    </a:p>
                  </a:txBody>
                  <a:tcPr/>
                </a:tc>
                <a:tc>
                  <a:txBody>
                    <a:bodyPr/>
                    <a:lstStyle/>
                    <a:p>
                      <a:r>
                        <a:rPr lang="en-IN" dirty="0"/>
                        <a:t>697</a:t>
                      </a:r>
                    </a:p>
                  </a:txBody>
                  <a:tcPr/>
                </a:tc>
                <a:tc>
                  <a:txBody>
                    <a:bodyPr/>
                    <a:lstStyle/>
                    <a:p>
                      <a:r>
                        <a:rPr lang="en-IN" dirty="0"/>
                        <a:t>690</a:t>
                      </a:r>
                    </a:p>
                  </a:txBody>
                  <a:tcPr/>
                </a:tc>
                <a:tc>
                  <a:txBody>
                    <a:bodyPr/>
                    <a:lstStyle/>
                    <a:p>
                      <a:r>
                        <a:rPr lang="en-IN" dirty="0"/>
                        <a:t>715</a:t>
                      </a:r>
                    </a:p>
                  </a:txBody>
                  <a:tcPr/>
                </a:tc>
                <a:extLst>
                  <a:ext uri="{0D108BD9-81ED-4DB2-BD59-A6C34878D82A}">
                    <a16:rowId xmlns:a16="http://schemas.microsoft.com/office/drawing/2014/main" val="1698366517"/>
                  </a:ext>
                </a:extLst>
              </a:tr>
              <a:tr h="370840">
                <a:tc>
                  <a:txBody>
                    <a:bodyPr/>
                    <a:lstStyle/>
                    <a:p>
                      <a:r>
                        <a:rPr lang="en-US" b="1" dirty="0"/>
                        <a:t>= EBITDA</a:t>
                      </a:r>
                      <a:endParaRPr lang="en-IN" b="1" dirty="0"/>
                    </a:p>
                  </a:txBody>
                  <a:tcPr/>
                </a:tc>
                <a:tc>
                  <a:txBody>
                    <a:bodyPr/>
                    <a:lstStyle/>
                    <a:p>
                      <a:r>
                        <a:rPr lang="en-IN" b="1" dirty="0"/>
                        <a:t>5735</a:t>
                      </a:r>
                    </a:p>
                  </a:txBody>
                  <a:tcPr/>
                </a:tc>
                <a:tc>
                  <a:txBody>
                    <a:bodyPr/>
                    <a:lstStyle/>
                    <a:p>
                      <a:r>
                        <a:rPr lang="en-IN" b="1" dirty="0"/>
                        <a:t>5159</a:t>
                      </a:r>
                    </a:p>
                  </a:txBody>
                  <a:tcPr/>
                </a:tc>
                <a:tc>
                  <a:txBody>
                    <a:bodyPr/>
                    <a:lstStyle/>
                    <a:p>
                      <a:r>
                        <a:rPr lang="en-IN" b="1" dirty="0"/>
                        <a:t>3673</a:t>
                      </a:r>
                    </a:p>
                  </a:txBody>
                  <a:tcPr/>
                </a:tc>
                <a:tc>
                  <a:txBody>
                    <a:bodyPr/>
                    <a:lstStyle/>
                    <a:p>
                      <a:r>
                        <a:rPr lang="en-IN" b="1" dirty="0"/>
                        <a:t>2872</a:t>
                      </a:r>
                    </a:p>
                  </a:txBody>
                  <a:tcPr/>
                </a:tc>
                <a:tc>
                  <a:txBody>
                    <a:bodyPr/>
                    <a:lstStyle/>
                    <a:p>
                      <a:r>
                        <a:rPr lang="en-IN" b="1" dirty="0"/>
                        <a:t>3592</a:t>
                      </a:r>
                    </a:p>
                  </a:txBody>
                  <a:tcPr/>
                </a:tc>
                <a:extLst>
                  <a:ext uri="{0D108BD9-81ED-4DB2-BD59-A6C34878D82A}">
                    <a16:rowId xmlns:a16="http://schemas.microsoft.com/office/drawing/2014/main" val="2232746911"/>
                  </a:ext>
                </a:extLst>
              </a:tr>
              <a:tr h="37084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070792527"/>
                  </a:ext>
                </a:extLst>
              </a:tr>
              <a:tr h="370840">
                <a:tc>
                  <a:txBody>
                    <a:bodyPr/>
                    <a:lstStyle/>
                    <a:p>
                      <a:r>
                        <a:rPr lang="en-US" dirty="0"/>
                        <a:t>EBIT(1-T)</a:t>
                      </a:r>
                      <a:endParaRPr lang="en-IN" dirty="0"/>
                    </a:p>
                  </a:txBody>
                  <a:tcPr/>
                </a:tc>
                <a:tc>
                  <a:txBody>
                    <a:bodyPr/>
                    <a:lstStyle/>
                    <a:p>
                      <a:r>
                        <a:rPr lang="en-IN" b="0" dirty="0"/>
                        <a:t>3655</a:t>
                      </a:r>
                    </a:p>
                  </a:txBody>
                  <a:tcPr/>
                </a:tc>
                <a:tc>
                  <a:txBody>
                    <a:bodyPr/>
                    <a:lstStyle/>
                    <a:p>
                      <a:r>
                        <a:rPr lang="en-IN" b="0" dirty="0"/>
                        <a:t>3263</a:t>
                      </a:r>
                    </a:p>
                  </a:txBody>
                  <a:tcPr/>
                </a:tc>
                <a:tc>
                  <a:txBody>
                    <a:bodyPr/>
                    <a:lstStyle/>
                    <a:p>
                      <a:r>
                        <a:rPr lang="en-IN" b="0" dirty="0"/>
                        <a:t>2156</a:t>
                      </a:r>
                    </a:p>
                  </a:txBody>
                  <a:tcPr/>
                </a:tc>
                <a:tc>
                  <a:txBody>
                    <a:bodyPr/>
                    <a:lstStyle/>
                    <a:p>
                      <a:r>
                        <a:rPr lang="en-IN" b="0" dirty="0"/>
                        <a:t>1694</a:t>
                      </a:r>
                    </a:p>
                  </a:txBody>
                  <a:tcPr/>
                </a:tc>
                <a:tc>
                  <a:txBody>
                    <a:bodyPr/>
                    <a:lstStyle/>
                    <a:p>
                      <a:r>
                        <a:rPr lang="en-IN" b="0" dirty="0"/>
                        <a:t>2203</a:t>
                      </a:r>
                    </a:p>
                  </a:txBody>
                  <a:tcPr/>
                </a:tc>
                <a:extLst>
                  <a:ext uri="{0D108BD9-81ED-4DB2-BD59-A6C34878D82A}">
                    <a16:rowId xmlns:a16="http://schemas.microsoft.com/office/drawing/2014/main" val="2302520892"/>
                  </a:ext>
                </a:extLst>
              </a:tr>
              <a:tr h="370840">
                <a:tc>
                  <a:txBody>
                    <a:bodyPr/>
                    <a:lstStyle/>
                    <a:p>
                      <a:r>
                        <a:rPr lang="en-US" dirty="0"/>
                        <a:t>- </a:t>
                      </a:r>
                      <a:r>
                        <a:rPr lang="en-US" dirty="0" err="1"/>
                        <a:t>Reinvst</a:t>
                      </a:r>
                      <a:endParaRPr lang="en-IN" dirty="0"/>
                    </a:p>
                  </a:txBody>
                  <a:tcPr/>
                </a:tc>
                <a:tc>
                  <a:txBody>
                    <a:bodyPr/>
                    <a:lstStyle/>
                    <a:p>
                      <a:r>
                        <a:rPr lang="en-IN" dirty="0"/>
                        <a:t>959</a:t>
                      </a:r>
                    </a:p>
                  </a:txBody>
                  <a:tcPr/>
                </a:tc>
                <a:tc>
                  <a:txBody>
                    <a:bodyPr/>
                    <a:lstStyle/>
                    <a:p>
                      <a:r>
                        <a:rPr lang="en-IN" dirty="0"/>
                        <a:t>-874</a:t>
                      </a:r>
                    </a:p>
                  </a:txBody>
                  <a:tcPr/>
                </a:tc>
                <a:tc>
                  <a:txBody>
                    <a:bodyPr/>
                    <a:lstStyle/>
                    <a:p>
                      <a:r>
                        <a:rPr lang="en-IN" dirty="0"/>
                        <a:t>368</a:t>
                      </a:r>
                    </a:p>
                  </a:txBody>
                  <a:tcPr/>
                </a:tc>
                <a:tc>
                  <a:txBody>
                    <a:bodyPr/>
                    <a:lstStyle/>
                    <a:p>
                      <a:r>
                        <a:rPr lang="en-IN" dirty="0"/>
                        <a:t>213</a:t>
                      </a:r>
                    </a:p>
                  </a:txBody>
                  <a:tcPr/>
                </a:tc>
                <a:tc>
                  <a:txBody>
                    <a:bodyPr/>
                    <a:lstStyle/>
                    <a:p>
                      <a:r>
                        <a:rPr lang="en-IN" dirty="0"/>
                        <a:t>-928</a:t>
                      </a:r>
                    </a:p>
                  </a:txBody>
                  <a:tcPr/>
                </a:tc>
                <a:extLst>
                  <a:ext uri="{0D108BD9-81ED-4DB2-BD59-A6C34878D82A}">
                    <a16:rowId xmlns:a16="http://schemas.microsoft.com/office/drawing/2014/main" val="4293412671"/>
                  </a:ext>
                </a:extLst>
              </a:tr>
              <a:tr h="370840">
                <a:tc>
                  <a:txBody>
                    <a:bodyPr/>
                    <a:lstStyle/>
                    <a:p>
                      <a:r>
                        <a:rPr lang="en-US" b="1" dirty="0"/>
                        <a:t>= FCFF</a:t>
                      </a:r>
                      <a:endParaRPr lang="en-IN" b="1" dirty="0"/>
                    </a:p>
                  </a:txBody>
                  <a:tcPr/>
                </a:tc>
                <a:tc>
                  <a:txBody>
                    <a:bodyPr/>
                    <a:lstStyle/>
                    <a:p>
                      <a:r>
                        <a:rPr lang="en-IN" b="1" dirty="0"/>
                        <a:t>2696</a:t>
                      </a:r>
                    </a:p>
                  </a:txBody>
                  <a:tcPr/>
                </a:tc>
                <a:tc>
                  <a:txBody>
                    <a:bodyPr/>
                    <a:lstStyle/>
                    <a:p>
                      <a:r>
                        <a:rPr lang="en-IN" b="1" dirty="0"/>
                        <a:t>4137</a:t>
                      </a:r>
                    </a:p>
                  </a:txBody>
                  <a:tcPr/>
                </a:tc>
                <a:tc>
                  <a:txBody>
                    <a:bodyPr/>
                    <a:lstStyle/>
                    <a:p>
                      <a:r>
                        <a:rPr lang="en-IN" b="1" dirty="0"/>
                        <a:t>1788</a:t>
                      </a:r>
                    </a:p>
                  </a:txBody>
                  <a:tcPr/>
                </a:tc>
                <a:tc>
                  <a:txBody>
                    <a:bodyPr/>
                    <a:lstStyle/>
                    <a:p>
                      <a:r>
                        <a:rPr lang="en-IN" b="1" dirty="0"/>
                        <a:t>1481</a:t>
                      </a:r>
                    </a:p>
                  </a:txBody>
                  <a:tcPr/>
                </a:tc>
                <a:tc>
                  <a:txBody>
                    <a:bodyPr/>
                    <a:lstStyle/>
                    <a:p>
                      <a:r>
                        <a:rPr lang="en-IN" b="1" dirty="0"/>
                        <a:t>3131</a:t>
                      </a:r>
                    </a:p>
                  </a:txBody>
                  <a:tcPr/>
                </a:tc>
                <a:extLst>
                  <a:ext uri="{0D108BD9-81ED-4DB2-BD59-A6C34878D82A}">
                    <a16:rowId xmlns:a16="http://schemas.microsoft.com/office/drawing/2014/main" val="2722667753"/>
                  </a:ext>
                </a:extLst>
              </a:tr>
              <a:tr h="37084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085808992"/>
                  </a:ext>
                </a:extLst>
              </a:tr>
              <a:tr h="370840">
                <a:tc>
                  <a:txBody>
                    <a:bodyPr/>
                    <a:lstStyle/>
                    <a:p>
                      <a:r>
                        <a:rPr lang="en-US" dirty="0"/>
                        <a:t>FCFF/EBITDA</a:t>
                      </a:r>
                      <a:endParaRPr lang="en-IN" dirty="0"/>
                    </a:p>
                  </a:txBody>
                  <a:tcPr/>
                </a:tc>
                <a:tc>
                  <a:txBody>
                    <a:bodyPr/>
                    <a:lstStyle/>
                    <a:p>
                      <a:r>
                        <a:rPr lang="en-IN" dirty="0"/>
                        <a:t>0.47</a:t>
                      </a:r>
                    </a:p>
                  </a:txBody>
                  <a:tcPr/>
                </a:tc>
                <a:tc>
                  <a:txBody>
                    <a:bodyPr/>
                    <a:lstStyle/>
                    <a:p>
                      <a:r>
                        <a:rPr lang="en-IN" dirty="0"/>
                        <a:t>0.80</a:t>
                      </a:r>
                    </a:p>
                  </a:txBody>
                  <a:tcPr/>
                </a:tc>
                <a:tc>
                  <a:txBody>
                    <a:bodyPr/>
                    <a:lstStyle/>
                    <a:p>
                      <a:r>
                        <a:rPr lang="en-IN" dirty="0"/>
                        <a:t>0.49</a:t>
                      </a:r>
                    </a:p>
                  </a:txBody>
                  <a:tcPr/>
                </a:tc>
                <a:tc>
                  <a:txBody>
                    <a:bodyPr/>
                    <a:lstStyle/>
                    <a:p>
                      <a:r>
                        <a:rPr lang="en-IN" dirty="0"/>
                        <a:t>0.52</a:t>
                      </a:r>
                    </a:p>
                  </a:txBody>
                  <a:tcPr/>
                </a:tc>
                <a:tc>
                  <a:txBody>
                    <a:bodyPr/>
                    <a:lstStyle/>
                    <a:p>
                      <a:r>
                        <a:rPr lang="en-IN" dirty="0"/>
                        <a:t>0.87</a:t>
                      </a:r>
                    </a:p>
                  </a:txBody>
                  <a:tcPr/>
                </a:tc>
                <a:extLst>
                  <a:ext uri="{0D108BD9-81ED-4DB2-BD59-A6C34878D82A}">
                    <a16:rowId xmlns:a16="http://schemas.microsoft.com/office/drawing/2014/main" val="3587994741"/>
                  </a:ext>
                </a:extLst>
              </a:tr>
              <a:tr h="370840">
                <a:tc>
                  <a:txBody>
                    <a:bodyPr/>
                    <a:lstStyle/>
                    <a:p>
                      <a:r>
                        <a:rPr lang="en-US" dirty="0"/>
                        <a:t>Avg FCFF/EBITDA</a:t>
                      </a:r>
                      <a:endParaRPr lang="en-IN" dirty="0"/>
                    </a:p>
                  </a:txBody>
                  <a:tcPr/>
                </a:tc>
                <a:tc>
                  <a:txBody>
                    <a:bodyPr/>
                    <a:lstStyle/>
                    <a:p>
                      <a:r>
                        <a:rPr lang="en-US" dirty="0"/>
                        <a:t>0.63</a:t>
                      </a:r>
                      <a:endParaRPr lang="en-IN" dirty="0"/>
                    </a:p>
                  </a:txBody>
                  <a:tcPr/>
                </a:tc>
                <a:tc>
                  <a:txBody>
                    <a:bodyPr/>
                    <a:lstStyle/>
                    <a:p>
                      <a:r>
                        <a:rPr lang="en-IN" dirty="0"/>
                        <a:t>Median =0.52</a:t>
                      </a:r>
                    </a:p>
                  </a:txBody>
                  <a:tcPr/>
                </a:tc>
                <a:tc>
                  <a:txBody>
                    <a:bodyPr/>
                    <a:lstStyle/>
                    <a:p>
                      <a:r>
                        <a:rPr lang="en-IN" b="1" dirty="0">
                          <a:highlight>
                            <a:srgbClr val="FFFF00"/>
                          </a:highlight>
                        </a:rPr>
                        <a:t>Let us take 60% </a:t>
                      </a:r>
                    </a:p>
                  </a:txBody>
                  <a:tcPr/>
                </a:tc>
                <a:tc>
                  <a:txBody>
                    <a:bodyPr/>
                    <a:lstStyle/>
                    <a:p>
                      <a:endParaRPr lang="en-IN" b="1" dirty="0"/>
                    </a:p>
                  </a:txBody>
                  <a:tcPr/>
                </a:tc>
                <a:tc>
                  <a:txBody>
                    <a:bodyPr/>
                    <a:lstStyle/>
                    <a:p>
                      <a:endParaRPr lang="en-IN" dirty="0"/>
                    </a:p>
                  </a:txBody>
                  <a:tcPr/>
                </a:tc>
                <a:extLst>
                  <a:ext uri="{0D108BD9-81ED-4DB2-BD59-A6C34878D82A}">
                    <a16:rowId xmlns:a16="http://schemas.microsoft.com/office/drawing/2014/main" val="727685358"/>
                  </a:ext>
                </a:extLst>
              </a:tr>
            </a:tbl>
          </a:graphicData>
        </a:graphic>
      </p:graphicFrame>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E30C3E2C-2E8F-94BA-2363-6215F327693E}"/>
                  </a:ext>
                </a:extLst>
              </p14:cNvPr>
              <p14:cNvContentPartPr/>
              <p14:nvPr/>
            </p14:nvContentPartPr>
            <p14:xfrm>
              <a:off x="1196640" y="838440"/>
              <a:ext cx="9665280" cy="5270760"/>
            </p14:xfrm>
          </p:contentPart>
        </mc:Choice>
        <mc:Fallback xmlns="">
          <p:pic>
            <p:nvPicPr>
              <p:cNvPr id="4" name="Ink 3">
                <a:extLst>
                  <a:ext uri="{FF2B5EF4-FFF2-40B4-BE49-F238E27FC236}">
                    <a16:creationId xmlns:a16="http://schemas.microsoft.com/office/drawing/2014/main" id="{E30C3E2C-2E8F-94BA-2363-6215F327693E}"/>
                  </a:ext>
                </a:extLst>
              </p:cNvPr>
              <p:cNvPicPr/>
              <p:nvPr/>
            </p:nvPicPr>
            <p:blipFill>
              <a:blip r:embed="rId3"/>
              <a:stretch>
                <a:fillRect/>
              </a:stretch>
            </p:blipFill>
            <p:spPr>
              <a:xfrm>
                <a:off x="1187280" y="829080"/>
                <a:ext cx="9684000" cy="5289480"/>
              </a:xfrm>
              <a:prstGeom prst="rect">
                <a:avLst/>
              </a:prstGeom>
            </p:spPr>
          </p:pic>
        </mc:Fallback>
      </mc:AlternateContent>
    </p:spTree>
    <p:extLst>
      <p:ext uri="{BB962C8B-B14F-4D97-AF65-F5344CB8AC3E}">
        <p14:creationId xmlns:p14="http://schemas.microsoft.com/office/powerpoint/2010/main" val="3890533653"/>
      </p:ext>
    </p:extLst>
  </p:cSld>
  <p:clrMapOvr>
    <a:masterClrMapping/>
  </p:clrMapOvr>
</p:sld>
</file>

<file path=ppt/slides/slide5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4CF69-E78E-4393-AC9A-3B5C702EADB9}"/>
              </a:ext>
            </a:extLst>
          </p:cNvPr>
          <p:cNvSpPr>
            <a:spLocks noGrp="1"/>
          </p:cNvSpPr>
          <p:nvPr>
            <p:ph type="title"/>
          </p:nvPr>
        </p:nvSpPr>
        <p:spPr/>
        <p:txBody>
          <a:bodyPr/>
          <a:lstStyle/>
          <a:p>
            <a:r>
              <a:rPr lang="en-US" b="1" dirty="0"/>
              <a:t>EV/EBITDA for the high growth phase </a:t>
            </a:r>
            <a:endParaRPr lang="en-IN" b="1" dirty="0"/>
          </a:p>
        </p:txBody>
      </p:sp>
      <p:sp>
        <p:nvSpPr>
          <p:cNvPr id="3" name="Content Placeholder 2">
            <a:extLst>
              <a:ext uri="{FF2B5EF4-FFF2-40B4-BE49-F238E27FC236}">
                <a16:creationId xmlns:a16="http://schemas.microsoft.com/office/drawing/2014/main" id="{2C6A8692-7185-4AF2-BE7A-8DE667D8DC0B}"/>
              </a:ext>
            </a:extLst>
          </p:cNvPr>
          <p:cNvSpPr>
            <a:spLocks noGrp="1"/>
          </p:cNvSpPr>
          <p:nvPr>
            <p:ph idx="1"/>
          </p:nvPr>
        </p:nvSpPr>
        <p:spPr/>
        <p:txBody>
          <a:bodyPr/>
          <a:lstStyle/>
          <a:p>
            <a:pPr marL="0" indent="0">
              <a:buNone/>
            </a:pPr>
            <a:r>
              <a:rPr lang="en-US" dirty="0"/>
              <a:t>EV/EBITDA = </a:t>
            </a:r>
          </a:p>
          <a:p>
            <a:pPr marL="0" indent="0">
              <a:buNone/>
            </a:pPr>
            <a:endParaRPr lang="en-US" dirty="0"/>
          </a:p>
          <a:p>
            <a:pPr marL="0" indent="0">
              <a:buNone/>
            </a:pPr>
            <a:r>
              <a:rPr lang="en-US" dirty="0"/>
              <a:t>(FCFF/EBITDA) (1+g) { 1- (1+g) ^n/ (1+WACC)^n} /  (WACC-g)</a:t>
            </a:r>
          </a:p>
          <a:p>
            <a:pPr marL="0" indent="0">
              <a:buNone/>
            </a:pPr>
            <a:endParaRPr lang="en-US" dirty="0"/>
          </a:p>
          <a:p>
            <a:pPr marL="0" indent="0">
              <a:buNone/>
            </a:pPr>
            <a:r>
              <a:rPr lang="en-US" dirty="0"/>
              <a:t>Here g=  6.25%</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FCFF/EBITDA = 0.60</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WACC = ???</a:t>
            </a:r>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25FB811A-184D-ADE1-19BE-D77C0D8307E7}"/>
                  </a:ext>
                </a:extLst>
              </p14:cNvPr>
              <p14:cNvContentPartPr/>
              <p14:nvPr/>
            </p14:nvContentPartPr>
            <p14:xfrm>
              <a:off x="1057320" y="1008720"/>
              <a:ext cx="10688040" cy="5604840"/>
            </p14:xfrm>
          </p:contentPart>
        </mc:Choice>
        <mc:Fallback xmlns="">
          <p:pic>
            <p:nvPicPr>
              <p:cNvPr id="4" name="Ink 3">
                <a:extLst>
                  <a:ext uri="{FF2B5EF4-FFF2-40B4-BE49-F238E27FC236}">
                    <a16:creationId xmlns:a16="http://schemas.microsoft.com/office/drawing/2014/main" id="{25FB811A-184D-ADE1-19BE-D77C0D8307E7}"/>
                  </a:ext>
                </a:extLst>
              </p:cNvPr>
              <p:cNvPicPr/>
              <p:nvPr/>
            </p:nvPicPr>
            <p:blipFill>
              <a:blip r:embed="rId3"/>
              <a:stretch>
                <a:fillRect/>
              </a:stretch>
            </p:blipFill>
            <p:spPr>
              <a:xfrm>
                <a:off x="1047960" y="999360"/>
                <a:ext cx="10706760" cy="5623560"/>
              </a:xfrm>
              <a:prstGeom prst="rect">
                <a:avLst/>
              </a:prstGeom>
            </p:spPr>
          </p:pic>
        </mc:Fallback>
      </mc:AlternateContent>
    </p:spTree>
    <p:extLst>
      <p:ext uri="{BB962C8B-B14F-4D97-AF65-F5344CB8AC3E}">
        <p14:creationId xmlns:p14="http://schemas.microsoft.com/office/powerpoint/2010/main" val="305301899"/>
      </p:ext>
    </p:extLst>
  </p:cSld>
  <p:clrMapOvr>
    <a:masterClrMapping/>
  </p:clrMapOvr>
</p:sld>
</file>

<file path=ppt/slides/slide5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1424F-EA54-4695-AE39-9AC2C8489447}"/>
              </a:ext>
            </a:extLst>
          </p:cNvPr>
          <p:cNvSpPr>
            <a:spLocks noGrp="1"/>
          </p:cNvSpPr>
          <p:nvPr>
            <p:ph type="title"/>
          </p:nvPr>
        </p:nvSpPr>
        <p:spPr/>
        <p:txBody>
          <a:bodyPr/>
          <a:lstStyle/>
          <a:p>
            <a:r>
              <a:rPr lang="en-US" b="1" dirty="0"/>
              <a:t>WACC for Hero </a:t>
            </a:r>
            <a:r>
              <a:rPr lang="en-US" b="1" dirty="0" err="1"/>
              <a:t>Motocorp</a:t>
            </a:r>
            <a:r>
              <a:rPr lang="en-US" b="1" dirty="0"/>
              <a:t> as on 1 January 2026</a:t>
            </a:r>
            <a:endParaRPr lang="en-IN" b="1" dirty="0"/>
          </a:p>
        </p:txBody>
      </p:sp>
      <p:sp>
        <p:nvSpPr>
          <p:cNvPr id="3" name="Content Placeholder 2">
            <a:extLst>
              <a:ext uri="{FF2B5EF4-FFF2-40B4-BE49-F238E27FC236}">
                <a16:creationId xmlns:a16="http://schemas.microsoft.com/office/drawing/2014/main" id="{3E925744-6BCD-44D9-A54E-1E205BB5D860}"/>
              </a:ext>
            </a:extLst>
          </p:cNvPr>
          <p:cNvSpPr>
            <a:spLocks noGrp="1"/>
          </p:cNvSpPr>
          <p:nvPr>
            <p:ph idx="1"/>
          </p:nvPr>
        </p:nvSpPr>
        <p:spPr/>
        <p:txBody>
          <a:bodyPr/>
          <a:lstStyle/>
          <a:p>
            <a:r>
              <a:rPr lang="en-US" b="1" dirty="0"/>
              <a:t>Cost of Equity </a:t>
            </a:r>
            <a:r>
              <a:rPr lang="en-US" dirty="0"/>
              <a:t>= 7.35 +  1.07 (7.46) = </a:t>
            </a:r>
            <a:r>
              <a:rPr lang="en-US" dirty="0">
                <a:highlight>
                  <a:srgbClr val="FFFF00"/>
                </a:highlight>
              </a:rPr>
              <a:t>15.33 %</a:t>
            </a:r>
          </a:p>
          <a:p>
            <a:r>
              <a:rPr lang="en-US" b="1" dirty="0"/>
              <a:t>Cost of Debt </a:t>
            </a:r>
            <a:r>
              <a:rPr lang="en-US" dirty="0"/>
              <a:t>= 2025 Fin cost/ 2024 Debt =  70.65 / 363.43 = 19.44 %</a:t>
            </a:r>
          </a:p>
          <a:p>
            <a:r>
              <a:rPr lang="en-US" b="1" dirty="0"/>
              <a:t>ATCOD </a:t>
            </a:r>
            <a:r>
              <a:rPr lang="en-US" dirty="0"/>
              <a:t>= 19.44 * 0.7444 = </a:t>
            </a:r>
            <a:r>
              <a:rPr lang="en-US" dirty="0">
                <a:highlight>
                  <a:srgbClr val="FFFF00"/>
                </a:highlight>
              </a:rPr>
              <a:t>14.47</a:t>
            </a:r>
          </a:p>
          <a:p>
            <a:r>
              <a:rPr lang="en-US" dirty="0"/>
              <a:t>2025 Debt = 457 ; Mkt Cap = 119238</a:t>
            </a:r>
          </a:p>
          <a:p>
            <a:r>
              <a:rPr lang="en-US" b="1" dirty="0"/>
              <a:t>D/V</a:t>
            </a:r>
            <a:r>
              <a:rPr lang="en-US" dirty="0"/>
              <a:t> = 457 /119695  = 0.004; </a:t>
            </a:r>
            <a:r>
              <a:rPr lang="en-US" b="1" dirty="0"/>
              <a:t>E/V </a:t>
            </a:r>
            <a:r>
              <a:rPr lang="en-US" dirty="0"/>
              <a:t>= 0.996</a:t>
            </a:r>
          </a:p>
          <a:p>
            <a:r>
              <a:rPr lang="en-US" dirty="0"/>
              <a:t> </a:t>
            </a:r>
            <a:r>
              <a:rPr lang="en-US" b="1" dirty="0"/>
              <a:t>WACC</a:t>
            </a:r>
            <a:r>
              <a:rPr lang="en-US" dirty="0"/>
              <a:t> = (0.004*14.47) + (0.996 * 15.33%) </a:t>
            </a:r>
          </a:p>
          <a:p>
            <a:pPr marL="0" indent="0">
              <a:buNone/>
            </a:pPr>
            <a:r>
              <a:rPr lang="en-US" dirty="0"/>
              <a:t>                = 0.06 +15.27 = </a:t>
            </a:r>
            <a:r>
              <a:rPr lang="en-US" b="1" dirty="0">
                <a:highlight>
                  <a:srgbClr val="FFFF00"/>
                </a:highlight>
              </a:rPr>
              <a:t>15.33 %</a:t>
            </a:r>
            <a:endParaRPr lang="en-IN" b="1" dirty="0">
              <a:highlight>
                <a:srgbClr val="FFFF00"/>
              </a:highlight>
            </a:endParaRP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A68412C3-6A01-5C14-E048-DE5F4C8098E7}"/>
                  </a:ext>
                </a:extLst>
              </p14:cNvPr>
              <p14:cNvContentPartPr/>
              <p14:nvPr/>
            </p14:nvContentPartPr>
            <p14:xfrm>
              <a:off x="1221480" y="1103040"/>
              <a:ext cx="10962360" cy="5257080"/>
            </p14:xfrm>
          </p:contentPart>
        </mc:Choice>
        <mc:Fallback xmlns="">
          <p:pic>
            <p:nvPicPr>
              <p:cNvPr id="4" name="Ink 3">
                <a:extLst>
                  <a:ext uri="{FF2B5EF4-FFF2-40B4-BE49-F238E27FC236}">
                    <a16:creationId xmlns:a16="http://schemas.microsoft.com/office/drawing/2014/main" id="{A68412C3-6A01-5C14-E048-DE5F4C8098E7}"/>
                  </a:ext>
                </a:extLst>
              </p:cNvPr>
              <p:cNvPicPr/>
              <p:nvPr/>
            </p:nvPicPr>
            <p:blipFill>
              <a:blip r:embed="rId3"/>
              <a:stretch>
                <a:fillRect/>
              </a:stretch>
            </p:blipFill>
            <p:spPr>
              <a:xfrm>
                <a:off x="1212120" y="1093680"/>
                <a:ext cx="10981080" cy="5275800"/>
              </a:xfrm>
              <a:prstGeom prst="rect">
                <a:avLst/>
              </a:prstGeom>
            </p:spPr>
          </p:pic>
        </mc:Fallback>
      </mc:AlternateContent>
    </p:spTree>
    <p:extLst>
      <p:ext uri="{BB962C8B-B14F-4D97-AF65-F5344CB8AC3E}">
        <p14:creationId xmlns:p14="http://schemas.microsoft.com/office/powerpoint/2010/main" val="3808118217"/>
      </p:ext>
    </p:extLst>
  </p:cSld>
  <p:clrMapOvr>
    <a:masterClrMapping/>
  </p:clrMapOvr>
</p:sld>
</file>

<file path=ppt/slides/slide5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4CF69-E78E-4393-AC9A-3B5C702EADB9}"/>
              </a:ext>
            </a:extLst>
          </p:cNvPr>
          <p:cNvSpPr>
            <a:spLocks noGrp="1"/>
          </p:cNvSpPr>
          <p:nvPr>
            <p:ph type="title"/>
          </p:nvPr>
        </p:nvSpPr>
        <p:spPr/>
        <p:txBody>
          <a:bodyPr/>
          <a:lstStyle/>
          <a:p>
            <a:r>
              <a:rPr lang="en-US" b="1" dirty="0"/>
              <a:t>EV/EBITDA for the high growth phase- Hero </a:t>
            </a:r>
            <a:r>
              <a:rPr lang="en-US" b="1" dirty="0" err="1"/>
              <a:t>Motocorp</a:t>
            </a:r>
            <a:r>
              <a:rPr lang="en-US" b="1" dirty="0"/>
              <a:t> </a:t>
            </a:r>
            <a:endParaRPr lang="en-IN" b="1" dirty="0"/>
          </a:p>
        </p:txBody>
      </p:sp>
      <p:sp>
        <p:nvSpPr>
          <p:cNvPr id="3" name="Content Placeholder 2">
            <a:extLst>
              <a:ext uri="{FF2B5EF4-FFF2-40B4-BE49-F238E27FC236}">
                <a16:creationId xmlns:a16="http://schemas.microsoft.com/office/drawing/2014/main" id="{2C6A8692-7185-4AF2-BE7A-8DE667D8DC0B}"/>
              </a:ext>
            </a:extLst>
          </p:cNvPr>
          <p:cNvSpPr>
            <a:spLocks noGrp="1"/>
          </p:cNvSpPr>
          <p:nvPr>
            <p:ph idx="1"/>
          </p:nvPr>
        </p:nvSpPr>
        <p:spPr/>
        <p:txBody>
          <a:bodyPr/>
          <a:lstStyle/>
          <a:p>
            <a:pPr marL="0" indent="0">
              <a:buNone/>
            </a:pPr>
            <a:r>
              <a:rPr lang="en-US" dirty="0"/>
              <a:t>EV/EBITDA = </a:t>
            </a:r>
          </a:p>
          <a:p>
            <a:pPr marL="0" indent="0">
              <a:buNone/>
            </a:pPr>
            <a:endParaRPr lang="en-US" dirty="0"/>
          </a:p>
          <a:p>
            <a:pPr marL="0" indent="0">
              <a:buNone/>
            </a:pPr>
            <a:r>
              <a:rPr lang="en-US" dirty="0"/>
              <a:t>(FCFF/EBITDA) (1+g) { 1- (1+g) ^n/ (1+WACC)^n} /  (WACC-g)</a:t>
            </a:r>
          </a:p>
          <a:p>
            <a:pPr marL="0" indent="0">
              <a:buNone/>
            </a:pPr>
            <a:endParaRPr lang="en-US" dirty="0"/>
          </a:p>
          <a:p>
            <a:pPr marL="0" indent="0">
              <a:buNone/>
            </a:pPr>
            <a:r>
              <a:rPr lang="en-US" dirty="0"/>
              <a:t>Here g= 6.25%</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FCFF/EBITDA = 0.60</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WACC = 15.33% ; length of HG phase : </a:t>
            </a:r>
            <a:r>
              <a:rPr lang="en-US" dirty="0">
                <a:solidFill>
                  <a:prstClr val="black"/>
                </a:solidFill>
                <a:latin typeface="Calibri" panose="020F0502020204030204"/>
              </a:rPr>
              <a:t>5</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years </a:t>
            </a:r>
            <a:endParaRPr lang="en-IN" dirty="0"/>
          </a:p>
        </p:txBody>
      </p:sp>
    </p:spTree>
    <p:extLst>
      <p:ext uri="{BB962C8B-B14F-4D97-AF65-F5344CB8AC3E}">
        <p14:creationId xmlns:p14="http://schemas.microsoft.com/office/powerpoint/2010/main" val="3448137326"/>
      </p:ext>
    </p:extLst>
  </p:cSld>
  <p:clrMapOvr>
    <a:masterClrMapping/>
  </p:clrMapOvr>
</p:sld>
</file>

<file path=ppt/slides/slide5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38249-6BF2-4DDD-9D9F-3B377E18A638}"/>
              </a:ext>
            </a:extLst>
          </p:cNvPr>
          <p:cNvSpPr>
            <a:spLocks noGrp="1"/>
          </p:cNvSpPr>
          <p:nvPr>
            <p:ph type="title"/>
          </p:nvPr>
        </p:nvSpPr>
        <p:spPr/>
        <p:txBody>
          <a:bodyPr/>
          <a:lstStyle/>
          <a:p>
            <a:r>
              <a:rPr lang="en-US" b="1" dirty="0"/>
              <a:t>EV/EBITDA Hero </a:t>
            </a:r>
            <a:r>
              <a:rPr lang="en-US" b="1" dirty="0" err="1"/>
              <a:t>Motocorp</a:t>
            </a:r>
            <a:r>
              <a:rPr lang="en-US" b="1" dirty="0"/>
              <a:t> – High growth phase</a:t>
            </a:r>
            <a:endParaRPr lang="en-IN" b="1" dirty="0"/>
          </a:p>
        </p:txBody>
      </p:sp>
      <p:sp>
        <p:nvSpPr>
          <p:cNvPr id="3" name="Content Placeholder 2">
            <a:extLst>
              <a:ext uri="{FF2B5EF4-FFF2-40B4-BE49-F238E27FC236}">
                <a16:creationId xmlns:a16="http://schemas.microsoft.com/office/drawing/2014/main" id="{2C45DD7F-D4DD-4899-AFC2-0DC5FA76F3C4}"/>
              </a:ext>
            </a:extLst>
          </p:cNvPr>
          <p:cNvSpPr>
            <a:spLocks noGrp="1"/>
          </p:cNvSpPr>
          <p:nvPr>
            <p:ph idx="1"/>
          </p:nvPr>
        </p:nvSpPr>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EV/EBITDA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(FCFF/EBITDA) (1+g) { 1- (1+g) ^n/ (1+WACC)^n} /  (WACC-g)</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solidFill>
                  <a:prstClr val="black"/>
                </a:solidFill>
                <a:latin typeface="Calibri" panose="020F0502020204030204"/>
              </a:rPr>
              <a:t>= 0.60 (1.0625)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 (1.0625) ^5/ (1.1533)^</a:t>
            </a:r>
            <a:r>
              <a:rPr lang="en-US" dirty="0">
                <a:solidFill>
                  <a:prstClr val="black"/>
                </a:solidFill>
                <a:latin typeface="Calibri" panose="020F0502020204030204"/>
              </a:rPr>
              <a:t>5</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  (0.1533-0.0625)</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0.6375 {1- 1.3541/2.0404} /0.0908</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solidFill>
                  <a:prstClr val="black"/>
                </a:solidFill>
                <a:latin typeface="Calibri" panose="020F0502020204030204"/>
              </a:rPr>
              <a:t>= 0.2145/0.0908   = </a:t>
            </a:r>
            <a:r>
              <a:rPr lang="en-US" b="1" dirty="0">
                <a:solidFill>
                  <a:prstClr val="black"/>
                </a:solidFill>
                <a:latin typeface="Calibri" panose="020F0502020204030204"/>
              </a:rPr>
              <a:t>2.3623 times</a:t>
            </a:r>
            <a:endParaRPr kumimoji="0" lang="en-US" sz="2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DA4974B0-4D5E-5DCC-05E5-B215F83ED177}"/>
                  </a:ext>
                </a:extLst>
              </p14:cNvPr>
              <p14:cNvContentPartPr/>
              <p14:nvPr/>
            </p14:nvContentPartPr>
            <p14:xfrm>
              <a:off x="2833200" y="3971160"/>
              <a:ext cx="3529080" cy="2016000"/>
            </p14:xfrm>
          </p:contentPart>
        </mc:Choice>
        <mc:Fallback xmlns="">
          <p:pic>
            <p:nvPicPr>
              <p:cNvPr id="4" name="Ink 3">
                <a:extLst>
                  <a:ext uri="{FF2B5EF4-FFF2-40B4-BE49-F238E27FC236}">
                    <a16:creationId xmlns:a16="http://schemas.microsoft.com/office/drawing/2014/main" id="{DA4974B0-4D5E-5DCC-05E5-B215F83ED177}"/>
                  </a:ext>
                </a:extLst>
              </p:cNvPr>
              <p:cNvPicPr/>
              <p:nvPr/>
            </p:nvPicPr>
            <p:blipFill>
              <a:blip r:embed="rId3"/>
              <a:stretch>
                <a:fillRect/>
              </a:stretch>
            </p:blipFill>
            <p:spPr>
              <a:xfrm>
                <a:off x="2823840" y="3961800"/>
                <a:ext cx="3547800" cy="2034720"/>
              </a:xfrm>
              <a:prstGeom prst="rect">
                <a:avLst/>
              </a:prstGeom>
            </p:spPr>
          </p:pic>
        </mc:Fallback>
      </mc:AlternateContent>
    </p:spTree>
    <p:extLst>
      <p:ext uri="{BB962C8B-B14F-4D97-AF65-F5344CB8AC3E}">
        <p14:creationId xmlns:p14="http://schemas.microsoft.com/office/powerpoint/2010/main" val="1213900152"/>
      </p:ext>
    </p:extLst>
  </p:cSld>
  <p:clrMapOvr>
    <a:masterClrMapping/>
  </p:clrMapOvr>
</p:sld>
</file>

<file path=ppt/slides/slide5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BA408-D733-C14B-655F-A4D54221E5C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2F03A31-522F-E942-FF98-6D2EBB558BC9}"/>
              </a:ext>
            </a:extLst>
          </p:cNvPr>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36D98CB9-435C-48A2-5CF3-F2640EE8D29B}"/>
                  </a:ext>
                </a:extLst>
              </p14:cNvPr>
              <p14:cNvContentPartPr/>
              <p14:nvPr/>
            </p14:nvContentPartPr>
            <p14:xfrm>
              <a:off x="648720" y="323280"/>
              <a:ext cx="11540880" cy="6417000"/>
            </p14:xfrm>
          </p:contentPart>
        </mc:Choice>
        <mc:Fallback xmlns="">
          <p:pic>
            <p:nvPicPr>
              <p:cNvPr id="4" name="Ink 3">
                <a:extLst>
                  <a:ext uri="{FF2B5EF4-FFF2-40B4-BE49-F238E27FC236}">
                    <a16:creationId xmlns:a16="http://schemas.microsoft.com/office/drawing/2014/main" id="{36D98CB9-435C-48A2-5CF3-F2640EE8D29B}"/>
                  </a:ext>
                </a:extLst>
              </p:cNvPr>
              <p:cNvPicPr/>
              <p:nvPr/>
            </p:nvPicPr>
            <p:blipFill>
              <a:blip r:embed="rId3"/>
              <a:stretch>
                <a:fillRect/>
              </a:stretch>
            </p:blipFill>
            <p:spPr>
              <a:xfrm>
                <a:off x="639360" y="313920"/>
                <a:ext cx="11559600" cy="6435720"/>
              </a:xfrm>
              <a:prstGeom prst="rect">
                <a:avLst/>
              </a:prstGeom>
            </p:spPr>
          </p:pic>
        </mc:Fallback>
      </mc:AlternateContent>
    </p:spTree>
    <p:extLst>
      <p:ext uri="{BB962C8B-B14F-4D97-AF65-F5344CB8AC3E}">
        <p14:creationId xmlns:p14="http://schemas.microsoft.com/office/powerpoint/2010/main" val="2105436144"/>
      </p:ext>
    </p:extLst>
  </p:cSld>
  <p:clrMapOvr>
    <a:masterClrMapping/>
  </p:clrMapOvr>
</p:sld>
</file>

<file path=ppt/slides/slide5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C5293-4844-46A8-AAD0-293F363D6D0E}"/>
              </a:ext>
            </a:extLst>
          </p:cNvPr>
          <p:cNvSpPr>
            <a:spLocks noGrp="1"/>
          </p:cNvSpPr>
          <p:nvPr>
            <p:ph type="title"/>
          </p:nvPr>
        </p:nvSpPr>
        <p:spPr/>
        <p:txBody>
          <a:bodyPr/>
          <a:lstStyle/>
          <a:p>
            <a:r>
              <a:rPr lang="en-US" b="1" dirty="0"/>
              <a:t>EV/EBITDA for Stable Phase </a:t>
            </a:r>
            <a:endParaRPr lang="en-IN" b="1" dirty="0"/>
          </a:p>
        </p:txBody>
      </p:sp>
      <p:sp>
        <p:nvSpPr>
          <p:cNvPr id="3" name="Content Placeholder 2">
            <a:extLst>
              <a:ext uri="{FF2B5EF4-FFF2-40B4-BE49-F238E27FC236}">
                <a16:creationId xmlns:a16="http://schemas.microsoft.com/office/drawing/2014/main" id="{3159AA8E-4B4B-4F2A-90D5-A995DEC522C4}"/>
              </a:ext>
            </a:extLst>
          </p:cNvPr>
          <p:cNvSpPr>
            <a:spLocks noGrp="1"/>
          </p:cNvSpPr>
          <p:nvPr>
            <p:ph idx="1"/>
          </p:nvPr>
        </p:nvSpPr>
        <p:spPr/>
        <p:txBody>
          <a:bodyPr/>
          <a:lstStyle/>
          <a:p>
            <a:pPr marL="0" indent="0">
              <a:buNone/>
            </a:pPr>
            <a:r>
              <a:rPr lang="en-US" dirty="0"/>
              <a:t>= (FCFF/EBITDA) </a:t>
            </a:r>
            <a:r>
              <a:rPr lang="en-US" dirty="0" err="1"/>
              <a:t>st</a:t>
            </a:r>
            <a:r>
              <a:rPr lang="en-US" dirty="0"/>
              <a:t> (1+g hg) ^n (1+g </a:t>
            </a:r>
            <a:r>
              <a:rPr lang="en-US" dirty="0" err="1"/>
              <a:t>st</a:t>
            </a:r>
            <a:r>
              <a:rPr lang="en-US" dirty="0"/>
              <a:t>) / (</a:t>
            </a:r>
            <a:r>
              <a:rPr lang="en-US" dirty="0" err="1"/>
              <a:t>waac</a:t>
            </a:r>
            <a:r>
              <a:rPr lang="en-US" dirty="0"/>
              <a:t> </a:t>
            </a:r>
            <a:r>
              <a:rPr lang="en-US" dirty="0" err="1"/>
              <a:t>st</a:t>
            </a:r>
            <a:r>
              <a:rPr lang="en-US" dirty="0"/>
              <a:t>-g </a:t>
            </a:r>
            <a:r>
              <a:rPr lang="en-US" dirty="0" err="1"/>
              <a:t>st</a:t>
            </a:r>
            <a:r>
              <a:rPr lang="en-US" dirty="0"/>
              <a:t>) (1+wacc hg)^n</a:t>
            </a:r>
          </a:p>
          <a:p>
            <a:pPr marL="0" indent="0">
              <a:buNone/>
            </a:pPr>
            <a:r>
              <a:rPr lang="en-US" dirty="0"/>
              <a:t>Let us Assume</a:t>
            </a:r>
          </a:p>
          <a:p>
            <a:pPr marL="0" indent="0">
              <a:buNone/>
            </a:pPr>
            <a:r>
              <a:rPr lang="en-US" dirty="0"/>
              <a:t>FCFF/EBITDA </a:t>
            </a:r>
            <a:r>
              <a:rPr lang="en-US" dirty="0" err="1"/>
              <a:t>st</a:t>
            </a:r>
            <a:r>
              <a:rPr lang="en-US" dirty="0"/>
              <a:t> = 0.80;  g </a:t>
            </a:r>
            <a:r>
              <a:rPr lang="en-US" dirty="0" err="1"/>
              <a:t>st</a:t>
            </a:r>
            <a:r>
              <a:rPr lang="en-US" dirty="0"/>
              <a:t> =1 % ; WACC </a:t>
            </a:r>
            <a:r>
              <a:rPr lang="en-US" dirty="0" err="1"/>
              <a:t>st</a:t>
            </a:r>
            <a:r>
              <a:rPr lang="en-US" dirty="0"/>
              <a:t> = 10 %</a:t>
            </a:r>
          </a:p>
          <a:p>
            <a:pPr marL="0" indent="0">
              <a:buNone/>
            </a:pPr>
            <a:endParaRPr lang="en-US" dirty="0"/>
          </a:p>
          <a:p>
            <a:pPr marL="0" indent="0">
              <a:buNone/>
            </a:pPr>
            <a:r>
              <a:rPr lang="en-US" dirty="0"/>
              <a:t>= 0.80 (1.0625)^5 (1.01) / ( 0.10-0.01) ( 1.1533)^5</a:t>
            </a:r>
          </a:p>
          <a:p>
            <a:pPr marL="0" indent="0">
              <a:buNone/>
            </a:pPr>
            <a:r>
              <a:rPr lang="en-US" dirty="0"/>
              <a:t>= 0.80(1.3541) (1.01)/ (0.09) (2.0404)</a:t>
            </a:r>
          </a:p>
          <a:p>
            <a:pPr marL="0" indent="0">
              <a:buNone/>
            </a:pPr>
            <a:r>
              <a:rPr lang="en-US" dirty="0"/>
              <a:t>= 1.0941/0.1836  =  </a:t>
            </a:r>
            <a:r>
              <a:rPr lang="en-US" b="1" dirty="0"/>
              <a:t>5.9592 times</a:t>
            </a:r>
            <a:endParaRPr lang="en-IN" b="1"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025685D3-8E7A-DF8D-AD16-59F2F146BEC7}"/>
                  </a:ext>
                </a:extLst>
              </p14:cNvPr>
              <p14:cNvContentPartPr/>
              <p14:nvPr/>
            </p14:nvContentPartPr>
            <p14:xfrm>
              <a:off x="565200" y="674280"/>
              <a:ext cx="11630160" cy="5392440"/>
            </p14:xfrm>
          </p:contentPart>
        </mc:Choice>
        <mc:Fallback xmlns="">
          <p:pic>
            <p:nvPicPr>
              <p:cNvPr id="4" name="Ink 3">
                <a:extLst>
                  <a:ext uri="{FF2B5EF4-FFF2-40B4-BE49-F238E27FC236}">
                    <a16:creationId xmlns:a16="http://schemas.microsoft.com/office/drawing/2014/main" id="{025685D3-8E7A-DF8D-AD16-59F2F146BEC7}"/>
                  </a:ext>
                </a:extLst>
              </p:cNvPr>
              <p:cNvPicPr/>
              <p:nvPr/>
            </p:nvPicPr>
            <p:blipFill>
              <a:blip r:embed="rId3"/>
              <a:stretch>
                <a:fillRect/>
              </a:stretch>
            </p:blipFill>
            <p:spPr>
              <a:xfrm>
                <a:off x="555840" y="664920"/>
                <a:ext cx="11648880" cy="5411160"/>
              </a:xfrm>
              <a:prstGeom prst="rect">
                <a:avLst/>
              </a:prstGeom>
            </p:spPr>
          </p:pic>
        </mc:Fallback>
      </mc:AlternateContent>
    </p:spTree>
    <p:extLst>
      <p:ext uri="{BB962C8B-B14F-4D97-AF65-F5344CB8AC3E}">
        <p14:creationId xmlns:p14="http://schemas.microsoft.com/office/powerpoint/2010/main" val="3428102217"/>
      </p:ext>
    </p:extLst>
  </p:cSld>
  <p:clrMapOvr>
    <a:masterClrMapping/>
  </p:clrMapOvr>
</p:sld>
</file>

<file path=ppt/slides/slide5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49B7A-E5E8-4F79-A166-9AAE1E19CEEE}"/>
              </a:ext>
            </a:extLst>
          </p:cNvPr>
          <p:cNvSpPr>
            <a:spLocks noGrp="1"/>
          </p:cNvSpPr>
          <p:nvPr>
            <p:ph type="title"/>
          </p:nvPr>
        </p:nvSpPr>
        <p:spPr/>
        <p:txBody>
          <a:bodyPr/>
          <a:lstStyle/>
          <a:p>
            <a:r>
              <a:rPr lang="en-US" b="1" dirty="0"/>
              <a:t>EV/EBITDA for Hero </a:t>
            </a:r>
            <a:r>
              <a:rPr lang="en-US" b="1" dirty="0" err="1"/>
              <a:t>Motocorp</a:t>
            </a:r>
            <a:r>
              <a:rPr lang="en-US" b="1" dirty="0"/>
              <a:t>  ON 1 January 2026</a:t>
            </a:r>
            <a:endParaRPr lang="en-IN" b="1" dirty="0"/>
          </a:p>
        </p:txBody>
      </p:sp>
      <p:sp>
        <p:nvSpPr>
          <p:cNvPr id="3" name="Content Placeholder 2">
            <a:extLst>
              <a:ext uri="{FF2B5EF4-FFF2-40B4-BE49-F238E27FC236}">
                <a16:creationId xmlns:a16="http://schemas.microsoft.com/office/drawing/2014/main" id="{C1379245-A916-4EA8-AD73-22CA7484043B}"/>
              </a:ext>
            </a:extLst>
          </p:cNvPr>
          <p:cNvSpPr>
            <a:spLocks noGrp="1"/>
          </p:cNvSpPr>
          <p:nvPr>
            <p:ph idx="1"/>
          </p:nvPr>
        </p:nvSpPr>
        <p:spPr/>
        <p:txBody>
          <a:bodyPr>
            <a:normAutofit fontScale="77500" lnSpcReduction="20000"/>
          </a:bodyPr>
          <a:lstStyle/>
          <a:p>
            <a:r>
              <a:rPr lang="en-US" dirty="0"/>
              <a:t> Total EV/EBITDA = 2.3623 + 5.9592 = </a:t>
            </a:r>
            <a:r>
              <a:rPr lang="en-US" b="1" dirty="0"/>
              <a:t>8.3215  times = 8.32 times</a:t>
            </a:r>
          </a:p>
          <a:p>
            <a:endParaRPr lang="en-US" dirty="0"/>
          </a:p>
          <a:p>
            <a:r>
              <a:rPr lang="en-US" dirty="0"/>
              <a:t>Predicted </a:t>
            </a:r>
            <a:r>
              <a:rPr lang="en-US" dirty="0" err="1"/>
              <a:t>EntV</a:t>
            </a:r>
            <a:r>
              <a:rPr lang="en-US" dirty="0"/>
              <a:t> =  8.32 * EBITDA 2025 * ( 1+0.1533/360 * 271= 1.12) = 8.32* 5735 *1.12= </a:t>
            </a:r>
          </a:p>
          <a:p>
            <a:pPr marL="0" indent="0">
              <a:buNone/>
            </a:pPr>
            <a:r>
              <a:rPr lang="en-US" b="1" dirty="0"/>
              <a:t>INR 53441 </a:t>
            </a:r>
            <a:r>
              <a:rPr lang="en-US" b="1" dirty="0" err="1"/>
              <a:t>cr</a:t>
            </a:r>
            <a:endParaRPr lang="en-US" b="1" dirty="0"/>
          </a:p>
          <a:p>
            <a:endParaRPr lang="en-US" dirty="0"/>
          </a:p>
          <a:p>
            <a:r>
              <a:rPr lang="en-US" b="1" dirty="0"/>
              <a:t>Predicted </a:t>
            </a:r>
            <a:r>
              <a:rPr lang="en-US" b="1" dirty="0" err="1"/>
              <a:t>Eq.value</a:t>
            </a:r>
            <a:r>
              <a:rPr lang="en-US" b="1" dirty="0"/>
              <a:t> </a:t>
            </a:r>
            <a:r>
              <a:rPr lang="en-US" dirty="0"/>
              <a:t>= </a:t>
            </a:r>
            <a:r>
              <a:rPr lang="en-US" dirty="0" err="1"/>
              <a:t>EntV</a:t>
            </a:r>
            <a:r>
              <a:rPr lang="en-US" dirty="0"/>
              <a:t> – Debt + Cash =53441  -457 + 6636+574</a:t>
            </a:r>
          </a:p>
          <a:p>
            <a:pPr marL="0" indent="0">
              <a:buNone/>
            </a:pPr>
            <a:r>
              <a:rPr lang="en-US" dirty="0"/>
              <a:t>= </a:t>
            </a:r>
            <a:r>
              <a:rPr lang="en-US" b="1" dirty="0"/>
              <a:t>INR  60194  Cr  </a:t>
            </a:r>
          </a:p>
          <a:p>
            <a:pPr marL="0" indent="0">
              <a:buNone/>
            </a:pPr>
            <a:r>
              <a:rPr lang="en-US" b="1" dirty="0"/>
              <a:t>Predicted Price/share= 60194</a:t>
            </a:r>
            <a:r>
              <a:rPr lang="en-US" dirty="0"/>
              <a:t>/20.01</a:t>
            </a:r>
            <a:r>
              <a:rPr lang="en-US" b="1" dirty="0"/>
              <a:t> = </a:t>
            </a:r>
            <a:r>
              <a:rPr lang="en-US" b="1" dirty="0">
                <a:highlight>
                  <a:srgbClr val="FFFF00"/>
                </a:highlight>
              </a:rPr>
              <a:t>INR 3008.20</a:t>
            </a:r>
          </a:p>
          <a:p>
            <a:r>
              <a:rPr lang="en-US" b="1" dirty="0"/>
              <a:t>Actual </a:t>
            </a:r>
            <a:r>
              <a:rPr lang="en-US" b="1" dirty="0" err="1"/>
              <a:t>Eq.value</a:t>
            </a:r>
            <a:r>
              <a:rPr lang="en-US" b="1" dirty="0"/>
              <a:t> </a:t>
            </a:r>
            <a:r>
              <a:rPr lang="en-US" dirty="0"/>
              <a:t>= </a:t>
            </a:r>
            <a:r>
              <a:rPr lang="en-US" b="1" dirty="0"/>
              <a:t>Rs 119238  </a:t>
            </a:r>
            <a:r>
              <a:rPr lang="en-US" b="1" dirty="0" err="1"/>
              <a:t>cr</a:t>
            </a:r>
            <a:r>
              <a:rPr lang="en-US" b="1" dirty="0"/>
              <a:t>; </a:t>
            </a:r>
            <a:r>
              <a:rPr lang="en-US" b="1" dirty="0">
                <a:highlight>
                  <a:srgbClr val="FFFF00"/>
                </a:highlight>
              </a:rPr>
              <a:t>CMP = INR 5958.50</a:t>
            </a:r>
          </a:p>
          <a:p>
            <a:r>
              <a:rPr lang="en-US" b="1" dirty="0"/>
              <a:t>52W LH : INR 3344.00-INR 6388.50</a:t>
            </a:r>
          </a:p>
          <a:p>
            <a:r>
              <a:rPr lang="en-US" dirty="0">
                <a:highlight>
                  <a:srgbClr val="FFFF00"/>
                </a:highlight>
              </a:rPr>
              <a:t>Highly Overvalued </a:t>
            </a:r>
            <a:endParaRPr lang="en-IN" dirty="0">
              <a:highlight>
                <a:srgbClr val="FFFF00"/>
              </a:highlight>
            </a:endParaRP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4BED0C40-97FD-E50B-952A-31C80866D53A}"/>
                  </a:ext>
                </a:extLst>
              </p14:cNvPr>
              <p14:cNvContentPartPr/>
              <p14:nvPr/>
            </p14:nvContentPartPr>
            <p14:xfrm>
              <a:off x="3464640" y="1305360"/>
              <a:ext cx="6556680" cy="4543560"/>
            </p14:xfrm>
          </p:contentPart>
        </mc:Choice>
        <mc:Fallback xmlns="">
          <p:pic>
            <p:nvPicPr>
              <p:cNvPr id="4" name="Ink 3">
                <a:extLst>
                  <a:ext uri="{FF2B5EF4-FFF2-40B4-BE49-F238E27FC236}">
                    <a16:creationId xmlns:a16="http://schemas.microsoft.com/office/drawing/2014/main" id="{4BED0C40-97FD-E50B-952A-31C80866D53A}"/>
                  </a:ext>
                </a:extLst>
              </p:cNvPr>
              <p:cNvPicPr/>
              <p:nvPr/>
            </p:nvPicPr>
            <p:blipFill>
              <a:blip r:embed="rId4"/>
              <a:stretch>
                <a:fillRect/>
              </a:stretch>
            </p:blipFill>
            <p:spPr>
              <a:xfrm>
                <a:off x="3455280" y="1296000"/>
                <a:ext cx="6575400" cy="4562280"/>
              </a:xfrm>
              <a:prstGeom prst="rect">
                <a:avLst/>
              </a:prstGeom>
            </p:spPr>
          </p:pic>
        </mc:Fallback>
      </mc:AlternateContent>
    </p:spTree>
    <p:extLst>
      <p:ext uri="{BB962C8B-B14F-4D97-AF65-F5344CB8AC3E}">
        <p14:creationId xmlns:p14="http://schemas.microsoft.com/office/powerpoint/2010/main" val="1407458342"/>
      </p:ext>
    </p:extLst>
  </p:cSld>
  <p:clrMapOvr>
    <a:masterClrMapping/>
  </p:clrMapOvr>
</p:sld>
</file>

<file path=ppt/slides/slide5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77143-9E70-4116-BA28-0E169A64B9C8}"/>
              </a:ext>
            </a:extLst>
          </p:cNvPr>
          <p:cNvSpPr>
            <a:spLocks noGrp="1"/>
          </p:cNvSpPr>
          <p:nvPr>
            <p:ph type="title"/>
          </p:nvPr>
        </p:nvSpPr>
        <p:spPr/>
        <p:txBody>
          <a:bodyPr/>
          <a:lstStyle/>
          <a:p>
            <a:r>
              <a:rPr lang="en-US" b="1" dirty="0"/>
              <a:t>EV/EBITDA of a 3-stage firm</a:t>
            </a:r>
            <a:endParaRPr lang="en-IN" b="1" dirty="0"/>
          </a:p>
        </p:txBody>
      </p:sp>
      <p:sp>
        <p:nvSpPr>
          <p:cNvPr id="3" name="Content Placeholder 2">
            <a:extLst>
              <a:ext uri="{FF2B5EF4-FFF2-40B4-BE49-F238E27FC236}">
                <a16:creationId xmlns:a16="http://schemas.microsoft.com/office/drawing/2014/main" id="{CDF07D5C-B144-42F8-A317-842A9C95988D}"/>
              </a:ext>
            </a:extLst>
          </p:cNvPr>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B04EDED9-7D7A-3462-1EF7-BE1A1124D140}"/>
                  </a:ext>
                </a:extLst>
              </p14:cNvPr>
              <p14:cNvContentPartPr/>
              <p14:nvPr/>
            </p14:nvContentPartPr>
            <p14:xfrm>
              <a:off x="800280" y="1634400"/>
              <a:ext cx="6365880" cy="186480"/>
            </p14:xfrm>
          </p:contentPart>
        </mc:Choice>
        <mc:Fallback xmlns="">
          <p:pic>
            <p:nvPicPr>
              <p:cNvPr id="4" name="Ink 3">
                <a:extLst>
                  <a:ext uri="{FF2B5EF4-FFF2-40B4-BE49-F238E27FC236}">
                    <a16:creationId xmlns:a16="http://schemas.microsoft.com/office/drawing/2014/main" id="{B04EDED9-7D7A-3462-1EF7-BE1A1124D140}"/>
                  </a:ext>
                </a:extLst>
              </p:cNvPr>
              <p:cNvPicPr/>
              <p:nvPr/>
            </p:nvPicPr>
            <p:blipFill>
              <a:blip r:embed="rId3"/>
              <a:stretch>
                <a:fillRect/>
              </a:stretch>
            </p:blipFill>
            <p:spPr>
              <a:xfrm>
                <a:off x="790920" y="1625040"/>
                <a:ext cx="6384600" cy="205200"/>
              </a:xfrm>
              <a:prstGeom prst="rect">
                <a:avLst/>
              </a:prstGeom>
            </p:spPr>
          </p:pic>
        </mc:Fallback>
      </mc:AlternateContent>
    </p:spTree>
    <p:extLst>
      <p:ext uri="{BB962C8B-B14F-4D97-AF65-F5344CB8AC3E}">
        <p14:creationId xmlns:p14="http://schemas.microsoft.com/office/powerpoint/2010/main" val="2574529679"/>
      </p:ext>
    </p:extLst>
  </p:cSld>
  <p:clrMapOvr>
    <a:masterClrMapping/>
  </p:clrMapOvr>
</p:sld>
</file>

<file path=ppt/slides/slide5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AAA44-ABCA-4FFE-A8C7-2B5C38310FAE}"/>
              </a:ext>
            </a:extLst>
          </p:cNvPr>
          <p:cNvSpPr>
            <a:spLocks noGrp="1"/>
          </p:cNvSpPr>
          <p:nvPr>
            <p:ph type="title"/>
          </p:nvPr>
        </p:nvSpPr>
        <p:spPr/>
        <p:txBody>
          <a:bodyPr/>
          <a:lstStyle/>
          <a:p>
            <a:r>
              <a:rPr lang="en-US" dirty="0"/>
              <a:t>Let us consider </a:t>
            </a:r>
            <a:r>
              <a:rPr lang="en-US" b="1" dirty="0"/>
              <a:t>Adani Ports and Special Economic Zone Ltd </a:t>
            </a:r>
            <a:endParaRPr lang="en-IN" b="1" dirty="0"/>
          </a:p>
        </p:txBody>
      </p:sp>
      <p:sp>
        <p:nvSpPr>
          <p:cNvPr id="3" name="Content Placeholder 2">
            <a:extLst>
              <a:ext uri="{FF2B5EF4-FFF2-40B4-BE49-F238E27FC236}">
                <a16:creationId xmlns:a16="http://schemas.microsoft.com/office/drawing/2014/main" id="{0E0B7B32-C246-4FED-BB54-A63C5786DE80}"/>
              </a:ext>
            </a:extLst>
          </p:cNvPr>
          <p:cNvSpPr>
            <a:spLocks noGrp="1"/>
          </p:cNvSpPr>
          <p:nvPr>
            <p:ph idx="1"/>
          </p:nvPr>
        </p:nvSpPr>
        <p:spPr/>
        <p:txBody>
          <a:bodyPr/>
          <a:lstStyle/>
          <a:p>
            <a:r>
              <a:rPr lang="en-US" dirty="0"/>
              <a:t>Stable firm Test:</a:t>
            </a:r>
          </a:p>
          <a:p>
            <a:endParaRPr lang="en-US" dirty="0"/>
          </a:p>
          <a:p>
            <a:pPr marL="0" indent="0">
              <a:buNone/>
            </a:pPr>
            <a:r>
              <a:rPr lang="en-US" dirty="0"/>
              <a:t>If the </a:t>
            </a:r>
            <a:r>
              <a:rPr lang="en-US" b="1" dirty="0"/>
              <a:t>growth rate in operating income is less </a:t>
            </a:r>
            <a:r>
              <a:rPr lang="en-US" dirty="0"/>
              <a:t>than the expected long run </a:t>
            </a:r>
            <a:r>
              <a:rPr lang="en-US" b="1" dirty="0"/>
              <a:t>growth rate of the economy</a:t>
            </a:r>
            <a:r>
              <a:rPr lang="en-US" dirty="0"/>
              <a:t> </a:t>
            </a:r>
            <a:r>
              <a:rPr lang="en-US" dirty="0" err="1"/>
              <a:t>i.e</a:t>
            </a:r>
            <a:r>
              <a:rPr lang="en-US" dirty="0"/>
              <a:t> 6 % for India</a:t>
            </a:r>
          </a:p>
          <a:p>
            <a:pPr marL="0" indent="0">
              <a:buNone/>
            </a:pPr>
            <a:endParaRPr lang="en-US" dirty="0"/>
          </a:p>
          <a:p>
            <a:r>
              <a:rPr lang="en-IN" b="1" dirty="0"/>
              <a:t>Growth rate in EBIT </a:t>
            </a:r>
            <a:r>
              <a:rPr lang="en-IN" dirty="0"/>
              <a:t>= </a:t>
            </a:r>
            <a:r>
              <a:rPr lang="en-IN" dirty="0" err="1"/>
              <a:t>Avg.reivst</a:t>
            </a:r>
            <a:r>
              <a:rPr lang="en-IN" dirty="0"/>
              <a:t> rate * </a:t>
            </a:r>
            <a:r>
              <a:rPr lang="en-IN" dirty="0" err="1"/>
              <a:t>Avg</a:t>
            </a:r>
            <a:r>
              <a:rPr lang="en-IN" dirty="0"/>
              <a:t> ROC </a:t>
            </a:r>
          </a:p>
          <a:p>
            <a:r>
              <a:rPr lang="en-IN" dirty="0"/>
              <a:t>We may consider last </a:t>
            </a:r>
            <a:r>
              <a:rPr lang="en-IN" b="1" dirty="0"/>
              <a:t>five years for our analysis</a:t>
            </a:r>
          </a:p>
        </p:txBody>
      </p:sp>
    </p:spTree>
    <p:extLst>
      <p:ext uri="{BB962C8B-B14F-4D97-AF65-F5344CB8AC3E}">
        <p14:creationId xmlns:p14="http://schemas.microsoft.com/office/powerpoint/2010/main" val="260142313"/>
      </p:ext>
    </p:extLst>
  </p:cSld>
  <p:clrMapOvr>
    <a:masterClrMapping/>
  </p:clrMapOvr>
</p:sld>
</file>

<file path=ppt/slides/slide5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E9904-2952-4ED0-9D67-445DB965375E}"/>
              </a:ext>
            </a:extLst>
          </p:cNvPr>
          <p:cNvSpPr>
            <a:spLocks noGrp="1"/>
          </p:cNvSpPr>
          <p:nvPr>
            <p:ph type="title"/>
          </p:nvPr>
        </p:nvSpPr>
        <p:spPr/>
        <p:txBody>
          <a:bodyPr/>
          <a:lstStyle/>
          <a:p>
            <a:r>
              <a:rPr lang="en-US" u="sng" dirty="0"/>
              <a:t>Five Year Average </a:t>
            </a:r>
            <a:r>
              <a:rPr lang="en-US" b="1" dirty="0"/>
              <a:t>ROC for Adani Ports  </a:t>
            </a:r>
            <a:endParaRPr lang="en-IN" b="1" dirty="0"/>
          </a:p>
        </p:txBody>
      </p:sp>
      <p:graphicFrame>
        <p:nvGraphicFramePr>
          <p:cNvPr id="4" name="Table 4">
            <a:extLst>
              <a:ext uri="{FF2B5EF4-FFF2-40B4-BE49-F238E27FC236}">
                <a16:creationId xmlns:a16="http://schemas.microsoft.com/office/drawing/2014/main" id="{82402FFE-C97E-4A6B-A5B4-4F3BF6814545}"/>
              </a:ext>
            </a:extLst>
          </p:cNvPr>
          <p:cNvGraphicFramePr>
            <a:graphicFrameLocks noGrp="1"/>
          </p:cNvGraphicFramePr>
          <p:nvPr>
            <p:ph idx="1"/>
          </p:nvPr>
        </p:nvGraphicFramePr>
        <p:xfrm>
          <a:off x="838200" y="1825625"/>
          <a:ext cx="8587153" cy="2186849"/>
        </p:xfrm>
        <a:graphic>
          <a:graphicData uri="http://schemas.openxmlformats.org/drawingml/2006/table">
            <a:tbl>
              <a:tblPr firstRow="1" bandRow="1">
                <a:tableStyleId>{5C22544A-7EE6-4342-B048-85BDC9FD1C3A}</a:tableStyleId>
              </a:tblPr>
              <a:tblGrid>
                <a:gridCol w="1781996">
                  <a:extLst>
                    <a:ext uri="{9D8B030D-6E8A-4147-A177-3AD203B41FA5}">
                      <a16:colId xmlns:a16="http://schemas.microsoft.com/office/drawing/2014/main" val="1340238082"/>
                    </a:ext>
                  </a:extLst>
                </a:gridCol>
                <a:gridCol w="1781996">
                  <a:extLst>
                    <a:ext uri="{9D8B030D-6E8A-4147-A177-3AD203B41FA5}">
                      <a16:colId xmlns:a16="http://schemas.microsoft.com/office/drawing/2014/main" val="68420675"/>
                    </a:ext>
                  </a:extLst>
                </a:gridCol>
                <a:gridCol w="1280375">
                  <a:extLst>
                    <a:ext uri="{9D8B030D-6E8A-4147-A177-3AD203B41FA5}">
                      <a16:colId xmlns:a16="http://schemas.microsoft.com/office/drawing/2014/main" val="1279391335"/>
                    </a:ext>
                  </a:extLst>
                </a:gridCol>
                <a:gridCol w="1120452">
                  <a:extLst>
                    <a:ext uri="{9D8B030D-6E8A-4147-A177-3AD203B41FA5}">
                      <a16:colId xmlns:a16="http://schemas.microsoft.com/office/drawing/2014/main" val="3468009399"/>
                    </a:ext>
                  </a:extLst>
                </a:gridCol>
                <a:gridCol w="1311167">
                  <a:extLst>
                    <a:ext uri="{9D8B030D-6E8A-4147-A177-3AD203B41FA5}">
                      <a16:colId xmlns:a16="http://schemas.microsoft.com/office/drawing/2014/main" val="501061700"/>
                    </a:ext>
                  </a:extLst>
                </a:gridCol>
                <a:gridCol w="1311167">
                  <a:extLst>
                    <a:ext uri="{9D8B030D-6E8A-4147-A177-3AD203B41FA5}">
                      <a16:colId xmlns:a16="http://schemas.microsoft.com/office/drawing/2014/main" val="3705002820"/>
                    </a:ext>
                  </a:extLst>
                </a:gridCol>
              </a:tblGrid>
              <a:tr h="530769">
                <a:tc>
                  <a:txBody>
                    <a:bodyPr/>
                    <a:lstStyle/>
                    <a:p>
                      <a:r>
                        <a:rPr lang="en-US" dirty="0"/>
                        <a:t>Particulars</a:t>
                      </a:r>
                      <a:endParaRPr lang="en-IN" dirty="0"/>
                    </a:p>
                  </a:txBody>
                  <a:tcPr/>
                </a:tc>
                <a:tc>
                  <a:txBody>
                    <a:bodyPr/>
                    <a:lstStyle/>
                    <a:p>
                      <a:r>
                        <a:rPr lang="en-IN" dirty="0"/>
                        <a:t>2025</a:t>
                      </a:r>
                    </a:p>
                  </a:txBody>
                  <a:tcPr/>
                </a:tc>
                <a:tc>
                  <a:txBody>
                    <a:bodyPr/>
                    <a:lstStyle/>
                    <a:p>
                      <a:r>
                        <a:rPr lang="en-IN" dirty="0"/>
                        <a:t>2024</a:t>
                      </a:r>
                    </a:p>
                  </a:txBody>
                  <a:tcPr/>
                </a:tc>
                <a:tc>
                  <a:txBody>
                    <a:bodyPr/>
                    <a:lstStyle/>
                    <a:p>
                      <a:r>
                        <a:rPr lang="en-IN" dirty="0"/>
                        <a:t>2023</a:t>
                      </a:r>
                    </a:p>
                  </a:txBody>
                  <a:tcPr/>
                </a:tc>
                <a:tc>
                  <a:txBody>
                    <a:bodyPr/>
                    <a:lstStyle/>
                    <a:p>
                      <a:r>
                        <a:rPr lang="en-IN" dirty="0"/>
                        <a:t>2022</a:t>
                      </a:r>
                    </a:p>
                  </a:txBody>
                  <a:tcPr/>
                </a:tc>
                <a:tc>
                  <a:txBody>
                    <a:bodyPr/>
                    <a:lstStyle/>
                    <a:p>
                      <a:r>
                        <a:rPr lang="en-US" dirty="0"/>
                        <a:t>2021 March </a:t>
                      </a:r>
                      <a:endParaRPr lang="en-IN" dirty="0"/>
                    </a:p>
                  </a:txBody>
                  <a:tcPr/>
                </a:tc>
                <a:extLst>
                  <a:ext uri="{0D108BD9-81ED-4DB2-BD59-A6C34878D82A}">
                    <a16:rowId xmlns:a16="http://schemas.microsoft.com/office/drawing/2014/main" val="1185285758"/>
                  </a:ext>
                </a:extLst>
              </a:tr>
              <a:tr h="370840">
                <a:tc>
                  <a:txBody>
                    <a:bodyPr/>
                    <a:lstStyle/>
                    <a:p>
                      <a:r>
                        <a:rPr lang="en-US" dirty="0"/>
                        <a:t>ROC in %</a:t>
                      </a:r>
                      <a:endParaRPr lang="en-IN" dirty="0"/>
                    </a:p>
                  </a:txBody>
                  <a:tcPr/>
                </a:tc>
                <a:tc>
                  <a:txBody>
                    <a:bodyPr/>
                    <a:lstStyle/>
                    <a:p>
                      <a:r>
                        <a:rPr lang="en-IN" dirty="0"/>
                        <a:t>13.94</a:t>
                      </a:r>
                    </a:p>
                  </a:txBody>
                  <a:tcPr/>
                </a:tc>
                <a:tc>
                  <a:txBody>
                    <a:bodyPr/>
                    <a:lstStyle/>
                    <a:p>
                      <a:r>
                        <a:rPr lang="en-IN" dirty="0"/>
                        <a:t>13.15</a:t>
                      </a:r>
                    </a:p>
                  </a:txBody>
                  <a:tcPr/>
                </a:tc>
                <a:tc>
                  <a:txBody>
                    <a:bodyPr/>
                    <a:lstStyle/>
                    <a:p>
                      <a:r>
                        <a:rPr lang="en-IN" dirty="0"/>
                        <a:t>8.90</a:t>
                      </a:r>
                    </a:p>
                  </a:txBody>
                  <a:tcPr/>
                </a:tc>
                <a:tc>
                  <a:txBody>
                    <a:bodyPr/>
                    <a:lstStyle/>
                    <a:p>
                      <a:r>
                        <a:rPr lang="en-IN" dirty="0"/>
                        <a:t>9.90</a:t>
                      </a:r>
                    </a:p>
                  </a:txBody>
                  <a:tcPr/>
                </a:tc>
                <a:tc>
                  <a:txBody>
                    <a:bodyPr/>
                    <a:lstStyle/>
                    <a:p>
                      <a:r>
                        <a:rPr lang="en-IN" dirty="0"/>
                        <a:t>12.54</a:t>
                      </a:r>
                    </a:p>
                  </a:txBody>
                  <a:tcPr/>
                </a:tc>
                <a:extLst>
                  <a:ext uri="{0D108BD9-81ED-4DB2-BD59-A6C34878D82A}">
                    <a16:rowId xmlns:a16="http://schemas.microsoft.com/office/drawing/2014/main" val="4031269677"/>
                  </a:ext>
                </a:extLst>
              </a:tr>
              <a:tr h="370840">
                <a:tc>
                  <a:txBody>
                    <a:bodyPr/>
                    <a:lstStyle/>
                    <a:p>
                      <a:r>
                        <a:rPr lang="en-US" dirty="0"/>
                        <a:t>5 year avg ROC</a:t>
                      </a:r>
                      <a:endParaRPr lang="en-IN" dirty="0"/>
                    </a:p>
                  </a:txBody>
                  <a:tcPr/>
                </a:tc>
                <a:tc>
                  <a:txBody>
                    <a:bodyPr/>
                    <a:lstStyle/>
                    <a:p>
                      <a:r>
                        <a:rPr lang="en-US" dirty="0"/>
                        <a:t>11.69 %</a:t>
                      </a:r>
                      <a:endParaRPr lang="en-IN" dirty="0"/>
                    </a:p>
                  </a:txBody>
                  <a:tcPr/>
                </a:tc>
                <a:tc>
                  <a:txBody>
                    <a:bodyPr/>
                    <a:lstStyle/>
                    <a:p>
                      <a:r>
                        <a:rPr lang="en-IN" dirty="0"/>
                        <a:t>Median </a:t>
                      </a:r>
                    </a:p>
                    <a:p>
                      <a:r>
                        <a:rPr lang="en-IN" dirty="0"/>
                        <a:t>12.54 %</a:t>
                      </a:r>
                    </a:p>
                  </a:txBody>
                  <a:tcPr/>
                </a:tc>
                <a:tc>
                  <a:txBody>
                    <a:bodyPr/>
                    <a:lstStyle/>
                    <a:p>
                      <a:r>
                        <a:rPr lang="en-IN" b="1" dirty="0"/>
                        <a:t>Let us consider 12.54%</a:t>
                      </a:r>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786387396"/>
                  </a:ext>
                </a:extLst>
              </a:tr>
              <a:tr h="370840">
                <a:tc>
                  <a:txBody>
                    <a:bodyPr/>
                    <a:lstStyle/>
                    <a:p>
                      <a:endParaRPr lang="en-IN" b="1" dirty="0"/>
                    </a:p>
                  </a:txBody>
                  <a:tcPr/>
                </a:tc>
                <a:tc>
                  <a:txBody>
                    <a:bodyPr/>
                    <a:lstStyle/>
                    <a:p>
                      <a:endParaRPr lang="en-IN" b="1"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454922480"/>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04E3A11A-898E-52E6-854B-75D11AAF5A19}"/>
                  </a:ext>
                </a:extLst>
              </p14:cNvPr>
              <p14:cNvContentPartPr/>
              <p14:nvPr/>
            </p14:nvContentPartPr>
            <p14:xfrm>
              <a:off x="4441680" y="3796200"/>
              <a:ext cx="2998080" cy="765000"/>
            </p14:xfrm>
          </p:contentPart>
        </mc:Choice>
        <mc:Fallback xmlns="">
          <p:pic>
            <p:nvPicPr>
              <p:cNvPr id="3" name="Ink 2">
                <a:extLst>
                  <a:ext uri="{FF2B5EF4-FFF2-40B4-BE49-F238E27FC236}">
                    <a16:creationId xmlns:a16="http://schemas.microsoft.com/office/drawing/2014/main" id="{04E3A11A-898E-52E6-854B-75D11AAF5A19}"/>
                  </a:ext>
                </a:extLst>
              </p:cNvPr>
              <p:cNvPicPr/>
              <p:nvPr/>
            </p:nvPicPr>
            <p:blipFill>
              <a:blip r:embed="rId3"/>
              <a:stretch>
                <a:fillRect/>
              </a:stretch>
            </p:blipFill>
            <p:spPr>
              <a:xfrm>
                <a:off x="4432320" y="3786840"/>
                <a:ext cx="3016800" cy="783720"/>
              </a:xfrm>
              <a:prstGeom prst="rect">
                <a:avLst/>
              </a:prstGeom>
            </p:spPr>
          </p:pic>
        </mc:Fallback>
      </mc:AlternateContent>
    </p:spTree>
    <p:extLst>
      <p:ext uri="{BB962C8B-B14F-4D97-AF65-F5344CB8AC3E}">
        <p14:creationId xmlns:p14="http://schemas.microsoft.com/office/powerpoint/2010/main" val="3239135357"/>
      </p:ext>
    </p:extLst>
  </p:cSld>
  <p:clrMapOvr>
    <a:masterClrMapping/>
  </p:clrMapOvr>
</p:sld>
</file>

<file path=ppt/slides/slide5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A4AD2-B401-45E4-ABFD-6AD051D95603}"/>
              </a:ext>
            </a:extLst>
          </p:cNvPr>
          <p:cNvSpPr>
            <a:spLocks noGrp="1"/>
          </p:cNvSpPr>
          <p:nvPr>
            <p:ph type="title"/>
          </p:nvPr>
        </p:nvSpPr>
        <p:spPr/>
        <p:txBody>
          <a:bodyPr/>
          <a:lstStyle/>
          <a:p>
            <a:r>
              <a:rPr lang="en-US" dirty="0"/>
              <a:t>Delta Capex in the past 5 years </a:t>
            </a:r>
            <a:br>
              <a:rPr lang="en-US" dirty="0"/>
            </a:br>
            <a:r>
              <a:rPr lang="en-US" dirty="0"/>
              <a:t>(Amount in INR Crores) – </a:t>
            </a:r>
            <a:r>
              <a:rPr lang="en-US" b="1" dirty="0"/>
              <a:t>Adani Ports </a:t>
            </a:r>
            <a:endParaRPr lang="en-IN" b="1" dirty="0"/>
          </a:p>
        </p:txBody>
      </p:sp>
      <p:graphicFrame>
        <p:nvGraphicFramePr>
          <p:cNvPr id="4" name="Table 4">
            <a:extLst>
              <a:ext uri="{FF2B5EF4-FFF2-40B4-BE49-F238E27FC236}">
                <a16:creationId xmlns:a16="http://schemas.microsoft.com/office/drawing/2014/main" id="{9C9DA65E-C7C1-479A-B8B8-7CE01D655DEF}"/>
              </a:ext>
            </a:extLst>
          </p:cNvPr>
          <p:cNvGraphicFramePr>
            <a:graphicFrameLocks noGrp="1"/>
          </p:cNvGraphicFramePr>
          <p:nvPr>
            <p:ph idx="1"/>
          </p:nvPr>
        </p:nvGraphicFramePr>
        <p:xfrm>
          <a:off x="1152687" y="2181860"/>
          <a:ext cx="9886626" cy="3129280"/>
        </p:xfrm>
        <a:graphic>
          <a:graphicData uri="http://schemas.openxmlformats.org/drawingml/2006/table">
            <a:tbl>
              <a:tblPr firstRow="1" bandRow="1">
                <a:tableStyleId>{F5AB1C69-6EDB-4FF4-983F-18BD219EF322}</a:tableStyleId>
              </a:tblPr>
              <a:tblGrid>
                <a:gridCol w="1573742">
                  <a:extLst>
                    <a:ext uri="{9D8B030D-6E8A-4147-A177-3AD203B41FA5}">
                      <a16:colId xmlns:a16="http://schemas.microsoft.com/office/drawing/2014/main" val="3024297275"/>
                    </a:ext>
                  </a:extLst>
                </a:gridCol>
                <a:gridCol w="1573742">
                  <a:extLst>
                    <a:ext uri="{9D8B030D-6E8A-4147-A177-3AD203B41FA5}">
                      <a16:colId xmlns:a16="http://schemas.microsoft.com/office/drawing/2014/main" val="6798805"/>
                    </a:ext>
                  </a:extLst>
                </a:gridCol>
                <a:gridCol w="1573742">
                  <a:extLst>
                    <a:ext uri="{9D8B030D-6E8A-4147-A177-3AD203B41FA5}">
                      <a16:colId xmlns:a16="http://schemas.microsoft.com/office/drawing/2014/main" val="2181304732"/>
                    </a:ext>
                  </a:extLst>
                </a:gridCol>
                <a:gridCol w="1573742">
                  <a:extLst>
                    <a:ext uri="{9D8B030D-6E8A-4147-A177-3AD203B41FA5}">
                      <a16:colId xmlns:a16="http://schemas.microsoft.com/office/drawing/2014/main" val="734779405"/>
                    </a:ext>
                  </a:extLst>
                </a:gridCol>
                <a:gridCol w="1573742">
                  <a:extLst>
                    <a:ext uri="{9D8B030D-6E8A-4147-A177-3AD203B41FA5}">
                      <a16:colId xmlns:a16="http://schemas.microsoft.com/office/drawing/2014/main" val="3879894694"/>
                    </a:ext>
                  </a:extLst>
                </a:gridCol>
                <a:gridCol w="1008958">
                  <a:extLst>
                    <a:ext uri="{9D8B030D-6E8A-4147-A177-3AD203B41FA5}">
                      <a16:colId xmlns:a16="http://schemas.microsoft.com/office/drawing/2014/main" val="693411771"/>
                    </a:ext>
                  </a:extLst>
                </a:gridCol>
                <a:gridCol w="1008958">
                  <a:extLst>
                    <a:ext uri="{9D8B030D-6E8A-4147-A177-3AD203B41FA5}">
                      <a16:colId xmlns:a16="http://schemas.microsoft.com/office/drawing/2014/main" val="1137543539"/>
                    </a:ext>
                  </a:extLst>
                </a:gridCol>
              </a:tblGrid>
              <a:tr h="370840">
                <a:tc>
                  <a:txBody>
                    <a:bodyPr/>
                    <a:lstStyle/>
                    <a:p>
                      <a:r>
                        <a:rPr lang="en-US" dirty="0"/>
                        <a:t>Particulars</a:t>
                      </a:r>
                      <a:endParaRPr lang="en-IN" dirty="0"/>
                    </a:p>
                  </a:txBody>
                  <a:tcPr/>
                </a:tc>
                <a:tc>
                  <a:txBody>
                    <a:bodyPr/>
                    <a:lstStyle/>
                    <a:p>
                      <a:r>
                        <a:rPr lang="en-IN" dirty="0"/>
                        <a:t>2025</a:t>
                      </a:r>
                    </a:p>
                  </a:txBody>
                  <a:tcPr/>
                </a:tc>
                <a:tc>
                  <a:txBody>
                    <a:bodyPr/>
                    <a:lstStyle/>
                    <a:p>
                      <a:r>
                        <a:rPr lang="en-IN" dirty="0"/>
                        <a:t>2024</a:t>
                      </a:r>
                    </a:p>
                  </a:txBody>
                  <a:tcPr/>
                </a:tc>
                <a:tc>
                  <a:txBody>
                    <a:bodyPr/>
                    <a:lstStyle/>
                    <a:p>
                      <a:r>
                        <a:rPr lang="en-IN" dirty="0"/>
                        <a:t>2023</a:t>
                      </a:r>
                    </a:p>
                  </a:txBody>
                  <a:tcPr/>
                </a:tc>
                <a:tc>
                  <a:txBody>
                    <a:bodyPr/>
                    <a:lstStyle/>
                    <a:p>
                      <a:r>
                        <a:rPr lang="en-IN" dirty="0"/>
                        <a:t>2022</a:t>
                      </a:r>
                    </a:p>
                  </a:txBody>
                  <a:tcPr/>
                </a:tc>
                <a:tc>
                  <a:txBody>
                    <a:bodyPr/>
                    <a:lstStyle/>
                    <a:p>
                      <a:r>
                        <a:rPr lang="en-IN" dirty="0"/>
                        <a:t>2021</a:t>
                      </a:r>
                    </a:p>
                  </a:txBody>
                  <a:tcPr/>
                </a:tc>
                <a:tc>
                  <a:txBody>
                    <a:bodyPr/>
                    <a:lstStyle/>
                    <a:p>
                      <a:r>
                        <a:rPr lang="en-IN" dirty="0"/>
                        <a:t>2020</a:t>
                      </a:r>
                    </a:p>
                  </a:txBody>
                  <a:tcPr/>
                </a:tc>
                <a:extLst>
                  <a:ext uri="{0D108BD9-81ED-4DB2-BD59-A6C34878D82A}">
                    <a16:rowId xmlns:a16="http://schemas.microsoft.com/office/drawing/2014/main" val="2133574980"/>
                  </a:ext>
                </a:extLst>
              </a:tr>
              <a:tr h="370840">
                <a:tc>
                  <a:txBody>
                    <a:bodyPr/>
                    <a:lstStyle/>
                    <a:p>
                      <a:r>
                        <a:rPr lang="en-US" dirty="0"/>
                        <a:t>Tangible assets </a:t>
                      </a:r>
                      <a:endParaRPr lang="en-IN" dirty="0"/>
                    </a:p>
                  </a:txBody>
                  <a:tcPr/>
                </a:tc>
                <a:tc>
                  <a:txBody>
                    <a:bodyPr/>
                    <a:lstStyle/>
                    <a:p>
                      <a:r>
                        <a:rPr lang="en-IN" dirty="0"/>
                        <a:t>70031</a:t>
                      </a:r>
                    </a:p>
                  </a:txBody>
                  <a:tcPr/>
                </a:tc>
                <a:tc>
                  <a:txBody>
                    <a:bodyPr/>
                    <a:lstStyle/>
                    <a:p>
                      <a:r>
                        <a:rPr lang="en-IN" dirty="0"/>
                        <a:t>56958</a:t>
                      </a:r>
                    </a:p>
                  </a:txBody>
                  <a:tcPr/>
                </a:tc>
                <a:tc>
                  <a:txBody>
                    <a:bodyPr/>
                    <a:lstStyle/>
                    <a:p>
                      <a:r>
                        <a:rPr lang="en-IN" dirty="0"/>
                        <a:t>54429</a:t>
                      </a:r>
                    </a:p>
                  </a:txBody>
                  <a:tcPr/>
                </a:tc>
                <a:tc>
                  <a:txBody>
                    <a:bodyPr/>
                    <a:lstStyle/>
                    <a:p>
                      <a:r>
                        <a:rPr lang="en-IN" dirty="0"/>
                        <a:t>42321</a:t>
                      </a:r>
                    </a:p>
                  </a:txBody>
                  <a:tcPr/>
                </a:tc>
                <a:tc>
                  <a:txBody>
                    <a:bodyPr/>
                    <a:lstStyle/>
                    <a:p>
                      <a:r>
                        <a:rPr lang="en-IN" dirty="0"/>
                        <a:t>38711</a:t>
                      </a:r>
                    </a:p>
                  </a:txBody>
                  <a:tcPr/>
                </a:tc>
                <a:tc>
                  <a:txBody>
                    <a:bodyPr/>
                    <a:lstStyle/>
                    <a:p>
                      <a:r>
                        <a:rPr lang="en-IN" dirty="0"/>
                        <a:t>27488</a:t>
                      </a:r>
                    </a:p>
                  </a:txBody>
                  <a:tcPr/>
                </a:tc>
                <a:extLst>
                  <a:ext uri="{0D108BD9-81ED-4DB2-BD59-A6C34878D82A}">
                    <a16:rowId xmlns:a16="http://schemas.microsoft.com/office/drawing/2014/main" val="234917676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 Intangible assets </a:t>
                      </a:r>
                      <a:endParaRPr kumimoji="0" lang="en-IN" sz="1800" b="0"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r>
                        <a:rPr lang="en-IN" dirty="0"/>
                        <a:t>12492</a:t>
                      </a:r>
                    </a:p>
                  </a:txBody>
                  <a:tcPr/>
                </a:tc>
                <a:tc>
                  <a:txBody>
                    <a:bodyPr/>
                    <a:lstStyle/>
                    <a:p>
                      <a:r>
                        <a:rPr lang="en-IN" dirty="0"/>
                        <a:t>11283</a:t>
                      </a:r>
                    </a:p>
                  </a:txBody>
                  <a:tcPr/>
                </a:tc>
                <a:tc>
                  <a:txBody>
                    <a:bodyPr/>
                    <a:lstStyle/>
                    <a:p>
                      <a:r>
                        <a:rPr lang="en-IN" dirty="0"/>
                        <a:t>11446</a:t>
                      </a:r>
                    </a:p>
                  </a:txBody>
                  <a:tcPr/>
                </a:tc>
                <a:tc>
                  <a:txBody>
                    <a:bodyPr/>
                    <a:lstStyle/>
                    <a:p>
                      <a:r>
                        <a:rPr lang="en-IN" dirty="0"/>
                        <a:t>8572</a:t>
                      </a:r>
                    </a:p>
                  </a:txBody>
                  <a:tcPr/>
                </a:tc>
                <a:tc>
                  <a:txBody>
                    <a:bodyPr/>
                    <a:lstStyle/>
                    <a:p>
                      <a:r>
                        <a:rPr lang="en-IN" dirty="0"/>
                        <a:t>5533</a:t>
                      </a:r>
                    </a:p>
                  </a:txBody>
                  <a:tcPr/>
                </a:tc>
                <a:tc>
                  <a:txBody>
                    <a:bodyPr/>
                    <a:lstStyle/>
                    <a:p>
                      <a:r>
                        <a:rPr lang="en-IN" dirty="0"/>
                        <a:t>1940</a:t>
                      </a:r>
                    </a:p>
                  </a:txBody>
                  <a:tcPr/>
                </a:tc>
                <a:extLst>
                  <a:ext uri="{0D108BD9-81ED-4DB2-BD59-A6C34878D82A}">
                    <a16:rowId xmlns:a16="http://schemas.microsoft.com/office/drawing/2014/main" val="11357072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kumimoji="0" lang="en-US" sz="1800" b="0" i="0" u="none" strike="noStrike" kern="1200" cap="none" spc="0" normalizeH="0" baseline="0" noProof="0" dirty="0">
                          <a:ln>
                            <a:noFill/>
                          </a:ln>
                          <a:solidFill>
                            <a:prstClr val="black"/>
                          </a:solidFill>
                          <a:effectLst/>
                          <a:uLnTx/>
                          <a:uFillTx/>
                          <a:latin typeface="+mn-lt"/>
                          <a:ea typeface="+mn-ea"/>
                          <a:cs typeface="+mn-cs"/>
                        </a:rPr>
                        <a:t>Cap WIP</a:t>
                      </a: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r>
                        <a:rPr lang="en-IN" b="0" dirty="0"/>
                        <a:t>11592</a:t>
                      </a:r>
                    </a:p>
                  </a:txBody>
                  <a:tcPr/>
                </a:tc>
                <a:tc>
                  <a:txBody>
                    <a:bodyPr/>
                    <a:lstStyle/>
                    <a:p>
                      <a:r>
                        <a:rPr lang="en-IN" b="0" dirty="0"/>
                        <a:t>10936</a:t>
                      </a:r>
                    </a:p>
                  </a:txBody>
                  <a:tcPr/>
                </a:tc>
                <a:tc>
                  <a:txBody>
                    <a:bodyPr/>
                    <a:lstStyle/>
                    <a:p>
                      <a:r>
                        <a:rPr lang="en-IN" b="0" dirty="0"/>
                        <a:t>6814</a:t>
                      </a:r>
                    </a:p>
                  </a:txBody>
                  <a:tcPr/>
                </a:tc>
                <a:tc>
                  <a:txBody>
                    <a:bodyPr/>
                    <a:lstStyle/>
                    <a:p>
                      <a:r>
                        <a:rPr lang="en-IN" b="0" dirty="0"/>
                        <a:t>3986</a:t>
                      </a:r>
                    </a:p>
                  </a:txBody>
                  <a:tcPr/>
                </a:tc>
                <a:tc>
                  <a:txBody>
                    <a:bodyPr/>
                    <a:lstStyle/>
                    <a:p>
                      <a:r>
                        <a:rPr lang="en-IN" b="0" dirty="0"/>
                        <a:t>3697</a:t>
                      </a:r>
                    </a:p>
                  </a:txBody>
                  <a:tcPr/>
                </a:tc>
                <a:tc>
                  <a:txBody>
                    <a:bodyPr/>
                    <a:lstStyle/>
                    <a:p>
                      <a:r>
                        <a:rPr lang="en-IN" b="0" dirty="0"/>
                        <a:t>3216</a:t>
                      </a:r>
                    </a:p>
                  </a:txBody>
                  <a:tcPr/>
                </a:tc>
                <a:extLst>
                  <a:ext uri="{0D108BD9-81ED-4DB2-BD59-A6C34878D82A}">
                    <a16:rowId xmlns:a16="http://schemas.microsoft.com/office/drawing/2014/main" val="562426533"/>
                  </a:ext>
                </a:extLst>
              </a:tr>
              <a:tr h="370840">
                <a:tc>
                  <a:txBody>
                    <a:bodyPr/>
                    <a:lstStyle/>
                    <a:p>
                      <a:r>
                        <a:rPr lang="en-US" dirty="0">
                          <a:highlight>
                            <a:srgbClr val="FFFF00"/>
                          </a:highlight>
                        </a:rPr>
                        <a:t>Delta Net Capex</a:t>
                      </a:r>
                      <a:endParaRPr lang="en-IN" dirty="0">
                        <a:highlight>
                          <a:srgbClr val="FFFF00"/>
                        </a:highlight>
                      </a:endParaRPr>
                    </a:p>
                  </a:txBody>
                  <a:tcPr/>
                </a:tc>
                <a:tc>
                  <a:txBody>
                    <a:bodyPr/>
                    <a:lstStyle/>
                    <a:p>
                      <a:r>
                        <a:rPr lang="en-IN" b="1" dirty="0"/>
                        <a:t>14938</a:t>
                      </a:r>
                    </a:p>
                  </a:txBody>
                  <a:tcPr/>
                </a:tc>
                <a:tc>
                  <a:txBody>
                    <a:bodyPr/>
                    <a:lstStyle/>
                    <a:p>
                      <a:r>
                        <a:rPr lang="en-IN" b="1" dirty="0"/>
                        <a:t>6488</a:t>
                      </a:r>
                    </a:p>
                  </a:txBody>
                  <a:tcPr/>
                </a:tc>
                <a:tc>
                  <a:txBody>
                    <a:bodyPr/>
                    <a:lstStyle/>
                    <a:p>
                      <a:r>
                        <a:rPr lang="en-IN" b="1" dirty="0"/>
                        <a:t>17810</a:t>
                      </a:r>
                    </a:p>
                  </a:txBody>
                  <a:tcPr/>
                </a:tc>
                <a:tc>
                  <a:txBody>
                    <a:bodyPr/>
                    <a:lstStyle/>
                    <a:p>
                      <a:r>
                        <a:rPr lang="en-IN" b="1" dirty="0"/>
                        <a:t>6938</a:t>
                      </a:r>
                    </a:p>
                  </a:txBody>
                  <a:tcPr/>
                </a:tc>
                <a:tc>
                  <a:txBody>
                    <a:bodyPr/>
                    <a:lstStyle/>
                    <a:p>
                      <a:r>
                        <a:rPr lang="en-IN" b="1" dirty="0"/>
                        <a:t>15297</a:t>
                      </a:r>
                    </a:p>
                  </a:txBody>
                  <a:tcPr/>
                </a:tc>
                <a:tc>
                  <a:txBody>
                    <a:bodyPr/>
                    <a:lstStyle/>
                    <a:p>
                      <a:endParaRPr lang="en-IN" b="1" dirty="0"/>
                    </a:p>
                  </a:txBody>
                  <a:tcPr/>
                </a:tc>
                <a:extLst>
                  <a:ext uri="{0D108BD9-81ED-4DB2-BD59-A6C34878D82A}">
                    <a16:rowId xmlns:a16="http://schemas.microsoft.com/office/drawing/2014/main" val="911851325"/>
                  </a:ext>
                </a:extLst>
              </a:tr>
              <a:tr h="370840">
                <a:tc>
                  <a:txBody>
                    <a:bodyPr/>
                    <a:lstStyle/>
                    <a:p>
                      <a:endParaRPr lang="en-IN" dirty="0"/>
                    </a:p>
                  </a:txBody>
                  <a:tcPr/>
                </a:tc>
                <a:tc>
                  <a:txBody>
                    <a:bodyPr/>
                    <a:lstStyle/>
                    <a:p>
                      <a:endParaRPr lang="en-IN" b="0" dirty="0"/>
                    </a:p>
                  </a:txBody>
                  <a:tcPr/>
                </a:tc>
                <a:tc>
                  <a:txBody>
                    <a:bodyPr/>
                    <a:lstStyle/>
                    <a:p>
                      <a:endParaRPr lang="en-IN" b="0" dirty="0"/>
                    </a:p>
                  </a:txBody>
                  <a:tcPr/>
                </a:tc>
                <a:tc>
                  <a:txBody>
                    <a:bodyPr/>
                    <a:lstStyle/>
                    <a:p>
                      <a:endParaRPr lang="en-IN" b="0" dirty="0"/>
                    </a:p>
                  </a:txBody>
                  <a:tcPr/>
                </a:tc>
                <a:tc>
                  <a:txBody>
                    <a:bodyPr/>
                    <a:lstStyle/>
                    <a:p>
                      <a:endParaRPr lang="en-IN" b="0" dirty="0"/>
                    </a:p>
                  </a:txBody>
                  <a:tcPr/>
                </a:tc>
                <a:tc>
                  <a:txBody>
                    <a:bodyPr/>
                    <a:lstStyle/>
                    <a:p>
                      <a:endParaRPr lang="en-IN" b="0" dirty="0"/>
                    </a:p>
                  </a:txBody>
                  <a:tcPr/>
                </a:tc>
                <a:tc>
                  <a:txBody>
                    <a:bodyPr/>
                    <a:lstStyle/>
                    <a:p>
                      <a:endParaRPr lang="en-IN" b="1" dirty="0"/>
                    </a:p>
                  </a:txBody>
                  <a:tcPr/>
                </a:tc>
                <a:extLst>
                  <a:ext uri="{0D108BD9-81ED-4DB2-BD59-A6C34878D82A}">
                    <a16:rowId xmlns:a16="http://schemas.microsoft.com/office/drawing/2014/main" val="2080855906"/>
                  </a:ext>
                </a:extLst>
              </a:tr>
              <a:tr h="0">
                <a:tc>
                  <a:txBody>
                    <a:bodyPr/>
                    <a:lstStyle/>
                    <a:p>
                      <a:endParaRPr lang="en-IN"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tc>
                  <a:txBody>
                    <a:bodyPr/>
                    <a:lstStyle/>
                    <a:p>
                      <a:endParaRPr lang="en-IN" b="1" dirty="0"/>
                    </a:p>
                  </a:txBody>
                  <a:tcPr/>
                </a:tc>
                <a:extLst>
                  <a:ext uri="{0D108BD9-81ED-4DB2-BD59-A6C34878D82A}">
                    <a16:rowId xmlns:a16="http://schemas.microsoft.com/office/drawing/2014/main" val="3796434407"/>
                  </a:ext>
                </a:extLst>
              </a:tr>
            </a:tbl>
          </a:graphicData>
        </a:graphic>
      </p:graphicFrame>
    </p:spTree>
    <p:extLst>
      <p:ext uri="{BB962C8B-B14F-4D97-AF65-F5344CB8AC3E}">
        <p14:creationId xmlns:p14="http://schemas.microsoft.com/office/powerpoint/2010/main" val="3639561417"/>
      </p:ext>
    </p:extLst>
  </p:cSld>
  <p:clrMapOvr>
    <a:masterClrMapping/>
  </p:clrMapOvr>
</p:sld>
</file>

<file path=ppt/slides/slide5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67B94-5C71-4C16-823D-EB388CB269EB}"/>
              </a:ext>
            </a:extLst>
          </p:cNvPr>
          <p:cNvSpPr>
            <a:spLocks noGrp="1"/>
          </p:cNvSpPr>
          <p:nvPr>
            <p:ph type="title"/>
          </p:nvPr>
        </p:nvSpPr>
        <p:spPr/>
        <p:txBody>
          <a:bodyPr/>
          <a:lstStyle/>
          <a:p>
            <a:r>
              <a:rPr lang="en-US" b="1" dirty="0"/>
              <a:t>Reinvestment Amount </a:t>
            </a:r>
            <a:r>
              <a:rPr lang="en-US" dirty="0"/>
              <a:t>–</a:t>
            </a:r>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Adani Ports </a:t>
            </a:r>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 </a:t>
            </a:r>
            <a:r>
              <a:rPr lang="en-US" dirty="0"/>
              <a:t>(in Rs </a:t>
            </a:r>
            <a:r>
              <a:rPr lang="en-US" dirty="0" err="1"/>
              <a:t>cr</a:t>
            </a:r>
            <a:r>
              <a:rPr lang="en-US" dirty="0"/>
              <a:t>) (Consolidated B/S)</a:t>
            </a:r>
            <a:endParaRPr lang="en-IN" dirty="0"/>
          </a:p>
        </p:txBody>
      </p:sp>
      <p:graphicFrame>
        <p:nvGraphicFramePr>
          <p:cNvPr id="4" name="Table 4">
            <a:extLst>
              <a:ext uri="{FF2B5EF4-FFF2-40B4-BE49-F238E27FC236}">
                <a16:creationId xmlns:a16="http://schemas.microsoft.com/office/drawing/2014/main" id="{CC032253-7ABF-43F9-8395-2240E0F14243}"/>
              </a:ext>
            </a:extLst>
          </p:cNvPr>
          <p:cNvGraphicFramePr>
            <a:graphicFrameLocks noGrp="1"/>
          </p:cNvGraphicFramePr>
          <p:nvPr>
            <p:ph idx="1"/>
          </p:nvPr>
        </p:nvGraphicFramePr>
        <p:xfrm>
          <a:off x="838200" y="1825625"/>
          <a:ext cx="9013374" cy="3210560"/>
        </p:xfrm>
        <a:graphic>
          <a:graphicData uri="http://schemas.openxmlformats.org/drawingml/2006/table">
            <a:tbl>
              <a:tblPr firstRow="1" bandRow="1">
                <a:tableStyleId>{21E4AEA4-8DFA-4A89-87EB-49C32662AFE0}</a:tableStyleId>
              </a:tblPr>
              <a:tblGrid>
                <a:gridCol w="1502229">
                  <a:extLst>
                    <a:ext uri="{9D8B030D-6E8A-4147-A177-3AD203B41FA5}">
                      <a16:colId xmlns:a16="http://schemas.microsoft.com/office/drawing/2014/main" val="2302184130"/>
                    </a:ext>
                  </a:extLst>
                </a:gridCol>
                <a:gridCol w="1502229">
                  <a:extLst>
                    <a:ext uri="{9D8B030D-6E8A-4147-A177-3AD203B41FA5}">
                      <a16:colId xmlns:a16="http://schemas.microsoft.com/office/drawing/2014/main" val="2794571184"/>
                    </a:ext>
                  </a:extLst>
                </a:gridCol>
                <a:gridCol w="1502229">
                  <a:extLst>
                    <a:ext uri="{9D8B030D-6E8A-4147-A177-3AD203B41FA5}">
                      <a16:colId xmlns:a16="http://schemas.microsoft.com/office/drawing/2014/main" val="1952647240"/>
                    </a:ext>
                  </a:extLst>
                </a:gridCol>
                <a:gridCol w="1502229">
                  <a:extLst>
                    <a:ext uri="{9D8B030D-6E8A-4147-A177-3AD203B41FA5}">
                      <a16:colId xmlns:a16="http://schemas.microsoft.com/office/drawing/2014/main" val="2559217002"/>
                    </a:ext>
                  </a:extLst>
                </a:gridCol>
                <a:gridCol w="1502229">
                  <a:extLst>
                    <a:ext uri="{9D8B030D-6E8A-4147-A177-3AD203B41FA5}">
                      <a16:colId xmlns:a16="http://schemas.microsoft.com/office/drawing/2014/main" val="3836402395"/>
                    </a:ext>
                  </a:extLst>
                </a:gridCol>
                <a:gridCol w="1502229">
                  <a:extLst>
                    <a:ext uri="{9D8B030D-6E8A-4147-A177-3AD203B41FA5}">
                      <a16:colId xmlns:a16="http://schemas.microsoft.com/office/drawing/2014/main" val="3180827227"/>
                    </a:ext>
                  </a:extLst>
                </a:gridCol>
              </a:tblGrid>
              <a:tr h="370840">
                <a:tc>
                  <a:txBody>
                    <a:bodyPr/>
                    <a:lstStyle/>
                    <a:p>
                      <a:r>
                        <a:rPr lang="en-US" dirty="0"/>
                        <a:t>Particulars</a:t>
                      </a:r>
                      <a:endParaRPr lang="en-IN" dirty="0"/>
                    </a:p>
                  </a:txBody>
                  <a:tcPr/>
                </a:tc>
                <a:tc>
                  <a:txBody>
                    <a:bodyPr/>
                    <a:lstStyle/>
                    <a:p>
                      <a:r>
                        <a:rPr lang="en-IN" dirty="0"/>
                        <a:t>2025</a:t>
                      </a:r>
                    </a:p>
                  </a:txBody>
                  <a:tcPr/>
                </a:tc>
                <a:tc>
                  <a:txBody>
                    <a:bodyPr/>
                    <a:lstStyle/>
                    <a:p>
                      <a:r>
                        <a:rPr lang="en-IN" dirty="0"/>
                        <a:t>2024</a:t>
                      </a:r>
                    </a:p>
                  </a:txBody>
                  <a:tcPr/>
                </a:tc>
                <a:tc>
                  <a:txBody>
                    <a:bodyPr/>
                    <a:lstStyle/>
                    <a:p>
                      <a:r>
                        <a:rPr lang="en-IN" dirty="0"/>
                        <a:t>2023</a:t>
                      </a:r>
                    </a:p>
                  </a:txBody>
                  <a:tcPr/>
                </a:tc>
                <a:tc>
                  <a:txBody>
                    <a:bodyPr/>
                    <a:lstStyle/>
                    <a:p>
                      <a:r>
                        <a:rPr lang="en-US" dirty="0"/>
                        <a:t>2022</a:t>
                      </a:r>
                      <a:endParaRPr lang="en-IN" dirty="0"/>
                    </a:p>
                  </a:txBody>
                  <a:tcPr/>
                </a:tc>
                <a:tc>
                  <a:txBody>
                    <a:bodyPr/>
                    <a:lstStyle/>
                    <a:p>
                      <a:r>
                        <a:rPr lang="en-US" dirty="0"/>
                        <a:t>2021</a:t>
                      </a:r>
                      <a:endParaRPr lang="en-IN" dirty="0"/>
                    </a:p>
                  </a:txBody>
                  <a:tcPr/>
                </a:tc>
                <a:extLst>
                  <a:ext uri="{0D108BD9-81ED-4DB2-BD59-A6C34878D82A}">
                    <a16:rowId xmlns:a16="http://schemas.microsoft.com/office/drawing/2014/main" val="3146438449"/>
                  </a:ext>
                </a:extLst>
              </a:tr>
              <a:tr h="565763">
                <a:tc>
                  <a:txBody>
                    <a:bodyPr/>
                    <a:lstStyle/>
                    <a:p>
                      <a:r>
                        <a:rPr lang="en-US" dirty="0"/>
                        <a:t>Delta Net Capex </a:t>
                      </a:r>
                    </a:p>
                    <a:p>
                      <a:endParaRPr lang="en-IN" dirty="0"/>
                    </a:p>
                  </a:txBody>
                  <a:tcPr/>
                </a:tc>
                <a:tc>
                  <a:txBody>
                    <a:bodyPr/>
                    <a:lstStyle/>
                    <a:p>
                      <a:r>
                        <a:rPr lang="en-IN" b="1" dirty="0"/>
                        <a:t>14938</a:t>
                      </a:r>
                    </a:p>
                  </a:txBody>
                  <a:tcPr/>
                </a:tc>
                <a:tc>
                  <a:txBody>
                    <a:bodyPr/>
                    <a:lstStyle/>
                    <a:p>
                      <a:r>
                        <a:rPr lang="en-IN" b="1" dirty="0"/>
                        <a:t>6488</a:t>
                      </a:r>
                    </a:p>
                  </a:txBody>
                  <a:tcPr/>
                </a:tc>
                <a:tc>
                  <a:txBody>
                    <a:bodyPr/>
                    <a:lstStyle/>
                    <a:p>
                      <a:r>
                        <a:rPr lang="en-IN" b="1" dirty="0"/>
                        <a:t>17810</a:t>
                      </a:r>
                    </a:p>
                  </a:txBody>
                  <a:tcPr/>
                </a:tc>
                <a:tc>
                  <a:txBody>
                    <a:bodyPr/>
                    <a:lstStyle/>
                    <a:p>
                      <a:r>
                        <a:rPr lang="en-IN" b="1" dirty="0"/>
                        <a:t>6938</a:t>
                      </a:r>
                    </a:p>
                  </a:txBody>
                  <a:tcPr/>
                </a:tc>
                <a:tc>
                  <a:txBody>
                    <a:bodyPr/>
                    <a:lstStyle/>
                    <a:p>
                      <a:r>
                        <a:rPr lang="en-IN" b="1" dirty="0"/>
                        <a:t>15297</a:t>
                      </a:r>
                    </a:p>
                  </a:txBody>
                  <a:tcPr/>
                </a:tc>
                <a:extLst>
                  <a:ext uri="{0D108BD9-81ED-4DB2-BD59-A6C34878D82A}">
                    <a16:rowId xmlns:a16="http://schemas.microsoft.com/office/drawing/2014/main" val="440241834"/>
                  </a:ext>
                </a:extLst>
              </a:tr>
              <a:tr h="370840">
                <a:tc>
                  <a:txBody>
                    <a:bodyPr/>
                    <a:lstStyle/>
                    <a:p>
                      <a:r>
                        <a:rPr lang="en-US" dirty="0"/>
                        <a:t>NWC( </a:t>
                      </a:r>
                      <a:r>
                        <a:rPr lang="en-US" dirty="0" err="1"/>
                        <a:t>AR+Inv-AP</a:t>
                      </a:r>
                      <a:r>
                        <a:rPr lang="en-US" dirty="0"/>
                        <a:t>)</a:t>
                      </a:r>
                      <a:endParaRPr lang="en-IN" dirty="0"/>
                    </a:p>
                  </a:txBody>
                  <a:tcPr/>
                </a:tc>
                <a:tc>
                  <a:txBody>
                    <a:bodyPr/>
                    <a:lstStyle/>
                    <a:p>
                      <a:r>
                        <a:rPr lang="en-IN" dirty="0"/>
                        <a:t>2233</a:t>
                      </a:r>
                    </a:p>
                  </a:txBody>
                  <a:tcPr/>
                </a:tc>
                <a:tc>
                  <a:txBody>
                    <a:bodyPr/>
                    <a:lstStyle/>
                    <a:p>
                      <a:r>
                        <a:rPr lang="en-IN" dirty="0"/>
                        <a:t>1938</a:t>
                      </a:r>
                    </a:p>
                  </a:txBody>
                  <a:tcPr/>
                </a:tc>
                <a:tc>
                  <a:txBody>
                    <a:bodyPr/>
                    <a:lstStyle/>
                    <a:p>
                      <a:r>
                        <a:rPr lang="en-IN" dirty="0"/>
                        <a:t>1866</a:t>
                      </a:r>
                    </a:p>
                  </a:txBody>
                  <a:tcPr/>
                </a:tc>
                <a:tc>
                  <a:txBody>
                    <a:bodyPr/>
                    <a:lstStyle/>
                    <a:p>
                      <a:r>
                        <a:rPr lang="en-IN" dirty="0"/>
                        <a:t>1871</a:t>
                      </a:r>
                    </a:p>
                  </a:txBody>
                  <a:tcPr/>
                </a:tc>
                <a:tc>
                  <a:txBody>
                    <a:bodyPr/>
                    <a:lstStyle/>
                    <a:p>
                      <a:r>
                        <a:rPr lang="en-IN" dirty="0"/>
                        <a:t>2904</a:t>
                      </a:r>
                    </a:p>
                    <a:p>
                      <a:r>
                        <a:rPr lang="en-IN" dirty="0"/>
                        <a:t>( 2761 for 2020)</a:t>
                      </a:r>
                    </a:p>
                  </a:txBody>
                  <a:tcPr/>
                </a:tc>
                <a:extLst>
                  <a:ext uri="{0D108BD9-81ED-4DB2-BD59-A6C34878D82A}">
                    <a16:rowId xmlns:a16="http://schemas.microsoft.com/office/drawing/2014/main" val="3694902708"/>
                  </a:ext>
                </a:extLst>
              </a:tr>
              <a:tr h="370840">
                <a:tc>
                  <a:txBody>
                    <a:bodyPr/>
                    <a:lstStyle/>
                    <a:p>
                      <a:r>
                        <a:rPr lang="en-US" dirty="0"/>
                        <a:t>Delta NWC</a:t>
                      </a:r>
                      <a:endParaRPr lang="en-IN" dirty="0"/>
                    </a:p>
                  </a:txBody>
                  <a:tcPr/>
                </a:tc>
                <a:tc>
                  <a:txBody>
                    <a:bodyPr/>
                    <a:lstStyle/>
                    <a:p>
                      <a:r>
                        <a:rPr lang="en-IN" dirty="0"/>
                        <a:t>Inc 295</a:t>
                      </a:r>
                    </a:p>
                  </a:txBody>
                  <a:tcPr/>
                </a:tc>
                <a:tc>
                  <a:txBody>
                    <a:bodyPr/>
                    <a:lstStyle/>
                    <a:p>
                      <a:r>
                        <a:rPr lang="en-IN" dirty="0"/>
                        <a:t>Inc 72</a:t>
                      </a:r>
                    </a:p>
                  </a:txBody>
                  <a:tcPr/>
                </a:tc>
                <a:tc>
                  <a:txBody>
                    <a:bodyPr/>
                    <a:lstStyle/>
                    <a:p>
                      <a:r>
                        <a:rPr lang="en-IN" dirty="0"/>
                        <a:t>Dec 5</a:t>
                      </a:r>
                    </a:p>
                  </a:txBody>
                  <a:tcPr/>
                </a:tc>
                <a:tc>
                  <a:txBody>
                    <a:bodyPr/>
                    <a:lstStyle/>
                    <a:p>
                      <a:r>
                        <a:rPr lang="en-IN" dirty="0"/>
                        <a:t>Dec 1033</a:t>
                      </a:r>
                    </a:p>
                  </a:txBody>
                  <a:tcPr/>
                </a:tc>
                <a:tc>
                  <a:txBody>
                    <a:bodyPr/>
                    <a:lstStyle/>
                    <a:p>
                      <a:r>
                        <a:rPr lang="en-IN" dirty="0"/>
                        <a:t>Inc 143</a:t>
                      </a:r>
                    </a:p>
                  </a:txBody>
                  <a:tcPr/>
                </a:tc>
                <a:extLst>
                  <a:ext uri="{0D108BD9-81ED-4DB2-BD59-A6C34878D82A}">
                    <a16:rowId xmlns:a16="http://schemas.microsoft.com/office/drawing/2014/main" val="1888397032"/>
                  </a:ext>
                </a:extLst>
              </a:tr>
              <a:tr h="184883">
                <a:tc>
                  <a:txBody>
                    <a:bodyPr/>
                    <a:lstStyle/>
                    <a:p>
                      <a:r>
                        <a:rPr lang="en-US" b="1" dirty="0"/>
                        <a:t>Net Reinvestment</a:t>
                      </a:r>
                      <a:endParaRPr lang="en-IN" b="1" dirty="0"/>
                    </a:p>
                  </a:txBody>
                  <a:tcPr/>
                </a:tc>
                <a:tc>
                  <a:txBody>
                    <a:bodyPr/>
                    <a:lstStyle/>
                    <a:p>
                      <a:r>
                        <a:rPr lang="en-IN" b="1" dirty="0"/>
                        <a:t>15233</a:t>
                      </a:r>
                    </a:p>
                  </a:txBody>
                  <a:tcPr/>
                </a:tc>
                <a:tc>
                  <a:txBody>
                    <a:bodyPr/>
                    <a:lstStyle/>
                    <a:p>
                      <a:r>
                        <a:rPr lang="en-IN" b="1" dirty="0"/>
                        <a:t>6560</a:t>
                      </a:r>
                    </a:p>
                  </a:txBody>
                  <a:tcPr/>
                </a:tc>
                <a:tc>
                  <a:txBody>
                    <a:bodyPr/>
                    <a:lstStyle/>
                    <a:p>
                      <a:r>
                        <a:rPr lang="en-IN" b="1" dirty="0"/>
                        <a:t>17805</a:t>
                      </a:r>
                    </a:p>
                  </a:txBody>
                  <a:tcPr/>
                </a:tc>
                <a:tc>
                  <a:txBody>
                    <a:bodyPr/>
                    <a:lstStyle/>
                    <a:p>
                      <a:r>
                        <a:rPr lang="en-IN" b="1" dirty="0"/>
                        <a:t>5905</a:t>
                      </a:r>
                    </a:p>
                  </a:txBody>
                  <a:tcPr/>
                </a:tc>
                <a:tc>
                  <a:txBody>
                    <a:bodyPr/>
                    <a:lstStyle/>
                    <a:p>
                      <a:r>
                        <a:rPr lang="en-IN" b="1" dirty="0"/>
                        <a:t>15440</a:t>
                      </a:r>
                    </a:p>
                  </a:txBody>
                  <a:tcPr/>
                </a:tc>
                <a:extLst>
                  <a:ext uri="{0D108BD9-81ED-4DB2-BD59-A6C34878D82A}">
                    <a16:rowId xmlns:a16="http://schemas.microsoft.com/office/drawing/2014/main" val="827072912"/>
                  </a:ext>
                </a:extLst>
              </a:tr>
            </a:tbl>
          </a:graphicData>
        </a:graphic>
      </p:graphicFrame>
    </p:spTree>
    <p:extLst>
      <p:ext uri="{BB962C8B-B14F-4D97-AF65-F5344CB8AC3E}">
        <p14:creationId xmlns:p14="http://schemas.microsoft.com/office/powerpoint/2010/main" val="2355814964"/>
      </p:ext>
    </p:extLst>
  </p:cSld>
  <p:clrMapOvr>
    <a:masterClrMapping/>
  </p:clrMapOvr>
</p:sld>
</file>

<file path=ppt/slides/slide5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705CE-83C8-4E57-88CD-A68D93108196}"/>
              </a:ext>
            </a:extLst>
          </p:cNvPr>
          <p:cNvSpPr>
            <a:spLocks noGrp="1"/>
          </p:cNvSpPr>
          <p:nvPr>
            <p:ph type="title"/>
          </p:nvPr>
        </p:nvSpPr>
        <p:spPr/>
        <p:txBody>
          <a:bodyPr/>
          <a:lstStyle/>
          <a:p>
            <a:r>
              <a:rPr lang="en-US" b="1" dirty="0"/>
              <a:t>Reinvestment Rate- </a:t>
            </a:r>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a:t>
            </a: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Adani Ports</a:t>
            </a:r>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 </a:t>
            </a:r>
            <a:r>
              <a:rPr lang="en-US" dirty="0"/>
              <a:t>(amount in Rs </a:t>
            </a:r>
            <a:r>
              <a:rPr lang="en-US" dirty="0" err="1"/>
              <a:t>cr</a:t>
            </a:r>
            <a:r>
              <a:rPr lang="en-US" dirty="0"/>
              <a:t>)</a:t>
            </a:r>
            <a:endParaRPr lang="en-IN" dirty="0"/>
          </a:p>
        </p:txBody>
      </p:sp>
      <p:graphicFrame>
        <p:nvGraphicFramePr>
          <p:cNvPr id="4" name="Table 4">
            <a:extLst>
              <a:ext uri="{FF2B5EF4-FFF2-40B4-BE49-F238E27FC236}">
                <a16:creationId xmlns:a16="http://schemas.microsoft.com/office/drawing/2014/main" id="{1FE2EC8A-FAB8-4C61-9172-85FF10B99EFC}"/>
              </a:ext>
            </a:extLst>
          </p:cNvPr>
          <p:cNvGraphicFramePr>
            <a:graphicFrameLocks noGrp="1"/>
          </p:cNvGraphicFramePr>
          <p:nvPr>
            <p:ph idx="1"/>
          </p:nvPr>
        </p:nvGraphicFramePr>
        <p:xfrm>
          <a:off x="838200" y="1825625"/>
          <a:ext cx="9013374" cy="4516120"/>
        </p:xfrm>
        <a:graphic>
          <a:graphicData uri="http://schemas.openxmlformats.org/drawingml/2006/table">
            <a:tbl>
              <a:tblPr firstRow="1" bandRow="1">
                <a:tableStyleId>{7DF18680-E054-41AD-8BC1-D1AEF772440D}</a:tableStyleId>
              </a:tblPr>
              <a:tblGrid>
                <a:gridCol w="1502229">
                  <a:extLst>
                    <a:ext uri="{9D8B030D-6E8A-4147-A177-3AD203B41FA5}">
                      <a16:colId xmlns:a16="http://schemas.microsoft.com/office/drawing/2014/main" val="951889586"/>
                    </a:ext>
                  </a:extLst>
                </a:gridCol>
                <a:gridCol w="1502229">
                  <a:extLst>
                    <a:ext uri="{9D8B030D-6E8A-4147-A177-3AD203B41FA5}">
                      <a16:colId xmlns:a16="http://schemas.microsoft.com/office/drawing/2014/main" val="1181006905"/>
                    </a:ext>
                  </a:extLst>
                </a:gridCol>
                <a:gridCol w="1502229">
                  <a:extLst>
                    <a:ext uri="{9D8B030D-6E8A-4147-A177-3AD203B41FA5}">
                      <a16:colId xmlns:a16="http://schemas.microsoft.com/office/drawing/2014/main" val="3613979650"/>
                    </a:ext>
                  </a:extLst>
                </a:gridCol>
                <a:gridCol w="1502229">
                  <a:extLst>
                    <a:ext uri="{9D8B030D-6E8A-4147-A177-3AD203B41FA5}">
                      <a16:colId xmlns:a16="http://schemas.microsoft.com/office/drawing/2014/main" val="262328647"/>
                    </a:ext>
                  </a:extLst>
                </a:gridCol>
                <a:gridCol w="1502229">
                  <a:extLst>
                    <a:ext uri="{9D8B030D-6E8A-4147-A177-3AD203B41FA5}">
                      <a16:colId xmlns:a16="http://schemas.microsoft.com/office/drawing/2014/main" val="3426473500"/>
                    </a:ext>
                  </a:extLst>
                </a:gridCol>
                <a:gridCol w="1502229">
                  <a:extLst>
                    <a:ext uri="{9D8B030D-6E8A-4147-A177-3AD203B41FA5}">
                      <a16:colId xmlns:a16="http://schemas.microsoft.com/office/drawing/2014/main" val="3046099265"/>
                    </a:ext>
                  </a:extLst>
                </a:gridCol>
              </a:tblGrid>
              <a:tr h="370840">
                <a:tc>
                  <a:txBody>
                    <a:bodyPr/>
                    <a:lstStyle/>
                    <a:p>
                      <a:r>
                        <a:rPr lang="en-US" dirty="0"/>
                        <a:t>Particulars</a:t>
                      </a:r>
                      <a:endParaRPr lang="en-IN" dirty="0"/>
                    </a:p>
                  </a:txBody>
                  <a:tcPr/>
                </a:tc>
                <a:tc>
                  <a:txBody>
                    <a:bodyPr/>
                    <a:lstStyle/>
                    <a:p>
                      <a:r>
                        <a:rPr lang="en-IN" dirty="0"/>
                        <a:t>2025</a:t>
                      </a:r>
                    </a:p>
                  </a:txBody>
                  <a:tcPr/>
                </a:tc>
                <a:tc>
                  <a:txBody>
                    <a:bodyPr/>
                    <a:lstStyle/>
                    <a:p>
                      <a:r>
                        <a:rPr lang="en-IN" dirty="0"/>
                        <a:t>2024</a:t>
                      </a:r>
                    </a:p>
                  </a:txBody>
                  <a:tcPr/>
                </a:tc>
                <a:tc>
                  <a:txBody>
                    <a:bodyPr/>
                    <a:lstStyle/>
                    <a:p>
                      <a:r>
                        <a:rPr lang="en-IN" dirty="0"/>
                        <a:t>2023</a:t>
                      </a:r>
                    </a:p>
                  </a:txBody>
                  <a:tcPr/>
                </a:tc>
                <a:tc>
                  <a:txBody>
                    <a:bodyPr/>
                    <a:lstStyle/>
                    <a:p>
                      <a:r>
                        <a:rPr lang="en-IN" dirty="0"/>
                        <a:t>2022</a:t>
                      </a:r>
                    </a:p>
                  </a:txBody>
                  <a:tcPr/>
                </a:tc>
                <a:tc>
                  <a:txBody>
                    <a:bodyPr/>
                    <a:lstStyle/>
                    <a:p>
                      <a:r>
                        <a:rPr lang="en-US" dirty="0"/>
                        <a:t>2021</a:t>
                      </a:r>
                      <a:endParaRPr lang="en-IN" dirty="0"/>
                    </a:p>
                  </a:txBody>
                  <a:tcPr/>
                </a:tc>
                <a:extLst>
                  <a:ext uri="{0D108BD9-81ED-4DB2-BD59-A6C34878D82A}">
                    <a16:rowId xmlns:a16="http://schemas.microsoft.com/office/drawing/2014/main" val="1842447583"/>
                  </a:ext>
                </a:extLst>
              </a:tr>
              <a:tr h="370840">
                <a:tc>
                  <a:txBody>
                    <a:bodyPr/>
                    <a:lstStyle/>
                    <a:p>
                      <a:r>
                        <a:rPr lang="en-US" b="1" dirty="0"/>
                        <a:t>EBIT</a:t>
                      </a:r>
                      <a:endParaRPr lang="en-IN" b="1" dirty="0"/>
                    </a:p>
                  </a:txBody>
                  <a:tcPr/>
                </a:tc>
                <a:tc>
                  <a:txBody>
                    <a:bodyPr/>
                    <a:lstStyle/>
                    <a:p>
                      <a:r>
                        <a:rPr lang="en-IN" b="1" dirty="0"/>
                        <a:t>14042</a:t>
                      </a:r>
                    </a:p>
                  </a:txBody>
                  <a:tcPr/>
                </a:tc>
                <a:tc>
                  <a:txBody>
                    <a:bodyPr/>
                    <a:lstStyle/>
                    <a:p>
                      <a:r>
                        <a:rPr lang="en-IN" b="1" dirty="0"/>
                        <a:t>11976</a:t>
                      </a:r>
                    </a:p>
                  </a:txBody>
                  <a:tcPr/>
                </a:tc>
                <a:tc>
                  <a:txBody>
                    <a:bodyPr/>
                    <a:lstStyle/>
                    <a:p>
                      <a:r>
                        <a:rPr lang="en-IN" b="1" dirty="0"/>
                        <a:t>7290</a:t>
                      </a:r>
                    </a:p>
                  </a:txBody>
                  <a:tcPr/>
                </a:tc>
                <a:tc>
                  <a:txBody>
                    <a:bodyPr/>
                    <a:lstStyle/>
                    <a:p>
                      <a:r>
                        <a:rPr lang="en-IN" b="1" dirty="0"/>
                        <a:t>6002</a:t>
                      </a:r>
                    </a:p>
                  </a:txBody>
                  <a:tcPr/>
                </a:tc>
                <a:tc>
                  <a:txBody>
                    <a:bodyPr/>
                    <a:lstStyle/>
                    <a:p>
                      <a:r>
                        <a:rPr lang="en-IN" b="1" dirty="0"/>
                        <a:t>6467</a:t>
                      </a:r>
                    </a:p>
                  </a:txBody>
                  <a:tcPr/>
                </a:tc>
                <a:extLst>
                  <a:ext uri="{0D108BD9-81ED-4DB2-BD59-A6C34878D82A}">
                    <a16:rowId xmlns:a16="http://schemas.microsoft.com/office/drawing/2014/main" val="2487255371"/>
                  </a:ext>
                </a:extLst>
              </a:tr>
              <a:tr h="370840">
                <a:tc>
                  <a:txBody>
                    <a:bodyPr/>
                    <a:lstStyle/>
                    <a:p>
                      <a:r>
                        <a:rPr lang="en-US" dirty="0"/>
                        <a:t>Total Tax expenses</a:t>
                      </a:r>
                      <a:endParaRPr lang="en-IN" dirty="0"/>
                    </a:p>
                  </a:txBody>
                  <a:tcPr/>
                </a:tc>
                <a:tc>
                  <a:txBody>
                    <a:bodyPr/>
                    <a:lstStyle/>
                    <a:p>
                      <a:r>
                        <a:rPr lang="en-IN" dirty="0"/>
                        <a:t>1968</a:t>
                      </a:r>
                    </a:p>
                  </a:txBody>
                  <a:tcPr/>
                </a:tc>
                <a:tc>
                  <a:txBody>
                    <a:bodyPr/>
                    <a:lstStyle/>
                    <a:p>
                      <a:r>
                        <a:rPr lang="en-IN" dirty="0"/>
                        <a:t>1990</a:t>
                      </a:r>
                    </a:p>
                  </a:txBody>
                  <a:tcPr/>
                </a:tc>
                <a:tc>
                  <a:txBody>
                    <a:bodyPr/>
                    <a:lstStyle/>
                    <a:p>
                      <a:r>
                        <a:rPr lang="en-IN" dirty="0"/>
                        <a:t>96</a:t>
                      </a:r>
                    </a:p>
                  </a:txBody>
                  <a:tcPr/>
                </a:tc>
                <a:tc>
                  <a:txBody>
                    <a:bodyPr/>
                    <a:lstStyle/>
                    <a:p>
                      <a:r>
                        <a:rPr lang="en-IN" dirty="0"/>
                        <a:t>746</a:t>
                      </a:r>
                    </a:p>
                  </a:txBody>
                  <a:tcPr/>
                </a:tc>
                <a:tc>
                  <a:txBody>
                    <a:bodyPr/>
                    <a:lstStyle/>
                    <a:p>
                      <a:r>
                        <a:rPr lang="en-IN" dirty="0"/>
                        <a:t>1243</a:t>
                      </a:r>
                    </a:p>
                  </a:txBody>
                  <a:tcPr/>
                </a:tc>
                <a:extLst>
                  <a:ext uri="{0D108BD9-81ED-4DB2-BD59-A6C34878D82A}">
                    <a16:rowId xmlns:a16="http://schemas.microsoft.com/office/drawing/2014/main" val="1698366517"/>
                  </a:ext>
                </a:extLst>
              </a:tr>
              <a:tr h="370840">
                <a:tc>
                  <a:txBody>
                    <a:bodyPr/>
                    <a:lstStyle/>
                    <a:p>
                      <a:r>
                        <a:rPr lang="en-US" dirty="0"/>
                        <a:t>PBT</a:t>
                      </a:r>
                      <a:endParaRPr lang="en-IN" dirty="0"/>
                    </a:p>
                  </a:txBody>
                  <a:tcPr/>
                </a:tc>
                <a:tc>
                  <a:txBody>
                    <a:bodyPr/>
                    <a:lstStyle/>
                    <a:p>
                      <a:r>
                        <a:rPr lang="en-IN" dirty="0"/>
                        <a:t>12888</a:t>
                      </a:r>
                    </a:p>
                  </a:txBody>
                  <a:tcPr/>
                </a:tc>
                <a:tc>
                  <a:txBody>
                    <a:bodyPr/>
                    <a:lstStyle/>
                    <a:p>
                      <a:r>
                        <a:rPr lang="en-IN" dirty="0"/>
                        <a:t>10255</a:t>
                      </a:r>
                    </a:p>
                  </a:txBody>
                  <a:tcPr/>
                </a:tc>
                <a:tc>
                  <a:txBody>
                    <a:bodyPr/>
                    <a:lstStyle/>
                    <a:p>
                      <a:r>
                        <a:rPr lang="en-IN" dirty="0"/>
                        <a:t>5441</a:t>
                      </a:r>
                    </a:p>
                  </a:txBody>
                  <a:tcPr/>
                </a:tc>
                <a:tc>
                  <a:txBody>
                    <a:bodyPr/>
                    <a:lstStyle/>
                    <a:p>
                      <a:r>
                        <a:rPr lang="en-IN" dirty="0"/>
                        <a:t>5348</a:t>
                      </a:r>
                    </a:p>
                  </a:txBody>
                  <a:tcPr/>
                </a:tc>
                <a:tc>
                  <a:txBody>
                    <a:bodyPr/>
                    <a:lstStyle/>
                    <a:p>
                      <a:r>
                        <a:rPr lang="en-IN" dirty="0"/>
                        <a:t>6306</a:t>
                      </a:r>
                    </a:p>
                  </a:txBody>
                  <a:tcPr/>
                </a:tc>
                <a:extLst>
                  <a:ext uri="{0D108BD9-81ED-4DB2-BD59-A6C34878D82A}">
                    <a16:rowId xmlns:a16="http://schemas.microsoft.com/office/drawing/2014/main" val="2232746911"/>
                  </a:ext>
                </a:extLst>
              </a:tr>
              <a:tr h="370840">
                <a:tc>
                  <a:txBody>
                    <a:bodyPr/>
                    <a:lstStyle/>
                    <a:p>
                      <a:r>
                        <a:rPr lang="en-US" dirty="0"/>
                        <a:t>Tax Rate</a:t>
                      </a:r>
                      <a:endParaRPr lang="en-IN" dirty="0"/>
                    </a:p>
                  </a:txBody>
                  <a:tcPr/>
                </a:tc>
                <a:tc>
                  <a:txBody>
                    <a:bodyPr/>
                    <a:lstStyle/>
                    <a:p>
                      <a:r>
                        <a:rPr lang="en-IN" dirty="0"/>
                        <a:t>0.1527</a:t>
                      </a:r>
                    </a:p>
                  </a:txBody>
                  <a:tcPr/>
                </a:tc>
                <a:tc>
                  <a:txBody>
                    <a:bodyPr/>
                    <a:lstStyle/>
                    <a:p>
                      <a:r>
                        <a:rPr lang="en-IN" dirty="0"/>
                        <a:t>0.1941</a:t>
                      </a:r>
                    </a:p>
                  </a:txBody>
                  <a:tcPr/>
                </a:tc>
                <a:tc>
                  <a:txBody>
                    <a:bodyPr/>
                    <a:lstStyle/>
                    <a:p>
                      <a:r>
                        <a:rPr lang="en-IN" dirty="0"/>
                        <a:t>0.0176</a:t>
                      </a:r>
                    </a:p>
                  </a:txBody>
                  <a:tcPr/>
                </a:tc>
                <a:tc>
                  <a:txBody>
                    <a:bodyPr/>
                    <a:lstStyle/>
                    <a:p>
                      <a:r>
                        <a:rPr lang="en-IN" dirty="0"/>
                        <a:t>0.1395</a:t>
                      </a:r>
                    </a:p>
                  </a:txBody>
                  <a:tcPr/>
                </a:tc>
                <a:tc>
                  <a:txBody>
                    <a:bodyPr/>
                    <a:lstStyle/>
                    <a:p>
                      <a:r>
                        <a:rPr lang="en-IN" dirty="0"/>
                        <a:t>0.1971</a:t>
                      </a:r>
                    </a:p>
                  </a:txBody>
                  <a:tcPr/>
                </a:tc>
                <a:extLst>
                  <a:ext uri="{0D108BD9-81ED-4DB2-BD59-A6C34878D82A}">
                    <a16:rowId xmlns:a16="http://schemas.microsoft.com/office/drawing/2014/main" val="2070792527"/>
                  </a:ext>
                </a:extLst>
              </a:tr>
              <a:tr h="370840">
                <a:tc>
                  <a:txBody>
                    <a:bodyPr/>
                    <a:lstStyle/>
                    <a:p>
                      <a:r>
                        <a:rPr lang="en-US" dirty="0"/>
                        <a:t>(1-t)</a:t>
                      </a:r>
                      <a:endParaRPr lang="en-IN" dirty="0"/>
                    </a:p>
                  </a:txBody>
                  <a:tcPr/>
                </a:tc>
                <a:tc>
                  <a:txBody>
                    <a:bodyPr/>
                    <a:lstStyle/>
                    <a:p>
                      <a:r>
                        <a:rPr lang="en-IN" dirty="0"/>
                        <a:t>0.8473</a:t>
                      </a:r>
                    </a:p>
                  </a:txBody>
                  <a:tcPr/>
                </a:tc>
                <a:tc>
                  <a:txBody>
                    <a:bodyPr/>
                    <a:lstStyle/>
                    <a:p>
                      <a:r>
                        <a:rPr lang="en-IN" dirty="0"/>
                        <a:t>0.8059</a:t>
                      </a:r>
                    </a:p>
                  </a:txBody>
                  <a:tcPr/>
                </a:tc>
                <a:tc>
                  <a:txBody>
                    <a:bodyPr/>
                    <a:lstStyle/>
                    <a:p>
                      <a:r>
                        <a:rPr lang="en-IN" dirty="0"/>
                        <a:t>0.9824</a:t>
                      </a:r>
                    </a:p>
                  </a:txBody>
                  <a:tcPr/>
                </a:tc>
                <a:tc>
                  <a:txBody>
                    <a:bodyPr/>
                    <a:lstStyle/>
                    <a:p>
                      <a:r>
                        <a:rPr lang="en-IN" dirty="0"/>
                        <a:t>0.8605</a:t>
                      </a:r>
                    </a:p>
                  </a:txBody>
                  <a:tcPr/>
                </a:tc>
                <a:tc>
                  <a:txBody>
                    <a:bodyPr/>
                    <a:lstStyle/>
                    <a:p>
                      <a:r>
                        <a:rPr lang="en-IN" dirty="0"/>
                        <a:t>0.8029</a:t>
                      </a:r>
                    </a:p>
                  </a:txBody>
                  <a:tcPr/>
                </a:tc>
                <a:extLst>
                  <a:ext uri="{0D108BD9-81ED-4DB2-BD59-A6C34878D82A}">
                    <a16:rowId xmlns:a16="http://schemas.microsoft.com/office/drawing/2014/main" val="2302520892"/>
                  </a:ext>
                </a:extLst>
              </a:tr>
              <a:tr h="370840">
                <a:tc>
                  <a:txBody>
                    <a:bodyPr/>
                    <a:lstStyle/>
                    <a:p>
                      <a:r>
                        <a:rPr lang="en-US" b="1" dirty="0"/>
                        <a:t>EBIT (1-t)</a:t>
                      </a:r>
                      <a:endParaRPr lang="en-IN" b="1" dirty="0"/>
                    </a:p>
                  </a:txBody>
                  <a:tcPr/>
                </a:tc>
                <a:tc>
                  <a:txBody>
                    <a:bodyPr/>
                    <a:lstStyle/>
                    <a:p>
                      <a:r>
                        <a:rPr lang="en-IN" b="1" dirty="0"/>
                        <a:t>11898</a:t>
                      </a:r>
                    </a:p>
                  </a:txBody>
                  <a:tcPr/>
                </a:tc>
                <a:tc>
                  <a:txBody>
                    <a:bodyPr/>
                    <a:lstStyle/>
                    <a:p>
                      <a:r>
                        <a:rPr lang="en-IN" b="1" dirty="0"/>
                        <a:t>9651</a:t>
                      </a:r>
                    </a:p>
                  </a:txBody>
                  <a:tcPr/>
                </a:tc>
                <a:tc>
                  <a:txBody>
                    <a:bodyPr/>
                    <a:lstStyle/>
                    <a:p>
                      <a:r>
                        <a:rPr lang="en-IN" b="1" dirty="0"/>
                        <a:t>7162</a:t>
                      </a:r>
                    </a:p>
                  </a:txBody>
                  <a:tcPr/>
                </a:tc>
                <a:tc>
                  <a:txBody>
                    <a:bodyPr/>
                    <a:lstStyle/>
                    <a:p>
                      <a:r>
                        <a:rPr lang="en-IN" b="1" dirty="0"/>
                        <a:t>5165</a:t>
                      </a:r>
                    </a:p>
                  </a:txBody>
                  <a:tcPr/>
                </a:tc>
                <a:tc>
                  <a:txBody>
                    <a:bodyPr/>
                    <a:lstStyle/>
                    <a:p>
                      <a:r>
                        <a:rPr lang="en-IN" b="1" dirty="0"/>
                        <a:t>5192</a:t>
                      </a:r>
                    </a:p>
                  </a:txBody>
                  <a:tcPr/>
                </a:tc>
                <a:extLst>
                  <a:ext uri="{0D108BD9-81ED-4DB2-BD59-A6C34878D82A}">
                    <a16:rowId xmlns:a16="http://schemas.microsoft.com/office/drawing/2014/main" val="4293412671"/>
                  </a:ext>
                </a:extLst>
              </a:tr>
              <a:tr h="370840">
                <a:tc>
                  <a:txBody>
                    <a:bodyPr/>
                    <a:lstStyle/>
                    <a:p>
                      <a:r>
                        <a:rPr lang="en-US" dirty="0" err="1"/>
                        <a:t>Reinvst</a:t>
                      </a:r>
                      <a:r>
                        <a:rPr lang="en-US" dirty="0"/>
                        <a:t> amount</a:t>
                      </a:r>
                      <a:endParaRPr lang="en-IN" dirty="0"/>
                    </a:p>
                  </a:txBody>
                  <a:tcPr/>
                </a:tc>
                <a:tc>
                  <a:txBody>
                    <a:bodyPr/>
                    <a:lstStyle/>
                    <a:p>
                      <a:r>
                        <a:rPr lang="en-IN" b="1" dirty="0"/>
                        <a:t>15233</a:t>
                      </a:r>
                    </a:p>
                  </a:txBody>
                  <a:tcPr/>
                </a:tc>
                <a:tc>
                  <a:txBody>
                    <a:bodyPr/>
                    <a:lstStyle/>
                    <a:p>
                      <a:r>
                        <a:rPr lang="en-IN" b="1" dirty="0"/>
                        <a:t>6560</a:t>
                      </a:r>
                    </a:p>
                  </a:txBody>
                  <a:tcPr/>
                </a:tc>
                <a:tc>
                  <a:txBody>
                    <a:bodyPr/>
                    <a:lstStyle/>
                    <a:p>
                      <a:r>
                        <a:rPr lang="en-IN" b="1" dirty="0"/>
                        <a:t>17805</a:t>
                      </a:r>
                    </a:p>
                  </a:txBody>
                  <a:tcPr/>
                </a:tc>
                <a:tc>
                  <a:txBody>
                    <a:bodyPr/>
                    <a:lstStyle/>
                    <a:p>
                      <a:r>
                        <a:rPr lang="en-IN" b="1" dirty="0"/>
                        <a:t>5905</a:t>
                      </a:r>
                    </a:p>
                  </a:txBody>
                  <a:tcPr/>
                </a:tc>
                <a:tc>
                  <a:txBody>
                    <a:bodyPr/>
                    <a:lstStyle/>
                    <a:p>
                      <a:r>
                        <a:rPr lang="en-IN" b="1" dirty="0"/>
                        <a:t>15440</a:t>
                      </a:r>
                    </a:p>
                  </a:txBody>
                  <a:tcPr/>
                </a:tc>
                <a:extLst>
                  <a:ext uri="{0D108BD9-81ED-4DB2-BD59-A6C34878D82A}">
                    <a16:rowId xmlns:a16="http://schemas.microsoft.com/office/drawing/2014/main" val="2722667753"/>
                  </a:ext>
                </a:extLst>
              </a:tr>
              <a:tr h="370840">
                <a:tc>
                  <a:txBody>
                    <a:bodyPr/>
                    <a:lstStyle/>
                    <a:p>
                      <a:r>
                        <a:rPr lang="en-US" dirty="0" err="1"/>
                        <a:t>Reinvst</a:t>
                      </a:r>
                      <a:r>
                        <a:rPr lang="en-US" dirty="0"/>
                        <a:t> rate</a:t>
                      </a:r>
                      <a:endParaRPr lang="en-IN" dirty="0"/>
                    </a:p>
                  </a:txBody>
                  <a:tcPr/>
                </a:tc>
                <a:tc>
                  <a:txBody>
                    <a:bodyPr/>
                    <a:lstStyle/>
                    <a:p>
                      <a:r>
                        <a:rPr lang="en-IN" dirty="0"/>
                        <a:t>1.28</a:t>
                      </a:r>
                    </a:p>
                  </a:txBody>
                  <a:tcPr/>
                </a:tc>
                <a:tc>
                  <a:txBody>
                    <a:bodyPr/>
                    <a:lstStyle/>
                    <a:p>
                      <a:r>
                        <a:rPr lang="en-IN" dirty="0"/>
                        <a:t>0.68</a:t>
                      </a:r>
                    </a:p>
                  </a:txBody>
                  <a:tcPr/>
                </a:tc>
                <a:tc>
                  <a:txBody>
                    <a:bodyPr/>
                    <a:lstStyle/>
                    <a:p>
                      <a:r>
                        <a:rPr lang="en-IN" dirty="0"/>
                        <a:t>2.49</a:t>
                      </a:r>
                    </a:p>
                  </a:txBody>
                  <a:tcPr/>
                </a:tc>
                <a:tc>
                  <a:txBody>
                    <a:bodyPr/>
                    <a:lstStyle/>
                    <a:p>
                      <a:r>
                        <a:rPr lang="en-IN" dirty="0"/>
                        <a:t>1.14</a:t>
                      </a:r>
                    </a:p>
                  </a:txBody>
                  <a:tcPr/>
                </a:tc>
                <a:tc>
                  <a:txBody>
                    <a:bodyPr/>
                    <a:lstStyle/>
                    <a:p>
                      <a:r>
                        <a:rPr lang="en-IN" dirty="0"/>
                        <a:t>2.97</a:t>
                      </a:r>
                    </a:p>
                  </a:txBody>
                  <a:tcPr/>
                </a:tc>
                <a:extLst>
                  <a:ext uri="{0D108BD9-81ED-4DB2-BD59-A6C34878D82A}">
                    <a16:rowId xmlns:a16="http://schemas.microsoft.com/office/drawing/2014/main" val="2085808992"/>
                  </a:ext>
                </a:extLst>
              </a:tr>
              <a:tr h="370840">
                <a:tc>
                  <a:txBody>
                    <a:bodyPr/>
                    <a:lstStyle/>
                    <a:p>
                      <a:r>
                        <a:rPr lang="en-US" dirty="0"/>
                        <a:t>5 year avg </a:t>
                      </a:r>
                      <a:r>
                        <a:rPr lang="en-US" dirty="0" err="1"/>
                        <a:t>reinvest.rate</a:t>
                      </a:r>
                      <a:endParaRPr lang="en-IN" dirty="0"/>
                    </a:p>
                  </a:txBody>
                  <a:tcPr/>
                </a:tc>
                <a:tc>
                  <a:txBody>
                    <a:bodyPr/>
                    <a:lstStyle/>
                    <a:p>
                      <a:r>
                        <a:rPr lang="en-IN" b="1" dirty="0"/>
                        <a:t>1.71</a:t>
                      </a:r>
                    </a:p>
                  </a:txBody>
                  <a:tcPr/>
                </a:tc>
                <a:tc>
                  <a:txBody>
                    <a:bodyPr/>
                    <a:lstStyle/>
                    <a:p>
                      <a:r>
                        <a:rPr lang="en-IN" b="1" dirty="0"/>
                        <a:t>Median 1.28</a:t>
                      </a:r>
                    </a:p>
                  </a:txBody>
                  <a:tcPr/>
                </a:tc>
                <a:tc>
                  <a:txBody>
                    <a:bodyPr/>
                    <a:lstStyle/>
                    <a:p>
                      <a:endParaRPr lang="en-IN" dirty="0"/>
                    </a:p>
                  </a:txBody>
                  <a:tcPr/>
                </a:tc>
                <a:tc>
                  <a:txBody>
                    <a:bodyPr/>
                    <a:lstStyle/>
                    <a:p>
                      <a:r>
                        <a:rPr lang="en-IN" b="1" dirty="0">
                          <a:highlight>
                            <a:srgbClr val="FFFF00"/>
                          </a:highlight>
                        </a:rPr>
                        <a:t>Let us take 100 %</a:t>
                      </a:r>
                    </a:p>
                  </a:txBody>
                  <a:tcPr/>
                </a:tc>
                <a:tc>
                  <a:txBody>
                    <a:bodyPr/>
                    <a:lstStyle/>
                    <a:p>
                      <a:endParaRPr lang="en-IN" b="1" dirty="0"/>
                    </a:p>
                  </a:txBody>
                  <a:tcPr/>
                </a:tc>
                <a:extLst>
                  <a:ext uri="{0D108BD9-81ED-4DB2-BD59-A6C34878D82A}">
                    <a16:rowId xmlns:a16="http://schemas.microsoft.com/office/drawing/2014/main" val="3587994741"/>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FFA463E3-FC54-631F-29F5-6611BF5E01B1}"/>
                  </a:ext>
                </a:extLst>
              </p14:cNvPr>
              <p14:cNvContentPartPr/>
              <p14:nvPr/>
            </p14:nvContentPartPr>
            <p14:xfrm>
              <a:off x="7600320" y="5015520"/>
              <a:ext cx="2537640" cy="604080"/>
            </p14:xfrm>
          </p:contentPart>
        </mc:Choice>
        <mc:Fallback xmlns="">
          <p:pic>
            <p:nvPicPr>
              <p:cNvPr id="3" name="Ink 2">
                <a:extLst>
                  <a:ext uri="{FF2B5EF4-FFF2-40B4-BE49-F238E27FC236}">
                    <a16:creationId xmlns:a16="http://schemas.microsoft.com/office/drawing/2014/main" id="{FFA463E3-FC54-631F-29F5-6611BF5E01B1}"/>
                  </a:ext>
                </a:extLst>
              </p:cNvPr>
              <p:cNvPicPr/>
              <p:nvPr/>
            </p:nvPicPr>
            <p:blipFill>
              <a:blip r:embed="rId3"/>
              <a:stretch>
                <a:fillRect/>
              </a:stretch>
            </p:blipFill>
            <p:spPr>
              <a:xfrm>
                <a:off x="7590960" y="5006160"/>
                <a:ext cx="2556360" cy="622800"/>
              </a:xfrm>
              <a:prstGeom prst="rect">
                <a:avLst/>
              </a:prstGeom>
            </p:spPr>
          </p:pic>
        </mc:Fallback>
      </mc:AlternateContent>
    </p:spTree>
    <p:extLst>
      <p:ext uri="{BB962C8B-B14F-4D97-AF65-F5344CB8AC3E}">
        <p14:creationId xmlns:p14="http://schemas.microsoft.com/office/powerpoint/2010/main" val="924024553"/>
      </p:ext>
    </p:extLst>
  </p:cSld>
  <p:clrMapOvr>
    <a:masterClrMapping/>
  </p:clrMapOvr>
</p:sld>
</file>

<file path=ppt/slides/slide5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5D29E-E3D6-41F8-8CD2-D8AAA9FCB054}"/>
              </a:ext>
            </a:extLst>
          </p:cNvPr>
          <p:cNvSpPr>
            <a:spLocks noGrp="1"/>
          </p:cNvSpPr>
          <p:nvPr>
            <p:ph type="title"/>
          </p:nvPr>
        </p:nvSpPr>
        <p:spPr/>
        <p:txBody>
          <a:bodyPr/>
          <a:lstStyle/>
          <a:p>
            <a:r>
              <a:rPr lang="en-US" b="1" dirty="0"/>
              <a:t>Inputs for EV/EBITDA for  Adani Ports </a:t>
            </a:r>
            <a:endParaRPr lang="en-IN" b="1" dirty="0"/>
          </a:p>
        </p:txBody>
      </p:sp>
      <p:sp>
        <p:nvSpPr>
          <p:cNvPr id="3" name="Content Placeholder 2">
            <a:extLst>
              <a:ext uri="{FF2B5EF4-FFF2-40B4-BE49-F238E27FC236}">
                <a16:creationId xmlns:a16="http://schemas.microsoft.com/office/drawing/2014/main" id="{EEE77142-08B1-4699-A812-178B97F807C9}"/>
              </a:ext>
            </a:extLst>
          </p:cNvPr>
          <p:cNvSpPr>
            <a:spLocks noGrp="1"/>
          </p:cNvSpPr>
          <p:nvPr>
            <p:ph idx="1"/>
          </p:nvPr>
        </p:nvSpPr>
        <p:spPr/>
        <p:txBody>
          <a:bodyPr/>
          <a:lstStyle/>
          <a:p>
            <a:r>
              <a:rPr lang="en-US" dirty="0"/>
              <a:t>5-year Median ROC = </a:t>
            </a:r>
            <a:r>
              <a:rPr lang="en-US" b="1" dirty="0"/>
              <a:t>12.54%</a:t>
            </a:r>
            <a:r>
              <a:rPr lang="en-US" dirty="0"/>
              <a:t> ; </a:t>
            </a:r>
            <a:endParaRPr lang="en-US" b="1" dirty="0"/>
          </a:p>
          <a:p>
            <a:r>
              <a:rPr lang="en-US" dirty="0"/>
              <a:t>reinvestment rate =100 %</a:t>
            </a:r>
            <a:endParaRPr lang="en-US" b="1" dirty="0"/>
          </a:p>
          <a:p>
            <a:r>
              <a:rPr lang="en-US" dirty="0"/>
              <a:t>Growth rate in EBIT = </a:t>
            </a:r>
            <a:r>
              <a:rPr lang="en-US" b="1" dirty="0"/>
              <a:t>12.54* 1= 12.54%  ( could be considered as a 3-stage firm)</a:t>
            </a:r>
          </a:p>
          <a:p>
            <a:endParaRPr lang="en-US" dirty="0"/>
          </a:p>
          <a:p>
            <a:r>
              <a:rPr lang="en-US" dirty="0"/>
              <a:t>FCFF/EBITDA =???</a:t>
            </a:r>
          </a:p>
          <a:p>
            <a:r>
              <a:rPr lang="en-US" dirty="0"/>
              <a:t>WACC = ???</a:t>
            </a:r>
            <a:endParaRPr lang="en-IN" dirty="0"/>
          </a:p>
        </p:txBody>
      </p:sp>
    </p:spTree>
    <p:extLst>
      <p:ext uri="{BB962C8B-B14F-4D97-AF65-F5344CB8AC3E}">
        <p14:creationId xmlns:p14="http://schemas.microsoft.com/office/powerpoint/2010/main" val="1830218419"/>
      </p:ext>
    </p:extLst>
  </p:cSld>
  <p:clrMapOvr>
    <a:masterClrMapping/>
  </p:clrMapOvr>
</p:sld>
</file>

<file path=ppt/slides/slide5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2CB0E-E623-4D27-8E54-4F0B420B722C}"/>
              </a:ext>
            </a:extLst>
          </p:cNvPr>
          <p:cNvSpPr>
            <a:spLocks noGrp="1"/>
          </p:cNvSpPr>
          <p:nvPr>
            <p:ph type="title"/>
          </p:nvPr>
        </p:nvSpPr>
        <p:spPr/>
        <p:txBody>
          <a:bodyPr/>
          <a:lstStyle/>
          <a:p>
            <a:r>
              <a:rPr lang="en-US" b="1" dirty="0"/>
              <a:t>FCFF/EBITDA – Adani Ports </a:t>
            </a:r>
            <a:endParaRPr lang="en-IN" b="1" dirty="0"/>
          </a:p>
        </p:txBody>
      </p:sp>
      <p:sp>
        <p:nvSpPr>
          <p:cNvPr id="3" name="Content Placeholder 2">
            <a:extLst>
              <a:ext uri="{FF2B5EF4-FFF2-40B4-BE49-F238E27FC236}">
                <a16:creationId xmlns:a16="http://schemas.microsoft.com/office/drawing/2014/main" id="{FC89D89E-20AE-4744-968A-802149D5D795}"/>
              </a:ext>
            </a:extLst>
          </p:cNvPr>
          <p:cNvSpPr>
            <a:spLocks noGrp="1"/>
          </p:cNvSpPr>
          <p:nvPr>
            <p:ph idx="1"/>
          </p:nvPr>
        </p:nvSpPr>
        <p:spPr/>
        <p:txBody>
          <a:bodyPr/>
          <a:lstStyle/>
          <a:p>
            <a:pPr marL="0" indent="0">
              <a:buNone/>
            </a:pPr>
            <a:endParaRPr lang="en-IN" dirty="0"/>
          </a:p>
        </p:txBody>
      </p:sp>
      <p:graphicFrame>
        <p:nvGraphicFramePr>
          <p:cNvPr id="6" name="Table 4">
            <a:extLst>
              <a:ext uri="{FF2B5EF4-FFF2-40B4-BE49-F238E27FC236}">
                <a16:creationId xmlns:a16="http://schemas.microsoft.com/office/drawing/2014/main" id="{9EF2BA99-240B-4AF4-A5D2-DBA4D2290AAB}"/>
              </a:ext>
            </a:extLst>
          </p:cNvPr>
          <p:cNvGraphicFramePr>
            <a:graphicFrameLocks/>
          </p:cNvGraphicFramePr>
          <p:nvPr/>
        </p:nvGraphicFramePr>
        <p:xfrm>
          <a:off x="838200" y="1825625"/>
          <a:ext cx="10515600" cy="4348480"/>
        </p:xfrm>
        <a:graphic>
          <a:graphicData uri="http://schemas.openxmlformats.org/drawingml/2006/table">
            <a:tbl>
              <a:tblPr firstRow="1" bandRow="1">
                <a:tableStyleId>{00A15C55-8517-42AA-B614-E9B94910E393}</a:tableStyleId>
              </a:tblPr>
              <a:tblGrid>
                <a:gridCol w="1752600">
                  <a:extLst>
                    <a:ext uri="{9D8B030D-6E8A-4147-A177-3AD203B41FA5}">
                      <a16:colId xmlns:a16="http://schemas.microsoft.com/office/drawing/2014/main" val="951889586"/>
                    </a:ext>
                  </a:extLst>
                </a:gridCol>
                <a:gridCol w="1752600">
                  <a:extLst>
                    <a:ext uri="{9D8B030D-6E8A-4147-A177-3AD203B41FA5}">
                      <a16:colId xmlns:a16="http://schemas.microsoft.com/office/drawing/2014/main" val="1181006905"/>
                    </a:ext>
                  </a:extLst>
                </a:gridCol>
                <a:gridCol w="1752600">
                  <a:extLst>
                    <a:ext uri="{9D8B030D-6E8A-4147-A177-3AD203B41FA5}">
                      <a16:colId xmlns:a16="http://schemas.microsoft.com/office/drawing/2014/main" val="4279756725"/>
                    </a:ext>
                  </a:extLst>
                </a:gridCol>
                <a:gridCol w="1752600">
                  <a:extLst>
                    <a:ext uri="{9D8B030D-6E8A-4147-A177-3AD203B41FA5}">
                      <a16:colId xmlns:a16="http://schemas.microsoft.com/office/drawing/2014/main" val="262328647"/>
                    </a:ext>
                  </a:extLst>
                </a:gridCol>
                <a:gridCol w="1752600">
                  <a:extLst>
                    <a:ext uri="{9D8B030D-6E8A-4147-A177-3AD203B41FA5}">
                      <a16:colId xmlns:a16="http://schemas.microsoft.com/office/drawing/2014/main" val="3426473500"/>
                    </a:ext>
                  </a:extLst>
                </a:gridCol>
                <a:gridCol w="1752600">
                  <a:extLst>
                    <a:ext uri="{9D8B030D-6E8A-4147-A177-3AD203B41FA5}">
                      <a16:colId xmlns:a16="http://schemas.microsoft.com/office/drawing/2014/main" val="3046099265"/>
                    </a:ext>
                  </a:extLst>
                </a:gridCol>
              </a:tblGrid>
              <a:tr h="370840">
                <a:tc>
                  <a:txBody>
                    <a:bodyPr/>
                    <a:lstStyle/>
                    <a:p>
                      <a:r>
                        <a:rPr lang="en-US" dirty="0"/>
                        <a:t>Particulars</a:t>
                      </a:r>
                      <a:endParaRPr lang="en-IN" dirty="0"/>
                    </a:p>
                  </a:txBody>
                  <a:tcPr/>
                </a:tc>
                <a:tc>
                  <a:txBody>
                    <a:bodyPr/>
                    <a:lstStyle/>
                    <a:p>
                      <a:r>
                        <a:rPr lang="en-IN" dirty="0"/>
                        <a:t>2025</a:t>
                      </a:r>
                    </a:p>
                  </a:txBody>
                  <a:tcPr/>
                </a:tc>
                <a:tc>
                  <a:txBody>
                    <a:bodyPr/>
                    <a:lstStyle/>
                    <a:p>
                      <a:r>
                        <a:rPr lang="en-IN" dirty="0"/>
                        <a:t>2024</a:t>
                      </a:r>
                    </a:p>
                  </a:txBody>
                  <a:tcPr/>
                </a:tc>
                <a:tc>
                  <a:txBody>
                    <a:bodyPr/>
                    <a:lstStyle/>
                    <a:p>
                      <a:r>
                        <a:rPr lang="en-IN" dirty="0"/>
                        <a:t>2023</a:t>
                      </a:r>
                    </a:p>
                  </a:txBody>
                  <a:tcPr/>
                </a:tc>
                <a:tc>
                  <a:txBody>
                    <a:bodyPr/>
                    <a:lstStyle/>
                    <a:p>
                      <a:r>
                        <a:rPr lang="en-IN" dirty="0"/>
                        <a:t>2022</a:t>
                      </a:r>
                    </a:p>
                  </a:txBody>
                  <a:tcPr/>
                </a:tc>
                <a:tc>
                  <a:txBody>
                    <a:bodyPr/>
                    <a:lstStyle/>
                    <a:p>
                      <a:r>
                        <a:rPr lang="en-US" dirty="0"/>
                        <a:t>2021</a:t>
                      </a:r>
                      <a:endParaRPr lang="en-IN" dirty="0"/>
                    </a:p>
                  </a:txBody>
                  <a:tcPr/>
                </a:tc>
                <a:extLst>
                  <a:ext uri="{0D108BD9-81ED-4DB2-BD59-A6C34878D82A}">
                    <a16:rowId xmlns:a16="http://schemas.microsoft.com/office/drawing/2014/main" val="1842447583"/>
                  </a:ext>
                </a:extLst>
              </a:tr>
              <a:tr h="370840">
                <a:tc>
                  <a:txBody>
                    <a:bodyPr/>
                    <a:lstStyle/>
                    <a:p>
                      <a:r>
                        <a:rPr lang="en-US" dirty="0"/>
                        <a:t>EBIT</a:t>
                      </a:r>
                      <a:endParaRPr lang="en-IN" dirty="0"/>
                    </a:p>
                  </a:txBody>
                  <a:tcPr/>
                </a:tc>
                <a:tc>
                  <a:txBody>
                    <a:bodyPr/>
                    <a:lstStyle/>
                    <a:p>
                      <a:r>
                        <a:rPr lang="en-IN" b="1" dirty="0"/>
                        <a:t>14042</a:t>
                      </a:r>
                    </a:p>
                  </a:txBody>
                  <a:tcPr/>
                </a:tc>
                <a:tc>
                  <a:txBody>
                    <a:bodyPr/>
                    <a:lstStyle/>
                    <a:p>
                      <a:r>
                        <a:rPr lang="en-IN" b="1" dirty="0"/>
                        <a:t>11976</a:t>
                      </a:r>
                    </a:p>
                  </a:txBody>
                  <a:tcPr/>
                </a:tc>
                <a:tc>
                  <a:txBody>
                    <a:bodyPr/>
                    <a:lstStyle/>
                    <a:p>
                      <a:r>
                        <a:rPr lang="en-IN" b="1" dirty="0"/>
                        <a:t>7290</a:t>
                      </a:r>
                    </a:p>
                  </a:txBody>
                  <a:tcPr/>
                </a:tc>
                <a:tc>
                  <a:txBody>
                    <a:bodyPr/>
                    <a:lstStyle/>
                    <a:p>
                      <a:r>
                        <a:rPr lang="en-IN" b="1" dirty="0"/>
                        <a:t>6002</a:t>
                      </a:r>
                    </a:p>
                  </a:txBody>
                  <a:tcPr/>
                </a:tc>
                <a:tc>
                  <a:txBody>
                    <a:bodyPr/>
                    <a:lstStyle/>
                    <a:p>
                      <a:r>
                        <a:rPr lang="en-IN" b="1" dirty="0"/>
                        <a:t>6467</a:t>
                      </a:r>
                    </a:p>
                  </a:txBody>
                  <a:tcPr/>
                </a:tc>
                <a:extLst>
                  <a:ext uri="{0D108BD9-81ED-4DB2-BD59-A6C34878D82A}">
                    <a16:rowId xmlns:a16="http://schemas.microsoft.com/office/drawing/2014/main" val="2487255371"/>
                  </a:ext>
                </a:extLst>
              </a:tr>
              <a:tr h="370840">
                <a:tc>
                  <a:txBody>
                    <a:bodyPr/>
                    <a:lstStyle/>
                    <a:p>
                      <a:r>
                        <a:rPr lang="en-US" dirty="0"/>
                        <a:t>+ D&amp;A</a:t>
                      </a:r>
                      <a:endParaRPr lang="en-IN" dirty="0"/>
                    </a:p>
                  </a:txBody>
                  <a:tcPr/>
                </a:tc>
                <a:tc>
                  <a:txBody>
                    <a:bodyPr/>
                    <a:lstStyle/>
                    <a:p>
                      <a:r>
                        <a:rPr lang="en-IN" b="0" dirty="0"/>
                        <a:t>4379</a:t>
                      </a:r>
                    </a:p>
                  </a:txBody>
                  <a:tcPr/>
                </a:tc>
                <a:tc>
                  <a:txBody>
                    <a:bodyPr/>
                    <a:lstStyle/>
                    <a:p>
                      <a:r>
                        <a:rPr lang="en-IN" b="0" dirty="0"/>
                        <a:t>3888</a:t>
                      </a:r>
                    </a:p>
                  </a:txBody>
                  <a:tcPr/>
                </a:tc>
                <a:tc>
                  <a:txBody>
                    <a:bodyPr/>
                    <a:lstStyle/>
                    <a:p>
                      <a:r>
                        <a:rPr lang="en-IN" b="0" dirty="0"/>
                        <a:t>3423</a:t>
                      </a:r>
                    </a:p>
                  </a:txBody>
                  <a:tcPr/>
                </a:tc>
                <a:tc>
                  <a:txBody>
                    <a:bodyPr/>
                    <a:lstStyle/>
                    <a:p>
                      <a:r>
                        <a:rPr lang="en-IN" b="0" dirty="0"/>
                        <a:t>2740</a:t>
                      </a:r>
                    </a:p>
                  </a:txBody>
                  <a:tcPr/>
                </a:tc>
                <a:tc>
                  <a:txBody>
                    <a:bodyPr/>
                    <a:lstStyle/>
                    <a:p>
                      <a:r>
                        <a:rPr lang="en-IN" b="0" dirty="0"/>
                        <a:t>2107</a:t>
                      </a:r>
                    </a:p>
                  </a:txBody>
                  <a:tcPr/>
                </a:tc>
                <a:extLst>
                  <a:ext uri="{0D108BD9-81ED-4DB2-BD59-A6C34878D82A}">
                    <a16:rowId xmlns:a16="http://schemas.microsoft.com/office/drawing/2014/main" val="1698366517"/>
                  </a:ext>
                </a:extLst>
              </a:tr>
              <a:tr h="370840">
                <a:tc>
                  <a:txBody>
                    <a:bodyPr/>
                    <a:lstStyle/>
                    <a:p>
                      <a:r>
                        <a:rPr lang="en-US" dirty="0"/>
                        <a:t>= EBITDA</a:t>
                      </a:r>
                      <a:endParaRPr lang="en-IN" dirty="0"/>
                    </a:p>
                  </a:txBody>
                  <a:tcPr/>
                </a:tc>
                <a:tc>
                  <a:txBody>
                    <a:bodyPr/>
                    <a:lstStyle/>
                    <a:p>
                      <a:r>
                        <a:rPr lang="en-IN" dirty="0"/>
                        <a:t>18421</a:t>
                      </a:r>
                    </a:p>
                  </a:txBody>
                  <a:tcPr/>
                </a:tc>
                <a:tc>
                  <a:txBody>
                    <a:bodyPr/>
                    <a:lstStyle/>
                    <a:p>
                      <a:r>
                        <a:rPr lang="en-IN" dirty="0"/>
                        <a:t>15864</a:t>
                      </a:r>
                    </a:p>
                  </a:txBody>
                  <a:tcPr/>
                </a:tc>
                <a:tc>
                  <a:txBody>
                    <a:bodyPr/>
                    <a:lstStyle/>
                    <a:p>
                      <a:r>
                        <a:rPr lang="en-IN" dirty="0"/>
                        <a:t>10713</a:t>
                      </a:r>
                    </a:p>
                  </a:txBody>
                  <a:tcPr/>
                </a:tc>
                <a:tc>
                  <a:txBody>
                    <a:bodyPr/>
                    <a:lstStyle/>
                    <a:p>
                      <a:r>
                        <a:rPr lang="en-IN" dirty="0"/>
                        <a:t>8742</a:t>
                      </a:r>
                    </a:p>
                  </a:txBody>
                  <a:tcPr/>
                </a:tc>
                <a:tc>
                  <a:txBody>
                    <a:bodyPr/>
                    <a:lstStyle/>
                    <a:p>
                      <a:r>
                        <a:rPr lang="en-IN" dirty="0"/>
                        <a:t>8574</a:t>
                      </a:r>
                    </a:p>
                  </a:txBody>
                  <a:tcPr/>
                </a:tc>
                <a:extLst>
                  <a:ext uri="{0D108BD9-81ED-4DB2-BD59-A6C34878D82A}">
                    <a16:rowId xmlns:a16="http://schemas.microsoft.com/office/drawing/2014/main" val="2232746911"/>
                  </a:ext>
                </a:extLst>
              </a:tr>
              <a:tr h="37084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070792527"/>
                  </a:ext>
                </a:extLst>
              </a:tr>
              <a:tr h="370840">
                <a:tc>
                  <a:txBody>
                    <a:bodyPr/>
                    <a:lstStyle/>
                    <a:p>
                      <a:r>
                        <a:rPr lang="en-US" dirty="0"/>
                        <a:t>EBIT(1-T)</a:t>
                      </a:r>
                      <a:endParaRPr lang="en-IN" dirty="0"/>
                    </a:p>
                  </a:txBody>
                  <a:tcPr/>
                </a:tc>
                <a:tc>
                  <a:txBody>
                    <a:bodyPr/>
                    <a:lstStyle/>
                    <a:p>
                      <a:r>
                        <a:rPr lang="en-IN" b="1" dirty="0"/>
                        <a:t>11898</a:t>
                      </a:r>
                    </a:p>
                  </a:txBody>
                  <a:tcPr/>
                </a:tc>
                <a:tc>
                  <a:txBody>
                    <a:bodyPr/>
                    <a:lstStyle/>
                    <a:p>
                      <a:r>
                        <a:rPr lang="en-IN" b="1" dirty="0"/>
                        <a:t>9651</a:t>
                      </a:r>
                    </a:p>
                  </a:txBody>
                  <a:tcPr/>
                </a:tc>
                <a:tc>
                  <a:txBody>
                    <a:bodyPr/>
                    <a:lstStyle/>
                    <a:p>
                      <a:r>
                        <a:rPr lang="en-IN" b="1" dirty="0"/>
                        <a:t>7162</a:t>
                      </a:r>
                    </a:p>
                  </a:txBody>
                  <a:tcPr/>
                </a:tc>
                <a:tc>
                  <a:txBody>
                    <a:bodyPr/>
                    <a:lstStyle/>
                    <a:p>
                      <a:r>
                        <a:rPr lang="en-IN" b="1" dirty="0"/>
                        <a:t>5165</a:t>
                      </a:r>
                    </a:p>
                  </a:txBody>
                  <a:tcPr/>
                </a:tc>
                <a:tc>
                  <a:txBody>
                    <a:bodyPr/>
                    <a:lstStyle/>
                    <a:p>
                      <a:r>
                        <a:rPr lang="en-IN" b="1" dirty="0"/>
                        <a:t>5192</a:t>
                      </a:r>
                    </a:p>
                  </a:txBody>
                  <a:tcPr/>
                </a:tc>
                <a:extLst>
                  <a:ext uri="{0D108BD9-81ED-4DB2-BD59-A6C34878D82A}">
                    <a16:rowId xmlns:a16="http://schemas.microsoft.com/office/drawing/2014/main" val="2302520892"/>
                  </a:ext>
                </a:extLst>
              </a:tr>
              <a:tr h="370840">
                <a:tc>
                  <a:txBody>
                    <a:bodyPr/>
                    <a:lstStyle/>
                    <a:p>
                      <a:r>
                        <a:rPr lang="en-US" dirty="0"/>
                        <a:t>- </a:t>
                      </a:r>
                      <a:r>
                        <a:rPr lang="en-US" dirty="0" err="1"/>
                        <a:t>Reinvst</a:t>
                      </a:r>
                      <a:endParaRPr lang="en-IN" dirty="0"/>
                    </a:p>
                  </a:txBody>
                  <a:tcPr/>
                </a:tc>
                <a:tc>
                  <a:txBody>
                    <a:bodyPr/>
                    <a:lstStyle/>
                    <a:p>
                      <a:r>
                        <a:rPr lang="en-IN" b="1" dirty="0"/>
                        <a:t>15233</a:t>
                      </a:r>
                    </a:p>
                  </a:txBody>
                  <a:tcPr/>
                </a:tc>
                <a:tc>
                  <a:txBody>
                    <a:bodyPr/>
                    <a:lstStyle/>
                    <a:p>
                      <a:r>
                        <a:rPr lang="en-IN" b="1" dirty="0"/>
                        <a:t>6560</a:t>
                      </a:r>
                    </a:p>
                  </a:txBody>
                  <a:tcPr/>
                </a:tc>
                <a:tc>
                  <a:txBody>
                    <a:bodyPr/>
                    <a:lstStyle/>
                    <a:p>
                      <a:r>
                        <a:rPr lang="en-IN" b="1" dirty="0"/>
                        <a:t>17805</a:t>
                      </a:r>
                    </a:p>
                  </a:txBody>
                  <a:tcPr/>
                </a:tc>
                <a:tc>
                  <a:txBody>
                    <a:bodyPr/>
                    <a:lstStyle/>
                    <a:p>
                      <a:r>
                        <a:rPr lang="en-IN" b="1" dirty="0"/>
                        <a:t>5905</a:t>
                      </a:r>
                    </a:p>
                  </a:txBody>
                  <a:tcPr/>
                </a:tc>
                <a:tc>
                  <a:txBody>
                    <a:bodyPr/>
                    <a:lstStyle/>
                    <a:p>
                      <a:r>
                        <a:rPr lang="en-IN" b="1" dirty="0"/>
                        <a:t>15440</a:t>
                      </a:r>
                    </a:p>
                  </a:txBody>
                  <a:tcPr/>
                </a:tc>
                <a:extLst>
                  <a:ext uri="{0D108BD9-81ED-4DB2-BD59-A6C34878D82A}">
                    <a16:rowId xmlns:a16="http://schemas.microsoft.com/office/drawing/2014/main" val="4293412671"/>
                  </a:ext>
                </a:extLst>
              </a:tr>
              <a:tr h="370840">
                <a:tc>
                  <a:txBody>
                    <a:bodyPr/>
                    <a:lstStyle/>
                    <a:p>
                      <a:r>
                        <a:rPr lang="en-US" dirty="0"/>
                        <a:t>= FCFF</a:t>
                      </a:r>
                      <a:endParaRPr lang="en-IN" dirty="0"/>
                    </a:p>
                  </a:txBody>
                  <a:tcPr/>
                </a:tc>
                <a:tc>
                  <a:txBody>
                    <a:bodyPr/>
                    <a:lstStyle/>
                    <a:p>
                      <a:r>
                        <a:rPr lang="en-IN" dirty="0"/>
                        <a:t>-3335</a:t>
                      </a:r>
                    </a:p>
                  </a:txBody>
                  <a:tcPr/>
                </a:tc>
                <a:tc>
                  <a:txBody>
                    <a:bodyPr/>
                    <a:lstStyle/>
                    <a:p>
                      <a:r>
                        <a:rPr lang="en-IN" dirty="0"/>
                        <a:t>3091</a:t>
                      </a:r>
                    </a:p>
                  </a:txBody>
                  <a:tcPr/>
                </a:tc>
                <a:tc>
                  <a:txBody>
                    <a:bodyPr/>
                    <a:lstStyle/>
                    <a:p>
                      <a:r>
                        <a:rPr lang="en-IN" dirty="0"/>
                        <a:t>- 10643</a:t>
                      </a:r>
                    </a:p>
                  </a:txBody>
                  <a:tcPr/>
                </a:tc>
                <a:tc>
                  <a:txBody>
                    <a:bodyPr/>
                    <a:lstStyle/>
                    <a:p>
                      <a:r>
                        <a:rPr lang="en-IN" dirty="0"/>
                        <a:t>-740</a:t>
                      </a:r>
                    </a:p>
                  </a:txBody>
                  <a:tcPr/>
                </a:tc>
                <a:tc>
                  <a:txBody>
                    <a:bodyPr/>
                    <a:lstStyle/>
                    <a:p>
                      <a:r>
                        <a:rPr lang="en-IN" dirty="0"/>
                        <a:t>-10248</a:t>
                      </a:r>
                    </a:p>
                  </a:txBody>
                  <a:tcPr/>
                </a:tc>
                <a:extLst>
                  <a:ext uri="{0D108BD9-81ED-4DB2-BD59-A6C34878D82A}">
                    <a16:rowId xmlns:a16="http://schemas.microsoft.com/office/drawing/2014/main" val="2722667753"/>
                  </a:ext>
                </a:extLst>
              </a:tr>
              <a:tr h="37084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085808992"/>
                  </a:ext>
                </a:extLst>
              </a:tr>
              <a:tr h="370840">
                <a:tc>
                  <a:txBody>
                    <a:bodyPr/>
                    <a:lstStyle/>
                    <a:p>
                      <a:r>
                        <a:rPr lang="en-US" dirty="0"/>
                        <a:t>FCFF/EBITDA</a:t>
                      </a:r>
                      <a:endParaRPr lang="en-IN" dirty="0"/>
                    </a:p>
                  </a:txBody>
                  <a:tcPr/>
                </a:tc>
                <a:tc>
                  <a:txBody>
                    <a:bodyPr/>
                    <a:lstStyle/>
                    <a:p>
                      <a:r>
                        <a:rPr lang="en-IN" dirty="0"/>
                        <a:t>-0.18</a:t>
                      </a:r>
                    </a:p>
                  </a:txBody>
                  <a:tcPr/>
                </a:tc>
                <a:tc>
                  <a:txBody>
                    <a:bodyPr/>
                    <a:lstStyle/>
                    <a:p>
                      <a:r>
                        <a:rPr lang="en-IN" dirty="0"/>
                        <a:t>0.19</a:t>
                      </a:r>
                    </a:p>
                  </a:txBody>
                  <a:tcPr/>
                </a:tc>
                <a:tc>
                  <a:txBody>
                    <a:bodyPr/>
                    <a:lstStyle/>
                    <a:p>
                      <a:r>
                        <a:rPr lang="en-IN" dirty="0"/>
                        <a:t>-0.99</a:t>
                      </a:r>
                    </a:p>
                  </a:txBody>
                  <a:tcPr/>
                </a:tc>
                <a:tc>
                  <a:txBody>
                    <a:bodyPr/>
                    <a:lstStyle/>
                    <a:p>
                      <a:r>
                        <a:rPr lang="en-IN" dirty="0"/>
                        <a:t>-0.08</a:t>
                      </a:r>
                    </a:p>
                  </a:txBody>
                  <a:tcPr/>
                </a:tc>
                <a:tc>
                  <a:txBody>
                    <a:bodyPr/>
                    <a:lstStyle/>
                    <a:p>
                      <a:r>
                        <a:rPr lang="en-IN" dirty="0"/>
                        <a:t>-1.20</a:t>
                      </a:r>
                    </a:p>
                  </a:txBody>
                  <a:tcPr/>
                </a:tc>
                <a:extLst>
                  <a:ext uri="{0D108BD9-81ED-4DB2-BD59-A6C34878D82A}">
                    <a16:rowId xmlns:a16="http://schemas.microsoft.com/office/drawing/2014/main" val="3587994741"/>
                  </a:ext>
                </a:extLst>
              </a:tr>
              <a:tr h="370840">
                <a:tc>
                  <a:txBody>
                    <a:bodyPr/>
                    <a:lstStyle/>
                    <a:p>
                      <a:r>
                        <a:rPr lang="en-US" b="1" dirty="0"/>
                        <a:t>Avg FCFF/EBITDA</a:t>
                      </a:r>
                      <a:endParaRPr lang="en-IN" b="1" dirty="0"/>
                    </a:p>
                  </a:txBody>
                  <a:tcPr/>
                </a:tc>
                <a:tc>
                  <a:txBody>
                    <a:bodyPr/>
                    <a:lstStyle/>
                    <a:p>
                      <a:r>
                        <a:rPr lang="en-IN" dirty="0"/>
                        <a:t>-0.45</a:t>
                      </a:r>
                    </a:p>
                  </a:txBody>
                  <a:tcPr/>
                </a:tc>
                <a:tc>
                  <a:txBody>
                    <a:bodyPr/>
                    <a:lstStyle/>
                    <a:p>
                      <a:endParaRPr lang="en-IN" b="1" dirty="0"/>
                    </a:p>
                  </a:txBody>
                  <a:tcPr/>
                </a:tc>
                <a:tc>
                  <a:txBody>
                    <a:bodyPr/>
                    <a:lstStyle/>
                    <a:p>
                      <a:r>
                        <a:rPr lang="en-IN" dirty="0"/>
                        <a:t> Median 5 year</a:t>
                      </a:r>
                    </a:p>
                    <a:p>
                      <a:r>
                        <a:rPr lang="en-IN" dirty="0"/>
                        <a:t>-0.18</a:t>
                      </a:r>
                    </a:p>
                  </a:txBody>
                  <a:tcPr/>
                </a:tc>
                <a:tc>
                  <a:txBody>
                    <a:bodyPr/>
                    <a:lstStyle/>
                    <a:p>
                      <a:r>
                        <a:rPr lang="en-IN" dirty="0"/>
                        <a:t> </a:t>
                      </a:r>
                      <a:r>
                        <a:rPr lang="en-IN" b="1" dirty="0">
                          <a:highlight>
                            <a:srgbClr val="FFFF00"/>
                          </a:highlight>
                        </a:rPr>
                        <a:t>Assume 10% </a:t>
                      </a:r>
                    </a:p>
                  </a:txBody>
                  <a:tcPr/>
                </a:tc>
                <a:tc>
                  <a:txBody>
                    <a:bodyPr/>
                    <a:lstStyle/>
                    <a:p>
                      <a:endParaRPr lang="en-IN" dirty="0"/>
                    </a:p>
                  </a:txBody>
                  <a:tcPr/>
                </a:tc>
                <a:extLst>
                  <a:ext uri="{0D108BD9-81ED-4DB2-BD59-A6C34878D82A}">
                    <a16:rowId xmlns:a16="http://schemas.microsoft.com/office/drawing/2014/main" val="727685358"/>
                  </a:ext>
                </a:extLst>
              </a:tr>
            </a:tbl>
          </a:graphicData>
        </a:graphic>
      </p:graphicFrame>
    </p:spTree>
    <p:extLst>
      <p:ext uri="{BB962C8B-B14F-4D97-AF65-F5344CB8AC3E}">
        <p14:creationId xmlns:p14="http://schemas.microsoft.com/office/powerpoint/2010/main" val="682968439"/>
      </p:ext>
    </p:extLst>
  </p:cSld>
  <p:clrMapOvr>
    <a:masterClrMapping/>
  </p:clrMapOvr>
</p:sld>
</file>

<file path=ppt/slides/slide5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1424F-EA54-4695-AE39-9AC2C8489447}"/>
              </a:ext>
            </a:extLst>
          </p:cNvPr>
          <p:cNvSpPr>
            <a:spLocks noGrp="1"/>
          </p:cNvSpPr>
          <p:nvPr>
            <p:ph type="title"/>
          </p:nvPr>
        </p:nvSpPr>
        <p:spPr/>
        <p:txBody>
          <a:bodyPr/>
          <a:lstStyle/>
          <a:p>
            <a:r>
              <a:rPr lang="en-US" b="1" dirty="0"/>
              <a:t>WACC for Adani Ports  ( on 2 January 2026)</a:t>
            </a:r>
            <a:endParaRPr lang="en-IN" b="1" dirty="0"/>
          </a:p>
        </p:txBody>
      </p:sp>
      <p:sp>
        <p:nvSpPr>
          <p:cNvPr id="3" name="Content Placeholder 2">
            <a:extLst>
              <a:ext uri="{FF2B5EF4-FFF2-40B4-BE49-F238E27FC236}">
                <a16:creationId xmlns:a16="http://schemas.microsoft.com/office/drawing/2014/main" id="{3E925744-6BCD-44D9-A54E-1E205BB5D860}"/>
              </a:ext>
            </a:extLst>
          </p:cNvPr>
          <p:cNvSpPr>
            <a:spLocks noGrp="1"/>
          </p:cNvSpPr>
          <p:nvPr>
            <p:ph idx="1"/>
          </p:nvPr>
        </p:nvSpPr>
        <p:spPr/>
        <p:txBody>
          <a:bodyPr/>
          <a:lstStyle/>
          <a:p>
            <a:r>
              <a:rPr lang="en-US" b="1" dirty="0"/>
              <a:t>Cost of Equity </a:t>
            </a:r>
            <a:r>
              <a:rPr lang="en-US" dirty="0"/>
              <a:t>= 7.35 + 1.30 (7.46) = 17.05 %</a:t>
            </a:r>
          </a:p>
          <a:p>
            <a:r>
              <a:rPr lang="en-US" b="1" dirty="0"/>
              <a:t>Cost of Debt</a:t>
            </a:r>
            <a:r>
              <a:rPr lang="en-US" dirty="0"/>
              <a:t> = 2813 (Fin cost of 2025)/ 46142 (total borrowings of 2024) = 6.10%; post tax COD= 6.10 (0.8473) = 5.17 % </a:t>
            </a:r>
          </a:p>
          <a:p>
            <a:r>
              <a:rPr lang="en-US" dirty="0"/>
              <a:t>E/V = 321752 /(321752 + 45660) = 0.88 ; D/V = 0.12</a:t>
            </a:r>
          </a:p>
          <a:p>
            <a:r>
              <a:rPr lang="en-US" b="1" dirty="0"/>
              <a:t>WACC</a:t>
            </a:r>
            <a:r>
              <a:rPr lang="en-US" dirty="0"/>
              <a:t> = 0.88( 17.05) + 0.12 ( 5.17) </a:t>
            </a:r>
          </a:p>
          <a:p>
            <a:pPr marL="0" indent="0">
              <a:buNone/>
            </a:pPr>
            <a:r>
              <a:rPr lang="en-US" dirty="0"/>
              <a:t>= 15.00 +0.62 = </a:t>
            </a:r>
            <a:r>
              <a:rPr lang="en-US" b="1" dirty="0">
                <a:highlight>
                  <a:srgbClr val="FFFF00"/>
                </a:highlight>
              </a:rPr>
              <a:t>15.62 %</a:t>
            </a:r>
          </a:p>
          <a:p>
            <a:pPr marL="0" indent="0">
              <a:buNone/>
            </a:pPr>
            <a:r>
              <a:rPr lang="en-US" b="1" dirty="0"/>
              <a:t>Assume : Stable Phase WACC of </a:t>
            </a:r>
            <a:r>
              <a:rPr lang="en-US" b="1" dirty="0">
                <a:highlight>
                  <a:srgbClr val="FFFF00"/>
                </a:highlight>
              </a:rPr>
              <a:t>10 %  </a:t>
            </a:r>
            <a:endParaRPr lang="en-IN" b="1" dirty="0">
              <a:highlight>
                <a:srgbClr val="FFFF00"/>
              </a:highlight>
            </a:endParaRPr>
          </a:p>
        </p:txBody>
      </p:sp>
    </p:spTree>
    <p:extLst>
      <p:ext uri="{BB962C8B-B14F-4D97-AF65-F5344CB8AC3E}">
        <p14:creationId xmlns:p14="http://schemas.microsoft.com/office/powerpoint/2010/main" val="3563960599"/>
      </p:ext>
    </p:extLst>
  </p:cSld>
  <p:clrMapOvr>
    <a:masterClrMapping/>
  </p:clrMapOvr>
</p:sld>
</file>

<file path=ppt/slides/slide5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77143-9E70-4116-BA28-0E169A64B9C8}"/>
              </a:ext>
            </a:extLst>
          </p:cNvPr>
          <p:cNvSpPr>
            <a:spLocks noGrp="1"/>
          </p:cNvSpPr>
          <p:nvPr>
            <p:ph type="title"/>
          </p:nvPr>
        </p:nvSpPr>
        <p:spPr/>
        <p:txBody>
          <a:bodyPr/>
          <a:lstStyle/>
          <a:p>
            <a:r>
              <a:rPr lang="en-IN" b="1" dirty="0"/>
              <a:t>What to do ???</a:t>
            </a:r>
          </a:p>
        </p:txBody>
      </p:sp>
      <p:sp>
        <p:nvSpPr>
          <p:cNvPr id="3" name="Content Placeholder 2">
            <a:extLst>
              <a:ext uri="{FF2B5EF4-FFF2-40B4-BE49-F238E27FC236}">
                <a16:creationId xmlns:a16="http://schemas.microsoft.com/office/drawing/2014/main" id="{CDF07D5C-B144-42F8-A317-842A9C95988D}"/>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725444929"/>
      </p:ext>
    </p:extLst>
  </p:cSld>
  <p:clrMapOvr>
    <a:masterClrMapping/>
  </p:clrMapOvr>
</p:sld>
</file>

<file path=ppt/slides/slide5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AD13E-73C1-459C-BF2A-458DCAB2D524}"/>
              </a:ext>
            </a:extLst>
          </p:cNvPr>
          <p:cNvSpPr>
            <a:spLocks noGrp="1"/>
          </p:cNvSpPr>
          <p:nvPr>
            <p:ph type="title"/>
          </p:nvPr>
        </p:nvSpPr>
        <p:spPr>
          <a:xfrm>
            <a:off x="838200" y="0"/>
            <a:ext cx="10515600" cy="1325563"/>
          </a:xfrm>
        </p:spPr>
        <p:txBody>
          <a:bodyPr>
            <a:normAutofit/>
          </a:bodyPr>
          <a:lstStyle/>
          <a:p>
            <a:pPr algn="ctr"/>
            <a:r>
              <a:rPr lang="en-US" b="1" dirty="0"/>
              <a:t>Assumptions in the computation of EV/EBITDA for Adani Ports- 3 stage model</a:t>
            </a:r>
            <a:endParaRPr lang="en-IN" b="1" dirty="0"/>
          </a:p>
        </p:txBody>
      </p:sp>
      <p:graphicFrame>
        <p:nvGraphicFramePr>
          <p:cNvPr id="4" name="Table 4">
            <a:extLst>
              <a:ext uri="{FF2B5EF4-FFF2-40B4-BE49-F238E27FC236}">
                <a16:creationId xmlns:a16="http://schemas.microsoft.com/office/drawing/2014/main" id="{EBB5E308-6DEA-4642-BFD2-7CCB6CDC514C}"/>
              </a:ext>
            </a:extLst>
          </p:cNvPr>
          <p:cNvGraphicFramePr>
            <a:graphicFrameLocks noGrp="1"/>
          </p:cNvGraphicFramePr>
          <p:nvPr>
            <p:ph idx="1"/>
          </p:nvPr>
        </p:nvGraphicFramePr>
        <p:xfrm>
          <a:off x="763172" y="1178560"/>
          <a:ext cx="10515600" cy="5405120"/>
        </p:xfrm>
        <a:graphic>
          <a:graphicData uri="http://schemas.openxmlformats.org/drawingml/2006/table">
            <a:tbl>
              <a:tblPr firstRow="1" bandRow="1">
                <a:tableStyleId>{21E4AEA4-8DFA-4A89-87EB-49C32662AFE0}</a:tableStyleId>
              </a:tblPr>
              <a:tblGrid>
                <a:gridCol w="2628900">
                  <a:extLst>
                    <a:ext uri="{9D8B030D-6E8A-4147-A177-3AD203B41FA5}">
                      <a16:colId xmlns:a16="http://schemas.microsoft.com/office/drawing/2014/main" val="3359730896"/>
                    </a:ext>
                  </a:extLst>
                </a:gridCol>
                <a:gridCol w="2298269">
                  <a:extLst>
                    <a:ext uri="{9D8B030D-6E8A-4147-A177-3AD203B41FA5}">
                      <a16:colId xmlns:a16="http://schemas.microsoft.com/office/drawing/2014/main" val="3967438803"/>
                    </a:ext>
                  </a:extLst>
                </a:gridCol>
                <a:gridCol w="2959531">
                  <a:extLst>
                    <a:ext uri="{9D8B030D-6E8A-4147-A177-3AD203B41FA5}">
                      <a16:colId xmlns:a16="http://schemas.microsoft.com/office/drawing/2014/main" val="3218429050"/>
                    </a:ext>
                  </a:extLst>
                </a:gridCol>
                <a:gridCol w="2628900">
                  <a:extLst>
                    <a:ext uri="{9D8B030D-6E8A-4147-A177-3AD203B41FA5}">
                      <a16:colId xmlns:a16="http://schemas.microsoft.com/office/drawing/2014/main" val="3229804162"/>
                    </a:ext>
                  </a:extLst>
                </a:gridCol>
              </a:tblGrid>
              <a:tr h="370840">
                <a:tc>
                  <a:txBody>
                    <a:bodyPr/>
                    <a:lstStyle/>
                    <a:p>
                      <a:r>
                        <a:rPr lang="en-US" dirty="0"/>
                        <a:t>Particulars</a:t>
                      </a:r>
                      <a:endParaRPr lang="en-IN" dirty="0"/>
                    </a:p>
                  </a:txBody>
                  <a:tcPr/>
                </a:tc>
                <a:tc>
                  <a:txBody>
                    <a:bodyPr/>
                    <a:lstStyle/>
                    <a:p>
                      <a:r>
                        <a:rPr lang="en-US" dirty="0"/>
                        <a:t>High Growth Phase</a:t>
                      </a:r>
                      <a:endParaRPr lang="en-IN" dirty="0"/>
                    </a:p>
                  </a:txBody>
                  <a:tcPr/>
                </a:tc>
                <a:tc>
                  <a:txBody>
                    <a:bodyPr/>
                    <a:lstStyle/>
                    <a:p>
                      <a:r>
                        <a:rPr lang="en-US" dirty="0"/>
                        <a:t>Transition Phase</a:t>
                      </a:r>
                      <a:endParaRPr lang="en-IN" dirty="0"/>
                    </a:p>
                  </a:txBody>
                  <a:tcPr/>
                </a:tc>
                <a:tc>
                  <a:txBody>
                    <a:bodyPr/>
                    <a:lstStyle/>
                    <a:p>
                      <a:r>
                        <a:rPr lang="en-US" dirty="0"/>
                        <a:t>Stable Phase </a:t>
                      </a:r>
                      <a:endParaRPr lang="en-IN" dirty="0"/>
                    </a:p>
                  </a:txBody>
                  <a:tcPr/>
                </a:tc>
                <a:extLst>
                  <a:ext uri="{0D108BD9-81ED-4DB2-BD59-A6C34878D82A}">
                    <a16:rowId xmlns:a16="http://schemas.microsoft.com/office/drawing/2014/main" val="3057931776"/>
                  </a:ext>
                </a:extLst>
              </a:tr>
              <a:tr h="370840">
                <a:tc>
                  <a:txBody>
                    <a:bodyPr/>
                    <a:lstStyle/>
                    <a:p>
                      <a:r>
                        <a:rPr lang="en-US" b="1" dirty="0"/>
                        <a:t>Length (in years )</a:t>
                      </a:r>
                      <a:endParaRPr lang="en-IN" b="1" dirty="0"/>
                    </a:p>
                  </a:txBody>
                  <a:tcPr/>
                </a:tc>
                <a:tc>
                  <a:txBody>
                    <a:bodyPr/>
                    <a:lstStyle/>
                    <a:p>
                      <a:r>
                        <a:rPr lang="en-US" dirty="0"/>
                        <a:t>10years</a:t>
                      </a:r>
                      <a:endParaRPr lang="en-IN" dirty="0"/>
                    </a:p>
                  </a:txBody>
                  <a:tcPr/>
                </a:tc>
                <a:tc>
                  <a:txBody>
                    <a:bodyPr/>
                    <a:lstStyle/>
                    <a:p>
                      <a:r>
                        <a:rPr lang="en-US" dirty="0"/>
                        <a:t>5 years (</a:t>
                      </a:r>
                      <a:r>
                        <a:rPr lang="en-US" dirty="0" err="1"/>
                        <a:t>i.e</a:t>
                      </a:r>
                      <a:r>
                        <a:rPr lang="en-US" dirty="0"/>
                        <a:t> y11 to y15)</a:t>
                      </a:r>
                      <a:endParaRPr lang="en-IN" dirty="0"/>
                    </a:p>
                  </a:txBody>
                  <a:tcPr/>
                </a:tc>
                <a:tc>
                  <a:txBody>
                    <a:bodyPr/>
                    <a:lstStyle/>
                    <a:p>
                      <a:r>
                        <a:rPr lang="en-US" dirty="0"/>
                        <a:t>After year 15</a:t>
                      </a:r>
                      <a:endParaRPr lang="en-IN" dirty="0"/>
                    </a:p>
                  </a:txBody>
                  <a:tcPr/>
                </a:tc>
                <a:extLst>
                  <a:ext uri="{0D108BD9-81ED-4DB2-BD59-A6C34878D82A}">
                    <a16:rowId xmlns:a16="http://schemas.microsoft.com/office/drawing/2014/main" val="1779586652"/>
                  </a:ext>
                </a:extLst>
              </a:tr>
              <a:tr h="370840">
                <a:tc>
                  <a:txBody>
                    <a:bodyPr/>
                    <a:lstStyle/>
                    <a:p>
                      <a:r>
                        <a:rPr lang="en-US" b="1" dirty="0"/>
                        <a:t>FCFF/EBITDA</a:t>
                      </a:r>
                      <a:endParaRPr lang="en-IN" b="1" dirty="0"/>
                    </a:p>
                  </a:txBody>
                  <a:tcPr/>
                </a:tc>
                <a:tc>
                  <a:txBody>
                    <a:bodyPr/>
                    <a:lstStyle/>
                    <a:p>
                      <a:r>
                        <a:rPr lang="en-US" b="1" dirty="0"/>
                        <a:t>10%</a:t>
                      </a:r>
                      <a:endParaRPr lang="en-IN" b="1" dirty="0"/>
                    </a:p>
                  </a:txBody>
                  <a:tcPr/>
                </a:tc>
                <a:tc>
                  <a:txBody>
                    <a:bodyPr/>
                    <a:lstStyle/>
                    <a:p>
                      <a:r>
                        <a:rPr lang="en-US" dirty="0"/>
                        <a:t>(70-10)/5 = </a:t>
                      </a:r>
                      <a:r>
                        <a:rPr lang="en-US" b="1" dirty="0"/>
                        <a:t>12% </a:t>
                      </a:r>
                      <a:r>
                        <a:rPr lang="en-US" b="1" dirty="0" err="1"/>
                        <a:t>p.year</a:t>
                      </a:r>
                      <a:endParaRPr lang="en-US" b="1" dirty="0"/>
                    </a:p>
                    <a:p>
                      <a:r>
                        <a:rPr lang="en-US" b="1" dirty="0"/>
                        <a:t>Y11:</a:t>
                      </a:r>
                      <a:r>
                        <a:rPr lang="en-US" dirty="0"/>
                        <a:t> 22 %</a:t>
                      </a:r>
                    </a:p>
                    <a:p>
                      <a:r>
                        <a:rPr lang="en-US" b="1" dirty="0"/>
                        <a:t>Y12:</a:t>
                      </a:r>
                      <a:r>
                        <a:rPr lang="en-US" dirty="0"/>
                        <a:t>  34 %</a:t>
                      </a:r>
                    </a:p>
                    <a:p>
                      <a:r>
                        <a:rPr lang="en-US" b="1" dirty="0"/>
                        <a:t>Y13:</a:t>
                      </a:r>
                      <a:r>
                        <a:rPr lang="en-US" dirty="0"/>
                        <a:t> 46 %</a:t>
                      </a:r>
                    </a:p>
                    <a:p>
                      <a:r>
                        <a:rPr lang="en-US" b="1" dirty="0"/>
                        <a:t>Y14</a:t>
                      </a:r>
                      <a:r>
                        <a:rPr lang="en-US" dirty="0"/>
                        <a:t>: 58 %</a:t>
                      </a:r>
                    </a:p>
                    <a:p>
                      <a:r>
                        <a:rPr lang="en-US" b="1" dirty="0"/>
                        <a:t>Y15:</a:t>
                      </a:r>
                      <a:r>
                        <a:rPr lang="en-US" dirty="0"/>
                        <a:t> 70 %</a:t>
                      </a:r>
                      <a:endParaRPr lang="en-IN" dirty="0"/>
                    </a:p>
                  </a:txBody>
                  <a:tcPr/>
                </a:tc>
                <a:tc>
                  <a:txBody>
                    <a:bodyPr/>
                    <a:lstStyle/>
                    <a:p>
                      <a:r>
                        <a:rPr lang="en-US" b="1" dirty="0"/>
                        <a:t>70 %</a:t>
                      </a:r>
                      <a:endParaRPr lang="en-IN" b="1" dirty="0"/>
                    </a:p>
                  </a:txBody>
                  <a:tcPr/>
                </a:tc>
                <a:extLst>
                  <a:ext uri="{0D108BD9-81ED-4DB2-BD59-A6C34878D82A}">
                    <a16:rowId xmlns:a16="http://schemas.microsoft.com/office/drawing/2014/main" val="1124298241"/>
                  </a:ext>
                </a:extLst>
              </a:tr>
              <a:tr h="370840">
                <a:tc>
                  <a:txBody>
                    <a:bodyPr/>
                    <a:lstStyle/>
                    <a:p>
                      <a:r>
                        <a:rPr lang="en-US" b="1" dirty="0"/>
                        <a:t>Growth Rate</a:t>
                      </a:r>
                      <a:endParaRPr lang="en-IN" b="1" dirty="0"/>
                    </a:p>
                  </a:txBody>
                  <a:tcPr/>
                </a:tc>
                <a:tc>
                  <a:txBody>
                    <a:bodyPr/>
                    <a:lstStyle/>
                    <a:p>
                      <a:r>
                        <a:rPr lang="en-US" b="1" dirty="0"/>
                        <a:t>12.54%</a:t>
                      </a:r>
                      <a:endParaRPr lang="en-IN" b="1" dirty="0"/>
                    </a:p>
                  </a:txBody>
                  <a:tcPr/>
                </a:tc>
                <a:tc>
                  <a:txBody>
                    <a:bodyPr/>
                    <a:lstStyle/>
                    <a:p>
                      <a:r>
                        <a:rPr lang="en-US" dirty="0"/>
                        <a:t>(12.54-2 )/5 = </a:t>
                      </a:r>
                      <a:r>
                        <a:rPr lang="en-US" b="1" dirty="0"/>
                        <a:t>2.108% </a:t>
                      </a:r>
                      <a:r>
                        <a:rPr lang="en-US" b="1" dirty="0" err="1"/>
                        <a:t>p.year</a:t>
                      </a:r>
                      <a:endParaRPr lang="en-US" b="1" dirty="0"/>
                    </a:p>
                    <a:p>
                      <a:r>
                        <a:rPr lang="en-US" b="1" dirty="0"/>
                        <a:t>Y11:</a:t>
                      </a:r>
                      <a:r>
                        <a:rPr lang="en-US" dirty="0"/>
                        <a:t> 10.432 % ; </a:t>
                      </a:r>
                    </a:p>
                    <a:p>
                      <a:r>
                        <a:rPr lang="en-US" b="1" dirty="0"/>
                        <a:t>Y12:</a:t>
                      </a:r>
                      <a:r>
                        <a:rPr lang="en-US" dirty="0"/>
                        <a:t> 8.324 %</a:t>
                      </a:r>
                    </a:p>
                    <a:p>
                      <a:r>
                        <a:rPr lang="en-US" b="1" dirty="0"/>
                        <a:t>Y13:</a:t>
                      </a:r>
                      <a:r>
                        <a:rPr lang="en-US" dirty="0"/>
                        <a:t> 6.216 % ; </a:t>
                      </a:r>
                      <a:r>
                        <a:rPr lang="en-US" b="1" dirty="0"/>
                        <a:t>Y14</a:t>
                      </a:r>
                      <a:r>
                        <a:rPr lang="en-US" dirty="0"/>
                        <a:t>: 4.108 %</a:t>
                      </a:r>
                    </a:p>
                    <a:p>
                      <a:r>
                        <a:rPr lang="en-US" b="1" dirty="0"/>
                        <a:t>Y15:</a:t>
                      </a:r>
                      <a:r>
                        <a:rPr lang="en-US" dirty="0"/>
                        <a:t> 2 %</a:t>
                      </a:r>
                      <a:endParaRPr lang="en-IN" dirty="0"/>
                    </a:p>
                  </a:txBody>
                  <a:tcPr/>
                </a:tc>
                <a:tc>
                  <a:txBody>
                    <a:bodyPr/>
                    <a:lstStyle/>
                    <a:p>
                      <a:r>
                        <a:rPr lang="en-US" b="1" dirty="0"/>
                        <a:t>2% =  10 (0.2 )</a:t>
                      </a:r>
                      <a:endParaRPr lang="en-IN" b="1" dirty="0"/>
                    </a:p>
                  </a:txBody>
                  <a:tcPr/>
                </a:tc>
                <a:extLst>
                  <a:ext uri="{0D108BD9-81ED-4DB2-BD59-A6C34878D82A}">
                    <a16:rowId xmlns:a16="http://schemas.microsoft.com/office/drawing/2014/main" val="2696296970"/>
                  </a:ext>
                </a:extLst>
              </a:tr>
              <a:tr h="370840">
                <a:tc>
                  <a:txBody>
                    <a:bodyPr/>
                    <a:lstStyle/>
                    <a:p>
                      <a:r>
                        <a:rPr lang="en-US" b="1" dirty="0"/>
                        <a:t>COC (WACC)</a:t>
                      </a:r>
                      <a:endParaRPr lang="en-IN" b="1" dirty="0"/>
                    </a:p>
                  </a:txBody>
                  <a:tcPr/>
                </a:tc>
                <a:tc>
                  <a:txBody>
                    <a:bodyPr/>
                    <a:lstStyle/>
                    <a:p>
                      <a:r>
                        <a:rPr lang="en-US" b="1" dirty="0"/>
                        <a:t>15.62 %</a:t>
                      </a:r>
                      <a:endParaRPr lang="en-IN"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(15.62-12)/5 = </a:t>
                      </a:r>
                      <a:r>
                        <a:rPr kumimoji="0" lang="en-US" sz="1800" b="1" i="0" u="none" strike="noStrike" kern="1200" cap="none" spc="0" normalizeH="0" baseline="0" noProof="0" dirty="0">
                          <a:ln>
                            <a:noFill/>
                          </a:ln>
                          <a:solidFill>
                            <a:prstClr val="black"/>
                          </a:solidFill>
                          <a:effectLst/>
                          <a:uLnTx/>
                          <a:uFillTx/>
                          <a:latin typeface="+mn-lt"/>
                          <a:ea typeface="+mn-ea"/>
                          <a:cs typeface="+mn-cs"/>
                        </a:rPr>
                        <a:t>1.124 % </a:t>
                      </a:r>
                      <a:r>
                        <a:rPr kumimoji="0" lang="en-US" sz="1800" b="1" i="0" u="none" strike="noStrike" kern="1200" cap="none" spc="0" normalizeH="0" baseline="0" noProof="0" dirty="0" err="1">
                          <a:ln>
                            <a:noFill/>
                          </a:ln>
                          <a:solidFill>
                            <a:prstClr val="black"/>
                          </a:solidFill>
                          <a:effectLst/>
                          <a:uLnTx/>
                          <a:uFillTx/>
                          <a:latin typeface="+mn-lt"/>
                          <a:ea typeface="+mn-ea"/>
                          <a:cs typeface="+mn-cs"/>
                        </a:rPr>
                        <a:t>p.year</a:t>
                      </a:r>
                      <a:endParaRPr kumimoji="0" lang="en-US" sz="1800" b="1"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Y11:</a:t>
                      </a:r>
                      <a:r>
                        <a:rPr kumimoji="0" lang="en-US" sz="1800" b="0" i="0" u="none" strike="noStrike" kern="1200" cap="none" spc="0" normalizeH="0" baseline="0" noProof="0" dirty="0">
                          <a:ln>
                            <a:noFill/>
                          </a:ln>
                          <a:solidFill>
                            <a:prstClr val="black"/>
                          </a:solidFill>
                          <a:effectLst/>
                          <a:uLnTx/>
                          <a:uFillTx/>
                          <a:latin typeface="+mn-lt"/>
                          <a:ea typeface="+mn-ea"/>
                          <a:cs typeface="+mn-cs"/>
                        </a:rPr>
                        <a:t> 14.496 % ; </a:t>
                      </a:r>
                      <a:r>
                        <a:rPr kumimoji="0" lang="en-US" sz="1800" b="1" i="0" u="none" strike="noStrike" kern="1200" cap="none" spc="0" normalizeH="0" baseline="0" noProof="0" dirty="0">
                          <a:ln>
                            <a:noFill/>
                          </a:ln>
                          <a:solidFill>
                            <a:prstClr val="black"/>
                          </a:solidFill>
                          <a:effectLst/>
                          <a:uLnTx/>
                          <a:uFillTx/>
                          <a:latin typeface="+mn-lt"/>
                          <a:ea typeface="+mn-ea"/>
                          <a:cs typeface="+mn-cs"/>
                        </a:rPr>
                        <a:t>Y12:</a:t>
                      </a:r>
                      <a:r>
                        <a:rPr kumimoji="0" lang="en-US" sz="1800" b="0" i="0" u="none" strike="noStrike" kern="1200" cap="none" spc="0" normalizeH="0" baseline="0" noProof="0" dirty="0">
                          <a:ln>
                            <a:noFill/>
                          </a:ln>
                          <a:solidFill>
                            <a:prstClr val="black"/>
                          </a:solidFill>
                          <a:effectLst/>
                          <a:uLnTx/>
                          <a:uFillTx/>
                          <a:latin typeface="+mn-lt"/>
                          <a:ea typeface="+mn-ea"/>
                          <a:cs typeface="+mn-cs"/>
                        </a:rPr>
                        <a:t> 13.372%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Y13:</a:t>
                      </a:r>
                      <a:r>
                        <a:rPr kumimoji="0" lang="en-US" sz="1800" b="0" i="0" u="none" strike="noStrike" kern="1200" cap="none" spc="0" normalizeH="0" baseline="0" noProof="0" dirty="0">
                          <a:ln>
                            <a:noFill/>
                          </a:ln>
                          <a:solidFill>
                            <a:prstClr val="black"/>
                          </a:solidFill>
                          <a:effectLst/>
                          <a:uLnTx/>
                          <a:uFillTx/>
                          <a:latin typeface="+mn-lt"/>
                          <a:ea typeface="+mn-ea"/>
                          <a:cs typeface="+mn-cs"/>
                        </a:rPr>
                        <a:t> 12.248% ; </a:t>
                      </a:r>
                      <a:r>
                        <a:rPr kumimoji="0" lang="en-US" sz="1800" b="1" i="0" u="none" strike="noStrike" kern="1200" cap="none" spc="0" normalizeH="0" baseline="0" noProof="0" dirty="0">
                          <a:ln>
                            <a:noFill/>
                          </a:ln>
                          <a:solidFill>
                            <a:prstClr val="black"/>
                          </a:solidFill>
                          <a:effectLst/>
                          <a:uLnTx/>
                          <a:uFillTx/>
                          <a:latin typeface="+mn-lt"/>
                          <a:ea typeface="+mn-ea"/>
                          <a:cs typeface="+mn-cs"/>
                        </a:rPr>
                        <a:t>Y14</a:t>
                      </a:r>
                      <a:r>
                        <a:rPr kumimoji="0" lang="en-US" sz="1800" b="0" i="0" u="none" strike="noStrike" kern="1200" cap="none" spc="0" normalizeH="0" baseline="0" noProof="0" dirty="0">
                          <a:ln>
                            <a:noFill/>
                          </a:ln>
                          <a:solidFill>
                            <a:prstClr val="black"/>
                          </a:solidFill>
                          <a:effectLst/>
                          <a:uLnTx/>
                          <a:uFillTx/>
                          <a:latin typeface="+mn-lt"/>
                          <a:ea typeface="+mn-ea"/>
                          <a:cs typeface="+mn-cs"/>
                        </a:rPr>
                        <a:t>: 11.124%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Y15:</a:t>
                      </a:r>
                      <a:r>
                        <a:rPr kumimoji="0" lang="en-US" sz="1800" b="0" i="0" u="none" strike="noStrike" kern="1200" cap="none" spc="0" normalizeH="0" baseline="0" noProof="0" dirty="0">
                          <a:ln>
                            <a:noFill/>
                          </a:ln>
                          <a:solidFill>
                            <a:prstClr val="black"/>
                          </a:solidFill>
                          <a:effectLst/>
                          <a:uLnTx/>
                          <a:uFillTx/>
                          <a:latin typeface="+mn-lt"/>
                          <a:ea typeface="+mn-ea"/>
                          <a:cs typeface="+mn-cs"/>
                        </a:rPr>
                        <a:t> 10%</a:t>
                      </a:r>
                      <a:endParaRPr kumimoji="0" lang="en-IN" sz="1800" b="0" i="0" u="none" strike="noStrike" kern="1200" cap="none" spc="0" normalizeH="0" baseline="0" noProof="0" dirty="0">
                        <a:ln>
                          <a:noFill/>
                        </a:ln>
                        <a:solidFill>
                          <a:prstClr val="black"/>
                        </a:solidFill>
                        <a:effectLst/>
                        <a:uLnTx/>
                        <a:uFillTx/>
                        <a:latin typeface="+mn-lt"/>
                        <a:ea typeface="+mn-ea"/>
                        <a:cs typeface="+mn-cs"/>
                      </a:endParaRPr>
                    </a:p>
                    <a:p>
                      <a:endParaRPr lang="en-IN" dirty="0"/>
                    </a:p>
                  </a:txBody>
                  <a:tcPr/>
                </a:tc>
                <a:tc>
                  <a:txBody>
                    <a:bodyPr/>
                    <a:lstStyle/>
                    <a:p>
                      <a:r>
                        <a:rPr lang="en-US" b="1" dirty="0"/>
                        <a:t>10%</a:t>
                      </a:r>
                      <a:endParaRPr lang="en-IN" b="1" dirty="0"/>
                    </a:p>
                  </a:txBody>
                  <a:tcPr/>
                </a:tc>
                <a:extLst>
                  <a:ext uri="{0D108BD9-81ED-4DB2-BD59-A6C34878D82A}">
                    <a16:rowId xmlns:a16="http://schemas.microsoft.com/office/drawing/2014/main" val="4119907283"/>
                  </a:ext>
                </a:extLst>
              </a:tr>
            </a:tbl>
          </a:graphicData>
        </a:graphic>
      </p:graphicFrame>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1FE659C0-ADD3-92E4-6E71-CB7F59D58C6F}"/>
                  </a:ext>
                </a:extLst>
              </p14:cNvPr>
              <p14:cNvContentPartPr/>
              <p14:nvPr/>
            </p14:nvContentPartPr>
            <p14:xfrm>
              <a:off x="2517840" y="1179000"/>
              <a:ext cx="9656640" cy="5276880"/>
            </p14:xfrm>
          </p:contentPart>
        </mc:Choice>
        <mc:Fallback xmlns="">
          <p:pic>
            <p:nvPicPr>
              <p:cNvPr id="3" name="Ink 2">
                <a:extLst>
                  <a:ext uri="{FF2B5EF4-FFF2-40B4-BE49-F238E27FC236}">
                    <a16:creationId xmlns:a16="http://schemas.microsoft.com/office/drawing/2014/main" id="{1FE659C0-ADD3-92E4-6E71-CB7F59D58C6F}"/>
                  </a:ext>
                </a:extLst>
              </p:cNvPr>
              <p:cNvPicPr/>
              <p:nvPr/>
            </p:nvPicPr>
            <p:blipFill>
              <a:blip r:embed="rId3"/>
              <a:stretch>
                <a:fillRect/>
              </a:stretch>
            </p:blipFill>
            <p:spPr>
              <a:xfrm>
                <a:off x="2508480" y="1169640"/>
                <a:ext cx="9675360" cy="5295600"/>
              </a:xfrm>
              <a:prstGeom prst="rect">
                <a:avLst/>
              </a:prstGeom>
            </p:spPr>
          </p:pic>
        </mc:Fallback>
      </mc:AlternateContent>
    </p:spTree>
    <p:extLst>
      <p:ext uri="{BB962C8B-B14F-4D97-AF65-F5344CB8AC3E}">
        <p14:creationId xmlns:p14="http://schemas.microsoft.com/office/powerpoint/2010/main" val="657776849"/>
      </p:ext>
    </p:extLst>
  </p:cSld>
  <p:clrMapOvr>
    <a:masterClrMapping/>
  </p:clrMapOvr>
</p:sld>
</file>

<file path=ppt/slides/slide5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4CF69-E78E-4393-AC9A-3B5C702EADB9}"/>
              </a:ext>
            </a:extLst>
          </p:cNvPr>
          <p:cNvSpPr>
            <a:spLocks noGrp="1"/>
          </p:cNvSpPr>
          <p:nvPr>
            <p:ph type="title"/>
          </p:nvPr>
        </p:nvSpPr>
        <p:spPr/>
        <p:txBody>
          <a:bodyPr/>
          <a:lstStyle/>
          <a:p>
            <a:r>
              <a:rPr lang="en-US" b="1" dirty="0"/>
              <a:t>EV/EBITDA for the high growth phase </a:t>
            </a:r>
            <a:endParaRPr lang="en-IN" b="1" dirty="0"/>
          </a:p>
        </p:txBody>
      </p:sp>
      <p:sp>
        <p:nvSpPr>
          <p:cNvPr id="3" name="Content Placeholder 2">
            <a:extLst>
              <a:ext uri="{FF2B5EF4-FFF2-40B4-BE49-F238E27FC236}">
                <a16:creationId xmlns:a16="http://schemas.microsoft.com/office/drawing/2014/main" id="{2C6A8692-7185-4AF2-BE7A-8DE667D8DC0B}"/>
              </a:ext>
            </a:extLst>
          </p:cNvPr>
          <p:cNvSpPr>
            <a:spLocks noGrp="1"/>
          </p:cNvSpPr>
          <p:nvPr>
            <p:ph idx="1"/>
          </p:nvPr>
        </p:nvSpPr>
        <p:spPr/>
        <p:txBody>
          <a:bodyPr/>
          <a:lstStyle/>
          <a:p>
            <a:pPr marL="0" indent="0">
              <a:buNone/>
            </a:pPr>
            <a:r>
              <a:rPr lang="en-US" dirty="0"/>
              <a:t>EV/EBITDA = </a:t>
            </a:r>
          </a:p>
          <a:p>
            <a:pPr marL="0" indent="0">
              <a:buNone/>
            </a:pPr>
            <a:endParaRPr lang="en-US" dirty="0"/>
          </a:p>
          <a:p>
            <a:pPr marL="0" indent="0">
              <a:buNone/>
            </a:pPr>
            <a:r>
              <a:rPr lang="en-US" dirty="0"/>
              <a:t>(FCFF/EBITDA) (1+g) { 1- (1+g) ^n/ (1+WACC)^n} /  (WACC-g)</a:t>
            </a:r>
          </a:p>
          <a:p>
            <a:pPr marL="0" indent="0">
              <a:buNone/>
            </a:pPr>
            <a:endParaRPr lang="en-US" dirty="0"/>
          </a:p>
          <a:p>
            <a:pPr marL="0" indent="0">
              <a:buNone/>
            </a:pPr>
            <a:r>
              <a:rPr lang="en-US" dirty="0"/>
              <a:t>Here g=  12.54 %</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FCFF/EBITDA = 10%</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WACC = </a:t>
            </a:r>
            <a:r>
              <a:rPr lang="en-US" dirty="0">
                <a:solidFill>
                  <a:prstClr val="black"/>
                </a:solidFill>
                <a:latin typeface="Calibri" panose="020F0502020204030204"/>
              </a:rPr>
              <a:t>15.62%</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length of HG phase : 10 years</a:t>
            </a:r>
            <a:endParaRPr lang="en-IN" dirty="0"/>
          </a:p>
        </p:txBody>
      </p:sp>
    </p:spTree>
    <p:extLst>
      <p:ext uri="{BB962C8B-B14F-4D97-AF65-F5344CB8AC3E}">
        <p14:creationId xmlns:p14="http://schemas.microsoft.com/office/powerpoint/2010/main" val="323286202"/>
      </p:ext>
    </p:extLst>
  </p:cSld>
  <p:clrMapOvr>
    <a:masterClrMapping/>
  </p:clrMapOvr>
</p:sld>
</file>

<file path=ppt/slides/slide5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38249-6BF2-4DDD-9D9F-3B377E18A638}"/>
              </a:ext>
            </a:extLst>
          </p:cNvPr>
          <p:cNvSpPr>
            <a:spLocks noGrp="1"/>
          </p:cNvSpPr>
          <p:nvPr>
            <p:ph type="title"/>
          </p:nvPr>
        </p:nvSpPr>
        <p:spPr/>
        <p:txBody>
          <a:bodyPr/>
          <a:lstStyle/>
          <a:p>
            <a:r>
              <a:rPr lang="en-US" b="1" dirty="0"/>
              <a:t>EV/EBITDA Adani Ports – High growth phase</a:t>
            </a:r>
            <a:endParaRPr lang="en-IN" b="1" dirty="0"/>
          </a:p>
        </p:txBody>
      </p:sp>
      <p:sp>
        <p:nvSpPr>
          <p:cNvPr id="3" name="Content Placeholder 2">
            <a:extLst>
              <a:ext uri="{FF2B5EF4-FFF2-40B4-BE49-F238E27FC236}">
                <a16:creationId xmlns:a16="http://schemas.microsoft.com/office/drawing/2014/main" id="{2C45DD7F-D4DD-4899-AFC2-0DC5FA76F3C4}"/>
              </a:ext>
            </a:extLst>
          </p:cNvPr>
          <p:cNvSpPr>
            <a:spLocks noGrp="1"/>
          </p:cNvSpPr>
          <p:nvPr>
            <p:ph idx="1"/>
          </p:nvPr>
        </p:nvSpPr>
        <p:spPr/>
        <p:txBody>
          <a:bodyPr>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EV/EBITDA =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(FCFF/EBITDA) (1+g) { 1- (1+g) ^n/ (1+WACC)^n} /  (WACC-g)</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solidFill>
                  <a:prstClr val="black"/>
                </a:solidFill>
                <a:latin typeface="Calibri" panose="020F0502020204030204"/>
              </a:rPr>
              <a:t>= 0.10 (1.1254)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1- (1.1254) ^10/ (1.1562)^10} /  (0.1562-0.1254)</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0.1125 {1- </a:t>
            </a:r>
            <a:r>
              <a:rPr lang="en-US" dirty="0">
                <a:solidFill>
                  <a:prstClr val="black"/>
                </a:solidFill>
                <a:latin typeface="Calibri" panose="020F0502020204030204"/>
              </a:rPr>
              <a:t>3.2589</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/4.2690} /0.0308</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solidFill>
                  <a:prstClr val="black"/>
                </a:solidFill>
                <a:latin typeface="Calibri" panose="020F0502020204030204"/>
              </a:rPr>
              <a:t>= 0.0266/0.0308  = </a:t>
            </a:r>
            <a:r>
              <a:rPr lang="en-US" b="1" dirty="0">
                <a:solidFill>
                  <a:prstClr val="black"/>
                </a:solidFill>
                <a:latin typeface="Calibri" panose="020F0502020204030204"/>
              </a:rPr>
              <a:t>0.8636 times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IN" dirty="0"/>
          </a:p>
        </p:txBody>
      </p:sp>
    </p:spTree>
    <p:extLst>
      <p:ext uri="{BB962C8B-B14F-4D97-AF65-F5344CB8AC3E}">
        <p14:creationId xmlns:p14="http://schemas.microsoft.com/office/powerpoint/2010/main" val="2405489227"/>
      </p:ext>
    </p:extLst>
  </p:cSld>
  <p:clrMapOvr>
    <a:masterClrMapping/>
  </p:clrMapOvr>
</p:sld>
</file>

<file path=ppt/slides/slide5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E1027-E285-4E81-B037-5F8D2EF09792}"/>
              </a:ext>
            </a:extLst>
          </p:cNvPr>
          <p:cNvSpPr>
            <a:spLocks noGrp="1"/>
          </p:cNvSpPr>
          <p:nvPr>
            <p:ph type="title"/>
          </p:nvPr>
        </p:nvSpPr>
        <p:spPr/>
        <p:txBody>
          <a:bodyPr/>
          <a:lstStyle/>
          <a:p>
            <a:r>
              <a:rPr lang="en-US" b="1" dirty="0"/>
              <a:t>Transition Phase EV/EBITDA </a:t>
            </a:r>
            <a:r>
              <a:rPr lang="en-US" dirty="0"/>
              <a:t>for </a:t>
            </a:r>
            <a:r>
              <a:rPr lang="en-US" u="sng" dirty="0"/>
              <a:t>Adani Ports </a:t>
            </a:r>
          </a:p>
        </p:txBody>
      </p:sp>
      <p:sp>
        <p:nvSpPr>
          <p:cNvPr id="3" name="Content Placeholder 2">
            <a:extLst>
              <a:ext uri="{FF2B5EF4-FFF2-40B4-BE49-F238E27FC236}">
                <a16:creationId xmlns:a16="http://schemas.microsoft.com/office/drawing/2014/main" id="{E3FEC32F-F9D2-40B4-80BF-B9951A1E62E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532433741"/>
      </p:ext>
    </p:extLst>
  </p:cSld>
  <p:clrMapOvr>
    <a:masterClrMapping/>
  </p:clrMapOvr>
</p:sld>
</file>

<file path=ppt/slides/slide5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204B-DC0A-4793-B4AF-A14DA4F88C4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Adani Ports </a:t>
            </a:r>
            <a:r>
              <a:rPr lang="en-US" b="1" dirty="0"/>
              <a:t>: Year 11 EV/EBITDA</a:t>
            </a:r>
            <a:endParaRPr lang="en-IN" b="1" dirty="0"/>
          </a:p>
        </p:txBody>
      </p:sp>
      <p:sp>
        <p:nvSpPr>
          <p:cNvPr id="3" name="Content Placeholder 2">
            <a:extLst>
              <a:ext uri="{FF2B5EF4-FFF2-40B4-BE49-F238E27FC236}">
                <a16:creationId xmlns:a16="http://schemas.microsoft.com/office/drawing/2014/main" id="{3A281185-5313-4B4E-ACCD-024DF39DD0C9}"/>
              </a:ext>
            </a:extLst>
          </p:cNvPr>
          <p:cNvSpPr>
            <a:spLocks noGrp="1"/>
          </p:cNvSpPr>
          <p:nvPr>
            <p:ph idx="1"/>
          </p:nvPr>
        </p:nvSpPr>
        <p:spPr>
          <a:xfrm>
            <a:off x="1039678" y="1690688"/>
            <a:ext cx="10515600" cy="4351338"/>
          </a:xfrm>
        </p:spPr>
        <p:txBody>
          <a:bodyPr/>
          <a:lstStyle/>
          <a:p>
            <a:pPr marL="0" indent="0">
              <a:buNone/>
            </a:pPr>
            <a:r>
              <a:rPr lang="en-US" dirty="0"/>
              <a:t>=  year 11 FCFF/EBITDA * (1+G hg)^ hg period * (1+ G year 11)</a:t>
            </a:r>
          </a:p>
          <a:p>
            <a:pPr marL="0" indent="0">
              <a:buNone/>
            </a:pPr>
            <a:r>
              <a:rPr lang="en-US" dirty="0"/>
              <a:t>-----------------------------------------------------------------------</a:t>
            </a:r>
          </a:p>
          <a:p>
            <a:pPr marL="0" indent="0">
              <a:buNone/>
            </a:pPr>
            <a:r>
              <a:rPr lang="en-US" dirty="0"/>
              <a:t>            (1+ COC hg) ^ hg period  * (1+ COC year 11)</a:t>
            </a:r>
          </a:p>
          <a:p>
            <a:pPr marL="0" indent="0">
              <a:buNone/>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FCFF/EBITDA Y11 = </a:t>
            </a:r>
            <a:r>
              <a:rPr lang="en-IN" dirty="0">
                <a:solidFill>
                  <a:prstClr val="black"/>
                </a:solidFill>
                <a:latin typeface="Calibri" panose="020F0502020204030204"/>
              </a:rPr>
              <a:t>22</a:t>
            </a: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 % ; </a:t>
            </a:r>
            <a:r>
              <a:rPr kumimoji="0" lang="en-IN" sz="2800" b="0" i="0" u="none" strike="noStrike" kern="1200" cap="none" spc="0" normalizeH="0" baseline="0" noProof="0" dirty="0" err="1">
                <a:ln>
                  <a:noFill/>
                </a:ln>
                <a:solidFill>
                  <a:prstClr val="black"/>
                </a:solidFill>
                <a:effectLst/>
                <a:uLnTx/>
                <a:uFillTx/>
                <a:latin typeface="Calibri" panose="020F0502020204030204"/>
                <a:ea typeface="+mn-ea"/>
                <a:cs typeface="+mn-cs"/>
              </a:rPr>
              <a:t>gF</a:t>
            </a: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 hg = 3.2589 ; G Y11 = 10.432%;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COC F hg = 4.2690 ; COC Y 11=14.496%= 14.50 %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Length of HG phase = 10 years </a:t>
            </a:r>
          </a:p>
          <a:p>
            <a:pPr marL="0" indent="0">
              <a:buNone/>
            </a:pPr>
            <a:endParaRPr lang="en-IN" b="1" dirty="0"/>
          </a:p>
        </p:txBody>
      </p:sp>
    </p:spTree>
    <p:extLst>
      <p:ext uri="{BB962C8B-B14F-4D97-AF65-F5344CB8AC3E}">
        <p14:creationId xmlns:p14="http://schemas.microsoft.com/office/powerpoint/2010/main" val="2571658148"/>
      </p:ext>
    </p:extLst>
  </p:cSld>
  <p:clrMapOvr>
    <a:masterClrMapping/>
  </p:clrMapOvr>
</p:sld>
</file>

<file path=ppt/slides/slide5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204B-DC0A-4793-B4AF-A14DA4F88C4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Adani Ports </a:t>
            </a:r>
            <a:r>
              <a:rPr lang="en-US" b="1" dirty="0"/>
              <a:t>: Year 11 EV/EBITDA</a:t>
            </a:r>
            <a:endParaRPr lang="en-IN" b="1" dirty="0"/>
          </a:p>
        </p:txBody>
      </p:sp>
      <p:sp>
        <p:nvSpPr>
          <p:cNvPr id="3" name="Content Placeholder 2">
            <a:extLst>
              <a:ext uri="{FF2B5EF4-FFF2-40B4-BE49-F238E27FC236}">
                <a16:creationId xmlns:a16="http://schemas.microsoft.com/office/drawing/2014/main" id="{3A281185-5313-4B4E-ACCD-024DF39DD0C9}"/>
              </a:ext>
            </a:extLst>
          </p:cNvPr>
          <p:cNvSpPr>
            <a:spLocks noGrp="1"/>
          </p:cNvSpPr>
          <p:nvPr>
            <p:ph idx="1"/>
          </p:nvPr>
        </p:nvSpPr>
        <p:spPr>
          <a:xfrm>
            <a:off x="1039678" y="1690688"/>
            <a:ext cx="10515600" cy="4351338"/>
          </a:xfrm>
        </p:spPr>
        <p:txBody>
          <a:bodyPr/>
          <a:lstStyle/>
          <a:p>
            <a:pPr marL="0" indent="0">
              <a:buNone/>
            </a:pPr>
            <a:r>
              <a:rPr lang="en-US" dirty="0"/>
              <a:t>=  year 11 FCFF/EBITDA * (1+G hg)^ hg period * (1+ G year 11)</a:t>
            </a:r>
          </a:p>
          <a:p>
            <a:pPr marL="0" indent="0">
              <a:buNone/>
            </a:pPr>
            <a:r>
              <a:rPr lang="en-US" dirty="0"/>
              <a:t>-----------------------------------------------------------------------</a:t>
            </a:r>
          </a:p>
          <a:p>
            <a:pPr marL="0" indent="0">
              <a:buNone/>
            </a:pPr>
            <a:r>
              <a:rPr lang="en-US" dirty="0"/>
              <a:t>            (1+ COC hg) ^ hg period  * (1+ COC year 11)</a:t>
            </a:r>
          </a:p>
          <a:p>
            <a:pPr marL="0" indent="0">
              <a:buNone/>
            </a:pPr>
            <a:r>
              <a:rPr lang="en-US" dirty="0"/>
              <a:t>= 0.22(3.2589) (1.1043)/ (4.2690) (1.1450)</a:t>
            </a:r>
          </a:p>
          <a:p>
            <a:pPr marL="0" indent="0">
              <a:buNone/>
            </a:pPr>
            <a:endParaRPr lang="en-US" dirty="0"/>
          </a:p>
          <a:p>
            <a:pPr marL="0" indent="0">
              <a:buNone/>
            </a:pPr>
            <a:r>
              <a:rPr lang="en-IN" b="1" dirty="0"/>
              <a:t>= 0.22 (3.5988)/ 4.8880 = 0.1620 times</a:t>
            </a:r>
          </a:p>
        </p:txBody>
      </p:sp>
    </p:spTree>
    <p:extLst>
      <p:ext uri="{BB962C8B-B14F-4D97-AF65-F5344CB8AC3E}">
        <p14:creationId xmlns:p14="http://schemas.microsoft.com/office/powerpoint/2010/main" val="2264439760"/>
      </p:ext>
    </p:extLst>
  </p:cSld>
  <p:clrMapOvr>
    <a:masterClrMapping/>
  </p:clrMapOvr>
</p:sld>
</file>

<file path=ppt/slides/slide5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204B-DC0A-4793-B4AF-A14DA4F88C4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Adani Ports </a:t>
            </a:r>
            <a:r>
              <a:rPr lang="en-US" b="1" dirty="0"/>
              <a:t>: Year 12 EV/EBITDA</a:t>
            </a:r>
            <a:endParaRPr lang="en-IN" b="1" dirty="0"/>
          </a:p>
        </p:txBody>
      </p:sp>
      <p:sp>
        <p:nvSpPr>
          <p:cNvPr id="3" name="Content Placeholder 2">
            <a:extLst>
              <a:ext uri="{FF2B5EF4-FFF2-40B4-BE49-F238E27FC236}">
                <a16:creationId xmlns:a16="http://schemas.microsoft.com/office/drawing/2014/main" id="{3A281185-5313-4B4E-ACCD-024DF39DD0C9}"/>
              </a:ext>
            </a:extLst>
          </p:cNvPr>
          <p:cNvSpPr>
            <a:spLocks noGrp="1"/>
          </p:cNvSpPr>
          <p:nvPr>
            <p:ph idx="1"/>
          </p:nvPr>
        </p:nvSpPr>
        <p:spPr/>
        <p:txBody>
          <a:bodyPr>
            <a:normAutofit/>
          </a:bodyPr>
          <a:lstStyle/>
          <a:p>
            <a:pPr marL="0" indent="0">
              <a:buNone/>
            </a:pPr>
            <a:r>
              <a:rPr lang="en-US" dirty="0"/>
              <a:t>= year 12 FCFF/EBITDA * (1+G hg)^ hg period * (1+ G year 11)*(1+G y12)</a:t>
            </a:r>
          </a:p>
          <a:p>
            <a:pPr marL="0" indent="0">
              <a:buNone/>
            </a:pPr>
            <a:r>
              <a:rPr lang="en-US" dirty="0"/>
              <a:t>---------------------------------------------------------------------------------</a:t>
            </a:r>
          </a:p>
          <a:p>
            <a:pPr marL="0" indent="0">
              <a:buNone/>
            </a:pPr>
            <a:r>
              <a:rPr lang="en-US" dirty="0"/>
              <a:t>            (1+ COC hg) ^ hg period  * (1+ COC year 11)*(1+COC y12)</a:t>
            </a:r>
          </a:p>
          <a:p>
            <a:pPr marL="0" indent="0">
              <a:buNone/>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FCFF/EBITDA Y12 = 34 % ; g F </a:t>
            </a:r>
            <a:r>
              <a:rPr lang="en-IN" dirty="0">
                <a:solidFill>
                  <a:prstClr val="black"/>
                </a:solidFill>
                <a:latin typeface="Calibri" panose="020F0502020204030204"/>
              </a:rPr>
              <a:t>y1-y 11</a:t>
            </a: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 =3.5988  ; G Y12= 8.32</a:t>
            </a:r>
            <a:r>
              <a:rPr lang="en-IN" dirty="0">
                <a:solidFill>
                  <a:prstClr val="black"/>
                </a:solidFill>
                <a:latin typeface="Calibri" panose="020F0502020204030204"/>
              </a:rPr>
              <a:t>4</a:t>
            </a: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COC F </a:t>
            </a:r>
            <a:r>
              <a:rPr lang="en-IN" dirty="0">
                <a:solidFill>
                  <a:prstClr val="black"/>
                </a:solidFill>
                <a:latin typeface="Calibri" panose="020F0502020204030204"/>
              </a:rPr>
              <a:t>y1-y11</a:t>
            </a: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 = 4.8880 ; COC Y 12= 13.372%</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Length of HG phase = 10 years </a:t>
            </a:r>
          </a:p>
          <a:p>
            <a:pPr marL="0" indent="0">
              <a:buNone/>
            </a:pPr>
            <a:endParaRPr lang="en-US" dirty="0"/>
          </a:p>
        </p:txBody>
      </p:sp>
    </p:spTree>
    <p:extLst>
      <p:ext uri="{BB962C8B-B14F-4D97-AF65-F5344CB8AC3E}">
        <p14:creationId xmlns:p14="http://schemas.microsoft.com/office/powerpoint/2010/main" val="1459446106"/>
      </p:ext>
    </p:extLst>
  </p:cSld>
  <p:clrMapOvr>
    <a:masterClrMapping/>
  </p:clrMapOvr>
</p:sld>
</file>

<file path=ppt/slides/slide5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204B-DC0A-4793-B4AF-A14DA4F88C4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Adani Ports </a:t>
            </a:r>
            <a:r>
              <a:rPr lang="en-US" b="1" dirty="0"/>
              <a:t>: Year 12 EV/EBITDA</a:t>
            </a:r>
            <a:endParaRPr lang="en-IN" b="1" dirty="0"/>
          </a:p>
        </p:txBody>
      </p:sp>
      <p:sp>
        <p:nvSpPr>
          <p:cNvPr id="3" name="Content Placeholder 2">
            <a:extLst>
              <a:ext uri="{FF2B5EF4-FFF2-40B4-BE49-F238E27FC236}">
                <a16:creationId xmlns:a16="http://schemas.microsoft.com/office/drawing/2014/main" id="{3A281185-5313-4B4E-ACCD-024DF39DD0C9}"/>
              </a:ext>
            </a:extLst>
          </p:cNvPr>
          <p:cNvSpPr>
            <a:spLocks noGrp="1"/>
          </p:cNvSpPr>
          <p:nvPr>
            <p:ph idx="1"/>
          </p:nvPr>
        </p:nvSpPr>
        <p:spPr/>
        <p:txBody>
          <a:bodyPr>
            <a:normAutofit/>
          </a:bodyPr>
          <a:lstStyle/>
          <a:p>
            <a:pPr marL="0" indent="0">
              <a:buNone/>
            </a:pPr>
            <a:r>
              <a:rPr lang="en-US" dirty="0"/>
              <a:t>= year 12 FCFF/EBITDA * (1+G hg)^ hg period * (1+ G year 11)*(1+G y12)</a:t>
            </a:r>
          </a:p>
          <a:p>
            <a:pPr marL="0" indent="0">
              <a:buNone/>
            </a:pPr>
            <a:r>
              <a:rPr lang="en-US" dirty="0"/>
              <a:t>---------------------------------------------------------------------------------</a:t>
            </a:r>
          </a:p>
          <a:p>
            <a:pPr marL="0" indent="0">
              <a:buNone/>
            </a:pPr>
            <a:r>
              <a:rPr lang="en-US" dirty="0"/>
              <a:t>            (1+ COC hg) ^ hg period  * (1+ COC year 11)*(1+COC y12)</a:t>
            </a:r>
          </a:p>
          <a:p>
            <a:pPr marL="0" indent="0">
              <a:buNone/>
            </a:pPr>
            <a:endParaRPr lang="en-US" dirty="0"/>
          </a:p>
          <a:p>
            <a:pPr marL="0" indent="0">
              <a:buNone/>
            </a:pPr>
            <a:r>
              <a:rPr lang="en-US" dirty="0"/>
              <a:t>= 0.34 (3.5988) (1.0832) /  (4.8880) ( 1.1337)</a:t>
            </a:r>
          </a:p>
          <a:p>
            <a:pPr marL="0" indent="0">
              <a:buNone/>
            </a:pPr>
            <a:r>
              <a:rPr lang="en-US" dirty="0"/>
              <a:t>= 0.34 (3.8982) / 5.5415  = </a:t>
            </a:r>
            <a:r>
              <a:rPr lang="en-US" b="1" dirty="0"/>
              <a:t>0.2392 times</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791232937"/>
      </p:ext>
    </p:extLst>
  </p:cSld>
  <p:clrMapOvr>
    <a:masterClrMapping/>
  </p:clrMapOvr>
</p:sld>
</file>

<file path=ppt/slides/slide5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204B-DC0A-4793-B4AF-A14DA4F88C4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Adani Ports </a:t>
            </a:r>
            <a:r>
              <a:rPr lang="en-US" b="1" dirty="0"/>
              <a:t>: Year 13 EV/EBITDA</a:t>
            </a:r>
            <a:endParaRPr lang="en-IN" b="1" dirty="0"/>
          </a:p>
        </p:txBody>
      </p:sp>
      <p:sp>
        <p:nvSpPr>
          <p:cNvPr id="3" name="Content Placeholder 2">
            <a:extLst>
              <a:ext uri="{FF2B5EF4-FFF2-40B4-BE49-F238E27FC236}">
                <a16:creationId xmlns:a16="http://schemas.microsoft.com/office/drawing/2014/main" id="{3A281185-5313-4B4E-ACCD-024DF39DD0C9}"/>
              </a:ext>
            </a:extLst>
          </p:cNvPr>
          <p:cNvSpPr>
            <a:spLocks noGrp="1"/>
          </p:cNvSpPr>
          <p:nvPr>
            <p:ph idx="1"/>
          </p:nvPr>
        </p:nvSpPr>
        <p:spPr/>
        <p:txBody>
          <a:bodyPr>
            <a:normAutofit/>
          </a:bodyPr>
          <a:lstStyle/>
          <a:p>
            <a:pPr marL="0" indent="0">
              <a:buNone/>
            </a:pPr>
            <a:r>
              <a:rPr lang="en-US" dirty="0"/>
              <a:t>= year 13 FCFF/EBITDA * (1+G hg)^ hg period * (1+ G year 11)*(1+G y12) *(1+ g y 13)</a:t>
            </a:r>
          </a:p>
          <a:p>
            <a:pPr marL="0" indent="0">
              <a:buNone/>
            </a:pPr>
            <a:r>
              <a:rPr lang="en-US" dirty="0"/>
              <a:t>-----------------------------------------------------------------------------------------</a:t>
            </a:r>
          </a:p>
          <a:p>
            <a:pPr marL="0" indent="0">
              <a:buNone/>
            </a:pPr>
            <a:r>
              <a:rPr lang="en-US" dirty="0"/>
              <a:t> (1+ COC hg) ^ hg period  * (1+ COC year 11)*(1+COC y12) (1+COC Y 13)</a:t>
            </a:r>
          </a:p>
          <a:p>
            <a:pPr marL="0" indent="0">
              <a:buNone/>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FCFF/EBITDA Y13 = </a:t>
            </a:r>
            <a:r>
              <a:rPr lang="en-IN" dirty="0">
                <a:solidFill>
                  <a:prstClr val="black"/>
                </a:solidFill>
                <a:latin typeface="Calibri" panose="020F0502020204030204"/>
              </a:rPr>
              <a:t>46</a:t>
            </a: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 % ; g F </a:t>
            </a:r>
            <a:r>
              <a:rPr lang="en-IN" dirty="0">
                <a:solidFill>
                  <a:prstClr val="black"/>
                </a:solidFill>
                <a:latin typeface="Calibri" panose="020F0502020204030204"/>
              </a:rPr>
              <a:t>y1-y12</a:t>
            </a: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 =3.8982  ; G Y13 = </a:t>
            </a:r>
            <a:r>
              <a:rPr lang="en-IN" dirty="0">
                <a:solidFill>
                  <a:prstClr val="black"/>
                </a:solidFill>
                <a:latin typeface="Calibri" panose="020F0502020204030204"/>
              </a:rPr>
              <a:t>6.2</a:t>
            </a: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16%; COCF y1-y12 = </a:t>
            </a:r>
            <a:r>
              <a:rPr lang="en-IN" dirty="0">
                <a:solidFill>
                  <a:prstClr val="black"/>
                </a:solidFill>
                <a:latin typeface="Calibri" panose="020F0502020204030204"/>
              </a:rPr>
              <a:t>5.5415</a:t>
            </a: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 ; COC Y 13= 12.248%; Length of HG phase = 10 years </a:t>
            </a:r>
          </a:p>
          <a:p>
            <a:pPr marL="0" indent="0">
              <a:buNone/>
            </a:pPr>
            <a:endParaRPr lang="en-US" dirty="0"/>
          </a:p>
        </p:txBody>
      </p:sp>
    </p:spTree>
    <p:extLst>
      <p:ext uri="{BB962C8B-B14F-4D97-AF65-F5344CB8AC3E}">
        <p14:creationId xmlns:p14="http://schemas.microsoft.com/office/powerpoint/2010/main" val="2865349151"/>
      </p:ext>
    </p:extLst>
  </p:cSld>
  <p:clrMapOvr>
    <a:masterClrMapping/>
  </p:clrMapOvr>
</p:sld>
</file>

<file path=ppt/slides/slide5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204B-DC0A-4793-B4AF-A14DA4F88C4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Adani Ports </a:t>
            </a:r>
            <a:r>
              <a:rPr lang="en-US" b="1" dirty="0"/>
              <a:t>: Year 13 EV/EBITDA</a:t>
            </a:r>
            <a:endParaRPr lang="en-IN" b="1" dirty="0"/>
          </a:p>
        </p:txBody>
      </p:sp>
      <p:sp>
        <p:nvSpPr>
          <p:cNvPr id="3" name="Content Placeholder 2">
            <a:extLst>
              <a:ext uri="{FF2B5EF4-FFF2-40B4-BE49-F238E27FC236}">
                <a16:creationId xmlns:a16="http://schemas.microsoft.com/office/drawing/2014/main" id="{3A281185-5313-4B4E-ACCD-024DF39DD0C9}"/>
              </a:ext>
            </a:extLst>
          </p:cNvPr>
          <p:cNvSpPr>
            <a:spLocks noGrp="1"/>
          </p:cNvSpPr>
          <p:nvPr>
            <p:ph idx="1"/>
          </p:nvPr>
        </p:nvSpPr>
        <p:spPr/>
        <p:txBody>
          <a:bodyPr>
            <a:normAutofit/>
          </a:bodyPr>
          <a:lstStyle/>
          <a:p>
            <a:pPr marL="0" indent="0">
              <a:buNone/>
            </a:pPr>
            <a:r>
              <a:rPr lang="en-US" dirty="0"/>
              <a:t>= year 13 FCFF/EBITDA * (1+G hg)^ hg period * (1+ G year 11)*(1+G y12) *(1+ g y 13)</a:t>
            </a:r>
          </a:p>
          <a:p>
            <a:pPr marL="0" indent="0">
              <a:buNone/>
            </a:pPr>
            <a:r>
              <a:rPr lang="en-US" dirty="0"/>
              <a:t>---------------------------------------------------------------------------------</a:t>
            </a:r>
          </a:p>
          <a:p>
            <a:pPr marL="0" indent="0">
              <a:buNone/>
            </a:pPr>
            <a:r>
              <a:rPr lang="en-US" dirty="0"/>
              <a:t>            (1+ COC hg) ^ hg period  * (1+ COC year 11)*(1+COC y12) (1+coc y13)</a:t>
            </a:r>
          </a:p>
          <a:p>
            <a:pPr marL="0" indent="0">
              <a:buNone/>
            </a:pPr>
            <a:r>
              <a:rPr lang="en-US" dirty="0"/>
              <a:t>= 0.46 (3.8982) (1.0622) / (5.5415) (1.1225)</a:t>
            </a:r>
          </a:p>
          <a:p>
            <a:pPr marL="0" indent="0">
              <a:buNone/>
            </a:pPr>
            <a:endParaRPr lang="en-US" dirty="0"/>
          </a:p>
          <a:p>
            <a:pPr marL="0" indent="0">
              <a:buNone/>
            </a:pPr>
            <a:r>
              <a:rPr lang="en-US" dirty="0"/>
              <a:t>= 0.46 (4.1407) / 6.2203 = </a:t>
            </a:r>
            <a:r>
              <a:rPr lang="en-US" b="1" dirty="0"/>
              <a:t>0.3062 Times </a:t>
            </a:r>
          </a:p>
        </p:txBody>
      </p:sp>
    </p:spTree>
    <p:extLst>
      <p:ext uri="{BB962C8B-B14F-4D97-AF65-F5344CB8AC3E}">
        <p14:creationId xmlns:p14="http://schemas.microsoft.com/office/powerpoint/2010/main" val="4266316806"/>
      </p:ext>
    </p:extLst>
  </p:cSld>
  <p:clrMapOvr>
    <a:masterClrMapping/>
  </p:clrMapOvr>
</p:sld>
</file>

<file path=ppt/slides/slide5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204B-DC0A-4793-B4AF-A14DA4F88C4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Adani Ports </a:t>
            </a:r>
            <a:r>
              <a:rPr lang="en-US" b="1" dirty="0"/>
              <a:t>: Year 14 EV/EBITDA</a:t>
            </a:r>
            <a:endParaRPr lang="en-IN" b="1" dirty="0"/>
          </a:p>
        </p:txBody>
      </p:sp>
      <p:sp>
        <p:nvSpPr>
          <p:cNvPr id="3" name="Content Placeholder 2">
            <a:extLst>
              <a:ext uri="{FF2B5EF4-FFF2-40B4-BE49-F238E27FC236}">
                <a16:creationId xmlns:a16="http://schemas.microsoft.com/office/drawing/2014/main" id="{3A281185-5313-4B4E-ACCD-024DF39DD0C9}"/>
              </a:ext>
            </a:extLst>
          </p:cNvPr>
          <p:cNvSpPr>
            <a:spLocks noGrp="1"/>
          </p:cNvSpPr>
          <p:nvPr>
            <p:ph idx="1"/>
          </p:nvPr>
        </p:nvSpPr>
        <p:spPr/>
        <p:txBody>
          <a:bodyPr>
            <a:normAutofit/>
          </a:bodyPr>
          <a:lstStyle/>
          <a:p>
            <a:pPr marL="0" indent="0">
              <a:buNone/>
            </a:pPr>
            <a:r>
              <a:rPr lang="en-US" dirty="0"/>
              <a:t>= year 14 FCFF/EBITDA * (1+G hg)^ hg period * (1+ G year 11)*(1+G y12) *(1+ g y 13) * (1+ g y 14)</a:t>
            </a:r>
          </a:p>
          <a:p>
            <a:pPr marL="0" indent="0">
              <a:buNone/>
            </a:pPr>
            <a:r>
              <a:rPr lang="en-US" dirty="0"/>
              <a:t>-------------------------------------------------------------------------------------------</a:t>
            </a:r>
          </a:p>
          <a:p>
            <a:pPr marL="0" indent="0">
              <a:buNone/>
            </a:pPr>
            <a:r>
              <a:rPr lang="en-US" dirty="0"/>
              <a:t>            (1+ COC hg) ^ hg period  * (1+ COC year 11)*(1+COC y12) (1+COC Y 13) (1+COC Y14)</a:t>
            </a:r>
          </a:p>
          <a:p>
            <a:pPr marL="0" indent="0">
              <a:buNone/>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FCFF/EBITDA Y14 = 58 % ; g F </a:t>
            </a:r>
            <a:r>
              <a:rPr lang="en-IN" dirty="0">
                <a:solidFill>
                  <a:prstClr val="black"/>
                </a:solidFill>
                <a:latin typeface="Calibri" panose="020F0502020204030204"/>
              </a:rPr>
              <a:t>y1-y13</a:t>
            </a: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IN" dirty="0">
                <a:solidFill>
                  <a:prstClr val="black"/>
                </a:solidFill>
                <a:latin typeface="Calibri" panose="020F0502020204030204"/>
              </a:rPr>
              <a:t>4.1407</a:t>
            </a: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 ; G Y14 = </a:t>
            </a:r>
            <a:r>
              <a:rPr lang="en-IN" dirty="0">
                <a:solidFill>
                  <a:prstClr val="black"/>
                </a:solidFill>
                <a:latin typeface="Calibri" panose="020F0502020204030204"/>
              </a:rPr>
              <a:t>4.1</a:t>
            </a: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08</a:t>
            </a:r>
            <a:r>
              <a:rPr lang="en-IN" dirty="0">
                <a:solidFill>
                  <a:prstClr val="black"/>
                </a:solidFill>
                <a:latin typeface="Calibri" panose="020F0502020204030204"/>
              </a:rPr>
              <a:t> </a:t>
            </a: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 COC F Y </a:t>
            </a:r>
            <a:r>
              <a:rPr lang="en-IN" dirty="0">
                <a:solidFill>
                  <a:prstClr val="black"/>
                </a:solidFill>
                <a:latin typeface="Calibri" panose="020F0502020204030204"/>
              </a:rPr>
              <a:t>1-y 13</a:t>
            </a: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 6.2203 ; COC Y14= 11.124%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Length of HG phase = 10 years </a:t>
            </a:r>
          </a:p>
          <a:p>
            <a:pPr marL="0" indent="0">
              <a:buNone/>
            </a:pPr>
            <a:endParaRPr lang="en-US" dirty="0"/>
          </a:p>
        </p:txBody>
      </p:sp>
    </p:spTree>
    <p:extLst>
      <p:ext uri="{BB962C8B-B14F-4D97-AF65-F5344CB8AC3E}">
        <p14:creationId xmlns:p14="http://schemas.microsoft.com/office/powerpoint/2010/main" val="403437978"/>
      </p:ext>
    </p:extLst>
  </p:cSld>
  <p:clrMapOvr>
    <a:masterClrMapping/>
  </p:clrMapOvr>
</p:sld>
</file>

<file path=ppt/slides/slide5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204B-DC0A-4793-B4AF-A14DA4F88C4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Adani Ports </a:t>
            </a:r>
            <a:r>
              <a:rPr lang="en-US" b="1" dirty="0"/>
              <a:t>: Year 14 EV/EBITDA</a:t>
            </a:r>
            <a:endParaRPr lang="en-IN" b="1" dirty="0"/>
          </a:p>
        </p:txBody>
      </p:sp>
      <p:sp>
        <p:nvSpPr>
          <p:cNvPr id="3" name="Content Placeholder 2">
            <a:extLst>
              <a:ext uri="{FF2B5EF4-FFF2-40B4-BE49-F238E27FC236}">
                <a16:creationId xmlns:a16="http://schemas.microsoft.com/office/drawing/2014/main" id="{3A281185-5313-4B4E-ACCD-024DF39DD0C9}"/>
              </a:ext>
            </a:extLst>
          </p:cNvPr>
          <p:cNvSpPr>
            <a:spLocks noGrp="1"/>
          </p:cNvSpPr>
          <p:nvPr>
            <p:ph idx="1"/>
          </p:nvPr>
        </p:nvSpPr>
        <p:spPr/>
        <p:txBody>
          <a:bodyPr>
            <a:normAutofit/>
          </a:bodyPr>
          <a:lstStyle/>
          <a:p>
            <a:pPr marL="0" indent="0">
              <a:buNone/>
            </a:pPr>
            <a:r>
              <a:rPr lang="en-US" dirty="0"/>
              <a:t>= year 14 FCFF/EBITDA * (1+G hg)^ hg period * (1+ G year 11)*(1+G y12) *(1+ g y 13) * (1+ g y 14)</a:t>
            </a:r>
          </a:p>
          <a:p>
            <a:pPr marL="0" indent="0">
              <a:buNone/>
            </a:pPr>
            <a:r>
              <a:rPr lang="en-US" dirty="0"/>
              <a:t>-------------------------------------------------------------------------------------------</a:t>
            </a:r>
          </a:p>
          <a:p>
            <a:pPr marL="0" indent="0">
              <a:buNone/>
            </a:pPr>
            <a:r>
              <a:rPr lang="en-US" dirty="0"/>
              <a:t>            (1+ COC hg) ^ hg period  * (1+ COC year 11)*(1+COC y12) (1+COC Y 13) (1+COC Y14)</a:t>
            </a:r>
          </a:p>
          <a:p>
            <a:pPr marL="0" indent="0">
              <a:buNone/>
            </a:pPr>
            <a:r>
              <a:rPr lang="en-US" dirty="0"/>
              <a:t>= 0.58 *  4.1407* (1.0411)/ (6.2203) (1.1112)</a:t>
            </a:r>
          </a:p>
          <a:p>
            <a:pPr marL="0" indent="0">
              <a:buNone/>
            </a:pPr>
            <a:endParaRPr lang="en-US" dirty="0"/>
          </a:p>
          <a:p>
            <a:pPr marL="0" indent="0">
              <a:buNone/>
            </a:pPr>
            <a:r>
              <a:rPr lang="en-US" dirty="0"/>
              <a:t>= 0.58 (4.3109)/ 6.9120 = </a:t>
            </a:r>
            <a:r>
              <a:rPr lang="en-US" b="1" dirty="0"/>
              <a:t>0.3617 Times</a:t>
            </a:r>
          </a:p>
        </p:txBody>
      </p:sp>
    </p:spTree>
    <p:extLst>
      <p:ext uri="{BB962C8B-B14F-4D97-AF65-F5344CB8AC3E}">
        <p14:creationId xmlns:p14="http://schemas.microsoft.com/office/powerpoint/2010/main" val="717228090"/>
      </p:ext>
    </p:extLst>
  </p:cSld>
  <p:clrMapOvr>
    <a:masterClrMapping/>
  </p:clrMapOvr>
</p:sld>
</file>

<file path=ppt/slides/slide5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204B-DC0A-4793-B4AF-A14DA4F88C4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Adani Ports </a:t>
            </a:r>
            <a:r>
              <a:rPr lang="en-US" b="1" dirty="0"/>
              <a:t>: Year 15 EV/EBITDA</a:t>
            </a:r>
            <a:endParaRPr lang="en-IN" b="1" dirty="0"/>
          </a:p>
        </p:txBody>
      </p:sp>
      <p:sp>
        <p:nvSpPr>
          <p:cNvPr id="3" name="Content Placeholder 2">
            <a:extLst>
              <a:ext uri="{FF2B5EF4-FFF2-40B4-BE49-F238E27FC236}">
                <a16:creationId xmlns:a16="http://schemas.microsoft.com/office/drawing/2014/main" id="{3A281185-5313-4B4E-ACCD-024DF39DD0C9}"/>
              </a:ext>
            </a:extLst>
          </p:cNvPr>
          <p:cNvSpPr>
            <a:spLocks noGrp="1"/>
          </p:cNvSpPr>
          <p:nvPr>
            <p:ph idx="1"/>
          </p:nvPr>
        </p:nvSpPr>
        <p:spPr/>
        <p:txBody>
          <a:bodyPr>
            <a:normAutofit/>
          </a:bodyPr>
          <a:lstStyle/>
          <a:p>
            <a:pPr marL="0" indent="0">
              <a:buNone/>
            </a:pPr>
            <a:r>
              <a:rPr lang="en-US" dirty="0"/>
              <a:t>= year 15 FCFF/EBITDA * (1+G hg)^ hg period * (1+ G year 11)*(1+G y12) *(1+ g y 13) * (1+ g y 14) * (1+g y 15)</a:t>
            </a:r>
          </a:p>
          <a:p>
            <a:pPr marL="0" indent="0">
              <a:buNone/>
            </a:pPr>
            <a:r>
              <a:rPr lang="en-US" dirty="0"/>
              <a:t>-------------------------------------------------------------------------------------------</a:t>
            </a:r>
          </a:p>
          <a:p>
            <a:pPr marL="0" indent="0">
              <a:buNone/>
            </a:pPr>
            <a:r>
              <a:rPr lang="en-US" dirty="0"/>
              <a:t>            (1+ COC hg) ^ hg period  * (1+ COC year 11)*(1+COC y12) (1+COC Y 13) (1+COC Y14) (1+COC Y 15)</a:t>
            </a:r>
          </a:p>
          <a:p>
            <a:pPr marL="0" indent="0">
              <a:buNone/>
            </a:pPr>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FCFF/EBITDA Y15 = 70 % ; g F </a:t>
            </a:r>
            <a:r>
              <a:rPr lang="en-IN" dirty="0">
                <a:solidFill>
                  <a:prstClr val="black"/>
                </a:solidFill>
                <a:latin typeface="Calibri" panose="020F0502020204030204"/>
              </a:rPr>
              <a:t>y1-y14</a:t>
            </a: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 =4.3109  ; G Y15 = </a:t>
            </a:r>
            <a:r>
              <a:rPr lang="en-IN" dirty="0">
                <a:solidFill>
                  <a:prstClr val="black"/>
                </a:solidFill>
                <a:latin typeface="Calibri" panose="020F0502020204030204"/>
              </a:rPr>
              <a:t>2 </a:t>
            </a: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COC F y1- y14 = 6.9120</a:t>
            </a:r>
            <a:r>
              <a:rPr lang="en-IN" dirty="0">
                <a:solidFill>
                  <a:prstClr val="black"/>
                </a:solidFill>
                <a:latin typeface="Calibri" panose="020F0502020204030204"/>
              </a:rPr>
              <a:t> </a:t>
            </a:r>
            <a:r>
              <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rPr>
              <a:t> ; COC Y 15= 10 %; Length of HG phase = 10 years </a:t>
            </a:r>
          </a:p>
          <a:p>
            <a:pPr marL="0" indent="0">
              <a:buNone/>
            </a:pPr>
            <a:endParaRPr lang="en-US" dirty="0"/>
          </a:p>
        </p:txBody>
      </p:sp>
    </p:spTree>
    <p:extLst>
      <p:ext uri="{BB962C8B-B14F-4D97-AF65-F5344CB8AC3E}">
        <p14:creationId xmlns:p14="http://schemas.microsoft.com/office/powerpoint/2010/main" val="2314764746"/>
      </p:ext>
    </p:extLst>
  </p:cSld>
  <p:clrMapOvr>
    <a:masterClrMapping/>
  </p:clrMapOvr>
</p:sld>
</file>

<file path=ppt/slides/slide5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204B-DC0A-4793-B4AF-A14DA4F88C4B}"/>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Adani Ports </a:t>
            </a:r>
            <a:r>
              <a:rPr lang="en-US" b="1" dirty="0"/>
              <a:t>: Year 15 EV/EBITDA</a:t>
            </a:r>
            <a:endParaRPr lang="en-IN" b="1" dirty="0"/>
          </a:p>
        </p:txBody>
      </p:sp>
      <p:sp>
        <p:nvSpPr>
          <p:cNvPr id="3" name="Content Placeholder 2">
            <a:extLst>
              <a:ext uri="{FF2B5EF4-FFF2-40B4-BE49-F238E27FC236}">
                <a16:creationId xmlns:a16="http://schemas.microsoft.com/office/drawing/2014/main" id="{3A281185-5313-4B4E-ACCD-024DF39DD0C9}"/>
              </a:ext>
            </a:extLst>
          </p:cNvPr>
          <p:cNvSpPr>
            <a:spLocks noGrp="1"/>
          </p:cNvSpPr>
          <p:nvPr>
            <p:ph idx="1"/>
          </p:nvPr>
        </p:nvSpPr>
        <p:spPr/>
        <p:txBody>
          <a:bodyPr>
            <a:normAutofit/>
          </a:bodyPr>
          <a:lstStyle/>
          <a:p>
            <a:pPr marL="0" indent="0">
              <a:buNone/>
            </a:pPr>
            <a:r>
              <a:rPr lang="en-US" dirty="0"/>
              <a:t>= year 15 FCFF/EBITDA * (1+G hg)^ hg period * (1+ G year 11)*(1+G y12) *(1+ g y 13) * (1+ g y 14) * (1+g y 15)</a:t>
            </a:r>
          </a:p>
          <a:p>
            <a:pPr marL="0" indent="0">
              <a:buNone/>
            </a:pPr>
            <a:r>
              <a:rPr lang="en-US" dirty="0"/>
              <a:t>-------------------------------------------------------------------------------------------</a:t>
            </a:r>
          </a:p>
          <a:p>
            <a:pPr marL="0" indent="0">
              <a:buNone/>
            </a:pPr>
            <a:r>
              <a:rPr lang="en-US" dirty="0"/>
              <a:t>            (1+ COC hg) ^ hg period  * (1+ COC year 11)*(1+COC y12) (1+COC Y 13) (1+COC Y14) (1+COC Y 15)</a:t>
            </a:r>
          </a:p>
          <a:p>
            <a:pPr marL="0" indent="0">
              <a:buNone/>
            </a:pPr>
            <a:r>
              <a:rPr lang="en-US" dirty="0"/>
              <a:t>= 0.70 (4.3109) (1.0200)/ (6.9120) (1.1000)</a:t>
            </a:r>
          </a:p>
          <a:p>
            <a:pPr marL="0" indent="0">
              <a:buNone/>
            </a:pPr>
            <a:endParaRPr lang="en-US" dirty="0"/>
          </a:p>
          <a:p>
            <a:pPr marL="0" indent="0">
              <a:buNone/>
            </a:pPr>
            <a:r>
              <a:rPr lang="en-US" dirty="0"/>
              <a:t>= 0.70 (4.3971)/ 7.6032  = </a:t>
            </a:r>
            <a:r>
              <a:rPr lang="en-US" b="1" dirty="0"/>
              <a:t>0.4048 Times</a:t>
            </a:r>
          </a:p>
        </p:txBody>
      </p:sp>
    </p:spTree>
    <p:extLst>
      <p:ext uri="{BB962C8B-B14F-4D97-AF65-F5344CB8AC3E}">
        <p14:creationId xmlns:p14="http://schemas.microsoft.com/office/powerpoint/2010/main" val="3502172072"/>
      </p:ext>
    </p:extLst>
  </p:cSld>
  <p:clrMapOvr>
    <a:masterClrMapping/>
  </p:clrMapOvr>
</p:sld>
</file>

<file path=ppt/slides/slide5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C20C7-A02A-43EE-BA75-F8E43E7CF2CF}"/>
              </a:ext>
            </a:extLst>
          </p:cNvPr>
          <p:cNvSpPr>
            <a:spLocks noGrp="1"/>
          </p:cNvSpPr>
          <p:nvPr>
            <p:ph type="title"/>
          </p:nvPr>
        </p:nvSpPr>
        <p:spPr/>
        <p:txBody>
          <a:bodyPr/>
          <a:lstStyle/>
          <a:p>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Adani Ports -</a:t>
            </a:r>
            <a:r>
              <a:rPr lang="en-US" dirty="0">
                <a:highlight>
                  <a:srgbClr val="FFFF00"/>
                </a:highlight>
              </a:rPr>
              <a:t>EV/EBITDA Transition Phase </a:t>
            </a:r>
            <a:endParaRPr lang="en-IN" dirty="0">
              <a:highlight>
                <a:srgbClr val="FFFF00"/>
              </a:highlight>
            </a:endParaRPr>
          </a:p>
        </p:txBody>
      </p:sp>
      <p:sp>
        <p:nvSpPr>
          <p:cNvPr id="3" name="Content Placeholder 2">
            <a:extLst>
              <a:ext uri="{FF2B5EF4-FFF2-40B4-BE49-F238E27FC236}">
                <a16:creationId xmlns:a16="http://schemas.microsoft.com/office/drawing/2014/main" id="{AB6862FF-A619-4182-8BD9-B4473C65F736}"/>
              </a:ext>
            </a:extLst>
          </p:cNvPr>
          <p:cNvSpPr>
            <a:spLocks noGrp="1"/>
          </p:cNvSpPr>
          <p:nvPr>
            <p:ph idx="1"/>
          </p:nvPr>
        </p:nvSpPr>
        <p:spPr/>
        <p:txBody>
          <a:bodyPr/>
          <a:lstStyle/>
          <a:p>
            <a:pPr marL="0" indent="0">
              <a:buNone/>
            </a:pPr>
            <a:r>
              <a:rPr lang="en-US" dirty="0"/>
              <a:t>= 0.1620 +0.2392 +0.3062 +0.3617 +0.4048 = </a:t>
            </a:r>
            <a:r>
              <a:rPr lang="en-US" b="1" dirty="0"/>
              <a:t>1.4739 Times </a:t>
            </a:r>
            <a:endParaRPr lang="en-IN" b="1" dirty="0"/>
          </a:p>
        </p:txBody>
      </p:sp>
    </p:spTree>
    <p:extLst>
      <p:ext uri="{BB962C8B-B14F-4D97-AF65-F5344CB8AC3E}">
        <p14:creationId xmlns:p14="http://schemas.microsoft.com/office/powerpoint/2010/main" val="1602229403"/>
      </p:ext>
    </p:extLst>
  </p:cSld>
  <p:clrMapOvr>
    <a:masterClrMapping/>
  </p:clrMapOvr>
</p:sld>
</file>

<file path=ppt/slides/slide5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B7A3C-1D46-45A5-BEBF-97D4FD92846D}"/>
              </a:ext>
            </a:extLst>
          </p:cNvPr>
          <p:cNvSpPr>
            <a:spLocks noGrp="1"/>
          </p:cNvSpPr>
          <p:nvPr>
            <p:ph type="title"/>
          </p:nvPr>
        </p:nvSpPr>
        <p:spPr/>
        <p:txBody>
          <a:bodyPr/>
          <a:lstStyle/>
          <a:p>
            <a:pPr algn="ctr"/>
            <a:r>
              <a:rPr kumimoji="0" lang="en-US" sz="4400" b="1" i="0" u="none" strike="noStrike" kern="1200" cap="none" spc="0" normalizeH="0" baseline="0" noProof="0" dirty="0">
                <a:ln>
                  <a:noFill/>
                </a:ln>
                <a:solidFill>
                  <a:prstClr val="black"/>
                </a:solidFill>
                <a:effectLst/>
                <a:uLnTx/>
                <a:uFillTx/>
                <a:latin typeface="Calibri Light" panose="020F0302020204030204"/>
                <a:ea typeface="+mj-ea"/>
                <a:cs typeface="+mj-cs"/>
              </a:rPr>
              <a:t>Adani Ports : Stable Phase </a:t>
            </a:r>
            <a:r>
              <a:rPr lang="en-US" b="1" dirty="0">
                <a:solidFill>
                  <a:prstClr val="black"/>
                </a:solidFill>
                <a:latin typeface="Calibri Light" panose="020F0302020204030204"/>
              </a:rPr>
              <a:t>EV/EBITDA</a:t>
            </a:r>
            <a:endParaRPr lang="en-IN" dirty="0"/>
          </a:p>
        </p:txBody>
      </p:sp>
      <p:sp>
        <p:nvSpPr>
          <p:cNvPr id="3" name="Content Placeholder 2">
            <a:extLst>
              <a:ext uri="{FF2B5EF4-FFF2-40B4-BE49-F238E27FC236}">
                <a16:creationId xmlns:a16="http://schemas.microsoft.com/office/drawing/2014/main" id="{B166753A-7AD7-4124-AE88-CBC0FB3D36B8}"/>
              </a:ext>
            </a:extLst>
          </p:cNvPr>
          <p:cNvSpPr>
            <a:spLocks noGrp="1"/>
          </p:cNvSpPr>
          <p:nvPr>
            <p:ph idx="1"/>
          </p:nvPr>
        </p:nvSpPr>
        <p:spPr/>
        <p:txBody>
          <a:bodyPr>
            <a:norm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prstClr val="black"/>
                </a:solidFill>
                <a:latin typeface="Calibri" panose="020F0502020204030204"/>
              </a:rPr>
              <a:t>St. Ph FCFF/EBITDA</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 (1+G hg)^ hg p * (1+ Gy11)*(1+Gy12) (1+Gy13) (1+Gy14)(1+G Y 15)(1+G st.ph)</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(COC st.ph – G st.ph) (1+ COC hg) ^ hg p * (1+ COC y 11)*(1+COC y12)* (1+COC y13) (1+COC y14) (1+COC y15)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sz="2600" dirty="0">
              <a:solidFill>
                <a:prstClr val="black"/>
              </a:solidFill>
              <a:latin typeface="Calibri" panose="020F0502020204030204"/>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0.70 (4.3971)(1.0200) / </a:t>
            </a: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(7.6032) </a:t>
            </a: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(0.10-0.0200)</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2600" dirty="0">
                <a:solidFill>
                  <a:prstClr val="black"/>
                </a:solidFill>
                <a:latin typeface="Calibri" panose="020F0502020204030204"/>
              </a:rPr>
              <a:t>= 3.1395/ 0.6083 = </a:t>
            </a:r>
            <a:r>
              <a:rPr lang="en-US" sz="2600" b="1" dirty="0">
                <a:solidFill>
                  <a:prstClr val="black"/>
                </a:solidFill>
                <a:latin typeface="Calibri" panose="020F0502020204030204"/>
              </a:rPr>
              <a:t>5.1611 times</a:t>
            </a:r>
            <a:endPar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IN" dirty="0"/>
          </a:p>
        </p:txBody>
      </p:sp>
    </p:spTree>
    <p:extLst>
      <p:ext uri="{BB962C8B-B14F-4D97-AF65-F5344CB8AC3E}">
        <p14:creationId xmlns:p14="http://schemas.microsoft.com/office/powerpoint/2010/main" val="1537241391"/>
      </p:ext>
    </p:extLst>
  </p:cSld>
  <p:clrMapOvr>
    <a:masterClrMapping/>
  </p:clrMapOvr>
</p:sld>
</file>

<file path=ppt/slides/slide5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49B7A-E5E8-4F79-A166-9AAE1E19CEEE}"/>
              </a:ext>
            </a:extLst>
          </p:cNvPr>
          <p:cNvSpPr>
            <a:spLocks noGrp="1"/>
          </p:cNvSpPr>
          <p:nvPr>
            <p:ph type="title"/>
          </p:nvPr>
        </p:nvSpPr>
        <p:spPr/>
        <p:txBody>
          <a:bodyPr/>
          <a:lstStyle/>
          <a:p>
            <a:r>
              <a:rPr lang="en-US" dirty="0">
                <a:highlight>
                  <a:srgbClr val="FFFF00"/>
                </a:highlight>
              </a:rPr>
              <a:t>EV/EBITDA for</a:t>
            </a:r>
            <a:r>
              <a:rPr kumimoji="0" lang="en-US" sz="4400" b="1" i="0" u="none" strike="noStrike" kern="1200" cap="none" spc="0" normalizeH="0" baseline="0" noProof="0" dirty="0">
                <a:ln>
                  <a:noFill/>
                </a:ln>
                <a:solidFill>
                  <a:prstClr val="black"/>
                </a:solidFill>
                <a:effectLst/>
                <a:highlight>
                  <a:srgbClr val="FFFF00"/>
                </a:highlight>
                <a:uLnTx/>
                <a:uFillTx/>
                <a:latin typeface="Calibri Light" panose="020F0302020204030204"/>
                <a:ea typeface="+mj-ea"/>
                <a:cs typeface="+mj-cs"/>
              </a:rPr>
              <a:t> Adani Ports ON </a:t>
            </a:r>
            <a:r>
              <a:rPr lang="en-US" b="1" dirty="0">
                <a:solidFill>
                  <a:prstClr val="black"/>
                </a:solidFill>
                <a:highlight>
                  <a:srgbClr val="FFFF00"/>
                </a:highlight>
                <a:latin typeface="Calibri Light" panose="020F0302020204030204"/>
              </a:rPr>
              <a:t>2</a:t>
            </a:r>
            <a:r>
              <a:rPr kumimoji="0" lang="en-US" sz="4400" b="1" i="0" u="none" strike="noStrike" kern="1200" cap="none" spc="0" normalizeH="0" baseline="0" noProof="0" dirty="0">
                <a:ln>
                  <a:noFill/>
                </a:ln>
                <a:solidFill>
                  <a:prstClr val="black"/>
                </a:solidFill>
                <a:effectLst/>
                <a:highlight>
                  <a:srgbClr val="FFFF00"/>
                </a:highlight>
                <a:uLnTx/>
                <a:uFillTx/>
                <a:latin typeface="Calibri Light" panose="020F0302020204030204"/>
                <a:ea typeface="+mj-ea"/>
                <a:cs typeface="+mj-cs"/>
              </a:rPr>
              <a:t> January 2026 </a:t>
            </a:r>
            <a:endParaRPr lang="en-IN" dirty="0">
              <a:highlight>
                <a:srgbClr val="FFFF00"/>
              </a:highlight>
            </a:endParaRPr>
          </a:p>
        </p:txBody>
      </p:sp>
      <p:sp>
        <p:nvSpPr>
          <p:cNvPr id="3" name="Content Placeholder 2">
            <a:extLst>
              <a:ext uri="{FF2B5EF4-FFF2-40B4-BE49-F238E27FC236}">
                <a16:creationId xmlns:a16="http://schemas.microsoft.com/office/drawing/2014/main" id="{C1379245-A916-4EA8-AD73-22CA7484043B}"/>
              </a:ext>
            </a:extLst>
          </p:cNvPr>
          <p:cNvSpPr>
            <a:spLocks noGrp="1"/>
          </p:cNvSpPr>
          <p:nvPr>
            <p:ph idx="1"/>
          </p:nvPr>
        </p:nvSpPr>
        <p:spPr/>
        <p:txBody>
          <a:bodyPr>
            <a:normAutofit fontScale="85000" lnSpcReduction="20000"/>
          </a:bodyPr>
          <a:lstStyle/>
          <a:p>
            <a:r>
              <a:rPr lang="en-US" dirty="0"/>
              <a:t> </a:t>
            </a:r>
            <a:r>
              <a:rPr lang="en-US" b="1" dirty="0"/>
              <a:t>Total EV/EBITDA </a:t>
            </a:r>
            <a:r>
              <a:rPr lang="en-US" dirty="0"/>
              <a:t>= 0.8636 + 1.4739+ 5.1611 = </a:t>
            </a:r>
            <a:r>
              <a:rPr lang="en-US" b="1" dirty="0"/>
              <a:t>7.4986  times = 7.50 times</a:t>
            </a:r>
          </a:p>
          <a:p>
            <a:endParaRPr lang="en-US" dirty="0"/>
          </a:p>
          <a:p>
            <a:r>
              <a:rPr lang="en-US" b="1" dirty="0"/>
              <a:t>Predicted EV </a:t>
            </a:r>
            <a:r>
              <a:rPr lang="en-US" dirty="0"/>
              <a:t>=  7.50* EBITDA 2025 * ( 1 +0.1562/360 * 272= 1.12)  = </a:t>
            </a:r>
          </a:p>
          <a:p>
            <a:pPr marL="0" indent="0">
              <a:buNone/>
            </a:pPr>
            <a:r>
              <a:rPr lang="en-US" dirty="0"/>
              <a:t>                                 7.50 * 18421*1.12= </a:t>
            </a:r>
            <a:r>
              <a:rPr lang="en-US" b="1" dirty="0"/>
              <a:t>INR 154736 </a:t>
            </a:r>
            <a:r>
              <a:rPr lang="en-US" b="1" dirty="0" err="1"/>
              <a:t>cr</a:t>
            </a:r>
            <a:endParaRPr lang="en-US" b="1" dirty="0"/>
          </a:p>
          <a:p>
            <a:endParaRPr lang="en-US" dirty="0"/>
          </a:p>
          <a:p>
            <a:r>
              <a:rPr lang="en-US" b="1" dirty="0"/>
              <a:t>Predicted </a:t>
            </a:r>
            <a:r>
              <a:rPr lang="en-US" b="1" dirty="0" err="1"/>
              <a:t>Eq.value</a:t>
            </a:r>
            <a:r>
              <a:rPr lang="en-US" b="1" dirty="0"/>
              <a:t> </a:t>
            </a:r>
            <a:r>
              <a:rPr lang="en-US" dirty="0"/>
              <a:t>= EV – Debt + Cash =154736 -45660+ 6606 +752</a:t>
            </a:r>
          </a:p>
          <a:p>
            <a:pPr marL="0" indent="0">
              <a:buNone/>
            </a:pPr>
            <a:r>
              <a:rPr lang="en-US" dirty="0"/>
              <a:t>=INR</a:t>
            </a:r>
            <a:r>
              <a:rPr lang="en-US" b="1" dirty="0"/>
              <a:t>  116434 Cr</a:t>
            </a:r>
          </a:p>
          <a:p>
            <a:r>
              <a:rPr lang="en-US" dirty="0" err="1"/>
              <a:t>No.of</a:t>
            </a:r>
            <a:r>
              <a:rPr lang="en-US" dirty="0"/>
              <a:t> shares : 216.01 crores : Predicted Price/Share = </a:t>
            </a:r>
            <a:r>
              <a:rPr lang="en-US" b="1" dirty="0">
                <a:highlight>
                  <a:srgbClr val="FFFF00"/>
                </a:highlight>
              </a:rPr>
              <a:t>INR 539.02</a:t>
            </a:r>
          </a:p>
          <a:p>
            <a:r>
              <a:rPr lang="en-US" b="1" dirty="0"/>
              <a:t>Actual </a:t>
            </a:r>
            <a:r>
              <a:rPr lang="en-US" b="1" dirty="0" err="1"/>
              <a:t>Eq.value</a:t>
            </a:r>
            <a:r>
              <a:rPr lang="en-US" dirty="0"/>
              <a:t> = INR 321752 </a:t>
            </a:r>
            <a:r>
              <a:rPr lang="en-US" dirty="0" err="1"/>
              <a:t>cr</a:t>
            </a:r>
            <a:r>
              <a:rPr lang="en-US" dirty="0"/>
              <a:t> ; </a:t>
            </a:r>
            <a:r>
              <a:rPr lang="en-US" b="1" dirty="0">
                <a:highlight>
                  <a:srgbClr val="FFFF00"/>
                </a:highlight>
              </a:rPr>
              <a:t>CMP 1489.50 </a:t>
            </a:r>
            <a:r>
              <a:rPr lang="en-US" dirty="0"/>
              <a:t>on </a:t>
            </a:r>
            <a:r>
              <a:rPr lang="en-US" b="1" dirty="0"/>
              <a:t>2 Jan 2026</a:t>
            </a:r>
          </a:p>
          <a:p>
            <a:r>
              <a:rPr lang="en-US" b="1" dirty="0"/>
              <a:t>52 W LH </a:t>
            </a:r>
            <a:r>
              <a:rPr lang="en-US" dirty="0"/>
              <a:t>: INR </a:t>
            </a:r>
            <a:r>
              <a:rPr lang="en-US" b="1" dirty="0"/>
              <a:t>1010.75</a:t>
            </a:r>
            <a:r>
              <a:rPr lang="en-US" dirty="0"/>
              <a:t> TO </a:t>
            </a:r>
            <a:r>
              <a:rPr lang="en-US" b="1" dirty="0"/>
              <a:t>1549.00</a:t>
            </a:r>
          </a:p>
          <a:p>
            <a:r>
              <a:rPr lang="en-US" b="1" dirty="0">
                <a:highlight>
                  <a:srgbClr val="FFFF00"/>
                </a:highlight>
              </a:rPr>
              <a:t>Highly Overvalued </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BD594C04-79FF-C6C7-3779-E690E3F2F9EF}"/>
                  </a:ext>
                </a:extLst>
              </p14:cNvPr>
              <p14:cNvContentPartPr/>
              <p14:nvPr/>
            </p14:nvContentPartPr>
            <p14:xfrm>
              <a:off x="2137320" y="2220120"/>
              <a:ext cx="9030960" cy="3868560"/>
            </p14:xfrm>
          </p:contentPart>
        </mc:Choice>
        <mc:Fallback xmlns="">
          <p:pic>
            <p:nvPicPr>
              <p:cNvPr id="4" name="Ink 3">
                <a:extLst>
                  <a:ext uri="{FF2B5EF4-FFF2-40B4-BE49-F238E27FC236}">
                    <a16:creationId xmlns:a16="http://schemas.microsoft.com/office/drawing/2014/main" id="{BD594C04-79FF-C6C7-3779-E690E3F2F9EF}"/>
                  </a:ext>
                </a:extLst>
              </p:cNvPr>
              <p:cNvPicPr/>
              <p:nvPr/>
            </p:nvPicPr>
            <p:blipFill>
              <a:blip r:embed="rId4"/>
              <a:stretch>
                <a:fillRect/>
              </a:stretch>
            </p:blipFill>
            <p:spPr>
              <a:xfrm>
                <a:off x="2127960" y="2210760"/>
                <a:ext cx="9049680" cy="3887280"/>
              </a:xfrm>
              <a:prstGeom prst="rect">
                <a:avLst/>
              </a:prstGeom>
            </p:spPr>
          </p:pic>
        </mc:Fallback>
      </mc:AlternateContent>
    </p:spTree>
    <p:extLst>
      <p:ext uri="{BB962C8B-B14F-4D97-AF65-F5344CB8AC3E}">
        <p14:creationId xmlns:p14="http://schemas.microsoft.com/office/powerpoint/2010/main" val="375037593"/>
      </p:ext>
    </p:extLst>
  </p:cSld>
  <p:clrMapOvr>
    <a:masterClrMapping/>
  </p:clrMapOvr>
</p:sld>
</file>

<file path=ppt/slides/slide5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77143-9E70-4116-BA28-0E169A64B9C8}"/>
              </a:ext>
            </a:extLst>
          </p:cNvPr>
          <p:cNvSpPr>
            <a:spLocks noGrp="1"/>
          </p:cNvSpPr>
          <p:nvPr>
            <p:ph type="title"/>
          </p:nvPr>
        </p:nvSpPr>
        <p:spPr/>
        <p:txBody>
          <a:bodyPr/>
          <a:lstStyle/>
          <a:p>
            <a:r>
              <a:rPr lang="en-US" b="1" dirty="0"/>
              <a:t>Sensitivity for </a:t>
            </a:r>
            <a:endParaRPr lang="en-IN" b="1" dirty="0"/>
          </a:p>
        </p:txBody>
      </p:sp>
      <p:sp>
        <p:nvSpPr>
          <p:cNvPr id="3" name="Content Placeholder 2">
            <a:extLst>
              <a:ext uri="{FF2B5EF4-FFF2-40B4-BE49-F238E27FC236}">
                <a16:creationId xmlns:a16="http://schemas.microsoft.com/office/drawing/2014/main" id="{CDF07D5C-B144-42F8-A317-842A9C95988D}"/>
              </a:ext>
            </a:extLst>
          </p:cNvPr>
          <p:cNvSpPr>
            <a:spLocks noGrp="1"/>
          </p:cNvSpPr>
          <p:nvPr>
            <p:ph idx="1"/>
          </p:nvPr>
        </p:nvSpPr>
        <p:spPr/>
        <p:txBody>
          <a:bodyPr/>
          <a:lstStyle/>
          <a:p>
            <a:r>
              <a:rPr lang="en-IN" dirty="0"/>
              <a:t>WACC of Stable Phase : 9 %</a:t>
            </a:r>
          </a:p>
          <a:p>
            <a:r>
              <a:rPr lang="en-IN" dirty="0"/>
              <a:t>Length of HG Phase = 15 years ; transition phase Y 16-Y20 ; St </a:t>
            </a:r>
            <a:r>
              <a:rPr lang="en-IN" dirty="0" err="1"/>
              <a:t>ph</a:t>
            </a:r>
            <a:r>
              <a:rPr lang="en-IN" dirty="0"/>
              <a:t> from Y 21</a:t>
            </a:r>
          </a:p>
          <a:p>
            <a:r>
              <a:rPr lang="en-IN" dirty="0"/>
              <a:t>Other inputs remain the same </a:t>
            </a:r>
          </a:p>
          <a:p>
            <a:endParaRPr lang="en-IN" dirty="0"/>
          </a:p>
        </p:txBody>
      </p:sp>
    </p:spTree>
    <p:extLst>
      <p:ext uri="{BB962C8B-B14F-4D97-AF65-F5344CB8AC3E}">
        <p14:creationId xmlns:p14="http://schemas.microsoft.com/office/powerpoint/2010/main" val="2626440101"/>
      </p:ext>
    </p:extLst>
  </p:cSld>
  <p:clrMapOvr>
    <a:masterClrMapping/>
  </p:clrMapOvr>
</p:sld>
</file>

<file path=ppt/slides/slide5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A2598-2019-45CC-A596-A8C863538519}"/>
              </a:ext>
            </a:extLst>
          </p:cNvPr>
          <p:cNvSpPr>
            <a:spLocks noGrp="1"/>
          </p:cNvSpPr>
          <p:nvPr>
            <p:ph type="title"/>
          </p:nvPr>
        </p:nvSpPr>
        <p:spPr/>
        <p:txBody>
          <a:bodyPr/>
          <a:lstStyle/>
          <a:p>
            <a:pPr algn="ctr"/>
            <a:r>
              <a:rPr lang="en-US" b="1" dirty="0"/>
              <a:t>Other EV multiples</a:t>
            </a:r>
            <a:br>
              <a:rPr lang="en-US" dirty="0"/>
            </a:br>
            <a:endParaRPr lang="en-IN" dirty="0"/>
          </a:p>
        </p:txBody>
      </p:sp>
      <p:sp>
        <p:nvSpPr>
          <p:cNvPr id="3" name="Content Placeholder 2">
            <a:extLst>
              <a:ext uri="{FF2B5EF4-FFF2-40B4-BE49-F238E27FC236}">
                <a16:creationId xmlns:a16="http://schemas.microsoft.com/office/drawing/2014/main" id="{43DE54B3-9C28-499C-BAD8-C78917E108F9}"/>
              </a:ext>
            </a:extLst>
          </p:cNvPr>
          <p:cNvSpPr>
            <a:spLocks noGrp="1"/>
          </p:cNvSpPr>
          <p:nvPr>
            <p:ph idx="1"/>
          </p:nvPr>
        </p:nvSpPr>
        <p:spPr/>
        <p:txBody>
          <a:bodyPr>
            <a:normAutofit/>
          </a:bodyPr>
          <a:lstStyle/>
          <a:p>
            <a:r>
              <a:rPr lang="en-US" sz="3600" dirty="0"/>
              <a:t>EV/EBIT</a:t>
            </a:r>
          </a:p>
          <a:p>
            <a:r>
              <a:rPr lang="en-US" sz="3600" dirty="0"/>
              <a:t>EV/EBIAT</a:t>
            </a:r>
          </a:p>
          <a:p>
            <a:r>
              <a:rPr lang="en-US" sz="3600" dirty="0"/>
              <a:t>EV/Invested Capital</a:t>
            </a:r>
          </a:p>
          <a:p>
            <a:r>
              <a:rPr lang="en-US" sz="3600" dirty="0"/>
              <a:t>EV/Sales</a:t>
            </a:r>
            <a:endParaRPr lang="en-IN" sz="3600"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41B2F045-A7BC-6822-7916-988786377D72}"/>
                  </a:ext>
                </a:extLst>
              </p14:cNvPr>
              <p14:cNvContentPartPr/>
              <p14:nvPr/>
            </p14:nvContentPartPr>
            <p14:xfrm>
              <a:off x="145080" y="737280"/>
              <a:ext cx="11695680" cy="6328800"/>
            </p14:xfrm>
          </p:contentPart>
        </mc:Choice>
        <mc:Fallback xmlns="">
          <p:pic>
            <p:nvPicPr>
              <p:cNvPr id="4" name="Ink 3">
                <a:extLst>
                  <a:ext uri="{FF2B5EF4-FFF2-40B4-BE49-F238E27FC236}">
                    <a16:creationId xmlns:a16="http://schemas.microsoft.com/office/drawing/2014/main" id="{41B2F045-A7BC-6822-7916-988786377D72}"/>
                  </a:ext>
                </a:extLst>
              </p:cNvPr>
              <p:cNvPicPr/>
              <p:nvPr/>
            </p:nvPicPr>
            <p:blipFill>
              <a:blip r:embed="rId3"/>
              <a:stretch>
                <a:fillRect/>
              </a:stretch>
            </p:blipFill>
            <p:spPr>
              <a:xfrm>
                <a:off x="135720" y="727920"/>
                <a:ext cx="11714400" cy="6347520"/>
              </a:xfrm>
              <a:prstGeom prst="rect">
                <a:avLst/>
              </a:prstGeom>
            </p:spPr>
          </p:pic>
        </mc:Fallback>
      </mc:AlternateContent>
    </p:spTree>
    <p:extLst>
      <p:ext uri="{BB962C8B-B14F-4D97-AF65-F5344CB8AC3E}">
        <p14:creationId xmlns:p14="http://schemas.microsoft.com/office/powerpoint/2010/main" val="3373189338"/>
      </p:ext>
    </p:extLst>
  </p:cSld>
  <p:clrMapOvr>
    <a:masterClrMapping/>
  </p:clrMapOvr>
</p:sld>
</file>

<file path=ppt/slides/slide5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7E800EFE-1078-2BAE-8C0A-1CBABDCF3CDF}"/>
              </a:ext>
            </a:extLst>
          </p:cNvPr>
          <p:cNvGraphicFramePr>
            <a:graphicFrameLocks noChangeAspect="1"/>
          </p:cNvGraphicFramePr>
          <p:nvPr>
            <p:custDataLst>
              <p:tags r:id="rId1"/>
            </p:custDataLst>
            <p:extLst>
              <p:ext uri="{D42A27DB-BD31-4B8C-83A1-F6EECF244321}">
                <p14:modId xmlns:p14="http://schemas.microsoft.com/office/powerpoint/2010/main" val="28546168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27" imgH="328" progId="TCLayout.ActiveDocument.1">
                  <p:embed/>
                </p:oleObj>
              </mc:Choice>
              <mc:Fallback>
                <p:oleObj name="think-cell Slide" r:id="rId3" imgW="327" imgH="328" progId="TCLayout.ActiveDocument.1">
                  <p:embed/>
                  <p:pic>
                    <p:nvPicPr>
                      <p:cNvPr id="5" name="think-cell data - do not delete" hidden="1">
                        <a:extLst>
                          <a:ext uri="{FF2B5EF4-FFF2-40B4-BE49-F238E27FC236}">
                            <a16:creationId xmlns:a16="http://schemas.microsoft.com/office/drawing/2014/main" id="{7E800EFE-1078-2BAE-8C0A-1CBABDCF3CD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4AEBA9F-833B-80DB-6834-1A53E6D51145}"/>
              </a:ext>
            </a:extLst>
          </p:cNvPr>
          <p:cNvSpPr>
            <a:spLocks noGrp="1"/>
          </p:cNvSpPr>
          <p:nvPr>
            <p:ph type="ctrTitle"/>
          </p:nvPr>
        </p:nvSpPr>
        <p:spPr/>
        <p:txBody>
          <a:bodyPr vert="horz">
            <a:normAutofit fontScale="90000"/>
          </a:bodyPr>
          <a:lstStyle/>
          <a:p>
            <a:r>
              <a:rPr lang="en-US" dirty="0"/>
              <a:t>Need to do excel for EV/EBITDA stable/2 stage/ 3 stage</a:t>
            </a:r>
          </a:p>
        </p:txBody>
      </p:sp>
      <p:sp>
        <p:nvSpPr>
          <p:cNvPr id="3" name="Subtitle 2">
            <a:extLst>
              <a:ext uri="{FF2B5EF4-FFF2-40B4-BE49-F238E27FC236}">
                <a16:creationId xmlns:a16="http://schemas.microsoft.com/office/drawing/2014/main" id="{D6288785-B777-E886-44F1-A6767DDE0DB7}"/>
              </a:ext>
            </a:extLst>
          </p:cNvPr>
          <p:cNvSpPr>
            <a:spLocks noGrp="1"/>
          </p:cNvSpPr>
          <p:nvPr>
            <p:ph type="subTitle" idx="1"/>
          </p:nvPr>
        </p:nvSpPr>
        <p:spPr/>
        <p:txBody>
          <a:bodyPr/>
          <a:lstStyle/>
          <a:p>
            <a:r>
              <a:rPr lang="en-US" dirty="0"/>
              <a:t>Need to do price based multiple excel 1/2/3 stage</a:t>
            </a:r>
          </a:p>
        </p:txBody>
      </p:sp>
    </p:spTree>
    <p:extLst>
      <p:ext uri="{BB962C8B-B14F-4D97-AF65-F5344CB8AC3E}">
        <p14:creationId xmlns:p14="http://schemas.microsoft.com/office/powerpoint/2010/main" val="7454547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1769</TotalTime>
  <Words>40549</Words>
  <Application>Microsoft Office PowerPoint</Application>
  <PresentationFormat>Widescreen</PresentationFormat>
  <Paragraphs>9508</Paragraphs>
  <Slides>591</Slides>
  <Notes>10</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591</vt:i4>
      </vt:variant>
    </vt:vector>
  </HeadingPairs>
  <TitlesOfParts>
    <vt:vector size="599" baseType="lpstr">
      <vt:lpstr>Aptos</vt:lpstr>
      <vt:lpstr>Arial</vt:lpstr>
      <vt:lpstr>Calibri</vt:lpstr>
      <vt:lpstr>Calibri Light</vt:lpstr>
      <vt:lpstr>Wingdings</vt:lpstr>
      <vt:lpstr>1_Office Theme</vt:lpstr>
      <vt:lpstr>2_Office Theme</vt:lpstr>
      <vt:lpstr>think-cell Slide</vt:lpstr>
      <vt:lpstr>PGDF (24-26) Fundamental Analysis (FAL)</vt:lpstr>
      <vt:lpstr>For Discussion in this Course </vt:lpstr>
      <vt:lpstr>For Discussion in this Session </vt:lpstr>
      <vt:lpstr>What is Fundamental Analysis (FAL)???</vt:lpstr>
      <vt:lpstr>What are the Fundamentals that determine the value of a firm???</vt:lpstr>
      <vt:lpstr> We need to look at below in FS and assess </vt:lpstr>
      <vt:lpstr>1. Profitability </vt:lpstr>
      <vt:lpstr>Dupont Framework – ROE  ( with 4 components) </vt:lpstr>
      <vt:lpstr>Dupont Framework – ROE ( with 7 components)   </vt:lpstr>
      <vt:lpstr>Dupont Framework – ROE ( with 7 components)   </vt:lpstr>
      <vt:lpstr>Modified P&amp;L Stat. from the data given in Annual Report </vt:lpstr>
      <vt:lpstr>Dupont Framework ( ROE)</vt:lpstr>
      <vt:lpstr>FAL PGDF (24-26)</vt:lpstr>
      <vt:lpstr>GP Before D&amp;A Margin of HUL-Last Five Fys </vt:lpstr>
      <vt:lpstr>SGA Advantage of HUL- Last Five Fys </vt:lpstr>
      <vt:lpstr>D&amp;A Advantage of HUL - Last Five Fys </vt:lpstr>
      <vt:lpstr>Interest Advantage of  HUL- Last Five Fys </vt:lpstr>
      <vt:lpstr> Tax Advantage of HUL- Last Five Fys  ( not considering other income )</vt:lpstr>
      <vt:lpstr> Asset Turn of HUL- Last Five Fys </vt:lpstr>
      <vt:lpstr>Equity Multiplier of HUL - Last Five Fys </vt:lpstr>
      <vt:lpstr>Dupont ROE of HUL - Last Five Fys </vt:lpstr>
      <vt:lpstr>Dupont Framework – ROC ( with 3 components)   </vt:lpstr>
      <vt:lpstr> Modified Dupont Framework – ROC ( with five components)</vt:lpstr>
      <vt:lpstr>GP Before D&amp;A Margin of HUL-Last Five Fys </vt:lpstr>
      <vt:lpstr>SGA Advantage of HUL- Last Five Fys </vt:lpstr>
      <vt:lpstr>D&amp;A Advantage of HUL - Last Five Fys </vt:lpstr>
      <vt:lpstr> Tax Retention Rate of HUL- Last Five Fys  </vt:lpstr>
      <vt:lpstr>IC Turn of HUL- Last Five Fys </vt:lpstr>
      <vt:lpstr>Dupont ROC – HUL – Last 5 Fys </vt:lpstr>
      <vt:lpstr>Common Size Income Statement Analysis</vt:lpstr>
      <vt:lpstr>Common Size IS –HUL– Last 5 Fys</vt:lpstr>
      <vt:lpstr> 2. Working Capital Efficiency</vt:lpstr>
      <vt:lpstr>Days Receivables – HUL –Last 5 Fys</vt:lpstr>
      <vt:lpstr>Days Inventories –HUL–Last 5 Fys</vt:lpstr>
      <vt:lpstr>Days Payables – HUL  –Last 5 Fys</vt:lpstr>
      <vt:lpstr>Cash Conversion Cycle  – HUL –Last 5 Fys</vt:lpstr>
      <vt:lpstr>WC Turn – HUL – Last 5 Fys </vt:lpstr>
      <vt:lpstr>FAL PGDF (24-26)</vt:lpstr>
      <vt:lpstr> 3. Liquidity </vt:lpstr>
      <vt:lpstr>Current Ratio- HUL- Last 5 Fys</vt:lpstr>
      <vt:lpstr>Quick Ratio- HUL- Last 5 Fys</vt:lpstr>
      <vt:lpstr>Defensive Interval or Cash Burn- HUL- Last 5 Fys</vt:lpstr>
      <vt:lpstr>4. Solvency  </vt:lpstr>
      <vt:lpstr>D/E (= LT Debt/OE )- HUL- Last 5 Fys</vt:lpstr>
      <vt:lpstr>D/E (= Total Debt/OE )- HUL- Last 5 Fys</vt:lpstr>
      <vt:lpstr>Interest Cover - HUL- Last 5 Fys</vt:lpstr>
      <vt:lpstr>Z score –WC/TA – HUL – Last 5 Fys</vt:lpstr>
      <vt:lpstr>Z score –RE/TA – HUL – Last 5 Fys</vt:lpstr>
      <vt:lpstr>Z score –EBIT/TA – HUL – Last 5 Fys</vt:lpstr>
      <vt:lpstr>Z score –MV of Equity / BV of Debt – HUL – Last 5 Fys</vt:lpstr>
      <vt:lpstr>Z score –MV of Eq /BV of Debt – HUL – Last 5 Fys</vt:lpstr>
      <vt:lpstr>Z score –Sales/TA – HUL – Last 5 Fys</vt:lpstr>
      <vt:lpstr> Inference based on Z score </vt:lpstr>
      <vt:lpstr>Altman’s Z score – HUL – Last 5 Fys</vt:lpstr>
      <vt:lpstr>5. Cash Flow Management </vt:lpstr>
      <vt:lpstr>FAL PGDF (24-26)</vt:lpstr>
      <vt:lpstr>CFO to CAPEX</vt:lpstr>
      <vt:lpstr>CFO to Capex –HUL- Last 5 Fys</vt:lpstr>
      <vt:lpstr>CFO to Total Debt – HUL – Last 5 Fys</vt:lpstr>
      <vt:lpstr>CFO to Net Income – HUL – Last 5 Fys</vt:lpstr>
      <vt:lpstr>CFO to Current Liabilities – HUL – Last 5 Fys</vt:lpstr>
      <vt:lpstr>6. Degree of Leverage </vt:lpstr>
      <vt:lpstr>6 (a) Degree of Operating Leverage-HUL</vt:lpstr>
      <vt:lpstr>6 (b) Degree of Financial Leverage- HUL</vt:lpstr>
      <vt:lpstr>6 (C) Degree of Combined Leverage- HUL</vt:lpstr>
      <vt:lpstr>FSA</vt:lpstr>
      <vt:lpstr>PowerPoint Presentation</vt:lpstr>
      <vt:lpstr>Let Us Consider HUL &amp; Its Peers for the year 2025</vt:lpstr>
      <vt:lpstr>Steps </vt:lpstr>
      <vt:lpstr>Assignment of weights to Parameters and Sub-Parameters</vt:lpstr>
      <vt:lpstr>Profitability ( ROE)</vt:lpstr>
      <vt:lpstr>Comparison on Profitability – FY ending March 2025</vt:lpstr>
      <vt:lpstr>GPBDAM – FY 2025 </vt:lpstr>
      <vt:lpstr>SGA Advantage – FY 2025 </vt:lpstr>
      <vt:lpstr>D&amp;A Advantage – FY 2025 </vt:lpstr>
      <vt:lpstr>Int Advantage – FY 2025 </vt:lpstr>
      <vt:lpstr>Tax Advantage – FY 2025 </vt:lpstr>
      <vt:lpstr>Asset Turn – FY 2025 </vt:lpstr>
      <vt:lpstr>Equity Multiplier – FY 2025 </vt:lpstr>
      <vt:lpstr> HUL’s Profitability Score </vt:lpstr>
      <vt:lpstr> Godrej’s Profitability Score </vt:lpstr>
      <vt:lpstr> Marico’s Profitability Score  </vt:lpstr>
      <vt:lpstr> Dabur’s Profitability Score </vt:lpstr>
      <vt:lpstr>Vishal’s Profitability Score </vt:lpstr>
      <vt:lpstr>Overall Score &amp; Rank on Profitability </vt:lpstr>
      <vt:lpstr>WC Efficiency – Sub Parameters Considered </vt:lpstr>
      <vt:lpstr>Days Receivables (DR) – FY 2025 ( Lower The Better) </vt:lpstr>
      <vt:lpstr>Days Inventories (DI) – FY 2025 ( Lower The Better) </vt:lpstr>
      <vt:lpstr>Days Payables (DP) – FY 2025 ( Higher the Better) </vt:lpstr>
      <vt:lpstr>HUL’s WCE score</vt:lpstr>
      <vt:lpstr>Godrej’s WCE score- </vt:lpstr>
      <vt:lpstr>Marico’s WCE score-</vt:lpstr>
      <vt:lpstr>Dabur’s WCE score-  </vt:lpstr>
      <vt:lpstr>Vishal’s WCE score- </vt:lpstr>
      <vt:lpstr>Overall Score &amp; Rank on WC Efficiency </vt:lpstr>
      <vt:lpstr>Liquidity- Sub Parameters Considered </vt:lpstr>
      <vt:lpstr>Quick Ratio  – FY 2025 (Higher the Better)</vt:lpstr>
      <vt:lpstr>Defensive Interval – FY 2025 (Higher the Better)</vt:lpstr>
      <vt:lpstr>HUL’s Liquidity score-</vt:lpstr>
      <vt:lpstr>Godrej’s Liquidity score </vt:lpstr>
      <vt:lpstr>Marico’s Liquidity score </vt:lpstr>
      <vt:lpstr>Dabur’s Liquidity score </vt:lpstr>
      <vt:lpstr>Vishal’s Liquidity score-</vt:lpstr>
      <vt:lpstr>Overall Score &amp; Rank on Liquidity </vt:lpstr>
      <vt:lpstr>Solvency- Sub Parameters Considered </vt:lpstr>
      <vt:lpstr>Total Debt to Equity (DE) – FY 2025 (Lower the Better) </vt:lpstr>
      <vt:lpstr>Interest Coverage Ratio (ICR) – FY 2025 (Higher the Better) </vt:lpstr>
      <vt:lpstr>WC/TA – FY 2025 </vt:lpstr>
      <vt:lpstr>RE/TA – FY 2025 </vt:lpstr>
      <vt:lpstr>EBIT/TA – FY 2025 </vt:lpstr>
      <vt:lpstr>Z score –MV of Equity / BV of Debt –  PE ratio Last 5 Fys</vt:lpstr>
      <vt:lpstr>MV of Eq/BV of Total Debt – FY 2025 </vt:lpstr>
      <vt:lpstr>Sales/TA – FY 2025 </vt:lpstr>
      <vt:lpstr>HUL’s Solvency score </vt:lpstr>
      <vt:lpstr>Godrej’s Solvency score-  </vt:lpstr>
      <vt:lpstr>Marico’s Solvency score- </vt:lpstr>
      <vt:lpstr>Dabur’s Solvency score </vt:lpstr>
      <vt:lpstr>Vishal’s Solvency score </vt:lpstr>
      <vt:lpstr>Overall Score &amp; Rank on Solvency </vt:lpstr>
      <vt:lpstr>Cash Flow Mgmt- Sub Parameters Considered </vt:lpstr>
      <vt:lpstr>CFO to Capex – FY 2025 </vt:lpstr>
      <vt:lpstr>CFO/CL – FY 2025 </vt:lpstr>
      <vt:lpstr>CFO/Total Debt – FY 2025 </vt:lpstr>
      <vt:lpstr>CFO/PAT – FY 2025 </vt:lpstr>
      <vt:lpstr>HUL’s CF Mgmt score </vt:lpstr>
      <vt:lpstr>Godrej’s CF Mgmt score</vt:lpstr>
      <vt:lpstr>Marico ’s CF Mgmt score</vt:lpstr>
      <vt:lpstr>Dabur’s CF Mgmt score </vt:lpstr>
      <vt:lpstr>Vishal’s CF Mgmt score </vt:lpstr>
      <vt:lpstr>Overall Score &amp; Rank on CF Mgmt </vt:lpstr>
      <vt:lpstr>Leverage – Sub Parameters Considered </vt:lpstr>
      <vt:lpstr>DOL – FY 2025 </vt:lpstr>
      <vt:lpstr>DFL – FY 2025 </vt:lpstr>
      <vt:lpstr>HUL’s Leverage score </vt:lpstr>
      <vt:lpstr>Godrej’s Leverage score </vt:lpstr>
      <vt:lpstr>Marico’s Leverage score </vt:lpstr>
      <vt:lpstr>Dabur’s Leverage score </vt:lpstr>
      <vt:lpstr>Vishal’s Leverage score-  </vt:lpstr>
      <vt:lpstr>Overall Score &amp; Rank on Leverage </vt:lpstr>
      <vt:lpstr>Overall Score &amp; Rank on Profitability </vt:lpstr>
      <vt:lpstr>Overall Score &amp; Rank on WC Efficiency </vt:lpstr>
      <vt:lpstr>Overall Score &amp; Rank on Liquidity </vt:lpstr>
      <vt:lpstr>Overall Score &amp; Rank on Solvency </vt:lpstr>
      <vt:lpstr>Overall Score &amp; Rank on CF Mgmt </vt:lpstr>
      <vt:lpstr>Overall Score &amp; Rank on Leverage </vt:lpstr>
      <vt:lpstr>Overall Financial Score Analysis </vt:lpstr>
      <vt:lpstr>Overall Score &amp; Rank </vt:lpstr>
      <vt:lpstr>FAL PGDF (24-26)</vt:lpstr>
      <vt:lpstr>Piotroski’s F score </vt:lpstr>
      <vt:lpstr>1. Profitability ( 4 sub –parameters) </vt:lpstr>
      <vt:lpstr>F Score -Profitability For HUL in 2025</vt:lpstr>
      <vt:lpstr>2. Leverage, Liquidity &amp; Source of Funding ( 3 sub-parameters) </vt:lpstr>
      <vt:lpstr>F Score –Liquidity, Leverage &amp; source of funding For HUL in 2025</vt:lpstr>
      <vt:lpstr>3. Operating  Efficiency ( 2 Sub –Parameters) </vt:lpstr>
      <vt:lpstr>F Score –Operating Efficiency For HUL in 2025</vt:lpstr>
      <vt:lpstr> Inference Guidelines on F Score </vt:lpstr>
      <vt:lpstr>HUL’s F Score in 2025</vt:lpstr>
      <vt:lpstr>What is the Profitability Score for HUL in 2024?</vt:lpstr>
      <vt:lpstr>F Score -Profitability For HUL in 2024</vt:lpstr>
      <vt:lpstr>2. Leverage, Liquidity &amp; Source of Funding ( 3 sub-parameters) </vt:lpstr>
      <vt:lpstr>What is the Leverage, Liquidity &amp; Source of Funding Score for HUL in 2024? </vt:lpstr>
      <vt:lpstr>F Score –Liquidity, Leverage &amp; source of funding For HUL in 2024</vt:lpstr>
      <vt:lpstr>3. Operating  Efficiency ( 2 Sub –Parameters) </vt:lpstr>
      <vt:lpstr>What is the Score of HUL on  Operating  Efficiency in 2024?</vt:lpstr>
      <vt:lpstr>F Score –Operating Efficiency For HUL in 2024</vt:lpstr>
      <vt:lpstr> Inference Guidelines on F Score </vt:lpstr>
      <vt:lpstr>HUL’s F Score in 2025 &amp;2024</vt:lpstr>
      <vt:lpstr>F Score -Profitability For HUL in 2023</vt:lpstr>
      <vt:lpstr>F Score –Liquidity, Leverage &amp; source of funding For HUL in 2023</vt:lpstr>
      <vt:lpstr>F Score –Operating Efficiency For HUL in 2023</vt:lpstr>
      <vt:lpstr> Inference Guidelines on F Score </vt:lpstr>
      <vt:lpstr>HUL’s F Score in 2023</vt:lpstr>
      <vt:lpstr>F Score -Profitability For HUL in 2022</vt:lpstr>
      <vt:lpstr>F Score –Liquidity, Leverage &amp; source of funding For HUL in 2022</vt:lpstr>
      <vt:lpstr>F Score –Operating Efficiency For HUL in 2022</vt:lpstr>
      <vt:lpstr>HUL ’s F Score in 2022</vt:lpstr>
      <vt:lpstr>F Score -Profitability For HUL in 2021</vt:lpstr>
      <vt:lpstr>F Score –Liquidity, Leverage &amp; source of funding For HUL in 2021</vt:lpstr>
      <vt:lpstr>F Score –Operating Efficiency For HUL in 2021</vt:lpstr>
      <vt:lpstr>HUL’s F Score in 2021</vt:lpstr>
      <vt:lpstr>HUL’s F score in the last 5 Fys </vt:lpstr>
      <vt:lpstr>Let Us Consider HUL &amp; Its Peers for the year 2025</vt:lpstr>
      <vt:lpstr>Let us Compute F score for all the Peers of HUL 2025?</vt:lpstr>
      <vt:lpstr>F Score -Profitability For Godrej in 2025</vt:lpstr>
      <vt:lpstr>F Score –Liquidity, Leverage &amp; source of funding For Godrej in 2025</vt:lpstr>
      <vt:lpstr>F Score –Operating Efficiency of Godrej in 2025</vt:lpstr>
      <vt:lpstr> Inference Guidelines on F Score </vt:lpstr>
      <vt:lpstr>Godrej’s F Score in 2025</vt:lpstr>
      <vt:lpstr>F score for all the Peers of HUL for 2025?</vt:lpstr>
      <vt:lpstr>F Score -Profitability For Marico in 2025</vt:lpstr>
      <vt:lpstr>F Score –Liquidity, Leverage &amp; source of funding For Marico in 2025</vt:lpstr>
      <vt:lpstr>F Score –Operating Efficiency of Marico in 2025</vt:lpstr>
      <vt:lpstr> Inference Guidelines on F Score </vt:lpstr>
      <vt:lpstr>Marico’s F Score in 2023</vt:lpstr>
      <vt:lpstr>F score for all the Peers of HUL for 2025?</vt:lpstr>
      <vt:lpstr>F Score -Profitability For Dabur in 2025</vt:lpstr>
      <vt:lpstr>F Score –Liquidity, Leverage &amp; source of funding For Dabur in 2025</vt:lpstr>
      <vt:lpstr>F Score –Operating Efficiency of Dabur in 2025</vt:lpstr>
      <vt:lpstr> Inference Guidelines on F Score </vt:lpstr>
      <vt:lpstr>Dabur ’s F Score in 2025</vt:lpstr>
      <vt:lpstr>F score for all the Peers of HUL for 2025?</vt:lpstr>
      <vt:lpstr>F Score -Profitability For Vishal in 2025</vt:lpstr>
      <vt:lpstr>F Score –Liquidity, Leverage &amp; source of funding For Vishal in 2025</vt:lpstr>
      <vt:lpstr>F Score –Operating Efficiency of Vishal in 2025</vt:lpstr>
      <vt:lpstr> Inference Guidelines on F Score </vt:lpstr>
      <vt:lpstr>Vishal’s F Score in 2023</vt:lpstr>
      <vt:lpstr>HUL vs others on F score - 2025</vt:lpstr>
      <vt:lpstr>PowerPoint Presentation</vt:lpstr>
      <vt:lpstr>FAL PGDF (24-26)</vt:lpstr>
      <vt:lpstr>For Discussion </vt:lpstr>
      <vt:lpstr>M Score</vt:lpstr>
      <vt:lpstr>M Score</vt:lpstr>
      <vt:lpstr> 1.DSRI ( Days Receivable Index)</vt:lpstr>
      <vt:lpstr>2. Gross Margin Index (GMI)</vt:lpstr>
      <vt:lpstr>3. Asset Quality Index (AQI)</vt:lpstr>
      <vt:lpstr>What is the AQI for Marico in 2025 ?</vt:lpstr>
      <vt:lpstr>4. Sales Growth Index ( SGI)</vt:lpstr>
      <vt:lpstr>5. Depreciation Index ( DEPI)</vt:lpstr>
      <vt:lpstr>6. SGA expense Index (  SGAI)</vt:lpstr>
      <vt:lpstr>7. Leverage Index ( LVGI)</vt:lpstr>
      <vt:lpstr>8. Total Accruals to Total Assets (TATA)</vt:lpstr>
      <vt:lpstr>Figures for Marico &amp; Inferences </vt:lpstr>
      <vt:lpstr> M score for Marico in 2025</vt:lpstr>
      <vt:lpstr> Conclusion </vt:lpstr>
      <vt:lpstr>Benford’s Law ( or Law of Anomalous Numbers or The First Digit Law )  </vt:lpstr>
      <vt:lpstr>How to do the Analysis?</vt:lpstr>
      <vt:lpstr>Benford’s Law- Marico : Non- Manipulative ( 2025,2024 &amp; 2023)</vt:lpstr>
      <vt:lpstr>PGDF 24-26 FAL</vt:lpstr>
      <vt:lpstr>For Discussion in S 7</vt:lpstr>
      <vt:lpstr>Summary</vt:lpstr>
      <vt:lpstr>Price Based multiples</vt:lpstr>
      <vt:lpstr> Let us Assume: DPR @40%; ROE at 12%; Rf @6%; Beta of 1.2 &amp; MRP @ 8 %  P/E = ???</vt:lpstr>
      <vt:lpstr>Let us Assume: DPR @40%; ROE at 12%; Rf @6%; Beta of 1.2 &amp; MRP @ 8 %  P/E = ???</vt:lpstr>
      <vt:lpstr>Let us Assume: DPR @40%; ROE at 12%; Rf @6%; Beta of 1.2 &amp; MRP @ 8 %; If DPR increase by 10% ,then  P/E = ???</vt:lpstr>
      <vt:lpstr>Let us Assume: DPR @40%; ROE at 12%; Rf @6%; Beta of 1.2 &amp; MRP @ 8 %; If DPR increase by 10% ,then  P/E = ???</vt:lpstr>
      <vt:lpstr>Impact of Change in Growth rate on PE ratio </vt:lpstr>
      <vt:lpstr>Let us Assume: DPR @40%; Rf @6%; Beta of 1.2 &amp; MRP @ 8 %; If  ROE increase by 10%(from 12% to 13.2 % ),then  P/E = ???</vt:lpstr>
      <vt:lpstr>Let us Assume: DPR @40%; ROE at 13.2%; Rf @6%; Beta of 1.2 &amp; MRP @ 8 %;,then  P/E = ???</vt:lpstr>
      <vt:lpstr>Let us Assume: DPR @40%; ROE at 12%; Rf @6%; Beta of 1.2 &amp; MRP @ 8 %; If ROE&amp;DPR increase by 10% ,then  P/E = ???</vt:lpstr>
      <vt:lpstr>Let us Assume: DPR @40%; ROE at 12%; Rf @6%; Beta of 1.2 &amp; MRP @ 8 %; If ROE&amp;DPR increase by 10% ,then  P/E = ???</vt:lpstr>
      <vt:lpstr>Let us Assume: DPR @40%; ROE at 12%; Rf @6%; Beta of 1.2 &amp; MRP @ 8 %; If  g increase by 10% ,then  P/E = ???</vt:lpstr>
      <vt:lpstr>Let us Assume: DPR @40%; ROE at 12%; Rf @6%; Beta of 1.2 &amp; MRP @ 8 %; If g increase by 10% ,then  P/E = ???</vt:lpstr>
      <vt:lpstr>Let us Assume: DPR @40%; ROE at 12%; Rf @6%; Beta of 1.2 &amp; MRP @ 8 %; If  COE decrease by 10% ,then  P/E = ???</vt:lpstr>
      <vt:lpstr>Let us Assume: DPR @40%; ROE at 12%; Rf @6%; Beta of 1.2 &amp; MRP @ 8 %; If COE increase by 10% ,then  P/E = ???</vt:lpstr>
      <vt:lpstr>Sensitivity Analysis </vt:lpstr>
      <vt:lpstr> PE &amp; Fundamentals </vt:lpstr>
      <vt:lpstr>PE ratio using Fundamentals for Colgate Palmolive India Ltd (CPIL )</vt:lpstr>
      <vt:lpstr>Colgate Palmolive India Ltd( Standalone Ratios) </vt:lpstr>
      <vt:lpstr> DPR of Colgate Palmolive India for the last 5 years &amp; its Average  ( Moneycontrol.com; refer Financials, then Ratios  and then per share ratios )</vt:lpstr>
      <vt:lpstr> ROE of Colgate Palmolive India  for the last 5 years &amp; its Average  ( Moneycontrol.com; refer Financials, then Ratios  and then Return ratios )</vt:lpstr>
      <vt:lpstr>Fundamental growth rate of CPIL </vt:lpstr>
      <vt:lpstr> COE for CPIL  </vt:lpstr>
      <vt:lpstr>COE for CPIL </vt:lpstr>
      <vt:lpstr>Equity Beta for CPIL </vt:lpstr>
      <vt:lpstr>Cost of Equity for CPIL ( 27 November 2025)</vt:lpstr>
      <vt:lpstr>PE of CPIL =?</vt:lpstr>
      <vt:lpstr>PowerPoint Presentation</vt:lpstr>
      <vt:lpstr>PE ratio using Fundamentals for CPIL</vt:lpstr>
      <vt:lpstr>If we revise the assumptions , then PE of CPIL=?</vt:lpstr>
      <vt:lpstr>If we assume stable phase g of 6 % &amp; DPR of 90% for CPIL</vt:lpstr>
      <vt:lpstr>PGDF 24-26 FAL</vt:lpstr>
      <vt:lpstr>PowerPoint Presentation</vt:lpstr>
      <vt:lpstr> PE for a High Growth Firm </vt:lpstr>
      <vt:lpstr> DPR of NALCO for the last 5 years &amp; its Average  ( Moneycontrol.com; refer Financials, then Ratios  and then per share ratios )</vt:lpstr>
      <vt:lpstr> ROE of NALCO for the last 5 years &amp; its Average  ( Moneycontrol.com; refer Financials, then Ratios  and then Return ratios )</vt:lpstr>
      <vt:lpstr>Fundamental growth rate for NALCO based on 5-year average ROE &amp; DPR </vt:lpstr>
      <vt:lpstr> COE for NALCO </vt:lpstr>
      <vt:lpstr>COE for NALCO </vt:lpstr>
      <vt:lpstr>Equity Beta for Nalco</vt:lpstr>
      <vt:lpstr>Cost of Equity for NALCO</vt:lpstr>
      <vt:lpstr> PE for a High Growth Firm </vt:lpstr>
      <vt:lpstr>PE ratio for NALCO- High Growth (HG) Phase </vt:lpstr>
      <vt:lpstr>PE of Nalco – HG Phase </vt:lpstr>
      <vt:lpstr> PE of Nalco- Stable Phase(st) </vt:lpstr>
      <vt:lpstr>PE of Nalco- Stable Phase</vt:lpstr>
      <vt:lpstr>PE ratio using Fundamentals for NALCO  ( based on 5 year avg data)</vt:lpstr>
      <vt:lpstr>Revised PE ratio  using Fundamentals for NALCO  ( Revised DPR of 60% &amp; g st phase at 4 % &amp; st COE at 13.2 % in stable phase )</vt:lpstr>
      <vt:lpstr>Revised PE of Nalco- Stable Phase</vt:lpstr>
      <vt:lpstr>Revised PE ratio using Fundamentals for NALCO  (Revised DPR of 60% &amp; g st phase at 4 % &amp; st COE at 13.2 % in stable phase )</vt:lpstr>
      <vt:lpstr>PGDF 24-26 FAL</vt:lpstr>
      <vt:lpstr>For Discussion in Session 9</vt:lpstr>
      <vt:lpstr> PE for a High Growth Firm </vt:lpstr>
      <vt:lpstr>F Score -Profitability For UTCL in 2024</vt:lpstr>
      <vt:lpstr>F Score –Liquidity, Leverage &amp; source of funding For UTCL in 2024</vt:lpstr>
      <vt:lpstr>F Score –Operating Efficiency of UTCL in 2024</vt:lpstr>
      <vt:lpstr>F score –UTCL in 2024</vt:lpstr>
      <vt:lpstr>F Score -Profitability For UTCL in 2023</vt:lpstr>
      <vt:lpstr>F Score –Liquidity, Leverage &amp; source of funding For UTCL in 2023</vt:lpstr>
      <vt:lpstr>F Score –Operating Efficiency of UTCL in 2023</vt:lpstr>
      <vt:lpstr>F score –UTCL in 2023</vt:lpstr>
      <vt:lpstr> F Score of UTCL – 2025,2024 vs 2023</vt:lpstr>
      <vt:lpstr>Beneish M Score  UTCL -2025</vt:lpstr>
      <vt:lpstr>M Score</vt:lpstr>
      <vt:lpstr>1.What is the DSRI for UTCL in 2025?</vt:lpstr>
      <vt:lpstr>2. What is the GMI for UTCL in 2025? </vt:lpstr>
      <vt:lpstr>3. What is the AQI for UTCL in 2025 ? (PPE= Tangible assets + Capital WIP)</vt:lpstr>
      <vt:lpstr>4. What is Sales Growth Index ( SGI) for UTCL in 2025?</vt:lpstr>
      <vt:lpstr>5. What is the Depreciation Index ( DEPI) for UTCL in 2025 ?( PPE here = Tang.assets + Intang.assets)</vt:lpstr>
      <vt:lpstr>6. What is the SGA expense Index (  SGAI) for UTCL in 2025?</vt:lpstr>
      <vt:lpstr>7.What is the Leverage Index ( LVGI) for  UTCL in 2025?</vt:lpstr>
      <vt:lpstr>8. What is the Total Accruals to Total Assets (TATA) for UTCL in 2025?</vt:lpstr>
      <vt:lpstr>Figures for UTCL &amp; Inferences in 2025 </vt:lpstr>
      <vt:lpstr> M score for UTCL in 2025</vt:lpstr>
      <vt:lpstr> Inference in 2025 </vt:lpstr>
      <vt:lpstr>Beneish M Score  UTCL -2024</vt:lpstr>
      <vt:lpstr>M Score</vt:lpstr>
      <vt:lpstr>1.What is the DSRI for UTCL in 2024?</vt:lpstr>
      <vt:lpstr>2. What is the GMI for UTCL in 2024? </vt:lpstr>
      <vt:lpstr>3. What is the AQI for UTCL in 2024 ? (PPE= Tangible assets + Capital WIP)</vt:lpstr>
      <vt:lpstr>4. What is Sales Growth Index ( SGI) for UTCL in 2024?</vt:lpstr>
      <vt:lpstr>5. What is the Depreciation Index ( DEPI) for UTCL in 2024 ?( PPE here = Tang.assets + Intang.assets)</vt:lpstr>
      <vt:lpstr>6. What is the SGA expense Index (  SGAI) for UTCL in 2024?</vt:lpstr>
      <vt:lpstr>7.What is the Leverage Index ( LVGI) for  UTCL in 2024?</vt:lpstr>
      <vt:lpstr>8. What is the Total Accruals to Total Assets (TATA) for UTCL in 2024?</vt:lpstr>
      <vt:lpstr>Figures for UTCL &amp; Inferences in 2024 </vt:lpstr>
      <vt:lpstr> M score for UTCL in 2024</vt:lpstr>
      <vt:lpstr> Inference in 2024 </vt:lpstr>
      <vt:lpstr>Beneish M Score  UTCL -2023</vt:lpstr>
      <vt:lpstr>M Score</vt:lpstr>
      <vt:lpstr>1.What is the DSRI for UTCL in 2023?</vt:lpstr>
      <vt:lpstr>2. What is the GMI for UTCL in 2023? </vt:lpstr>
      <vt:lpstr>3. What is the AQ for UTCL in 2023? (PPE= Tangible assets + Capital WIP)</vt:lpstr>
      <vt:lpstr>4. What is Sales Growth Index ( SGI) for UTCL in 2023?</vt:lpstr>
      <vt:lpstr>5. What is the Depreciation Index ( DEPI) for UTCL in 2023?( PPE here = Tang.assets + Intang.assets)</vt:lpstr>
      <vt:lpstr>6. What is the SGA expense Index (  SGAI) for UTCL in 2023?</vt:lpstr>
      <vt:lpstr>7.What is the Leverage Index ( LVGI) for  UTCL in 2023?</vt:lpstr>
      <vt:lpstr>8. What is the Total Accruals to Total Assets (TATA) for UTCL in 2023?</vt:lpstr>
      <vt:lpstr>Figures for UTCL &amp; Inferences in 2023 </vt:lpstr>
      <vt:lpstr> M score for UTCL in 2023</vt:lpstr>
      <vt:lpstr> Inference </vt:lpstr>
      <vt:lpstr>Benford Analysis- UTCL Manipulative -2025,2024 &amp; 2023</vt:lpstr>
      <vt:lpstr>Benford Analysis- UTCL Manipulative -2024,2023 &amp; 2022</vt:lpstr>
      <vt:lpstr>Benford Analysis- UTCL Manipulative – 2023,2022 &amp;2021 </vt:lpstr>
      <vt:lpstr>Ultra Tech Cements Ltd  (UTCL)</vt:lpstr>
      <vt:lpstr> DPR of UTCL for the last 5 years &amp; its Average  ( Moneycontrol.com; refer Financials, then Ratios  and then per share ratios )</vt:lpstr>
      <vt:lpstr> ROE of UTCL  for the last 5 years &amp; its Average  ( Moneycontrol.com; refer Financials, then Ratios  and then Return ratios )</vt:lpstr>
      <vt:lpstr>What is the fundamental growth rate for UTCL?</vt:lpstr>
      <vt:lpstr>Fundamental growth rate of UTCL </vt:lpstr>
      <vt:lpstr>Assumptions</vt:lpstr>
      <vt:lpstr> PE for a High Growth Firm </vt:lpstr>
      <vt:lpstr>PE for UTCL ( 2 stage model)</vt:lpstr>
      <vt:lpstr>Let us have revised assumptions- UTCL</vt:lpstr>
      <vt:lpstr> PE for a High Growth Firm </vt:lpstr>
      <vt:lpstr>PE for UTCL ( 2 stage model)</vt:lpstr>
      <vt:lpstr>Three Stage Model of Growth-PE </vt:lpstr>
      <vt:lpstr>INFOSYS ( is a 3 stage candidate)</vt:lpstr>
      <vt:lpstr>Assumptions in the computation of Fundamental PE for Infosys</vt:lpstr>
      <vt:lpstr>Infosys- High Growth PE ???</vt:lpstr>
      <vt:lpstr>Infosys- High Growth PE</vt:lpstr>
      <vt:lpstr>Infosys : Year 6 PE =???</vt:lpstr>
      <vt:lpstr>Infosys : Year 6 PE =???</vt:lpstr>
      <vt:lpstr>Infosys : Year 6 PE </vt:lpstr>
      <vt:lpstr>Infosys : Year 7 PE =???</vt:lpstr>
      <vt:lpstr>Infosys : Year 7 PE </vt:lpstr>
      <vt:lpstr>Infosys : Year 8 PE =???</vt:lpstr>
      <vt:lpstr>Infosys : Year 8 PE </vt:lpstr>
      <vt:lpstr>Infosys : Year 9 PE =???</vt:lpstr>
      <vt:lpstr>Infosys : Year 9 PE </vt:lpstr>
      <vt:lpstr>Infosys : Year 10 PE =???</vt:lpstr>
      <vt:lpstr>Infosys : Year 10 PE </vt:lpstr>
      <vt:lpstr>Infosys : Year 6-10 PE </vt:lpstr>
      <vt:lpstr>Infosys : Stable Phase PE </vt:lpstr>
      <vt:lpstr>Infosys : Stable Phase PE </vt:lpstr>
      <vt:lpstr>Infosys : Total PE </vt:lpstr>
      <vt:lpstr> What can We Do?</vt:lpstr>
      <vt:lpstr>Assumptions in the computation of Fundamental PE for Infosys</vt:lpstr>
      <vt:lpstr>Infosys- High Growth PE ???</vt:lpstr>
      <vt:lpstr>Infosys- High Growth PE</vt:lpstr>
      <vt:lpstr>Infosys : Year 11 PE =???</vt:lpstr>
      <vt:lpstr>Infosys : Year 11 PE =???</vt:lpstr>
      <vt:lpstr>Infosys : Year 11 PE </vt:lpstr>
      <vt:lpstr>Infosys : Year 12 PE =???</vt:lpstr>
      <vt:lpstr>Infosys : Year 12 PE </vt:lpstr>
      <vt:lpstr>Infosys : Year 13 PE =???</vt:lpstr>
      <vt:lpstr>Infosys : Year 13 PE </vt:lpstr>
      <vt:lpstr>Infosys : Year 14 PE =???</vt:lpstr>
      <vt:lpstr>Infosys : Year 14 PE </vt:lpstr>
      <vt:lpstr>Infosys : Year 15 PE =???</vt:lpstr>
      <vt:lpstr>Infosys : Year 15 PE </vt:lpstr>
      <vt:lpstr>Infosys : Year 11-15 PE </vt:lpstr>
      <vt:lpstr>Infosys : Stable Phase PE </vt:lpstr>
      <vt:lpstr>Infosys : Stable Phase PE </vt:lpstr>
      <vt:lpstr>Infosys : Total PE </vt:lpstr>
      <vt:lpstr>FAL PGDF 24-26</vt:lpstr>
      <vt:lpstr>For Discussion in  session 10</vt:lpstr>
      <vt:lpstr>INFOSYS ( is a 3 stage candidate)</vt:lpstr>
      <vt:lpstr>Assumptions in the computation of Fundamental PE for Infosys</vt:lpstr>
      <vt:lpstr>Infosys : Total PE </vt:lpstr>
      <vt:lpstr> What can We Do?</vt:lpstr>
      <vt:lpstr>Assumptions in the computation of Fundamental PE for Infosys</vt:lpstr>
      <vt:lpstr>Infosys : Total PE </vt:lpstr>
      <vt:lpstr>What is the flaw in the assumptions?</vt:lpstr>
      <vt:lpstr>Revised Assumptions in the computation of Fundamental PE for Infosys</vt:lpstr>
      <vt:lpstr>Infosys- High Growth PE</vt:lpstr>
      <vt:lpstr>Infosys : Year 16 PE =???</vt:lpstr>
      <vt:lpstr>Infosys : Year 16 PE </vt:lpstr>
      <vt:lpstr>Infosys : Year 17 PE =???</vt:lpstr>
      <vt:lpstr>Infosys : Year 17 PE </vt:lpstr>
      <vt:lpstr>Infosys : Year 18 PE =???</vt:lpstr>
      <vt:lpstr>Infosys : Year 18 PE </vt:lpstr>
      <vt:lpstr>Infosys : Year 19 PE =???</vt:lpstr>
      <vt:lpstr>Infosys : Year 19 PE </vt:lpstr>
      <vt:lpstr>Infosys : Year 20 PE =???</vt:lpstr>
      <vt:lpstr>Infosys : Year 20 PE </vt:lpstr>
      <vt:lpstr>Infosys : Year 16-20 PE </vt:lpstr>
      <vt:lpstr>Infosys : Stable Phase PE </vt:lpstr>
      <vt:lpstr>Infosys : Total PE </vt:lpstr>
      <vt:lpstr>PE on Comparable Firms Approach </vt:lpstr>
      <vt:lpstr>PE on Comparable Firms Approach </vt:lpstr>
      <vt:lpstr> Sample Firm : TCS</vt:lpstr>
      <vt:lpstr>S 1: Comparable firms of TCS based on Market Cap (24 December 2025) </vt:lpstr>
      <vt:lpstr>S 2: Fundamental Variables for TCS and its peers</vt:lpstr>
      <vt:lpstr> S3 : Run the Regression  ( Exclude data for TCS)</vt:lpstr>
      <vt:lpstr>Step 4: Output of Regression (TCS)</vt:lpstr>
      <vt:lpstr>S5 :Predicted PE for TCS </vt:lpstr>
      <vt:lpstr> Output of Regression (Infosys )  </vt:lpstr>
      <vt:lpstr>Predicted PE for Infosys </vt:lpstr>
      <vt:lpstr> Output of Regression ( Persistent  )  </vt:lpstr>
      <vt:lpstr>Predicted PE for Persistent</vt:lpstr>
      <vt:lpstr>PEG Ratio</vt:lpstr>
      <vt:lpstr>PEG ratio </vt:lpstr>
      <vt:lpstr> PEG &amp; Fundamentals </vt:lpstr>
      <vt:lpstr>PEG for a hypothetical firm using 2 stage growth model </vt:lpstr>
      <vt:lpstr>Assumptions- Hypothetical Firm</vt:lpstr>
      <vt:lpstr>PEG for a hypo firm using 2 stage growth model ( when g hg=9%) </vt:lpstr>
      <vt:lpstr>What happens to PEG when we increase g of HG phase  from 9 % to 12% by increasing ROE from 15% to 20% in HG phase</vt:lpstr>
      <vt:lpstr>Assumptions- Hypo Firm</vt:lpstr>
      <vt:lpstr>PEG for a hypo firm using 2 stage growth model ( when g hg=12%) </vt:lpstr>
      <vt:lpstr> Comparison of PEG at HG phase g of 9% &amp; 12%</vt:lpstr>
      <vt:lpstr>What happens to PEG when g of HG Phase  =15 % ? by increasing ROE from 20% to 25% in HG phase</vt:lpstr>
      <vt:lpstr>Assumptions- Hypo Firm</vt:lpstr>
      <vt:lpstr>PEG for a hypo firm using 2 stage growth model ( when g hg=15%) </vt:lpstr>
      <vt:lpstr> Comparison of PEG at HG phase g of 9%,  12 % &amp; 15%</vt:lpstr>
      <vt:lpstr>What happens to PEG when g of HG phase  =20 % ? By increasing ROE from 25% to 33.33%</vt:lpstr>
      <vt:lpstr>Assumptions- Hypo Firm</vt:lpstr>
      <vt:lpstr>PEG for a hypo firm using 2 stage growth model ( when g hg=20%) </vt:lpstr>
      <vt:lpstr> Comparison of PEG at HG phase g of 9% , 12%, 15 % &amp; 20 %</vt:lpstr>
      <vt:lpstr>What happens to PEG when we decrease g of HG Phase from 9 % to 7 %? By decreasing ROE from 15% to 11.67%</vt:lpstr>
      <vt:lpstr>Assumptions</vt:lpstr>
      <vt:lpstr>PEG for a hypo firm using 2 stage growth model ( when g hg=7%) </vt:lpstr>
      <vt:lpstr> Summary on PEG of Hypo firm </vt:lpstr>
      <vt:lpstr> PEG &amp; Fundamentals </vt:lpstr>
      <vt:lpstr>FAL PGDF 24-26</vt:lpstr>
      <vt:lpstr>For Discussion in  session 11</vt:lpstr>
      <vt:lpstr>PEGY ratio </vt:lpstr>
      <vt:lpstr>Dividend Yield for TCS &amp; its’ Peers </vt:lpstr>
      <vt:lpstr>PEGY of TCS &amp; its Peers </vt:lpstr>
      <vt:lpstr>PERG Ratio </vt:lpstr>
      <vt:lpstr>PE, PEG &amp; PERG of HCL Tech  </vt:lpstr>
      <vt:lpstr>PB Ratio for a firm in stable phase of growth  Let us Consider </vt:lpstr>
      <vt:lpstr>PB Ratio for SBI</vt:lpstr>
      <vt:lpstr>PB Ratio for SBI- Base Case </vt:lpstr>
      <vt:lpstr>PB Ratio for a High Growth firm </vt:lpstr>
      <vt:lpstr>PB Ratio for SBI</vt:lpstr>
      <vt:lpstr>If we Assume SBI as a 2 stage growth firm  </vt:lpstr>
      <vt:lpstr>PB ratio for SBI as a 2- stage firm – HG PB </vt:lpstr>
      <vt:lpstr>PB ratio for SBI as a 2 -stage firm                – Stable Phase PB </vt:lpstr>
      <vt:lpstr>PB ratio for SBI as a 2 -stage firm                – Stable Phase PB </vt:lpstr>
      <vt:lpstr> PB of SBI – as a  2 –stage firm </vt:lpstr>
      <vt:lpstr>PB Ratio for MRF Ltd (consolidated financials) </vt:lpstr>
      <vt:lpstr>PB Ratio for MRF??? </vt:lpstr>
      <vt:lpstr> High Growth Phase PB Ratio for MRF</vt:lpstr>
      <vt:lpstr>PB Ratio for MRF</vt:lpstr>
      <vt:lpstr>PB Ratio for MRF</vt:lpstr>
      <vt:lpstr>Three Stage Model of Growth-PB </vt:lpstr>
      <vt:lpstr>TVS Motor Company Limited </vt:lpstr>
      <vt:lpstr>TVS Motor Company Ltd ( is a 3 -stage candidate)</vt:lpstr>
      <vt:lpstr>Assumptions in the computation of Fundamental PB for TVS Motor Company Ltd </vt:lpstr>
      <vt:lpstr>TVS Motor Company Ltd -High Growth PB ???</vt:lpstr>
      <vt:lpstr>TVS Motor Company Ltd -High Growth PB</vt:lpstr>
      <vt:lpstr>TVS Motor Company Ltd : Year 16 PB =???</vt:lpstr>
      <vt:lpstr> TVS Motor Company Ltd : Year 16 PB =???</vt:lpstr>
      <vt:lpstr>TVS Motor Company Ltd-Year 16 PB </vt:lpstr>
      <vt:lpstr> TVS Motor Company Ltd : Year 17 PB =???</vt:lpstr>
      <vt:lpstr>FAL PGDF 24-26</vt:lpstr>
      <vt:lpstr> TVS Motor Company Ltd : Year 18 PB =???</vt:lpstr>
      <vt:lpstr>TVS Motor Company Ltd-Year 18 PB </vt:lpstr>
      <vt:lpstr> TVS Motor Company Ltd : Year 19 PB =???</vt:lpstr>
      <vt:lpstr>TVS Motor Company Ltd-Year 19 PB </vt:lpstr>
      <vt:lpstr> TVS Motor Company Ltd : Year 20 PB =???</vt:lpstr>
      <vt:lpstr>TVS Motor Company Ltd-Year 20 PB </vt:lpstr>
      <vt:lpstr> TVS Motor Company Ltd-Year 16-20 PB </vt:lpstr>
      <vt:lpstr>TVS Motor Company Ltd- : Stable Phase PB </vt:lpstr>
      <vt:lpstr>TVS Motor Company Ltd- : Stable Phase PB </vt:lpstr>
      <vt:lpstr>TVS Motor Company Ltd- : Total PB </vt:lpstr>
      <vt:lpstr>Assumptions in the computation of Fundamental PB for TVS Motor Company Ltd </vt:lpstr>
      <vt:lpstr>Mismatches in the relation b/w PB Ratio &amp; ROE</vt:lpstr>
      <vt:lpstr>Price to Sales Ratio for a Stable Firm </vt:lpstr>
      <vt:lpstr> Let us take Ashok Leyland </vt:lpstr>
      <vt:lpstr>PS Ratio for Ashok Leyland Ltd </vt:lpstr>
      <vt:lpstr>PS Ratio of Ashok Leyland </vt:lpstr>
      <vt:lpstr> What to do ?</vt:lpstr>
      <vt:lpstr> PS Ratio for a Two Stage Firm ( High Growth firm)</vt:lpstr>
      <vt:lpstr>Revised PS Ratio for Ashok Leyland Ltd </vt:lpstr>
      <vt:lpstr>Revised PS Ratio for Ashok Leyland Ltd in  HG Phase  </vt:lpstr>
      <vt:lpstr>Revised PS Ratio for Ashok Leyland Ltd </vt:lpstr>
      <vt:lpstr>Revised PS Ratio for Ashok Leyland Ltd </vt:lpstr>
      <vt:lpstr>PS Ratio of NALCO ( 30 Dec 2025) </vt:lpstr>
      <vt:lpstr> PS Ratio for a Two Stage Firm ( High Growth firm)</vt:lpstr>
      <vt:lpstr>PS Ratio of NALCO in hg Phase  </vt:lpstr>
      <vt:lpstr>PS Ratio of NALCO –St. Phase </vt:lpstr>
      <vt:lpstr>PS Ratio of  NALCO</vt:lpstr>
      <vt:lpstr>Revised PS Ratio of NALCO ( 30 Dec 2025) </vt:lpstr>
      <vt:lpstr>Revised PS Ratio of NALCO in hg Phase  </vt:lpstr>
      <vt:lpstr>Revised PS Ratio of NALCO –St. Phase </vt:lpstr>
      <vt:lpstr>Revised PS Ratio of  NALCO</vt:lpstr>
      <vt:lpstr>PS Ratio for a 3-stage firm</vt:lpstr>
      <vt:lpstr>PS Ratio for TCS ( 30 Dec 2025) </vt:lpstr>
      <vt:lpstr>Assumptions in the computation of Fundamental PS for TCS-Trans.phase</vt:lpstr>
      <vt:lpstr>PS Ratio for TCS in hg Phase (3 stage model) </vt:lpstr>
      <vt:lpstr>TCS: Year 21 PS</vt:lpstr>
      <vt:lpstr>TCS : Year 22 PS</vt:lpstr>
      <vt:lpstr>TCS : Year 23 PS </vt:lpstr>
      <vt:lpstr>TCS : Year 24 PS </vt:lpstr>
      <vt:lpstr>TCS : Year 25 PS </vt:lpstr>
      <vt:lpstr>TCS: Year 21-25 PS </vt:lpstr>
      <vt:lpstr>TCS : Stable Phase PS </vt:lpstr>
      <vt:lpstr>TCS : Total PS &amp; Value </vt:lpstr>
      <vt:lpstr>What Can be done????</vt:lpstr>
      <vt:lpstr>Revised Assumptions in the computation of Fundamental PS for TCS-Trans.phase</vt:lpstr>
      <vt:lpstr>Revised PS Ratio for TCS in hg Phase (3 stage model) </vt:lpstr>
      <vt:lpstr>TCS: Revised Year 11 PS</vt:lpstr>
      <vt:lpstr>TCS : Revised Year 12 PS</vt:lpstr>
      <vt:lpstr>TCS : Revised Year 13 PS </vt:lpstr>
      <vt:lpstr>TCS : Revised Year 14 PS </vt:lpstr>
      <vt:lpstr>TCS : Revised Year 15 PS </vt:lpstr>
      <vt:lpstr>TCS: Revised Year 11-15 PS </vt:lpstr>
      <vt:lpstr>TCS : Revised Stable Phase PS </vt:lpstr>
      <vt:lpstr>TCS : Revised Total PS &amp; Value </vt:lpstr>
      <vt:lpstr>FAL PGDF (24-26)</vt:lpstr>
      <vt:lpstr>EV/EBITDA multiple</vt:lpstr>
      <vt:lpstr>Suitability of EV/EBITDA multiple</vt:lpstr>
      <vt:lpstr>Determinants of EV/EBITDA</vt:lpstr>
      <vt:lpstr>Determinants of EV/EBITDA</vt:lpstr>
      <vt:lpstr>EV/ EBITDA for PGDF (24-26) Ltd </vt:lpstr>
      <vt:lpstr>EV/ EBITDA for  PGDF (24-26) Ltd </vt:lpstr>
      <vt:lpstr>EV/ EBITDA for PGDF (24-26) Ltd </vt:lpstr>
      <vt:lpstr>EV/EBITDA for a Stable firm </vt:lpstr>
      <vt:lpstr>Let us consider HUL </vt:lpstr>
      <vt:lpstr>Five Year Average ROC for HUL </vt:lpstr>
      <vt:lpstr>Reinvestment Amount – HUL  (in Rs cr)</vt:lpstr>
      <vt:lpstr>Reinvestment Rate- HUL (amount in Rs cr)</vt:lpstr>
      <vt:lpstr>Inputs for EV/EBITDA for HUL</vt:lpstr>
      <vt:lpstr>FCFF/EBITDA - HUL</vt:lpstr>
      <vt:lpstr>WACC for HUL </vt:lpstr>
      <vt:lpstr>EV/EBITDA for HUL- 1 January 2026 </vt:lpstr>
      <vt:lpstr>EV/EBITDA for a 2 stage firm </vt:lpstr>
      <vt:lpstr>Let us consider </vt:lpstr>
      <vt:lpstr>Five Year Average ROC for Hero Motocorp  </vt:lpstr>
      <vt:lpstr>Reinvestment Amount – Hero Motocorp  (in Rs cr)</vt:lpstr>
      <vt:lpstr>Reinvestment Rate- Hero Motocorp (amount in Rs cr)</vt:lpstr>
      <vt:lpstr>Inputs for EV/EBITDA for Hero Motocorp</vt:lpstr>
      <vt:lpstr>EV/EBITDA for the high growth phase </vt:lpstr>
      <vt:lpstr>FCFF/EBITDA – Hero Motocorp</vt:lpstr>
      <vt:lpstr>EV/EBITDA for the high growth phase </vt:lpstr>
      <vt:lpstr>WACC for Hero Motocorp as on 1 January 2026</vt:lpstr>
      <vt:lpstr>EV/EBITDA for the high growth phase- Hero Motocorp </vt:lpstr>
      <vt:lpstr>EV/EBITDA Hero Motocorp – High growth phase</vt:lpstr>
      <vt:lpstr>PowerPoint Presentation</vt:lpstr>
      <vt:lpstr>EV/EBITDA for Stable Phase </vt:lpstr>
      <vt:lpstr>EV/EBITDA for Hero Motocorp  ON 1 January 2026</vt:lpstr>
      <vt:lpstr>EV/EBITDA of a 3-stage firm</vt:lpstr>
      <vt:lpstr>Let us consider Adani Ports and Special Economic Zone Ltd </vt:lpstr>
      <vt:lpstr>Five Year Average ROC for Adani Ports  </vt:lpstr>
      <vt:lpstr>Delta Capex in the past 5 years  (Amount in INR Crores) – Adani Ports </vt:lpstr>
      <vt:lpstr>Reinvestment Amount –(Adani Ports ) (in Rs cr) (Consolidated B/S)</vt:lpstr>
      <vt:lpstr>Reinvestment Rate- (Adani Ports) (amount in Rs cr)</vt:lpstr>
      <vt:lpstr>Inputs for EV/EBITDA for  Adani Ports </vt:lpstr>
      <vt:lpstr>FCFF/EBITDA – Adani Ports </vt:lpstr>
      <vt:lpstr>WACC for Adani Ports  ( on 2 January 2026)</vt:lpstr>
      <vt:lpstr>What to do ???</vt:lpstr>
      <vt:lpstr>Assumptions in the computation of EV/EBITDA for Adani Ports- 3 stage model</vt:lpstr>
      <vt:lpstr>EV/EBITDA for the high growth phase </vt:lpstr>
      <vt:lpstr>EV/EBITDA Adani Ports – High growth phase</vt:lpstr>
      <vt:lpstr>Transition Phase EV/EBITDA for Adani Ports </vt:lpstr>
      <vt:lpstr>Adani Ports : Year 11 EV/EBITDA</vt:lpstr>
      <vt:lpstr>Adani Ports : Year 11 EV/EBITDA</vt:lpstr>
      <vt:lpstr>Adani Ports : Year 12 EV/EBITDA</vt:lpstr>
      <vt:lpstr>Adani Ports : Year 12 EV/EBITDA</vt:lpstr>
      <vt:lpstr>Adani Ports : Year 13 EV/EBITDA</vt:lpstr>
      <vt:lpstr>Adani Ports : Year 13 EV/EBITDA</vt:lpstr>
      <vt:lpstr>Adani Ports : Year 14 EV/EBITDA</vt:lpstr>
      <vt:lpstr>Adani Ports : Year 14 EV/EBITDA</vt:lpstr>
      <vt:lpstr>Adani Ports : Year 15 EV/EBITDA</vt:lpstr>
      <vt:lpstr>Adani Ports : Year 15 EV/EBITDA</vt:lpstr>
      <vt:lpstr>Adani Ports -EV/EBITDA Transition Phase </vt:lpstr>
      <vt:lpstr>Adani Ports : Stable Phase EV/EBITDA</vt:lpstr>
      <vt:lpstr>EV/EBITDA for Adani Ports ON 2 January 2026 </vt:lpstr>
      <vt:lpstr>Sensitivity for </vt:lpstr>
      <vt:lpstr>Other EV multiples </vt:lpstr>
      <vt:lpstr>Need to do excel for EV/EBITDA stable/2 stage/ 3 stage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 Garg | BJ20126</dc:creator>
  <cp:lastModifiedBy>Agarwal, Vishal Kumar (Agoda)</cp:lastModifiedBy>
  <cp:revision>58</cp:revision>
  <dcterms:created xsi:type="dcterms:W3CDTF">2025-02-28T14:27:59Z</dcterms:created>
  <dcterms:modified xsi:type="dcterms:W3CDTF">2026-02-28T04:18:07Z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deb6a9-0bd6-4c97-a15f-b01aae19ec55_Enabled">
    <vt:lpwstr>true</vt:lpwstr>
  </property>
  <property fmtid="{D5CDD505-2E9C-101B-9397-08002B2CF9AE}" pid="3" name="MSIP_Label_92deb6a9-0bd6-4c97-a15f-b01aae19ec55_SetDate">
    <vt:lpwstr>2025-12-08T13:19:18Z</vt:lpwstr>
  </property>
  <property fmtid="{D5CDD505-2E9C-101B-9397-08002B2CF9AE}" pid="4" name="MSIP_Label_92deb6a9-0bd6-4c97-a15f-b01aae19ec55_Method">
    <vt:lpwstr>Standard</vt:lpwstr>
  </property>
  <property fmtid="{D5CDD505-2E9C-101B-9397-08002B2CF9AE}" pid="5" name="MSIP_Label_92deb6a9-0bd6-4c97-a15f-b01aae19ec55_Name">
    <vt:lpwstr>Internal - test</vt:lpwstr>
  </property>
  <property fmtid="{D5CDD505-2E9C-101B-9397-08002B2CF9AE}" pid="6" name="MSIP_Label_92deb6a9-0bd6-4c97-a15f-b01aae19ec55_SiteId">
    <vt:lpwstr>75f66454-79b5-4efd-8233-0349b412607c</vt:lpwstr>
  </property>
  <property fmtid="{D5CDD505-2E9C-101B-9397-08002B2CF9AE}" pid="7" name="MSIP_Label_92deb6a9-0bd6-4c97-a15f-b01aae19ec55_ActionId">
    <vt:lpwstr>db1b6ef6-2722-4d97-bf3a-0713c28eebf1</vt:lpwstr>
  </property>
  <property fmtid="{D5CDD505-2E9C-101B-9397-08002B2CF9AE}" pid="8" name="MSIP_Label_92deb6a9-0bd6-4c97-a15f-b01aae19ec55_ContentBits">
    <vt:lpwstr>2</vt:lpwstr>
  </property>
  <property fmtid="{D5CDD505-2E9C-101B-9397-08002B2CF9AE}" pid="9" name="MSIP_Label_92deb6a9-0bd6-4c97-a15f-b01aae19ec55_Tag">
    <vt:lpwstr>10, 3, 0, 1</vt:lpwstr>
  </property>
  <property fmtid="{D5CDD505-2E9C-101B-9397-08002B2CF9AE}" pid="10" name="ClassificationContentMarkingFooterLocations">
    <vt:lpwstr>1_Office Theme:8\2_Office Theme:8</vt:lpwstr>
  </property>
  <property fmtid="{D5CDD505-2E9C-101B-9397-08002B2CF9AE}" pid="11" name="ClassificationContentMarkingFooterText">
    <vt:lpwstr>Internal</vt:lpwstr>
  </property>
</Properties>
</file>